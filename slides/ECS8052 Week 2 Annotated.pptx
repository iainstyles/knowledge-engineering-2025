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2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3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37"/>
  </p:notesMasterIdLst>
  <p:handoutMasterIdLst>
    <p:handoutMasterId r:id="rId38"/>
  </p:handoutMasterIdLst>
  <p:sldIdLst>
    <p:sldId id="291" r:id="rId2"/>
    <p:sldId id="313" r:id="rId3"/>
    <p:sldId id="314" r:id="rId4"/>
    <p:sldId id="320" r:id="rId5"/>
    <p:sldId id="342" r:id="rId6"/>
    <p:sldId id="319" r:id="rId7"/>
    <p:sldId id="315" r:id="rId8"/>
    <p:sldId id="322" r:id="rId9"/>
    <p:sldId id="334" r:id="rId10"/>
    <p:sldId id="354" r:id="rId11"/>
    <p:sldId id="349" r:id="rId12"/>
    <p:sldId id="332" r:id="rId13"/>
    <p:sldId id="323" r:id="rId14"/>
    <p:sldId id="335" r:id="rId15"/>
    <p:sldId id="324" r:id="rId16"/>
    <p:sldId id="336" r:id="rId17"/>
    <p:sldId id="327" r:id="rId18"/>
    <p:sldId id="329" r:id="rId19"/>
    <p:sldId id="330" r:id="rId20"/>
    <p:sldId id="331" r:id="rId21"/>
    <p:sldId id="333" r:id="rId22"/>
    <p:sldId id="318" r:id="rId23"/>
    <p:sldId id="317" r:id="rId24"/>
    <p:sldId id="350" r:id="rId25"/>
    <p:sldId id="337" r:id="rId26"/>
    <p:sldId id="343" r:id="rId27"/>
    <p:sldId id="344" r:id="rId28"/>
    <p:sldId id="345" r:id="rId29"/>
    <p:sldId id="347" r:id="rId30"/>
    <p:sldId id="348" r:id="rId31"/>
    <p:sldId id="351" r:id="rId32"/>
    <p:sldId id="341" r:id="rId33"/>
    <p:sldId id="353" r:id="rId34"/>
    <p:sldId id="316" r:id="rId35"/>
    <p:sldId id="352" r:id="rId36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Page" id="{C81B977D-B904-D64D-9B82-73A8047B6F1A}">
          <p14:sldIdLst>
            <p14:sldId id="291"/>
            <p14:sldId id="313"/>
            <p14:sldId id="314"/>
            <p14:sldId id="320"/>
            <p14:sldId id="342"/>
            <p14:sldId id="319"/>
            <p14:sldId id="315"/>
            <p14:sldId id="322"/>
            <p14:sldId id="334"/>
            <p14:sldId id="354"/>
            <p14:sldId id="349"/>
            <p14:sldId id="332"/>
            <p14:sldId id="323"/>
            <p14:sldId id="335"/>
            <p14:sldId id="324"/>
            <p14:sldId id="336"/>
            <p14:sldId id="327"/>
            <p14:sldId id="329"/>
            <p14:sldId id="330"/>
            <p14:sldId id="331"/>
            <p14:sldId id="333"/>
            <p14:sldId id="318"/>
            <p14:sldId id="317"/>
            <p14:sldId id="350"/>
            <p14:sldId id="337"/>
            <p14:sldId id="343"/>
            <p14:sldId id="344"/>
            <p14:sldId id="345"/>
            <p14:sldId id="347"/>
            <p14:sldId id="348"/>
            <p14:sldId id="351"/>
            <p14:sldId id="341"/>
            <p14:sldId id="353"/>
            <p14:sldId id="316"/>
            <p14:sldId id="3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0D"/>
    <a:srgbClr val="494949"/>
    <a:srgbClr val="672E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175" autoAdjust="0"/>
    <p:restoredTop sz="96327" autoAdjust="0"/>
  </p:normalViewPr>
  <p:slideViewPr>
    <p:cSldViewPr snapToGrid="0" snapToObjects="1" showGuides="1">
      <p:cViewPr>
        <p:scale>
          <a:sx n="86" d="100"/>
          <a:sy n="86" d="100"/>
        </p:scale>
        <p:origin x="280" y="1000"/>
      </p:cViewPr>
      <p:guideLst>
        <p:guide orient="horz" pos="2160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44" d="100"/>
          <a:sy n="144" d="100"/>
        </p:scale>
        <p:origin x="4792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6D3417-75BC-C54F-B209-3B706A8CCE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0A46D-43DE-BC4C-9837-2979FE009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ADF77-2023-D74B-9A03-BFA0C5C7CE1A}" type="datetimeFigureOut">
              <a:rPr lang="en-US" smtClean="0"/>
              <a:t>11/14/24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BBCED-4587-A646-BEDB-46936438AF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4CE3C-DF0C-9349-B48C-C47FA90BE6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03ADA-6B43-F443-8DD3-2F88E9286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1873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09:20:16.754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24264 3936 7533,'13'-25'0</inkml:trace>
  <inkml:trace contextRef="#ctx0" brushRef="#br0" timeOffset="1127">24290 3846 7533,'0'-20'359,"0"2"-89,0 10 360,0-3-360,0 10 180,0-11 89,-6 5-359,5-6 450,-5 6-1,0 18-449,-1 5 45,1 13 0,-1 8-195,1 0 0,0 3 0,-1 4-850,2-3 1,0 3 0,0 1 0,0-2 720,0 6 1,0 0 0,1-1 120,0-7 1,1 0-1,0-2 1,1-5-68,2-4 0,0-3-135,0 2 0,0-6-899,0-17 899,0-17-1529,0-24 1349,0 25-1439,0-25 1439,0 25 1,0-20 359,0 16 0,0 1 0,0-16 0,0 1 0</inkml:trace>
  <inkml:trace contextRef="#ctx0" brushRef="#br0" timeOffset="1511">24264 3885 7533,'0'-26'0,"0"0"-1350,0-17 1171,0 13-1,0-7 2608,6 7-1888,-5 14-90,5-9 179,0 7-449,1 4 180,6 1 270,5 1-540,-3 11 449,26 7-449,-16 2 90,7 14 0,2 4-90,-3-1-273,-6-2 1,-1 3 317,-5-4 0,-1-1-1688,11 15 1643,-13-12 0,-1 2 0,-2 2 0,-1 0-2577,8 15 2532,-13-16 0,0 2 224,3 2 1,-3 0-900,-5 13 720,2-14 0,-2 2 269,-7-4 1,-2 0-180,-1 15 135,-12-4 0,-2 1-225,10-18 0,0 0-45,-14 15 0,-3-1 116,10-12 0,-2-1-296,-15 10 0,-3-2-45,11-12 0,-1-3 135,-9 2 0,1-5-225,-3-8 90,12-9 1,2-3-451,-4-2 315,4-4 0,3-4-487,2-10-547,-4-12 899,18 18-2338,24-2 2248,-5 21 540,23-4 0,9 12 0,-17-2 0,0-1 0</inkml:trace>
  <inkml:trace contextRef="#ctx0" brushRef="#br0" timeOffset="2212">25026 4388 7533,'0'-14'1799,"0"-9"-1619,0 20-1,-6-14 181,5 10 180,-5-12-540,6 10 90,0-14 0,0 20-270,0-19 90,0 19 270,-11-14-180,2 15 0,-33 2 0,18 13-215,-19 7 305,20-2 0,3 2-1622,-11 8 1577,10-7 0,-1 1 90,6 0 0,1 0-45,-12 20 89,15-5 1,4-1-90,-4 3-652,20 2 0,7-5 202,8-15 180,9 1 0,4-4-360,8-17-2,-4-4 0,-1-5 317,-17-5 0,-1-2 180,2-1 1,-2-2 44,4-19 0,-18 5-90,-3 5 0,-2-2 270,-8-15-91,-4-2 1,-4 2-90,-10 3 0,10 10 0,-3 2 450,-19-3-270,19 16 720,-25-6-631,26 20 224,-2 8-403,12 3 180,6 9-899,17 18-990,5-6 1660,-3-4 1,1-2-1121,7 4 449,3 2-179,-4-4 809,1-5 0,10 3 0,-4-11 0</inkml:trace>
  <inkml:trace contextRef="#ctx0" brushRef="#br0" timeOffset="2882">25348 4324 7533,'0'-15'-1709,"-5"-8"3238,-3 21 0,-10-16-1079,-3 17-1,-5-5-449,-5 17-359,-2 16 359,12-5 90,1 7 0,5 1-180,11-4 179,-5 9 1,1 2-90,8-6 0,2 2 0,2 0-179,8-3 89,0-7 0,3-3-90,5-5-90,22-4 0,-25-17 90,19-7-90,-21-18 180,4-3 0,-12-5 0,-1 12 1,-1-1-1,-3 2 0,-2-2-534,0-11 0,0 0 624,0 11 0,-2 2 90,-9-23 617,4 23-167,-7 12 629,2 8-899,4 19 359,4 17 1,3 6-270,6 13-1119,-1-4 0,0 10 0,1-6 849,2-12 0,1-1 29,-2 4 1,0 5 0,0-2 60,0-7 0,1-1 0,-1 0-180,1 6 0,0 4-84,-2-6 0,0 6 1,0 0-1,-1-5 264,0 4 0,-1-2-64,-3 3 0,-2 3 1,-2-8 377,-2-13 1,-2-4-45,-18 19-450,6-29 295,-22-13-385,18-7 2279,-19-6-2999,24-4 1,1-2 539,-11-5 825,13 3 1,1-1-2534,-4-4-1299,6 0 2470,1 0 827,-7-5 0,16-8 1,-2-6-1</inkml:trace>
  <inkml:trace contextRef="#ctx0" brushRef="#br0" timeOffset="5299">26329 4427 9961,'36'-7'1260,"-6"1"-991,12 3 1,7 0-1363,-15 1 1,3 0 0,3-1 1152,2 1 0,5-1 0,3 1 0,-2-1 1,-2 0-151,-3 0 0,-3-1 0,1 1 0,5 0 12,-4 1 1,4 1 0,4-1 0,0 1 0,-1 0 0,-4 1 0,-4 0 9,1 1 1,-5 0 0,-1 1-1,2 0 23,8-1 0,2 0 0,-1 1 0,-6 2-90,13 7 1,-13 3 134,-17 0-1325,1-1 0,-2-1 1325,-13-4 988,19 15-1078,-26-14-450,14 9 360,-16-10 211,5 3-301,-6-9 1089,6 4 0,1-12 0,5-2 0</inkml:trace>
  <inkml:trace contextRef="#ctx0" brushRef="#br0" timeOffset="5684">27749 4234 7533,'-13'-34'1979,"6"8"-1260,1 8-449,6 10 450,17 8-271,-1 2-134,14 10 0,6 5-225,0-4 0,3 2-1183,0 5 1,4 3 0,-4-2 874,2-3 1,-3 1 307,-4 2 0,0 2 0,-7-2-90,-3 3 49,-3 5 0,-6 2-229,-13-1-195,-17 1 0,-6-2-165,-12 2 390,4-12 0,-6 3 1,3-3 59,9-4 0,-2 0 60,-10 5 0,-7 1 0,6-2 30,12-7 0,-1 0-90,-9 4 0,-6 1 0,7-2-1529,-7 6 2445,13-11 1,5 1-827,16 0 0,36-5 0,12 0 0</inkml:trace>
  <inkml:trace contextRef="#ctx0" brushRef="#br0" timeOffset="6532">28988 4607 7533,'-6'33'1529,"-12"5"-540,-10-11-449,1 4 359,2-16-449,18-15-585,12-19 0,7-11-165,1 0 0,3-5 1,1-3-357,0 2 1,0-3-1,2-3 1,0-1 0,0-1 483,-1 3 1,0-2 0,0 0-1,0-1 1,-1 0 0,0 1 96,-1 2 0,0 0 0,-1-1 0,-1 2 0,0 0 0,-1 2 254,1-9 1,0 2 0,-2 2 0,-2 6 225,2-5 0,-9 12-184,-14 18 588,9 12 1,-4 0-540,6 6 719,6 41-584,1-2 0,-1 8-508,-2-16 0,0 4 1,-1 1-1,1 1 58,0 5 0,2 1 0,-1 1 0,-1 0-189,-2-10 0,-1 2 0,0-1 0,0-1 1,1-2 173,0 7 0,0-2 0,0-2-330,-1 0 0,1-1 0,0-7 31,-1 2 350,3-5 0,-2 1-1880,-8 15 539,-6 2 811,3-17 696,-20-19 0,11-28 0,-2-8 0,-10-1 1,0 0-1</inkml:trace>
  <inkml:trace contextRef="#ctx0" brushRef="#br0" timeOffset="6667">29169 4711 7533,'-14'-27'0,"-4"-1"0,1 2 0,6 6 584,-10-12 1,0 0-225,5 13 224,0-5 1,2 1-315,5 7 270,-2-14-360,17 22-450,18-10 540,-1 11-990,7 3 0,1 1-89,0 3 809,9 3 0,3 7 0,-16 8 0,-1 5 0,1 2 0,12 2 0,0 1 0,0 0 0</inkml:trace>
  <inkml:trace contextRef="#ctx0" brushRef="#br0" timeOffset="7028">29530 4672 7533,'-20'0'0,"1"6"2248,7 1-1708,4 0 629,-9 5-809,14-5 360,-8 0-540,11-1-450,5 0 270,3-5-720,4 5 271,7-6 269,-5 0-180,5 0-90,0-6-539,7-7 269,1-7 540,-8 2 0,-1-1-583,9-22 763,-1 2 270,-12 8 0,-3 1 0,-2-1-180,0 6 0,-1 1 1169,-7-2-1079,4 6 90,-5 7 539,0 1-179,-5 11 180,4 7-451,-5 2-359,6 17 360,0 1-90,0 1-495,5 3 0,2 0 315,1 3-1729,9 3 1,2 0-502,-2-6 1049,8-2 0,3-2-259,-4-3 1350,3-4 0,1-7 0,1-29 0,8-5 0</inkml:trace>
  <inkml:trace contextRef="#ctx0" brushRef="#br0" timeOffset="7233">30111 4491 7533,'-20'-7'3276,"-5"1"-2595,17 6 39,-9 0-450,15 18-270,-4-2 90,6 15-1529,12 7 1259,-4-16-900,7 2 1,0 0 629,2-7-443,7 13-276,-11-11 350,-1-11 0,2 10 1,-1-11-1</inkml:trace>
  <inkml:trace contextRef="#ctx0" brushRef="#br0" timeOffset="7844">30356 4568 7533,'-13'-7'2338,"0"-4"-2068,6 10 270,1-5 90,0 6-361,5 0-89,-5 6 180,6 1-540,0 11 360,0 8-90,0 2 90,0-3-540,6 0 180,1-11-539,6 11 359,0-17-270,6 4 450,-11-12-269,15-17 359,-14 6 45,3-14 0,0-3-45,3 2 90,-6-3 0,0-2-90,4 3 90,0-10 359,-6 13 1,-1 2 180,1-3-360,-1-10 0,-6 30-90,0 12 0,0 18-180,0-7 180,0 19-180,6-10 180,-5 1-315,8-2 0,0-1 135,-7 0-90,12 4 0,1-2 180,-5-15-719,26 18 449,-20-34-3007,19-7 2802,-19-10-569,0-2 0,-2-1 954,1-5-444,-5 6 0,-1-1 984,-2-2 90,-1-4 1259,-6 16 257,0 4-2865,0 51 629,0-19 1263,5 28-1533,2-25-1529,18 8 990,-4-3 989,11 2 0,5-6 0,3-5 0</inkml:trace>
  <inkml:trace contextRef="#ctx0" brushRef="#br0" timeOffset="8327">31195 4478 7533,'-27'-27'1259,"3"-3"-1169,16 22 1169,-9-10-989,8 23-900,-4-4-89,-9 35 809,11-13 0,0 1 45,-8 9 0,-1 0-799,6-5 1,1-3 663,-6 13 624,8-8 96,3-9-181,1 11-359,7-12-905,25-7 635,-2-8-540,14-5 180,1-11 180,-10 2-360,5-7 1,0-3 314,-10 1 0,-1 1 405,4 0 0,-1 0-135,-5-5 0,-4 2 675,-7 4 1116,2-3-1656,-11 8 1834,-6 10-575,-7-5-899,-1 12-1,-5-5-179,7 16-90,-1-8 0,0 27 0,6-19 7,-5 13-996,11-5-1440,12 2 1889,-1 0-900,12-13 1,4-3 270,-2-5 989,2-2 0,2-8 0,-5-13 0,0-7 0,7-4 0,-1 0 0</inkml:trace>
  <inkml:trace contextRef="#ctx0" brushRef="#br0" timeOffset="8584">31647 3795 7533,'-22'-7'0,"-1"1"0,16 6 0,-6 0 2968,0 34-1799,6-2-719,4-1 0,1 6 0,2-2-929,2-5 1,1 2 455,0 3 1,0 7-1,0-1 1,1-5-23,2-2 0,2 0-68,0 4 1,2 7-1,0 0 1,-2-7 22,0-5 0,1-2-510,5 5 1,1 3-1,-2-4 638,-1-6 1,-8-6-1,-31-5 1,1-17-1,0 0 1</inkml:trace>
  <inkml:trace contextRef="#ctx0" brushRef="#br0" timeOffset="8829">30240 4272 7533,'-32'-35'659,"0"1"1,2 5 0,14 4-1200,28 6 540,8 12 0,3-1 0,3-1 0,1 1 0,1 1 0</inkml:trace>
  <inkml:trace contextRef="#ctx0" brushRef="#br0" timeOffset="17133">24251 6879 7533,'33'-6'-293,"-7"5"1,-8-17 0,-5 4-1</inkml:trace>
  <inkml:trace contextRef="#ctx0" brushRef="#br0" timeOffset="17616">24367 6815 6273,'-7'7'720,"-4"-1"-630,9-6 180,-4 0-180,6 0 90,0-6-90,0-1 89,0-6-179,0 6 180,0-11 90,0 9-270,6-3 450,-4-5-360,4 14 0,-6-14 0,0 15 0,0-9-90,0 9-90,0-3 180,-6 5-450,-7 0 450,-2 0-225,-13 2 0,-2 1 135,-5 5-1002,-6-3 0,-2 2 1182,-1 6-225,0 4 0,-1 2 90,18-9 0,0 4 22,-2 5 1,-4 7-1,0 2 1,2 0-14,-1 6 0,2 1 0,0 4 148,3 1 0,-1 2 1,2 2-1,3 0 23,4-5 0,2 1 0,4 0 0,4-1-206,6 6 0,6 0 1,9-6 10,6-11 0,7-4 0,4-5-120,7-4 0,4-5 0,2-4-913,7-4 1,2-3 0,-1-2 1002,-6-1 0,-2-2 0,-2 3 0,8 9 0,-6 4 0,-14 1 0,-1 1 0</inkml:trace>
  <inkml:trace contextRef="#ctx0" brushRef="#br0" timeOffset="18117">24536 7305 7533,'1'-33'899,"3"7"-539,-21 8-180,14 11 90,-20 1-90,20 6-450,-26 0 90,2 28 225,4-4 0,0 5 180,3 15 0,6 4-136,4-13 1,3 1 0,5-2-518,12 8 1,5-4 382,-5-10 0,4-5 45,18-10 0,2-9-90,-2-10-180,2-10 0,-2-4 270,-8-6-330,-7-1 1,1-7 0,-6 1 104,-8 0 1,-4 0 179,8-7 0,-6 0 45,-19 1 0,-7 7 809,-13 8-674,14 7 0,0 4-315,-13 13-899,28 13 459,31 12 620,1-10 0,6-2 0,6 0 0,2-1 0,3-2 0,0-1 0</inkml:trace>
  <inkml:trace contextRef="#ctx0" brushRef="#br0" timeOffset="18567">24755 7318 7533,'20'-6'1259,"-13"5"-1079,-3-5 719,-21 6-719,8 6 720,-15 7-990,9 1 719,-3 22-719,11-19-90,4 11 1,6 3-541,21 6 675,-13-13 0,1-2-315,26 3 180,-13-20-135,0-16 1,-1-7 134,-5 2 0,-1-3 180,2-4 0,-1-2 45,-2-3 0,-6 2-135,-8 3 630,9-19-270,-18 32-91,-1 10-179,0 10-89,1 38 89,12-24 134,2 9 1,2 0-135,12-1-1093,0-7 1,4 4 0,-2-6 977,11 5 115,-3-11 0,7 0 0,-3-10 125,0-17 1,-2-9-126,-6 3 0,0-4 0,-4-4 329,-4-8 1,-5-4 0,-5-1-90,-6 3 0,-6 0 0,-2 2-420,-7-13 0,-5 7-989,-11-1 1169,20 28 0,38 35 0,-4-7 0,0 0 0</inkml:trace>
  <inkml:trace contextRef="#ctx0" brushRef="#br0" timeOffset="19386">26381 7266 7533,'-42'0'719,"6"0"-449,29 0 270,19-6-270,3-1 44,22-8 1,10-6-225,-12 3 0,1-2 0,0 0-546,0 2 0,0 0 1,4-3 506,-8 2 0,3-2 1,3-2-1,1-1 1,1-1-1,-1 1 0,-2 0-531,4-2 0,-1 0 0,0-1 1,1 1-1,-1-1 0,1 0 480,-3 3 0,0 0 0,0 0 0,1 0 0,0-1 0,1 0 0,1-1-20,-3 2 0,1-3 0,2 0 0,0 0 0,0 0 0,-1 0 0,-2 2 0,-2 2 0,-3 3-236,7-3 0,-5 4 0,-1 1 0,6-5 109,-5 3 1,4-4 0,3-2 0,1-1 0,0 1 0,-2 0 0,-2 2 0,-4 2-79,6-3 0,-4 4 0,-1 0 1,1-2-202,-2 0 1,3-1 0,0 0 0,-3 1-1,-5 2 561,9-6 0,-11 4 1335,-11 0 59,-22 4-809,4-2-451,-5 1 1600,0 2-2228,5 11 1475,-5 0-3005,6 2 5011,0 5-3122,0 11 0,-12 9 0,-2 13 0</inkml:trace>
  <inkml:trace contextRef="#ctx0" brushRef="#br0" timeOffset="19800">28111 5911 7533,'-26'-13'1349,"0"0"-270,17-5 91,51-8-871,-9 9 1,6 0 0,5 1-564,-9 4 1,4 1 0,1 1 0,1-1 0,0 0 299,6-2 0,1-1 0,1 1 0,-1 0 0,-3 2-350,-1 1 0,-3 1 0,0 1 1,-2 0 283,9-1 0,-2 0 0,-10 4-150,-8 5-167,-10 18 527,-12-8-180,-29 31 540,6-18-570,-4 0 0,-5 5 0,1-2 30,2 1 0,0-1-1483,-9 10 0,1-1 1303,11-14 1,3 1-856,0 5 1,2 0 1262,0 7-228,1-3 0,11-2 0,35-15 0,16-7 0,-15 1 0,0 0 0,1 0 0</inkml:trace>
  <inkml:trace contextRef="#ctx0" brushRef="#br0" timeOffset="23993">30524 3614 7533,'-13'-7'270,"6"-5"-270,1 11-90,0-5 180,5 6-1,-5 0 1,6 0 90,0 0 0,0 6 270,0-5-180,0 5 539,0 0-539,0-5 810,0 5-901,0-6 181,0 0 360,0-17-450,6 7-90,-5-26 89,10 6 1,1-2-180,-7 4 0,0-3-771,5-2 0,3-5 0,0-1 0,-2 4 681,-1-3 0,-1-2-90,3-2 0,3-6 0,0 0 0,-4 6 45,-1 2 0,-2 1-195,2-6 0,1-6 1,-2 8-303,-5 16 1,-1 2 316,1-4 0,-2 4-225,-8 12 270,4 7-269,-9 12-1,4-5 2241,0 17-2600,1-10 486,6 17-127,6-17-539,7 10 989,-5-17 0,15 5 0,-8-6 0</inkml:trace>
  <inkml:trace contextRef="#ctx0" brushRef="#br0" timeOffset="24417">30511 2878 7533,'-38'6'809,"16"-5"-809,-9 5 270,19-6-90,4 0 270,3 0 269,5 0-449,0 0 180,0-6-270,5-1 359,20-17-179,-8 8 0,12-7 0,1-1-180,-4-1-30,-2 5 0,4-4 0,-3 2-652,-5 6 0,-1 1 592,9-10 0,0 1-45,-3 5 0,-1 1 0,-4 3 0,1 1-180,5 0 0,0 2 45,7 1 360,-9 28-180,-11-2-1141,-11 17 1,-3 3 1230,6-1-623,-10 10 0,-2 1 623,6-12-270,-2 1 0,0-2-1439,3-9 543,6 7 986,1-23 0,5-26 0,0-14 0,2-2 0,-1-1 0</inkml:trace>
  <inkml:trace contextRef="#ctx0" brushRef="#br0" timeOffset="25417">29736 542 7533,'6'-43'224,"-5"16"1,0 1 135,5-17 450,-6-4-540,0 32 539,0-9-539,0 15-90,0-2-270,-6 22 90,4-2-90,-15 33 90,9-18-135,-9 16 0,-2 3-315,8-20 0,-1 1 405,-3 6 0,-4 5 0,-1 1 0,2-5-431,-1 4 1,-2 1 475,2-5 0,-3 7 0,-2 1 0,1-1 0,3-5 135,-7 8 0,-1-1 63,7-7 0,-3 5 0,-2 2 0,3-2 0,3-7-18,-1 2 0,0-1 449,-3 4 1,-3 3-1,8-7 153,9-2-602,-1 0 90,41-24-1,-6-6-44,15-7 0,5-3-180,-9 2 0,0 0 45,5-4 0,1-2-540,-7 2 0,2-1 1,-4 2-1350,9 0 1139,-10-2 0,4-3 1,-6 5-1500,4 6 2159,-1-6 0,-4 0 0,-18 9 0,0-4 0</inkml:trace>
  <inkml:trace contextRef="#ctx0" brushRef="#br0" timeOffset="25651">29840 1032 7533,'-33'-13'3276,"7"7"-166,24 11-4369,17 27 539,-2-9 1,1 1 269,-1-1 0,0 1-809,0 7 0,-2-2 719,-2 2-45,6-4 1,-1 0 584,-10-4 0,24-16 0,-13-23 0</inkml:trace>
  <inkml:trace contextRef="#ctx0" brushRef="#br0" timeOffset="26350">30124 1071 7533,'-13'-25'3276,"0"10"-975,0 15-2122,6 9-89,3 15 0,2 4-90,2 0 135,0 8 0,0-1-854,0-10-91,6 22 720,1-25-719,17 9-541,-8-16-359,20-10 1709,-20-12-180,2-11 0,0-5 180,3-20 0,-10 19 0,-2 0 1260,3-23 359,-12 32-810,0 2-719,-6 20-539,5 24 179,1-2-1079,13 2 1079,1-12 540,-2-18-91,0-2 631,-11-12-630,5 6 629,-6-4-629,0 3 90,0 1-540,-6-5-539,5 17 539,-5-4 180,6 18 360,6-5-270,-5-1 90,5-1 0,-6-11 0,0 10-270,0-9-720,0 3-89,0-5 719,0 0-1889,6 0 1350,-5 6 809,11-4 0,-11 4 0,5-6 0,0-18 0,1-3 0</inkml:trace>
  <inkml:trace contextRef="#ctx0" brushRef="#br0" timeOffset="26752">30550 1058 7533,'-20'0'2518,"-10"0"-899,13 6-1259,-1 1-180,12 18-1079,6 13 224,5-12 0,1 1 495,-3 21-899,15-5 719,-17-23-1349,17 10 900,-10-14 809,11 2 0,-7-46 0,1-15 0</inkml:trace>
  <inkml:trace contextRef="#ctx0" brushRef="#br0" timeOffset="27501">30614 1148 7533,'14'-25'1259,"-2"11"-899,-12-4 0,-6 17 1169,-1 1-540,-6 13-719,6 18 0,2-8-180,5 24-810,5-29-90,3 6 1,3-1 179,4-12-449,16 18 539,-17-27 91,4 4-181,-4-12 450,-2-1 180,7-12-135,-5-12 0,-2-4 854,-4 8 1,-1-1 224,3-14 1,-3 2-585,-7 7-1079,0 27 449,0 15-360,12 22-449,8-4 224,3-7 1,4-1 854,0-4 0,1-3 90,-1-6 0,-1-5 809,5-10 360,-19-16-989,-18 5 1259,-1 1-1349,0 12 0,-5 7-90,11 18-450,-4-2-179,5 20 269,5-20-270,14 14 360,-4-22-225,16-3 1,3-10 224,-10-14 0,-2-4 135,8 5 0,-1-3 195,-10-11 0,-2-7 0,-6 2-633,-5 3 0,-2 1 573,8-8 0,-6 4 2068,-29 7-1438,11 37-1208,-12 30 1,1 9 667,13-20 0,2 2 22,0 7 0,0 6 1,0 4-1,2 0-235,2 1 0,2 0 1,1 2-1,1 0 87,0-4 0,1 1 0,1 1 0,0 0 0,-1-2-32,-1 5 1,0 0-1,0-1 1,3-2-158,1-2 0,3 1 0,0-5 0,-2-8 617,-3 4-572,7-5 0,-6-10-662,-26-39 482,12 2-1369,-18-9 1,-7-5-1,3 3 1,-1 0 1546,-1 1 1,-1-2 0,4 0 0,-1-3-1,2 1 1,9 4 0,-1 1 0,1-1-1</inkml:trace>
  <inkml:trace contextRef="#ctx0" brushRef="#br0" timeOffset="27684">30705 1007 7533,'-37'-14'1079,"0"1"0,4 0 1,3 1-900,3-1-2069,27 6 1889,10 1 0,32 12 0,-8 1 0</inkml:trace>
  <inkml:trace contextRef="#ctx0" brushRef="#br0" timeOffset="27867">29969 825 7533,'-24'-12'0,"-1"0"0,5 3-90,3-20 90,50 20 0,-3 0 0,4-1 0,6 4 0,-1 0 0</inkml:trace>
  <inkml:trace contextRef="#ctx0" brushRef="#br0" timeOffset="28451">31957 684 7533,'0'-14'1619,"-6"-10"-720,-1 16 540,-12 6-899,-1 34-360,6 6-390,3-1 0,1 10 0,2-1-883,4-6 1,1 0 0,0 0 407,-5 6 1,-2 0 0,3 3 414,4-4 0,1 4 0,1-3 0,0-7 296,-3-7 1,2-1-387,3 10 0,2 3 0,-1-11-179,-1-16 539,11 12 0,-11-51 0,5-1 0</inkml:trace>
  <inkml:trace contextRef="#ctx0" brushRef="#br0" timeOffset="29084">31595 852 7533,'-29'-12'944,"-1"0"1,-4-10-406,11-4 1620,52-10-1530,6 16 1,6 0-540,-11 2 0,3 0-910,-1 4 1,7 0 0,-1 0 0,-6 3-665,-3 3 0,0-1 989,10-5 0,8-3 0,0-1 1,-8 3 224,-6 1 0,-2 0 0,13-5 0,5-3 0,-11 3 989,-8-2-1349,1-10 1260,-31 23 1079,-25-9-989,8 15 899,-13-9-900,17 9 2557,0-4-1744,0 12-1532,6 1 135,2 18 0,4 9-465,2 1 0,1 3 0,1 0-469,-1-3 0,1 1 0,-1 2 664,0 2 0,-1 5 0,1-1 1,0-4-1,4 5 0,0 2-63,-4-8 0,0 6 0,0 3 0,0-1 0,3-4-888,4 3 1,3-3 0,-2 1 1062,-4-2 1,-3 3-1,2-3 1,4-8-113,11 2 0,2-18 90,-5-33 0,-2-12 45,3-6 0,-1-3 15,0-1 0,-3-2 135,-6 5 0,-3-2 0,1 5 497,7-10-647,-9 11 0,-1 0 3276,3-7-979,-6 14-1038,0 16-899,0 34-630,0 9 121,1 1 1,4 4-707,5-10 1,4 1 209,2 10 1,2 0-660,5-10 0,0-5 854,10 4 450,-8-19 0,-24-41 0,-2-7 0</inkml:trace>
  <inkml:trace contextRef="#ctx0" brushRef="#br0" timeOffset="29667">32718 1174 7533,'-26'-20'3276,"6"2"-436,7 11-2750,7 1-270,6 12 90,6 1-989,1 17-1620,12 20 2160,-11-6-586,1-3 1,0 1 45,-2 2 1079,0 6 0,10-19 0,-14-18 0,10-29 0,3-13 0,5-10 359,-7-2 1,0 1 1619,4 6 360,-12 15-1440,-6 19-629,0 12 90,0 7-360,0 2-90,5 20-989,8 0-91,13-1 900,-10-9-989,24-19 989,-17-29 360,10-6 0,-14-6 1080,-14-6 359,-10 19-1260,3 2 541,-15 8-1530,15 29 91,-10 5-451,12 6-1078,12 8 1528,-4-21 45,9 3 1,2 0 584,-2-2 0,13-6 0,4-2 0,-6-5 0,0 0 0</inkml:trace>
  <inkml:trace contextRef="#ctx0" brushRef="#br0" timeOffset="30061">33234 1264 7533,'14'-40'0,"4"9"0,-17 6 0,5 0 0,-6-2-3277,-6-10 1883,5 9 3617,-17-9-2043,10 21 1639,-11-7-1639,7 22-180,-2 7 0,7 25 180,1 11-315,6-17 0,0 1-90,3 8 0,0 0 1765,4 4-1585,-1-11 0,2 1 174,2 0 1,4-2-220,4-3 0,3-1 0,-1 5 1,1-3-342,4-8 1,0-7 430,2-9-90,-8-7 309,-8-18-309,-9 4 899,3-5-179,-5 7-450,0 12 2251,-5 2-1621,-8 10-493,-1 8 627,-4 12 1,0 4-585,1 17-461,2-10 0,0 3 281,2 4 0,1 0-1101,4-10 1,1 0 1055,-6 12 0,1 3 90,2 0 0,2-3-90,0-12 0,1 0-45,-2 11 0,-1-2-45,4-12 0,0-2-45,-7 19-180,4-21 0,-1-2-90,-4-2 180,-5-5-2788,-5-29-399,-4-7 2012,-5-9 1265,2-9 0,10 4 0,-2-6 0,1-3 0,3 8 0,0-1 0,0 0 0,0 0 0</inkml:trace>
  <inkml:trace contextRef="#ctx0" brushRef="#br0" timeOffset="30195">32563 994 7533,'-29'-26'764,"1"0"1,-3-8-1395,8 10 450,36 18 180,8 6 0,4-5 0,4-2 0,2 0 0,0 0 0</inkml:trace>
  <inkml:trace contextRef="#ctx0" brushRef="#br0" timeOffset="35233">26058 7821 7533,'-33'0'989,"13"0"-719,3 0-90,15 0 180,-9 0-270,10 0 539,-5 0-449,12 6 630,13 1-451,2 6 46,9 1 0,6 2-195,2 5 0,4 4 0,-2-2-627,-7-5 1,-2-1-1,4 2 399,3 4 0,5 3 0,1 2 0,-2-2 0,-6-4-162,2 3 0,-1 0 126,-6-4 0,5 3 0,1 0 0,-3 0 1,-5-3-82,-1 2 0,-1 0 45,8 4 0,4 4 0,-5 1 273,-13-3 1,-4 2 0,1-1 55,2 1 1,1-1 0,-3-1 120,0 12 0,-5-4-180,-1-1-270,-6-36 0,-5-7 90,5-24 0,-6 8-450,0-25-449,0 19 449,0 3 1132,0 15-3959,0 11 1983,6 17 844,-5-7 450,16 15 0,3-19 0,14 0 0</inkml:trace>
  <inkml:trace contextRef="#ctx0" brushRef="#br0" timeOffset="35799">26755 8660 7173,'-13'-13'-360,"0"-5"1529,6 9 720,-5-9-1529,11 17-90,-5-5 450,12 6-271,7 6-269,7-5-45,1 12 0,1 3 45,4 1 0,1 1-270,9 8 0,0 1 135,-9-7 0,0 0 90,7 5 0,-2-2-225,-1-6 90,1 4 0,2-1-270,9-4 540,3 2-270,-22-18 809,-18-30-719,-6 6 90,0-8 0,0-2-90,0 2 210,-3 3 0,-1-7 0,-1 1-76,-1-4 1,-2-1-495,0 4 0,-1-2 1,0 2-631,-2 1 1,2 4-1530,2-10 270,26 39 2159,3 4 0,17 3 0,6 3 0,-4-2 0,1 0 0</inkml:trace>
  <inkml:trace contextRef="#ctx0" brushRef="#br0" timeOffset="36584">27723 8621 7533,'-18'-24'1709,"3"2"-1349,2 2 359,7 3-359,6 16-180,-5-5 449,4 34-449,-5-9-30,6 9 0,3 8 0,0 1-285,-3 11 0,1 1-75,2-13 1,2 0 0,-2 1-31,-2 12 0,-2 2 1,3-7 104,3-15 0,1-1 15,-3 11 0,-1 4 0,0-6-420,5 4 90,-1-10 1,0-2-1,1-15-719,6-3 809,-6-11-989,4-23 1349,-9 12 0,9-25 0,-9 22 0,-8-22 0,-8 1 0</inkml:trace>
  <inkml:trace contextRef="#ctx0" brushRef="#br0" timeOffset="36760">27749 9151 7533,'-14'-35'270,"-9"-6"1259,8 13-450,1 1 90,14 3-629,26 17-720,-3 1 180,12 6 180,-3 0-1079,-4 0 359,10 0-1079,5-6-331,-7-1 1680,-11 4 0,0-1-360,1-7 1,-2-1 89,18-4 540,-7-7 0,-2-9 0,-16-4 0,-3-5 0,0 6 0,0 0 0,-1-1 0</inkml:trace>
  <inkml:trace contextRef="#ctx0" brushRef="#br0" timeOffset="37000">28226 8674 7533,'0'-21'0,"6"-9"0,-5 8 1349,-6-15-719,2 21-181,-14-7 721,10 22-181,0 1-629,1 30-360,6-5 0,0 3 45,0-2 0,0 4-45,-1 11 0,-2 7 0,1-1-500,2-2 0,-1 0 0,1 3 342,-2-2 1,0 3 0,0 1 0,2-4 187,1 0 0,1-2 0,1-1-240,-1 0 0,0-1 0,1-8 30,4-1-1079,10 8 89,3-46 1,2-4 1169,8-21 0,-17 9 0,-1-2 0,5-7 0,-1 0 0</inkml:trace>
  <inkml:trace contextRef="#ctx0" brushRef="#br0" timeOffset="37702">28433 9190 8882,'-13'7'1349,"6"-1"-449,-10-1-900,14-4-90,-8 5 90,11-6-540,11 0 360,-3 0-450,34 0 541,-18-6-136,12-2 0,0-2 135,-3-6-30,-5 0 0,5-6 0,-5 1 120,-7-1 0,-2 0 135,11-4 0,-4-1 224,-14-1 1,-6 3 0,-6 7 90,-12-12 0,-8 23 269,-18 1-449,10 6-45,1 7 0,-1 3-225,-7 12 90,1 5-630,12 15 450,20-25-405,-2 9 1,2 1-316,20 9-45,6 1 1,7 1-1,5-8 1,5-4 584,-8-9 0,3-2 1,-3-1 269,0-1 0,-4-4 0,1-9 0,-7-5 0,-14-2 449,3-12 901,-18 5 1438,-7-5-1079,-2 12-1529,2 1-810,8 6-179,5 6-91,11-11 91,-2-7 539,10-4 180,-9-11 0,-2-5 135,-1 7 0,1 0 0,1-2 0,0-1 225,-5-1 0,-1 5-180,3 14-90,0-7-360,7 23 360,1 1-900,5 6 91,5-6-181,-2-2 990,15-5 0,0-7 0,5-3 0,6 0 0,-1-1 0</inkml:trace>
  <inkml:trace contextRef="#ctx0" brushRef="#br0" timeOffset="38300">29440 8557 7533,'-12'-25'449,"-1"0"1,-3-5 0,-2-6 270,0 17-361,15 4 1,-8 3-180,5 6-180,5 6 450,-4 6-900,5 1 360,5 23-360,-4-7 90,5 12 1,0 2 269,-5-3 30,1 2 0,1 8 0,-2 0 150,0-5 0,-1-1 0,-1 1-536,1-2 0,0 1 0,0 0 596,0 7 0,0 2 0,0-9-150,0 7 314,0-5 1,0-2-225,0-12-719,6-8 269,1-57 270,6-10 0,-9 24 0,-1-2 90,3-1 0,0 2 1428,-5 2-1383,5-6 0,0 1 135,-5 11-180,10-18 539,-9 17 1,15 5-450,-14 1 270,14 18-90,-9 4-1517,3 18 1,2 5 1426,3 2 90,0 11 0,-2 1-270,-5-2 179,0 4 1,-1 0-90,-7-1-45,0-14 0,-2-4-45,-6-4-90,-17-18-269,-10-19-91,-11-4-540,10-9 1684,5 6-2583,40 17 1529,-6-2 360,32 16 0,9-5 0,-15 0 0,0-1 0</inkml:trace>
  <inkml:trace contextRef="#ctx0" brushRef="#br0" timeOffset="38679">29981 8918 7533,'-19'-16'1638,"0"-1"0,-8-3 393,-3 9-1672,15 11 91,-3 0 180,-1 6-450,5 1 359,-11 17-808,11-8 179,1 8-270,2 0-630,15 10 361,-3 0 269,18 3 180,1-17 90,0-1-270,10 5 90,-8-8 135,1 2 1,2 0 44,11 3 809,-13-5 1,-1 0-1131,4 10 1131,-13-6-1,-7 4-359,-6-9 270,0 3 179,-12 1-449,3-5-270,-15 5-3167,9-6 3257,-3 0-449,-1 5 369,-7 14-1809,5-3 810,-3 2-1642,10-6 2541,7-5 0,24 5 0,12 1 0</inkml:trace>
  <inkml:trace contextRef="#ctx0" brushRef="#br0" timeOffset="42732">30447 9137 7533,'-8'-7'539,"-3"-4"181,3-2 0,1-7-630,1 0 359,6-5-359,0 17 360,0-10-450,0 17 450,0-5-360,6 6 449,7 0-359,2 6 360,26-5-360,-16 5 0,6-6 0,10-2 0,-1-2-151,-7 1 1,0-2 0,1 1-196,5 1 0,1 1 0,1-2 46,7-3 0,0-2 0,-6 2 75,-14 6 0,0 0-360,19-5 0,-4 0-314,-14 6-631,-5 12 631,-24-4-1,-1 5-629,-16-1 899,14-11-539,-14 10 1158,15-10 1,-9-6 0,3-9 0</inkml:trace>
  <inkml:trace contextRef="#ctx0" brushRef="#br0" timeOffset="43200">31053 8776 7533,'-22'-12'449,"-7"5"2827,21-5-2684,-5 5 128,13-1-450,25-3-180,-3 9-45,6-1 0,5 0 0,8 8 0,1 2-225,0 0 0,0 0 135,1 2 0,-2 3-90,-5 3 0,-6 5 765,-6 21-630,1 0 314,-33-7 1,-9-1-225,-7-2-972,2-5 1,-5 4-1,4-3 972,6-7 0,1 0 30,-9 7 0,-4 4 0,6-4-210,-3 10-180,-5-5 0,3-4-719,17-10-2288,-12 4 3259,40-34 0,12-10 1,-7 7-1,2-1 0,5-5 1,1 0-1,0 0 1</inkml:trace>
  <inkml:trace contextRef="#ctx0" brushRef="#br0" timeOffset="43951">31660 8931 7533,'-33'12'2518,"7"25"-2248,20-8 0,4 2-270,-1-1 0,2 2 150,6 5 0,4 5 0,0-2-696,2 7 0,0-1 516,-2-8 0,0 1 0,0-4 146,1 0 0,-1-7 64,2-5-14,-9-29-256,3-35 90,-10 13 30,2-5 0,1-10 0,-1 2-1123,0 6 1,-2 0 0,1 0 990,-1-2 1,1-1-1,-1-3-33,2-4 0,1-4 0,-1 1 1,-1 7-694,-3 1 1,1 2 857,2-8 0,1-5 0,3 3 33,0 11 1,2 2 0,1 1 205,3-10 1,3 2-90,-2 0 0,6 7 270,6 12 0,3 11-91,14 29-89,4-1-90,-10 11 0,-1 6 90,-10-5 0,-1 0 890,5 1 0,0 2-890,-2 9 0,-6-2-1,-6-5-44,-7 3 0,-4-1-495,-7-10 3111,-15 11-2841,9-17 113,-9-5-608,1-4 1,-2-2-226,-14-1 315,5-3 1,0-2-46,0-2 270,2 0-899,19 0 629,8 0-809,10 0 1184,8 0-105,2 0-809,9 0 989,2-6 0,8-2 0,5-2 0,6-4 0,-1 1 0</inkml:trace>
  <inkml:trace contextRef="#ctx0" brushRef="#br0" timeOffset="44318">32215 8364 7533,'-13'-32'719,"0"10"451,0-2-811,6 17 1710,1 7-1439,0 30-46,5 10 1,1 7-285,-2-3 0,0 3 0,0 2-1120,1-5 1,1 3 0,1 0 0,-1-2 644,0 1 0,-1-2 0,2 2 152,0 0 1,0 2-1,1 0 1,0-6-22,1 5 1,1-2-437,0-6 0,1 1 0,-1-4-1319,3 12-179,-1-42 808,6-13 451,-10 0 1538,15 1 0,2 0 0,9-1 0</inkml:trace>
  <inkml:trace contextRef="#ctx0" brushRef="#br0" timeOffset="44884">32498 9060 7533,'0'-39'3276,"-11"-5"-2774,2 9-323,-4 4 631,-4 12 89,3 13-719,-18 23-180,5 23-1606,10-11 0,3 2 1516,6-5 0,1 1 162,-2 9 1,1 0-73,7 14 0,-3-23 0,2-1-270,13 21 180,-2-31-539,21 14 449,-15-22 90,10 4-450,-6-12 270,-5 0-269,16-23 359,-14 6-1219,0-17 1,-2-4 1578,-6 4 898,-1-4 0,-2-1-178,-5-9 89,0 7 1385,-6-7-1025,-6 39-989,-3 9-360,2 9 3276,7 22-4694,6 6-111,6-7 191,-4 13 798,9-23-2158,2 21 2158,1-22-674,7 11 0,0-1 1214,-2-16 0,28-1 0,-20-34 0</inkml:trace>
  <inkml:trace contextRef="#ctx0" brushRef="#br0" timeOffset="45282">32705 9099 7533,'-20'-13'3276,"1"6"-2595,12 1-501,-4 6-90,9 0 90,-3 6-180,5 13 180,0 2-810,5 22 540,-3-20-405,9 1 1,1 0-46,-8-7 135,12 4 1,2-1 404,-7-10-90,19 7 90,-21-22 270,13-25 269,-13-12-359,4 0 270,-7 12 0,-1 2 539,-3-3-719,4-2 720,-6 10-721,0 22 1,0-5 90,0 6-90,0 6 270,0 18-720,0-1-90,-2 6 0,4 2-989,15 13 134,-9-14 1,5-3-405,11-13 0,2-6 1529,4 2 0,-8-31 0,-2-11 0,-10 0 0,-1 0 0</inkml:trace>
  <inkml:trace contextRef="#ctx0" brushRef="#br0" timeOffset="45527">33170 8505 7533,'-20'-20'2069,"1"8"-91,6 6-1528,6 6-90,1 0 180,6 23-360,0-6-46,5 13 1,1 6-180,1 3 0,1 1-1181,2-5 0,0 1 1271,-1 6 0,1 1-630,-1-5 0,0-2 495,-1-6 0,-1-1 0,2 11 0,0 1-944,-2-3 0,0-2 147,-4-10 0,1 0 257,2 7 1,-1 1 44,-4-8 1,-1-2 584,6 12 0,-6-33 0,0-27 0</inkml:trace>
  <inkml:trace contextRef="#ctx0" brushRef="#br0" timeOffset="45694">33118 8880 7533,'-13'-20'1529,"-6"-5"-1259,11 11 3006,-3-11-2415,11 11 2415,23-16-2414,-6 14-1062,26-8 425,-19 14 0,2 1-381,-3 2 1,2 0 155,9-1 0,3-1 0,2 2 0,-4 1 0,1 2 0,2-1 0,0 0 0,1 1 0,0-1 0,0 0 0</inkml:trace>
  <inkml:trace contextRef="#ctx0" brushRef="#br0" timeOffset="48010">32343 2517 7443,'15'0'-270,"-4"0"450,-11 0 809,0 0-809,6 0-90,-5 0 180,5 11-90,0-8 0,-5 15 180,11 0-271,-5 3 1,6 11 135,-1-8 0,0 1-361,-1-3 0,0 4 226,6 13 0,2 7 0,-1-3-1726,-2 2 0,0 0 1666,0-1 0,1 2 0,-2 1 0,-1 1 0,-2 0 0,0-2-511,-2-11 0,-1 0 0,1 4 445,-2 4 0,1 7 0,0 2 0,0-1 0,-1-6 66,1 0 0,1-4 0,-2 5-30,-2-5 0,0 7 0,-1 2 0,0 0 0,0-3 0,0-6-531,2 2 1,0-4 0,-1 2 597,-2 2 1,-1 4 0,-1 0-1,2-2 23,2 4 0,0-1 0,-1-2-220,-4-8 0,-1-2 1,2 5 290,1 2 1,2 7 0,1 2 0,-1-2 0,-1-4 82,-3 0 1,-1-3-1,1 5-154,2-4 0,0 6 0,0 4 0,0-1 0,0-3 0,-1-5-299,-1 6 0,-1-5 0,1 2 209,1-9 0,0 4 0,1 0 0,-1-1 0,0-1-23,-1 1 1,-1 0-1,0-3 1,1 0-8,1 2 0,0-2 0,0 2 7,-2-2 1,0 1-1,0 1 1,0 0-124,1 0 1,0 0-1,1 0 1,-1-2 175,0 4 0,-1-2 0,1 4-162,0 0 0,2 5 1,0 2-1,-1-1 0,0-7 72,-1 1 0,-1-5 0,1 5 132,-1 1 0,0 6 0,1 2 0,-2-3 0,1-8-72,-2-7 0,0-5 0,-1 4 157,-1 12 1,-1 6-1,0 0 1,0-9-23,-2-5 0,-1-1 134,2-2 1,-2 5 0,0-1 0,0-6-135,-2-3 0,-1-1 249,0 8 0,-1 3 0,-2-6-384,-3-14 0,1-2-45,-1 12 0,1-2-45,-10-9 0,13-7 1497,2-7-1766,9-6 2283,-9 0-2734,9 0 3597,-3 0-3057,5 0-877,0 0 247,5 0 900,3 0 0,6-18 0,2-10 0,1 0 0,0-1 0</inkml:trace>
  <inkml:trace contextRef="#ctx0" brushRef="#br0" timeOffset="48927">32253 2956 7533,'0'20'359,"0"-2"-269,0-5 180,-5 0 270,3-6-450,-3-1 450,5 0 89,0-5-269,0 5 0,-6-6 0,4 0-180,-4 0-91,6 0 91,0 0-90,0-6 90,0-1 180,0-29-180,0 6 0,0-16 0,0-4-1528,0 22 1,0 0 1392,0-19 0,0-3 270,0 8 0,0 2-180,1 2 0,-2 0 45,-1-4 0,-1 1 134,2 3 1,0 1-206,-1 7 1,-1 0 70,3-4 0,0 3 0,0-3 360,0 5-540,5 28 90,-3-5 90,15 12-180,-3 7 0,7 1-90,14 16 0,-12-8 180,14 3-540,6 0 2811,-1-11-3036,-5-7 1,1-1-663,6-1 1112,-14-3 0,0-4-1754,9-9 1949,-4 2 1,-11-7 0,1-3 0,-5 2 0,0-1 0</inkml:trace>
  <inkml:trace contextRef="#ctx0" brushRef="#br0" timeOffset="129927">26897 3691 5914,'6'-20'449,"-5"1"-449,5 6 90,0 1 90,-5-1-180,5 6 180,-6-5-90,0 5 270,0 0-270,0 1 270,0 6-181,0-6 361,-6 5-270,5-5 180,-5 6-360,6 0 270,0 0 359,0 6-539,0 1 90,0 23-180,-6-13-45,5 11 0,1 3 45,-6 0-135,3 11 0,0 1-83,-4-2 83,4 6 0,-1 0-1024,-2-12 1069,6-8 0,0 0 0,0-2 51,0-11-51,0 4-90,0-5-450,0-6 284,0-1-194,0-17 818,0 2-1987,6-10 1124,-5 12 495,5-5 0,0 11 0,1-5 0</inkml:trace>
  <inkml:trace contextRef="#ctx0" brushRef="#br0" timeOffset="130448">27297 3729 7533,'0'-27'-540,"0"9"1260,0 7-271,6 9-89,-5-9 540,5 3 89,-6-5-539,0 6-270,0 2-180,0 5 270,-6 0-360,-1 5 269,-6-3-268,6 3 89,-5-5 179,5 0-448,-6 0-181,-11 6 360,14-5 0,-13 5 0,11 0 90,-3 1 0,-3 6 90,4 0-90,2 0 0,5 0 180,1 11-180,6-8 0,0 9 0,11-1 90,-2-8-180,15 14 180,2-4-90,1-5 270,4 9-270,1-10-274,-5 6 544,-1-6-180,4 5 270,-14-11-90,3 4 719,-14 7 0,-16 2-809,-21 6-899,2-7 269,-13-13 360,23-7-1169,2-6 989,4 0-1799,2 0 1619,4 0-899,3 0 1349,5 0 0,23-12 0,6-2 0</inkml:trace>
  <inkml:trace contextRef="#ctx0" brushRef="#br0" timeOffset="130598">26975 3446 7533,'-23'-13'0,"0"0"0,-5-1 0,11 3 0,40 16 0,6 2 0</inkml:trace>
  <inkml:trace contextRef="#ctx0" brushRef="#br0" timeOffset="136764">25258 8905 9152,'13'-13'360,"17"-11"-405,-10 8 0,0 0 135,16-13 89,-8 0 1,-3-1 540,-8-8-630,-4 16 0,-1-2 450,-7-17-361,-10 25 91,-8-14-90,-2 22-270,-14-10 90,7 17 0,-10-5-270,12 6 90,-16 0-89,19 6-1,-7 2 0,1 2 90,5 6 90,-3 10 0,1 1 0,10-1 45,-5 12 0,1 2-45,6-8 225,0 11 0,3 3 0,6-19 0,4-2 45,6 11 0,3-2-90,15 5-90,-5-27 0,0-5 90,5-2-225,-1-4 0,-1-2-585,-3 1 270,2 0 1,1 0 449,7 6 0,7 1 0,-4 6 0</inkml:trace>
  <inkml:trace contextRef="#ctx0" brushRef="#br0" timeOffset="137377">25696 8957 7533,'13'-31'-720,"-5"9"900,-3 4 90,-5 0 180,0 10-181,0-11 181,0 0-450,0 5 90,0 1 180,0-4-90,0 9-90,0-5 360,-5 1-271,3 10-89,-3-4 180,5 1-180,-6 3 90,4-3 0,-4 5 0,6 0-90,-5 0-270,3 0 360,-9 5-360,4 8 0,-6 13 180,6-4 0,-4 19 0,9-23 90,-9 17-90,9-9 0,-3 1-1639,4 0 1,2 1 1523,-1 4-373,-1 1 0,2-1 308,4-7 180,3 11-90,10-17-90,-10-11 0,21 4 180,-19-12-90,15-6 0,-7-7 90,-4-7-180,11-23 180,-17 12 3088,10-6-3088,-17 7-90,5 8 1461,0-3-1012,-5-11-179,5 24-180,-6-22 90,-6 26-90,5-5 90,-5 1 450,0 11 0,5-5-451,-5 6-89,6 12-269,0 2 269,0 6 90,0 4-270,0-4 180,0 6 0,6-6-540,1 10 360,0-14-1079,10 20 1079,-8-20-989,21 14 359,-14-22 810,19 4 0,-18-29 0,0-6 0,6-2 0,-1 0 0</inkml:trace>
  <inkml:trace contextRef="#ctx0" brushRef="#br0" timeOffset="138081">26097 8570 7533,'-19'-30'809,"5"1"-719,-5 2 0,12 4 270,1 22-90,6-5-180,0 6-180,0 0 360,6 11 179,1 21-359,1-2 0,3 12 180,-9 2-416,9-9 191,-7 10 0,-1 1 135,4 3-270,-3-12 0,0 7 0,0-6-129,-1-11 0,1 1-81,0 7 0,1 4 0,-1-4-150,3 10 135,-1-10 1,0-4 134,-5-10-180,11-8 180,-11-9 496,4-32-226,-5 17 314,0-14 0,0-3 136,0-8-450,0-4-90,0 4 450,6 16-450,-5 0 270,22-10-181,-18 14 91,35-9-180,-6 12-90,8 12-256,-5-3 346,-18 10 450,-12-6 90,-1 5-540,-6-4 809,0 5 541,0-12-991,-6 5 707,-7-10-886,-1 4 90,-11-6-180,11 6 90,-5-5-360,12 11 180,-4-5 0,9 6-1260,-3 0 1081,5 0-631,5 23 630,3-6-90,4 15-90,13 3-731,-10-6 911,16 10 0,-15-15 0,-1 0 180,8 6-45,1 4 0,0-2 315,-7-6 449,2 4 1,-8-1 720,-21-12-1350,-12 2-90,-12-14 314,9-11 1,1 0-135,1 5-450,-1-5-1978,7 0 2248,19 11 0,23 19 0,-1-4 0,0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09:25:12.918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11499 5511 8522,'-7'-7'540,"2"1"269,5-5 181,5 2-181,-3-4-629,3 2 180,1 10-180,-4-11 0,4 10-360,-6-3 270,0 5-450,0 0 360,0 5-90,0 8 90,-6 1 0,-1 17 90,-12 7-45,7-5 0,-2 4-259,-1 1 1,-3 2 0,1 3 348,2-7 0,0 2 0,0 1 0,0 0 22,-2 2 0,0 1 1,1 0-1,0-2-828,-2 6 0,0-2 0,3-3 715,0-1 1,4-4 198,-1 5-153,12-32 0,6 2 90,-5-11 962,22-5 657,16-20-1304,-13 11 0,2 0 620,-2-3 0,1 1-1430,6-4 1,0 4-361,-8 7 0,-1 2 599,0-3 0,-1 1-1273,6 5 0,-5 2 89,-12 2 1260,23 6 0,-50 19 0,5 9 0</inkml:trace>
  <inkml:trace contextRef="#ctx0" brushRef="#br0" timeOffset="286">11461 5976 7533,'-22'-35'2338,"-7"-1"-1888,26 22 629,-8 1-899,11 2 720,11 9-990,-2-3 360,27 5-450,-19 0-135,9-1 0,2 2-314,13 4 179,1-3 45,-11 4 0,-4-1-494,-7-3 899,13 3 0,-8-4 0,-35-13 0,10-2 0</inkml:trace>
  <inkml:trace contextRef="#ctx0" brushRef="#br0" timeOffset="516">11551 5588 7533,'-17'-39'1092,"0"-1"0,4 4 0,7 2 2184,19-12-2145,9 26 1,6 3-1762,7 5 0,4 4-210,-4 1 1,3 1 0,-3 0-585,2 2 0,-2 1 1424,10-1 0,-7 8 0,-15 32 0,-8-12 0,0 1 0</inkml:trace>
  <inkml:trace contextRef="#ctx0" brushRef="#br0" timeOffset="1099">11899 6195 10951,'-8'-37'1709,"9"-9"-1709,14 4 90,4-1-360,-1 17 360,-9 12-180,8-3 450,-10 16 89,0 18-89,5 29-270,-11-6 0,-1 4-90,5-11 0,1 0 0,0 0-225,0 12 0,2-4 90,4-6 1,2-13 44,12-37-90,-9-9 0,-2-8 180,-5 1 0,-1-4 0,-1 2 45,3-5 0,-1 1 0,-3 2 0,-3 4 1304,-4 10-989,0 2 359,0 19 181,6 24-900,-5-6 45,4 7 0,1 3-585,2 19 495,0-12 0,2 2-270,-3 0 0,1-2-1324,1-11 1,0-1 778,5 13-2288,-2-29 3148,-5-7 0,-1-41 0,-6 13 0,0 0 0</inkml:trace>
  <inkml:trace contextRef="#ctx0" brushRef="#br0" timeOffset="1416">12506 5472 9512,'10'38'764,"0"0"1,-2 2-1,-2 3 1,-1-1-795,-2-6 0,-1-1 0,0 1-400,0 4 1,0 1 0,0-1 429,-2-2 0,-1 0 0,2-5-2701,5 16 1981,-6-10 1,1-1-1512,11 7 2231,-5-15 0,0-12 0,-1-26 0</inkml:trace>
  <inkml:trace contextRef="#ctx0" brushRef="#br0" timeOffset="1631">12416 6053 7533,'-27'-34'3276,"2"-2"0,24-13-1193,2 16-824,13-5 0,8-1-360,6 10 1,3 3-1631,-4-1 0,3 0-362,10 1 1,6 1 0,-1 4 1051,2 2 1,0 7 0,-8 4 0,2 2 0,-3 5 0,5 10 0,0-1 0</inkml:trace>
  <inkml:trace contextRef="#ctx0" brushRef="#br0" timeOffset="2083">12932 5950 7533,'-6'-22'3276,"5"-1"-1515,-5 16-52,6 0-1349,0 2 359,0 5-629,0 5-180,6 14 0,-5-4-45,5 11 0,0 1 45,-5-1-765,2 9 1,0 2-785,-3-9 1,0-1 38,5 4 1,2-2 1599,1 10 0,22-57 0,-16-3 0,0-1 0</inkml:trace>
  <inkml:trace contextRef="#ctx0" brushRef="#br0" timeOffset="2366">13319 5627 7533,'-6'-20'2788,"-6"-4"270,11 15-2698,-5-2 899,6 34-1079,0-6-90,0 15 0,0 2-90,0-1 225,2 12 0,2 4-1255,-1-11 1,1 0-64,1 5 1,2 4 0,-1-3-547,1-3 1,0-2-1,0 5 1,-1-5-778,6-1 2416,-11-15 0,-1-16 0,-7-23 0</inkml:trace>
  <inkml:trace contextRef="#ctx0" brushRef="#br0" timeOffset="2532">13294 6014 7533,'-17'-43'1092,"1"-1"0,1 1 0,4 5 2184,4 4 0,25 4-2838,8 22 0,6 3-2077,16-2 1,1 1 427,-10 2 0,1 1 1211,-6 0 0,2 0 0,-4 3 0,16 12 0,-16-5 0,0 1 0</inkml:trace>
  <inkml:trace contextRef="#ctx0" brushRef="#br0" timeOffset="2818">13745 5963 7533,'-7'-13'2878,"-4"0"-719,9 6-1709,-4 1 179,6 12-449,6 1 180,-4 6-450,4 23-90,-6-12-135,0 6 0,0 0-44,0 0-361,0 1 0,0-1 1,0 0-1890,5 19 2609,-3-22 0,15-19 0,-3-11 0</inkml:trace>
  <inkml:trace contextRef="#ctx0" brushRef="#br0" timeOffset="3300">13823 6131 7533,'-26'-20'3276,"12"1"0,20 12-2183,3 1-2802,33 6 1709,-25 0-855,9 0 1,1 0-225,-8 0 269,6 0 1,3 0 449,6-6 720,-5-1 44,-7-6 1,-4-4 1754,-8-23-765,-4 13 1,-5 1 404,-21-14-360,-26 27-1259,5 15-1,12 17 1,3 4 0,3-4-405,3 13 1,4 6-46,10-10 0,3 0-675,3 14 1,6 1-226,10-5 1,7-5 539,6-7 1,3-6-935,-8-6 1,0-3 1023,24-6-778,-21-14 0,0-5 1318,-1 2 0,0-4 0,1-7 0,1-5 0,-1-2 0,-6 1 0,1 0 0,-1 0 0</inkml:trace>
  <inkml:trace contextRef="#ctx0" brushRef="#br0" timeOffset="3616">14416 5963 7533,'0'-26'1092,"0"0"0,0-5 0,0-1 2184,0-17-474,-11 5-2622,2 25-180,-9 14 90,-7 33 0,16-9-315,-2 15 0,4 3 135,7-4-180,4 12 1,4 5-361,3-11 0,3-2 585,0-2 1,1 1 178,6 7 1,1-5 1484,5-8-989,-7 3 0,-14-15-630,-13-18-180,-29-6-1079,-11-1-380,11 3 1,0 0 1627,5 2 1,2-1 0,-10-9 0,22-3-1</inkml:trace>
  <inkml:trace contextRef="#ctx0" brushRef="#br0" timeOffset="3799">13926 5731 7533,'-40'-8'3148,"-3"-9"-2698,27 14-1440,-12-20-809,25 20 1799,-8-8 0,-1 11 0,-2 0 0</inkml:trace>
  <inkml:trace contextRef="#ctx0" brushRef="#br0" timeOffset="4017">12958 5691 7533,'-31'-6'674,"0"0"1,-12-1-675,37 1 0,25-6 0,9-2 0</inkml:trace>
  <inkml:trace contextRef="#ctx0" brushRef="#br0" timeOffset="28766">2917 4466 7533,'13'-13'-180,"-6"0"-360,-2 6 270,-5 7 270,0 1 0,0 10 0,0-9 630,0 3 629,0-5 1799,0 0-2428,0 6-540,0-4 0,0 4-450,0-1 450,-5-3-90,-2 3 810,-17-16-451,-16-3-314,12 6 0,-2 1-45,6-2 0,-1 1 135,-16 8 0,-2 5-135,15-3 0,0 3 45,-9 6 0,2 3 45,10-1 0,6 1-180,0 18 180,25 0 90,-3-11-90,8 9-90,-5-9 90,-5 10 0,5-9 45,-5 10 0,-2 6 0,-2-1 0,0 2-135,3-3 0,0 3 0,-1-2-122,-5 6 1,0 0 121,4-5 0,0 3 0,-1-1 30,-1-6 0,-1-1 0,1 3-90,1 11 0,1 2 0,0-2 0,0-12 0,0-2 1,0 0-31,0 4 0,0 1 0,0-6-180,1 8 300,0-9 0,-1 4 0,0 0-120,-1 10 0,0 3-1003,0-2 1,1 4 0,0-3 970,-1-11 1,1-2-1,-1 1 92,0 10 0,0 2 0,-2-2-888,-4 3 1,-1-2 962,6-1 0,-2 0-292,-3-6 1,-2 1 0,3-5 246,5 11 180,-5-6 0,-2 4-135,3 1 0,1-1 668,2-10 1,-1-1-624,-1 14 0,1-3 2088,5-10-2537,0 9 3481,0-10-2942,5-5 0,1 0-180,-3 4 449,15 15 451,-11-27-720,6 0 179,-6-1-179,5-12 0,-11-1 810,22 0-631,-13-5 361,26 11-180,8-11-1440,-14 2 1,0 0-630,1-3 0,-1 0 1529,1-3 0,-7 6 0,-14 14 0,-7 4 0</inkml:trace>
  <inkml:trace contextRef="#ctx0" brushRef="#br0" timeOffset="29768">542 5356 7533,'-13'-13'809,"6"0"-629,-5 0 0,11 0 809,-10-5-809,9 9 450,-3-8 449,5 22-539,0 7-360,0 10 179,0 7 1,0 9 0,0-5-180,0 16-762,-1-15 0,1 5 0,1-5 492,4 12 180,-3 0-221,3 1 1,1 3-275,-3-16 0,1 0-45,2 12 1,1-3-1530,0-6-90,-1-25 2069,-6-12 0,-12-12 0,-2-2 0</inkml:trace>
  <inkml:trace contextRef="#ctx0" brushRef="#br0" timeOffset="30098">232 5550 7533,'-21'-16'1638,"-1"0"0,-2-11 1022,-1-5-2120,27 12 629,28-4-809,-3 8 0,4 0-225,7-1 0,4 0-165,-8 4 0,1-1 0,-1 2-15,4-2 0,-1 2-450,3 2 0,-2 2 405,-2 1-809,-8 1 0,-2 0-1170,3 5 1349,3-5-359,-19 12 269,-7-5-539,-6 11 1349,-6 6 0,-2 8 0,-3 4 0,-2 7 0,-1 0 0</inkml:trace>
  <inkml:trace contextRef="#ctx0" brushRef="#br0" timeOffset="30765">787 5756 6183,'7'8'2609,"-1"-2"-1170,-6-6-90,0 0-899,-6-6 90,-1 4-360,-5 2-630,-2 24 360,7 0 90,1 2 0,1 2 0,3 8-135,1-1 0,2 3 180,8-4 0,1-1-45,-4-4 0,4-2-495,10 0 1,1-7 134,-3-13-719,18-12 584,-27-17 0,-4-5 1215,8-8-541,-9 1 1,-3-3 764,0 1 1,-2 3-585,1-3-90,0 0 0,0 9 360,0 24-675,5 25 0,2 14-45,2 4-856,-4-5 0,2 8 0,-1-6 811,1-13 0,-1 2-105,2 13 0,1 8 0,-2-3-212,-1-9 0,-1-2 1,1 1 541,0 8 0,1 1 0,-2-3-1,2 0 1,-8-6 899,-17-12 1,-4-8-540,0-5 44,-13-4 1,-2-4-584,7-9 178,1 0 1,-2-2 180,-11-10-405,10-4 0,1-1-1933,1 0 1708,7-17-2608,42 29 2428,-4 0 880,16 6 1,-6-6 0,4-3 0,5 2 0,1-1 0</inkml:trace>
  <inkml:trace contextRef="#ctx0" brushRef="#br0" timeOffset="31494">1136 5911 7533,'-15'0'2158,"-2"0"-1798,16 5-180,-5 3 0,6 16-180,0-8 180,0 20-270,0-14 90,6 9-270,1 6 180,0-8 0,4 8 0,-4 6-655,1-12 745,3 12-90,-9-23 180,4 10 269,-6-20-359,0 7 0,0-17-359,0 0-91,0-12 836,0 4-476,0-11-270,0 7-270,0-13 91,-6-2 719,4 0-90,-4 2-270,6 1 629,-5 2 1,3-21-90,-9 3 44,10 6 1,0-1-885,-5-9 795,6 7 0,0 2-796,0 5 571,0-13 540,6 11-271,-4 5 631,15 1-990,-8 13 360,10 7 89,-7 18 513,7 2-872,-11 7 90,10 3 180,-11 2-270,6 1 809,-6 5-630,-1-1 91,-6-4-180,0-1-90,0 10-90,0-7-180,-6 9 0,-7-6-359,-13-18-1,-7-3 540,12-11-540,-2 0 90,15-5 1,1-2-451,1 0 1,6 1-720,0 6 809,12 0-359,-3 0 1169,4 0 0,10 2 0,6 2 0,-1-1 0,1 1 0</inkml:trace>
  <inkml:trace contextRef="#ctx0" brushRef="#br0" timeOffset="31931">1368 6040 6633,'0'-20'3276,"0"1"-1785,0 12-861,0-4-540,0 10 90,0-5 0,12 0-180,-4 5-360,23-16 270,-16 14-540,8-8 1,2-2 89,4-1 180,10 0 225,-13-4 1,-5 2 44,-8 10 449,22-29-269,-34 32 0,5-14 990,-6 10-361,-6-6 1,-1 6 269,-23-10-809,1 14-180,-4-9 90,9 18 0,11 7 180,-5 18-270,9-7 90,3 1 0,1 2 180,5 15-180,0 5 0,0-4-270,17-6 270,-7-13-405,9-2 0,3-3-405,-4-9 315,8 0 1,0-2-1215,-7-8-20,8-7 1,-1-4 1629,-9-4 1,-1-15-1,-1-6 1,-9 2-1,0-1 1</inkml:trace>
  <inkml:trace contextRef="#ctx0" brushRef="#br0" timeOffset="32495">1936 5266 7533,'0'-26'2069,"0"12"-1350,0 2-449,0 12-360,0 0 270,0 6 0,0 1 90,6 23-90,-5-7-180,5 3 0,0 2-992,-5 8 1127,2-11 0,0 1-46,0-1 1,0 0-355,0 4 1,1 1 354,2 6 0,1-1 0,-4-7 0,1-1-45,2-2 0,-1-1 225,-3 13 46,9-3-46,-4 5-270,1-19 180,-3-8-270,-5-6 561,0-5-561,0-7 502,0-9-592,0-5-218,-5-4 308,-3 16 90,1-9 0,-4 15 0,3-10 0,-4 11 0,-1-5 90,0 6 90,-6 6-90,5-5 270,1 11 90,-5 6 89,10-2-179,-5 14 450,-4 8-630,14-8 179,-8 19-963,11-28 874,0 9 179,11-4-269,-2-4 630,15-4-450,-4-12 269,23-12-269,-1-7-540,-19 1 0,0-1-218,14-9-951,-17-2 24,-2 5 1235,-10 5-2687,-3-5 2777,1 11 0,-27 20 0,-2 10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09:45:19.163"/>
    </inkml:context>
    <inkml:brush xml:id="br0">
      <inkml:brushProperty name="width" value="0.09071" units="cm"/>
      <inkml:brushProperty name="height" value="0.09071" units="cm"/>
      <inkml:brushProperty name="color" value="#A020F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4939 14365 7713,'0'-14'719,"0"-4"-449,0 17 0,0-11 719,0 5-629,0 0 270,0-4 449,0 3-899,0-4 360,-8 4-360,6-3 179,-6 10-269,8-5 90,-23 6-360,9 0 180,-17 7 0,-3 3-90,1 0-697,3 5 1,-6 5 0,4-2 831,6-6 0,-1 1 15,-10 10 0,-5 3 0,5-2-15,11-9 0,0 1-45,-5 5 0,-1 3 0,4-3 90,-3 3-225,12 3 0,5-1 135,6-8-450,8 17 361,8-20-91,17 9 90,-3-9 269,5 0 1,3 0 180,1 1-135,6 1 0,0 1-363,5 4 228,-14-7 0,4 2 0,-2 0 45,-4-3 0,-1 2-105,1 4 0,0 5 0,-2 1-66,1 12 1,-5 3 335,-8-5 0,-2 3 0,-4-2-165,-3 5 0,-6-1 404,-7 6 1,-8-5 179,-14-13 1,-4-5-630,11-2 0,-1-1 0,-20 3 0,2-6 90,2-11-270,1-6 0,0-2-540,0-6 405,3-7 1,1-2-586,-2-2 270,17-5 1,1-1-990,-4 7 402,23-13-42,4 23 1169,31-5 0,6 3 0,6 0 0,-8-1 0,1 1 0,-1 0 0</inkml:trace>
  <inkml:trace contextRef="#ctx0" brushRef="#br0" timeOffset="701">5274 14533 7533,'-20'-15'1619,"-3"-2"-1080,13 16 181,0-5-360,2 12 0,8 24 89,0-6-89,3 19 0,2 3-786,0-19 1,0 1 515,0 5 0,-1 7 0,1 1 0,-1-5-642,1 6 1,0 1 348,0 2 1,1 9 0,0-1-1,0-7 158,0-4 0,0-1-338,-2-3 1,0 7 0,0-2 0,1-9 112,11 14-393,-11-16 0,0-4 393,5-15-719,-2-7 809,-16-12-630,-18-24 720,5 6-45,-7-11 0,-1-2 553,-2-2-283,6 1 0,-1-3 1503,-1 7 0,3 2-308,8 6 0,0 2 60,-2 0 0,3 7-1030,7 11 787,24 12-967,3 1 90,24 6-90,3-1-225,-9-5 0,2-1-132,-14-2 1,1-1-394,10-1 0,6-2 1,-6-2 209,11-5-600,-11-1 1,7-3 0,-9 0-481,2-6 1598,7-6 1,-14 10 0,-31 16-1,6 0 1</inkml:trace>
  <inkml:trace contextRef="#ctx0" brushRef="#br0" timeOffset="1284">5838 15114 7533,'0'-20'2878,"0"6"-2068,0 3-361,0 9 271,0-3-630,0 5 450,-7 11-361,5 27-89,-6-7-45,7 8 0,2 0-135,-1-7 45,0 8 0,0-2 135,0-12-315,2 4 1,4-2 134,3-10-630,25 12 540,-13-23-180,3-9 1,1-8 269,3-15 0,-3-5 225,-4 7 0,-1-2-944,0-5 1,1-5 0,-5 4 1168,4-13-575,-3 6 1,-1 3 1204,-4 4 387,4-10-747,-16 26 719,0 2-989,0 13-90,0 25-90,0 4-450,0 5 0,0 5-360,-1 4 1,2 0 1405,1-7 1,3 0-2416,6 14 1,4-6 226,6-18 1412,-1-4 0,2-8 0,3-31 0,1-12 0,6-3 0,0 0 0</inkml:trace>
  <inkml:trace contextRef="#ctx0" brushRef="#br0" timeOffset="2635">6809 14391 7533,'0'-32'1619,"0"11"-450,-8-9-719,6 21 90,-6-8-361,8 15 1,0-4 90,0 18 180,0 31-270,0-4-1273,0-5 1,0 8 0,0-5 1077,0-9 0,0 1-8,0 8 1,0 8 0,0 1-1,0-7-67,0-2 0,0 0 90,0 5 0,0 7 0,0-1 0,0-7-45,0-8 0,0 0 45,1 10 0,2 5 0,1-9 771,6-5-816,-2-5 0,1-5 45,1-16-360,-2-8 180,-8-2-450,0-21 451,0 8-451,0-28 450,0 14 135,-11 4 0,-2 1-45,7 1 540,-14-2 0,-7 3 179,-2 10-404,7 0 0,-1 1 179,-3 12 1,1 4-225,-4 8 0,-13 1 180,15 22 1609,7-13-1789,-3 14 180,5 1-270,7-4 128,-2-5 1,2 4 50,8 3 1,4-1-225,-2-9 0,2 0 0,10 12 0,4-6 45,-2-14-45,14 3 0,1-1-45,-12-10-270,19 3 0,2-3 360,-11-8-45,17-4 0,2-2-404,-10-5 209,-4-1 0,5-3 0,-5 1-577,12-6 547,-11 0 0,3-3 0,-4 1 90,-9 8 0,-1-2-270,18-16 1,-3-5 44,-16 2 0,-3 1 405,-2 9 0,-2 0 315,-2-17 0,-7 4-226,-12 17 361,-1-28 719,-25 20 271,-11 6-1171,6 4-359,9 22 0,3 7-270,14 3 676,-8 7 0,2 5-631,12 2 0,3 1 135,-6-6 0,2 2-45,5 14 0,6-2 59,7-7-194,12 2 0,5 0 45,-7-14 1,1-2 150,8 3 0,3-2-331,6-6 0,-2-5 316,-1-1 133,-5-8 1,-3-2 45,-9-3 180,0-12-360,-1 5 720,-7-10-270,-2 9 179,-8 2-359,0 8 360,0 5-630,0 5-90,0 14 0,0-3 270,0 14-1709,15 7 900,5-12 629,7 5-90,7-42 0,-15 2 270,-2-15 0,0-9 90,1-2 0,-1-1-136,-6 2 1,0-1-530,2 1 0,2-2 1,-4 7 1114,-7-3-554,4 1 0,-1 5 733,-7 17 450,0-8-1169,0 36-90,0-2-405,0 10 1,0 3 314,0 2 0,3 6 0,2 3-1170,3-6 1,2-1 944,-2-1 1,3-1-1216,9 8 1,2-6 2402,-1-10-873,5 8 0,-14-50 0,-1-13 0,-1-1 0,0 0 0</inkml:trace>
  <inkml:trace contextRef="#ctx0" brushRef="#br0" timeOffset="3319">7920 14455 7533,'-18'-20'3276,"1"7"-1785,7 7-681,2 29-451,16 0 46,-3 12 0,0 3-540,-1-13 0,1 2-958,3 10 1,0 7 0,0-5 228,-2-2 1,0 1 638,1 0 0,2 5 0,1 1 0,-3-5 90,-1 3 0,0 0-293,1-3 1,1 5 0,1-1 0,-2-7 247,-1-6 0,0-3-210,0 7 1,0 4-1,-1-9 1007,3-5-617,-8 12 360,0-28-180,0-8-180,-8-8 540,-9-16-360,5 2 404,-11-17 1,-1-5 494,8-1-263,1 13 1,-4-5-1,4 5 443,4-6-719,-2 14 0,2 0 539,9-2-629,-6 0-720,48 7 180,-23 5 90,21 7 0,4 3 0,0-3-675,-1 0 1,2 0 224,6 0 135,-11 2 0,-2-1 945,4-7 450,-5 5 89,-19-21-270,-16 25 451,-24-25-811,2 26-44,-3-3 0,0 0-225,-5 6-46,5 8 1,1 2-225,3 0-539,-5 26 539,18-15-765,12 2 0,8 3-75,8 2 1,6 1 0,2 1 269,3 3 0,2-1 1,-1 1 195,2 0 1,0 0-1,0 0 194,1 0 0,-1 1 1,-5-5 314,-7-10 0,-4 1-135,4 12 0,-9 2 1638,-21-10 0,-8-3-1,-6 1 1,-5-2-1459,-5 1 1,0-5-90,6-8 0,1-3-270,-16 7 90,19-11-3187,-19 11 2237,21-11 1040,3 5 0,24-6 0,13 0 0</inkml:trace>
  <inkml:trace contextRef="#ctx0" brushRef="#br0" timeOffset="9137">12418 7305 7533,'-26'24'3058,"-1"-2"-2338,-1 9-720,11-10 359,25-26-269,7-19 0,5-13-30,2-2 0,2-5 0,0-4-338,-4 8 0,-1-4 1,1-3-1,0 0 1,-1 0 336,-1 5 1,-1-1 0,0 0 0,0-1 0,-1 1 0,-1 0-15,0 1 0,-1-1 0,0 0 0,-1 1 0,0 1 0,-1 2 109,2-7 1,0 2-1,-2 3 1,-1 3 204,-2-15 1,-1 20-900,0 33 360,-2 29 1,-4 17 149,-1-10 0,-1 3 0,1 1-927,1-2 1,2 1 0,-2-1 956,-2-1 0,-1 0 0,2 0-120,2 3 0,2 1 0,3 0 108,1-1 0,2 0 1,4-1-259,2 0 0,4-2 0,4-10 225,14-12 0,2-18-75,-12-22 0,-2-15 0,-3-7-279,-7 11 1,-2-4-1,0-4 1,-1 0 0,-1 0-1,-1 4 376,2-7 1,-1 4 0,-2-1 0,0-2 4,0-1 0,-1-4 0,0 0 0,0 3 0,-2 6 2,2 3 1,-2 4-1,0 1 76,-1-2 0,-1 1 0,1 2 1570,1-4 0,1 9 979,-1 15-2073,-8 23-86,0 31 0,0 13-301,2-15 1,1 3 0,0-1 276,-2 0 0,-2 1 0,3 1-449,1-6 1,1 0-1,0 1 1,0 1-46,1 7 1,-1 2-1,0-1 1,1-3 97,1-7 0,1-2 0,0 3-188,-2 8 1,0 6 0,1-2-1,3-9 23,8-7 0,0-6-450,-7-3 1,1-3-775,22 13-1249,-7-34 1978,-7 5-1169,15-6 1260,-22 0 539,11 0 0,3-17 0,11-5 0</inkml:trace>
  <inkml:trace contextRef="#ctx0" brushRef="#br0" timeOffset="9471">13882 6905 7533,'19'-23'3276,"-3"0"-526,-16-10-2390,-8 15 360,-9 29-540,-3-1-180,2 18 0,3 8-360,6 3 0,6 3-450,2-4 1,2 4-1,7-3-29,8-2 1,8-1 0,4-9 598,6-9 0,4-8 1,0-9 389,1-14 0,-1-11 0,-3-5 561,-9 0 1,-1-4-1,-4-3 1,-7-1-15,-8 0 0,-5-3 0,-6 1 0,-3 3 22,-7-5 1,-7 3 0,-5 7-523,-7 9 0,-4 7 0,0 7-1097,-11 13 1,6 10 899,10 3 0,15 2 0,32-2 0,13-3 0,11-10 0,0 0 0</inkml:trace>
  <inkml:trace contextRef="#ctx0" brushRef="#br0" timeOffset="10538">15134 5963 7533,'-17'-33'2698,"-1"7"-2158,8 24 89,2 29-449,8 8 0,0 10 0,4-7 0,0 7-1273,-1 0 1,1 3 0,-1 0 887,0-6 0,0-1 0,1 3 133,-2-3 0,1 5 0,0 1 0,1-2 1,-1-3 181,3 3 1,0-4 0,0 1-141,0 4 0,0 0 0,2-7 120,2-4 0,-3-14 180,-7-19 180,-10-39-990,-11-2 0,-7-1 495,1 6 0,-2 0 0,-2-4 0,-3 5 90,-3 9 0,-1 13 315,7 20 0,0 11 59,1 4 1,-1 6 0,4 3-382,1 5 0,4 4 0,3 2 119,4-5 1,2 2-1,2 1 1,7-2-218,6 4 0,7-2 0,5-3 150,7-6 0,4-3 0,2-5-45,5-2 0,4-7-45,-2-8 0,2-3 0,0-7 791,-2-7 1,-2-6 0,0-2-972,3-4 0,0-2 1,-1-1 91,-1 4 0,0-1 0,-3-2-32,-4-5 0,-4-2 0,-3 5-60,2-5 1079,3-2 705,-40 38-1424,4 27-270,-5-3-90,11-3 1,4-1-1,2-3-540,16 20 450,3-22 166,1-4 1,3-3-257,7-9 0,1-7-918,6-14 1,-1-4 1187,-7 5 0,-2-5 210,-3-9 0,-2-8 0,-3 1 256,-3-5 0,-3 1-17,3-2 1,-4 2 1034,-9 7 1,-6 10-316,-9 23-1079,-5 16 0,9 10 0,8 21-1304,3-18 0,2 2 1034,-2-3 0,3 1-585,8 11 1,6-2-785,5-13 1,3-3 1509,-9 1 1,3-4-1,10-8 1,0-9 0,6-18-1</inkml:trace>
  <inkml:trace contextRef="#ctx0" brushRef="#br0" timeOffset="10854">16069 6040 7533,'-18'-40'0,"9"15"3276,1 13-2864,8 12 307,0 17 361,0-1-316,0 15 1,0 9-466,0-3 1,0 3 0,0-1-640,0 9 0,0 2 385,-1-6 0,1 4 0,0 2 0,1-2-865,2-7 1,1-1 0,1 0 0,-2-1 555,-1 8 1,-2-2 0,2 1-232,5-5 1,1 2-1,1-3 1,-1-5-946,-3-5 1,1-4 1439,7 1 0,0-1 0,-3 4 0,-2-25 0</inkml:trace>
  <inkml:trace contextRef="#ctx0" brushRef="#br0" timeOffset="11621">16193 7008 7533,'0'-20'3276,"0"-4"-706,0-2-1220,23 4-1890,22 4 45,-3 12 0,4 0-1144,-3-2 1,-1-3 501,2 0 1,-2-5 821,-13-6 0,-5-6 765,-3-3 0,-7-2 539,-14 5 0,-6 0-404,2-2 0,-6 4 44,-16 12 1,-6 8 89,4 7 1,1 4-630,-1-3 0,1 5 539,-4 14 1,3 6-360,4 4 0,3 2-405,5-7 0,3 1 195,2 8 0,3 4 0,3-7 2523,5 4-3213,9 12 0,6-1 271,6-14-541,11 4 1,3-2 179,-2-11 90,11-1 1,0-4 359,-8-11-675,13-8 1,0-5 494,-14-6-1189,4-11 1,2-9 1073,-8-1 0,-3-2 350,-5 6 0,1-2 215,-2 1 0,2-2 0,-4 2 0,-2-4 0,-2 0 1638,1-9 0,-1-2 0,0-2 0,-3 1 0,-9 6 0,-2 1-195,1 7 1,-2 3-635,-11-10-539,6 19-1080,-22 36 810,21-5-810,-10 18 1,2 4 450,9-7-226,-6 15 0,0 5 90,9-7 1,4 0 500,3-2 0,4 3 1,2-2 83,2 0 0,4-1 0,0-3-45,8 4 0,1-5 449,2-4 1,-5-7 2781,-14-14-2684,-4 2 487,-42-16-899,11 3 90,-6-1 0,1 1-90,6 2-225,-2 4 0,-1 3 45,-4 2 238,2 9-3206,3 12 2968,30 4 0,8-10 0,5-1 0,10-1 0,-1 0 0</inkml:trace>
  <inkml:trace contextRef="#ctx0" brushRef="#br0" timeOffset="13772">20373 14365 7533,'18'-43'2069,"-1"7"-1575,-11 10 1,-2 2-225,4-4 449,-16-8-764,-13 27 0,-7 3-135,-10-3 1,-6 5 134,5 8 0,-4 4 0,-3 3 0,1 2-126,7-1 0,-1 3 0,1 1 0,-1 1 1,1 2 313,-1 1 1,-1 1 0,1 2 0,1 1 0,4 1-32,-2 4 1,1 1-1,5 1 1,8 2-23,9 7 0,8 2 0,5-3-45,0-3 0,10-2 45,14-2 0,11 0 0,2-1 17,-3-2 0,2-2 0,2 1-17,-5-4 0,3-1 0,-1 1 0,0 1-352,-3 1 0,1 1 0,-2 1 0,-2-1 352,6 4 0,-3-1 0,-7 3-1,-10 1 1,-5 1 0,-5 0 360,-4-1 0,-4 0 0,-3-2-181,-6 10 1,-8-5 45,-14-6 0,-8-7-541,3-11 1,-2-6 105,1-8 0,-2-4 0,2 1 75,-4 3 0,0-4-105,5-8 0,-2-4 0,5 0 426,6 0 1,3-1-1672,0 1 1,9 0-1034,34-8 2428,18 21 0,12 3 0,-7-7 0,4-2 0,3-1 0,1-1 0,-4 2 0,1 0 0,-1 0 0,1 0 0,-1 0 0</inkml:trace>
  <inkml:trace contextRef="#ctx0" brushRef="#br0" timeOffset="14205">20849 14262 7533,'-35'-28'3276,"7"10"-1245,3 18-1492,11 23 1,2 12-211,4 0 1,2 4 0,1 5-877,1-4 1,0 4 0,1 4 0,0 1 0,1 0 0,0-2 52,2-3 1,0-1-1,1 0 1,1 0 0,0 0-1,1 2 25,1-1 1,0 2 0,1 1 0,0 0 0,1-2 0,-1-3 0,1-3 5,2 2 1,-1-3 0,1-3-1,1-2 463,10 25 0,-5-27 480,-14-36-480,-10-21 0,-5-10 659,1-1 1,-1-5 0,-2-2 58,2 4 0,-1-2 0,0 0 1,1-1 100,2 0 0,0-1 0,2 1 0,1 3 273,-3-1 0,1 2 0,11 6-411,17 4 1,9 10-367,16 18 0,9 10-1135,-13-4 1,4 1 0,0-1 0,-2 1 487,1 1 0,-2-1 0,2 0 332,3-3 0,4 1 0,-1-3 0,-4-3 0,-5-6 0,-4-2 0,3-1 0,3 2 0,0 0 0,1 0 0,-1 0 0</inkml:trace>
  <inkml:trace contextRef="#ctx0" brushRef="#br0" timeOffset="14887">21766 15101 7533,'-17'-32'1079,"-1"16"-269,0-13-541,9 21 991,-7-16-451,-2-2 181,-9-7-496,3 18 1,-3 8-2134,0 16 1,-1 5 1625,0-3 1,1 5 12,6 13 0,1 6 0,2-3-143,3-9 0,1 2 233,1 12 0,2 7 0,2-6 0,3-13 0,2 0 90,1 14 0,2 6 0,5-4-1267,11-4 0,3-2 1087,-4 0 0,4-3-1132,17-6 1,4-12 1041,2-26 298,0-5 0,1-9-508,-18-3 0,-4-6 1,0-2 149,3-6 0,-1-3 0,-2 0 57,-7 10 1,-1-2 0,-2 1-1,-2 3 228,0-12 0,-8 6 2466,-26 0-1927,4 56 1,-1 10 1960,-8 1-2815,8 14 0,7 7-225,11-14 1,8 0-689,3-1 1,5 1 0,3-3 1046,13 8 0,11-11 1,-5-20-1,5-6 1,4-5-1,0-1 1,3-6-1,1 1 1,-1-1-1,1 1 1</inkml:trace>
  <inkml:trace contextRef="#ctx0" brushRef="#br0" timeOffset="15272">22260 15488 7533,'-17'24'3276,"7"-2"-76,2-2-1851,8-9-1349,0-51-180,0 12 240,0-2 0,0-8 0,0-1-1153,0 0 1,1-1 0,-2 0 502,-1-1 0,0-1 0,-2-5 440,0 6 0,0-5 0,-2-3 0,0-1 0,0 1 1,-1 3-47,-2-2 0,0 2 0,-1 1 0,0 0 0,1-1 304,1-1 0,0-1 0,0 0 0,1 1 0,-1 2 454,-3-4 0,-1 1 0,2 5 1,3 7 1056,5-13-1395,4 17 1,4 1 45,12 6 0,7 4-360,12 2 0,7 5 60,-3 5 0,3 3 0,2 2-473,-8 3 0,0 2 1,1 1-1,-1 2-590,12 2 1,-1 4 0,-3 0 835,-10-3 0,-3 2 0,-4 3-1002,5 16 0,-11 5 1259,-21 15 0,-18-7 0,-9 0 0,2-14 0,1-1 0,0 0 0</inkml:trace>
  <inkml:trace contextRef="#ctx0" brushRef="#br0" timeOffset="15438">22172 14816 7533,'-20'21'1529,"-3"9"-630,21-14 361,18 14-1081,-3-16-539,14-6 1,3-3-1,9 0 360,6-4 0,3-2 0,-11 4 0,2 0 0,-4 0 0,-1-1 0,1 1 0</inkml:trace>
  <inkml:trace contextRef="#ctx0" brushRef="#br0" timeOffset="15870">22913 15591 7533,'-18'0'3276,"1"6"0,-9 1-2273,22-34-823,0-3 0,2-6-180,5 3 0,1-5 0,2-3 0,-1-1-656,-1-3 1,0-3-1,-1-2 1,1 1 0,-1 3 119,-1 1 0,1 3 0,-1 0 0,0-4 596,1 5 0,0-5 0,0 0 0,0 0 0,-1 5 0,0 6 449,-1-7 1,0 2 7,1 2 0,0-6 0,1 2 1,-2 6 111,-2 4 1,2 3-136,5-14 1,4 0-360,0 13 0,7 3-90,19-1 0,4 3-122,-14 4 0,1 2-433,7 6 1,5 4-1,-6 1-569,10-6 494,6 10 1,0 1 2991,-6-2-3397,0 3 1,-3 9-214,-21 11 0,-7 6-191,-3 19 0,-8 4 1115,-5-9 1,-6 0 0,-7 2 0,-7 2-1,-1-4 1,-8-4 0,1-1 0</inkml:trace>
  <inkml:trace contextRef="#ctx0" brushRef="#br0" timeOffset="16025">22913 14933 7533,'-11'23'1638,"0"-1"0,45 11-2039,-1-23 1,8-5 0,0-1 310,-5-1 0,0-2 0,2 0 90,5-1 0,4-1 0,-2 1 0,-7 1 0,-9 5 0,-2 0 0,14 1 0,-1 1 0</inkml:trace>
  <inkml:trace contextRef="#ctx0" brushRef="#br1" timeOffset="45983">5944 13745 7533,'-9'0'-90,"-7"0"180,6 6 269,-8 2-269,9 4 90,1 7-90,8-5 0,0 5 0,0-6 90,0 6-180,0-11 270,0 9-270,0-15 360,0 9-180,8-10 359,-6 5-269,5-6 90,-7 0-270,0-6 270,0-1-180,0-6-1,0-5-89,0 3 90,0-15-270,0-14 180,0 6 0,3-1 0,2 1 0,5 5-45,-3-11 0,4-6-878,2 18 0,2 2 0,-2-1 833,-6-14 0,2-2 22,4 13 1,5-3-1,0 1 1,-5 5 67,-5 0 0,0 1-45,6-3 0,4-4 0,1 0 0,-5 6-90,-7 2 0,1 0 67,6-3 1,4-6-1,-1 0 1,-3 4 22,-6 3 0,0-1-1,7-2 1,5-4 0,1-1 0,-5 5-45,-3 0 0,0-1 90,4 0 0,6-5 0,-1 1 0,-4 4-90,-5 3 0,-1 0 22,5-4 1,2-5 0,1-1-1,-3 6 23,-1 1 0,-1 0 90,1 0 0,1-6 0,1 1 0,-2 5-90,3 1 0,1 0-23,0-3 1,2-7-1,0 1 1,-4 6 22,0 3 0,0 0-45,0 4 0,4-6 0,1-2 0,-1 1 0,-3 6 45,-1-5 0,1 0-45,4-1 0,6-6 0,0-1 0,-4 6-90,-3 0 0,-1 0 112,-1 6 1,2-4-1,2-2 1,0-1-572,-1 3 0,1-3 0,1 0 0,-1 1 1,0 2 548,-3 4 0,0 1 0,0 1 0,2-4 15,1-2 0,3-5 0,1-1 0,-1 0 0,-1 4 0,-3 6-312,7-8 0,0 3 297,-7 7 0,3-4 0,1-1 0,-1 1 0,-4 5-463,5-7 1,1 1 462,-4 5 0,4-4 0,0-1 0,-2 3 0,-2 0 0,-1 2 0,2-2-171,3-1 1,4-1 0,0-1-1,-2 3 171,-1-1 0,-1 2 0,3-3 0,-4 4 0,4-3 0,1 0 0,-2 1 0,-3 5 250,-2 2 0,-3 3 1,3-3-198,5-5 1,4-5 0,2-2 0,-2 2 0,-3 4-138,-2 4 0,-3 3 1,3-2 101,4-4 0,5-4 0,2-1 0,-3 1 0,-5 5 12,-5 4 0,-4 4 0,4-3-12,6-6 0,6-3 0,2-2 0,-1 1 0,-7 5 71,-6 4 1,-3 3 0,4-3-45,2 0 0,5-5 0,4-1 0,0-1 0,-3 3 0,-4 3-15,2-2 0,-4 4 0,4-3-5,-5 4 1,5-4 0,2-1 0,2-1 0,-2 0-1,-2 3 1,-4 3 3,8-5 1,-6 3-1,6-2-4,-6 4 1,4-3 0,3-2 0,1 0 0,-1 1-1,-3 1 1,-5 4 4,5-3 0,-6 3 0,6-2 45,0 0 0,7-4 0,3-1 0,0 0 0,-3 2 0,-6 3-75,-2 1 0,-5 4 0,5-4 45,-2 2 0,6-4 0,3-1 0,-1 0 0,-1 2 0,-6 3-15,2 1 0,-4 4 0,4-4-30,3-3 0,6-3 0,1-2 0,-1 2 0,-7 4 30,-4 7 0,-5 3 0,5-3-66,2-4 0,5-4 0,2 0 0,-2 0 0,-7 4 36,5-1 0,-1 0-68,1 2 1,6-3-1,-2 0 1,-7 3 67,-11-1 0,-1 2-30,12 0 0,5 0 0,-7 2-60,0-7-45,-8 9 0,-1 2 135,-8 4 1584,-1 2-1763,-14 5 1191,-2 0-1012,-2 0 1427,-6 0-2237,0 0 2744,6 0-3733,-6 0 1349,8 0-337,0 0 0,0-24 0,0-5 0</inkml:trace>
  <inkml:trace contextRef="#ctx0" brushRef="#br1" timeOffset="46583">11536 6905 7533,'-26'-19'719,"15"11"1,-13-16-360,14 21 449,-7-14-629,-1 16 360,8-4-270,2 5 629,1 0-719,5 0 0,-6 0 0,8 0 270,15 5-360,-3-4 269,37 5-449,-17 0 60,0-5 0,9-1 0,-1 0-961,-4 2 0,-1 0 0,0 0 991,2-1 0,0-2 0,1 1 59,7 0 1,1 0 0,-8 0-95,7 0 35,-3 0 0,-2 0 90,-10 0 809,3 6-719,-23 1 180,-10 6 629,-10 6 2060,0-5-2869,-5 17-360,5-10 0,-8 22 540,8-20-135,-6 6 0,1 1-225,9-5 0,-9 5 0,-1 1-1856,6-3 1676,-8 9-274,6-9 0,-1-1 544,-7 6-360,8 3 1,-1 0 89,-5-6-1598,8 19 1598,3-34-540,7 14 540,7-26 180,11 9 0,10-53 0,-11 16 0,1 0 0</inkml:trace>
  <inkml:trace contextRef="#ctx0" brushRef="#br1" timeOffset="47499">6421 8170 0,'-8'-20'1050,"-2"-16"1601,0 13-2381,2-3 1727,8 15-1547,0 11 909,0 22-909,4 4 0,0 6-211,-2 7 1,-2 7 0,0 2-173,2-1 1,0 3-1,0 1 1,0-3-23,-2-8 0,0-2 0,0 1 0,0 1-27,0 2 0,0 3 0,0 0 0,0-4 0,0-6-8,0-1 1,0-2-131,2 8 0,1 3 0,0-7 30,-1 1-135,6-11 0,-1-3-45,-5-9-1529,6-2 0,0-18 1530,-6 4 269,6-15 0,-20-3 0,-8-3 0,1-7 0,-1-1 0</inkml:trace>
  <inkml:trace contextRef="#ctx0" brushRef="#br1" timeOffset="47736">6156 8841 7533,'-27'-20'1799,"-15"-5"-1350,21 17 1170,-12-15-1259,23 20 1079,2-14-1079,16 10 900,25-12-991,-9 5 91,18-4 0,4 0-1163,-9 1 893,-7 4 0,5-2 0,-2 1-315,-1 0 1,1 1-376,2-2 0,4-1 1,-2 2 104,2 0 0,1 0-405,-2 0 1,3-1 0,-5 2-81,-9 5 0,-3 0 710,3-2 0,-3 2-3007,0 2 3057,-14 6 1,-24 23 0,-8 6 0</inkml:trace>
  <inkml:trace contextRef="#ctx0" brushRef="#br1" timeOffset="48287">6985 8711 7533,'0'-19'1889,"-8"-5"-1440,6 15 451,-13-14-181,5 20-269,0-15 450,-14 17-990,20-5 360,-27 18-315,13 4 0,1 5-1594,-7 8 1,1 3 1445,4-5 1,1 1 192,-5 10 0,6 2-768,15-10 0,0 0 768,-7-2 0,3 0-90,10 4 0,7-4-180,17-1 270,17-12 45,-14-21 0,-1-7-45,9-11-45,-10-9 0,-1-6 45,-8 3 0,-3-1 1338,-2 5 0,-1 0-1248,4-12 0,-4 5-180,-12 14 720,6-22-360,-8 31 1349,-8-3-1259,6 13 2701,-6 12-3151,8 30-450,0-16 405,0 15 0,0 0-674,0-9 494,3 1 0,2 1-1214,5 10 539,4-14 1,5-2 989,2 4 0,3-6 0,23-15 0,-22-11 0,1 0 0</inkml:trace>
  <inkml:trace contextRef="#ctx0" brushRef="#br1" timeOffset="49337">7338 8028 7533,'-10'-28'0,"-6"-2"989,14 4-809,-5 11 540,7-8-451,0 21 181,0-9-450,7 9 540,-5 8-91,10 16 1,0 5-270,-8 13-318,3-7 1,2 6 0,-2 2 226,-4 6 1,-4 3 0,1 1-814,2-6 0,0 1 0,1 1 0,-2-2 701,0-3 1,-1-1 0,-1-1-1,1-2-39,0 5 0,0-3 1,0-2 106,0 4 0,0-4 45,0 9 179,0-6 1,0-4-180,0-20 354,0 6-264,8-23 3023,2 0-3383,7-23-225,-4 0 1,0-6 194,-2 0 0,1-5 0,0 0 150,2-5 0,1-1 0,1 0 90,2-2 0,0-1 0,-1 4-695,2 0 0,-1 4 755,0 7 0,-2 8 539,-7 15 1,-1 10 89,8 20-179,-4 15-630,-3-14 0,-1 1-45,-1 2 0,-6 0 135,-12-3 0,-1-1 0,6 9 225,-18-14 0,1-4-225,17-1 1718,-33 9-1538,35-15-270,-28 25 0,28-11-270,4 27 180,12-27 0,11-6 0,3-5-269,6-5 134,9-4 0,8-5-334,-14-3 1,1-3-1,1-3 514,-4-2 0,2-3 0,0-2 0,-1 1 135,4-1 0,-1-1 0,-3-3 30,0-8 0,-2-3 0,-7 0 375,-7-1 0,-7 0 269,-5-9 1,-10 2 89,-14 7 1,-9 7 314,-16 10 1,-4 9-855,8 6 0,1 7 224,-10 11 1,6 11-450,18 11 0,9 6-765,2 0 1,6 2-34,7-11 1,3 0-1,6-2-12,12-1 1,7-2-1,0-4 315,1-3 1,2-4 494,3 0 0,3-1 0,0-7 0,11-15 0,2-7 0,-8 6 0,0-1 0,0 0 0</inkml:trace>
  <inkml:trace contextRef="#ctx0" brushRef="#br1" timeOffset="58502">18239 7344 7533,'-10'7'-540,"-6"-2"540,14-5 0,-14 0 360,15-5-90,-7 3 89,8-9-89,0 4 270,8 0-90,-7-5-90,7 11-271,-8-5 1,0 6 0,8 0 0,-6 0 90,14 0-90,-14 0 180,13 0-180,-5 0 0,8 6 0,7-5-270,11 17 180,-7-10 45,4 11 0,-1 4-135,-7 6-544,2-4 0,6 3 0,-5-1 634,-10-5 0,0 1 30,12 10 0,7 4 0,-6-5-30,-14-8 0,1 0 112,5 3 1,6 5-1,-1 0 1,-4-4 22,-6-3 0,1 0-46,6 4 1,6 4 0,1 1 0,-6-5-45,-4-2 0,1 0 45,2 1 0,6 4 0,0 1 0,-5-5-45,1 2 0,-1 0 0,3 0 0,4 6 0,0-1 0,-4-4 0,-2 0 0,1 1-113,2 2 1,5 6-1,-1 0 1,-4-5 67,-3 0 0,1 0 126,-5-8 0,5 5 0,0 1 0,0-2 0,-4-3-171,7 9 0,1 0 45,-7-9 0,5 3 0,1 2 0,-2-2 0,-5-3-90,4 10 0,1 0 36,-3-9 0,4 3 0,3 2 0,-3-2 0,-4-3 54,3 9 0,-1 0 36,-4-9 0,6 4 0,0 1 0,0-2 0,-5-3-36,7 8 0,-1 1-23,-6-4 1,3 3-1,1 1 1,-3-1 52,-1-2 0,-2 0 0,1 2 60,-5-4 0,1 3 0,0 1 0,-1-1 0,-1-2-90,5 9 0,-2-2 0,2 3 107,-4-5 1,2 4 0,0 1 0,-1-2 0,-3-5-78,-2-3 0,-2-3 0,2 3 60,2 5 0,4 6 0,1 2 0,-2-2 0,-2-6-60,-3-5 0,-2-5 0,2 5-30,3 4 0,2 7 0,2 2 0,-2-2 0,-2-6 30,-3-4 0,-2-5 0,2 5-30,1 1 0,3 6 0,1 1 0,-1-2 0,-3-4 0,-1-3 0,-3-4 0,2 4 18,3 2 0,2 5 0,1 3 0,-1-3 0,-4-6 27,3 9 0,0 0-9,-1-10 0,4 6 0,1 2 0,-2-2 0,-4-6-36,-2 9 0,-1-1 89,5-4 1,5 6 0,-1-1 0,-4-5 45,-6 2 0,-1 0-90,2-5 0,3 4 0,-1-1 0,-2-4 0,-2-3 0,0 0 15,2 11 0,2 6 0,-2-7-15,-3-13 0,-1-1-105,0 6 0,-1 4 0,1-4 150,8 12-522,-7-8 1,-2-3 431,2-9-347,2-1 0,-1-2 257,-7-6 0,20 14 0,-22-15 1690,6 9-1959,-8-9-538,0 3 87,0-5-1201,0 6 1111,-8-11 900,6 10 0,-30-28 0,3 1 0</inkml:trace>
  <inkml:trace contextRef="#ctx0" brushRef="#br1" timeOffset="59586">18362 7886 7083,'-10'7'-180,"2"-1"540,1-6 449,-3 0 1,-8 0-720,8 0 629,-5-12 271,5 4-450,-8-23-361,1-2-89,7 4 0,2-5-45,-1-12 0,0-4-70,2 10 0,-2-2 0,0-1 235,-2-4 0,-1-1 0,0 0 0,-3 4 0,0 0 0,0 2 89,2 7 1,1 2 0,-1 3 60,-6 0 0,5 3 179,20-9-359,21 22 90,9 4 0,7 1-180,-8 4 0,2 1 0,-2 0-184,9 0 0,-1 1-146,-8 2 0,2 0 1,-3 3-587,-5 3 0,-2 3-813,1 2 1,-1 0 1422,14 4 1,-46-8 0,-7-13 0</inkml:trace>
  <inkml:trace contextRef="#ctx0" brushRef="#br1" timeOffset="60619">20867 8311 7533,'-10'-34'1529,"-6"-2"-1169,14 28 359,-5-9 181,7 9-451,0 1-269,0 1 180,0 18-90,0 37-180,7-4 0,1 7-377,-6-15 1,-1 3-1,-1 2 1,1 1 142,2-3 0,0 1 0,1 1 0,0-1 0,-2-3 24,-2 11 0,0-4 0,0 2 30,1-8 0,2 2 0,-1-2 0,0-4-270,-2 1 1,2-4-226,2 6 0,-1-3-674,-3 15 1259,-15-31 0,-13-53 0,6 9 0,-1-1 0</inkml:trace>
  <inkml:trace contextRef="#ctx0" brushRef="#br1" timeOffset="60854">20638 8867 7533,'-34'-25'3276,"13"-2"-76,3-12-2481,25 11 1,11 0-2306,19 0 0,5 2 1721,-12-2 0,3 3-165,6 8 0,5 3 0,-6 1 33,7-6-153,-12 8 0,5 1 1,-3 0-796,-1 2 1,-1 1 764,-1-3 0,0 1-990,2 3 1,-3 1-1619,-2 4 2788,-1-5 0,-28 23 0,-20 4 0</inkml:trace>
  <inkml:trace contextRef="#ctx0" brushRef="#br1" timeOffset="61288">21184 9035 12030,'26'-3'240,"-1"0"0,13-5 0,3-3-480,-8-2 0,1-4 0,-1 2-126,6 1 1,-2-3 185,4-14 0,-9-3 361,-21-7 133,-11 11 1,-8 1 225,-7 6 1,-7 6 43,-15 2 1,-4 11-180,-1 14 0,2 11-540,1 6 0,5 6 30,5-3 1,7 3 194,10 13 0,6-2-180,-1-5-360,14 4 0,9 3-90,6-14 1,1-1 134,-4 4 0,3-2-90,18-3 1,1-6-402,-8-4 176,4-11 1,0-5-450,3-4 1169,3-7 0,-25-11 0,-3-6 0,-1 0 0,0 0 0</inkml:trace>
  <inkml:trace contextRef="#ctx0" brushRef="#br1" timeOffset="61820">22049 8841 7533,'-9'-26'1638,"0"0"0,-9-8 1382,9 9-2660,-15 14-180,12 9-180,-21-4-540,-2 30 450,5-13-360,5 14 1,1 3 179,3-3 90,-1 7 0,3 2 90,7-3 45,0-1 0,0 0-45,2 5 180,5-1 0,1 5 45,2-2 0,4 1-270,9 3 0,3-2 45,-5-11 0,4-4-135,11-9 0,1-8 135,-4-12 0,3-7 1,1-6-1,-1-21 0,-3-4-150,-1 12 1,0-1 419,-2-9 0,-1-5 0,-3 8 629,-3-4-404,3-1 0,-4 3 2203,-16 15-2248,4-4 90,-24 46-585,11 8 0,3 7-1504,1 14 1,2 2 505,1-9 1,1-1-82,5 6 0,4-5-1934,6-10 2518,1 8 630,5-13 0,6-5 0,8-16 0,4-4 0,10 4 0,-1 1 0</inkml:trace>
  <inkml:trace contextRef="#ctx0" brushRef="#br1" timeOffset="62554">22472 8893 7533,'0'-20'0,"0"1"3276,-16-6-2145,12 15 1298,-19-12-1620,5 20-1079,-9 2 315,5 12 0,1 7 180,-7 14 0,3 4-405,4-11 0,3 2-393,-5 18 1,4-3-57,10-14 359,1 15-540,8 4 630,0-22-315,11 5 1,9-3-541,5-14 1,5-5 89,9 7 1,4-6 344,-8-13 1,1-6-1,-3-2 510,-2 1 0,-3-5 30,-4-9 0,-1-5 0,-5 2-330,1-17 390,-8 14 0,1-6 0,-1 0 0,-4-1 0,0-2 0,-2-3 203,0 1 0,0-3 1,-1-1-1,0-1 282,-1 6 1,1-2 0,-1 1 0,0 0 0,-1 3-187,0-10 1,-2 3 0,0 1 389,1-3 1,-1 0 0,-1 9 929,-1 2-809,-13-2-540,13 61-90,-6 3-135,3 17 0,2 4-231,2-21 1,0 1 125,-3 14 0,-3 7 0,2-5-145,4-8 1,1 1 46,-1 3 1,0 8-1,1 0 1,2-7-788,2 1 1,1-1 786,1-3 1,0 4-1,1 1 1,0-6-158,1 1 0,3-2-15,7 3 0,3 4 1,-3-6 284,-6-10 0,2-5-135,21 8 0,2-16 315,-13-34 0,-1-13 15,3 8 0,2-1 0,-3-3 765,-4-8 0,-4-3 0,2 2 164,8-6 1,-4 4-529,-12 14 1,-4 4 347,1 0 181,0 39-1170,2-12-630,-1 44 450,7-24-1214,-7 6 0,0 0 45,10 0 1668,1 6 0,1 0 1,17-3-1,-12-6 0,1 1 1</inkml:trace>
  <inkml:trace contextRef="#ctx0" brushRef="#br1" timeOffset="78688">12365 7872 7083,'10'0'-180,"5"-5"90,-5-2 360,0-6 180,-2 0 89,0 0-179,-6 6-270,5 1 180,-7 6 0,0 0-180,-7 0 270,5 12 449,-14 14-449,7 0 0,0 5-270,-4 6 0,-1 5-871,2-5 0,-1 5 1,-1 1-1,2-5 751,1-5 0,2-3 0,-2 3 12,0 2 0,-1 3 0,-1 3 0,-1-2 1,-1-2-258,-3-1 0,-2-2 0,0 0 0,-1 1 297,0 5 1,-1 1 0,-2 2-1,-3 1 68,2-6 0,-4 2 0,-1 1 0,-1 1 0,0-2 0,1 0-15,3-5 0,2 0 0,-1-1 0,0 1 0,-1-1 0,-1 2-189,0 0 0,-2 0 1,0 1-1,-1 0 0,0 0 1,1 0-1,1 0 126,1-3 1,2 0 0,-1 0 0,1 0 0,0 0 0,-1 0 0,0 0-1,0 0 1,-1 1 0,-1 1 0,1-1 0,0-1 0,2-1 0,0-2 9,-6 9 1,2-2-1,0-1 1,-1 1-59,1-1 0,-1 2 0,-1 0 0,0-1 0,2-2-115,-1 1 0,1-2 0,-1 0 0,-2 3 125,5-8 0,-1 2 0,-1 0 1,-1 2-1,-1-1 0,2 0 1,0 0 25,-2 2 0,1 0 0,0 0 0,0 0 0,0 0 0,-1-1-13,2-2 0,-2 1 0,0 0 0,0-1 0,1 0 0,1-2 1,3-2 12,-3 3 0,4-3 0,-1-1 0,-2 3 30,2-1 0,-2 1 0,-2 1 0,0 1 0,0 0 0,2-3-71,-2 3 0,1-2 0,0 0 0,0 0 1,0 1 58,0 0 0,1 0 0,-1 0 0,0 1 0,-2 0 24,1-1 0,-1 1 1,-2 1-1,1-1 0,0 0 1,2-1-25,-1 2 0,1-1 0,0-1 0,1 0 0,-1-1-21,-3 4 1,1-3 0,-1 1 0,-2 2-13,5-4 0,-1 2 0,-1 0 0,-1 1 0,2-1 0,0-2 203,1 0 1,1-1-1,0-1 1,0 0 0,-2 2-70,0 1 1,-2 0 0,-1 1 0,-1 1 0,1 0 0,0 0-45,-2 0 0,1 2 0,-1-1 0,1 0 0,1-1 0,2-2-53,-3 3 1,2-2-1,0-1 1,1 0 89,-2 0 1,-1 0-1,1-2 1,3-1 509,6-3 1,2-1 0,-2 0-833,-8 3 0,-3 0 0,2 0 371,8-5 0,0 0 1,1-2-387,-14 7 0,3-5 45,6-7 1285,-8 8-1465,13-9-360,5 11 631,-5-9-1531,11 13 811,5-21 1288,0 11-479,2-12 0,8-30 0,0-13 0</inkml:trace>
  <inkml:trace contextRef="#ctx0" brushRef="#br1" timeOffset="79238">7638 13074 7533,'-10'-14'2069,"2"-3"-1440,0 16-449,6-5 90,-6 23 180,1 16-316,2-4 1,0 1-45,-5 13 0,-1-7 0,-2-2 90,2-8-45,-5 15 0,-2 1-45,-1-8 120,8-4 0,-1 5 0,1-5-120,-8 4 179,2 6 1,0-2-180,6-14 360,-5 18-90,16-22-180,8-6 539,25-3-539,-1-16 45,-8 1 0,3 0-270,9-4 0,2-2-585,-4-3 1,1 0 494,1 5 0,0 0 135,0-2 0,-7-3 0,-15 0 0,9-7 0</inkml:trace>
  <inkml:trace contextRef="#ctx0" brushRef="#br1" timeOffset="89452">10989 10493 7533,'-10'-19'2698,"-5"5"-1079,13 1-1079,-6 30-270,7 10 0,2 4-180,-1-4 0,0 4-304,0 6 1,0 7-1,0 2 1,0-1 213,0-1 0,-1 0 0,1 1 0,1 0-306,0-2 0,0 1 0,0 0 1,1-1-1,1-2-99,0 3 0,1-2 0,1-2 1,0-5 433,4 7 1,2-11-1829,6-14 1799,-9-28 0,-8-9 0,0-13 0</inkml:trace>
  <inkml:trace contextRef="#ctx0" brushRef="#br1" timeOffset="89672">10777 11099 7533,'-23'-17'1049,"-1"0"0,2-1 1,3 0 1918,2-2-539,22-17-2069,-1 14-91,16 1 1,9 2-405,10 5 0,1 3-45,-10-2 1,2 1-532,8 5 1,5 2-1,-8 1-1178,0 0 250,10 3 1,2 4 1502,-23 2 0,-3 3 0,16 19 0,-17 14 0</inkml:trace>
  <inkml:trace contextRef="#ctx0" brushRef="#br1" timeOffset="90138">11359 11061 7533,'-9'-7'3276,"-7"-5"-2235,14 5 398,-6-6-1079,8 6 540,-8-11-900,6 15 90,-13-8-360,5 17-90,-10 15 0,-1 5 180,-3 9-309,3 3 0,1 2 309,10-13 0,2 0 360,-1 14 0,1 0-180,2-15 0,2-1 0,2 6 0,4-1 0,8 1-180,7-9-180,25 2 0,5-28 270,-7-12 1,-2-5 44,-16 3 0,-3-3-458,4-6 1,1-3 0,-8 2 412,-10-11 360,10-2 0,-1-1-31,-13 13 0,-2 2 31,8-22 1759,-16 15-1759,-2 34-180,-7 17-180,7-1-399,1 12 0,2 4-140,5 7 213,-3-1 1,2 3-1160,14-8 1,2-1 1221,-12-5 0,4-3-862,21 3 1,3-7 1214,-14-13 0,13-26 0,1-13 0,-10-4 0,-1 0 0</inkml:trace>
  <inkml:trace contextRef="#ctx0" brushRef="#br1" timeOffset="90985">11659 10455 7623,'0'-21'719,"0"8"-629,0 2-180,0 9-180,0-3 270,0-1 0,0 4 90,0-3 180,0 5 720,0 0-900,0 5 719,0 9-1831,0 11 1,0 4 1201,0 11-60,0-4 0,0 8 0,0-5-374,0-8 0,0 1 299,1 8 0,1 8 0,0 1 0,1-7-45,2 3 0,0-1-23,-3 1 1,0 8-1,0-2 1,2-7-23,4-8 0,-1-1 15,-3 3 0,-3 4 0,4-8 344,13 1-44,-8-3 90,-2-21-90,-8-22 2805,0 2-3345,0-32-45,3 4 0,1-2 225,-3 11 0,0 0-362,4-9 0,1-4 0,-1 7 362,-3-6 45,5 2 0,2-3 661,-2 4 0,3 4-166,3 9 0,2 1-360,-3-4 0,3 7 359,18 26 1,-5 14-180,-1 13-270,-1 6 90,-16-6 0,-1-10 0,-3 3 0,-7-1 0,-4 2-225,-5 14 0,-5 2 450,-7 0 0,-3 0 89,2 1 1,-1-3 722,1-14 0,5-2-677,8 17-270,18-28-900,11-1 181,24-7-811,-17-10 1,1-4 0,4-1 0,1-1 1349,1-1 0,-3 0 0,7-13 0,-13 11 0</inkml:trace>
  <inkml:trace contextRef="#ctx0" brushRef="#br1" timeOffset="91754">12136 11280 7533,'-10'-20'3276,"2"2"0,16 10-2183,2 3-1902,31-1 449,-26 4-135,21-5 1,-1-3-136,-17 2 90,13-8 1,2-4 718,-3-20 181,-15 14 0,-3-2 1619,-4-17-1529,-18 13 1349,-23 19-990,-12 8-809,17 15 0,1 3-540,-18-2 225,30 13 1,4 5-1,2-1 0,3 3-90,6 10 1,6 3 314,0-9 0,2 0 0,3-1-225,11 11 0,3-4 270,-3-12 0,3-5 0,3-5 0,1-9-45,8-27 0,0 1 405,-18-9 0,-4-5 179,-5-3 1,-3 0-405,-1 7 0,-2 0 315,1-8 0,-2 4-135,-3 14 359,0-8-269,-16 29-1079,12 20 629,-11 6-585,13-1 0,4-1 406,-2-4-406,-1 2 0,2-1 316,7-9-631,17 19 810,-3-28 270,19-2-90,-22-19-90,-2-10 0,0-8 360,-5 1 0,0-3 0,-1-2 520,2-8 1,-1-2 0,0 0-42,1 0 1,-1 0 0,-2 3-526,0 0 1,-2 5 765,0-3-810,-8 40-180,0 17 0,8-1 179,-3 16 1,0 2 90,4 1-1765,0 6 1,-2 1 1224,-5-10-490,4-3 0,3 7 0,0-1-879,0 2 1,1-1 1501,6 8 1,3-8 0,9-23 0,-3-50 0</inkml:trace>
  <inkml:trace contextRef="#ctx0" brushRef="#br1" timeOffset="91953">13053 11396 7533,'0'15'3276,"15"-4"0,-3-17-2820,12 1 1,1-2-457,-1-8-1169,3 1 0,3-2 1169,7-5 0,-15 3 0,1-2 0,-2 4 0,1 0 0</inkml:trace>
  <inkml:trace contextRef="#ctx0" brushRef="#br1" timeOffset="93253">13476 10532 7533,'0'-42'899,"0"-5"-719,-8 31 540,6-14-361,-6 15 361,8 2-630,0 8 270,-7 10-90,5 3 269,-14 28-179,14-5 0,2 2-270,-4-4 0,0 1-975,3 5 0,2 3 0,-1-4 975,0-7 0,0-1 0,-1 23 0,2 0 0,3-23 0,0-2 0,-4 7 0,2 0-45,10 4 0,0-3 45,-9 9-225,12-7 0,2-9 135,-5-21-180,8-22 0,1-13-135,-5-12 0,-3-3 143,0 4 1,2-1 201,-2 8 0,2-1 0,-4 7 2968,-5 3-2863,9 0 0,1 5 45,-6 12-2643,7 9 2642,1 15-1004,-5 8 1,0 2 914,6 7 212,-5 5 1,-2 3-258,-6-9 0,-3 0-180,-5 14 0,-3 0 135,1-15 0,-4-4 45,-11 0 0,-3-5-135,-8-8 0,-13-6 90,16-1-269,1-6-1,16 0-1619,3-6 989,14 5 513,19-16-873,1 9 1,7 2 1019,-1-4 0,4-1 1,-2 0 239,14-3 0,-1 1 0,-2 0 0,-6 0 1978,-7-6-1528,-25 12 2826,-8 2 0,-16 5 0,-3 17-2283,-1 4-903,4 12-3367,24 16 2622,2-19-984,9-7 1,3-3 488,10 0-311,4-14 0,2-5 1101,3-8-707,-2-12 1,-3-5 886,-5-13 315,-12-5 0,-5-1 1366,-6-3-1471,-6 14 0,-1-4 0,-4 3 1608,-8 1 0,-1 5 1638,-2-9-2542,8 54 0,1 26 0,1 9 1,1-8-769,2-11 1,2-2-1,1 6 98,1-2 0,1 7 1,1 5-1,0 0 0,1-1 1,-1-4-1,1-7-64,4 13 0,1-2-18,-4-9 0,1 5 0,0 1 0,-2-1 0,-2-7 1124,0 5 0,-6-3-72,-9 11 1,-11-12-1755,-14-35 1,-8-12 719,2 0 0,-4-4 0,0 2 0,1 3 0,0 1 0,-2 2 0,-2 3 0,0 1 0,0-1 0</inkml:trace>
  <inkml:trace contextRef="#ctx0" brushRef="#br1" timeOffset="94800">17833 7679 7533,'-18'-14'719,"1"3"-629,7 11 360,-6 11-450,14 3 630,-6 29-450,8-7-1,-3 3 1,-1 1-358,2-15 1,2 2 417,-4 9 0,1 5 0,2 2-173,4-4 1,4 2-1,0 0 1,-1-1-565,-1 4 0,-2-1 0,3 3 551,2-2 0,1 5 0,2 1 0,0-2 0,-1-7-84,0-6 0,-1-4 0,1 4 137,1 5 1,1 7 0,1 1 0,-1-1 0,-1-7-78,0-5 0,-1-4 0,1 5 60,0 5 0,3 6 0,0 3 0,-1-2 0,-1-8-60,-1-4 0,-1-6 0,1 6 113,0 7 1,0 6 0,2 4 0,-1-2 0,-1-7-701,2-2 1,0-5 0,-1 6 705,-3-2 1,-1 7 0,1 2 0,0 2 0,-1-4 0,0-5-90,2 7 0,-1-5 0,1 6-48,-3-9 1,0 5 0,0 3 0,0 2 0,0-2 0,0-2 0,0-7 32,0 0 0,1-7 0,-1 1 0,0 6-45,0 0 0,0 6 0,0 4 0,1 0 0,-1 0 0,1-5 0,-1-5 60,5 9 0,0-8 0,2 7 29,-4-6 1,1 6 0,1 4 0,0-1 0,-1-4 0,-1-5-150,1 2 0,-1-6 1,2 6 44,0-4 0,2 6 0,1 3 0,-1 0 0,0-3 0,-2-7 194,-1 2 1,-1-5 0,2 5-30,1-2 0,2 6 0,1 3 0,1-1 0,-2-2 0,-1-7-90,1 2 0,-2-5 0,2 3 29,3 3 1,2 5 0,1 2 0,0-3 0,-3-6-30,-1-5 0,-1-5 0,2 2-24,3 3 0,3 4 0,1 2 0,0-3 0,-4-5 54,6 7 0,1-2 72,-6-8 0,3 4 0,2 2 0,-2-3 0,-3-4-72,5 7 0,-1-2-135,-1-5 0,4 3 0,0 0 0,-4-5 45,1-1 0,-1-1-180,5 2 0,3 1 0,-6-4 90,7 12-225,-6-14 0,0-1 136,0-1-1,-9-7 289,-3-7-739,-16-6 1105,0-6-1104,-8 5 2661,6-11-5270,-21 5 2608,19 0 630,-12-4 0,8 9 0,-1-3 0</inkml:trace>
  <inkml:trace contextRef="#ctx0" brushRef="#br1" timeOffset="95249">19015 13023 7533,'-28'0'1169,"11"0"-539,9 0 269,8 0-179,0 6 809,23 18-990,-1-2 1,1 1-360,1 1 0,1 1-738,5 2 0,3 3 0,-5-2 648,-11-6 0,1 2 59,14 10 1,6 5 0,-4-5-60,-12-9 0,1-1-90,9 6 0,4 3 0,-4-6 0,-11-10 0,-1-4-467,13 5 1,-1-5 376,-11-13 509,12-36-329,-23 4 404,-5-11 1,-2-4-405,-3 21 0,0-1 120,0-10 0,1-5 0,-2 1-420,-1 6 0,-1 1 0,0 1-600,-1-13 1,-2 1-830,-2 2 1,-1 9-662,-1 19 2300,2 4 0,8 22 0,0 4 0</inkml:trace>
  <inkml:trace contextRef="#ctx0" brushRef="#br1" timeOffset="98017">17127 10235 7533,'-17'0'-450,"7"0"810,-6 0-180,14 0 449,-6-6-539,1 5 360,5-5-360,-6 6 630,8 0-631,0 0 721,8 0-540,-6 0 989,13 6-809,-13 1 359,6 23-719,-8-1-814,0 15 904,0-5-45,0-8 0,0 5-165,0-1 0,0 2 0,0 0-15,0 7 0,0 1-135,0-7 0,0 4 0,0-2 1,0-5-46,0-6 0,0 0-225,0 6 0,0 5 1,0-8 89,0 0-1169,8 9-720,2-34 1889,0-1 360,-3-12 0,-7-24 0,0-11 0</inkml:trace>
  <inkml:trace contextRef="#ctx0" brushRef="#br1" timeOffset="98249">16951 10725 7533,'-45'-14'2788,"10"-9"-2158,9 20 1349,16-14-1620,3 16 991,14-11-991,-5 5-89,30-12 0,-11 11-450,12-5 0,1 2-90,-1 8 225,11-5 1,0-1-1665,-8 2 629,12 1 1,2-1-1135,-7 1 2214,-4-1 0,-4 8 0,-13 39 0,-10-15 0,-1 0 0</inkml:trace>
  <inkml:trace contextRef="#ctx0" brushRef="#br1" timeOffset="98767">17533 10790 7533,'-10'-13'3276,"2"6"-2055,1-10-861,5 14 270,-14-20-451,14 20-89,-14-15-90,7 17 180,-9-5-90,0 12-360,-2 11 1,-1 8-91,5 6 0,1 5 360,-8 7 0,3 1 0,8-8 0,6 0-90,6 5 0,8-4-180,19-4 270,-10-10 0,3-3-180,6-11 0,-1-6 1,5-9-1,-5-6 0,-1-6 90,-4-16 0,-3-3 45,2 8 0,-1-2-423,-5-3 0,-1-3 0,-3 6 648,0-2 212,-2 0 0,-6 2-302,-9 13 989,-1-6-89,-9 18 89,8 24-1169,-6-9 360,15 33-810,-15-19-135,14 4 1,2 1 134,-8 2-405,10-3 1,4 0 135,4 2-1080,7 14 1529,1-21-1619,7 2 1619,-5-17-12,-2-7 1,5-30 0,-3-12 0</inkml:trace>
  <inkml:trace contextRef="#ctx0" brushRef="#br1" timeOffset="99235">17727 10868 7533,'0'-21'1079,"0"2"270,0-5-179,0-3-451,0-6-89,0 13-540,0 8 0,0 18-90,0 13 0,0 2 180,-8 28-270,6-19 180,-2 3 0,0 0-270,4-2 90,4 2 0,0 1-90,-2-4 45,10-5 0,0-2-45,-8-7-449,35 1 539,-25-17 0,6-11 0,1-6-180,6-25 225,-17 19 0,0-2 90,3-9 0,-3 2-135,-8 2 494,2 2 1,0 1 495,-4 4 179,-8-13-539,6 27 449,-13-2-989,13 11-179,-14 6 179,14 1-180,-6 23 180,8-13-360,0 9 0,0 1 270,0-2-585,-1 5 1,2 0 404,7 0-1214,0-3 0,2 0 944,9 2-1619,15 2 1710,-15-18 449,15-7 0,-15-40 0,7-9 0</inkml:trace>
  <inkml:trace contextRef="#ctx0" brushRef="#br1" timeOffset="100217">18098 10932 7533,'0'-26'899,"0"6"450,-8-5-989,6 17 270,-22-4-360,20 12-90,-11 6-1,15 2-179,0 22 180,0-7-585,0 6 1,0 2-226,0 0 270,2 2 1,3 0-271,5-3 180,2-4 0,2-3-89,5-1 269,7-4 360,-9-18 270,1-42-90,-8 16 314,-5-21 1,-2-1-315,-3 6 269,0-3 1,0 0-180,0 7 719,0-11-719,-8 35-3392,-2 26 3212,0 11-629,5 14 1,2 4 223,3-15 0,0 2 135,0 11 0,0 7 0,0-5-45,0-10 0,0 1 22,3 4 1,2 7 0,0 1 0,-2-6 22,-1 1 0,0 0-23,2 2 1,0 6-1,1 0 1,-2-6 22,-3-2 0,0-1 150,0 0 0,0 1 0,0-7 210,0-3 1439,-8-18-450,-8-39 0,-1-16-1079,1-1-23,3 13 1,-3-7-1,1-1 1,4 8-480,5-13 382,-4 12 0,-2-4 0,3 6 120,7-5-630,-3 11 0,2 0-809,11-20-90,-6 17 2338,29-2-4137,14 11 2518,-12 5 590,7-1 0,-1-6 40,-21-7 0,-3-2 0,8 8 0,-1-1-740,-3-16 1,-6 0 739,-11 4 765,2-7 0,-1-1-226,-3 2 240,0 5 1,0-5 0,0 5-330,0-6-151,3 9 1,0-4 0,-1 5-120,0-7 41,2 5 1,0 2-222,-4 15 539,0-12-719,0 27-89,0 2-181,0 48 540,0-2 44,0-11 0,0 0-134,0-10 0,0 1 270,4 13 0,0 0-3,-2 10-267,0-10 0,1 7 0,0-6 90,0-12 0,2-1-240,-1 10 0,2 5 1,1-6 193,2-9 1,2-2-540,9 8 1,1-4 314,1-9-385,11-14 835,-16-19-180,1-30 360,-8 5-90,-2 2 0,0-1-180,1 0 449,0 3 1,0 2-180,1 1 1349,-2-12-1440,-8 29 541,0 2-720,0 18-270,-8 19 180,6-2-450,-6 9 0,0 2 270,6 5-540,2 3 1,0 0-271,2-3 225,9 0 1,2-1-675,-2-6 1805,2-10 1,0-1-1267,-3 3-359,5-15-1263,3-9 2432,2-25 0,-9-3 0,1-6 0,-2-2 0,-1-6 0,0 1 0,0 0 0</inkml:trace>
  <inkml:trace contextRef="#ctx0" brushRef="#br1" timeOffset="100616">18891 10429 7533,'-17'-8'3276,"7"2"-1605,2 18-1491,8-3-180,8 32 0,-6-10-405,5 7 0,1 2-103,-3-14 0,0 0 118,1 12 0,-1 6 0,2-5 210,2-8 1,0 0-871,-3 13 1,0 6-1,-1-6 825,0-12 1,0-2-181,0 20 0,-2-2 405,-3-7 0,0-15 173,0-45-173,-8-11 225,3-15 0,0-6 1079,-3 4 1,-1-3-213,3 8 0,0-3 0,0 2 0,0 8 0,-1 2 0,2 2-276,3-3 1,2 5-457,2 5 93,24 18-274,-7 6-1258,30 0-1439,-25 0 2518,6 3 0,5 0 0,-5 0 0,2 1 0,13 2 0,0 1 0</inkml:trace>
  <inkml:trace contextRef="#ctx0" brushRef="#br1" timeOffset="101215">19103 11190 8162,'0'-14'2069,"0"-4"-630,0 17-899,0-10 899,0 9-1079,0-9 629,16 9-719,19-10-90,-4 11-1170,2-2 1,-1 0-180,-1 3 449,2 0 1,1 0 719,5 0 0,-13-2 0,-1-2 0,10-3 0</inkml:trace>
  <inkml:trace contextRef="#ctx0" brushRef="#br1" timeOffset="102249">19632 10429 7533,'-20'-8'1979,"-3"2"-1710,21 6 631,-14 12-810,14-3 360,-5 32-540,7-16 209,-1 5 1,0 7 0,3 2-90,2-1 0,2 1 0,-1 0-284,-3 0 0,-2 1 1,2 0 193,7 7 0,3 2 0,-2-7-75,-4-12 0,0-3 135,6 1 0,2-4 450,3-2-450,-7-28 269,-2-23-269,-8 4 45,7-9 0,2-4 90,-4 10 0,1 0 0,11-8 0,0 1 45,-5-5 0,11 11 0,-13 27 851,7 8-1031,-7 8 180,14 29-90,-20-12-135,4-4 0,-1 0-45,-7 14 360,-7-10 0,-1 1-270,4 11 315,-18-11 0,-3-4-225,9-11-45,-12-1 0,-1-3 45,16-6-450,-19 0-1079,22-1 179,1-12 361,9-1-450,17-12 359,11 5 90,-3 2 1,1 0 359,5-3 360,1 0 1,1 0 179,-2-1 0,-5-2 0,-1 1 0,2 6 1169,-1-23-1169,-16 30 1169,-2-19-629,-8 22 90,0-5 2646,-16 6-2595,12 0 129,-20 6-810,22-5-90,-5 28 0,14-6-180,3 10-1979,24 2 630,11-19 1080,-14 2 179,-2-20 0,-3-7 270,-12-7 810,11-21-720,-17 10 1529,-8-22-1259,0 25 1349,0-18-1259,-8 33 1169,6 15-1169,-6 10 44,7 23 1,2 5-585,-1-20 0,0 2-640,0 10 1,0 6 0,0 2 0,0-5 761,0 1 1,0 0 57,0 4 0,0 8 0,0 0 0,0-8-295,0 0 1,0-2 316,2-3 1,0 6 0,0-2-1,0-8 23,0-8 0,-2-3-182,-1 15 0,-6-8 587,-12-24 1911,-25-18-1911,7-5-406,4-10 1,0-3-45,12 13 0,0 1-810,-15-16 1,-2 2 809,14 17 0,1 1-1639,-4-8 1,1 2 973,-9 8 0,25 21 0,12 17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0:11:56.319"/>
    </inkml:context>
    <inkml:brush xml:id="br0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19156 15617 5914,'0'-15'269,"0"4"-89,0 11-180,0 0 270,0-6-180,0 5 0,0-5 90,0 0-90,0 5 90,0-5-90,0 6 1079,0 0-1079,-8 0 180,-10 17-90,-1 11-135,-4 1 0,-3 5 135,0 2 0,-3 1-1273,1-7 1,-3 1 0,2-2 1124,0 3 0,-1-2 58,0-7 0,-2 0 0,6-3-90,0 8 90,-9-5 0,-2-3-90,5 2 45,0-3 0,-2-2-45,-5-1 0,6-2 0,-1 2 0,6-3 0,1 0 0,-3-3 0,-3 1 30,3 3 0,-2 1 0,2-2 60,4-4 0,-1-1-30,-7 5 0,-4 3 0,4-3-323,-9 2 293,8-2 0,-7 2 0,6-1 15,12-6 0,1 1-75,-14 5 0,-6 3 0,1-1 30,7-4 0,0-1 0,-3 1 547,-1 1 0,-3 2 0,-1 0 0,-1-1-529,6-2 0,-1-2 0,0 0 0,-1 1 0,0-1 0,-5 2 0,-2 0 0,0 0 0,1-1 0,3 0 12,-7 1 0,4-1 0,-3 0-30,2-2 0,-2 0 0,-1 0 0,2 0 67,9 0 0,0 1 1,2 0-1,-1-2-1036,-8 1 1,1-2-1,-1 1 969,8 1 0,-2 1 0,2-1 0,5-1 45,0-1 0,4-1-231,0 0 0,-3 1 186,-3-1 0,-6 0 0,-1 0 0,5 0-227,-1 2 0,-2 0 227,0-1 0,-8 0 0,-2 1 0,2-1 0,8 0 0,1 1 0,0 0-23,-6 0 1,-8 2-1,0-1 1,8 0 22,2-1 0,0 0-45,-1-1 0,-6 1 0,-2 0 0,2-1 0,6-2 0,0 0 0,1 0 0,1 0 45,4 0 0,0 0 0,0 0 0,-3 0-54,-2 0 0,-4 0 0,0 0 0,3 0 1,6-1 53,-6 1 0,2-1 0,-2 1 0,-7 0 0,1-1 0,6-1 44,2-1 1,0-2-68,-1 1 1,-8 1 0,1 0 0,6-1 111,1-1 1,0 0-23,1 0 1,-6 0 0,0 0-1,5 0-67,-2 0 0,0 0 22,4 0 1,-5 0 0,0 0-1,5 0-22,-5 0 0,0 0 0,5 0 0,-5 0 0,-1 0 0,0 0-455,4-3 0,0 0 1,0 0-1,2 0 425,-5 2 0,1 1 0,-3-2 12,7-2 0,-4-1 0,-1-1 0,3 1 0,8 2 699,0 1 0,2 1-704,-5-3 1,-6-2-1,-2-1 1,3 1 82,-5 0 0,1-1 0,-3 0-189,11 0 1,-1 0 0,-2-2 0,0 1-1,-1 0 129,-3 0 0,-1 0 0,-1 0 0,2 1 0,4-2 30,-8-2 0,4 0 0,-1 0-30,3 3 0,-1 1 0,0 0 0,2-1 84,0 0 0,2-1 1,-2 0-85,0 2 0,-2 1 0,-1-1 0,0 0-23,-2-2 1,-1 0-1,0-1 1,1 0 22,0 1 0,1-1 0,1 1 0,2-1 0,2 1 0,2-1 0,1 1 30,1-1 0,2-1 0,2 2-30,2-1 0,3 1 411,-18-6-411,8 1 0,-4-2 90,3 3 0,-2-1-30,1-2 0,-2-2 0,3 2-60,1 1 0,0 0 30,-4-1 0,-3-1 0,7 2-30,0-1 0,4 6 0,-7 0 0,6 0 500,-8-4-500,5 6 0,-4-3 134,-1-6 1,2-1-135,11 9 0,-1-1 90,-2-6 0,-3-3 0,2 1 90,2 0 0,2 1-135,2 0 0,1 0 135,-6-5 0,3 2-90,2 4 0,3-1 0,1-1-90,-5 2 90,9-2 0,1 0-180,1 2 0,-15-14 180,15 22 149,-7-16-419,9 21 2598,-1-14-4756,8 16 1921,2-4-1382,8 5 1926,0 5 0,0 8 0,0 7 0</inkml:trace>
  <inkml:trace contextRef="#ctx0" brushRef="#br0" timeOffset="598">9102 16340 9152,'-8'-8'629,"6"-3"-359,-14 4-270,6-12 270,1-13-90,-7 9 90,6-24-180,0 30-90,6-12 0,0-1 0,-3 5 135,2-16 0,0-2-45,-5 9-1729,1-10 1,2-1 1023,5 12 786,-5-3 1,-1 0-82,6 12 346,-14-18-166,14 34-540,-6-4 360,8 12 1919,16 6-1739,10 0 0,7 1-210,5-2 0,5-1 0,-1 1 119,-8 0 1,-1-1 0,2 0-120,15-2 0,2 0 0,-7-1-240,-15 2 0,-1 0-210,8 0 0,5-1 1,-5 1 119,-9 0 0,-2 1 171,13-1 1,-3 0-1971,-11 2 2069,-7 3 0,-40 33 0,7-17 0,-1 0 0</inkml:trace>
  <inkml:trace contextRef="#ctx0" brushRef="#br0" timeOffset="3048">13053 17463 7533,'-8'-46'1529,"6"7"90,-22-4-1259,21 20-360,-13-1 629,16 47-359,-8 18-180,3-5 0,0 5-217,0-4 1,-2 3 0,2 2 238,0 2 1,0 3-1,1 1 1,0-2-930,1-5 0,1-2 1,-1 0-1,1 0 794,0 0 1,0 1-1,0-3 1,0-2-968,1 11 1,2-9 539,7-12-1708,2 16 2158,8-26 0,-1-9 0,1-7 0</inkml:trace>
  <inkml:trace contextRef="#ctx0" brushRef="#br0" timeOffset="3301">12788 17978 7533,'-23'-10'1079,"-1"0"0,-3-6 1,5-3 1079,10-22-1800,5 6-44,21 2 0,13 1-165,-2 12 0,5 4 0,3-2-648,-2-2 0,3 0 0,0-1 1,2 3-313,3 1 1,2 1-1,0 2 1,-1 0-61,4-1 1,-1 2-1,-3 4 870,7 4 0,-8 10 0,-5 27 0,-26 15 0</inkml:trace>
  <inkml:trace contextRef="#ctx0" brushRef="#br0" timeOffset="3700">13282 17978 7533,'-27'12'1079,"9"-3"90,26 9-1079,4-10 495,13-4 0,6-3-630,1 0 0,1-2 45,-1 2 0,3-2 149,3-4 1,3-4 0,-7 0-1182,6-8 852,6-3 0,-4-3 211,-21 2-76,4-5 0,-8-2 585,-29-3-360,-10-8-180,-6 29 0,-6 9 30,-1 9 0,-3 7 0,1 4 13,-1 3 0,0 5 0,2 2 69,7-3 1,1 1-1,0 1 1,3-1-83,-3 2 0,2-1 0,12 2-480,16 18 0,19-7 0,5-29 0,9-7 1,2-2-371,3 3 1,3-1 0,1 0 0,0-4 729,-4-2 1,-1-2-1,0-2 1,1-1 0,5-2-1,0-1 1,0-2-1,-3 1 1,0-1 0,-1 0-1,1 0 1</inkml:trace>
  <inkml:trace contextRef="#ctx0" brushRef="#br0" timeOffset="4401">14217 18030 7533,'20'0'1439,"-5"-5"-1259,-7-3 449,2-10-359,8 3 180,-9-20 719,15-6-1169,-20 6 540,11-7-630,-15 28 90,-7-5-90,-3 6 0,-24 6 0,9 7 0,-2 6-315,-10 13 1,1 5 314,7-9 0,1 3 45,-3 20 0,5 1-1496,7-7 1631,9-8 0,2 0-180,0 8 269,14-7 1,4 0-180,2 7 45,6-4 0,5-3-494,22-9 179,2-4-1126,-8-34 0,-4-8 1396,-9 4 242,1-16 1,-7 2 117,-18 23 449,6-19 1,-16 27-720,6 3-630,-6 31-540,7 0 1,2 1 809,-1 13-1259,9-3 0,6-2 1529,14-9 0,3-10 0,5-4 0,-1-9 0,0 0 0</inkml:trace>
  <inkml:trace contextRef="#ctx0" brushRef="#br0" timeOffset="4701">14711 18030 7533,'25'-37'539,"-13"14"361,4-24 719,-24 18 0,-2-10-1619,-8 19 540,-7 8-720,5 12 180,-5 6-90,7 7 90,2 4 0,-1 4-225,2 5 0,1 1 135,-1-3 0,2 0-180,3 6 1,4 1 89,6 15 0,8-11-225,9-3 0,7-4-270,3-15 1,3-2-91,14 6 1,0-3 764,-14-7 0,-3-8 0,4-18 0,-5-10 0,-12-2 0,0-1 0</inkml:trace>
  <inkml:trace contextRef="#ctx0" brushRef="#br0" timeOffset="5118">15011 17488 7533,'0'-47'1259,"0"-2"-1079,0 28 809,0-9-359,0 15 359,-8 2-809,6 7 270,-6 12-270,8 1-180,0 35-180,-8-11 90,7 16 0,0 2-646,-3-19 1,0 1 615,4 4 0,0 5 1,0-5 74,0-4 0,0 2-105,2 12 0,1 7 0,0-6 105,2-14 0,0-1-105,2 12 0,2 5 0,1-8-30,9-3-45,-3-16 1,1-5 44,3-10 270,-2-13 0,-3-18 269,3-19 1,-12 17 0,0-1 449,9-19 541,-15 5-361,0 34-1079,0-3 1471,0 16-1561,8 20-630,-1 2 1,4 3 809,18 8 0,9-2 0,-8-15 0,3-2 0,4-3 0,10-2 0,1-1 0,0 0 0</inkml:trace>
  <inkml:trace contextRef="#ctx0" brushRef="#br0" timeOffset="5998">15505 18056 7533,'-47'7'2698,"5"11"-2518,33-16 0,16 21 0,5-20 90,12 6 0,1-1-270,-1-6 0,3 1 0,3-1 449,15-13-629,2 2 45,-1-10 1,-2-3-252,-7 3 326,-6-2 0,4-5 0,-5 3 150,3-4-90,-5-4 0,-5-4 450,-11 8 0,-6 2-270,-6-12 809,-18-5-809,-9 35 540,-8-4-720,-1 9-90,9-4 0,-6 21 0,1 5-450,13-6 216,-16 15 1,-1 7 53,20-10 1,3 0 269,-2-1 0,0 1-90,1 11 0,5-2 180,9-11-45,10 3 0,3-1 225,1-3-315,5-4 0,3-1 135,6 2-270,2-5 0,6-5 0,11-8 0,4-7-209,-7-2 1,2-3-1,-1-4 366,-8-1 1,0-3 0,-1-1-1,-2-3-621,4-7 0,-2-3 0,-3 0 644,-7 8 0,-3 1 0,-3-3-69,0-17 0,-7 3 428,-3 13-59,-11-4 0,-6 3 59,-5 12 846,-5-8-1295,1 17 2347,14 1-3246,-6 12 2479,8 1-1760,8 28 135,3-7 0,4 3 255,1 0 0,2 2 0,1 1-696,0 3 1,0 2 0,-1-3 665,6 5 0,-3-1 315,-6 2 0,-6-6-45,-9-19 359,-24 18-629,11-33-135,-15 4 0,-1-1-135,5-5-989,-4 0 0,0 0 719,6 0 180,-11 0-3007,23 6 3219,2-4 0,32 21 1,5-1-1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09:50:23.220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00B050"/>
    </inkml:brush>
  </inkml:definitions>
  <inkml:trace contextRef="#ctx0" brushRef="#br0">4092 1123 7533,'10'-13'629,"-2"0"1,0 0-270,-6 0-90,6 0-90,-8 6 449,0-10-539,0 14 90,7-8-180,-5 11 0,6 0 360,-8 0-180,0 0 90,0 5-1,0 14-269,-6 5 0,-4 8-75,1-1 0,-3 8 0,-2 5 0,0 1 0,1-1 1,1-6-588,-2 7 0,2-4 0,-3 6 713,2-7 0,-3 7 1,0 4-1,-1 1 1,1-3-1,1-5 1,4-8 37,-1 6 1,0-3 0,0 1 0,-4 6 0,1-2 0,2-7 270,2-8 0,0-3-1,-7 21 1,3-3 540,5-4-360,2-7-91,16-15 91,10-12-360,7-12 0,1-5-90,-1 1-360,16-5 0,4 0-405,-20 6 1,1 4-965,22 7 1,0 6 1584,-17-2 1,-5 5-1,-2 7 1,-7 3-1,-9 10 1</inkml:trace>
  <inkml:trace contextRef="#ctx0" brushRef="#br0" timeOffset="500">4463 1949 7533,'0'-21'1619,"0"-8"-1439,0 9 0,0-2-90,0 4 89,-8 6-269,-2 17 270,-8 13-180,1 5 225,7 12 0,2 1 135,-2-1-150,7-3 0,0 5 0,1-6-134,2 5 59,1 6 0,6-1-630,16-15 1,3-4 404,-9-3 0,2-2-350,24-4 0,4-15 20,-21-16 0,-3-11 0,0 3-160,7 1 1,-1-2 579,-5-6 0,-1-6 0,-5 4 45,-7 7 0,-3 1 764,6-11 1,-2 0-720,-2-5 2303,-10 7-2033,-10 31 989,-8 28-809,1-6-91,6 14 1,4 4-540,-3 4-495,12 5 1,4 2 44,6 0-809,10-5 0,5-3 0,4-8 1379,-7-8 1,3-8 0,13-30 0,2-13 0,-10 9 0,-1 1 0,0-1 0</inkml:trace>
  <inkml:trace contextRef="#ctx0" brushRef="#br0" timeOffset="1812">6015 1342 7533,'0'-20'1889,"0"-4"-1530,0 15 271,0-2-180,0 11 359,0 23-989,0 0 360,0 22 0,0 6-315,0-21 0,0 3-685,0 2 1,0 6 0,0 2 0,0-6 402,0 5 0,0-1 237,0-5 0,0 5 0,0-1 0,0-5-10,-1 0 1,2-2-306,1 18 0,4-7 315,4-19-179,-1-8 269,-1-31 0,-3-14 0,-2-4 0,-1-14-655,0 10 1,2-5 0,-2 3 699,-1 8 0,-2-2 15,-3-13 0,-3-6 0,2 4 851,3 9 0,0 0-821,-3 1 0,-2-5 0,0 0 0,3 5 405,2-1 0,2 0-166,-3-7 1,0-5 0,1 8 390,2-7 89,2 8 1,4 4-70,4 16 70,15 2-46,15 21 1,2 8-495,-1 0-771,-3 3 0,7 5 1,-8-2 590,-2 3 30,-6-3 0,4 4 0,-5-3 970,6 0-1000,-13-2 0,-1 1 831,3 7-1011,-26 5 90,8-1 180,-22-11 0,-7-2-450,-7 1 180,-6-3 1,-1 0 89,-3-4 45,0 2 0,0-2 45,8-7 45,-1 5 0,3 0 134,17-5 91,-9 22-180,31-7-45,5 8 0,7 6-15,7-2 0,7 2 0,-1 1-857,-3 1 0,-1 1 0,2-1 827,4-1 0,2-1 0,-5 1 30,-10 0 0,-2 1 0,-3-6 1781,10 8-1766,-12-1 0,-4-1 585,-9-3 330,-15-3 0,-8-3-735,-2-10 0,-3-3-225,-4 3 0,-2-2-180,-7-7 0,3-2-563,3-2 653,-16-6 2214,8-1-2934,17-1 540,-17 2-1529,31 6 1350,10 0-1980,26 12 2069,-5-9 360,20 14 0,1-19 0,7-6 0,-12 5 0,1 1 0,0-1 0</inkml:trace>
  <inkml:trace contextRef="#ctx0" brushRef="#br0" timeOffset="2297">6897 1910 7533,'-10'-21'3276,"-14"-8"-1695,21 21-232,-13-17-1079,8-1-360,6 10-270,-14-7 270,7 22-90,-9-5 90,0 6-629,-15 29 449,11-10 405,1 17 0,1 5-45,1-1 359,4 7 1,4 2-270,9-17 0,2-1-180,-2 3 0,6-2-450,18-4 1,5-7 269,7-7-516,-1-6 1,0-4 156,-3-10 89,2-6 0,0-6 405,-10-10 0,-3-3 135,5 6 0,-3-1 154,-1-14 1,-8 2 205,-10 14 1799,6-17-1799,-16 32 1677,-2 9-1947,-8 9 90,-7 32 0,13-22-495,-1 12 0,3 2 315,8-13-1729,0 15 1,4 0-1112,7-9 2210,3-4 1,2-1-990,6-2 1529,21-6 0,-12-21 0,2-6 0,11-1 0,-1 0 0</inkml:trace>
  <inkml:trace contextRef="#ctx0" brushRef="#br0" timeOffset="2529">7355 1923 14998,'0'15'540,"0"2"-630,0-5 90,0 3-989,8 32 809,-6-21-1459,2 9 1,0 1 957,-4-4-848,-1-4 0,2-1 1529,7-6 0,-6-13 0,6-17 0</inkml:trace>
  <inkml:trace contextRef="#ctx0" brushRef="#br0" timeOffset="2696">7320 1574 7533,'-17'-20'1638,"-1"0"0,-2-5 483,5 7-2121,22 17 0,11-5 0,10 6 0</inkml:trace>
  <inkml:trace contextRef="#ctx0" brushRef="#br0" timeOffset="5014">14270 1174 7533,'-5'-26'899,"0"-1"1,-3-5-91,8 14-359,0 18 539,0 40-629,0-12-210,0 7 0,0 9 0,0-4-581,0-12 0,0 2 408,0 7 1,0 6 0,0 1-1,0-7-284,0-1 1,0 0 261,0 3 0,0 8 0,0 0 0,0-7 0,1 0 0,-2-1-338,1-3 1,-1 6 0,-1-2 0,-3-7 247,-3-8 0,-1-2 45,5 11 0,-4-9 1080,-31-36-810,33 0-135,-14-7 0,1-5 854,15-23-989,-12 9 90,24 6 0,8 3-90,5 5 0,12-4 0,1 0-1805,-1-3 1895,-1 9 0,1-1 45,-7-1 0,1 2-160,3 7 1,4-2-246,4-8 0,3-4 1,-2 3 224,1 5 0,0 0 22,-9-2 1,3-4 0,-2 0-1,-3 4 68,2-1 0,-3 0 15,-4-9 0,0-6 0,-6 6-150,2-10 540,-13 9 0,-2-6 0,-1 5 269,-4-13-389,-4 13 0,-2-6 0,0 5 75,0 8 0,0 1 224,-2-18 1,-2 3 270,-5 11 89,5 12-854,-7 33 0,1 13 45,2 17-357,3-10 0,-3 8 1,1 3-1,4-3 57,5 5 0,4-1 1,-2 1 186,-3-6 1,-3 1-1,2 0 1,1 2-68,5 5 0,2 2 0,1-1 0,0-7 0,1 0 0,2 0-68,1-3 1,1 7 0,1-2 0,0-8 1150,2-8 1,0-2-1204,2 8 0,1 3 0,0-8-330,6-5-181,5 10-1258,-7-25 1979,0-9 0,-1 3 0,1-5 0</inkml:trace>
  <inkml:trace contextRef="#ctx0" brushRef="#br0" timeOffset="5431">15169 1833 7533,'-3'-29'1638,"-1"-1"0,2-16 842,-6 20-1850,0 15-630,6 11 180,-14 23-180,14-6-180,-9 14 0,-1 4 180,8 3-405,-8 4 1,0 1 224,10 2-270,1-6 0,2 0 270,9-1-225,7 0 1,7-5 134,2-22 0,3-7 180,4 1 0,-1-6 270,-4-10 0,-3-8-90,-1-19 0,-7-3 360,-5 1 134,1-8 1,-3 1-135,-8 13 89,2-3 1,0 2-270,-4 12 1349,-8-1-1619,-2 41 0,1 0-540,3 17 1,4 4-1080,2 2 764,-1 4 1,2 3-785,6-13 1,2-2 772,-4 0 1,1-2 865,4-2 0,6-7 0,13-19 0,6-8 0,4-2 0,-1 0 0</inkml:trace>
  <inkml:trace contextRef="#ctx0" brushRef="#br0" timeOffset="5632">15716 1858 14009,'-10'13'810,"3"29"-1890,14-16 1,1 2-316,-6 9 1,0 0 1394,9-9 0,2-3 0,4 5 0,11-25 0</inkml:trace>
  <inkml:trace contextRef="#ctx0" brushRef="#br0" timeOffset="5798">15716 1613 7533,'-25'-27'2878,"5"2"-1439,-5 18-269,7 1-1170,8 6-3277,2 6 3212,16 1 1,10 30 0,-4-17 0,-1 1 0</inkml:trace>
  <inkml:trace contextRef="#ctx0" brushRef="#br0" timeOffset="7286">16475 1071 7533,'-10'-13'899,"-6"0"450,6 0-809,1 6 270,-15 7-630,12 13-1,-8 12 1,-1 4-180,7 17-489,0-6 0,-4 8 1,3 2 330,8-4 1,1 2-1,2 2 1,0 0-5,0-6 0,-1 0 0,1 1 0,0 0 0,1-2 94,0 5 1,-1 0 0,2-2 0,5-3-173,7 2 0,5-2 0,2-14 60,14-13 180,2-10 0,1-6-90,-3-15-937,2-10 0,-1-4 1027,-1-10 30,-12 9 0,1-5 0,0 4-65,-1 8 0,-1-1 95,0-8 0,0-5 0,-3 4-15,-4 6 0,0 2-45,12-26 269,-23 51 631,8 80-765,-4-51 0,2 1-93,0 6 1,2 5-1,3-5 3,9-2 0,3-2-45,-1-3 0,3 0 0,-1-2 0,3 2 0,5-3-150,3-5 0,5-3 1,-2-9 463,2-17 1,-1-6-180,7 8 0,-2-6 45,-11-19 0,-7-6 0,-11 6 0,-5-4-31,-2-1 1,-2-4 0,-2-3-285,-4 3 0,-2-3 0,-1 0 1,2 2-16,3-3 0,0 1 0,-2-1-8,-6 2 1,-2-4 0,-2 2-1,2 9 105,3 6 0,-1 4-532,-3-7 1,0 4 314,1 15-1169,8 19 1079,8 8 494,10 18 1,-2-13-1,3 1 1,3 3 0,1 0-1</inkml:trace>
  <inkml:trace contextRef="#ctx0" brushRef="#br0" timeOffset="7720">17886 1730 7533,'-28'-13'2248,"-13"-6"-1798,20 4 584,-4 3 1,1 0-675,2 3-91,-7 0 1,1 2-90,13 5-495,-12 5 1,-1 5-181,12 13 0,2 3 46,-15 14 89,14 4 0,6 0 360,9-10 0,-1 7 0,2 0 90,7-7 0,7 1 0,4-1 0,4-7 134,9 0 1,1-3-45,-10-12-1819,9-2 1,1-4 1383,-2-11 775,-2-11 0,1-6-250,-2-8 0,-3-2-225,-9 8 0,-1-1 179,8-7 1,-6 3 315,-15 11-270,5 0 449,-7-4 541,-15 21 1592,11-1-4021,-20 34 629,22-7-495,-2 6 1,0 2 45,4 1-496,2 0 1,4 1 1484,20 3 0,-6-20 0,5-5 0,6-6 0,1 1 0</inkml:trace>
  <inkml:trace contextRef="#ctx0" brushRef="#br0" timeOffset="8100">18186 1897 7533,'0'-29'1638,"0"-1"0,0-4 483,-8 11-1672,6 23 1,-14 0-450,14 11 0,-6 38-1079,8-3 387,0-14 0,0-1-478,0 1 110,0-2 611,0-14-901,16 20 991,-12-27-271,35 9 990,-25-24-405,6-10 0,1-4 854,-1-6 180,-3-14 1,-1-3-180,-4 9 179,1-3 1,-3 2-271,-8 12 451,6-13-811,-8 27-359,0-2 90,0 17-359,0 13 358,0-4-1798,8 33 1530,-6-30-1261,6 14 1,0 1 1079,-6-13-540,9 12 1,1 0 0,-8-13 899,19 17 0,-5-29 0,10-1 0</inkml:trace>
  <inkml:trace contextRef="#ctx0" brushRef="#br0" timeOffset="8666">18821 1833 7533,'-10'-13'359,"-6"6"1800,6-5-1709,1 11 989,-7-5-1169,6 6 450,-7 17-540,-1-7-180,8 15 0,2 4 179,-2-4-314,2 8 1,1 0-766,5-3 540,0 1 0,4-2-539,8-4-540,23 10 1169,-12-27-45,4-12 0,-1-4 225,-2-8 225,3-12 0,-1-10 344,-10 7 1,-2-2 0,-1 0-571,4-8 1,0 0 540,-3 2 0,-1-2 0,-3 8-92,-6 1 1711,6-9-1799,-16 39 0,6 44 0,-6-8-1311,7 5 0,1 9 1,1-4 815,-1-10 0,0 3 189,2-1 0,2 8 0,-1 2 0,1-1 0,-1-6-147,-2-3 0,0-5 0,1 7 228,2 0 0,1 8 0,1 3 0,1 0 0,-2-3 0,-1-6 75,-2 0 0,-2-5 0,2 5-49,3 2 1,2 7 0,1 1 0,-1-3 0,-3-8-72,-1 2 0,-2-4 240,3 2 0,0 3 0,-4-10 120,-10-7 571,-7-8 1,-7-6-842,-17-23 0,-4-10-280,13 12 1,-1 0-418,1-4 0,-5-5 0,0 1 0,6 3 562,4 2 0,-1 1-975,-11-2 1,-5-2 0,4 5 1539,8 6 1,3 1-521,-3-4 0,3 4 0,-2 16 0,21 3 0</inkml:trace>
  <inkml:trace contextRef="#ctx0" brushRef="#br0" timeOffset="9873">27111 1161 7533,'0'-32'629,"0"-11"1170,0-3-180,0 15-809,-8 20-361,3 37 1,0 15-360,-3-14 0,-1 2-1131,2 16 1,1 7-1,1-5 1041,0-13 0,0 2-68,2 1 1,1 5 0,1 3-1,-1-1-524,1-3 0,1 0 1,0 0-1,1 1 187,4 1 0,1 1 1,1-1-1,-1-1-135,-3 8 1,0-1-1,5-8 90,12-5 1,1-11 449,-9-14 0,19-34 0,-11-6 0</inkml:trace>
  <inkml:trace contextRef="#ctx0" brushRef="#br0" timeOffset="10329">27658 1794 7533,'17'-40'0,"1"8"2698,-8-4-809,-2 2-1259,-8-1-360,-8 5-91,-2 17 1,-15 6-1169,-11 2 1079,7 10-1215,-4 8 1,1 5 584,7 6-553,-1-1 1,-4 5 0,5-2-399,0 14 1611,1-7 0,-4 5 0,7-1 460,14-1 1,7 0-176,-3 10 0,8-2-315,10-15 0,9-6 180,16-7 0,4-8-226,-19-6 1,1-4 45,9-4 0,3-2 0,-5-2 0,4-13-150,-3 3 0,6-3 0,-10 0 150,-11-10-90,15-6 0,-5 0 180,-25 8-45,2 2 0,-4 4 765,-12 9 89,-23-1-359,19 17-271,-11 9 1,3 5-360,16 3-1518,-10 9 1,1 2 1067,13 2-745,-3 3 1,2 0 564,11-1-625,3-2 0,3-1 805,16-5 450,1-6 0,4-6 0,-3-22 0,1-8 0,11 0 0,0-1 0</inkml:trace>
  <inkml:trace contextRef="#ctx0" brushRef="#br0" timeOffset="10512">28063 1884 8072,'8'-31'2519,"2"3"-2069,0 2-91,6 8-628,-7 11 269,9 1-630,-8 23-899,-2-7 1529,-8 21 0,0-3 0,0 4 0,0 6 0,0-1 0</inkml:trace>
  <inkml:trace contextRef="#ctx0" brushRef="#br0" timeOffset="10963">28399 1858 7533,'0'-40'3276,"0"3"-2415,0 17-411,7 7-900,-5 8 180,14 22 1,-14 16 179,6 2-450,-7 0 0,-2 2 270,0-6 1,2 0-1,4 9 0,6-1 90,16 2 630,18-42-1,-22-17 1,0-11 0,0 0-1,-1-2 1,-1-1 0,0-1-1072,1-3 0,0 0 0,-3 3 801,0 2 1,-3 3 450,0-6-270,-16 32-180,0 2-180,0 2 180,0 9 0,8 20-900,10 4 540,-7 5-585,5-15 1,0-2 404,-5-1-495,2 0 1,0 0 494,5-1 1164,-9 3 0,-17-17 0,-11-1 0</inkml:trace>
  <inkml:trace contextRef="#ctx0" brushRef="#br0" timeOffset="11113">28399 1278 7533,'-44'-12'1638,"14"9"0,0 3-1316,-4 6-322,3 4 0,72 15 0,-12-19 0,-1 1 0</inkml:trace>
  <inkml:trace contextRef="#ctx0" brushRef="#br0" timeOffset="13766">5486 3239 6633,'0'-20'900,"0"2"-720,0 11 359,-8-5-359,6 11 0,-6-5 90,8 6 270,0-6-450,0 5 89,0-5-179,0 6 1350,0 0-1080,0 12-181,0-9 1,0 25 360,8 17-762,-6-1 461,2-11 1,2 6 0,0 2-920,-2 1 1,1 4-1,-1 0 1,0-2 791,-1-7 0,0-1 1,0 1-1,0 4-7,0 2 0,0 7 0,0 2 0,0 0 0,-1-4 0,0-7-346,-2 1 1,0-6 0,0 5 345,-1-3 0,1 5 0,0 2 0,0 1 0,0-1 0,1-5 30,0 5 0,1-4 0,0-1 0,0 0-45,1 0 0,-1 0 0,0-1 0,1-1 30,2 11 0,1 0 0,1-11 60,3-6-130,2-2 0,-1-2 40,-7-10 228,20 23-408,-22-25 90,13 14-180,-13-16 2281,6 5-2371,-8-6 1131,0-6-951,0-1 641,0-6-731,0 0-152,0-6-2636,0 5 3096,0-11 1,-8 11 0,-2-5 0</inkml:trace>
  <inkml:trace contextRef="#ctx0" brushRef="#br0" timeOffset="14166">5450 5007 7443,'-27'0'1079,"9"0"-629,11 0 719,7 0 90,7 18-4341,11 15 3532,2-3-569,-5 6 0,3-2 299,9-7-185,-9 12 1,0 0 184,9-8-45,-5-3 0,-3-1 135,-5-6 212,25-13-122,-35-17-1,15-23 1,1-7-495,-13 13 0,0-3-113,3-5 1,4-6 0,-1-1 0,-1 5 22,-1 0 0,0-1-45,-3 1 0,1-6 0,0 0 1,-2 7-752,-1 3 0,-2 3 1021,-1-13 0,-6 15 0,-15 40 0,-6 14 0,-4 13 0,0-1 0</inkml:trace>
  <inkml:trace contextRef="#ctx0" brushRef="#br0" timeOffset="16230">3651 6169 6183,'-8'-37'2429,"-1"8"-2069,-1-8 359,-6 0-539,14 14 900,-21-19 269,19 26-629,-20 32-541,14 10-1272,2 11 1,0 12 0,-1-3 783,-1-5 1,0 4 236,5-7 0,-1 7 0,1 3 0,0-3 0,1-4 12,0-4 0,1-3 0,0 4-228,1 4 0,0 8 0,0 1 1,1-2-1,0-8 153,0 5 0,2-1-383,5-5 1,3 6 0,0-1 0,-1-10 860,-1 7-1153,23-9 1,3-8 269,-17-17 540,13-7 0,-1-8 0,-15-19 0,11-14 0</inkml:trace>
  <inkml:trace contextRef="#ctx0" brushRef="#br0" timeOffset="16596">3810 6853 8612,'0'-14'2519,"-8"3"-2339,6 11 629,-6 11-629,8 3-90,0 6 270,0 16-630,0-13 360,3 7 0,2 0-630,5-4-135,1 7 1,3-1 224,14-14-539,7 13 629,-7-26-45,-6-16 0,-3-6 135,-5-7 0,6-15 1,-1-2 89,-8 1 405,2-4 0,0 0-225,-3 10 989,-5 0 1,-2 2 269,-3 15-90,0-6-449,0 23 359,0 23-989,0-6 135,0 15 0,0 2-765,0 0-180,0 4 1,7 1-920,17-11 1,1-2 417,-5 17 1221,11-18 0,1-15 0,-20-31 0,-5-17 0,1-1 0,7-2 0,0 1 0,0-1 0</inkml:trace>
  <inkml:trace contextRef="#ctx0" brushRef="#br0" timeOffset="17181">4357 6182 7533,'-18'-5'3148,"-7"3"-1619,13 42-1349,-4-11-480,13 1 1,3 8-1,3 1 120,3 5 0,3 1 0,0 1-640,-3-7 1,1 1 0,0 0 0,2-2 99,5 10 0,1-2 1,1 0-374,1-1 1,0-1 0,0-9 1423,13 0-601,-11-2 0,-5-13 270,-12-41 0,-12-9 0,-2 7 0,-3-2-169,-6-15 1,-1 3 393,3 19 0,0 2 494,1-18 1,1 2 1776,-8 4-2046,7 3 180,8 0-181,2 11-89,8-5 0,0 6-180,0 0-90,39 6-540,-12 11 0,3 4-854,15 1 0,0 3 2623,-7 0 0,-3 3-2399,1 13 1,-5 3 719,-15-10 1,-3 3 449,6 20 0,-5 5 449,-11-11 1,-4-2 178,5 1 1,-2-1 90,-9-4 1,-2-3-90,8 0 1079,-7 1-1080,8-41-359,8-27-180,-7-1-120,6 7 0,2-6 0,-1 2-60,-2-1 0,0 1 45,2-7 0,1 0-315,-1 6 0,0 8-191,2 13 11,0 10-2248,13 43 1438,-6-10 1,1 1 1259,1 3 0,2-2 0,7-2 0,2-3 0,-7-9 0,0 1 0</inkml:trace>
  <inkml:trace contextRef="#ctx0" brushRef="#br0" timeOffset="17462">4992 6879 7533,'17'-20'1079,"-7"-16"90,-2 19-89,-8-19-720,0 22 1978,-8-11-1978,-2 17 360,-7-4-361,-1 12-89,1 17-360,-1-1 90,8 33 0,2-19-990,12 11 1,8 1-180,3-17 0,5-2 494,9 11 1,5-11 988,-1-25 1,-1-13 404,-9-10 1,-9-6-225,-13-9 0,-12-1-450,-13 8 0,-7 8-1485,3 12 1,-1 7 1439,-14 15 0,51 22 0,21 2 0</inkml:trace>
  <inkml:trace contextRef="#ctx0" brushRef="#br0" timeOffset="18413">5733 6040 7533,'-26'9'3276,"14"2"-2809,3 20 0,1 13 0,2 0-347,4-9 0,2-2 0,0 2-1213,-3 12 1,0 2 0,1-2 334,4-13 1,1-1 0,0 0 787,-3 4 0,-1 0 0,4-1 240,11 10 1,3 0-901,-10-6 0,-1 3 1,3-6 269,8-3 0,1-6-166,0 2-463,-10-73-404,-19-1 1,-2-3 1302,11 7 0,-2-1-90,-10-1 0,-5-3 1,5 8 2616,8-5-2302,-14-1 0,1 3 2653,15 16 61,-12-7-2219,16 26 449,8 28-1079,2 0 90,14 9 0,9 3-360,6-9 1,4-2 126,-1 1 0,2-4-277,-8-10 0,1-2 0,-2-6 15,3-10 1,-3-3 1939,-5 6 0,-3-2-1265,-4-14 0,-5-2-180,-10 5 1169,-32-19 271,-5 27-856,2 8 1,1 2-675,-4 2 360,-9 20-630,35-14 360,-19 21-450,13-14-180,0 20 360,2-21-90,8 27 180,8-19-90,3 6 1,4 2 224,1-8 0,5-3-180,8 1 0,3-2 135,-9-5 0,1-5 314,2-13 1,-1-4-315,2 0 225,-9-11 0,-3-4 135,-3-1 0,-1-13 0,-6-3-136,-12 13 1,-2 2-11,5-8 0,-4 1-619,-15 5 0,-3 6 225,3 5-675,-2 6 1,1 3 45,4 7-1260,3 11 1349,9-2 720,8 9 0,22-2 0,11-1 0,1 2 0,0 0 0</inkml:trace>
  <inkml:trace contextRef="#ctx0" brushRef="#br0" timeOffset="19262">6914 6905 8882,'0'14'2159,"-7"-14"-1440,5-42-899,-6 8 270,6-7 0,4-6-1729,2 1 1,0 0 841,-3 2 1,0-4 773,2 5 1,1-5 0,0-1-1,0 4 53,0 2 0,-2 2 0,2 0 90,1-5 0,1-2 0,1 4 284,1-9 1,1 12 1139,1 23-825,14 1-269,-5 59-270,1-15-20,-9 2 1,0 7 0,-2 0-71,2 5 0,-2 1-45,0 1 0,1 3-293,-2-11 1,1 4 0,-1 0 0,-1-4-1058,-1 7 1,0 0 794,-1-4 1,2 2-1,-2-3-750,0 0 1,-2-7 2780,-3-9-1881,-8-3 360,-17-36 0,-5 3 0,9 3 0,-1-2 404,0-1 1,1 0-225,0-1 1458,-4-4 0,2-1 548,10-8-2006,-5-10-899,59 13 314,-5 12 0,3 4-738,-2 5 0,2 1 453,2-3 1,2-2-1,-5 2 690,9 4 0,-15-5 0,8-5 0,2-3 0,-3 2 0,2-3 0,0 0 0,0 1 0</inkml:trace>
  <inkml:trace contextRef="#ctx0" brushRef="#br0" timeOffset="19415">7691 6260 7533,'0'-42'2428,"0"6"271,0 29-630,-8 19-1350,2 21 1,2 13-900,0-4 0,1 6 0,0 1-640,0-6 1,0 1 0,1 1 0,2-2-16,4 5 1,1-2-1,2-1 385,-3-4 1,1-2-1,6-6 593,12-3 0,5-11 1,19-19-1,-17-14 0,0 0 1</inkml:trace>
  <inkml:trace contextRef="#ctx0" brushRef="#br0" timeOffset="20565">16722 3020 7533,'-5'-30'1638,"0"-1"0,-3-13-507,0 43-951,6 17 135,-2 23 0,0 6-135,4-15 0,0 2-1000,-2 7 1,-3 9 0,0 1 0,2-6 736,1 4 1,0 2 82,-2-10 0,-1 5 0,-1 5 0,0 1 0,0 0 0,1-2-265,3-5 0,-1-1 0,2 0 0,-1 0 1,1 0-1,-1 0 265,-2 6 0,1-1 0,-1 1 0,0-1 0,1 1-322,1 3 1,0 3 0,0-2-1,1-4 1,0-10 321,1-5 0,0-4-14,4 20 1,0-4 102,-2-14 1102,14 12-1461,-7-23 90,1-7 926,-2-2-926,-8-9 2054,0 4-2773,0-6 668,0 0 0,-23-12 0,-7-2 0</inkml:trace>
  <inkml:trace contextRef="#ctx0" brushRef="#br0" timeOffset="20900">16316 4324 7533,'-29'-21'2788,"-3"9"-899,38 34-1350,12 5 1,5 5-420,-4-2 0,1 2 0,0 0-369,1-5 0,0 0 0,2 0 309,7 8 0,2 1 0,-6-5 30,-13-7 0,1-2 30,15 4 0,7 0 0,-5-5-30,13 2 45,2-19 0,0-8-45,-5-13-60,-14-8 0,3-8 0,-7 2-75,-9 7 0,-2-2 75,7-15 0,2-7 0,-5 5-210,-8 12 0,-4 0-300,2-8 0,0-5 1,-2 7 209,-4-5 135,-4 13 0,0 5-675,2 19 584,-6 5-224,0 0 450,6 5 0,-5 26 0,7 10 0</inkml:trace>
  <inkml:trace contextRef="#ctx0" brushRef="#br0" timeOffset="21832">15399 6556 8522,'-10'0'990,"2"0"1078,8 0-1348,0 0 449,8-23-1079,10 6 135,2-19 0,3-5-225,-4 18 0,1-1-820,-3-6 1,0-7 0,0-1 0,-1 5 376,3-5 1,1-1 374,-4-2 1,2-6 0,-1 0 0,-2 7 296,2 2 1,-2 2-320,-1-8 0,1-4 0,-3 10 1,-2 11 89,-2-13 0,-8 45-180,-8 14 180,6 2-1233,-6 14 0,0 2 1233,6 5-30,0-6 0,-2 8 0,2-6 1016,2-12 1,0-1-1047,2 13 0,0 6 0,2-7-120,6 5 45,6 0 0,9-7 0,5-29 0,3-6 135,-8 4 0,1-6-120,4-13 0,3-11 1,-8 0 74,-11 1 0,-3-3 0,6-2 0,2-5 0,1-1 0,-3 5-189,-1 0 1,-1-2 233,-2-4 0,0-6 0,0-2 0,-1 3 209,1 1 1,-1 2 0,-1 0-240,-4 1 0,-1 1 1,0 1 1558,10-39-1260,-16 75 1620,0 47-1529,0-13-135,-4 8 0,0 1 2302,2 6-2587,-1-15 0,0 5 0,1-3-165,2-8 1,0 1-106,0 14 0,0 7 0,0-7 150,0-14 0,0-2-270,4 12 1,2 5-1,0-6 180,-1-10 1,2-3 284,4 9 1,3 0-2355,12 8 90,9-24 2249,-14 5 0,0-42 0,-2-14 0,-10 1 0,1 0 0</inkml:trace>
  <inkml:trace contextRef="#ctx0" brushRef="#br0" timeOffset="22182">16880 5614 7533,'-7'-36'3276,"5"2"0,-14 44-2812,14-1-914,-6 17 450,0-3 0,0 2-540,-3 18-553,-1-8 1,-3 7 0,1-4 290,-1-4 0,0 2 802,3 5 0,-1 7 0,0 1 0,0-8 116,-6 0 0,1 0-4,8-1 1,1 6-1,1-1 1,0-8 67,-2-8 0,2-2 359,1 14 1,6-4 0,9-18 1708,18-6-1798,3-13 180,0-2 0,1-3-181,1-8-89,6 7 0,-1-1-180,-11-5-945,14 7 1,2 3 854,-7-4-90,-4 4 0,-1 4 0,-2 15 0,-2 4 0</inkml:trace>
  <inkml:trace contextRef="#ctx0" brushRef="#br0" timeOffset="23350">27887 3123 7533,'13'-37'329,"0"0"1,-3 2 0,-1 1-150,1 1 0,-2 0 224,-3 4 1,-2 4-45,-3 9 450,0-1-450,-8 17 359,-2 5-449,0 8 180,2 15 0,1 5-271,-3 14-432,5-16 1,1 5 0,-1 5 0,1 0 288,0 0 0,1 1 0,0 3 0,-1 1 0,0 3-436,1-6 1,-1 3 0,0 1-1,-1 1 1,1 2 0,-1 0 0,1 0-1,0-1 290,1-3 0,-1 1 0,1 0 0,0 1 0,0-1 1,-1 0-1,1-1 0,0 0 0,0-2-159,-1 4 1,0 0-1,0-1 1,-1-1 0,1-1-1,1-2 1,-1-1 268,0 7 0,1 0 0,-1-2 0,1-6 0,2-7-45,0-4 0,2-6-644,-1 2 1,0-1 1048,0 12-3,0-6 1,0 0-178,0 8 444,0-1 0,0-3-534,0-13 1230,0 3-1679,0-20 1297,0-5-1208,0-5-1799,0-14 1619,0 3-642,0-19 1092,0 24 0,-8 0 0,-2 18 0</inkml:trace>
  <inkml:trace contextRef="#ctx0" brushRef="#br0" timeOffset="23719">27587 4595 7533,'-17'-14'180,"-9"2"-180,14-1 0,-11 6 0,13-4 1349,-8 9-1259,9-3 899,-7 5-1169,14 0 270,10 22 180,-4 1 0,10 13 0,3 1 0,3 4-979,-7-10 1,2 6 0,0-5 843,-1-11 0,1-1 135,4 12 0,1 6 0,-2-6 89,6 8-119,-2-14 0,5 2 0,-4-4-60,3 0 359,13-11 1,2-7-180,-16-15-150,1-13 0,4-9 0,-5 1-396,-8 6 0,-1-3 141,2-9 0,2-7 0,0-2 0,-3 8 180,-1 3 0,-1 0-788,-1-4 1,2-7 0,-1 0 0,-3 7-23,-5 4 1,-1 3-965,6-11 1,-8 16 1494,-14 34 1,-2 20-1,-1 9 1,-1 6 0,0 0-1</inkml:trace>
  <inkml:trace contextRef="#ctx0" brushRef="#br0" timeOffset="24566">27182 5704 7533,'-18'-14'1169,"8"-9"-899,2 15 90,0-5 359,6 7-539,-5 6-360,14 6 360,-5 1 90,6 29-90,-8-12-135,0 19 0,0 3-135,0 3-1003,0-5 1,0 8 0,0-5 989,0-11 1,0 0 124,0 4 1,0 7-1,0-1 1,0-6-153,0-2 1,0-2 188,0 9 1,0 6 0,0-10-60,0-1 180,4-11 0,0-5-90,-2-17 360,6-1 90,0-17 2736,-6 2-2209,13-32-798,-5 17 104,-2-8 0,2-3-13,6 12 0,1-2-181,-4-8 1,-2-5 0,2 4-90,9 4 0,1-2 0,-3-11 0,0-7 0,-1 7-90,0 14 0,1 1-30,2-11 0,2-6 0,-3 8-972,-5 13 0,-1 2 1002,3-12 0,-2 2 0,-1 11-1080,-5-9-449,8 10 1169,-8 5-899,-2-2 809,-1 16-1431,3-5 1521,0 6 837,-2 0 0,-8 12 1,0 2-1</inkml:trace>
  <inkml:trace contextRef="#ctx0" brushRef="#br0" timeOffset="24783">27428 6143 7533,'-7'32'3276,"20"-5"-2621,-1-2 1,4-1-746,6-5 0,3-2-585,1 5 1,1 1-720,-1-1 0,-1-2 1394,4 9 0,-11 2 0,-3 4 0,-6-4 0,0 0 0</inkml:trace>
  <inkml:trace contextRef="#ctx0" brushRef="#br0" timeOffset="25216">28152 5963 7533,'0'-20'0,"0"1"1259,0 6-989,0 0 1349,0 6-1169,-16 13-540,12 2 180,-19 17 179,5 6-269,-2 3 120,5-6 0,-3 5 0,2-3-283,5-6 0,-1 2 313,-7 14 0,-2 5 0,4-5-105,9-16 0,2 1 45,-2 8 0,-1 4 0,3-6 90,6 3-84,8 0 0,7-4-6,15-13-45,-9-4 0,3-2 135,5-6 0,1-4-180,9-7-180,-5 3 0,-2-1 180,0-3-810,1 1 1,-2 1-540,-7 4-360,25 1 539,-30 1 1170,-1 5 0,-26-1 0,-11 2 0</inkml:trace>
  <inkml:trace contextRef="#ctx0" brushRef="#br0" timeOffset="25399">28205 6337 7533,'-18'-26'1439,"-8"-11"-1169,15 14 1259,-13-7-810,22 17 451,2 0-1170,2 6-360,30 7-1169,-11 13 809,14-5 720,-1 15 0,-15-2 0,7 12 0</inkml:trace>
  <inkml:trace contextRef="#ctx0" brushRef="#br0" timeOffset="25568">28187 6053 7533,'-10'-26'1484,"0"0"0,-5-8 1792,30-8-1515,-3 27-1401,21 1 0,7 3-450,5-1-1003,-5 8 1,8 2 0,-5 0 764,-7-1 0,1 1 0,-2 2 1,5 1-1,2 1 0,-3 0 1,4 1-1,1-1 0,-1 0 1</inkml:trace>
  <inkml:trace contextRef="#ctx0" brushRef="#br0" timeOffset="27332">6121 3936 6633,'0'-20'-180,"0"-10"450,0 14-270,0-19 630,0-4 89,-8-8-359,6 6 180,-14 0-180,14 25 539,-6-20-449,8 21 180,0-16 269,0 17-719,0 1-180,0 13 540,0 87-570,-2-52 0,-1 1 0,1 1-337,1 6 1,1 2 0,-1 2 253,-4-5 1,-2 3-1,0-2 1,2-5-23,3-2 0,0 0 75,-3 9 0,-1 5 0,2-8-749,4 5 314,2-8 0,3-6-404,5-17-581,8 1 491,-1-17 989,1 0 0,-8-17 0,-2-5 0</inkml:trace>
  <inkml:trace contextRef="#ctx0" brushRef="#br0" timeOffset="27534">6033 4195 7533,'-26'-30'2608,"14"12"-719,-3-23-1529,15 25 449,7-14-449,3 16-90,24-11-270,-5 17-630,9-5 1,6 2-1010,-2 9 1,1 1 1609,-1-7 0,0 5 0,-11 13 0,0 7 0,-3 2 0,-1 10 1,1-1-1</inkml:trace>
  <inkml:trace contextRef="#ctx0" brushRef="#br0" timeOffset="27916">6385 4452 7533,'-10'-27'3276,"10"3"-2325,34 0-771,-11 14-180,4-4 0,3-1-90,5-4 0,-1 0-90,-12 7 0,1-1 90,11-7 1,-3-2-91,-14-2 0,-7 8 0,6-19 270,-30 1-90,2 6 45,-8 8 0,-3 4-45,-6 7 90,-13-3 539,15 18-359,-8 1 135,13 10 0,1 3-135,-9 4-136,11 8 1,5 8-315,11 2 1,4 0-91,-2-8 0,4-1-579,11 12 1,5-7 308,11-16 90,2-3 1,2-2-901,0-7 1350,1 1 0,2-5 0,-13-12 0,-1-5 0,12 0 0,1 1 0</inkml:trace>
  <inkml:trace contextRef="#ctx0" brushRef="#br0" timeOffset="28382">6967 4298 7533,'8'-37'1259,"-6"8"270,6-14-1169,-8 21 989,0-8-989,0 16 539,-16-5-449,-11 12-270,5 7 0,-9 7-270,5 23-899,-3 11 989,11-21 0,1 1-225,3 5 0,2 3 90,1 2 0,5 1 135,7-1 0,4 1-135,-6-1 0,5-3 0,15-7 0,4-7-45,6-6-180,0-14 1,1-6 134,-2-5 0,-1-6 270,2-9 0,-3-2-45,-7 7 0,-3 0 449,-2-2 1,-5 3-270,-7 5 1799,-2-4-1709,-2 18 630,-13 7-631,13 7-1078,-14 18 359,14-4 180,-6 22-1169,8-20-200,7 4 1,2-1 688,3-7 950,5 17 0,30-35 0,2-2 0</inkml:trace>
  <inkml:trace contextRef="#ctx0" brushRef="#br0" timeOffset="28616">7373 4156 7533,'-18'-20'3058,"1"2"-2338,7 10 449,-14 2-809,13 6 359,-23 17-539,15-1-45,5 7 0,2 3-135,3 4-180,0 0 0,2 0 180,5 0-765,1 1 1,2-1 494,9 0-765,5-2 1,3-2 675,4-9-451,6 0 1,0-5 809,-4-10 0,4-11 0,1-5 0,-11-4 0,1 0 0</inkml:trace>
  <inkml:trace contextRef="#ctx0" brushRef="#br0" timeOffset="29466">7532 3729 7533,'-10'-48'3276,"2"1"-2954,0 38 127,6-2-179,-5 11-90,7 17 0,0-1 90,-1 13 0,2 8-405,2 11 0,1 1-274,-3-6 0,0 2 169,1 4 0,1 4 0,0-6 150,1-16 0,0 1-210,1 14 0,1 7 1,1-9 119,-2-17 0,1-2-180,7 9 0,2 3 1,-3-8 718,-7-10-269,27 4 0,-30-30 270,13-35-270,-13 16-45,6-9 0,0-2 45,-6 6 90,6 3 0,0 2 449,-6 10 91,6-7-540,-8 21 818,-8-4-818,6 12 90,-6 19-90,8-8-180,8 31-90,2-32-450,2 8 0,1 0 360,-1-7-270,5 2 1,5-2-91,4-11 0,1-4 271,16 4 134,-5-18 0,-3-6-45,-14 0 450,-4-7 0,-1-3 809,10-13-270,-14 6 271,3-13-451,-15 33 541,-8-16-720,-1 23-91,-9-4-89,-23 29-270,25-7-315,-4 11 1,1 6-856,9 20 990,0-4-90,4-16 1,5-1-361,14 1 0,5-4 720,5 5-315,5-3 1,3-5 224,6-18 0,-7-6 0,-1-4 179,3-8-224,1-12 0,-2-9 315,-14-5 0,-2-2-386,7 5 1,-1-1 355,-11 1 0,-3-2 0,1 7 30,10 0 359,-13 0 1,0 4-360,3 20 809,7-8-809,-11 24 899,28 24-899,-21 0-300,4-1 0,3 5 0,-2 0 120,-4 5 0,0 0-270,9 4 0,-1 0 90,-14 2 0,-2-6 1,4-13-1171,-16 9 631,-2-29-1890,-23-6 1530,11 0 989,-6-5 0,-1 4 0,6 23 0,-18 1 0</inkml:trace>
  <inkml:trace contextRef="#ctx0" brushRef="#br0" timeOffset="30446">17621 3523 7533,'-19'-14'2608,"-5"-9"-2158,22 21 449,-14-4-539,15 24-180,-11 7 0,0 6-135,9 14 0,2 2-395,-7-6 0,0 3 20,7 1 0,2 4 1,-1-6 239,0-11 0,0 0-540,2 9 1,1 4-1,0-6 270,7 9-764,1-7 0,4-5 764,4-19 360,-1 7 0,-18-42 0,-10-3 0</inkml:trace>
  <inkml:trace contextRef="#ctx0" brushRef="#br0" timeOffset="30645">17463 3975 7533,'0'-49'1638,"-4"15"0,0 4-597,2 11 758,-14-28-1439,22 31 1169,12-20-1169,3 21-225,14-4 0,3 2 45,-3 7-480,0 2 0,9-1 0,-2 3-1339,6 3 1,0 4 1228,-7-2 0,0 1 1,-5 7-1,-4 13 1,-9 9-1,-17 5 0,0 1 1</inkml:trace>
  <inkml:trace contextRef="#ctx0" brushRef="#br0" timeOffset="30996">17903 4078 11400,'42'-13'720,"-19"6"-630,10-1 0,-1-1-90,-9 1-90,7-6 0,-3-3 90,-13 2 90,7-3 0,-3 0-90,-14 2-90,-4-31 0,-12 28 180,-21-11 0,-2 19 45,5 11 0,-1 4-45,-10 3 224,3 9 1,3 5-315,12 9 135,1 6 0,3 0-584,9-3-136,8 6 0,4-1 225,0-6-405,19 2 1,5-2 225,-9-8 539,12-6 0,9 1 0,-1-8 0,-2-15 0,1-5 0,4 5 0,1 0 0,-1 1 0</inkml:trace>
  <inkml:trace contextRef="#ctx0" brushRef="#br0" timeOffset="31446">18503 4027 7533,'-10'-35'3058,"3"-6"-1169,7 8-1529,0-2-180,0 4-1,-16 18 1,4 7-539,-29 18 359,27 2-315,-17 8 0,0 5-151,13 10 151,-14 0 1,-1-1-1060,12 2 1329,3-12 0,2 2 45,7 11-162,4-8 1,2 1 251,3 7-270,12-10 0,7-6 0,20-14 0,8-3 115,-18-15 0,-1-6-25,0-12 0,-3-4 809,1 0 1,-3-1 707,-2-1 1,-7 1 192,-16 1-1351,-17 25 91,-7 25-720,9-3-270,8 7 1,0 1-1,-9-5-494,12 10 0,3 0 224,-5-10-314,20 8 0,7-1 1214,5-9 0,10-8 0,6-5 0,-8-8 0,1 0 0</inkml:trace>
  <inkml:trace contextRef="#ctx0" brushRef="#br0" timeOffset="32146">18874 4001 7533,'-10'-35'3276,"2"5"-2415,0 17 848,-2 1-1259,-7 5-270,7 1 270,-21 34-495,15-6 0,2 4-405,-5 11 0,1 4-90,7-6 1,1 3-1,5-3-360,5 5 1,8-2 179,10-2 1,7-9-450,24-27 944,-22-6 0,-1-6-315,4-16 1,-3-10 509,-9 6 0,-3-5 0,-1-1-251,-1 2 0,-1-2 0,-1-1 1,0-2 280,-1 2 0,-1-3 0,-1 0 0,0 0 0,-2 1-755,0-6 0,-1 1 0,-1 2 0,-1 2 755,1-2 0,-1 2 0,0 3 449,1-12 1,0 8-270,-4 12 1799,0-6-990,0 24 361,0 8-361,-8 45-585,3-7 1,0 7-225,-1 3 0,0 4 0,0-1-162,3-10 0,-1-2 0,2 2-78,-2 10 0,2 3 0,0-7 60,1-9 0,2-1-150,-1 12 0,0 6 0,0-5 105,-1-9 0,2 0-525,1 11 1,3 6-1,3-10 1734,5-19 0,2-5-1434,14 17 630,5-41-91,-19-28 1,-5-5-90,2 10-17,-3-6 1,-3 1 196,-6 12 610,0-15-520,0 26 1328,0-13-1598,0 22-90,0 1-90,0 7 265,-7 34-850,8-14 1,4 1-1,1 14 1,5 1-766,10-8 1,3-3 494,-1-4 1,1-6 265,19-3 589,-9-19 0,-15-30 0,7-12 0</inkml:trace>
  <inkml:trace contextRef="#ctx0" brushRef="#br0" timeOffset="32747">19473 4131 8792,'-19'-6'3058,"-5"4"-2338,22-4 89,-6 6-359,8 0 450,-7 0-1,5 0-1169,33 6 180,-21-4 45,24 1 0,2 0-135,-20-3-135,16-5 1,1-2-46,-10-2 180,2-1 0,-1-4-90,4-24 990,-1-3-495,-21 12 0,-2 0-135,2 1 269,-38-1-269,19 28 0,-36 1-719,27 7 314,-3 9 0,1 4-135,10 4 180,-2 5 1,1 2 179,5 5 45,9 4 0,0-1-45,-5-4-45,17 3 0,10-1-90,0-20 0,3-3 225,-5 3 0,3-2-225,14-6 0,1-12 45,-9-17 1,-2-9 179,1 5 0,1-3 0,-2-2 217,-5-3 0,-3-2 1,0 0-38,0 1 0,0 0 0,-5 3-45,-7 2 0,-3 3 494,5-11-359,-8 29 1169,-8 7-629,14 24-630,-12-1 134,20 9 1,4 2-135,-12 4 45,17 5 0,1-1-135,-18-3-45,13 4 0,1-3 225,-16-13-990,11 21 630,-15-41 517,-15-7-1956,11-7-110,-22-3 1,-3 1 1519,11 0 1,-10 14 0,-1 7 0,2 24 0</inkml:trace>
  <inkml:trace contextRef="#ctx0" brushRef="#br0" timeOffset="34048">28769 3717 6813,'0'-20'270,"0"1"-630,0 6-90,0-5 540,0 3-180,8-3 90,-6 5 270,14 0 720,-7-6-1,1-6-719,-2 9 540,-8-18 449,0 6-585,7-3 1,2-1-495,-5-7-494,11-8 404,-15 34 539,0 0-629,0 18-269,-8 43 179,6-6-1003,0-4 1,-1 8 0,1-5 907,1-13 1,2 1-86,-1 18 0,0 7 1,0-6 179,0-16 0,0 1-150,0 14 0,0 7 0,0-7-46,0-15 0,0 0 106,0 7 0,0 5 0,0-7 0,0 9-360,3-8 1,1-4-91,-2-17 715,6 18 0,0-44 0,2 6 0</inkml:trace>
  <inkml:trace contextRef="#ctx0" brushRef="#br0" timeOffset="34283">28681 4001 7533,'-15'-21'1092,"0"0"0,-10-4 0,3 3 129,17 6 1657,-19-14-2338,24 16 450,24-5-900,-11 6 179,18 6 1,3 2-630,-1-8-210,2 7 1,9 2-1,-1 1-523,-8-2 1,0 1 0,1 0-1,3 1 1,0 0 0,2 1 709,8-3 0,2 0 0,-12 10 0,-17 15 0,-5 6 0,15 2 0,-1 1 0</inkml:trace>
  <inkml:trace contextRef="#ctx0" brushRef="#br0" timeOffset="34633">29245 3988 7892,'-19'-7'3276,"3"-5"-1604,16 11-1133,24-11-494,1 8 0,2 1-45,-2 0 0,1-1-270,20-5 1,-1 1 89,-4-1-270,1-8 0,-2-1 270,-7 0-270,-6-4 1,-5-3 539,-12 2-90,-10-20-90,-10 22 540,-7-4-226,-7 17 1,-1 3 405,-9-2-136,-10 10 1,-2 6-315,3 6-720,13 4 1,-2 6 0,4-3 719,-5 13-210,13-6 0,-1 6 0,5-5-60,4 5-405,13 7 0,6-1 406,7-15-586,14 6 0,8 0-584,0-13 0,1-2 1079,-7 3 0,1 0 180,15 0 0,-4-4 0,-19-7 0,18 2 0</inkml:trace>
  <inkml:trace contextRef="#ctx0" brushRef="#br0" timeOffset="35148">29810 4065 7533,'17'-26'1529,"9"-11"-1169,-14 22 44,3-6 1,1 0-585,-4 4 270,4-4 0,1 0 0,-5 5 270,11-19 0,-21 24 359,6-11-359,-16 20 540,-9-3-721,-3 5-44,-9 4 0,1 3 45,11 2-566,-8-1 1,3 2 295,12 3 90,-8 6-180,2-1 0,-1 1 90,-5 11-270,5 1 1,1 4 89,2 1 0,2-1 315,6-6 0,1 1-90,-3 19 0,8-3 90,11-22 0,3-3-180,-4 3 0,2-2 135,21 1 0,-15-29 90,-1-15 0,-1-5-180,6-3 240,-8 0 0,1-7 0,-3 6 30,0-4 0,4-11 0,-1 1-1,-11 11 297,1-1 0,-2 2 243,-13 9-629,0 5-720,-6 36-269,7-1 449,3 12 0,2 1-539,-4-10 269,10 12 1,4 0 359,4-7-450,5 0 1,3-1 179,4-3 630,0-5 0,5-7 0,13-26 0,4-11 0,-7 8 0,0 1 0,1-1 0</inkml:trace>
  <inkml:trace contextRef="#ctx0" brushRef="#br0" timeOffset="36148">30321 3975 7533,'-8'-31'3276,"-1"15"-1695,-9-7-1131,8 16 269,-6 0-359,15 1-270,-23 6-180,20 6-450,-19 18 181,13-1-361,2 6 0,-2 2 361,-7 0-361,11 8 0,2 0 361,-4-12-226,13 9 0,6-2 225,0-9-315,20-8 1,3-3 494,-7-2 0,3-16 0,6-8 1,-6-1-138,6-11 317,-9-1 0,3-6 0,-5 2-252,-8 4 1,-3-3 251,2-10 0,-2-6 0,-2 6 135,-6 10 0,-3 0 104,-1-13 1,-2-7 0,-2 1 389,-2 6 1,-3 1 0,1 0-390,2 5 0,0-1 0,0 0 269,-2-12 1,0-1 0,2 9-150,4 6-91,0 5 1,0 5-90,0 17-720,0 7 540,0 13 270,0 29-540,-7 0 1,-1 6-735,3-3 1,2 5 0,-1-2 1093,-2-8 0,0-1 0,0 2 45,3 4 0,1 3 0,0-1 0,1-7-42,1-4 0,0-1-161,0 2 1,-1 5-1,1 0 1,1-7-68,3-9 0,0-1-90,2 23 0,6-7 45,15-25-135,-1-27 1,-1-7 44,7-11 90,-10-12 0,-3-2 90,-2 5 225,-7 2 0,-2 0-45,2 5 539,-5 0 1,-2 2-360,-3 12 1259,0-12-1169,-8 28 90,6 1-360,-6 18-270,8-2-90,8 31 360,-6-28 2370,6 23-2370,0-22 153,9 11-693,0-11 1,1-1 269,20 10-45,-14-15 0,3-4-180,8-10 0,-2-6 226,2-8 44,0-5 0,-7-5-45,-24-6 450,4 2 0,0 1 269,-8-2 1,-16-13 989,-11 20-1169,-3 4-540,-3 23 90,23 9 760,-6 6-1119,15 11 269,-7-10-180,5 7 0,6 5 45,7 1 0,3-1 225,-3-4 0,2-1-270,15 11 1,5-7 269,7-16-90,-6-4 0,0-5 90,7-8-1003,-9-20 1,4-10 0,-3 1 899,-8 8 1,-1-3 237,-1-6 0,3-6 0,-2-1 0,-3 6 450,-4 4 0,-3 2-1,5-21 1,-2 3 1214,-7 14 0,-9 0 1567,-17 59-2594,-3-3-53,6 17 1,3 4-270,1 0-300,6-13 0,2 5 0,0-5-60,2 14-180,0-15 0,0 4 0,0-5 270,0 8-1349,0 0 0,0-3 1079,0-18-1645,0 15 116,0-32 1709,0 3 0,-8 1 0,-2 2 0</inkml:trace>
  <inkml:trace contextRef="#ctx0" brushRef="#br0" timeOffset="36283">31768 4285 7533,'-38'-6'0,"1"0"0,-8 3 1638,10-3 0,3 1 1638,15 11-2730,9 1 0,25 9 0,13 4 0,-1 0 0,1 1 0</inkml:trace>
  <inkml:trace contextRef="#ctx0" brushRef="#br0" timeOffset="41565">5821 7976 7533,'0'-21'449,"0"-2"-449,0 10 180,0-2-90,0 2 180,0-4-270,8 15 180,-6-16-90,5 17 90,-7-5-180,0 6 90,0 0 0,0 6 0,0 7 90,0 24-90,0-1-985,-1 1 1,-2 8 0,0-2 939,-2-6 0,0 6-33,0-9 1,0 7 0,-1 6 0,0 2 0,-1 0 0,1-2 0,0-6-647,-2 7 1,0-4 0,1-1 0,-2 6 645,3-8 1,-1 3 0,-1 3 0,1 0 0,-1 1 0,1 0 0,-1-2-243,1-1 1,0-1 0,0 0 0,0 0 0,-1 0 0,1-2 0,-1-1 247,-1 6 0,0-3 0,0-1 0,0 3 0,-2 5-6,3-9 1,-1 4-1,0 3 1,0 2 0,-1 2-1,0-1 1,0-1 0,1-1-1,0-4 1,0-4 41,-2 10 0,1-7 0,0-1 0,0 1 0,-2 8 79,4-11 1,-2 4-1,0 3 1,0 3 0,-1 2-1,0-1 1,1 1 0,0-3-1,0-2 1,2-3 0,1-5-44,-2 8 0,3-6 0,0-3 0,0 2 0,-3 6 9,1-5 1,-3 5 0,0 3 0,-1 2 0,-1 1 0,1-2 0,1-2 0,1-3 0,2-6 102,0 8 1,2-7-1,1 0 1,-3 5-91,0-8 0,-2 5 1,-1 2-1,0 1 1,0 0-1,0-2 1,1-3-1,1-5-90,1 4 1,0-6-1,1-1 1,-1 6 2,0-1 1,-1 5 0,-1 3 0,0 1-1,0-1 1,0-4 0,0-6-26,-3 8 0,0-8 0,0 6 0,3-6 0,0 5 0,0 2 0,0 1 0,0-4 0,1-5-31,-1 5 0,1-6 0,-1 1-659,-2 8 1,0 0-1,3-6-929,-1 11 1169,2-38 872,16-16-602,2-3-1439,15-16 1259,-5 14 988,-3-7 1,-1 23 0,-6 1 0</inkml:trace>
  <inkml:trace contextRef="#ctx0" brushRef="#br0" timeOffset="41996">4727 12894 7533,'-23'-18'90,"-1"1"0,2-5 0,3 2 269,1 5 181,1-15-360,7 15 270,-6-9 89,14 10-359,2 6 900,18 44-541,9-3-1504,-9 8 0,0 3 1055,-5-20 0,1 2 269,-2 5 1,0 7 0,1 3 0,-1-2-412,1 2 0,1 0 0,0 0 0,0 0 231,2 1 1,1 0 0,-1 0 0,0-2-240,-2 10 0,-2-2 0,7-17 330,9-24 0,-1-13 90,-12-25-747,1-1 0,3-11 0,2-3 0,-4 5 447,-5 8 0,-2 2 0,1-4-135,0-1 0,2-6 0,0-2 0,0-1 0,0 3 1,-1 6 404,1-1 1,0 5 0,0-2-624,-1-7 1,1-4 0,0 2 0,0 8 202,0 7 0,1 6 271,12-14 1,-17 72 0,-5-8-1,0 0 1</inkml:trace>
  <inkml:trace contextRef="#ctx0" brushRef="#br0" timeOffset="44015">3281 14313 7533,'0'-20'539,"-16"-4"1,12 9 360,-19-9-721,13 9 1,-23-9-180,11 16 225,-22-3 0,-8 5-135,8 10 0,0 2-437,11-6 1,-2 0 0,1 2 406,-6 8 0,-1 4 0,8-2-60,-2 5 45,4 4 0,5 0 45,16-5-180,2 14 316,24 13 44,11-5 0,5 1-135,-10-5 0,1-2-135,-1-8 0,3 0 0,3 1 45,4 3 0,4 1 0,1 2 0,-5-1-684,-5 4 1,-4 1 0,3 1 638,5-2 0,5 2 0,-2 1 0,-9-1 0,-11 5 0,-7 0 0,-5-7 540,-12 11-46,-26-12 1,-8-8-405,3-15-743,1-3 0,-9 0 1,8-3 382,-4-10 210,12 2 0,-6 0 0,6-1 21,-11-4-51,6-3 1,2 1-1620,7 9 1079,3-10 534,50 12-444,-9 0-90,24 1 1,3-2 629,-7-4 0,0 0 0,9-2 0,-2 0 0,-7-2 0,0 0 0,-1-1 0</inkml:trace>
  <inkml:trace contextRef="#ctx0" brushRef="#br0" timeOffset="44500">3528 14545 7533,'0'-44'539,"-8"21"1890,6-11-2159,-6 31 1439,8-3-1529,-8 13 359,6 41-539,-13-15-981,12 1 1,4 7-1,-1-3 801,-4-10 0,0 1 120,3 16 0,1 8 1,1-7-204,-2-15 1,2 1-68,2 10 0,3 5 0,1-4-794,1-3 0,3-3 899,3-1 0,0-4-1124,3 2 1079,-9-47-810,-8-30 765,-7 3 1,-2-3 269,4 13 0,-1-2 165,-6-7 0,-2-4 0,-2 8 1139,-13-1-840,17 4 1,1-5 0,-1 5 1904,-14-2-1110,19-2 1,5 0 1303,2 14-2248,21 7 0,7 5-270,-1 5-420,5 7 0,7 3 0,-6-1 331,-4-1-1004,5 4 1,9 4 0,-8-1 928,2 6 0,-6 13 0,5 11 0,-5 3 1,-9-1-1,-1 0 0,1 0 0</inkml:trace>
  <inkml:trace contextRef="#ctx0" brushRef="#br0" timeOffset="44629">4022 15101 7533,'-28'-7'3276,"3"1"0,15 6-4521,2 0 165,8 0 972,0 0 0,39 11 0,-14-3 0,-1-1 1</inkml:trace>
  <inkml:trace contextRef="#ctx0" brushRef="#br0" timeOffset="45362">4692 15152 7533,'-10'7'1259,"2"5"-180,0-5-899,7 0 1080,-7 5-541,8-34-719,0 11 180,6-26 0,3-10-60,-2 15 0,-1-2 0,1 0-566,-1-1 0,1 0 1,0-5 427,-1-2 0,1-4 0,0-4 0,-1 1 0,-1 3-231,-1 0 0,-2 1 0,1 1 0,0-1 356,0 5 1,1-2 0,0 0 0,-1 3 0,0 2-48,0-7 0,-2 3 0,3 12 300,4 11-540,0 37 0,2 9 270,9 1-106,-5 2 1,0 7 0,-1-1 149,2 11 1,0-1-105,-4-14 0,1 0 0,0 4-53,-1 6 1,1 5 0,-2 0-1,-2-2-997,-2 2 1,-2-1 0,0 0 199,2-4 1,1 1 0,-1 0 0,-2-4 388,-2-3 1,-3-2 0,0-5-280,1 17 351,-7-40-631,-11-12 990,-9-4 0,7-15 0,-8 5 0,1 0 0,9-11 0,-9 3 0,-2 0 0,1-8 944,11 4 1,-1 1-585,-10-2 1278,15 4 0,1 3 123,2 9 218,18-8-1619,4 17 89,18 0 1,4 2-540,2 4-136,0-1 0,9-1 0,-5 2-629,-12 1 1,1 0 854,11 0 0,6 0 0,-1 0 0,-6 0 0,-1 0 0,1 0 0,-1 0 0,0 0 0,1 0 0,-1 0 0</inkml:trace>
  <inkml:trace contextRef="#ctx0" brushRef="#br0" timeOffset="46815">14975 13887 5528,'0'-33'0,"0"2"360,0 5 948,-23-6-139,2 18 0,-3 1-1169,1 3 0,-3 0 0,-6 1 0,-3 1 0,4 2-295,-14 3 175,2-2 0,-8-1 0,8 0 165,17 2 0,1 1 75,-14-1 0,-6 0 0,7 5 430,-3 16-550,23 16 0,8 9 0,12-10 0,5 2 0,4 3-665,5 3 1,4 5 0,2-1 0,-2-3 634,1-2 0,-2-3 0,2 2 30,-3-4 0,2 2 0,0 1 0,-2 0 0,-4-1-480,-3 1 1,-3 1 0,-2-2 0,1 1 539,5 7 0,1 0 0,-5 1 92,-7-6 0,-2 2 0,-5-1 1,-4-5 266,-5-4 1,-6-5 0,-3-1-150,-11 2 0,-5-2 0,-1-3-240,-1-2 0,-2-3 0,1-5-30,6-7 0,0-3 0,3-3-90,-12-2 0,10-7-630,14-16-1709,22-7 2429,31 13 0,14 1 0,-13 4 0,4-3 0,1 1 0,1 0 0,2 2 0,0 0 0,-1 0 0,1 0 0,-1 0 0</inkml:trace>
  <inkml:trace contextRef="#ctx0" brushRef="#br0" timeOffset="47182">15187 14223 7533,'-8'-27'3276,"6"8"-2415,-6 19-51,1 36-990,5-5-1459,-2 16 1,0 2 566,3-22 0,2 1 622,-1 15 0,0 7 1,0-5 285,0-13 1,0 1-437,2 11 1,1 6-1,0-7 61,-1 6 44,5-8 0,1-5 495,-6-20 0,-2-16 0,-2-16 0,-11-10 0,-5-3 0,-4-2 210,5 3 0,-4-5 0,1 5 321,0 7 1,0 1-23,0-11 1,-1-4 0,4 5 2766,-5-9-2101,3 10 1,7 3-456,18 12 626,-12 2-897,37 12-269,-9 6-180,21-2 0,4-1-90,0 5-1003,-3-6 1,10 0 0,-7-1-442,-14-1 1,0 0 1533,11 1 0,5 0 0,0-3 0,-6-2 0,0-2 0,2-1 0,-4 2 0,-1-1 0,1 1 0,0-1 0</inkml:trace>
  <inkml:trace contextRef="#ctx0" brushRef="#br0" timeOffset="48050">16281 14429 9332,'0'27'1079,"0"1"0,0 11-899,0 1 0,0 4-337,0-11 0,0 2-53,0 0 0,0 2 0,0-2-150,0 2 1,0-2 134,0 4 0,0-16-1214,0-35 1079,0-7-1279,0-23 1,0-5-386,0-1 1784,0 5 0,0-7 1,0 5 242,0 10 1,0 0-27,-2-5 1,0-6-1,0-2 1,0 3 232,0-5 0,2 2 0,0 0 209,1 4 1,2 0 0,1 1-1,0 1 1,1 1 0,5 12 480,18 13-226,-4 9 1,1 3-405,6 11 0,6 7 0,1 2-181,3 1 91,4 4 0,0 0-180,-10-5 90,11 5 0,-4-1-90,-24-8-453,8 8 1,-5 0 362,-19-10-990,-2 14 900,-18-11-360,-6-6 1,-3-1 269,-14 7-45,-8-9 0,0-1 945,12 3-495,-8-6 0,2 0 764,19 0 361,-25 5-990,38 3-36,3 16-144,25-8 45,7 10 0,3 1-135,14-1-120,-9-4 0,3 4 0,-4-2 267,-8-9 1,0 1-88,10 7 0,6 3 0,-6-3 135,-10-8 1,-2 1-421,10 17 0,-4 1 45,-9-5 360,-18 0 0,-8-3-180,-11-9 270,-9-4 0,-9 0 0,4-4-225,7-7 0,1-2-585,-14 4 1,-6 1-1,7-2 450,-3-3 210,7 1 0,-5 1 0,6 1-480,-6 4 193,7 0 0,-5 4 1,10 1-644,11 11 841,-3 3 1,7 2-1,43 8 1,-11-10 0,-1-1-1</inkml:trace>
  <inkml:trace contextRef="#ctx0" brushRef="#br0" timeOffset="49234">25629 14197 7533,'-9'-33'1092,"1"0"0,3 7 0,0 0-392,-4-2 1,2 2-431,5 2-45,-8-6 0,-3 1-225,1 10 0,-12-8 0,-9 1 0,1 15 0,-5 5 0,2 0-499,-6-8 1,-2 2 453,6 8 0,-5 2 0,0 2 0,8 1-45,6 1 0,1 3-30,-8 5 0,-5 3 0,9 0-59,6 5 98,-6 9 0,7 5 260,26-1 1,8 3 30,-3-3 0,2 4 0,2-2-594,7 8 0,5 1 429,-1-12 0,5 1 0,-1 0 0,-3-4-90,0 0 0,-1 0 112,3 1 1,3 4 0,0 1-1,-3 1-150,0 4 0,-3 2 0,-2 1 263,-4-6 0,-2 3 0,0-1 0,-1-1-557,3 2 0,-1-2 0,-7-3 377,-11 7 0,-10-8 1080,-14-13-810,-3-6-46,-5-6 1,-2-1 45,2 1-570,4-8 0,-7-3 1,1-3-485,-2-4 1,0-3 0,1 0 558,-8 0 0,0-3-15,4-4 0,-2-3 0,9 4-187,3 2-158,8-6 1,7 0-855,15 14-720,35-19 1619,1 27 670,-7-4 1,5 0 0,15 0-1,4 1 1,-14 0 0,1 0 0,0 1-1</inkml:trace>
  <inkml:trace contextRef="#ctx0" brushRef="#br0" timeOffset="49663">26211 14003 7533,'-25'-16'1092,"-1"-1"0,-1 17 0,0 9-302,-10 14 1,3 13-769,17-5 1,3 6-1,1 3 1,2-1-843,0 4 1,1 1 0,2 1 0,2-1 88,1-4 0,2-1 0,1 0 1,4 2 527,5 8 1,4 2 0,2-2-1,-3-6-696,-2-1 1,2-3 748,6 2 0,5 2 1,-3-6 417,-9-9 1,1-6-2967,18 7 1798,-18-33 900,-12-9 90,-9-14 0,-7-10 0,-2 1 539,-3 0 1,-2 0 0,0-1-181,2 1 1,0-1 0,-1-1 0,2 2-240,-3-3 0,1 2 0,0 1 659,0 3 1,1 1-1,14 7 2407,28 6-2296,12 7 1,9 3-1551,2 8 0,6 5 1,-1 0 273,-4-2 1,0 0-1,2 0 296,0-2 0,4 0 0,-1 0 0,-2 0 0,4 0 0,-2 0 0,3 0 0,-8 0 0,-1 0 0,0 0 0,1 0 0,-1 0 0</inkml:trace>
  <inkml:trace contextRef="#ctx0" brushRef="#br0" timeOffset="50130">27093 14274 7533,'28'-34'2069,"-3"10"-1890,-15 18 1081,-2 6-1080,-8 0 1619,0 11-360,-24 4-1439,11 5 224,-17-8 1,-5 0 90,3 4 0,-1 0-296,-2-3 0,-4 2 295,6 4 1,-4 5 0,0 0 0,5-2-636,-7 2 0,1 3 554,10-5 1,-5 5 0,0 2 0,2 1 0,7-1-1129,5 9 1,7 1 0,-2-1 894,-7-2 0,-2 0 0,12 2 22,17 2 0,10 3 1,7-1-1,3-6-429,0-10 0,5-6 0,3-1 0,2-1 47,0-1 0,3 0 0,3-1 1,0-1-1,-1-1 0,-2-2 54,7 0 0,-3-2 1,0-2-1,2-4 306,-4-3 0,2-4 0,0-1 0,-2-2 0,-5-1 0,12-5 0,-4-3 0,-6 2 0,-1 0 0,1 0 0</inkml:trace>
  <inkml:trace contextRef="#ctx0" brushRef="#br0" timeOffset="53863">7003 8247 7533,'-18'-5'-1529,"0"-8"1349,9-2 180,-7-4 90,14 7-90,-6-1 0,8 6 90,0 1-90,0 6 179,0 0 181,-8 0-360,6 0 450,-13 0-360,13 0 180,-14 0-180,6 0 270,-7-6-271,7-1 91,2 0-180,8-5 0,0 11 90,-8-5 270,6 6-90,-6 0 90,8 6-90,0 1 89,0 6-269,0-6 360,8 10-450,2-14 270,23 20-90,0-10 0,3 0-225,-4 0 0,4 3-775,4 4 1,6 6 0,0 0 0,-5-4 701,0-2 0,0 1 46,-7 0 0,6 5 0,1 2 0,-2-2 1,-7-4 71,1-1 0,-1-1-23,1 3 1,4 3-1,2 2 1,-1-3 44,-4-4 1,0-1-1,0 0 1,-1-1 7,6 5 0,-2-1 0,5 1 41,-5-4 1,4 1 0,1 1 0,0 0 0,-2-1-309,0 1 1,-1-1 0,0 0 0,1 2 254,1 1 0,1 1 0,1 1 0,-1 0 0,-2-2-18,2 0 0,-2-1 0,0 0 0,-1 2 161,-5-1 1,1 2 0,-1 1 0,-2-2 0,-2-3-117,11 6 0,0 0 45,-10-4 0,5 4 0,2 1 0,-2-2 0,-5-2-120,-2-4 0,-3-2 0,4 2 84,4 2 0,5 4 0,3 0 0,-3-1 0,-5-3-144,4 7 0,2 0 15,-8-9 0,6 2 0,4 1 0,0 1 0,0-2 0,-5-1 7,5 3 1,-3-2 0,-1-1 0,2 1 67,-3-2 0,0-1 0,1 0 0,1 2 0,0 0 15,-1 1 0,2 2 0,0 1 0,0-1 0,-3-2 0,-4-3-45,2-1 0,-5-3 0,5 5 104,-3 2 1,5 6 0,1 3 0,1 0 0,-3-2 0,-5-6-45,2-2 0,-4-5 0,1 5 42,-1 2 0,2 5 0,1 1 0,-2-1 0,-3-3-72,0-4 0,-4-2 0,4 2 126,0 3 0,4 4 0,1 1 0,-1-1 0,-3-3-715,1 1 0,-3-2 1,3 1 565,1 0 1,2 2-1,1 1 1,-3-2 112,3 3 0,-2-1 0,-1-2-292,-2-5 0,-1-2 0,3 2 310,-1 2 0,3 2 0,2 2 0,-1-1 0,-3-4-78,4 1 0,-2-3 0,4 3-1,-2-1 1,5 2 0,1 3 0,3-1 0,-1 0 0,-3-2-102,3 0 0,0-1 0,-1-1 0,0-1 1,-1 2 151,0-1 0,-1 0 1,0 0-1,1 0 0,0 1-110,-2-3 0,1 1 0,0-1 0,0 1 0,-2 0 1,-1 0 29,4 6 0,-2 1 0,-1 0 0,2 2 89,-5-5 1,2 1 0,1 2 0,-1 0 0,0 0 0,-1 1 30,-3-2 0,0 2 0,-1 0 0,-1-1 0,-1 0 0,-1-1-53,7 5 1,-1 0-1,-2-1 1,-1 0 21,-3 0 1,0 2 0,-1-2 0,-5-5 0,0-3 0,0 1 0,1 1 0,5 4 0,1 0 0,-4-3-180,6 3 0,-1-2 60,-4-5 0,2-1 0,-3-2 75,-3-1 0,-1-2 131,0-2 1,-1 0-87,1 8 851,1-2 1,-2 1-672,-9 5 559,6-1 0,-2 3-1009,-12 0 0,-2 2-236,7 6 0,-1-1-574,-6-8 1,-2-3 449,1 11-652,0-29 922,0-1 61,-8-6-870,-1-11 259,-1-4 1,2-22 0,8-4 0</inkml:trace>
  <inkml:trace contextRef="#ctx0" brushRef="#br0" timeOffset="54533">13159 13203 7533,'-20'0'539,"-11"0"-359,19 0 720,-14 0-630,17 0 1349,1 0-1349,8-6-91,0 5-89,8-5 180,1 6 180,25 0-450,-13 0 0,7 2 0,1 2-90,10 3 0,2 2 0,3 1-245,-16-3 1,2 1 334,10 0 0,4 0 0,-4 0 45,-9-1 0,3 0 44,5-1 1,9 0 0,0 0 0,-5 0 135,6 2 0,-2-1-1202,-4-2 0,3-1 1,-6 0 1111,-5 0 0,-3-2 179,10-7 1,-2-2-225,-1-2-594,-3-2 1,7-4 0,-10 0 593,-5-10-268,-3 2 1,5-6 0,-5 4 357,-2-10-249,-8 4 0,0-6 0,-3 5 249,-3-10 327,-3-6 1,-4 0-508,-10 10-405,-6 3 0,-5 4-45,-4 13-764,-13-4 0,-1 4-45,12 14-191,-16-13 1,1 0 1449,15 12 0,-5-9 0,-8-8 0,2 1 0,-7-4 0,0 0 0</inkml:trace>
  <inkml:trace contextRef="#ctx0" brushRef="#br0" timeOffset="56729">7373 7795 0,'-27'0'0,"1"-6"2322,16 5-1962,-5-10 1049,13 4-870,2-6 501,10 6-950,15 1 539,10 12-539,-5 1 1548,0 3 0,4 4-1480,-1 0 1,2 1 0,1 0-69,5 2 0,0-1 0,1 0-411,-1 2 1,0 0-1,2-2 388,-6-4 1,2-1-1,-1 0 1,-5-2-23,0 2 0,1 0 67,1-4 1,7 0-1,1 1 1,-1 0-687,-3 1 1,0 0-1,-1 1 1,-1-1 603,6 1 0,-1-1 0,3 2-30,-6-1 0,4 1 0,1 0 0,-3 1 0,-7-2-314,5 5 1,-1-1 290,3-1 1,7 2-1,1-1 1,-7-1-23,4 1 0,0 2-45,-7-3 0,6 2 0,2 2 0,0 0 0,-3-2 45,-1 1 0,-3 0 0,0-1 0,1 1-145,-4-2 1,1 1-1,-1 0 1,1-1-1,1 1 190,1 1 0,2 1 0,-1 0 0,-1-2 0,-5-1 30,-3-1 0,-3-1 0,4 1-30,5 0 0,6 1 0,3 0 0,-3-1 0,-6-2 0,7 2 0,0-1 0,-4-2 0,6 3 0,4 0 0,-3-1 0,-7-1 0,-7-3 0,-5-1 0,6 2 75,1 2 0,5 2 0,4 1 0,0 2 0,0-1 0,-4-1 15,6 4 0,-2-1 0,-1 0 0,2 1-54,-7-2 0,0-1 0,0 1 0,2 1 0,1 0 53,1 0 1,1 1 0,2 0 0,0 1 0,0-1 0,-3-1-72,2 2 0,-3-2 0,0 1 0,2-1 0,1 1-229,-5-2 0,2 0 1,2 0-1,0 1 0,-1-1 1,-2 0-1,-1-1 229,2 3 0,-2-1 0,-1 0 0,-1-1 0,3 1-72,5 0 0,2 1 0,0-1 0,-3 0 0,-5-2 402,-6 0 1,-5-1 0,6 2-364,3-2 0,5 2 0,5 1 0,1 0 0,-2-1 0,-3 0-8,4 2 1,-2-1-1,-1 0 1,2 1-9,-6-3 1,2 1 0,-1 0-1,2 0 1,1 0 105,0 1 0,2 0 0,0 0 0,1 1 0,-2-1 0,-2-1-214,-3-1 0,-2-1 1,-1 0-1,0 0 0,2 1 139,3 1 0,1 1 0,1 0 0,1 0 0,1 0 25,-7-2 1,2-1 0,1 1 0,0 0 0,0 0-1,-1 0 1,-3-2-26,4 2 0,-2 0 0,-1-2 0,0 1 0,2 1 0,4 0 0,0 1 0,1 1 0,1-2 0,0 1-176,-4-3 1,2 0-1,0 0 1,-1-1 0,-3-1-1,-4-2 176,2 0 0,-4-2 0,5 2-105,-4-1 0,5 1 0,3 1 0,3 1 0,-1 0 0,0 0 0,-3-1 45,0 0 0,-1 0 0,-1 1 0,0-1 0,0 0 0,0 1 167,-1-1 0,-1 0 0,0 0 1,1 0-1,0 1 0,1 1-17,-1-1 0,1 2 0,2 0 0,-1 0 0,-1 0 0,-2 0 0,-2 0 22,8 4 0,-4 0 1,-2-1-1,2 1-67,3 0 0,-1-1 0,2 2 0,4 0 32,-9-2 0,3 1 0,3 0 0,1 1 1,-1 0-1,-1-1 0,-4-1-113,2 0 0,-4-1 0,0-1 0,0 1 0,2-1 51,0 1 0,2 1 0,0-1 0,1 1 0,0-2 0,-1 1-60,-1-2 0,0 0 0,0-1 0,0 0 0,-2-1 0,-1-1-68,9 2 1,-2-2 0,-1 0 0,0 0 112,-6-1 0,0 0 0,0 1 0,1-1 0,0 0-36,7 1 0,3 0 0,-1 0 0,-2 0 0,-6-1 291,-2 0 0,-5 0 0,4 2-237,3-1 0,7 3 0,1 0 0,-3-1 0,-6 0-48,-6-2 0,-6 0 0,5 1 30,7 2 0,7 2 0,2 1 0,-2-1 0,-7-2 0,-7-2 0,-5-2 0,6 2 90,2 2 0,8 2 0,3 1 0,0 0 0,-3 0 0,-8-3-60,-2 2 0,-6-2 0,5 1-45,2-1 0,6 2 0,3 1 0,2 0 0,-2 0 0,-3-1-1,-2-1 1,-2 1 0,-1-1 0,1 0 0,1 0 0,0-1 0,0-1 0,2 1 0,0-1 0,-1 1 0,-1-1 15,3 1 0,-2 0 0,0 0 0,1 0 0,0-1-108,5 2 0,3 0 0,-1 0 0,-2-1 0,-6-2 108,-2 0 0,-4-1 0,4 1-36,5 0 0,6 2 0,1 0 0,-2-1 0,-9-1-9,2 0 0,-3 1 22,-2-2 1,6 0 0,-2 1-1,-5-1 23,-5 1 0,0 0 112,3 1 1,5 1-1,2 1 1,-2 1 380,-3 1 1,-1 0-1,1 1 1,1 1-296,-2-1 0,2 1 0,0 1 0,0 0 0,0-1-19,7 4 1,0 0 0,-1-1 0,-3 0-390,-2 2 0,-2-1 1,2-2-1,10-2 0,2-2 0,-6-2 120,-10 0 0,-1 0-150,11-2 0,4 1 0,-6-1 150,-14-1 0,-1-1-90,13 3 0,5-1 1,-5-1 134,-12-3 0,1 0-23,4 2 1,7 2-1,1 1 1,-4 0-23,10 4 0,-2 1 60,-7-5 0,1 0 0,1 2 150,2 2 0,1 1 0,-2 0 30,-7-6 0,-2 0 0,1-1-120,3 3 0,1-1 0,1 1 0,6 2 0,2 0 0,-2-1 0,-10-5 0,-1-1 0,-1 1-30,2 0 0,0 1 0,1 1-60,5 0 0,1 1 0,-5-2 60,10 4-60,-13-6 0,4-1 0,-6 0 60,3-1 45,8-2 0,-1 1 135,-15 1-180,16 2 0,-2 1-90,-21-1 1728,9 2 0,1 1-533,-1 2-835,3 0 719,11 9-1349,-6-9 0,-13 7 0,9 3 271,-29-15 2062,14 13-2063,-14-19 932,13 15-752,-5-17-90,16 16 0,-15-14 269,21 15-179,-28-17 450,35 11 180,-2 0-630,2-3 44,-11-1 1,1 1-450,-2-3 1,-1 1-1,-1 0 0,-1 0-90,3 0 1,-3-1-856,2 6 901,-17-11 448,7 11-178,-14-11 1078,6 16-449,-8-8 359,8 27-89,-6-8-540,5 0-1530,9 0-719,-12-25 270,27 8 1350,-19-16 359,6-3 0,-12-22 0,-4-10 0,-2-2 0,0 0 0</inkml:trace>
  <inkml:trace contextRef="#ctx0" brushRef="#br0" timeOffset="57347">24236 13319 7533,'-35'-7'1079,"-1"-4"-539,1 9-1,8-3-179,9 5-270,18 5 0,10-3 0,11 5 0,7 3 225,6 0 0,4 0-315,-3 1 0,2 0 0,-1 0-228,6 2 1,0 1 227,-3 0 0,1 1 0,-5-2 45,-9-5 0,1 1-225,11 7 0,6 3 1,-3-1 111,3-3 0,-1 0 292,3 4 1,-2 1 225,-16-7 0,-5-2 90,-8-4 1888,-46 22-1978,8-12-902,-17 4 1,-3 2 540,22-7 1,-1 1 112,-8-1 1,-6 1-1,-2 1 1,5-2-113,-1 4 0,-1 0 53,0-2 1,-7 4 0,-4 0 0,3-1 0,5-3-54,-6 3 0,-2-1-234,9-5 0,-6 2 0,-2 1 1,2-2-1,7-3 144,-3 0 0,2-3-1093,-7-2 1,-4-1 0,9-5 711,-2-15 0,14-13 1,5-8-1,13-4 1,0 0-1</inkml:trace>
  <inkml:trace contextRef="#ctx0" brushRef="#br0" timeOffset="60933">16633 7176 7533,'-19'-7'-180,"3"1"1529,1 17-1079,11 4-720,-4 16 0,0 10 495,6-7 0,2 5 0,1 1 0,0-1-852,-1 4 1,1 0 0,-2 6 866,-1-5 0,0 6 0,-1 4 0,0 0 0,0-3 0,0-6-90,0 3 0,-1-6 0,-1 11 36,3-20 1,-2 7 0,1 3 0,-1 5 0,0 2 0,-1 2 0,1 1 0,0-1 0,0 0 0,0-2 0,0-4 0,0-3 0,1-6-418,0 13 0,0-9 1,0-2-1,0 3 1,0 8 437,0-12 1,0 5 0,0 5-1,0 3 1,0 1 0,-1 2-1,1 1 1,-1-2 0,1-1-1,0-3 1,0-4 0,1-4 0,0-6-349,-1 11 1,1-10 0,0 0 0,-1 6 409,0-3 1,0 5 0,0 3 0,-1 3 0,1-1 0,-1-2 0,1-3 0,0-6 0,-1 13 0,0-7 0,1 6 12,0-11 1,0 6 0,1 3 0,-1 1 0,1-2 0,0-3 0,1-7-13,0 5 0,1-6 0,1 5-16,0-2 1,-1 7 0,2 2 0,-1-1 0,1-2 0,0-7 15,1-1 0,0-6 0,1 5-18,-1 8 0,0 6 0,1 3 0,0-3 0,-1-9 18,2 5 0,0-1-113,1 1 1,0 7-1,1 0 1,-3-9-113,-2-5 0,0 0 67,4-2 1,3 5 0,0 0-1,-1-7-22,-2-3 0,0-1 30,-1 13 0,0 7 1,2-10-121,9 4 180,-15-8 0,-2 7 0,3-8-75,13 6 30,-13 6 0,-2 0 45,8-9-121,-7 3 0,-2-1 121,1-8 817,0 3 0,0 0-637,0-6 90,-3 5 0,-2 1 0,-4-3-225,4 6 0,0-1 45,-3-12-630,8 16 1561,0-29-1561,0-6-72,8-1-378,2-6 2449,7-6-2268,-7 5 1113,-2-11 1,-8 11 0,0-5-1</inkml:trace>
  <inkml:trace contextRef="#ctx0" brushRef="#br0" timeOffset="61280">16351 12429 7533,'-24'16'60,"-1"1"0,-2 11 0,7 4 74,16-3 1,6 4 105,2 5 0,2 4 0,0-3-874,-1-4 1,4-1 843,3 4 0,5 3 0,3-8 469,4-11 0,5-6-5,6 5 1,2-14-1061,-4-32 1,0-17 0,-3 1 415,-6 17 0,-2 1 0,-1-6-66,-2-9 0,-1-9 0,-1-4 0,-2 2 0,-2 9-653,0-5 0,-2 3 711,0 3 1,2-6 0,0 2-1,-3 6-382,-4 3 1,-1 2-331,6-3 0,1-1 1,-1 5-301,0-2 1089,5-9 0,-39 42 1,-7 8-1</inkml:trace>
  <inkml:trace contextRef="#ctx0" brushRef="#br0" timeOffset="64313">17321 7253 7533,'-19'-20'1169,"3"8"-809,16 6-270,0 6 90,16 6-90,3 6 90,9-3-91,-4 5 1,1 1 0,6-5 120,-2 3 0,5 4 0,1 0-210,3 0 0,1 0 0,2 2-820,-4-2 1,3 2 0,-1 0 0,0-1 750,4 2 1,-2 0 0,2 0 0,-6-2 1,3 1 0,-3 0-1,-4-3-292,-1 3 1,1-1 404,1 1 0,5 2 0,1 0 0,-6-3-45,-2 1 0,0 1 67,4 0 0,6 5 1,-1-1-1,-5-4-380,-3-3 0,1 0 470,3 4 1,7 5-1,0 0 1,-7-4-114,1-2 1,-1 0 90,1 3 0,6 4 0,1 1 0,-7-4-45,-2-1 0,2 1-18,-2-1 0,6 3 0,4 2 0,-1 0 0,-4-3-5,-4-2 1,-3-2-1,0 1 1,2 0-204,-3-1 1,0 1-1,1 0 1,1 1-1,0-1 151,1 0 0,1 0 0,1 1 0,-1-1 0,-1 0 0,-2-1 7,3 5 1,-2-1-1,-2-1 1,3 1-59,-3-4 0,1 0 0,0-1 0,1 2 0,0 0 0,3 3 0,1 1 0,1 0 0,-3-1 0,-5-3-236,7 6 1,0 1 253,-5-7 0,5 5 0,2 1 0,-1-2 0,-6-4-42,-5-3 0,-3-2 0,4 2-15,0 1 0,4 4 0,2 2 0,2 0 0,0 1 0,-3-3 93,3 3 0,-2-2 0,0 0 0,2 1 0,0 2-61,-3-2 1,2 1 0,0 1 0,1 1 0,0-1 0,-1 1-1,0-1 107,-2-1 0,1-1 1,-1 1-1,0 0 0,-1-1 1,-1-1-1,-2-1-64,10 9 0,-4-2 0,0-1 0,3 2 75,-6-5 0,1 2 0,1 0 0,1 0 0,-2-2 0,-2-1-184,3 1 0,-2-2 0,0 0 1,1 1 90,-2-1 0,0 1 0,2 0 0,-1 0 0,1 0 18,3 1 0,2 0 0,0-1 0,-3-2 0,-3-2 188,-5-2 1,-2-3 0,3 3-243,5 3 0,6 4 0,2 2 0,-2-2 0,-5-3 54,-4-5 0,-3-2 0,4 3 0,2 3 0,5 5 0,1 1 0,-1-1 0,-6-4-250,-4-3 0,-4-1 1,2 0 249,2 2 0,2 2 0,0 0 0,-2-2-60,0 2 0,-2-1 0,0-1 402,9 5 0,2 2-387,-5-5 0,3 3 0,0 1 1,-4-4 44,-4-3 0,-4-3 0,4 3 44,8 8 1,5 3 0,-1 0 0,-4-4-90,-1-1 0,0 1 135,-1-1 0,4 5 0,0 0 0,-5-5-90,-1 0 0,-1 1 90,0 0 0,6 4 0,0 0 0,-7-4 117,-4-1 0,1 1-95,5 2 1,7 5-1,-1 1 1,-6-6-68,-7-5 0,-1 1-45,5 3 0,6 5 0,-1-1 0,-7-4-90,-10-5 0,-1-1 90,12 10 0,5 4 0,-8-5 0,-9 8-30,2-12 0,5 5 0,-4-5 30,2 11 0,-2 1 0,3 4 1035,-2-7 0,1 0-1035,-7-7 0,1 1 0,-2-1-45,0 5 0,1-2 90,6-1 0,-3-4 737,-6-7-827,7 4 0,3-2 45,8-5 1140,-6 4 0,3-2-1680,0-11 0,-1-4 361,5 8-435,16-1-106,-43-5-1978,-20 34 2698,-7-15 0,2-8 0,-1-4 0,-4-10 0</inkml:trace>
  <inkml:trace contextRef="#ctx0" brushRef="#br0" timeOffset="64948">24536 12880 7533,'-18'-37'90,"-7"3"179,13-5-89,-12 19 990,22-3-271,-5 20-899,7-8 360,7 17 0,-5-5 179,30 22-359,-19-13-45,14 10 0,3 2 45,2 1-90,-12-8 0,3 1 0,9 5 0,0 0-205,4 3 265,-4-3 0,7 3 0,-5-3-60,-11-8 0,0 0-90,9 7 0,6 3 0,-3-2-1159,0 1 1,-3-2 1203,0 1 0,1-1-123,1 3 1,-4-4 167,-8-5 87,11 0 183,-23-9 339,14-22-339,-21 1-181,8-10 1,5-8 0,-3-1-60,-7 3 0,-3-1 0,1-1 407,7-4 1,1-2 0,-1-2-348,-5-1 0,-2-4 0,0 0 0,-1 5-150,1 3 0,0 3 0,-2-1-720,-1-9 1,-1-1-1,-1 5 465,2 7 0,-4 9 406,-12 8 0,-3 12 0,-10-1 1</inkml:trace>
  <inkml:trace contextRef="#ctx0" brushRef="#br0" timeOffset="71433">27993 7511 6273,'0'-26'0,"0"12"180,0-9-180,0 21 270,-8-21-90,6 20 90,-14-20-180,14 20 90,-5-14-90,7 9 180,0-4-181,0-1 181,0 0-180,0 6 90,-8 1-90,-2 23 60,0 8 0,-2 9 0,1 3-60,0-1 0,0 1 0,0 5 0,-1 4-447,3-10 0,-1 5 0,0 2 0,0 3 0,0 1 0,0 0 0,0-1 0,1-2 1,0-3 371,0 6 0,0-4 0,1-1 0,0 0 0,-1 3 0,-1 5-238,2-8 0,-1 5 1,-1 3-1,0 2 1,-1 1-1,1 1 1,-1-1-1,2-2 0,-1-3 1,2-3-1,1-4 205,-2 7 0,3-7 0,0-2 0,-1 2 0,-1 6-134,1-5 0,-1 4 1,-1 4-1,-1 2 0,0 2 1,0-1-1,0-1 1,1-3-1,0-4 0,1-4 152,-3 11 0,2-8 0,-1 0 0,-1 8-53,3-12 0,-1 5 1,0 4-1,-1 2 0,0 0 1,0-1-1,1-2 0,0-4 1,1-5 97,-3 7 0,1-8 0,0 0 0,0 6 78,0-3 1,0 6 0,0 3-1,-1 2 1,0-1 0,0-1-1,1-4 1,0-7-79,0 2 0,0-7 0,0-1 0,-1 7 56,1-2 0,-1 5 0,-1 4 0,-1 1 1,1 0-1,0-1 0,1-5 0,2-5-41,-4 10 0,3-6 0,-2 3 17,-1-2 0,0 3 0,-2 3 0,2-2 0,2-4 73,1 10 0,2-4 0,-1-3-240,-2-7 0,-1-2 0,-1 3 90,3-1 0,0 4 0,-1 1 0,1-2 0,0-5 90,-5 11 0,-1 1-72,6-13 0,1 4 0,-1 3 0,0-1 0,0-2 4,-1 0 1,0-2-1,0-1 1,1 0-23,-1 7 0,1-2 0,-1 2 22,0-3 1,-2 3-1,0-3 1,1-9 1228,-7 4-1251,2 6 0,1-5 89,4-25 1557,-4 18-1646,16-28 529,0 5-709,0-12-899,16-12 899,-4-4-720,4 1 1,1-1 359,-5-7 90,8 5 1,-1 0-271,-13 1 720,10 0 0,-1-2 0,-13-3 0,6-17 0</inkml:trace>
  <inkml:trace contextRef="#ctx0" brushRef="#br0" timeOffset="71817">26564 12107 7533,'-29'-28'1889,"5"21"-1709,24 10 314,3 29 1,2 12-270,3-15 0,2 3-881,-3 3 1,0 7-1,0 4 1,0-2 0,0-6 160,0-2 0,0-5 1,1 4 548,1 4 0,1 6 0,1 1 0,-1-3 0,-3-8 564,-5-2 0,1-3-468,8 6 0,4 4 0,-1-9 29,5 1 91,-2-9 0,2-4-90,16-12 450,0-18-181,-5-18 1,-1-10-776,-10 11 1,0-3 0,0 0 415,3-5 0,1 0 0,2-4-306,-3 6 0,2-4 0,0 0 1,0 1-1,-2 3-188,2-1 1,-1 3-1,4-4 404,0 1 0,5-4 0,2-3 0,0 0 0,-1 2 0,-4 4 0,-4 3 0,-2 3 0,0 0 0,2-2 0,5-4 0,0 0 0,0 0 0,0 0 0,1 0 0</inkml:trace>
  <inkml:trace contextRef="#ctx0" brushRef="#br0" timeOffset="86349">3739 9474 6723,'-9'-8'-180,"1"-4"270,8 11-90,0-10 90,0 9 0,0-9-180,0 9 630,0-9-270,0 9 269,0-9-269,0 10 450,0-5 179,0 6 1,0 0-181,0 35-539,0-16-135,0 13 0,0 2-3322,0 2 3219,0-12 1,0 2-168,0 11 0,0 0 363,0 4-363,0 7 0,0-1 225,0-20-45,0 0 0,0-1-45,0-6 180,0-5-180,0 2 0,0-16 3191,0-1-3281,8-1-296,-6-16-1233,13 2 1350,-13-5-901,6 1 900,0 12 360,-6-5 0,21-6 0,-3-9 0</inkml:trace>
  <inkml:trace contextRef="#ctx0" brushRef="#br0" timeOffset="86750">4145 9564 7533,'-8'-33'3276,"-9"7"-2325,-3 7-681,-5 12-810,7 2 91,8 5-91,-13 0 180,19 0-269,-12 17 449,16-7 270,0 26 0,0-21 539,16 27-359,-5-25-180,15 13 360,-8-6-360,7-8 134,-7 5 1,-1 0-135,13 2 180,-9-2 0,-1 1-180,-1-1 450,-1 21-450,-10-25 539,-32 25-539,-13-27-1170,6-1 1,0-3 450,-9-4-1350,-7-1 1169,43-12 810,-11-1 0,30-12 0,5-1 0</inkml:trace>
  <inkml:trace contextRef="#ctx0" brushRef="#br0" timeOffset="86949">3845 9318 7533,'-30'0'854,"0"0"1,-2 0-1845,1 0 990,54 0 0,5-7 0,5-3 0,13 0 0,0-1 0</inkml:trace>
  <inkml:trace contextRef="#ctx0" brushRef="#br0" timeOffset="88733">3739 9111 7803,'0'-14'899,"-7"-2"-989,5 14 180,-6-9 90,8 9 90,0-10-360,0 11 719,0-5-539,0 12 630,0 24-540,0-5 59,0 4 1,0 8 0,0-3-627,0-6 1,0 1 453,0 11 1,0 8-1,0 1 1,0-6 22,0 1 0,0 1-1,-1 1 1,1 8 0,0-1 0,1-8 0,2-8 0,2-1-300,-2 9 0,-1 5 1,2-9-61,6-1-130,-5-8 1,-2-4 489,-3-13-270,0 2-90,0-16 0,0 5 180,0-6 270,0-6-450,0-1-1845,0-17 2115,0-4 0,-3 4 0,-2-2 0,0 0 0,0-1 0</inkml:trace>
  <inkml:trace contextRef="#ctx0" brushRef="#br0" timeOffset="88912">3651 9757 7533,'-10'-20'-540,"-13"-10"2609,11 3-1440,-5 0 901,9-9-451,39 9-719,-7-1-315,0 14 0,3 4 135,8 3 0,-8-4-810,22 9-585,-21-4 1,-1 0 765,22 5 449,-15-4 0,-3 4 0,-10 18 0,13 4 0</inkml:trace>
  <inkml:trace contextRef="#ctx0" brushRef="#br0" timeOffset="89414">4163 9629 7533,'-28'-15'3276,"3"-2"-2505,15 15-141,-6-9-450,14 9-270,-21 2-630,3 19 361,-7 3 44,9 7 0,3 8 315,3 1 0,4 4 30,3-6 0,1 2 0,3 0-631,4 10 1,4-3 645,0-11 0,6-5-180,6-10 0,3-8 135,15-21-90,0 6 0,-3-32 45,-21 9 1,-1-2 44,-2 7 0,0-2-851,-1-18 1,-1-1 760,0 0 450,-7 4 0,-2-1 775,1 2-236,3 5 1,-6 5 1079,-20 19-1620,17-2-224,-10 31 0,0 14-135,9-2 0,5 5-600,0-2 1,1 4-1,2-3 510,-2 3 0,4-2-1034,6 5 0,7-7-495,5-18 0,1-5 1619,9 14 0,-5-42 0,-3-14 0,-9-6 0,0 0 0</inkml:trace>
  <inkml:trace contextRef="#ctx0" brushRef="#br0" timeOffset="90983">4392 9125 7533,'0'-15'629,"0"-2"1,0 10-450,0-6 539,0 0-539,-8 6 450,6 1-450,-6 6 90,1 0-270,5 6 360,-14 13-360,14-4 89,-6 33-89,0-24 90,7 11 0,0 2-180,-6 2 180,6 6 0,2 0-90,-1-5 90,0 2 0,0-1 0,0-4 90,3-3 0,1 0-90,-2 2 180,2-5 0,0-2-180,-4-5 134,4 3 1,0 0-45,-2-4-135,5 0 0,2 2 495,0 16-630,1-7 90,-2-4-90,-8-11 180,0 1 0,0-6 270,8 9-360,-6-14 90,6 4-90,-8-8 0,0-5-270,8-23 0,-6 12 0,5-36 0,-7 12 270,0-5-90,3 12 0,2 1 180,5-3-135,-2-2 0,2-2 45,3 4 0,-1 0 45,-6 5 0,0 0 45,10-7 0,-1 5-90,-11 17-90,28-8 90,-21 18 0,23 6 0,-15 2 180,15 16-270,-7 3 90,-7 1 630,-5 7-720,-7-19 180,-6 20-90,-2-20-180,-10 25 0,-7-23-180,-9 23 360,-1-25-45,9 5 0,0 0 45,-1-10 180,-2 9 0,3 0-90,12-10-90,-18 15 450,16-13-270,6 2 0,-13-1-91,13-6-448,2 4 449,2-9-270,13 9 360,-5-10-270,16 5 180,-7-6-270,22 0 0,-19 0 0,6 0 0,1 0 0,-6 0-45,5-5 0,1-1 46,1-3 89,-9-5 0,1-2-90,5-6 135,-13 1 0,-2-1-45,5-1 90,-7-6 0,-2 0 0,2 3 135,-5-7 0,-2 0-135,-3 3 674,-4 2 1,0 1 44,2 4 361,-14-12-810,14 26 359,-14-2-629,7 11 270,-1 0-90,-6 0-540,14 5 270,-6 3-359,-7 16-46,9 0 0,0 2 315,-12 7 0,12 6 0,4-2 1,2-17 134,0 19 0,0 3-135,8-1 180,-4-12 0,2-1-810,20 8 450,9-27 450,-6 2-180,-3-22 0,-11-4 1,-5-10 89,8-18 0,-1 18-45,-12-5 0,0 2-45,11 15 1349,-14-28-989,6 33 899,-8-5-989,0 7 90,-8 12-90,-2 1-810,0 29 450,2-6-270,8 3-89,16 1 179,-4-29 0,13 17 270,-7-20 180,7-2 0,-5-7 270,13-29-270,-21 11 45,0-10 0,0-1-135,-3 2 135,0-7 0,0-1-46,1 10 451,-5 0 0,-2 4 359,-3 12-269,0-1-360,0 22 180,0 20-630,0 3 270,0 5 0,0 1-180,0 5 135,0 1 0,0 3-1665,0 0 1,0-1 1096,-1-9 1,2 2-288,1 0 1,1 4-1,0-7-89,-1 1 899,8 6 0,3-12 0,-1-39 0,13-1 0</inkml:trace>
  <inkml:trace contextRef="#ctx0" brushRef="#br0" timeOffset="91584">5609 10106 7533,'-35'-7'3276,"0"1"-616,15 6-1400,20-6-856,21 2 1,9 1-315,-1-6 0,1-1-90,0 6 0,2 0-900,13-5 1,-1 1-495,-17 7 0,-1 0 719,5-2 0,0 1 675,16 2 0,-66 5 0,5 2 0</inkml:trace>
  <inkml:trace contextRef="#ctx0" brushRef="#br0" timeOffset="92633">6068 9357 7533,'-8'-14'1799,"6"-4"-1350,-14 23-89,14-10 270,-5 40-630,7-11-1639,-1 17 1,2 3 1113,-1 3 592,0-12 1,0 8-1,0 1 1,0-6 121,-1-2 1,2-1-258,0 2 1,0 6-1,1-1 1,1-7-719,2-5 1,0-3 830,-1 10 0,2-1-634,10 10 499,-7-11 2131,9-11-2041,-8-47-1350,6-24 1440,-11 23 0,-1-3 889,5-20 0,0 0-529,0 16 0,0 3-316,0-6 1,-1 2 45,2-10 0,6 35 1071,1 1-1161,-5 12-90,19 24 90,-19-6-135,-2 9 0,-2 1 135,0-3 135,-7 4 0,-2 2-225,-1-9 0,-4-2 179,-14 5 1,-1-1-180,3 14 90,-17-31 0,0-7 0,19-1-899,-17-10 449,17 3 2583,14-15-2673,-6 9-1439,24-17 1169,-5 11-315,8-1 1,4 0 134,7 1 1,0 0 719,-4 1 1,-1-1 179,14-2 0,-3 2 0,-7 0 0,-3 2 0,-3-1 629,-9-7 1170,9 6-719,-23 2 89,0 12 180,0 0 180,-7 0-1259,5 0 90,-6 12-360,8-4 0,8 23-90,1-16 180,17 21 90,-6-20-1799,13 8 1439,-14-16-989,23-20 1259,-21-4-135,-3-4 0,-2-3-45,-7-11 404,0-3 1,-2 1 495,-5-5-361,2-1 1,0 1 360,-4 16 719,0-11-1079,-8 36 89,6 47-539,-6-7-1071,7 0 1,1 8-1,1-4 1071,-1-6 0,0 2 45,1 3 0,1 9 0,0-1 0,1-5-1179,2 2 0,0-2 1156,-3-10 1,0 4-1,0 0 1,2-4-83,1 0 0,1-2 0,-2-2 60,-2 9 0,-2 1-326,3-4 0,0 1 0,-1-5 416,-2 11 1127,-14-14 1,-3-8-768,1-22 494,-23-10 0,-2-6-944,13-10 120,1 0 0,-6-6 0,5 4 60,-5-9-450,11 6 0,-2-5 1,3 6-181,-8-4-405,12 1 1,0 3 134,0 14 1024,15 3 0,27 48 0,-1-11 0,-1-1 0</inkml:trace>
  <inkml:trace contextRef="#ctx0" brushRef="#br0" timeOffset="132462">31256 581 7533,'-27'0'-1709,"1"0"1709,9 0 0,7 0 0,-14 0 0,20 0 0,-19 0 0,13 0 0,-8 11 0,1 4 0</inkml:trace>
  <inkml:trace contextRef="#ctx0" brushRef="#br0" timeOffset="132695">30850 607 6183,'-17'0'-359,"7"-6"359,2 5 0,24-5 0,3 6 0</inkml:trace>
  <inkml:trace contextRef="#ctx0" brushRef="#br0" timeOffset="133745">30850 568 5824,'0'-7'0,"0"-5"0,0 11 0,0-11 0,0 11 0,0-5 180,-7 0 269,-3 5-269,-8-5-90,8 6 0,3 0 540,-1-6-360,-2-1-91,-8 0-89,8-4 90,-13 10-90,19-5 450,-20 6-540,15 0 540,-9 0-181,8 0 721,2 0-451,55 0-449,-15-1 0,3 2-270,-1 1 0,3 2 0,0 1 30,0 3 0,-1 0 1,-3 2 59,-3 0 0,-3 3 179,0 8 1,-7 0-180,-18-11 540,5 24-180,-22-7 90,-5 19-361,3-20 1,-1 0 0,-2 8-90,7-4 0,3-1-179,8-9 179,-2 12 0,0 0-180,4-7 0,4 10 0,0 1 180,-2-2-609,6 2 1,-1-1 428,-5-4 90,2 12 0,0 2 90,-4-7 0,1-5 0,-1 7 0,-1-8 0,-7 3 45,4 8 0,-1 3 0,-4-18 0,0 0 45,3 8 0,2-1-90,-4 11 180,8-15-90,0-18-90,8-1 359,-6 7-359,6-5 0,0 10 90,-6-9-450,6 9 271,-8-15 855,0 14-1215,0-3 89,0 1 450,0 4-90,0-18 90,0-1-90,0-6 360,0 0-270,7 0 180,-5 0-90,6 0 0,-8 6-270,0-5 539,8 10-359,-6-9 0,6 3 180,-8 7 180,0-4-450,0 11 540,-8 5-181,-10 16-179,-9-5-180,-7 0 0,-7-4 0,4-16 0,-2-4 0,-1 10 0,-2-6-719,1-15 0,-3-8 0,7-1 449,-4-9-270,-6 4 1,6-3-2738,29-2 3148,12 13 1,23 6-1,13 5 1,6 2-1,0 0 1</inkml:trace>
  <inkml:trace contextRef="#ctx0" brushRef="#br0" timeOffset="134629">31644 994 7533,'10'-42'629,"13"1"-269,-19 32 360,12-8-360,-16 16 179,0-11 1,0 10-180,-8-4 179,-9 6-89,-11 0-540,-7 0 360,-8-5-270,6 3-270,1-3 90,-5 5 180,-4 17-90,21-5 0,1 3-45,3 10 1,5 2 134,7 14 44,17-8 1,7 1 0,6-4 0,1 0 45,-3-3 0,0 2 30,4 4 0,2 4 0,-4-1-1328,-4 6 0,-3 0 1253,9 2 0,-4 1 315,-10 5 0,-13-5-1011,-15-19 1,-5-3 740,12 1 0,-3-1-135,-22-2 0,-1-6-135,14-8 180,-10-5 0,1-4 0,9-5-90,-19-1 90,33 2-90,-15 1-539,12 3 359,-5-3-1439,9 5 899,8 0-2068,31 5 2878,-7-3 0,7 1 0,4-1 0,-7-2 0,-1 0 0</inkml:trace>
  <inkml:trace contextRef="#ctx0" brushRef="#br0" timeOffset="134965">31838 994 8612,'10'20'1799,"-10"4"-1619,-1 1 0,0 4-315,-3 9 0,0 5-405,6-1 0,1 3 1,0-3 242,-2 1 0,0 0 297,4-5 0,2 2 0,-3-6 0,-10 10 0,5-9 0,0-1 0</inkml:trace>
  <inkml:trace contextRef="#ctx0" brushRef="#br0" timeOffset="135166">31715 1433 7533,'-26'-13'3148,"-9"-12"-630,6 4-1168,11-11-1080,12 18-495,34 3 0,15 5-1414,-1 1 1,2 3 1462,-11-1 0,2 1 1,1-1-1,5 1 1,1 0-1,-2 1 1,1 1-1,1 0 1</inkml:trace>
  <inkml:trace contextRef="#ctx0" brushRef="#br0" timeOffset="135633">32262 1368 6183,'-18'7'2519,"8"-7"-2159,-13-7 359,19-6-539,-20 6 720,6 1-540,7 6 449,-21 6-629,28 1 180,-19 29-540,16-11 0,4 3 0,4 11 0,4 1-315,3-8 1,4-2 314,0-6 0,5-5-540,32-13 630,-12-31 90,-7 2 180,-8-6 0,-5-2 0,-13-1 135,4-7 0,-1 1-135,-7 10 854,-6 0 1,-3 4 314,-3 15-1169,-13 3-1440,7 31-808,8 15 853,9-14 1,2 1 494,9 13 720,8-10 0,4-12 0,5 0 0,1 2 0,0 1 0</inkml:trace>
  <inkml:trace contextRef="#ctx0" brushRef="#br0" timeOffset="136051">32579 1691 7533,'-47'0'3276,"6"0"-1335,31 0-1492,-6 0-718,14 0-181,10-12 360,4 3-1709,13-26 1439,-7 12-90,-8-4 1,-2-1 179,2-2 225,-8-5 0,-4-1 135,-8 3 359,6 4 1,-2-3 0,-10-5 0,1 1 359,9-12-359,-6 14 0,-4-2 0,5 4-1,7-7-89,-5 5 0,2 2-270,7 9 0,0-19-90,8 26-180,9-14 90,3 22-270,13-9 180,-13 10 0,21 0 180,-19 1 0,27 6 0,-20 0-720,-4 0 1,1 0 449,11 0-854,-10 2 0,-3 2 764,-2 3 360,9 11 0,-43 19 0,-13 9 0,11-11 0,0 0 0,1 0 0</inkml:trace>
  <inkml:trace contextRef="#ctx0" brushRef="#br0" timeOffset="136216">32473 1381 7533,'-17'21'3276,"15"-3"-3269,43-18 0,1-3 1,6 0-1,-3 1 1,0-1-1,0 1 1</inkml:trace>
  <inkml:trace contextRef="#ctx0" brushRef="#br0" timeOffset="136634">32967 1691 7533,'-18'7'2518,"-7"10"-2338,13-14 2159,-19 14-2339,27-15 629,4 9-2248,12-9-719,29-2 1708,-27-8 315,6-7 0,-1-5 495,-7-22-180,-3 19 0,-1-2 944,-2-16 1,-4-1-1001,-10-5 775,5 12 1,-1-8 0,0-3-1,-2 4-329,-5-5 0,-2 3 0,1-2-76,6 7 1,1-2 0,0 0 0,0 3-225,-5-1 0,1 3 0,4 7-180,13-3 450,17 15-1170,-3 15 225,6-1 1,1 0 134,2 3 225,9 3 0,3 0-135,-10 1 1,0 0 224,3 2 0,1 1-675,2-1 1,-4 1 449,-3 5-1349,9 13 1349,-32-4 360,-8 5 0,-9 3 0,-24 4 0,-11 0 0,9-3 0,-1 1 0,0-1 0</inkml:trace>
  <inkml:trace contextRef="#ctx0" brushRef="#br0" timeOffset="136783">32967 1330 7533,'-37'13'1092,"0"1"0,4-3 0,7-4 2184,16-7-1823,12-7-194,39-17-899,-2 2-750,-6 8 0,5-1 1,-1 1 389,3 1 0,0 3 0,-3 7 0,2 2 0,-3 4 0,3 8 0,1 1 0</inkml:trace>
  <inkml:trace contextRef="#ctx0" brushRef="#br0" timeOffset="139096">30145 5472 7443,'0'-20'1889,"0"2"-1530,0 10 811,8-3-361,9 4-449,3-1 270,21 3-450,-19 5 0,11 0 89,0 0-538,12 5-361,-5-3 540,-7 3-90,-17 1-90,-22 1 270,-4 18 0,-10-3 90,0 7 0,-1 2-383,0 2 353,7-3 0,-1 7 0,2-4-60,3-9 0,1 1-68,3 9 1,1 7 0,2 2-1,-1-6-1290,0-3 0,0 0 1268,3 6 0,2 5 0,-1-4-45,0 5 0,0-4 135,0-5 0,0 3-90,3-4 0,1 4 0,1 1 0,-1 0-252,-1 1 1,-1-1 0,1 1 0,1 0 431,2 2 0,1 1 0,0-1 0,-2-1-120,-1 6 0,-1-2 0,0-2 420,1-6 0,0 0 0,-4-4 149,-6 1 1,-4-2-180,-4 10 0,-7-3-136,-12-9 1,-5-7-135,10-9 0,-2-6-90,-18-4 0,-2-6-507,4-2 1,1-3 551,7-2 0,-2 1 105,-1 3 0,-2 1 0,6 0-60,-9-4 577,8 5 1,2 2-578,9-1-1383,25 6 1113,5-5 180,28 4 0,11-4 0,2-11 0,4-3 0,0 3 0,0 0 0,-1 1 0</inkml:trace>
  <inkml:trace contextRef="#ctx0" brushRef="#br0" timeOffset="139835">30674 6672 7533,'-33'14'989,"19"-1"630,-17-6-1079,29-19-270,2-27-270,9 2-150,-1 7 0,1-5 0,0 0-120,1-10 0,0 0-823,-4 11 1,0-1 0,-1 1 605,0-12 0,-2 1 846,-3 4 1,0 1-550,0 11 1,0 0 504,0-5 0,0 4 674,0 6-1078,0 35-91,8 0-225,3 15 0,3 6-225,4-4 1,2 0 239,1 4 0,3 4 0,-1-2 60,-1-4 1,-1 0-1,1-3 240,10 9 0,-1-6 2198,4 1-1614,-14-46 1,-3-12-570,-10-11 1,-2-4 119,11-1 0,-1-5 22,-11 9 0,-3-4 1,-1-2-1,1 5 80,1 1 1,0 4-1,-1-2 422,-1-5 1,-1-1 0,-1 5 239,-3 6 1,0 10-450,2 17-450,-6 47-270,7-15 1,2 1 314,-1-2 0,0 4-375,0 3 0,0 4 0,0-2 15,0 2 1,0 0 1681,4 8 0,0 1-1637,-4 3 0,2-2-899,5-6 0,2-1 1259,-1 2 0,1-2 0,0-9 0,2-5 0,14-3 0</inkml:trace>
  <inkml:trace contextRef="#ctx0" brushRef="#br0" timeOffset="140179">31415 6324 7533,'-31'3'1092,"1"0"0,2 4 0,1 4-707,2 9 1,5 5-1420,6 9 0,11 4 494,15 2 0,9 0 0,0-3 1,7-8 764,11-17 0,0-10-225,0-7 1079,-15-23 0,-8-10 270,-17-4 1,-4-1-1215,9 7 0,-2-1 44,-10 0 1,-3-1 0,-2 5-663,-8-5 438,1 8 0,-3 5-315,-13 11 360,1 8-1439,15 13-1838,5 23 3253,23-12 1,16-2-1,8-2 1,7-8 0,-1 0-1</inkml:trace>
  <inkml:trace contextRef="#ctx0" brushRef="#br0" timeOffset="141012">31909 5821 7533,'-22'-43'479,"1"1"1,5 11 0,2 2 104,0 3 1,3 3-225,3 3-720,8 12 90,0 22 270,0 7-269,0 22 179,8 3-45,-8 3 0,2 1 144,6-19 1,-1 2 260,-5 8 0,-2 7 0,0-7-135,4-14 0,0 0 44,-3 12 1,-1 5 0,-1-1-210,1-8 0,0-1 0,0-1-15,0 10 1,0-1-226,0 4 0,0-10 180,0-26-180,0 7 180,-8-17-270,-1-6 360,-1-1-270,-22-23 181,27 13 448,-18-2 1,-2 2 270,12 9-101,-10-3 1,-3 4 370,-11 17-585,9 7 0,3 3-225,-5 13-180,14 4 0,9 4 0,15-5 0,7 0-270,1 3 0,5-2 120,2-13 0,4-1 1,2-6-166,16-3 0,0-9 270,-11-7 0,-1-5-663,1-10 0,-4-3 618,-2-9 90,-6-7 0,-1-5 360,-6 8 0,-1 1-181,0-2 1,-2 1 450,-4-15-450,-8 41 540,-8 2-450,6 10 517,-6 14-1417,0 25 630,6-12-270,-3-1 1,2 2-451,11 9 585,3-17 0,4-3-224,22-1 988,-14-32 1,-1-10-1,1-11 1,-3-3-360,-5 3 0,-3 0 404,-2-5 1,-2 3 765,0-1-811,-16 8-1168,-2 38-361,5 13 1,1 5 224,-1-3 1,2 0 359,2 2 0,2-1 405,7 8 0,10-17 0,5-1 0,5 9 0,1 0 0</inkml:trace>
  <inkml:trace contextRef="#ctx0" brushRef="#br0" timeOffset="141312">32544 5679 7533,'-27'11'1638,"1"1"0,-4 22-1343,16-7 1,5 5-887,13 9 0,8 5 441,-4-4 0,2 2 1,-1-2 59,2 6 0,0 0 112,-5-11 1,1 3-1,-1-1 1,-2-6-23,-3-5 0,-2-1 89,1 6 1,-1 3 0,2-4 149,7 13-150,-7-7 1,0 3-1259,3-4 0,0-2 1169,-4-5 0,0-3 0,0 10 0,0-39 0</inkml:trace>
  <inkml:trace contextRef="#ctx0" brushRef="#br0" timeOffset="141717">32579 6672 7533,'-37'0'3276,"3"0"-166,40 0-3110,37 0-1574,-3 1 0,3-2 1169,-9-1 0,0-1-315,15-2 1,-2-3 584,-17-7 0,-3-2 135,-2 7 0,-1-3 630,5-10 0,-11-1-361,-24 7 1350,-3-30 19,-11 31 0,-4 3-712,1-4 0,-1 1-1061,-3 3 0,2 8-855,-11 33 540,25 0 1,5 4 134,0 8 0,4 2 495,-1-3 0,6-1-300,11-7 0,6-1 0,1-6-1679,16-1 1151,1 1 0,0-9 648,5-34 0,-7-13 0,-19 12 0,1 0 0</inkml:trace>
  <inkml:trace contextRef="#ctx0" brushRef="#br0" timeOffset="144632">29157 13280 7533,'-27'-5'2788,"1"3"-2158,9-3-540,7 5 269,10 0 1,17 5-270,3-3-270,21 3 270,-19-5-90,11 6 90,-15-4-90,-1 9 90,1-9 180,0 4-180,-9-1 90,-1 8-90,-8 19-180,0-9-45,-3 9 0,-2 0 135,3-4-30,-2 8 0,-3 10 0,3-5-482,2-14 1,2 1 571,-3 15 0,0 7 0,1-6-60,1-12 0,2 1 22,0 2 0,2 7 1,-1 0-1,0-5-22,-2 6 0,2 1-36,2-7 0,2 6 0,2 2 0,-1-3 1,-1-5 35,1 7 0,0-1-90,0 1 0,2 6 0,0 0 0,-1-9 45,1-5 0,0 0 22,-4 0 1,-1 6-1,0 0 1,0-7 67,1-6 0,0-1-15,1 14 0,0 6 0,-2-7 330,-2 8-211,-2-16 1,0 4 0,0-6 120,-2 8-135,-5-8 0,-2-2 315,-8 4-347,-3 0 211,-5-5 1,1-1-135,8-1 135,-15 1 0,0-1-135,15-11 135,-15-1 0,-3-3-226,11-4 136,-6-3 0,1-2-45,6-2 0,-27 0 0,36 0-630,-19-6-989,30 4 0,2-15-630,2 14 2069,37-14 0,-9 13 0,3 1 0,0-1 0,1 0 0,-1-1 0</inkml:trace>
  <inkml:trace contextRef="#ctx0" brushRef="#br0" timeOffset="145416">30339 13823 7533,'-18'-32'1484,"5"11"0,1-2-45,0-18-989,-4 2 449,8-3-719,-1 30-360,-9-16 360,8 21-719,-21 0 539,25 1-585,-22 8 0,-7 7 135,10 9 1,1 2 449,-4-8 0,-1 1-45,-2 15 0,6 3 135,13-2 0,-1 1 0,2 2 90,9 5-91,12 5 1,4-1-90,2-1-1639,7-3 1,3-1 1604,1 4-11,-2-4 0,1 1 0,-10-14 0,-1 0 15,3 8 0,0 4 0,-5-5 756,-1 11-546,2 4 0,-4-2-180,-16-9 495,-1 3 0,-4-3-316,-10-15 226,-7 3 0,-1-4-315,5-15-540,-15 1 0,-2-2-359,-2-15 674,15 7 0,3-3-225,1-15-1079,24 15 1736,24-25 0,1 15 0,8 1 1,1-3-1,-1-1 0,0 1 1,-1-1-1,1 0 0</inkml:trace>
  <inkml:trace contextRef="#ctx0" brushRef="#br0" timeOffset="146100">30515 13784 7533,'-27'-14'1799,"-14"-9"-720,27 20-1619,6 14 91,20 7-91,1 16 0,-1 9 180,-3-4 0,0 3 1,-1-1-144,-1-9 0,-1 0 1,0 3 322,1 10 0,0 7 0,-1-2 0,0-8 135,-1-8 0,0-1-75,1 12 0,1 6 0,-5-9 1584,-7 4-204,-5-37 359,-18-48-1125,14 1 1,1-3-315,3 14 0,2 1 450,0-21-450,8 31-91,16-20 91,-12 20-270,16 1 0,7 0-449,12 1 449,8 1-180,-13 7 0,-3 1 180,-8 3-270,26-3 630,-29 5 854,-2 0 45,-10 0 1619,-16-6-1618,-10-1-990,-2 5-270,-5 4 0,7 11 0,9 22 90,-7-10-540,14 7 0,2 1 181,-8-1-1280,6 7 1,4 0-6,6-12 24,2 10 1,5-4 1440,15-20-560,-2 3 0,3-3 829,8-19-227,-1-18 1,-2-11 495,-14-2 1,-3-3-270,-1 11 0,1-1 0,-5 0 419,-5-5 1,-4-1 0,-1 5 210,4-8 2556,-16-10-1367,-2 42-352,-7 43-2142,11-7 1,2 4 494,-2 0 0,4 2 90,5 4 0,5 4 0,4-5 0,12-3 0,5-1 0,-1 3 0,-1 0 0,1 1 0</inkml:trace>
  <inkml:trace contextRef="#ctx0" brushRef="#br0" timeOffset="147483">31715 13643 7533,'-8'-35'539,"-2"5"-3816,-8 11 2513,1 5 1693,-9-5-570,15 12 1206,-5 1-1654,16 6 89,0 23 0,0-6 89,0 17 1,0 4-90,0 2-264,0-5 0,0 6 0,0 2 84,0 4 0,0 2 1,0-1 119,0-9 0,-1-1 0,2 3-66,1-2 0,0 4 0,1 1 0,1-3 0,1-7-99,4 5 0,1-4 1513,3 17 1,2-17-1019,2-42-270,-17-19 0,-6-10 0,-5 0 0,-9 5 0,4 5 0,-1 3 0,-3 3 135,-4 9 0,-1 3-45,2 1 134,-10 3 1,1 3-225,8 6 270,-9 5 0,2 4-90,15 9 0,-13 7 0,3 0-90,20 2 44,-6 1 1,1 0-45,11-3 960,9-2 0,5-2-780,16 3-181,-8-12 1,1-2-593,12-2 593,-2-2 0,-13-9 1043,21 9-863,-4-9-180,1 4-1592,-2-5 1,0-2 1411,-1-5-1315,10-5 1,1-3 1224,-5-8-604,-15 3 1,4-3-1,-4 2 694,-5 5 0,-1-1-150,3-9 0,2-5 1,-6 1-702,-7-2 1,-3-1 1120,5 1 0,-4 1 1168,-12 1 1,-4 5-540,-4 9 1384,-7 2-1654,-1 8 271,-8 5-900,7 0-90,-7 11 180,9 4-630,-1 28 360,0-19 922,11 12 0,5 4-1281,2 6 584,3-17 0,3 1-225,9-1 0,4-5 90,10-7-90,8 2 0,1-2 91,-3-9 44,-2 0 0,-1-4 315,-13-10-270,15-7 449,-23 4 2193,5-19-2103,-16 6-15,0-16-973,0 10 539,0 10-662,8 6 482,2 11-89,7 1 89,-7 13 0,6-5 270,-6 4 0,7-12 90,9-18 0,1-9 269,-7-1 136,-7 0 0,-3 2-226,-8 8 1171,6-24-901,-8 28 720,-8 1-1349,6 19 0,-6 2 180,8 34-90,0-23-585,4 10 1,0 0 224,-2-4-585,9 2 1,2 0-136,-2 2 315,5-7 1,2-1-585,1 0 1259,5-7 0,1-9 0,-5-23 0,0-10 0,10-4 0,0 0 0</inkml:trace>
  <inkml:trace contextRef="#ctx0" brushRef="#br0" timeOffset="147750">32791 13629 7533,'-22'-16'1638,"1"1"0,-9-1 663,13 22-2661,19 40 120,8-7 0,7 9 0,-3 1-165,-7-9 0,-2 1 1,0 0-1,1 0 25,4-2 0,1-1 0,0 1 1,-2 2-71,-2-1 0,-3 3 0,0 0 1,1-2-1,1-6-360,8 7 1,-1-3 809,-5 4 0,-3 3 0,2-24 0,1-32 0,-18-35 0</inkml:trace>
  <inkml:trace contextRef="#ctx0" brushRef="#br0" timeOffset="147900">32808 14184 7533,'-13'-24'1079,"-1"-1"0,-3-4 1,1 5-451,-4 14 1620,-5-12-1799,15 20 1079,18-3-1169,11 5-1295,16-6 1115,-7 4 0,13-4 0,-12 0-180,16 5 0,8 1 0,-17-2 0,1 0 0,2 0 0,3 2 0,0 0 0,1 0 0,-1 0 0</inkml:trace>
  <inkml:trace contextRef="#ctx0" brushRef="#br1" timeOffset="162000">17321 15410 7533,'-9'-20'-900,"-7"2"990,14 10 0,-6-3-90,8 9 540,0-9-270,-8 9-90,6-3 269,-13-1-179,13 5 0,-6-5-360,8 6 270,0 0-180,0 11 0,0-2 180,8 15-90,-6-9 0,13 20-180,3 0 90,-1-4 0,1 1-90,4 5 90,9-6 0,1-3-180,-15-5 180,21-1 0,4-1 90,0 1-1465,3-4 1,2 0 1464,-18-10 0,1-1-90,7 3 0,4 1 0,-4-2 0,-10-1 0,1-1 112,8 0 1,7 1-1,1 0 1,-6-1-68,-3 1 0,0 0-45,0-2 0,6 0 0,-1 0 0,-7 0 0,-3 0 0,-1 1 60,15 0 0,6 2 0,-7-1-15,-13 0 0,1 0-23,9 0 1,8 0-1,1 0 1,-8-2 22,-3-1 0,1-1-23,4 0 1,8 1-1,0-1 1,-8 0 22,-4 0 0,0-1-27,-2-1 0,8 1 0,1 0 0,-1-1 0,-8 1-108,4 1 0,0-1 126,-2-1 0,7-1 0,3 1 0,-2-1 0,-8-1 54,5 0 0,0 0-73,-5 1 1,7 0 0,3 1 0,-3-1 0,-6 0 27,5 0 0,0-1-63,-6 1 0,7 1 0,2-1 0,-1 0 0,-8 0-1148,11-1 0,-4 0 1166,1 0 0,2 0 0,-2 0-120,-8 0 0,-3 0 1,-1 0 164,3 0 0,3 0-473,-2 0 1,7 0-1,0 0 1,-5 0 427,3 0 0,0 0-235,-7 0 0,6 0 1,2 1-1,-3-1 1,-5-1 234,6-2 0,0 0-13,3 1 1,6 1 0,1-1 0,-8 0 12,-2-1 0,0-1 155,-2 0 0,6-1 0,4 0 1,-1 0-1,-3 0-133,-2 0 1,-2 0-1,0 0 1,0-1-23,4 0 0,1-1 0,0 0 0,1 0 18,-6 0 0,3 0 0,-1-1 0,-3 1 0,-6 0-18,3-1 0,0 0 18,-3 1 0,6-2 0,3 0 0,-3 0 0,-5 2-18,7-1 0,0-1 18,-5-1 0,5-2 0,4-1 0,-1 0 0,-3 2-18,-2 1 0,-2 1 0,-1 0 0,0-1 0,1 0 0,-1-2 0,0 0 0,0 1 45,4-2 0,1 0 0,-3 1 0,-6 2 544,-7 2 0,-1-1-500,14-4 1,6-3 0,-6 3-45,-13 5 0,-1 1 75,12-5 0,6-1 0,-6 2-75,-12 3 0,-1 0-45,9-2 0,4-1 0,-7 2 1670,3 0-1730,1 0 0,6-1 0,-8 1-120,-2-1 652,8 2 0,0-3-203,-13-6 1,16 3-270,-21-1 90,9-2-90,-29 15 3008,6-3-3008,-8 5-360,-8 0-1080,-9 0-269,5 5 1260,-4-3 449,16 9 0,16-9 0,4 4 0</inkml:trace>
  <inkml:trace contextRef="#ctx0" brushRef="#br1" timeOffset="162999">17092 15823 7892,'20'15'1080,"-5"2"-540,-15-16-361,8 5 181,-6-12-180,6 5 270,-8-11-360,0 5 360,-8-11-360,6 3 179,-6-20-89,8 17-90,-3-11 0,-1-1-270,2 5 180,-3-13 0,2-2 90,3 2-962,0-10 0,0-1 872,0 8-90,0 8 0,0-4 0,0 6 90,0-3 90,-1 6 0,2 2-256,7 1 256,-6 11-90,5 1 90,1 7 0,10 6-90,-6 0 90,14 2 0,2 2 180,-10 3-180,20 2 0,4 1 0,0-2-90,1 4 0,6-1-660,-15-6 0,2-1 1,0 1 786,3 5 0,1 0 0,0-4 0,-1-6 0,0-3 0,-1-2 0,9-4 0,0 0 1</inkml:trace>
  <inkml:trace contextRef="#ctx0" brushRef="#br1" timeOffset="165081">20003 15165 7533,'-20'-20'359,"-11"1"1,11 7-90,0-1 180,-3 0-180,21 0-270,-6 0 360,8-6-271,0 10 631,0-8-630,0 10 540,0 0-540,0-4 269,0 9-89,0-4-90,0 6-90,0 0-270,0 12 450,8-4 45,15 17 0,3 4-45,1-2-602,6 1 1,7 4 601,-8-7 0,3-1 0,-2 0-1570,4 3 1,2 1 1359,2-2 0,3 2 0,-3-2 30,-3-1 0,2 0 44,-7-7 1,5 2 0,0-1 0,-4-1-45,10 5 0,0 1-68,-6-6 1,3 2 0,0 0-1,-6-1-625,1 5 0,-5-2 603,-3-4 0,-1 0-153,-4 4 1,-7-2 62,-14-12-90,6 3 270,-8-11 2512,-8 0-3142,-2 0 1659,-8-11-1389,9 9 63,-15-16-243,20 17-1349,-12-11 1169,16 11-1079,0-5 1080,0 12 629,0 1 0,-23 29 0,8-15 0,1-1 0</inkml:trace>
  <inkml:trace contextRef="#ctx0" brushRef="#br1" timeOffset="165468">20073 16327 0,'-25'-3'500,"-1"0"0,-5 3 0,-1-1 728,7-5 1,1 0-689,-17 5 1329,33-5-970,16-11-135,13-10 1,7-8-428,-4 5 0,2-4 1,2-2-1,0 1-350,-1 4 0,0 1 0,2-2 1,4-4 191,-6 6 1,4-5 0,2-2 0,2-1 0,-1 0 0,0 1 0,-2 2 0,-4 4-45,7-6 0,-4 6 0,1-2 0,4-5-109,-9 8 1,4-3 0,2-3 0,3-2 0,-1-1 0,1-1 0,-1 1 0,-1 1 0,-3 2 0,-4 2-222,2-3 0,-3 3 0,-3 1 1,0 0-1,0-1 0,2-1 40,2-4 1,3-1 0,0-2 0,0 0 0,-2 1 0,-4 1 0,-5 4 406,4-17 0,-8 4 1,-10 8-1648,-8 9 1,-7 13 1541,-17 32 1,1 14 0,16-2 0,6 3 0,2 9 0,0 0 0</inkml:trace>
  <inkml:trace contextRef="#ctx0" brushRef="#br1" timeOffset="173182">26282 13268 7533,'-27'7'-540,"9"10"360,-6 3 180,13 2 450,-7 8-270,10-21 269,0 7-359,6-14 180,-6 4-180,8-6 360,-7-17-270,5 7 90,-14-38-90,6 24-1,1-11 1,1-2-180,-2 5 30,0 2 0,-2-5 0,2 4-379,5-10 349,-9 4 0,-4-7 0,2 6-321,10 13 1,-1 0 290,-10-15 0,-4-5 0,2 5 30,8 12 0,-2 2 0,-10-13 0,-4-4 0,5 4-45,13 9 0,0 0 45,-7-4 0,-7-6 0,1 0 0,5 5-1458,7 1 1,2 0 1517,-6-4 0,-4-5 0,1 3-60,-1-4 0,3 1 0,8 6 0,0-3 112,-6 2 1,-5-5-1,0-1 1,4 5-113,6-4 0,-1-1 54,-4 6 0,-4-6 0,-2-2 0,1 3 0,4 6 36,2-5 0,-1 1-37,-1 4 1,-3-5 0,-1-3 0,0 3 0,5 6-9,0-4 0,0 0-45,0 5 0,-4-7 0,-1-1 0,0 2 0,4 5 0,-3-7 0,0-2 18,4 7 0,-3-7 0,0-2 0,0 2 0,3 5-48,2 7 0,1 4 0,0-5 12,-2-6 0,-2-8 0,0-2 0,1 3 0,1 6 18,1 5 0,1 6 0,0-6-18,-1-7 0,-1-7 0,0-3 0,0 2 0,0 8 18,-1 7 0,1 4 0,0-4 15,3-1 0,0-6 0,0-2 0,1-1 0,0 4 0,0 5-15,-2 0 0,0 6 0,0-6 0,3 0 0,0-6 0,-1-4 0,2 0 0,-1 3 0,1 6 0,-1-3 0,1 5 0,-1-5 0,2 2 0,-1-4 0,0-3 0,0-2 0,1 0 0,0 2-370,1 2 0,1 0 1,0-1-1,0 1 1,0 1-1,0 1 352,-1-2 0,0 1 0,0 1 0,1-1 0,0-3-8,1 1 0,0-3 1,1-3-1,0 1 1,0 1-1,1 5 0,-1 5-167,1-1 1,0 7 0,0-7 162,1 1 0,-1-5 0,1-3 0,0-3 0,1 0 0,1 1 17,0 4 0,1-1 0,1-1 1,0 0-1,1 0 0,-1 2 1,0 1-167,0 1 0,0 2 0,0 1 0,0 0 1,1-2-1,0-3 159,-1 1 0,1-3 0,1-3 0,-1-1 0,1 0 0,0 2 0,0 1 0,0 5 0,-1 5 20,4-3 0,-1 6 0,0 1 0,1-5 0,-2-2 0,1-6 0,0-2 0,-1 1 0,1 2 0,-1 5 0,1-5 0,0 5 0,2-6 0,-1 6 0,1-4 0,2-3 0,0-2 0,0 0 0,0 2 27,-1 1 1,0 1 0,0 0 0,0-1 0,1-1 0,0-2-38,-2 8 0,1-2 0,0-1 0,0 0 0,1-2 0,-1 2 0,1 0 0,-1 2 0,-1 2 10,2-7 0,-1 4 0,1 1 0,-1 0 0,0-1 0,0-2 0,0 2 0,-1-3 0,2-1 0,-1-1 0,-1 1 0,0 2 0,-1 5 0,-2 5 0,2-6 0,-3 7 0,2-5 0,0 0 0,3-6 0,0-3 0,0 0 0,-1 3 0,-2 7-30,-2 1 0,-1 6 0,2-5 30,2 1 0,2-4 0,1-3 0,1-1 0,-1 3 0,-2 4 0,1-9 0,-2 5 0,3-6 12,-1 9 1,2-5 0,3-3 0,-1-1 0,1 1 0,-1 4 0,-2 5-13,3-8 0,-1 6 0,4-5 0,-3 6 0,2-5 0,3-3 0,1-2 0,-1 1 0,1 2 0,-2 4 162,1 0 0,-1 4 1,0 1-1,0 0 1,1-2-148,1-2 0,2-2 0,-1-1 0,1 1 0,-2 1 0,-1 3-15,0 0 0,-2 2 0,-1 1 0,0 3-30,2-6 0,-2 3 0,-2 6 705,2-3-675,7-9-180,-16 34 2012,-2 1-1832,-8 6 544,0 0-1983,0-12 1902,7 4 1,-13-5-1,5 7 1</inkml:trace>
  <inkml:trace contextRef="#ctx0" brushRef="#br1" timeOffset="173698">25718 2672 7533,'-41'5'719,"1"1"1,-7-3-450,39-9-270,28-16 0,13-6-496,-9 6 0,3-2 518,2 1 1,6-4-1,0 0 1,-5 2-402,-1-1 0,1-1 433,-1 6 0,4-3 0,4-1 0,0-1 0,-2 2-765,4-5 0,0 0 1,-1 1-1,1 1 733,-3 2 1,-1 0-1,1 1 1,2-1-77,0-1 0,4-1 0,0 0 0,-2 2 0,-6 5-46,3-2 1,0 4 54,-3 1 0,4-2 0,-1 2 0,-7 4 548,15-3-593,-2 3 0,-5 9 0,-25 21 270,11-7 0,-24 37-180,-8-23 360,0 22 0,-2 3-270,1-24 0,-1 0-97,-1 11 0,0 6 0,0-5 142,-3-6 0,0 1-76,-2 10 1,-2 6 0,1-4 30,2-9 0,-1 1-68,0 3 1,-2 7 0,0 1-1,5-6-562,5 2 1,0-2 479,-4-6 0,-2 1 0,9-5-604,18-3 0,5-9 664,-2-11 0,14-9 0,5-4 0,12-10 0</inkml:trace>
  <inkml:trace contextRef="#ctx0" brushRef="#br1" timeOffset="175015">24448 5653 7533,'-18'-46'-900,"8"19"2609,2 4-1169,0 22-630,6-5 0,-5 17 270,14 32 0,3-10-90,1 11 0,4 1-399,12-5 519,-13-5 0,0 6 0,1-4-609,2-7 0,3 2 507,0 2 0,3 8 0,2 3 0,-1-1 0,-2-7-540,-1-4 1,-3-4 0,4 6 443,-2-3 1,3 7 0,3 4 0,0 1 0,-1-1 0,-2-4 0,-3-7-435,0 1 0,-2-6 1,0 4 443,3 7 1,1 4-1,-1 0 1,-2-10 22,-2-8 0,-1-3-180,1 11 0,1 3 45,5 0 0,-1-1 45,-2 0 0,-2-1-180,0-1 0,-3-3-1232,-5-2 1187,5-7 309,-13-14-399,14-25-449,-14-8 359,6-1 699,-8-7 0,-16 13 0,-3-10 1</inkml:trace>
  <inkml:trace contextRef="#ctx0" brushRef="#br1" timeOffset="175499">24253 7641 7533,'-30'0'359,"0"0"1,-2-12 270,27-11 0,10-8-325,11-1 1,11-7 0,5-2 0,3-2 0,-4 1-853,-6 8 1,-1-1 0,1 1 0,0-1 0,0 0 0,2-1 308,2 0 0,0-1 1,3-1-1,-1 0 0,0 1 1,-1 0-1,-2 2 121,3-5 0,-3 2 0,0 0 1,1 0-1,2 0 117,-2 4 0,2-1 0,1 0 0,1 0 0,-1 0 0,-2 1 0,-1 2 0,-1 0 0,-3 2 0,0 0 0,0-1 0,3-2-206,1-2 0,4-2 1,1-3-1,0 0 1,-1 1-1,-1 3 1,-4 3 80,3-1 1,-3 3-1,-2 2 1,-1 0-596,3-8 0,-2 1 1,-5 4 494,-4 4 0,-11 7 225,-35 17 2402,-1 17-2402,7-6 0,39-7 0,3-7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0:14:27.366"/>
    </inkml:context>
    <inkml:brush xml:id="br0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30268 2439 7533,'20'-5'0,"3"3"0,-21-3 359,6-1 271,0-2-270,2 1-90,0-4-90,-2 9 359,-8-10-269,7 11 180,3-10-270,0 4 539,6-12-539,-14 5 0,13 1 180,-5 1 90,0 5 179,-2-6-449,-8 6 0,0-4-90,0 4 90,0 0-989,-16 1-1,12 6 90,-35 6 451,25-5-46,-10 4 0,-1 2 135,4 0-180,-21 5 540,23 1-180,1-6 360,-5 5-270,11-5 0,-13 6 360,7 5-361,0-9-89,1 20 90,7-19 0,-6 20 0,14-10 90,-6 17-180,16-14 225,-4 7 0,2-1 45,12-9-90,-6 16 0,1 4-46,0-8 1,2-2-225,-2-2 1,1 1 134,0 11 0,-3-4-45,-1-11 0,-2 23 0,-8-26 449,-16 14-359,5-26 0,-23 13-90,15-22 90,-7 5 90,9-6-90,-9-6 0,-1 5-270,-1-16 360,3 8-360,15-9 0,-6-1-719,14 4 539,-6-3-899,8 4-1350,24 7 1889,-18 1 720,41 6 0,-11-2 0,4-1 0,-2 1 0,-1-1 0,0 1 0</inkml:trace>
  <inkml:trace contextRef="#ctx0" brushRef="#br0" timeOffset="351">30762 2349 8252,'-10'0'720,"3"6"-360,-1-5 809,-2 41 0,2 14-1827,-4-11 702,7-10 1,1 9 0,0 2 0,2-4-45,1 0 0,1-3 0,1 0-60,-1-3 0,0-1 1,0 1-451,-1 4 0,0 1 0,3-9 241,6-2-1237,1 12 1236,1-34-1349,6 4 1619,-14-12 0,-2-12 0,-10-2 0</inkml:trace>
  <inkml:trace contextRef="#ctx0" brushRef="#br0" timeOffset="557">30603 2891 7533,'-7'-13'0,"-3"-5"1439,-8 3-540,1-4-89,-1 6 629,8 0-719,2 6 989,8-4-1439,0 10 359,0-11-269,16 11-90,11-5-90,11 6-675,-9 0 0,0 0-1124,18 0 854,-17 0 1,1 0-875,4 3 1,-1 0-402,15 4 2040,-14-3 0,-4 5 0,-1 20 0,3 6 0</inkml:trace>
  <inkml:trace contextRef="#ctx0" brushRef="#br0" timeOffset="1059">31150 2866 7533,'0'-15'270,"0"-8"-181,0 20 631,0-14-270,8 15-180,-6-10 89,6 11 1,-8-10-90,0 10 180,0-16 0,0 14-450,0-9 90,0 6 89,0 5 181,-8-5-270,-2 6 0,-7 0 0,7 6-180,-6 1 90,6 0 0,1 5 0,-7-5 90,6 12 0,0 0-90,-13 19 90,19-15-180,-12 7 90,8-6-270,6 4 180,-5 10-360,14-10-179,11 7 359,2-19 180,5 3 0,1-13-180,-7-6 450,22-12-180,-19-2 0,-1-7 0,-1-1-90,0-3 90,-3-16 450,-1 9-270,-14 9 899,6-24-899,-8 36 1799,0-18-1619,-8 27-90,6-4 269,-22 12-809,21 1 450,-13 24-360,8-14-1259,6 30 540,-6-30 539,16 14-1889,-6-7 630,29 3 1485,-25 0 0,19-10 0,5-3 1,9 6-1</inkml:trace>
  <inkml:trace contextRef="#ctx0" brushRef="#br0" timeOffset="1501">31591 3188 7533,'-35'6'2608,"15"-5"-2068,5 5 0,15-1-361,0-3 1,0 3-899,8-5 449,9-5-989,3-8 1169,5-1 0,-15-5-270,-2 6 270,-8 0-450,8-5 450,-6 3-179,6-9-91,-8-8 1259,0-2 0,-4-2 1,0-7-996,1 2 0,0-2 0,-1-1 395,-2 6 1,0 0 0,0-2 90,3-6 0,0-2 0,-1 6-166,-4 8 1,1 4 135,5-15-803,-6 13 713,8 12-91,0 2-89,8-1 90,2 11-360,7-10 180,1 11 180,7-6-809,11 0 539,-15 6-360,11-5 0,-15 11-89,3-5 269,5 6-180,1 0-90,-7 6-1349,23 7 1170,-29-4-406,12 7 1,-3 2 1124,-16-7 0,2 37 0,-28-13 0</inkml:trace>
  <inkml:trace contextRef="#ctx0" brushRef="#br0" timeOffset="1706">31662 2775 7533,'-37'0'2158,"3"0"181,17 0-630,7 0-1259,2 0 539,8 0 1,8 0-1530,9 0 450,11 0-2069,15 0 1890,-14 0 179,13 0 90,-7 6 0,-2 9 0,2 6 0,7 3 0,-1 1 0</inkml:trace>
  <inkml:trace contextRef="#ctx0" brushRef="#br0" timeOffset="2201">32050 3136 8522,'-10'7'1080,"2"-1"-271,0-6-629,6 6 360,-5-5 89,7 5-269,0-6 1169,0 0-1439,0-6 360,0-7-360,0-1 90,0-4-90,0-13 0,0-8-610,3 7 1,1-2 564,-3-3 0,0-3 135,7-5 0,0 0-135,-7 11 0,0-1 224,4 2 1,1-3 0,-1 3 90,-4 3 0,0 1-1,7-9 1,-1 0-135,-6 12 0,0 2 135,15-9-450,-14 7 90,6 8 270,7-1-630,-11 5 90,20-5 180,-14 6-90,7 6 180,-7-5 0,6 11-90,-6-5 1,-1 12 947,7 1-858,-6 12 0,8-5 0,-9 5-1889,7-6 270,-6 5-360,7 2 540,9 6 989,-6 0-449,-3-6 899,-9 5 0,-32 17 0,10-14 0,-1-1 0</inkml:trace>
  <inkml:trace contextRef="#ctx0" brushRef="#br0" timeOffset="2393">32050 2839 7533,'-34'6'1259,"-1"0"0,2-3-180,4 6 1,11-1 2196,24-6-1065,4 3-1492,25-10-494,-6-1 0,3-1-806,3-3 0,2-1 446,3 1 0,0 0-810,4 0 1,-1 1 314,-2 5 1,-2 1 629,-5-3 0,-3 6 0,-4 14 0,-3 7 0,-12 1 0,1 0 0</inkml:trace>
  <inkml:trace contextRef="#ctx0" brushRef="#br0" timeOffset="4473">29457 9641 7533,'-27'0'1709,"9"0"-990,10 6-359,8-5 90,0 5 90,8-17-451,-6 2-89,14-9 360,1-13-360,3 8 45,1-8 0,-1-4 135,-6-3-444,0 9 0,4-5 0,-3 1 399,-8-6 0,-1 2-917,7-1 1,0 1 826,-4 5 0,-2 4 314,-6-4-497,7 16 228,-16-6 450,-1 20-810,-1-4 762,2 23-671,0-1-46,7 10 0,0 2 45,-7 4-45,8 4 0,0 0 45,0-5-135,3 3 1,2-2 134,5-2-225,2-7 0,2-2 315,5-7-270,22-14 91,-19-14 224,4-17 0,-3-4-135,-9-7-67,-2 7 0,3-6 0,-3 4 247,-6 9 0,0 1 149,1-6 1,2-3 0,0 2 281,0 3 0,0 0-72,-4-8 1,-1 2 270,4-4 539,-8 5-899,-8 29 180,6 12-450,-5 4 180,7 27-180,7-13-135,-6 6 0,0 2-45,15 12-119,-10-9 1,-2 1 163,1-5 0,0-1 90,-1-3 0,0 1-45,-4 15 1,0 1-91,0 4 689,0-10 0,0-1-599,0-3-656,3-6 1,1 0-335,-2-1-632,22 16 272,-12-35 1440,13-1 0,8-23 0,5-5 0</inkml:trace>
  <inkml:trace contextRef="#ctx0" brushRef="#br0" timeOffset="4838">30304 9383 7533,'-28'-13'3276,"-5"0"-2415,13 0 309,-5 6-271,7 1-89,8 6-1440,3 6 360,7 18-449,7-6 449,-5 29-1439,22-18 1259,-20 4-135,15-14 1,1-2 224,-14-2 360,25 10-270,-13-18 180,1-2 990,7-5-181,-16-11-629,5-3 1169,-13-6-89,14-22-541,-14 18-269,6-19 270,-8 5-540,-8-2-270,-2 0 90,-15 9-540,-3 18 181,1 7-1171,9 23 811,10-7 179,8 15-1798,0-7 2428,8-4 0,17-1 0,7-1 0,6-2 0,0 0 0</inkml:trace>
  <inkml:trace contextRef="#ctx0" brushRef="#br0" timeOffset="5726">30850 8725 7533,'-27'0'989,"9"5"-359,11-3 719,-1 32-1169,6-15-90,-2 17 0,0 5 90,4 5-1819,0 0 1,0 0 536,0-18 0,0 0 1102,2 9 0,1 4 0,0-4-143,-2-5 1,0-1 97,3 12 0,0 0-90,-4-14 0,0-4 45,0 5 534,0 19-444,0-33 0,0 1 0,0-17 2526,0 0-1897,0-11 1380,0 2-2099,0-10 270,-16 1-90,12 4 0,-20-5 0,22 6-90,-13 0 269,5 0 361,-16-6-450,7 11 608,1-4-428,-5 7 89,3 9 181,-15 9-450,7 8-180,11 5 180,9-2 0,8-3-180,-8 16 90,6-8-180,-6 8 90,24-5 90,-12-5-405,14-5 0,3-1 405,-7 2-135,5-8 0,3 0-135,5 4-540,17-11 451,1 4-181,-8-12 90,4-12-360,-14-8 451,1-7-1,-3 0 0,-1-1-1014,-1-3 1194,-5 7 0,-2-1 73,-1-7 647,-13-6-543,6 3 183,-8-2 450,0 11-3052,0 12 2692,0-4 1164,0 17-1164,-8-5-78,6 6-102,-5 0-1024,7 12 215,0 14 3661,-8 8-3212,6 11 0,-6-18 90,7 0 0,2-1 0,-1-6 90,8 22-90,-6-35 0,13 4 0,-5-9 90,8 4 90,-1-6-180,1-18 180,15-9-90,-19-7 90,10 3 0,-1 2 0,-17-3 45,10 7 0,-1 1 135,-13-8-180,14 11 1079,-14-9-539,6 22-181,-8-4 91,-8 12-720,6 0-270,-14 23 360,14-12 1,-5 25-451,7-10 360,0 1 0,0 5-1169,0-1 269,7 8-1618,11-5 2698,2 4 0,6-29 0,4-4 0,-1 1 0,-1 0 0</inkml:trace>
  <inkml:trace contextRef="#ctx0" brushRef="#br0" timeOffset="6051">31679 8751 7533,'-27'-8'0,"2"-3"2878,15 9-1349,2 14-1709,8 4 90,0 27 270,8-14-450,-3 5 1,0 3 179,0-6 0,-1 1-1003,0 1 1,-2 2 0,0-1 739,-1 3 1,-2 0 472,2 1 0,-1 3 0,-1-5 324,-3-8 0,0 0-264,3 9 0,2 5 0,-3-7 0,-5 5 0,6-3 0,2-3 0,-1-10-900,0 5 630,0-15-2518,0-1 2608,0-6 0,15-1 0,5-6 0</inkml:trace>
  <inkml:trace contextRef="#ctx0" brushRef="#br0" timeOffset="6952">31856 9512 8072,'0'-14'1709,"0"2"-989,0 7-540,0 3 0,0-3 270,8 5-271,1 0 181,9 0-90,-8 0-90,6 0-270,-7 0 90,25 0-90,-13-6 90,13-2-450,-9-16 540,-5 8-180,-3-14-90,-1 4 270,-14 5-90,6-3-90,-8-1 1080,-8 4-91,-10-5-449,7 12 540,-29 9-811,27 5 91,-21 0-450,17 5 90,-9 3-89,7 22-46,2-7 0,0 0-45,-2 15 315,6-9 0,0 0-135,-4 0 0,7 10 989,2 4-809,8-20 540,16 12-630,-5-26 360,23 8-180,-15-9-180,7-1-90,-9-1-720,9-6 361,-7 0 269,-1 0-1260,6 0 631,-13 0-1979,23-6 2248,-15 4 180,-1-4 360,5 1 0,-3-2 0,15-6 0</inkml:trace>
  <inkml:trace contextRef="#ctx0" brushRef="#br0" timeOffset="7387">32456 9396 7533,'9'-39'1349,"-1"1"270,-8 4-1259,0 9 90,0 12 1079,0-5-180,0 4-1169,0 0 90,-8-3-90,-1 15-1,-9-4-808,-8 6 539,15 6-540,-21 2 540,28 4 0,-19-5-180,21 10 360,-14-8 90,14 10-90,-6 5-90,8-8 90,8 14 0,2-16-270,23 17 180,-11-15 180,11 8-180,-7-6 360,1 8 180,1 2-450,-11-2 89,-1-8 1,-14 1 450,6-11-360,-8 9 90,-8-15-90,-2 3-270,-8 1 179,-15-4-269,4 4-270,3-6 1,1 0-91,-5 5 270,5-3-2248,9 4 988,14-1 1440,-6 3 0,40 10 0,7 2 0</inkml:trace>
  <inkml:trace contextRef="#ctx0" brushRef="#br0" timeOffset="69009">29792 11409 7533,'0'-7'0,"0"1"359,-8 1-269,-2 3 0,1-3 450,1-1-360,8-1 90,0 0-270,0-5 90,0 5 0,8-6 90,1-6 89,1 5-179,-2-5-90,-8 12 450,0-4-540,0 10 360,-23 1-360,9 12 225,-17 5 0,-3 3-45,1 16-368,7-13 0,-4 3 1,4-2 322,4 1 0,2 1 0,-7 6 0,3-1 45,7 2-180,9-9 0,16-17 90,25-13 0,-2-8-159,-6 2 0,1-2 114,0-4 0,-1-1 45,15-10 135,-3-3 0,0-2-135,-16 15 0,-1-1 119,7-5 1,4-3 0,-6 3 60,0-13 0,1 16 0,-5 1 90,-19 2 1151,-2 12-1241,-10 2-270,-7 10 180,-1 2-90,-15 12-90,19-4 135,-18 4 0,1 3-135,21 3 90,-22 5 0,2 0 90,24-6-270,-10 1 0,0-2 90,14-7-360,26 2 450,-8-12 38,33-6-83,-23-5 0,-1-2 45,8-1-90,-3-3 0,5-4 0,-4-1 225,-4-1 0,-1-2-45,4 1 0,3-2 0,-2 1-90,2-2 0,-3 2 90,7-7-90,-14 14 449,-30 24-179,-3-3-180,-6 13 0,-2 3 0,-11 1-847,8 6 0,-1 2 802,4-17 0,1 2-45,-2 17 0,2 1 90,-2 1-225,4-4 0,6-1 46,15-11 102,-4 3-13,31-19-90,-11-6-45,17-13 0,2-3 135,-3-3-370,2-1 0,2-3 325,-15 1 1,-1 1 88,1 7 1,1-2-90,7-17 1,-2 0 468,6 8-469,-16 2 0,-4 4 135,-10 12-180,-1 1 360,-8 6-90,0 0 681,-8 0-681,6 11 1186,-13-2-1545,13 9 179,-6-5-270,23 5 0,9 0 180,10 1 225,-5-3 0,2-2-45,12-9 45,-9-10 0,-1-1-1376,10 3 1241,-9-5 0,-1-1 90,2 2-180,0 0 90,1-5-492,-1 11 492,-8-11 0,-9 11 360,-10-5-270,-8 6 270,0 0-1,-8 6 1002,-2-5-821,0 11 11,-5-5-371,13 0-450,-14 5 270,14-11-899,-14 11 359,14-11 91,-5 10 269,7-9 0,7 3-90,3-10 360,8 3-360,7-15 360,-5 3 0,13-12 270,-14 8 0,-2-1-91,4-10 271,10-8-360,-29 22 360,6-2-450,-16 16-720,-25 12 720,2 5-315,-10 10 0,-1 2-62,21-12 0,-1 0 137,-6 5 0,-4 2 0,2-1 105,-3 0 0,2-2-594,6 1 1,1-2 593,-4-5 0,8-3-45,19-6-270,1-5 270,17-11 180,18-21 0,-5 7-136,-9 2 1,-1-1 135,0-3 1277,5-6-1097,-15-4-180,-2 15-90,-8-2-270,-16 11 360,4 6-90,-21 1-270,-10 17 270,4-2-249,10 2 1,-1 3 203,-1 1 0,1 1-965,6-2 0,-1 1 1100,-9 3 0,1 1-45,11 0 0,-1-1 90,-4-4 0,1 1-45,-3 22 180,6-22-180,23-3 90,15-12-360,5 0 270,15-12-90,-9 5 0,-1-1-1214,14-18 1259,-10 14 0,1-1-135,-3-6 0,-1 0 45,1 5 0,1 0-135,11-14 0,-2 1 0,4 3-364,-10 0 0,-13 6 4,-23 15 45,-18 7 1,-5 5 539,2 1 0,-1 3-341,-8 4 0,-4 3 0,5-2 206,8-4 0,1 2 420,-13 6 0,-7 4 0,6-3 119,11-3 1,0-1-150,-10 3 0,-4 2 0,6-2-31,14-7 1,3-2 0,-22 12 270,48-19-540,13-18 45,14-2 0,7-3-518,-14-1 0,1-3 0,1 1 443,1 1 0,2 1 0,-2-1-60,9-9 0,-2 0-823,-1 3 0,-5 1 823,2-6 809,-2 8 0,-5 1-1348,-14-5-1,-36 12 450,-9 8-172,-6 15 1,-9 8 0,4-1 306,5-4 0,1 2 164,-2 5 1,-3 2 0,1 0-30,6-4 0,2-1 0,2 1 90,-4 4 0,1 1-120,5-4 0,-2 1 0,2 0 881,-7 3 0,6 1-1391,11-1 1,6 1-2160,7 6 2609,24-15 0,13-5 0,11-8 0,9-7 0,2 0 0,-11 2 0,1 0 0,0 1 0,-1-1 0</inkml:trace>
  <inkml:trace contextRef="#ctx0" brushRef="#br0" timeOffset="70412">29704 13294 7533,'-28'-27'629,"3"-9"631,15 26 269,-6-25-630,7 25-809,-1-9-90,2 14-270,-15 10-89,1 20 269,-13-2 90,9 14-270,1 0 180,-3-8-90,9 8 270,-5-5-90,22-11 270,2 4-270,2-18 314,21-11 1,9-9-90,-7-3 0,1-3-472,4 0 1,3-3 0,0-1 395,5-6 1,0-1 0,-2 0-1139,-9 6 1,-2 1 0,1 0 1048,5-2 0,1 0 0,-3 0 30,4-7 0,-5 2-90,-8 9 0,-1-1 180,4-7 0,-5 2-90,-8 6 180,-18 3-180,-3 24 0,-23 1-450,-1 24 270,9-12 0,-1 2-241,0 7 0,-1 2 241,-2 2 0,-1 1-90,4 0 0,2-1 90,5-8 1,2-1 44,0 3 0,3-3 2772,5-2-2637,10 3-270,33-16 180,-1-2-409,-7-8 0,1-2 589,9-9-45,-3-1 0,3-4-15,-8 1 0,0-3 0,1 0 15,14-5 0,0 0-91,-3-5 1,-1-1 90,-4-1 0,-2 1-45,-11 12 0,0 0-90,5-10 0,-2 3-90,-6 12 90,-10 2-90,-32 18 0,-5 19-45,-4-1 1,-3 3 509,12-6 1,-1 2-317,0 3 1,-1 2 0,3-4-1360,-8 7 1300,6-4 0,1 1 45,5-8 0,2-1 45,-4 15-173,3-9 1,4-1 82,12-1-901,26 2 811,7-20 45,14-17 0,2-5 45,-16 9 0,-1-2 0,9-13 0,-1-3-45,-4 4 1,-2-1-453,-7 3 0,-1-1 542,6-1 0,1 0 90,4-3 0,-3 1-45,-7-6-90,5 11 0,-5 1 1328,-21-7-1238,12 16 1163,-32-2-983,12 17-180,-27 1 580,11 11-805,-5 3 0,-1 2 45,-5 8-225,5 2 0,3 0 315,3-8 2151,-5 10-2331,15-10-360,2-4 384,24 5-69,11-18 0,5-3 45,5 1 135,2-6 0,2-6 180,-9-8 0,-3-2-251,-4 7 0,1-1 160,12-16 1,-2-1-1235,2 4 1190,-3-9 360,-2 8-360,-21 10 90,11-5 450,-21 12-360,6 1 989,-16 6-989,6 6-90,-21 7 90,11 1-352,-13 22-368,15-7 360,2 10-90,8-13-359,16-8 359,3-11 135,13-10 0,3-5 225,8-8 415,-10 1 1,1-2-461,-7-1 0,-3-1-1573,7-10 1573,-5 11 0,-3-1 584,-11-7-310,3 12-229,-15-3 630,0 16-451,-7 1-89,-11 6 45,-10 16 0,-3 4-360,10-10 0,-1 1-723,-3 7 0,-1 4 0,3-1 948,3-6 0,2 1-225,1 2 0,-1 2-450,-3 2 0,1-2-45,-2 12 472,9-13 0,1 0-292,4 12 1,16-15 179,2-4-270,23-12 450,-4-6 0,15-6 180,-1-12-122,-21 2 0,1-2 302,3-1 0,1-2-91,-4 2 1,-1 0 2360,5-13-2450,-11 18-2069,-32 14 1619,4 14 360,-6 10 0,-5 7 0,0 1 0,-3 5 0,-1 1 0,1-1 0,1 0 0,-1 0 0,1 0 0</inkml:trace>
  <inkml:trace contextRef="#ctx0" brushRef="#br0" timeOffset="71870">29774 14907 7533,'0'-46'1799,"-7"13"-270,-3 3-270,-16 22-539,-1 2-630,-1 13-90,3 17-90,7-2 90,1 9 180,-1 12-90,0-13-405,9 3 0,1 0 225,-2-1-225,7 1 0,6 0-45,22 3-2064,-3-4 2334,19-14-1070,-8-24 1,1-6 1159,11-3 135,-3-2 0,-2-3-875,-3-13 830,-11 11 0,-1-1 0,-6 4 0,0-2 30,7-6 0,3-5 0,-2 1 599,0-9 1,-1 1-600,-5 11 0,1 1 0,-4 1 60,-1-1 0,-11 7 1619,-29 20-2159,9 13 270,-19 1-90,19 9 0,2 1-90,-7 2-45,4 12 1,4 2-46,1 5 10,5-11 1,2 0-11,3 1 0,16-5 1335,19-12-1155,5-9 225,8-7 0,2-4-135,-23-3 1,0-4 388,15-8 1,6-6 0,-6 2 105,-10 5 0,-2-2-106,9-11 1,4-7 0,-9 6-120,1-4 135,0 0 0,-7 2-136,-24 10 1425,-4 9-1514,-4 9-135,-14 18 0,-3 6-45,-1-1-438,-3 13 1,-1 2 348,-3-2 89,12-6 0,1 2-135,-2 3 0,2 0 135,5-9 0,1 2-180,-4 19 0,2-1 90,4-11 327,21-2 1,6-5-327,4-14-1,20-4 0,4-6 315,-20-5 0,-1-4-76,14-7 1,4-3 0,-4-1 165,-8 2 0,-1-3 75,6-5 0,5-4 0,-6 2-76,-5 2 1,-3 1 0,0-4 0,-3 1 665,-2-3-350,-23 18-181,0 7 181,-15 12-720,-5 7 90,-15 7 270,15 0-495,0-3 1,1 2 1387,5 4-1523,-14 6 0,0 2 271,12 0 366,-4-7 1,1 1-638,1 12 270,6-14-449,4 25 449,26-31 346,17 7-31,-5-27 0,1-5 45,-2 4 0,-1-2-413,7-13 0,-1-4 593,-11 3 0,-1 0-783,-4 0 1,-1-1 556,-4-1 1,-1 0 675,6-9-540,-8 4 90,-2-5-91,-8 18-251,-24 3 162,10 16 0,-19 2-1,8 12-89,5 1-1,2 0-449,-5 10 51,11-8-231,-6 3-90,11-6 1035,7-6-1035,0 0 360,0-6 0,0-1 90,7-6 180,3 0-180,0 0 360,6 0-90,-6 0-90,-1 0 360,7-6-180,-6-1 0,0-6-90,-3 6-90,-7 1-270,8 6 180,-6-6 0,6 5 0,-8-5 0,8 6 360,-6 0-90,6 0 270,-8-6-270,0 5 179,8-11-269,-6 11 90,5-5-360,-7 1 180,0 3 0,0-3 0,0 5 0,-23 28 0,-7 8 0</inkml:trace>
  <inkml:trace contextRef="#ctx0" brushRef="#br0" timeOffset="74101">32050 11448 7533,'0'-20'1079,"0"1"-899,0 12 630,0-10-541,0 8 361,0-15-270,0 15 179,0-14-449,0 20 630,0-19-540,0 19 540,8-14-541,-6 15 451,6-9-450,-8 10 360,0-5-360,0 6 1079,0 0-1439,0 6 360,0 1 0,0 5 359,0 18-269,0-1 225,-4 6 0,0 3-316,3-13 1,0 2-865,-2 11 0,0 5 0,1-3 775,2-9 0,0 1 210,0 10 0,0 7 0,0-8-1478,0 7 1088,-1-11 0,2-2 44,7-9 226,-6-12-720,6 3-449,-8-21 2768,7 8-2228,-5-21 520,6 8-2140,-8-15-101,0 9 2170,8 3 0,-6 0 0,6 5 0</inkml:trace>
  <inkml:trace contextRef="#ctx0" brushRef="#br0" timeOffset="76396">31944 13216 7083,'-8'-7'1439,"6"1"-270,-13 6-989,13 0 0,-6-6 0,8 5 450,-8-5-450,6 1 809,-6 3-809,8-9 720,0 4-361,0-1 451,0-3-541,0 4 361,0-6-630,0 6 180,8-5-180,-6 11 269,21-5-449,-3 0 135,5 5 0,1 1-135,-2-6-135,8 8 0,-2 2 45,-14-3 90,25 11-359,-15-5 269,-7 6-180,7 5 270,-17-3-90,-1 15-180,-16-3 270,-9 12-270,-3-6 225,0-11 0,-1-1-45,-8 7 135,-1-3 0,1 0-1248,-3 3 1158,8-13 1,-1 2 403,-2 13-179,-8-9 180,13 0 0,1 1-180,-9 7 0,5 2 539,-7-1-449,27-8-90,-19 4 1292,32-13-1382,2-2 90,-1-9 0,15 4 1259,-4-6-1169,23 0 360,-14 0-180,4 0 89,1 0-269,-5 0-90,6-6-270,7 4 90,-21-4 90,12 6-2159,-15-5 450,8 3-1658,-15 2 2773,5 8 1,-23 17 0,-10 8 0,3 3 0,-1-1 0</inkml:trace>
  <inkml:trace contextRef="#ctx0" brushRef="#br0" timeOffset="77452">31979 14713 7263,'10'-7'2339,"-2"2"-1980,-8 5 721,0-6-900,0 5 809,0-11-539,0 10 89,-8-4-359,6 1 270,-6 3 90,8-3-360,0 5 449,-8-6-719,7 5 450,-7-5-180,8 6 0,0 0 0,15 0-180,-11 0 180,35 0-270,-17 6-135,6 0 0,3 1 135,8 1-90,-6 3 0,1 1-90,5 2-269,4 6 359,-18-1 270,-15-12-270,-2 11 90,-16-10 360,-17 16-270,3-9-90,-5-6 0,-3 0 360,-1 4-90,-12-6 0,10 5 179,5-11 541,-15 11-540,14-10 449,-13 9-539,31-10-540,-5 10 360,16-9-450,24 21 270,-3-13 0,14 9-269,7-2 269,-13-8 225,0 8 0,1 2-225,9-2 270,-4 13 89,-3-6-179,-29-8 1080,13 20 269,-16-9-630,-16 0-449,-11-2-270,-18-13-90,8-4 270,-12-3-2752,27-5 2212,-19 0 90,21 0-1529,-13 0 630,14 0-1,-15 0-2197,-1 0 3151,13 0 1,-1 23 0,23 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0:21:28.576"/>
    </inkml:context>
    <inkml:brush xml:id="br0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19297 5847 5914,'0'-28'180,"0"4"-180,0 17 359,0-4-89,0 3 0,0 1 180,0-5-180,0 5 629,0-6-719,0 6 0,0-4 0,0 3 180,8-4-181,-6-1 181,13 0-180,-13 6 180,14-10-270,-14 14 360,6-15-360,-8 11 359,8-6-449,-6 6 180,6 1-270,-8 6 180,0 0-180,0 6 0,-8 13 180,6-4-90,-13 11 0,-2 2 0,11-2-1561,-16 14 0,-3 3 1561,12-3 150,-2-8 0,-3 5 0,2-4-783,5-9 1,0-1 722,-5 13 0,-1 1 174,4-3 1,0 0 5,-1-6 0,1 1-135,3 4 0,0-1 404,-5 11 1,22-29-450,3-3 3186,16-11-2532,17-17-609,-12 10 0,1-2-90,-8-4 0,1 0-495,12 6 1,-2 1-1,-11 0 90,17 6 180,-24 0-2149,17 12 440,-21 8 1936,11 2 0,-32 2 0,-2-11 0</inkml:trace>
  <inkml:trace contextRef="#ctx0" brushRef="#br0" timeOffset="252">19403 6143 7533,'-37'-33'3276,"3"7"-1695,24 14-1041,3 6-810,14 6 450,3 0-450,8 0-720,23 6 721,-25-5-406,10 7 0,3 1-944,0-6 1259,0 8-809,11-11 1169,-29 0 0,-17-22 0,-15-7 0</inkml:trace>
  <inkml:trace contextRef="#ctx0" brushRef="#br0" timeOffset="470">19385 5872 7533,'-37'-20'2968,"4"-4"-2518,23 15 1439,2-25-1440,8 22 451,8-29-360,9 14-1,0 1 1,2 1-450,18-5-527,-15 8 0,-1 3 617,6 4-1170,5-3 1,1 1 270,2 5-765,10-2 0,1 5 1525,-20 14 1,-3 7 0,1 13 0,-3 6 0,-10 10 0,1 0 0</inkml:trace>
  <inkml:trace contextRef="#ctx0" brushRef="#br0" timeOffset="969">19826 6117 8792,'-10'-7'2698,"2"1"-1258,1 1-1260,5 4 449,-6-5-449,8 6 360,8 0-450,-6 6 359,13 12-628,-13 4 134,6 2 0,0 0 135,-6 1-585,9 4 0,1 1-674,0 0 719,6 9-270,5-15 541,-19-17-91,28-30 270,-13 5 269,-1-23 1,0-7-180,0 11 0,-1 2 989,-6-3 1,-3 1-451,2 4 1,-4 7-180,-6 18 450,0-4-1170,0 35-630,0 17-90,7-10 1,2 1-650,-4 2 1,1-2-1639,20 10 413,-1-6 2594,-5-26 270,-2 3 0,-3-28 0,1-8 0,-1-2 0,-1 1 0</inkml:trace>
  <inkml:trace contextRef="#ctx0" brushRef="#br0" timeOffset="1369">20408 5743 7533,'-19'-20'3276,"3"7"-1155,16 19-1941,0 8-630,8 35 270,-4-8 0,2 1-405,2-9 1,1 2-59,-3 6 0,-1 5 0,2-3-996,5 6 1,1-2 1387,-3 2 1,0-2 250,-2-3 0,2-14 0,-3-29 0,-7-11 0,-3-15 0,-1-4 0,-6-9 1124,-2-2 1,-2-4 513,4 9 0,1 1-938,0-3 1,0 1 937,0 5 0,2 6-866,5 4 1336,2 10-1658,10 11-90,16 0-360,1 5 90,16-3-1799,-6 4 70,12-6 1,0 0 1348,0 0 0,-13-2 0,5 0 0,-4 0 0,-5-2 0,1 1 0</inkml:trace>
  <inkml:trace contextRef="#ctx0" brushRef="#br0" timeOffset="1986">21026 6117 6633,'0'-7'2249,"0"-10"-1619,0 14 1258,0-20-1528,0 15 1529,0-11-719,0 6-991,0 6-179,0 1-1349,0 41-630,0 8 585,0-10 0,0 0 674,0 13 720,7-5 0,11-48 0,9 2 0</inkml:trace>
  <inkml:trace contextRef="#ctx0" brushRef="#br0" timeOffset="2219">21273 5782 7533,'-4'-31'1638,"0"-1"0,2-15 1382,-6 41-2480,8 29-720,3 0 0,2 5-900,-1 20 1,2 2 692,2-14 1,1 1-707,-3 3 1,0 3 0,0-8-2024,4 1 3116,-2-1 0,-1 1 0,3 9 0,-1-19 0,0 0 0</inkml:trace>
  <inkml:trace contextRef="#ctx0" brushRef="#br0" timeOffset="2436">21308 6169 7533,'-10'-38'1092,"0"0"0,1-3 0,3 5 2184,6 7 0,15-2-2580,-3 12 203,21 6-1888,-5 5-361,-3 5 1,1 1 270,13 2-560,-6 0 1,0 0-1639,7 0 1638,-14-1 1,-1 2-578,2 4 2216,-9 3 0,-10 33 0,-8 8 0</inkml:trace>
  <inkml:trace contextRef="#ctx0" brushRef="#br0" timeOffset="2636">21696 6092 14729,'0'26'1529,"0"-7"-2069,0 18 540,0-20 450,0 30-3727,0-7 2657,0 2 0,23-28 0,7-24 0</inkml:trace>
  <inkml:trace contextRef="#ctx0" brushRef="#br0" timeOffset="3086">21855 6221 7533,'0'-15'3276,"0"-7"-1155,0 19 127,0-14-1978,0 15-90,0-4-720,0 6 540,15 0-1259,-3 0-1080,37 0 1530,-25 0 89,12 0 1,0 0 449,-18 0 180,13-2 0,0-2 0,-17 3 720,19-16-450,-23 8 1349,-2-21-630,-8 14 1710,-16-19-2160,12 25 1171,-35-14-901,2 34-809,-2-7-1426,13 13 0,3 4 1156,3 3-160,3 20-200,9-21 90,8 25 91,0-22 79,6 2 0,3 0-259,3-4-226,15-3 1,3-4 584,-4-8-1279,13 0 1,2-4 547,-8-10-79,9-5 1,-1-2 809,-8-4 650,-4 1 0,-1-4 0,-14-1 0,-1-1 0,5-5 0,-1-1 0</inkml:trace>
  <inkml:trace contextRef="#ctx0" brushRef="#br0" timeOffset="3369">22490 6066 7533,'17'-32'1979,"-7"5"-990,-2 1 360,-16 8 0,-2 5 630,-7 6-1529,7 1 180,-6 6-540,6 6 90,1 7-1,-7 6-179,14 30 90,-6-23-495,6 8 1,4 3-496,14 6 631,-5 4-1293,6-13 1,0-4 1921,-5-10-452,11 22 362,-21-35-180,6-1 0,-8-6-270,0 0-2338,-39 0 2068,21 0-1189,-18-1 1,0 2 507,12 5 1629,-25-5 1,20-3-1,-1-2 1,-7-3-1,0 0 1</inkml:trace>
  <inkml:trace contextRef="#ctx0" brushRef="#br0" timeOffset="3520">22084 5847 7533,'-28'-28'2788,"-5"4"-3507,21 11 719,-3 6 0,23 13 0,1 8 0</inkml:trace>
  <inkml:trace contextRef="#ctx0" brushRef="#br0" timeOffset="3706">21114 5782 7533,'-20'-5'2338,"-11"-3"-2338,35-5 0,16-2 0,9 0 0,14-3 0,0 1 0</inkml:trace>
  <inkml:trace contextRef="#ctx0" brushRef="#br0" timeOffset="4499">23742 6570 7533,'-10'0'1619,"-6"-6"-1349,15 4 2068,-7-4-1528,8-5 269,8 2-360,6-13 1,5-9-420,7-1 0,4-3 0,0 1-748,-6 6 1,-1 1-1,3-3 466,0-3 0,3-6 0,1-1 0,-1 1 0,-4 6-18,-3 5 0,-3 4 0,2-4-306,2-5 0,3-6 0,0-2 1,0 0-1,-3 3-514,-2 2 1,-2 1 0,-1 1 0,0 1 169,5-9 0,-1 0 1,-2 2 199,-4 3 0,-1 1 0,-7 9 181,-8 12-1261,0-2 1351,-8 23-2160,6 12 2728,-13 3-389,13 11 0,-6 11 0,8 4 0</inkml:trace>
  <inkml:trace contextRef="#ctx0" brushRef="#br0" timeOffset="5136">24571 6286 8972,'-20'0'3276,"5"0"-2594,15 0 757,0 0-1619,0-12 360,0 4-1819,10-15 1,3-2 304,1-1 474,1-2 1,3-7-1,-2 4 635,-5 7 1,-1-1-552,7-13 1,1-6-1,-4 5 911,-7 15 0,0-1-209,6-6 1,3-4-1,-6 7 254,-6 2 1094,12-10-1004,-16 30 1904,0 6-1544,0 23-450,0-6 45,0 18 0,0 2-135,0 3-135,3 8 0,2 0 135,5-2-360,3-3 0,7-1 773,3-14 1,7-7-114,2-8 0,4-4 0,0-8 824,9-16 0,-2-9-1209,-13 9 0,0-1 0,-4-7 399,-5-11 1,-3-8 0,-4 0 0,-2 5-685,-4 2 1,0 1 369,1 0 0,3-4 0,-1-2 0,-4 3-750,-6-2 0,-4 3 1,-1 1-130,0-8 1,-2 4 788,-2-2 0,-4 16 0,-13 56 0,16 0 0,0 0 0</inkml:trace>
  <inkml:trace contextRef="#ctx0" brushRef="#br0" timeOffset="5720">25753 6014 7533,'0'-21'2338,"-8"-2"-1798,-2 22 360,-23 1-811,11 1-44,-2 10 0,-1 7-135,5 6 1,3 3-1,2-5 0,1 2-45,-6 14 0,8 1-225,16-9 0,6-1 180,1 6 0,5-2 405,9-8 0,5-8 629,3-15 1,-3-12 44,-8-21 1,-7-9-720,-1 8 0,-4-3 89,-9 1 1,-4-4 0,-3 3-630,-10-7 1,-1 3 269,6 6 0,-2 2-720,-11 0 1,-1 9-1,6 17-89,1 16 899,10 3 0,17 9 0,6 3 0,-1 1 0,1 0 0</inkml:trace>
  <inkml:trace contextRef="#ctx0" brushRef="#br0" timeOffset="7086">26282 5601 7533,'0'-31'2158,"0"9"-1348,-8 4-720,6 12 270,-6 17-360,0-2 449,7 15-359,-4 3 0,2 1-270,3 12 120,-2-10 0,-2 5 1,2 2 59,1 7 0,1 2 0,-1-3-296,-3 4 0,0 1 386,3-9 0,1 5 0,1-2 0,-1-8-90,0 7 134,0 0 1,0-4-45,0-14-270,0 7 270,0-23-90,0-7-179,0-7-271,0-23 90,0-10 315,0 11 0,0-1-45,0-12 270,0 1-270,0 26 1042,-23-9-323,1 16-494,-4 8 0,1 6-45,3 9 45,2 5 0,1 3 225,7 23-90,-5-10-181,11-9 1,4-1 0,2-3 180,0 20-180,8-22 0,9 10 0,-5-17 180,27 5-180,-17-7-135,1-6 0,5-5-135,11-10 0,-2-5 270,8 2-330,-15-6 0,3-4 1,-7 3 59,-3 1-555,6-9 0,-1 0 735,-6 10-45,6-13 0,0-5 180,-11 11 0,-2-2 0,4-9 0,-3-2 494,-6 11 1,-4 1-360,-6-7 270,-16 14-630,-4 11-630,-23 7 540,22 7 330,-8 8 0,3 6-419,10 15 224,-1-14 0,1 1 135,6 5 0,4-1-1,4-3-134,0 11 1,4 1 44,16-4-90,-6-9 0,3-1-45,12-4 0,5-8-135,3-16 0,3-8 405,4 5 0,-2-5-241,-11-4 1,-3-5 195,5-10 0,-7 0 0,-18 2 360,13-11 0,1 0-181,-16 13 1,8-7 0,-1 2 720,-9 17 89,6-13-809,-8 22 90,0 3-599,8 5-121,2 0 270,-1 11-90,7-2-135,-3 13 0,0 3 135,8 1 315,-4 1 0,0 1 45,0-1 539,-7 3 1,-2 1-450,2-5 539,-12 5 1,-4-2-450,-6-14 450,-29 10-721,11-18 181,6-8 0,-3-4-899,-18-9-2520,8-12 1620,12 12 90,25 2-1170,9 12 2609,17 12 0,8-1 0,6 4 0,-8-2 0,-1 0 0,1 1 0</inkml:trace>
  <inkml:trace contextRef="#ctx0" brushRef="#br0" timeOffset="7188">27305 6221 7533,'27'-27'0,"-32"20"0,-17 15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0:23:19.663"/>
    </inkml:context>
    <inkml:brush xml:id="br0">
      <inkml:brushProperty name="width" value="0.09071" units="cm"/>
      <inkml:brushProperty name="height" value="0.09071" units="cm"/>
      <inkml:brushProperty name="color" value="#00B0F0"/>
    </inkml:brush>
    <inkml:brush xml:id="br1">
      <inkml:brushProperty name="width" value="0.12095" units="cm"/>
      <inkml:brushProperty name="height" value="0.12095" units="cm"/>
      <inkml:brushProperty name="color" value="#00B0F0"/>
    </inkml:brush>
  </inkml:definitions>
  <inkml:trace contextRef="#ctx0" brushRef="#br0">26988 3085 8522,'17'-20'1169,"-7"1"-539,-2 0-450,-8 10 809,0-13-809,0 19 180,-8-14-180,-2 15-360,-15 2 270,13 8-450,-7 11 0,-1 3 271,-2 4-121,7 3 0,0 8 0,2-3 75,2-3 0,2 0 90,2 11 0,7-1-45,10-14 0,5-5 90,14-8 45,-4-9 0,1-4 45,12-8 45,-12-10 0,-1-2 135,-4 0-45,-3-12 0,-4-2-136,-13 13-224,-6-12 1,-5-1 134,-4 9 134,-14 2 1,-1 1-135,14 1 90,-12 11 0,-1 5-90,6 4-90,3 17 0,3 7 135,5 0 0,4 3-135,0 2 1,6 2-1,16 7 0,10-5 135,-2-16 0,3-2 44,1 5 1,2-3 90,18-10 0,-5-8-180,-23-6 450,11-7 0,-5-2-360,-23-2 359,-2-29-179,-10 24-450,-5 1 1,-3 1-1,-11 6-1459,4 2 1,-1 2 1163,-12 10-415,12 11 1,1 3 799,-4 5-45,10 17 0,5 2 45,4-4 45,8 4 0,4-2-45,8-11 90,11 4 0,7-3-89,13-13 493,-7-1 1,0-5-315,11-19 629,-21-6 1,-4-5-91,-7-1 1,-7-4 90,-12-16 0,-11 1-1125,-5 13 0,-5 4 450,-4-1 0,-3 8-495,-8 15 1,2 10-91,6 9 225,-1 11 0,6 10-225,22 13 1,8 2 404,-10-12 0,4 0-347,14-5 0,7 1 0,0-7 122,16 1-150,-3-18 0,6-2 1,-1-1 194,-3 1 0,0-3 135,16-1 0,0-2 180,-8-2 0,-1 0 0,9 3 0,2 0 0,-10-1 0,0 1 0,0-1 0</inkml:trace>
  <inkml:trace contextRef="#ctx0" brushRef="#br0" timeOffset="766">29404 6053 7533,'-8'-13'1349,"-17"-6"-719,3 5-271,-5 11 1,-3 4-360,-1 3 719,2 13 1,-1 7-90,6 5 0,3 1-630,5-5 0,3 2-315,-3 15 0,8-1 225,16-10-315,7 1 0,3-3-314,6-12 584,12-1 0,0-3-45,-18-12 315,17-3 0,1-8 225,-13-28-180,-5 20 0,-1-2 359,-2-15 1,-6-1-180,-7 4 269,-4-1 1,-4 0-180,-14 9-181,-4 6 1,-3 6-180,-4 12-180,-5 12 1,0 11 89,9 16 0,5 6-833,4-13 1,2 0 0,3 1 787,1 14 0,8-2-45,5-12 0,10-6-495,19-9 0,4-4 316,-6 8-195,4-11 1,0-4 373,-4-1 0,-1-12 423,-2-2 0,-1-2-243,0-12 150,-6-13 1,-3-2 119,-7 7-504,-20-13 1,-7 4 413,-5 21-91,-12-4 1,-2 2-90,-4 12-270,5 6 1,0 4 89,-2 6-765,15 14 1,5 3 494,1 1-1251,14 7 1,8 0 890,14-3 752,0-6 1,7-5-1,6-16 1,8-8-1,1-1 1,6 0-1,0 0 1,1 1 0</inkml:trace>
  <inkml:trace contextRef="#ctx0" brushRef="#br0" timeOffset="1798">26229 10119 8072,'-20'0'2789,"-3"11"-2250,21-2-539,-6 9 0,16 1 0,2-5 0,31-1-89,-2-19 89,6-8-135,-26-5 0,-4-5 314,-8-8 1,-5 0-135,0 6 0,-4 0 270,-12-15 0,-5 5-225,-5 11 45,-11 7 0,-2 6-45,11 12 0,-11 17 0,2 8-449,19 8 389,3-4 0,-2 6 0,4-3-299,9 15-1,9-1 0,10-2-135,14-19 0,8-7 495,4 1 0,0-5 0,-1-4 0,-3-10-45,-7-15 0,-7-6-45,-14-3 944,-4-9 1,-6 0-585,-11 7 359,-8-7 1,-5 2-360,-8 12-46,-5-3 1,-3 3-315,-2 10 225,4 7 0,0 4-585,-2 13 360,15 5 0,4 3-1079,3 7 89,26 1 1,13-2-450,18-19 0,8-7 1439,-11 4 0,1 1 0,1-8 0,-4-9 0,0-8 0,1-2 0,-3-2 0,5-6 0,0-1 0,0 1 0</inkml:trace>
  <inkml:trace contextRef="#ctx0" brushRef="#br0" timeOffset="2849">21996 7769 7533,'-34'-6'2698,"13"0"-2383,-5 17 0,3 7 314,9 17-539,1-12 0,3 1 180,7 5 0,6-3-810,4-3 91,19 7 359,-5-23 45,4-10 0,-1-5-45,6-20 135,-11-2 0,-3-2-45,-6-13-45,-21 4 0,-11 4 584,-8 24 1,-5 6-180,-10-1 0,0 5-225,11 8 0,3 7 44,-1 19 1,7 4-270,14-2 45,0 8 0,6 1 45,21-9-135,3-4 1,5-3 44,17-12-225,4-9 0,0-4-229,-2-8 409,4-9 0,-4-4 45,-17-4 45,4-8 0,-5-2-45,-22 2 270,13-11-90,-32 7-180,-3 19-1246,-12-2 1,-5 2 1649,12 12 1,-3 2 135,-19-2 0,0 4 84,5 8 5,-2 11 1,6 6-180,19 1-540,-4 8 0,5 0-89,17-2-406,13-9 0,5-2 46,6-5-181,11-14 1,10-7-1,-4-1 810,-11 1 0,1-5 0,4-3 0,5-4 0,2-2 0,-4 0 0,-4-3 0,0 0 0,0 0 0</inkml:trace>
  <inkml:trace contextRef="#ctx0" brushRef="#br0" timeOffset="3549">22737 2607 7533,'-44'-6'1889,"7"5"-1755,12 3 1,-1 1-135,-11 6 720,10 13 0,3 3-451,2 7-44,1 10 0,3 1-405,14-3 180,-2 1 0,5-5-180,10-17-89,25 10 134,-5-47 0,2-10 45,-5 15 0,-1-3-1003,2-14 1,-1-8 0,-4 4 899,-6 8 1,-3-1 282,2-10 0,0-4 0,-4 4-196,1-11 435,-9 14 1,-3-3 0,-3 7-150,-9 3 270,-10 0 0,-5 7-91,-4 18 91,-13 14 0,-2 6-270,23-4 0,1 4-425,-11 12 0,-3 8 0,7-4 380,10-10 0,4 2-195,1 14 0,2 7 0,5-9-749,9-7 494,19 1 0,7-7 2633,13-25-3398,-3-12 1,6-7 0,-2-1 89,-11 3 1,-2-1 0,1 0 991,8-6 1,-1 0-1,-14 4 1,-21 8-1,-28 27 1,1 0 0</inkml:trace>
  <inkml:trace contextRef="#ctx0" brushRef="#br0" timeOffset="5719">22260 8028 7533,'-17'-28'-1709,"7"10"1709,2 6 0,0 5 0,6 1 0,-13 0 0,13 6 180,-14 0-90,6 0 269,-8 0-179,9 0 90,1 0-90,0 0-90,6 0 0,-6-6-90,8 4 90,0-3 0,0 5-270,0 0 180,8-6 0,2-2 180,31-16-120,-15 4 0,2-5 0,4-3-516,-2 3 1,3-2-1,1-2 1,1-1-1,0-1 501,-3 1 0,0-2 0,1-1 0,0-1 0,-1 1 0,0 1 9,3-2 0,-1 2 0,0-1 0,0-1 0,1-2-42,-4 2 1,2-2 0,0-3 0,0 1 0,-1 0 0,-1 4 0,-4 4 17,7-7 0,-3 6 0,4-5-30,-8 6 0,4-5 0,2-3 0,1 0 0,-2 0 0,-2 3 0,-4 6 0,4-4 0,-4 4 0,3-2-30,-3 1 0,5-4 0,1-2 0,1 1 0,-3 1 0,-4 5-619,1-1 1,-4 3 0,3-2 648,1-2 0,2-3 0,1-1 0,-1 1 0,-2 6 0,-1 1 0,-1 5 0,-2-3 0,0-6 0,-1-3 0,4 0-23,2 2 1,5 0-1,-1-1 1,-4 3 22,-7 3 0,-3 2 0,4-4 15,2 1 0,4-3 0,3-3 0,2-1 0,-1 0 0,-2 2-372,3-3 0,0 1 1,0 1-1,-1-1 0,0 1 357,-3 3 0,0 0 0,0 0 0,0 0 0,2-1 15,1 0 0,2-2 0,1 0 0,0 1 0,-3 2 0,-4 4-165,0 1 0,-4 4 0,4-3 105,2-1 0,4-5 0,4-1 0,-1-1 0,-2 2 0,-5 5 190,0-2 0,-4 5 0,4-5-160,0 1 0,5-4 0,3-2 0,-1 1 0,-3 2 0,-6 5-75,5-3 0,-1 1 90,-1-4 0,4-4 0,0 0 0,-5 5 0,-3 5 0,-1 0 22,1-4 1,3-5-1,0 1 1,-3 4-23,-1 5 0,1-1 22,-4-1 1,4-5-1,-1 0 1,-2 6 22,1 4 0,-1 0-45,0-7 0,2-3 0,-2 1 45,1 2 0,-3 2-45,-3-1 0,-1-1 90,11-6 0,-3 3 180,-10 0-225,19-2 0,2 1-45,-11 6 0,-1 1 0,-1 2 89,-6 9 1117,-1-5-1206,9 1-360,-7 3 360,-1 3 2418,-2-6-2778,1 4 360,-5-1 646,4-2-1905,-16 16 1607,0-5 0,7-23 0,3-7 0</inkml:trace>
  <inkml:trace contextRef="#ctx0" brushRef="#br0" timeOffset="6933">26988 3472 7533,'-28'-35'-90,"-5"-1"-90,21 22-90,-4-4 270,32 5-90,11 6 540,19 12-1921,-16 7 0,0 2 1471,-6-4 0,-1 3 89,11 18 1,-1 2-114,-14-17 1,1 1 83,9 16 0,3 6 0,-3-3-503,-3-9 0,1 2 443,1 3 0,5 6 0,2 2 0,1-1-18,-4-8 0,2 0 0,0-1 0,0 0 0,-2 0-292,0 3 0,-2-1 0,0 0 0,4 1 310,-1-1 0,5 1 0,1 1 0,1 0 0,-4-4 0,-5-3 0,-1-3 0,-4-3 0,2 4 0,-2 2 0,3 5 0,0 2 0,1 2 0,-2-1 0,-3-2 0,1 3 0,-2-2 0,-2 1 0,2 3 15,-2-3 0,2 4 0,0 1 0,0 0 0,-2-2 0,-3-2-15,-2 0 0,-3-2 0,0 0 0,2 0 45,7 6 0,3 1 0,0-1 0,-5-5-129,-4-2 0,-1 0 204,7 7 0,4 3 0,-2-6-120,-5-9 0,-1-1 120,3 9 0,1 5 0,-1-5 15,-3-9 0,1-1-15,4 11 0,2 5 0,-2-6-76,-3-11 1,-1-1 15,4 5 0,1 3 0,1-5 229,5-4 1,1-4-335,1 5 0,-2-2 45,-8-8 0,-1-2 928,18-1-1558,-36-5 630,19-5 631,-13 17 1,-32 8-1,7-6 1,-1 0-1</inkml:trace>
  <inkml:trace contextRef="#ctx0" brushRef="#br0" timeOffset="7713">26317 10273 7533,'-8'-37'-1080,"6"9"1080,-13-4 270,13-4-180,-6 19-135,6-12 0,4-6-135,1 0 0,2-4 60,2-6 0,2-5 1,0-1-12,-2 12 0,0 0 0,1-1 1,0-3-1,0 1 0,1-4 1,0 0-1,-1 0 0,1 0 0,-2 1 1,0 0-1,0 0 0,0 0 1,0 1-1</inkml:trace>
  <inkml:trace contextRef="#ctx0" brushRef="#br0" timeOffset="8749">26935 3420 7533,'0'-20'-450,"0"7"0,-8 8 900,6 28-360,-6-6 0,10 8 0,4 4 0,-1 3 0,0 1-45,0-5 0,-1 1-592,1 14 1,-2-1 546,-3 6 30,0-2 0,0 8 0,0-5-120,0-7 0,0 1 72,0-3 0,0 6 0,0 4 0,0 0 0,0-4-27,0 0 0,1-1 0,-1-2 0,-1 1-330,0 1 1,-1 0-1,0 1 1,-1 2 389,2-8 0,0 4 0,0 1 0,-1-1 0,0-3 0,0-4 44,-4 1 1,0-4 0,0 6-9,3-3 1,0 8-1,0 3 1,1 3-1,0-2 1,0-4-1,-1-7-51,0 6 0,0-6 0,0 5 12,0-4 1,1 5 0,-1 4 0,0 2 0,1-3 0,0-3 0,1-7 17,0 0 0,1-6 0,-1 5-30,0 7 0,-1 8 0,0 1 0,0-2 0,1-7 0,1 5 0,0 0-18,0-10 0,0 6 0,0 2 0,0-2 0,0-7 18,0 6 0,0 0-23,1 1 1,2 8 0,-1-1-1,0-7-22,-1-4 0,0 0 45,1-1 0,0 6 0,0 0 0,0-6 0,-1-2 0,-2 1-54,-2-3 0,-2 7 0,0 3 0,-1-2 0,1-7 54,-1 9 0,-2 0 0,0-5 0,-2 7 0,-2 3 0,2-2 0,1-8 0,3 3 0,-1 0 22,-3-1 1,-3 5 0,-1 3-1,4-3-626,3-5 1,3 0-1,-1 0 1,-1-3 633,-5 5 0,-2-2 0,2 3 82,3-2 1,2 4-1,0-3 1,0-8-261,-3 13 238,3-11 0,0 5 0,2-5 0,2 11 29,-1-12 1,0 7 0,1-7-30,2 13-60,0-18 0,-1 6 0,2-1-30,1-2 0,1 0 0,0-2-90,-2 7 0,0 2 120,1 5 0,2 4 0,-2-7-120,-2-19 0,0 0 60,0 15 0,0 6 0,0-7 431,0 10-401,0-15 0,1 5 0,-2-5-180,-7 12 180,3-8 0,0 7 0,-3-9 1090,-11 4-940,10-7 0,1 4 0,-1-7-150,-8-6 45,8 0 0,0 1-45,-9-4-180,1 9 180,7-22 2765,2 4-2765,8-12 0,23-23 0,7-5 0</inkml:trace>
  <inkml:trace contextRef="#ctx0" brushRef="#br0" timeOffset="9697">22313 8144 7533,'4'-30'-90,"0"0"0,-2-5 210,16 7 0,10-4 0,4 3-1213,5 6 1,4 4 0,1 0 608,-8 2 1,-1 0-1,3 1 1,4-2 498,2 1 0,5-2 0,3 0 0,-1 0 0,-1 2 0,-6 1-307,-3 1 0,-4 2 0,0 0 1,7-2 291,-4 2 0,4-2 0,5-1 0,2-1 0,1 1 0,0-1 0,-2 1 0,-4 1 0,-4 2-70,1-1 0,-5 2 0,-2 0 0,3 0 0,5-1 43,-3 1 0,6-1 0,3-2 0,2 1 0,2-1 0,0 0 0,0 0 0,-4 1 0,-2 1 0,-6 1-132,7-1 0,-7 1 0,-2 0 0,3 1 0,7-2 158,-12 3 0,5 0 0,1-1 0,4-1 0,0 1 1,2-1-1,1 0 0,0 0 0,-1 1 0,-2 0 0,-1 1 1,-2 0 0,8-1 0,-2 0 0,0 1 0,-2 1 0,0-1 0,0 1 0,0 0 0,2-1 0,-3 0 0,-1 1 0,1 0 0,0-1 0,0 1 0,1-1 0,0 1 0,0 0 0,0 0 0,0 0 0,1 1 0,1 0 0,0-1 0,0 1 0,0 0 0,-2 1 0,-2-1 0,-2 1 0,-4 1 0,7-2 0,-5 0 0,-3 2 0,2-1 0,7-1 0,-8 2 0,4-1 0,4 0 0,1 0 0,2 0 0,-1 0 0,-1 0 0,-1 0 0,-4 0 0,-5 1 0,7-2 0,-7 2 0,-1-1 0,2 0 0,4-1 0,-2 2 0,4-2 0,4 1 0,1-2 0,1 1 0,-1 1 0,-3-1 0,-3 1 0,-5 1 0,6-1 0,-7 1 0,0 1 0,5-2 0,1-1 0,6 0 0,3-2 0,1 1 0,-2-1 0,-4 2 0,-6 2 0,7-1 0,-8 2 0,7 0 0,-4-2 0,6 0 0,4-1 0,-1 0 0,-3 2 0,-8 0 0,1 2 0,-5 1 0,3 0 66,2 0 0,6-1 0,1 0 0,-3 0 0,-7 2-66,7 2 0,-4 0 317,-6 0 1,1 0 0,-3 0-273,5 0 0,-3 0 45,12 0 0,-4 0 0,0 0 89,-2 0-89,0-4 0,-4-3-180,-15-2 135,2-2 0,-5-3-494,-17 0 946,11-10-767,-30 15 568,-5-2 1,-24 13-1,-10 7 1,16-4-1,0-1 1,0 1-1</inkml:trace>
  <inkml:trace contextRef="#ctx0" brushRef="#br0" timeOffset="11114">22807 2723 7533,'0'-20'-450,"-8"1"450,6 7-180,-13-7 270,13 5 90,-14-11-90,14 16 0,-6-8-180,16 16 0,-6 1 270,21 18-180,-19 4 90,16 4 0,0 3-90,-15 8 90,9-8 0,5 3 0,-4-3-715,-2 19 685,4-8 0,5 8 0,-4-6-513,-7-10 1,2 1 434,2 0 0,4 7 0,2 4 0,0 0 0,-1-3-296,-1 2 1,0-1-1,0 1 1,2 2 300,-3-9 0,1 2 0,2 1 0,0 1 0,0 0 0,-1-1 1,-1-1-365,0 1 0,0-1 0,0 1 0,-1-2 1,-1 0-1,1-2 332,4 9 0,0-2 0,0-1 0,0 1 45,-3-6 0,1 0 0,0 1 0,-1-1 0,1-1-319,3 4 0,0 0 0,0 0 0,0-1 319,-1-2 0,0 0 0,-1 1 0,0 0-192,3 5 0,0 3 0,-1-2 0,-3-5 192,-1 1 0,-1-1-119,-2-4 1,1 5 0,0-1 0,-1-3 118,5 7 0,0 0 175,-3-4 1,4 5-1,-1 3 1,0 0-194,-4-6 0,-1 0 0,-1 2 0,1-1 0,0 1 54,1 1 0,0 0 0,1 1 0,-2-1 0,1 0 115,-2-1 1,-1 0 0,0-1 0,0 0 0,-1 0-130,2 9 1,0 1 0,-1-3-1,-1-6 23,1-2 0,1 0-9,-2-3 0,1 7 0,0 2 0,0-2 0,-2-7 9,0 3 0,1-1-27,0-6 0,3 5 0,1 2 0,0 0 0,-1-2-18,-1 1 0,-2-1 0,1 0 0,1-3 0,6 7 0,1-2 0,1 4 0,-4-7 0,0 5 0,0 0 0,-1-2 0,-2-7 676,0 4 0,1-2-654,0 3 1,3 5-1,0 0 1,-5-5-23,-3 0 0,0 0 0,2-1 0,4 4 0,0 1 0,-3-5 0,-4 1 0,1 0 22,3 0 1,2 5-1,1 1 1,-3-7-23,-4-4 0,1 0 0,3 0 0,2 6 0,1-1 0,-3-6-45,-4-8 0,1 0 45,9 13 0,3 4 0,-4-5 0,-8-13 0,0 1 0,10 10 0,5 5 0,-4-4 0,-10-12 0,0 1 30,10 12 0,4 4 0,-5-3-30,-10-10 0,0 0-171,6 7 0,4 3 0,-5-4 216,-10-9 0,-1 2-15,11 15 0,4 6 0,-4-4-30,-8-13 0,-2 1 0,2 5 0,2 5 0,0 1 0,-1-6 45,-1-5 0,0 0-45,-3 12 0,-1 7 0,1-6 0,3-12 0,0 0 60,-3 5 0,0 4 0,0-5-15,-2-11 0,1 0 74,3 8 1,1 4 0,-2-5 60,-3 11 0,10 2 0,3 0 124,3-4-349,-4-21 0,3 0 952,3-1 0,-1-2-997,1-3 220,3 1 0,-3 0-310,-16-5 0,19 10 0,4 0 180,-13-8-225,8 11 1,1 1 134,-5-6-270,1 10 0,-1 2 180,-6-10 180,10 14 0,-1 3 0,-17-6 0,5-3 0,1 0 0</inkml:trace>
  <inkml:trace contextRef="#ctx0" brushRef="#br1" timeOffset="13547">23054 2762 9867,'-45'6'-578,"10"-5"540,17 5 545,2-6-719,14 0 221,-5 0-68,7 0 286,7 0-227,-5 0 9,6 0-35,0 0-173,10 0 199,-7 0 0,13 0 0,-14 0 90,15 12-251,3 8 55,-9 1 106,1-1 1,-1 1-73,-5 2 114,6-1 1,6 4 0,1-2-73,6 2 0,0 0-1063,-5-5 1,0 2 0,-1-3 849,4 3 1,-2-2 304,1-2 1,-3-1-207,12 4 121,-7-1 1,6 2 0,0-2-34,-1-7 1,1-3 0,-1 3-248,0 4 1,-1 3-1,3-2 291,-3-7 0,3-2 0,-1 0 0,-4 0 1,1 4 1,2-1 12,6 0 1,8 1 0,0 0 0,-8 0-83,-2 0 1,1 3 46,-5-1 0,8 4 0,4 2 0,2 0 0,-3 1 1,-6-2 1,-2 0 0,-5-1 0,1 1 0,2 2-306,0-1 0,3 2 0,2 2 0,0-1 0,-3 0 0,-4-3 347,9 6 0,-5-3 0,0 3-11,-2-2 1,1 3-1,-2 0 1,-4-6 759,1-1 1,-1-1-767,2 4 1,4 4 0,1 0 0,-7-5-9,-5-8 0,-1 1 56,2 6 1,4 4 0,-1 1 0,-4-5 14,-6-5 1,1 0-4,3 6 1,4 5 0,1 0 0,-5-5-7,-3-6 0,-1 0-15,6 4 1,4 6-1,1-1 1,-4-4-284,-1-2 1,-1-2 289,5 7 0,3 2 0,-2-3-674,-5-6 1,-1-2 638,-2 8 1,2-1 14,11-4 1,-1-2 675,-16-1 0,1 1-730,15 4 1,8 1-1,-5-2-21,-12-5 0,0 1 30,4 0 1,5 2 0,1 0-1,-5-2-25,-2-3 1,0 2 29,5 2 1,5 5 0,1 0 0,-6-4-40,-1-1 0,-1 0 53,0 3 1,6 5-1,-1 0 1,-5-5 0,-3-4 1,-2-1 10,9 9 0,3 4 1,-4-5-347,-10-8 1,-1-1 342,16 7 0,-2-1-8,-2 3 11,-13-13 1,1-1 0,-4 3 1,1 0-22,2-3 0,3 0-543,6 5 1,0 0 615,-6-8 1,1 1-62,4 7 1,2 3 0,-3-3 1564,13 3-1559,-11-1 1,6 5 0,-2-2 27,-7-2 1,-2-1 0,3 1-358,0 2 1,3 2-1,0 1 1,-2-3 333,2 2 0,-1-2 0,-1 1 62,3 4 1,0 2 0,-2-1-350,7 4 1,-2-2 355,-9-2 1,1-1 13,1-4 1,3 0-1,-6-3-67,4 3-30,1-3 0,-1 0-28,-12-2 175,15 5 0,-1 0-275,-15-4 170,16 4 1,0-1-131,-14-4 147,6 5 1,0 0 88,-4-4-156,5 4 0,-1 0 185,-7-5-129,21 8-47,-23-11-7,14-6 248,-21-2 1255,4-5-1025,-16-11 2413,0 2-2483,0-20-364,0 18 39,-16-6 0,-6 31 1,-7 19-1,-2 0 0,3-8 1,-1 1-1,1-1 0,-1 0 1</inkml:trace>
  <inkml:trace contextRef="#ctx0" brushRef="#br0" timeOffset="22181">22560 1613 7533,'0'-32'449,"-8"-6"451,6 3-180,-5 4-541,7 18-179,0 7 90,0 12 720,0 30-720,0-10 269,2 5 1,1 9 0,-1-5-180,0 11-141,2-13 0,2 5 0,0-2 320,2 10 1,2-3-360,-1-9 0,1 0 180,6 13 0,2-4 0,1-14 899,22-11-719,-19-19 135,-1-23 0,-1-5-316,0-6-813,-6 1 1,1-8 0,-3 5 768,-5 10 0,-1-2 0,4-5 0,1-7 0,0-1 0,-3 4-746,-6-11 0,0 2 671,3 9 0,1-2 0,-2 2-613,-3-5 0,-2 7-346,1 8 179,-8 3-899,6 20 128,-5 10 501,7 2 1174,7 12-723,-5-5 539,14 16 0,-14 3 0,6 13 0</inkml:trace>
  <inkml:trace contextRef="#ctx0" brushRef="#br0" timeOffset="22499">23107 1884 7533,'0'7'-270,"0"5"3546,8-11-616,-6 11-1310,6-5-991,-8 6-538,0 17-1261,0-13 631,0 30 539,0-29 270,0 17 0,23-20 0,7 4 0</inkml:trace>
  <inkml:trace contextRef="#ctx0" brushRef="#br0" timeOffset="23828">27340 2194 7533,'-5'-28'1124,"0"0"0,-2-9-314,7 0-630,0 37 449,7 54-359,2-14 0,0 2-714,-3-2 0,0 3 624,4 1 0,2 2 0,-3-6-225,-7-14 0,0 0 105,7 14 0,4 6 0,-3-7 120,-7 2 197,11-1 0,4-8 972,1-22-899,9-6-135,-10-32 0,-3-10-226,-5 16 1,0-4-401,3-11 0,2-7 0,0-3 0,-1 3 131,-3-1 0,-1 2 0,2 0 180,0 7 0,2-1 0,-1 0 0,-1 1-600,-2-13 1,-2 1-1,-1 9-389,3-3 67,-5 7 1,-2 4-68,-3 17-632,0 8 2,0 36 1080,0-12 539,8 30 0,-7-24 0,0 2 0,3 8 0,0-1 0</inkml:trace>
  <inkml:trace contextRef="#ctx0" brushRef="#br0" timeOffset="24299">27887 2620 7533,'-10'-21'3276,"18"3"-1875,20 5-1401,1 6 90,10 2 0,2 5-90,-14 6 0,-1 5-540,13 2 1,-7 7-136,-21 10 0,-12 4 915,-11-4 0,-8 0 0,-1 1-831,-1 1 0,-1-1 0,-1-1 741,0-5 0,-1-1 0,4 0 344,-3 11 1,6-4-225,9-8 270,32 7-810,17-23 0,6-7 225,-10 4 0,3-2 22,-4-1 0,6-2 0,0 1 1,-3 0-1,10 3 0,0 0 0,-2-1 1,0 1-1,1-1 0</inkml:trace>
  <inkml:trace contextRef="#ctx0" brushRef="#br0" timeOffset="25180">30021 5911 7353,'0'49'1259,"0"-11"0,0 1-1079,0-5 0,0 4-430,0 0 0,0 5 1,0 2-1,0-5 490,0-5 0,0-3 0,0 2-180,0 9 0,0 1 0,0-4 254,-2 2 1,4-18 1366,30-55-1276,-9-6 0,1-6-553,-6 12 1,1-2-1,1-4 208,-4 4 0,2-4 0,0-3 0,0 0 0,0 0 0,-1 3-240,4-5 0,-2 2 0,0-1 0,1-2-105,-4 4 0,1-2 0,0-2 1,0 0-1,-1 3 0,-1 3-45,5-9 1,-2 4-1,-3 2-300,1-14 1,-9 13-1,-15 27-1439,-1 14 2219,-9 14-150,8 6 0,5 7 0,2 5 0,3-1 0,0 1 0</inkml:trace>
  <inkml:trace contextRef="#ctx0" brushRef="#br0" timeOffset="25899">30674 6415 7533,'-10'-15'3238,"-5"-2"-3238,13 10 809,-6 0-449,16 7 90,17 13-450,-3 1-450,6-2 0,0 0 360,-4 3-585,5-4 1,-1 2-585,-7 13 989,5-10 360,-26 7-180,-10-22 540,-17 2 0,-3 0-1,3-3-134,-21-1 0,0 2 1844,20 4-1665,-16-1 1,0 5-45,19 17-450,-17-4-270,50 25 90,4-23-360,18 4 1,5-1 269,0-4-90,-3-6 0,7 1 1,-4 0-1197,-4-3 0,-1 0 1466,3 3 0,-4 2-73,3 16 163,-48-20 989,-7 3 0,-5-2-539,4-9 0,-3 0-91,-7 4 1,-5 3 0,4-1-225,9-3 0,-1 1 75,-12 5 0,-5 3 0,6-2-345,14-6 0,1 0-285,-7 5 0,-3 3 1,6-3-301,-3-1 720,17 8 0,9 0 0,20-9 0,9-1 0,8 8 0,0 0 0</inkml:trace>
  <inkml:trace contextRef="#ctx0" brushRef="#br0" timeOffset="26929">27076 10157 7533,'8'-20'-360,"-7"-27"854,6 21 1,2-2-90,0-8 0,0-2 44,0 0 1,1 1 90,4 8 0,-2 4-360,-2-8 449,-2 22-449,-8 24-45,-4 12 0,0 4 135,2 17-1081,-3-9 0,-1 7 0,1-4 676,4-6 0,0 0 105,-2 11 0,-1 6 0,3-7-15,4-13 0,2-1-468,-1 6 0,1 3 0,4-6 602,18 5-163,-6-14 1,1-5 343,16-13-46,-9-28 1,0-9-180,-9 12 0,0-3-9,-3-6 0,3-7 0,1-4 0,0-1 0,-2 4-239,-1-1 1,0 1 0,-1 1 0,0-2 157,3-5 0,1-1 0,-1-1 0,-1 1-383,0-1 1,-1-1 0,-2 3 0,-4 5-518,-4 4 1,-2 3 764,9-12 0,-7 11-2159,-16 25 2339,7 21 0,-15 22 0,6 3 0</inkml:trace>
  <inkml:trace contextRef="#ctx0" brushRef="#br0" timeOffset="27632">27781 10429 7533,'-17'-15'1439,"-9"-8"-1079,14 20 989,-3-9-989,15 7 449,0 3-899,0-3 540,23 10-540,-9 3 0,13 1 0,3 0 0,-7 0 0,6 6 0,-1-1 0,-6-10-269,11 25 179,-15-21 270,-1 17-90,-7-17 180,-18 15-91,-4-14 226,-12 3 0,-1 0-225,10-3 45,-8-1 0,-1 1 315,4-2-91,-7 6-3301,1 6 2852,9-5 358,7 10-538,10-15-450,17 14 451,3-15-2719,13 17 2629,-13-16-509,-2 13 688,-3-19 2465,-21 20-2465,12-20-358,-37 14-92,5-10 1,-1-1 539,2 1 0,-1 1 636,-3 1 0,-1 1 0,5-4 0,1 0 0,-23 7 0</inkml:trace>
  <inkml:trace contextRef="#ctx0" brushRef="#br0" timeOffset="29164">27887 10622 7533,'18'-24'-270,"7"-9"180,-13 4 180,4-1 90,-16 17 269,0 6-269,0 1 360,0 6 360,-16 11-91,4 4 1,-21 16-720,21-9 269,-19 8-359,19-16 360,-21 22-270,-3-1-90,7-1-135,0-9 0,1-3 225,5-4 90,-9 7 0,-1 3 270,-6 2-450,2 3 360,5-10-270,30-22-1,2 5-178,2-6 89,22-6 269,-13 5 631,31-11-540,-21 5-1,4 0 1,-1 1-90,-2-1-90,2 1 0,1 1-270,-4 4 270,28-5-1439,-11 6-316,-12 0 1,0 0-1034,20 0 2248,-11 0 360,-10-6 0,-31-13 0,-5-8 0</inkml:trace>
  <inkml:trace contextRef="#ctx0" brushRef="#br0" timeOffset="29416">27958 10570 7533,'-16'-33'1619,"4"2"-360,-5 16 900,1 4-1619,14 11 179,-6 17-629,8 5-90,0 11-270,-4-4 0,0 2 360,2 7-120,0-4 0,-1 5 0,0-4-437,3 15-103,0-12 0,0 6 1,0-6 122,0 9-857,8-4 0,0-2 944,-4-11 360,12 0 0,-8-41 0,1-11 0</inkml:trace>
  <inkml:trace contextRef="#ctx0" brushRef="#br0" timeOffset="30512">21678 8583 6633,'-17'-20'720,"7"1"-540,-6 6-180,6 0 180,0-5-90,3 3 269,7-3-179,0 5 270,0 0-360,0 6 180,0 1-180,0 6 449,0 11-449,-8 4-90,6 18 0,2 5 45,-4-11 0,0 1-862,1 17 1,0 7-1,1-4 862,1-10 0,0 1 0,1 3 0,-1 6 0,1 0 0,1-7-736,3 1 0,2-3 721,-2-4 0,0 1 0,6-8 296,23-5 33,-11-42 1,-2-5 0,3-8 0,-2-2-31,-3-6 1,-3-2 0,1 0-468,4 0 1,2-1 0,-1-2 249,-4 1 1,1-2-1,-1 1 1,-2 6-68,1 3 0,-1 1 0,-2-2 0,0-5 0,0 1 0,-3 6 663,-4 5 1,0 3-1429,3-13 0,-3 6-989,-6 18 2018,0 21-849,0 2 575,16 23 1,-4-2 0,1-6 0,-1 1 0</inkml:trace>
  <inkml:trace contextRef="#ctx0" brushRef="#br0" timeOffset="30997">22260 9035 7533,'-10'-15'629,"-5"-8"-269,13 20 90,-14-14-270,14 16 0,-13-11-90,13 11 269,-22-5-269,20 6 90,-19 0-90,21 6 90,-14 7-90,14 1 0,-6 22 0,8-19 45,3 9 0,2 1-45,5 3-270,7 9 90,1-3 540,0-3 179,-1 12-539,-7-10 900,-2-5-990,-16-23 270,-2 5-810,1-11 180,-15-1-2428,12-7 2068,-5 0-809,9 1 1529,8 6 0,23 17 0,7 5 0</inkml:trace>
  <inkml:trace contextRef="#ctx0" brushRef="#br0" timeOffset="31200">22260 9047 7533,'-10'-26'1169,"1"-1"0,-7-12 1800,32-8-3014,11 26 0,4 1 45,-10-2 0,4 3-1093,14 3 1,10 4 0,-8 3 860,8 2 1,-7 11 0,7 4 0,-3 3 0,-15 1 0,1 0 0,-1 0 0</inkml:trace>
  <inkml:trace contextRef="#ctx0" brushRef="#br0" timeOffset="34314">26811 8441 7263,'-10'15'629,"-5"-4"-449,13-11 270,-6 0-90,8 0 360,0 0-271,16-11-359,-13 8 90,21-9 180,1 0 0,21 4-360,1-5-762,-3 6 1,2 2 716,-21 4 0,3 1-15,17-1 0,8 1 0,-4 1 105,-12 1 0,2 3-90,6 2 0,7 2 0,1 1 0,-7 0 0,-2 1 0,0 2-27,-7-2 0,6 2 0,2 0 0,-3 0 0,-5-2 72,6 1 0,0 0 67,1 2 1,5 3 0,1 0-1,-5-1-362,-7-1 0,-3-1 1,0 0 443,7 4 1,1-1 0,-4 2-555,-2 3 0,-6-1 675,3-1 360,-17 10-361,-7-14-808,-2 2 1478,-8-12-2018,0 0 43,0 1 226,0 0 1166,0 5 1,-16 12-1,-3 10 1</inkml:trace>
  <inkml:trace contextRef="#ctx0" brushRef="#br0" timeOffset="35381">29069 8389 7533,'19'-13'-900,"-3"6"1260,-16-10-360,8 14-90,-6-14 0,6 9 0,-8 1 0,8-4 90,-6 9 180,13-9-180,-13 9 450,6-15 449,-8 9-629,0-5 0,0 2-360,0 9 270,-8-9-90,-2 9 180,1-4 449,-7 6-539,-2 0 0,7 0-90,-12 15 0,-1 5-180,0 5-603,2 2 0,1 2 738,8-7 0,0 1 15,-5 8 0,-3 6 0,4-2-15,3 2 0,0 4 27,0-6 0,-4 5 0,-1 4 0,2-2 0,5-6-27,2 12 0,4 1-45,-2-4 0,-1 7 0,0-1 0,4-7 45,3-2 0,4-3 15,1 2 0,2 3 0,2-7-195,1-10 0,4-3-135,19 14 0,5-5 90,-1-8 90,-3-7 0,1-1-1259,2 2 1030,-6-10 319,12 14 0,-29-3 0,4 12 0</inkml:trace>
  <inkml:trace contextRef="#ctx0" brushRef="#br0" timeOffset="36331">29404 8944 7533,'0'-20'359,"-8"-4"451,-2 3-270,-7 2-1,7 6-629,2 7 180,8 6-180,0 23 1,0-6 178,-1 17 1,2 4-90,7 2-567,-5-8 1,0 5 0,1-4 566,6 14 179,-3-14 1,1 4 0,0-5-90,4 8 180,3-2 0,3-4-180,2-17 1169,13 0-989,-13-30 404,0-14 1,1-6-585,-6 11 0,-1-3-640,0-7 0,1-7 0,0 0 0,0 5 595,5 3 0,-1 1-45,-6-8 0,-2-5 0,0 5-597,6 7 1,-2 3 551,-9 1 0,0-1 4,2-6 1,1 1-230,7-9-292,-11 16 1,0 2 202,5 3 420,-3 4-2129,-7 28 3642,0-8-3013,0 25 1439,8-12 0,10 21 0,9-3 0</inkml:trace>
  <inkml:trace contextRef="#ctx0" brushRef="#br0" timeOffset="36799">30074 9151 6633,'0'13'1170,"0"-6"-811,0-2 271,0-5-90,0 0-1,0 6-179,0-4 360,8 4-271,-6-1 451,6 8-630,0 1 809,-6 16-899,6-14 0,-8 9-450,0-7 270,0-3-1259,-16 20 404,-1-14 1,-1-2 584,-14 18-765,3-15 1,1-3 315,15-10 719,-26 14 0,58-26 0,-5 7 0</inkml:trace>
  <inkml:trace contextRef="#ctx0" brushRef="#br0" timeOffset="38083">29722 9447 8072,'0'-20'630,"0"7"0,0 2-540,0 10 449,7-11-359,-5 11 450,6-5-450,0 6 269,10-6-269,-7 5 0,29-5-360,-19 12 0,7-5 180,-5 16-89,-21-14-1,6 20 0,-8-20-180,-8 26 270,-2-19-90,-8 12 0,-5 3 450,-16 5-360,17-8 0,-1 1 314,-3 1 1,3 1 135,1 10-450,-3-2 0,17-10 90,16-16-180,17 6-899,20-12-650,-17-3 1,-1-2 1602,18-11 1,-35 3 0,-22 6 0</inkml:trace>
  <inkml:trace contextRef="#ctx0" brushRef="#br0" timeOffset="39082">30427 9073 5914,'-18'0'1439,"9"0"-1349,1-5-90,8-3-90,0 1-180,8-4 180,-6 9 270,5-9 90,-7 9 0,0-10-91,8 11 91,-6-5-180,6 6 180,-8 0-180,8 0 450,-6 12 179,6 25-629,0 1 90,-7 6 0,0 2-319,6 2 259,-1-11 0,0 7 0,-2-6-165,-3-13 0,2 0 45,6 8 0,4 4 0,-4-6 90,-5 1 90,11-9 0,2-4-180,-6-12 629,23-30-359,-15-1 0,-6-3 0,1-7 0,0-2-31,4-6 1,0-2 0,-1 0-796,-3 5 0,-1 1 1,2-2 577,1 0 1,2-3-1,-1 1 1,-4 5-23,-5 4 0,-2 1 0,7-8 0,2-3 0,-4 5 90,-8 10 0,-2 2-225,7-18 0,0 3-45,-8 12-1079,0-1-1260,0 23 2519,23 13 0,-9 8 0,19 12 0</inkml:trace>
  <inkml:trace contextRef="#ctx0" brushRef="#br0" timeOffset="39963">31168 9318 7623,'0'-14'269,"0"3"1,0 11 0,8 0 270,-6 0 0,6 0 719,-8 0-270,0 0-989,-16 0-90,12 6-629,-27 6 359,12 6 0,2 2 90,-6 4 121,-4-1 1,-1 1 58,-1 4 495,3-6 0,-1 0-225,-11 7 989,5 6-269,15-26-990,16 2 90,4-11-180,24-5 180,-2 1 0,3 1-360,4-4 0,3 1 0,6-1 1,0 1 507,-8 2 1,-1 1-1319,-5-3 1,-1 1 899,2 3 270,6-4 0,-37 6 0,0 0 0</inkml:trace>
  <inkml:trace contextRef="#ctx0" brushRef="#br0" timeOffset="40163">31238 9318 8792,'-9'7'1439,"-15"11"-1079,20-10 360,-19 28-1080,21-13 270,-6 26-810,8-20 630,3 1 1,2 0-1081,5 2 1350,7 11 0,24-31 0,6-6 0</inkml:trace>
  <inkml:trace contextRef="#ctx0" brushRef="#br0" timeOffset="40764">31556 8376 7533,'-20'13'1709,"5"11"-1170,22 11 1,9 9-383,-6-10 1,2 2-1,-1 3 1,1 2-814,-1-2 1,1 3-1,0 0 1,-1 0 0,0-1 239,1 2 0,0-2 0,-1 1 0,-1 3 560,-2 1 0,0 3 0,-1 2 0,-2-3 0,-1-6 155,-3-1 1,-1-4 0,1 1-210,1 0 0,1 1 0,0 0 0,-4-2 510,-4 3 1,-3-2-1,-2-3-690,-7 4 0,-3-2-480,0-2 1,-2 1-1,1-4 210,-2 0 1,-1-2-136,-7 6 0,5-2-2203,12 2 2698,0-13 0,5 0 0,40 14 0,8-11 0</inkml:trace>
  <inkml:trace contextRef="#ctx0" brushRef="#br0" timeOffset="40879">32050 9964 7533,'-24'-25'3276,"-5"4"-3016,0 1 0,36 8 1,33 12-1</inkml:trace>
  <inkml:trace contextRef="#ctx0" brushRef="#br0" timeOffset="139265">20832 12674 7533,'0'-33'2248,"0"1"-1978,0 13-90,0 0-180,0 12 180,0-5-90,-8 11-180,6-5 180,-6 6-90,0 0 0,6 0 360,-14 0-180,7 0-180,-9 0 180,-8 0-90,7 0 89,-14 0 1,-11 0-135,17 2 0,0 2 0,-2-1 0,3 1-135,-10 3 90,13 5 0,21 12 180,-6 10 135,11-1 0,2 3-135,-1 8 0,2 3-238,-1-10 1,2 3 0,-2 0 117,-1 7 0,-1 2 0,0-3-30,0-11 0,0-1 0,-1 1-30,-1 8 0,-1 1 0,-1-6 0,-3-11 0,0 0 30,3 8 0,1 4 0,-1-6 150,-7 9-136,8 0 1,0-1 45,0-11-45,-3 6 0,-1 0-135,2-3-1473,-3 14 0,2 1 1563,3-12-45,-4 9 1,0 4-942,3-12 1,0-1 985,-3-1 0,0 0-43,4 0 1,0-2 312,0 15-807,-7-13 0,-2 1 581,8-10 1,-1 1 510,-5 7 1,-2 3 0,1-2-466,3-2 0,0-1-135,1 4 0,-2 1 90,-2 3 0,1 3-105,3-10 0,1 1 0,0 1 30,0 2 0,-1 1 0,1-1 297,0-1 1,0-1 0,1-2-268,2 5 0,0-4 269,0 5-128,0-4 0,0 4-321,0 9 0,0 3 210,0-9 0,0 2 0,0 1-90,0 1 0,0 0 0,0-2 105,1 1 0,-2-1-75,-1-7 0,-1 0 0,0-5 319,1 2-289,-4 8 0,-3-1 1523,-1-9-1568,5 1 0,0 0-135,-3-9 315,7 11 0,2 0-135,-1-7 180,0 2 0,0 0-180,0-3-178,0 22 268,0-20 0,0 1-90,0 1 0,0 0 0,0-5 0,0-1-450,0 23 450,8-31-148,-6 30 238,6-18-90,-8 15 135,0-18 0,0-2-135,0 7 0,-4-4 0,0-2 90,2-7-450,-6 29 360,1-30-270,5 31 180,-14-31-180,14 8 1,2 3 718,-16 8-134,12-10 0,-2-1-315,-11 3 180,7-11 0,2-17 3096,8 0-535,0 0-1890,8-6-671,-6 5 180,21-10-270,21 3-990,-13 2 1,2-1 809,-5 4 0,1-1-1549,9-1 1,-3-1 160,-4-2 39,-6 5 0,1-1 1439,9-2 0,-13 25 0,-1 8 0,2 2 0,-1-1 0</inkml:trace>
  <inkml:trace contextRef="#ctx0" brushRef="#br0" timeOffset="142899">25259 12764 6543,'-20'0'450,"5"0"-270,15 0 90,-8 0-180,6 0-90,-6 0 180,8 0-180,-8 0 0,6-6 269,-6 5 91,0-5 0,7 1-270,-7 3 270,8-3 90,0-1 89,-8 5-629,-2-5 450,0 6 0,2 0 0,32 0 89,21 0-449,-2 3 0,2 0-90,-7-3 0,1 1-1003,-3 2 1,2 1 0,-5 0 708,11 3 249,-3-2 0,-2 3 45,-8 11 90,5-10 0,-21 2 90,-15-11 90,0 6 629,-8-5-449,-1 5 2916,-9-6-2890,0 17-476,9-7-90,1 26 0,0-14-180,6 26 540,-6-17-270,7 10 0,2 1 90,-1-1-1639,0 2 1,0-1 1253,0-1-614,-4-1 0,0 0 999,2 5-109,-5 1 0,-1 4 288,2-6 1,2-1-180,-1-5 0,0 1 30,0-5 0,-1 2 0,1-4-30,3 12-135,-2 4 1,0 0 134,4 0 0,0-11 0,0 7 0,0-7 0,0 8-45,0-2 0,0 3-663,4-14 1,0-1 617,-2 15 278,2-1 0,0-1-188,-4-11 0,0 8 0,0 1 0,0-9 45,-3 4 0,-2 3-90,1 2 0,-2 0 45,2-10 0,-1 3-60,0 5 0,-1 5 0,1-5-74,0-9 0,0-2 134,0 13 0,0-2 1513,-2 4-1513,2-10 0,2-2 90,1 3-206,-2 9 0,0 1 206,4-12 916,0 6 1,0 5-1007,0-2 0,0 0-180,0 4 0,0-1 564,0-3 1,0-2-295,-1-4 0,2-5-90,7-1 0,-7 0 0,0 0 0,7-6-180,-8 6 0,0-1 180,0-10-45,0 13 1,0 0 223,0-12-134,-4 15 0,0 0 45,2-9 0,-6 10 0,0 0-90,6-4-45,-6 1 0,0 0 45,6-9-45,-5 6 0,-1-1 45,6-10 45,-2 10 0,0 0-45,4-10-1134,0 11 0,0-1 1134,0-11 999,0 16 0,0 3-909,0 1-90,-4-12 0,0 0-180,2 16 360,-6-26-270,8 19 270,0-19-180,0 14 180,0-15 0,0 9-90,0-10-180,0 11 180,0-11-180,0 5 90,0-7-90,0 1 180,0 0-90,0 0 0,0-5 450,0 3-360,0-9 3186,0 3-3160,0-5 64,0 6-360,0 1 0,0 6 90,0 0 90,0-6 360,0 4 0,0-4-1,0 6-269,0 1 0,0-7-180,0 4 90,0-9-180,0 4 180,0-6 0,0 0 450,-7 5-180,5-3 450,-6 9-271,8-4-359,0 0-90,-8 5-180,-10 1 270,6 1-899,-27 5-1,33-12 360,-23 0 1,-4-3-181,15-2 135,-21-1 1,-2-2-676,7-6 1170,2 1 0,-2-1 0,-11-6 0,18 6 0,1 0 0</inkml:trace>
  <inkml:trace contextRef="#ctx0" brushRef="#br0" timeOffset="158432">21061 13049 6723,'0'-15'540,"0"-2"-540,0 16 0,0-11 270,0 11-270,0-5 539,0 6 91,0 0 0,0-6 269,0-1-449,0 0-540,0-5-810,-16 11 361,12 6-1,-27 21 360,11 14 270,3-8 0,-1-1-180,-2 7 315,8-12 0,1 1 315,1 12-181,0 8-179,6-21 0,0-1-360,4 9 180,8 1-90,-6-19 180,22 15-180,-20-23 360,35 15-270,-25-20-3212,27 14 3302,-14-16-90,-7 5 90,3-12-90,-5 5 225,3-16 0,1-6 134,9-15-134,-4-4 0,-5-3 45,-10-1-45,-2 7 0,-4 2 135,-14 13-91,5-4 1,-4 1 90,-18 4-506,5-1 326,3 12 90,-7 5-90,20 0-360,-35 2 90,25 5-1349,-27 0 1169,21 5 667,-5 2-1027,15 0 630,10-1 0,20-9 0,9-5 0,4 1 0,1 0 0</inkml:trace>
  <inkml:trace contextRef="#ctx0" brushRef="#br0" timeOffset="161014">22225 13152 7443,'0'-14'-360,"0"-4"180,0 17 360,0-5 90,0 6 269,8 0-269,-6-6-180,6 5 0,-1-5-90,-5 6 180,6 0 180,0 0-270,-6 0 450,6 0-91,-8 0-89,0 0-90,0-6-450,0 5 90,-8-5 0,-2 6 90,0 0 0,-5 0-360,5 11 180,-8 10 135,2-1 1,-1 4 88,2 6 1,1-1-90,0-8 1,0 1 133,0 11 1,5-1 180,7-2-90,-6 14 360,16-1-450,2-26 90,0 6 0,5 0-90,28-6-46,-20 0 1,1-2-45,14-6 0,1-5-45,-10-6 1,-2-2-1,1 4 0,-3-3 45,-3-12 0,-2-4 449,7-16-269,-12 2 0,-3-4 180,0-2 0,-6-1-1,-12-3 1,-4 2-315,5 15 0,-3 3 45,-18-4 0,-5 8-360,3 16 0,1 3 181,-22-6-901,14 11 1,5 3 809,17 1 180,-19 14 0,62-3 0,1 13 0</inkml:trace>
  <inkml:trace contextRef="#ctx0" brushRef="#br0" timeOffset="163628">23389 13280 6183,'8'-19'720,"-6"6"-630,6-4 270,0 8-270,-6-4 0,5 7 180,-7 6 809,0 0-989,8-6-270,-6 5 270,6-5 90,-8 6-90,0 6 270,0-5-360,0 5 629,0 0 1,0 13-180,0 8-151,-2 7 1,-1 9 0,0-1-330,0-5 0,0-1 0,-1 1-1063,1 13 1,0 3 0,0-7 386,-3-3 1,4-8-194,10-1 899,9-62 0,-3 3 0,0-3 0,3-16 0,1 1 0</inkml:trace>
  <inkml:trace contextRef="#ctx0" brushRef="#br0" timeOffset="176381">21078 14043 6273,'-9'-8'900,"1"2"-540,8 0-90,0 5-181,0-5 181,0 6 0,0 0 90,0-6-540,0 5 270,-8-11-180,6 11 90,-14-5 0,14 6-90,-13 0 90,13 6 0,-14-5-90,6 23 90,-15-9 0,-3 23 0,9-17 0,-5 15 0,22-20-3277,-13 14 3072,5-10-425,-8 6 630,8-6 180,3 10 90,7 9-90,15-3-180,-11 1 180,27-13-90,-27-10 90,28 11-90,-5-10 90,-5-2-91,17-2 1,-27-9 3081,29-2-2901,-12-13-360,14-8 180,-23 1 1121,4 1-1301,-23 1 90,15 3 0,-14-26 450,6-1-181,-14-1 1,-4-1-90,6 16 0,-3 3 180,-16-14 0,-3 6-270,2 12-135,-11 4 0,-3 4-45,5 4-405,3 4 0,1 4-44,2 8-2609,9 29 3148,10-17 0,17 4 0,6 1 0,14 4 0</inkml:trace>
  <inkml:trace contextRef="#ctx0" brushRef="#br0" timeOffset="178815">22190 14184 7533,'0'-7'-720,"8"-4"1260,-6 4-360,5-1 269,-7-3-89,0 9 0,-7-9-360,5 9 90,-6-4-90,8 6 90,-8-5-90,-2 3 0,0-4 0,-5 1-180,13 3 0,-14-3-90,-2 16 270,7 9 0,-13 2 360,14 20 270,-7-2-361,10-8 1,4 0-180,3 12 45,6-17 0,5-2-45,25 8-180,-8-17 0,4-3 45,4-3 0,1-7 0,0-14 0,-1-9 45,-3-11 0,-6-5 45,-11 3 0,-4-2-1491,-2-7 1,-5 3 1625,-5-2-45,-1 14 0,-5 0-777,-13-1 1,-4 3 731,-2-6-135,-15 10 0,0 7-44,14 14-1099,-11 13 0,2 3 1008,11-3-730,6 14 0,3-1 910,7-14 0,26 1 0,11-3 0,0-10 0,1 0 0</inkml:trace>
  <inkml:trace contextRef="#ctx0" brushRef="#br0" timeOffset="181665">23389 14133 8702,'-10'-8'630,"3"2"-540,7 1 179,0 3-358,0-4-1,0 1 0,0 3 180,-8-3 0,6 5-1,-6 0-89,8 0-179,0 0 358,0 5-179,0-3 0,0 3 90,0-5 90,0 0 90,-8 18 360,6 26-585,-9 3 0,-1 2-184,6-12 0,0 1 169,-2 2 0,-2 3 0,2-7 60,-1 4-180,0 0 0,2-2 180,5-14-180,-6 6 180,8-24-90,0-12-180,0-7-90,0-7 180,0 6-621,8-9 711,2 14 0,-1 14 0,-1 11 0</inkml:trace>
  <inkml:trace contextRef="#ctx0" brushRef="#br0" timeOffset="183165">24112 14236 7803,'0'-8'179,"0"-9"181,0 14 90,0-14 90,0 10-1,0-5-449,0 4-360,0 3 91,0 5 538,0 5-89,-7 25 45,-2 0 0,0 5-195,0-3 0,0 4 0,-1 0-117,1 6 0,0 0 1,0-1-34,0-4 0,0-1 0,2-2-150,1 3 0,2-4 0,-4-3 180,8-36-90,0-3-719,8-21-811,-6 3 1620,6 0 0,-8 37 0,0 20 0</inkml:trace>
  <inkml:trace contextRef="#ctx0" brushRef="#br0" timeOffset="184895">24977 14274 7533,'-18'-20'1079,"0"2"-719,9 5-540,1 6 270,8-5 0,0 11 540,0-5 539,0 0-180,0 5-719,0-5-180,0 29-225,-11 10 0,-2 3 135,10-9 0,0 2-535,-6 10 1,-4 5 0,4-2-231,7 0 1,2-1 764,-3 6 0,6-7 0,23-13 0,11-45 0</inkml:trace>
  <inkml:trace contextRef="#ctx0" brushRef="#br0" timeOffset="192585">22225 14959 7263,'0'-15'360,"0"-2"-540,0 15 360,0-9 89,0 4 1,0 0 90,0 1-90,0 6 0,0 0 0,0-5-180,0 3-180,0-4 0,0 6 1529,0 0-540,-8 23-539,-1 15 0,1 5-360,2-15 0,0 2-1093,-2 7 1,0 4 0,0-5 1247,-2 6-1348,5-5 1,1 0 1192,-4 0-630,0 12-179,6-35 449,-6-8 0,8-13-89,0-12 269,8 10 1354,-6-14-1174,6 20 0,7-2 0,5 12 0</inkml:trace>
  <inkml:trace contextRef="#ctx0" brushRef="#br0" timeOffset="214665">21131 14998 7533,'0'-20'-630,"0"6"540,0-3 90,0 14-180,0-14 360,0 15 0,0-4-180,0 6 90,0 6-90,0-4 0,0 4 180,0-6 360,0 0-451,0 5 91,-7-3-90,5 3 90,-14 1 90,14-4-90,-6 4 90,8-6 90,-8 5-91,6-3 1,-6 4-180,8-6 90,0 0 0,0 5-90,0 31-90,-6 7 0,-3 9-90,5-6 0,1 4 0,-2 0-68,-1-12 1,-1 0 0,-1-1 0,4-1-23,2 4 0,2-2 0,0-7 90,-6 5-630,21-73 720,-4 11 0,-4 1 0,-11-10 0,0 20 0</inkml:trace>
  <inkml:trace contextRef="#ctx0" brushRef="#br0" timeOffset="219098">23283 15126 5914,'-8'-27'2788,"-1"3"-3238,-1 11 270,2 6-89,8 1 269,-8 6-270,-2 11 270,-7-2-90,-9 27 90,9-9 0,-1 3 180,-5 7 0,1 1-1787,6-1 1,3-1 1696,-1-8 0,4 0 45,7 2 0,6 0 90,3-4 0,4-2-315,8 6 0,7-7-90,6-15 0,3-9 90,-5-4 0,-2-7 45,9-17 0,-7-9 45,-20-1 0,-4-1 0,7 8 0,-1-1 0,-6-12 0,-10 1 180,-12 16 0,-5 2-180,6 0 0,-1 3-135,-5 4 0,-1 8 3257,-17 30-3122,37 15 0,21-10 0,11-2 0,10 0 0,0 0 0</inkml:trace>
  <inkml:trace contextRef="#ctx0" brushRef="#br0" timeOffset="221995">24007 15101 7263,'9'-7'360,"-1"-5"-450,-8 5 539,0-6-269,0 6 270,-8-11 90,6 10-540,-5-11 0,-1 12-180,6 2-90,-14 5-180,-2 22 270,-9 13 180,8-2 0,3 4 135,5 2 0,2 1 90,-2 6 0,6-2-90,17-5 0,8-5-45,2-8 0,3-6-45,-2-5 0,3-7-90,7-15 0,-2-9 135,-10-4 0,-4-6-90,-1-11 0,-3-5-30,-2 9 0,-2-3 0,-5 2 209,-13-11 1,-6 3-225,3 5 1,-5 9-586,-28 15 180,17 18 450,13 30 0,30-18 0,9-1 0,0 7 0,1 0 0</inkml:trace>
  <inkml:trace contextRef="#ctx0" brushRef="#br0" timeOffset="222479">24712 15242 7533,'0'-25'270,"0"-1"-91,0-6-89,8 5-180,-6 1 90,14 8-179,-7 10 268,1 2 181,-2 18 450,-8 2-181,-7 11 1,-2 5-45,4 3 0,-1 2-495,-7-2 0,0 2-180,3 11 0,2-1-360,3-17 1,1 0-1100,-1 2 1,2-2 875,3 4 763,8-15 0,9-44 0,11-3 0</inkml:trace>
  <inkml:trace contextRef="#ctx0" brushRef="#br0" timeOffset="227045">20990 16068 6813,'-10'-13'450,"-5"1"-270,13 5 0,-14 1-450,14 6-90,-6 0 270,8 0 360,0 6-270,0-5 360,0 5 179,0-6-269,0 0 0,0-6-180,0-1 0,0-6-180,0 0 90,0 6 90,0 1 0,0 6 180,0 23 90,-7 23-315,-1-1 0,-2 6-45,1-14 0,0 1 0,-1 0-60,1-1 0,0-1 0,0-3-165,-1 5 0,2-5 45,1-3-270,7-42-359,15-9 809,-3-12 0,21 13 0,-5 8 0</inkml:trace>
  <inkml:trace contextRef="#ctx0" brushRef="#br0" timeOffset="228295">22137 15991 7533,'-8'-14'-450,"6"-9"90,-6 9 540,8-7-180,0 3 360,0 5 180,0 0 179,0 0-89,0 6 89,0 18-359,-8 34-450,-1-6 180,3-9 0,2 0 90,-4 9-450,8-5-135,0-4 1,0 0-946,0 13 1350,0 3 0,16-33 0,3-21 0</inkml:trace>
  <inkml:trace contextRef="#ctx0" brushRef="#br0" timeOffset="230262">23213 15991 7263,'-10'-26'1439,"-6"1"-1349,7-1-90,-9 11-270,8 4 180,2 5-90,0 4-90,-1 14 270,-25 21 45,26-8 0,3 3 90,-9 7 0,4 0 45,15-1 0,6-2-90,1 2 0,3-3-90,2-9 0,3-4 0,5 0 0,1-5-90,0-12 0,1-7 90,6-6 0,-3-7 45,-4-11 0,-5-7-45,-7 6 0,-2-3 0,-5 2-213,-4-4 0,-6 2 213,-4-8 0,-3 6 180,-2 13-135,-11 1 0,-1 3-45,8 9 0,-25-7-961,16 28 961,13-8-1259,-4 20 1259,16-9 0,31 18 0,-11-16 0,0 1 0</inkml:trace>
  <inkml:trace contextRef="#ctx0" brushRef="#br0" timeOffset="231665">24042 15940 7533,'10'-13'539,"-3"-6"91,-14 10-810,5-2 360,-14 11-540,6 0 0,-15 6 270,5 12 270,-13 15 90,18-6 0,2 3-45,-1 6 0,1 0-180,2-8 0,4 0 90,7 9 0,8-2-135,7-15 0,5-4 0,13 2 0,5-9 45,4-18 0,-2-12-45,-13 1 0,-3-4 0,-2-1 0,2-9 0,-5-2-45,-6-6 0,-10 0-225,-17 12 0,-4 2 270,3-17-1639,-16 18 1,-3 7 1433,10 13 160,-5 9 0,1 7-765,15 19 810,-11 0 0,40 8 0,7-22 0,5-2 0,9 4 0,0 1 0</inkml:trace>
  <inkml:trace contextRef="#ctx0" brushRef="#br0" timeOffset="232162">24747 16068 7533,'18'-7'-720,"-8"-4"2519,-2-2-720,-16-1 1,-10 1-810,-9 7 0,-16 18-540,5 13 225,20 3 0,1 2-135,-8 8-45,17-2 0,6-1 45,2-11 0,9 1 0,7-1 45,9-12 1,3-3 89,-4 3 0,1-5 90,13-13 0,-1-11-45,-8-13 0,-3-4-148,-2 5 1,-1-3 387,-9-3 0,-3-4 0,-3 6-150,0-8 449,-14-2 1,-4 3-270,-2 20-46,-3-5 1,-3 4-404,-2 18 269,-21-8-2339,12 28 2249,-14 5 0,31 3 0,4 6 0,0-1 0,0 0 0</inkml:trace>
  <inkml:trace contextRef="#ctx0" brushRef="#br0" timeOffset="237962">20867 16869 6813,'-10'-7'900,"2"-5"-721,8 5-179,0 0 0,0 1 90,0 6 270,-8 0-90,6-6 0,-5 5 0,7-5-180,0 6 0,0-6-180,0 5 90,-8-5 0,-2 6-90,0 6 90,2 1 0,8 0 0,0 5 0,-15 7 270,3 8-1,-6 17-89,10 2-45,8-17 0,0-1-45,0 8-45,7-8 0,2-3 45,3-8-180,6 8 0,5-2 180,2-15 0,3-5 0,7 6 0,2-6-1729,4-16 1,-1-6 1715,-7 6 1,-4-4-948,-5-10 1,-4-1 1139,-3 5-374,-7-8 1,-4-2 192,-4 6-254,2-6 0,0 0 255,-4 10 1999,-16-24-1999,-8 34 0,-3 3 0,-8-16-405,-5 17 0,-1 7 225,10 7 884,1 3 0,1 3-2683,0 4 1664,7 11 0,3 2-45,7-8 504,12 27 0,25-42 0,9-7 1,8 4-1,0 0 0</inkml:trace>
  <inkml:trace contextRef="#ctx0" brushRef="#br0" timeOffset="238634">22260 16882 7533,'-17'-19'270,"-1"5"89,0-17 181,1 4 449,-1-18-359,8 6 719,-5-6-449,13 18-1080,-14 43 180,6 11 0,2 6-1639,2-1 1,1 2 1548,-4 8 1,2 0-766,6-4 1,2-1-785,2 1 1,2 0 849,-2-3 0,4-3 789,3-3 0,5-10 0,28-35 0,-15 5 0,-1-1 0</inkml:trace>
  <inkml:trace contextRef="#ctx0" brushRef="#br0" timeOffset="239282">23248 16830 7533,'-18'-41'1169,"9"-1"360,-7 16-449,14-1-541,-6 7 91,0 20-450,6 8 0,-5 17 0,7 12-90,0-7-360,0 0 0,0 0 270,0 6-945,-2 3 1,4 1 944,3-8 0,5-7 0,25-6 0,-7-26 0,-1-1 0</inkml:trace>
  <inkml:trace contextRef="#ctx0" brushRef="#br0" timeOffset="240395">24024 16817 7533,'-10'-20'1079,"3"1"-179,7 7-900,0-1 90,0 5-360,0 3 90,-16 5 90,12 5 0,-12-3 180,-7 10 180,-7 6-135,4 0 0,-1 3 89,3 7 1,3 3-225,6-7 0,3 1 405,1 7 0,6 1-136,15 0 1,4-1-225,-5-6 0,3-1-693,12 6 1,3-7 467,10-11 180,-1-8-135,-9-5 1,3-5-46,2-12 0,0-8 30,-4 2 0,1-3 0,-3-4-16,-1-5 0,-3-3 1,-7-2 105,-8 1 0,-7-1 0,-5 1 240,-6-9 0,-9 6-180,-6 16 0,-3 7 45,3 4 0,1 7-765,-2 13 1,9 8 719,26 24 0,20-16 0,10 0 0,-6-2 0,-1 0 0,1 0 0</inkml:trace>
  <inkml:trace contextRef="#ctx0" brushRef="#br0" timeOffset="240814">24765 16894 7533,'-27'-31'899,"9"16"-449,2-14-90,14 26-270,-6-15 0,8 17 0,0-5-360,0 6 450,-15 17 359,-13 22 180,6-7 1,-1 2-585,3-4 0,3 2 225,4 1 0,3 4 0,8-5-450,10-7 0,7-2-135,9 10 0,7-9 45,13-28 0,2-17 180,-18-1 0,-3-5 0,-3-3 120,-3-2 0,-4-2 0,-6-2-120,-10-3 0,-6-1 0,-3 5 45,-2 0 0,-7 8-45,-21 4 0,-3 16 0,14 26 0,0 11 0,0-5 0,0 0 0,0 0 0</inkml:trace>
  <inkml:trace contextRef="#ctx0" brushRef="#br0" timeOffset="243817">26617 13268 7533,'-27'0'180,"9"5"-360,2 3 90,14 4 360,-5 7 269,7-4 91,0 4-540,0-12-90,7-1-90,-5-35 90,12 2 0,4-5-30,-8-1 0,-1-4 0,1-4-422,2 2 1,2-4 0,0-3-1,1 0 1,-1 2 473,1-3 1,-1 1-1,0 0 1,0-1-23,-2-1 0,-1-2 0,0 2 0,0 2 150,1-7 0,-1 3 0,-3 9-60,-6-2-138,2 8 0,0 6 138,-4 22 539,-8 1 181,6 6-1080,-6 29 405,14-5 0,4 5 0,-1 11 0,1 6-1,0-12 1,2 4 0,-1 0 0,0 1-329,-3-2 1,-1 1-1,0-1 1,0 0 163,2 6 0,-1 0 0,0 0-60,1 3 0,0 0 0,-3-8 306,-2 3-441,4-9 0,0 1-675,-8-6 1,0-3-271,0 7 901,0 6-1800,0-21 2069,0-7 0,-16 4 0,-4-7 0</inkml:trace>
  <inkml:trace contextRef="#ctx0" brushRef="#br0" timeOffset="244031">26688 13126 7533,'-31'-9'1484,"1"-1"0,-9-4-1124,5 1 449,27 7-809,14 6 0,-5 0 270,30 0-450,-19 0 270,14 3 0,3 0-899,2-2-496,14 2 1,6 0 1304,-14-2 0,2-2 0,1-3 0,4-2 0,-2-1 0,-4 0 0,-1 0 0,1 0 0</inkml:trace>
  <inkml:trace contextRef="#ctx0" brushRef="#br0" timeOffset="244583">27481 12313 7533,'-29'-15'1349,"-2"-2"-629,21 16-541,0-5-89,10 29-180,10 17-1003,-6-9 1,-1 4 0,0-1 1054,1 0 1,-1 1 59,-2 2 1,-1 6 0,0 0-1,-1-7 150,1-2 0,0 0-226,0 1 0,0 6 0,0 4 0,0-2 0,0-5-6,0-2 0,0-4 0,0 2 180,0 9 0,0 2 0,0-7-120,0 9 180,0-41-91,2-30 1,-4-15-315,-4 15 1,-3-2-795,0-22 1,-2 1 1107,-1 23 1,-3 3 1551,-19-15-1371,15 27 180,-22-3-180,27 18 44,-10 7 1,1 4-45,9 8-180,-3-5 0,1 3 0,6 20 90,-6-13 166,9 13 1,5 3-302,4-15 0,1-2 0,-7 8 0,5-2-135,18-8 0,9-7-45,-3-13 0,4-5-450,18-3 1,4-4-509,-7-4 1,1-3 0,-2 0 1299,2-2 1,-2-2-1,-7 2 1,1-1-1,-4 2 1,-6 3 0,1 0-1</inkml:trace>
  <inkml:trace contextRef="#ctx0" brushRef="#br0" timeOffset="244945">27887 12933 7533,'-27'-15'1439,"1"-2"1079,16 27-2608,10 27-45,8-1 1,2 7 201,-3-8 0,0 3 1,0 2-1,-1-1-177,0 0 1,-1-1-1,-1 1 1,1 2 325,0-2 0,1 4 0,-1-1 0,-1-1 0,0-4-287,-3-1 0,-1-3 0,1-1 655,-1 25 1,0-15-225,-2-33 0,-6 3 449,-16-12-809,10 0 450,-27-18-720,6-3-945,13 4 1,-1 1-1574,-14-5-193,19-1 2981,20 19 0,18-13 0,9-3 0,-1 5 0,1-1 0</inkml:trace>
  <inkml:trace contextRef="#ctx0" brushRef="#br0" timeOffset="245132">27887 12829 7533,'-27'-21'-540,"9"3"540,26 18 0,27 12 0,-7-5 0,-1 0 0</inkml:trace>
  <inkml:trace contextRef="#ctx0" brushRef="#br0" timeOffset="245748">28434 12984 7533,'-18'-12'1799,"1"4"-1889,7-11 0,2 12-90,16-4 90,-6 4-90,6-6 0,-1-1 720,-5 7 89,6-4-179,-8 9-360,-8-3 90,-1 5-360,-9 11 0,-8 15 90,13-3 0,-1 0 180,-13 13 45,10-5 0,0 2 180,3-5 0,1-1-225,3 0 0,0 2 89,-3 10 1,3-1-359,8 11-1,2-7 0,17-8-315,11-43 0,3-9 315,4 5 120,-8-8 0,3-6 1,-6 3 149,-1-9-90,-4 2 0,2-5 0,-4 3 539,-4 5 1,-4 1 449,1-13 1,-10 10 449,-28 29-1484,8 14 0,1 9-765,-5 21 1,5 3-446,8-16 0,4-1 1120,4 6 1,6-4-3015,23 1 3149,-5-11 0,15-23 0,14-12 0,-1-3 0,-12 2 0,-1 0 0,0 1 0,0-1 0</inkml:trace>
  <inkml:trace contextRef="#ctx0" brushRef="#br0" timeOffset="247064">29210 12919 7533,'0'-33'809,"0"13"630,-16 3-719,12 15 359,-19-4-1169,21 6 90,-14 0 0,6 0-90,1 0-269,-7 0 179,14-5-180,-22 4 180,5 7 270,-7 2 0,1 4-90,1 15 0,1-15 0,-1 2 225,11 8 0,-1 3 44,-16 1 1,-1 3-45,9 14 0,3 4-45,-4-3 0,5-2-225,10-11 0,8-2 0,17 0 0,5-5-45,-4-8-135,20-2 0,4-3 45,-1-4-90,3-2 1,4-4-40,-11-5 1,1-2 0,1-2 8,4-1 0,1-2 0,-1-2 240,-8 3 0,-1-2 1,-2-2-121,4-4 0,-2-2 0,-8-2 135,-11-4 0,-6-1 315,3-6 0,-6 0 539,-12 0 1,-8 1-271,-7 5 1,-3 3-135,1 6 0,1 3-225,-13-4-450,9 13 270,1 35-1350,13 18 1125,3-8 1,2 1 179,6-10 0,2 2 90,4 15 0,6 0 45,4-11 0,5-1-270,-1-7 0,2 1 0,2-6 90,9-2 0,1-9 90,-6-4 0,-2-9 237,-2-21 1,-4-9-148,-5-1 0,-1-2-1606,1-4 0,-1 0 1516,-3 5 0,-2 2 629,0-11-359,-8 34-719,0-4-91,-8 35 270,6-6-405,4 13 1,4 1 494,6-6 0,5 17-90,15-29 270,13-18 45,-21 0 0,1-4 45,6-10 0,-3-7 45,-9-8 0,-3-2-135,-2 11 0,-1-1 239,-1-5 1,0-4 0,-2 6 3036,1-5-2678,-1-1 0,-4 4 841,-6 15-1349,-8-1 540,-2 34-1170,-7-1 90,10 11 0,4 6-135,-2-6 1,2 2-1055,5 19 1,4-2-1,-2-19 1,2-2 1614,-1 10 0,7-5 1,18-22-1,5-6 0,3 7 1,1-1-1</inkml:trace>
  <inkml:trace contextRef="#ctx0" brushRef="#br0" timeOffset="247898">30480 12997 7533,'-18'-13'2069,"-7"-6"-1710,13 11 271,-11-9-1979,13 15 359,0-3 1,2 22 1349,-8 22 359,7-7 1,-1 1-675,-4-5 0,0 0 449,4 11 1,3 0 45,7 9-1260,13-22 1,7-4-271,10-8 1,3-10 539,4-18 0,0-9 270,4 0 1,-3-4 358,-14-2 1,-3-1 225,-3-1 0,-3 2-315,-5 4 899,-2-10-449,-16 22-180,-2 6 449,0-5-449,2 11-270,-7 6-450,3 27-180,5-5 1,4 5 44,8 7 0,8 0 90,13 1 1,9-6 359,7-11 0,6-12-673,-12-17 1,1-9 0,-2-2 762,4 0 0,-4-8 195,-11-9 0,-5-7 0,-5 2-1026,-7 4 1,-4 0 964,1 1 1,0 1 315,-4 4 0,0 5 44,0 9 991,-8 8-1620,-2 32 270,0 16-540,5 2 0,2 8-16,5-12 1,2 4-1,2 1 1,-2-1 375,-1-5 0,-1 0 0,1 0 0,1 0-128,1 5 1,3 1-1,-1-1 1,-2-3 307,-1-3 0,-1-3 0,0 0 239,1 5 1,0 0 0,-4 0 672,-7 2 0,-4 1 0,-3-1-253,-1 3 1,-2-1-1,-5-4-839,-6-9 0,-4-5 0,1-4 0,-2-2 0,0-10 45,-10-15 0,5-5 45,15 7-720,-13-15 1,-1-2-811,12 9 765,0-2 1,1-2-1035,6 3-270,8-11 1979,10 9 0,26-22 0,11 10 0</inkml:trace>
  <inkml:trace contextRef="#ctx0" brushRef="#br0" timeOffset="249432">27428 14559 7533,'-9'-39'1529,"-7"11"450,14 4-1620,-6 45-269,0 27-45,7-17 0,0 1-90,-3-1 0,1 1 0,2 10 0,2-1 90,-3-13 0,4-1-225,7 10 1,5-10-1,8-27-90,3-25 0,1-14 300,-10 9 0,-2-2 0,1-1 0,0-4 0,1 0 0,-2 1 374,1-6 1,-3 5-45,-4 4 0,-18 65-1999,5 6 1,0 4 1625,1-7 1,1 1-78,-1 13 0,8-3-1003,10-23 0,3-3 913,-1 20-89,25-17 179,-16-40 0,3 1 90,-2-20 0,-1-5-52,-10 17 0,1-1 119,-1-6 1,3-6-1,-2-2 1,0 3 201,-2 1 1,-2 2 0,1 0 30,0-3 0,0-1 0,-2 4 194,0 4 1,-6 9-225,-7 18-90,-14 43 0,14-17 869,-2 15 0,0 6-1409,7-8 1,2 2 44,-1 7 0,2 1 919,1-10 0,4-4-1729,8-6 1,3-5 405,1-6 449,1-6 0,1-3-719,11-7 629,-7 0 331,12 0 0,-13-29 0,-11 11 0,1 0 1</inkml:trace>
  <inkml:trace contextRef="#ctx0" brushRef="#br0" timeOffset="249914">28540 14519 7533,'-18'-32'3238,"8"6"-2429,-5 7-539,13 6 0,-14-5-180,14 9 270,-14-8-180,7 16-360,-9-5-630,-8 35-829,9-4 1,-1 3 1445,3-4 1,1 3-897,-4 18 0,2-1 1359,-1-5-974,11 3 0,2 0 794,-4-8-225,11 3 0,10-4-315,30-26 360,-12-10 0,3-7 135,7-15 0,-2-6 643,-10 2 1,-3-4-644,1-7 0,-5-3 1238,-11 3 1,-3 1-880,2 6 1,-2 0 1233,-5 0 0,-6 6-216,-15 15-1242,7 18 90,-21 30-270,28-16-1639,-4 13 1,1-1 518,7-14 746,-1 13 0,2 3-1020,5-9 0,3-1 1169,-1 1 0,4-2 225,22 5 0,6-14 0,-6-31 0,1-10 0,0 7 0,-1 0 0,1 1 0</inkml:trace>
  <inkml:trace contextRef="#ctx0" brushRef="#br0" timeOffset="250284">28998 14016 7533,'-17'-34'1079,"7"-2"360,-14 33-1079,20-7 45,-7 30 0,-1 12-46,10 8-479,0-7 0,-2 5 1,2 1-974,1 0 1,1 1 0,1-1 573,1-5 1,1 0 0,0 3 248,-1 2 0,0 5 1,1-2-1,0-5-98,1-4 1,2 0 7,1 10 0,1 5 1,0-9-91,4-4 180,1-6 0,-1-11 990,-2-58-136,-13 10 1,-2-3 1053,4-4 0,-2-2-863,-6 1 0,-3-3 0,2 6-325,4 11 0,0 0 569,-2-12 1,0-5-1,-1 4-75,-1 7 1,2 1-765,1-4 0,4 2 180,11 1-90,4 24-810,15 5 0,3 2-1529,3-1 1439,-1 0 1,7 0-1,-4 0-1009,-8 3 1,1 0 1438,20-3 1,4 1 0,-16 5-1,0 3 1,2-1 0,5-1 0,0 0-1,0 1 1</inkml:trace>
  <inkml:trace contextRef="#ctx0" brushRef="#br0" timeOffset="250895">29439 14804 7533,'-27'6'1979,"-6"7"-990,21 6-539,4 13-720,18-11 360,7 4-630,1-18 360,0-13 270,7-20 45,-15-5 0,0-6-15,3 4 0,3-3 0,-4 0-145,-6-3 0,-3-2 0,2 0 204,7-4 1,4-1 0,-5 4 45,-9 5 0,0 4-180,4 1 0,3 11-135,-1 21-270,10 18-719,9 10 269,9 5 810,-15-13 0,1-3 0,15-1 0,6 1 0</inkml:trace>
  <inkml:trace contextRef="#ctx0" brushRef="#br0" timeOffset="251582">29986 14506 6993,'-19'0'-360,"3"0"270,16 0 180,0 6 360,8-4 359,1 3-539,1-5 990,-2-5-271,-8-2-629,0 0 359,0-4-539,0 9 90,8-3-90,-6-1-90,6 4-270,-8 13 270,0 17 90,0 6 90,0 3-180,0-5-90,0-5-45,0 5 0,0 2-1035,0 12 855,-1-17 1,2-1-1575,7 14 360,-6-20 989,5 3-989,9-1 1439,-12-15 0,27 2 0,-11-11 0</inkml:trace>
  <inkml:trace contextRef="#ctx0" brushRef="#br0" timeOffset="251833">30268 14533 7533,'-15'-15'3276,"11"3"-2774,-4 24-233,41 20-404,-14-4 1,1 3-436,4-6 0,3 2 1,-1 0-524,-4 1 1,-1 2 0,1-4-340,5 2 0,0-1 1327,4 5 1,-5-6 0,-12-15 0,9 12 0</inkml:trace>
  <inkml:trace contextRef="#ctx0" brushRef="#br0" timeOffset="252082">30409 15074 7533,'-17'-7'1799,"-9"-4"1477,7-7-2325,1-4-546,19-4 0,6-2-225,5-10-1819,15-1 1,3-1 626,-18 18 0,1 0 802,10-5 0,6-2 0,-1 0-1429,5-8 1,-1 1 264,-3 7 1,1 1 1552,-4 3 1,0 0-1,-6 5 1,-6 2 0,10-12-1</inkml:trace>
  <inkml:trace contextRef="#ctx0" brushRef="#br0" timeOffset="252282">30180 14223 7533,'-37'-14'1092,"0"1"0,-5 2 0,9-2-889,19-12 1,26 6-1,10-1 1,16-6 0,0-1-1</inkml:trace>
  <inkml:trace contextRef="#ctx0" brushRef="#br0" timeOffset="300848">27164 15888 7533,'8'-39'1709,"-6"18"-990,13-8 91,3 15 89,-6-12-89,19 0-1,-27 6-629,12 7 0,-16 2 0,-8 9-450,-2-4-809,-39 12 674,18 5 0,-3 2 225,-1-1 0,-5 1 1,2 3 132,3 1 0,1 3 0,1 1 107,-1 0 0,1 2 0,4-2-15,4-1 0,5 1-135,5 6 0,6 0 90,9-5-90,0 27 1,0-20 89,7-1 0,2 4 134,-1 3 1,3 2-45,4-9 0,3 1 0,0 1 0,0 2 0,0 1 0,1-1 405,13 7 0,-1-1 134,-4-6 1,-9 0 44,-17-5 1,-8-2-425,-8-1 0,-9-3-295,-17-5 0,-6-5-405,5 0 1,2-3 404,11-4 0,3-2-630,-5-3 0,7-4-1933,18-2 1169,-10-1 1079,34 2-720,1 6 1080,15 6 0,-10-2 0,3 0 0,5 2 0,0 1 0</inkml:trace>
  <inkml:trace contextRef="#ctx0" brushRef="#br0" timeOffset="301415">27340 16701 7533,'0'13'180,"0"11"-90,0-8-90,0 10 0,0 1-90,0 5 30,0-2 0,0 6 0,0-1 150,0 8 0,0-1 314,0 3 1,0-2 675,0 5-541,0-49 451,0-48-766,0 13 1,0-1-513,0 3 0,0-2 378,2-7 0,1-4 0,0 6-180,2 12 0,0-1 54,-1-4 0,1-8 0,0-3 0,1 1 0,-1 9-564,5-3 1,0 0 576,-3-4 1,-1-7-1,0 1 1,0 9-23,3 11 0,0 3 90,5-23 0,5 6-315,19 16 180,-12 14 0,1 6 90,10 16-45,-14 12 0,-5 4 225,-6-2 60,11 13-240,-21-6 1130,14-16-411,-12 15 1,-6 5 0,-4-7 0,-4 1-316,-2 14 1,-5-1-405,-14-7 0,-7-6-180,2-10 0,0-5-360,11-7 1,1-2 359,-23-7-1619,45-9 1439,2 9-1393,9 2 1303,9 2 450,8 15 0,-6-5 0,3 2 0,4 6 0,1 0 0</inkml:trace>
  <inkml:trace contextRef="#ctx0" brushRef="#br0" timeOffset="302128">28169 16430 7173,'10'-20'2429,"-2"7"-2070,-8 1 541,0 5 179,-8-6-269,-2 1-450,1-1-450,-7 5 90,6-3-270,-23 10 450,11-5-90,-19 12 0,29-5-90,-27 16-90,17 3-45,4-2 0,1 3-315,0 19 360,9-1 90,8-13-90,0 15 0,0-16 45,0 5 0,0 0-135,0-6 180,8 24-180,17-21 180,12-6 180,-7-24 0,1-11-90,-3-9 0,-1-9-1183,0-3 1,0-6 0,-5 3 1079,-4 0 1,-2 1 192,-2 3 0,1-1 0,-5 4 989,-10-11 450,0 8-629,-8 16-3059,-2 49 899,0 10 225,9-6 1,2 1 2464,1 7-1880,14-2-1349,-14-16 1709,29 2 0,7 0 0,-7-15 0,0 0 0</inkml:trace>
  <inkml:trace contextRef="#ctx0" brushRef="#br0" timeOffset="302981">28434 16688 9781,'-20'0'2789,"5"-6"-3869,30-24 450,-2 5 1,2-3 269,7-13 1,1-3 493,-1 1 1,1 0 225,2 2 0,1 5-225,-4 14 0,1 4-45,14-5-270,-8 21 0,-1 4-90,-4-2-90,8 2 1,0 1 179,-8-1 0,7 2 0,2-2 540,7-14 1259,-11-8 809,-15-7-1528,-32 1-1,0 2-539,1 15 0,-1-8 270,-7 15-451,5-9-179,-5 10-1349,7 1-90,8 30 989,8-5 1,4 3 359,10 14 0,2 0 135,-8-10 0,1 0-45,8-3 0,3 2 0,-4-3 359,-6-2 1,-2-1 180,8 8 0,-2-2 629,-12-4-270,-26-34-179,-11-21-540,18 8 0,1 1-1709,-8-7 449,18 7-179,16 12 539,10 1-89,9 6 359,9 0 270,-13 1 0,4-2-120,17 0 0,8-3 1,1-2-207,-10-2 0,0-3 0,0-1 1,1 0 662,1 2 0,1-1 1,-2 0-1,-3-1-37,4-3 0,-3-2 0,-13-3 2309,-13-27-1979,-26 30 1798,-8-19-1708,-7 21 899,-11-15-899,8 23-1,-4 4-494,-1 0 0,1 6-1079,1 12 0,7 8-181,10 9 1,10 3 344,15-5 1,9 1 0,0-2 936,5 4 0,3-3-67,2-4 0,5-1 0,0-4 0,1-4 0,1-3 0,2 1 0,7 4 0,-1 1 0,1-1 0</inkml:trace>
  <inkml:trace contextRef="#ctx0" brushRef="#br0" timeOffset="303878">26882 17243 7533,'-10'-26'1529,"2"0"-450,16 7-539,2 6-46,12 5 1,5 4-135,14 2-932,-11 1 0,8-2 0,4 0 0,3-1 781,-2 0 1,3-1 0,3 0 0,1-1 0,0 1 0,-2 0-534,-6 1 0,-1 0 1,-1 0-1,1 0 1,2 0-1,5 0 340,-9 0 0,3 0 1,2-1-1,2 1 1,1-1-1,1 0 1,0 0-1,0 1 0,-1-1 1,-1 1-1,-2 0-46,5 0 0,-2 0 0,-1 0 0,1 0 0,-1 0 0,0 1 0,0-1 0,1 1 0,1 0-114,-2 0 0,2 0 0,0 1 0,0-1 0,0 0 1,1 1-1,-1 0 0,0 1 0,-1-1 0,-1 1-46,1 1 0,1-1 0,0 1 0,-1 1 0,0-1 1,-2 1-1,-1 0 0,-1 1 0,-2 0 48,13 1 1,-2 1-1,-2 1 1,-5 0-1,-3 1 82,-2 3 0,-4 0 0,-5 0-30,3 4 0,-13-9 546,-29-32-276,-1 9-405,-7-5 0,-2 0 45,-3 2 312,-6 11 0,-3 9 0,-1 18 0,-1 9 0,2-4 0,0 0 0,0 0 0</inkml:trace>
  <inkml:trace contextRef="#ctx0" brushRef="#br0" timeOffset="404978">24289 13384 6094,'10'-14'179,"-3"-9"-89,-7 20-90,8-14 180,2-2-180,0-2 0,-2 0 450,0 10 0,-7 6-1,-1 3 1,-1-3-360,-15 5 180,14 0 90,-14 0-270,14 0 270,-6 11-270,1 3 89,2 12 1,0 2-90,-13 11-120,9-7 0,1 6 0,0 0-49,-1-3 1,-1 1 0,1 0-12,0 5 0,-1 1 0,2-3 135,-2 6 0,2-5-765,0 5 451,16-43-181,2-8-90,8-3-719,7-26 1259,-5 18 0,-4-4 0,1 0 0,10-6 0</inkml:trace>
  <inkml:trace contextRef="#ctx0" brushRef="#br0" timeOffset="405631">24906 13462 7533,'-19'0'-90,"3"0"180,16 0 359,-8 0-359,6 0-270,-14 0 360,14 0-270,-5 0 0,7 0 180,-8 11-180,-2-8 180,-8 19-90,8-13 180,-5 22-180,5-16 45,1 9 0,0 0 45,0-6 0,8 16 0,9 3-45,7-14 0,6-2 0,16 7 0,4-3 0,-15-10 0,1-6 0,15-8 0,-4-9 45,-16-6 180,-1-12 0,-1-7-91,-9 2 1,-2-1 0,1-1 0,-3-3 225,-10-13 0,-9 4-315,-6 20 0,-2 4-90,2-9 0,-3 2-315,-12 10 0,2 6-135,7 5 450,-9 2 0,41 16 0,11 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0:34:06.493"/>
    </inkml:context>
    <inkml:brush xml:id="br0">
      <inkml:brushProperty name="width" value="0.12095" units="cm"/>
      <inkml:brushProperty name="height" value="0.12095" units="cm"/>
      <inkml:brushProperty name="color" value="#00B0F0"/>
    </inkml:brush>
    <inkml:brush xml:id="br1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29122 11009 8101,'0'-21'707,"0"-2"-411,-8 10-39,6-1 308,-6-5-403,8 0-141,0 5-118,0-16 386,0 3-289,0 5-90,0-12 238,0 24-201,-16-32 63,13 25-101,-20 0 0,-9 4 1,-7 7 1,-3 5-61,4-1 1,-4 4-671,4 3 1,-6 2 0,0 2 0,7 0 573,3 2 0,0 2 311,-3 1 1,-6 2 0,0 2-1,3 0-624,1 4 1,2 0-1,1 0 573,3-4 1,1 0 0,1 4 43,-4 8 1,0 4 0,9-4 337,5 10-282,11-8 1,1 5 0,2-4 50,-1 14-127,12-11 1,5 5-1,2 1 32,0-5 0,2 0 1,2 1-1,-1-2-329,2 4 0,0-2 0,3 4 281,0-1 1,2 5-1,2 1 1,-1-3 0,-1-8-51,4 2 1,3-1 2,-6-6 1,5 6-1,1 2 1,0-3 0,-2-7-108,9 1 1,2-1 35,-7-4 1,5 6-1,2 1 1,-1-2-1,-1-7-62,5-3 1,-1-6 0,-1 3 60,2 8 1,-2 2 0,2-6-46,2-10 1,0-5 0,-6-4 51,1-8 69,-4-4 0,6-5 1,-5-9 384,-11-9 0,-5-9 0,-2-4 0,1 0-296,0 7 1,1 0-1,-1-2 1,0-2 0,-4-2 11,-2 4 0,-2-1 0,-1-3 0,-1 0 1,-1-1-1,-3 2 0,-1 0 132,-4-4 1,-2 0 0,-2 1 0,-2 0 0,-2 2-1,-2 0-91,0 3 0,-3 1 0,-1 0 0,-2 2 0,-1 1 1,-3 2-412,-5-1 1,-3 0 0,-2 4 0,0 1 0,1 4 340,-9-6 0,2 4 0,-4 6-81,5 10 0,-2 2 0,1 4 1,5 1 131,5 1 1,-1 3-161,-14-2 1,-8 1 0,8 1-254,15 3 1,1 0-321,-17-2 1,4-1 59,12 1 593,13-9 0,38-8 0,16-4 0,1-5 0,-1 0 0</inkml:trace>
  <inkml:trace contextRef="#ctx0" brushRef="#br1" timeOffset="33797">18486 14300 7533,'-8'-20'2518,"-2"2"-2158,0 11 270,2 1-450,8 12 359,-8 24-359,6 0 0,-1 8 0,-1 3-90,-1-16 0,2 1-958,2 7 1,2 4 0,-3-4 822,-6-3 0,0-1-1295,7 21 0,0-2 1430,-7-3-373,8-14 1,0-2 192,0-8 90,0 3-179,0-17 370,0-1-1989,0-29-361,0 0 2159,0-4 0,16-13 0,4 11 0</inkml:trace>
  <inkml:trace contextRef="#ctx0" brushRef="#br1" timeOffset="34199">18486 14442 7533,'0'-27'419,"0"0"1,0 2 0,0 0-60,0-2 0,0 1 1169,-8-16-1259,6 33 629,-6-2-539,8 45-270,6-1 0,4 6-120,0-1 0,3 3 0,-1-1-137,-5-7 1,0-1 0,2 1 196,9 8 0,3 1 0,-5-6 182,-2 4-122,11-4 0,7-6 630,15-20-316,-15-25 1,-1-12-105,-11-2 0,-3-8 0,-2-3-982,-1-1 0,-3-5 0,-1 0 0,-1 3 742,-2-1 0,-1 3 0,0-2 97,1 2 1,-1-2-1,1 2 1,-3 7-2864,-2-15 2391,3 14 0,-2 3-135,-11 13-359,6 19-1980,-6 30 2789,14-7 0,4 2 0,-5 2 0,1 0 0,7 1 0,0 0 0</inkml:trace>
  <inkml:trace contextRef="#ctx0" brushRef="#br1" timeOffset="34770">19332 14559 7533,'-35'-26'3276,"8"6"-1785,9 1-1581,10 6 180,8 0-270,0 6 90,-8-4 90,-2 9-180,-15 2 360,5 7 90,-13 23-45,18-8 0,3 2-135,-3 11 0,2 2-1729,3 6 1,2-1 1670,3-11 1,3 0-168,7 1 0,5-4-405,18-7 450,17-14 90,-8-10 494,-15-19 1,-3-9-90,-4 1 0,-2-2 89,-3-11 1,-1 0 359,1 12 1,-4 2-585,-14-7 90,-2 31-630,-7 22 3546,7-7-3578,4 15 1,4 3 31,2-2-90,0 6 0,0 2 90,0-4-675,6 2 1,4 2-2114,9 9 2293,-1-22 1,0-2-225,1 4 989,13-23 0,-21-23 0,15-6 0</inkml:trace>
  <inkml:trace contextRef="#ctx0" brushRef="#br1" timeOffset="35655">19491 14636 7533,'10'-21'1529,"-2"-8"-630,-8 21-179,0-6 449,0 9-989,0 5 720,0 11-271,0 15-494,0-2 0,0 3-270,0 9 0,0 0-404,0 14 269,3-18 0,1-5-90,-2-11-270,14 8 181,-14-28 179,22-39 405,-18 10 0,-1-3 104,3 4 1,2-1 0,-2 1 300,-3-7 0,0 4-270,2-9 359,-7 26 181,0 36-1800,0 20 450,0-6 1,0 3 44,4 1 0,0 1 180,0-6 1,2-4 314,20 5-180,1-55 405,-8-2 0,-3-5-180,-5 3 0,-2-3 449,4-10 1,-3 3 854,-8 6-1079,6-6 720,-8 24-1,0 7-1709,0 6 451,0 18-631,0 20 675,0-8 0,0 1 180,3-3 0,2-2 45,5 18-269,7-14 269,-7-9-180,6 5 90,2-1-90,5-13 0,5-5 90,0-6 0,0-5 45,4-4 0,-1-5 0,-4-2 0,-3-6 180,-4-21 0,-5-5-45,0 17 0,-2 0 269,-3-8 1,-3-2 315,1 5 0,-8 5 1393,-23 5-1708,9-5 540,-27 47-586,26 5 1,2 2-225,-1-2 0,1 1-1036,3 11 0,2-2 946,1-3-900,9 0 1,3 1 539,5 2-720,12-3 1,5-4 630,6-9 449,2-6 0,7-3 0,-5-7 0,-8-14 0,-1-6 0,5 6 0,1-1 0,-1 1 0</inkml:trace>
  <inkml:trace contextRef="#ctx0" brushRef="#br1" timeOffset="37530">18644 15384 7533,'16'-25'1079,"-12"-1"180,19-6-539,-21 11-450,6 2 449,-8 2-629,-8 14 450,6-14-450,-5 15 180,-9-9-630,-12 10 180,-1-5-180,1 15 1,-1 5 179,-2 3 120,8 3 0,-3 6 0,0 0-489,-6 6 1,0 5 638,5 1 0,0 5 0,0-4-60,5-12 0,1-3 0,2 4 0,1 12 0,4 4 0,3-3-1439,0-5 0,4-1 1499,1 5 0,4-1 89,6 2 1,8-5-609,8-13 0,3-2 294,-8 2 1,3-1-271,18-4 0,1-6 45,-6-5-225,2-3 1,1-2 44,-3-8 538,2 2 1,-1-4 0,-1-24 0,-5 12 0,-1 0 0</inkml:trace>
  <inkml:trace contextRef="#ctx0" brushRef="#br1" timeOffset="37899">18838 15849 7533,'-9'-21'1709,"-7"-2"-720,14 21 360,-22-9-1169,20 15 0,-19 3-270,5 25 90,7-4-495,1 7 1,4 2-46,14 9 495,-10-17 0,6-1 0,18-7 0,3-6 135,-8-6 90,15-5 0,1-8 135,-13-16 0,-3-3-46,20-11 91,-21-9 0,-6-2-90,-2 10 179,-8-7 1,-8 1-450,-18 16 90,5-11-1349,-20 42-180,21 14-1838,10 7 2236,12-1 1041,16-13 0,23-19 0,6-8 0</inkml:trace>
  <inkml:trace contextRef="#ctx0" brushRef="#br1" timeOffset="38199">19156 15449 7533,'0'-25'1529,"0"0"0,-24-11-809,18 4 449,-17 21-450,23 28-539,0 6 0,0 4-225,0 19 0,0 6-412,2-8 0,0 2 0,2 1 142,-1-8 0,1 1 0,0 0 0,2-2-135,5 8 1,2-2-1,-1-2-159,-3 6 1,3-6-247,5-17 1,-2-7 854,-13-7 0,13-22 0,-5-3 0</inkml:trace>
  <inkml:trace contextRef="#ctx0" brushRef="#br1" timeOffset="39197">19509 15849 9152,'9'-7'719,"-1"2"-179,-8 5-360,0 0 270,0-6-1,0-1-89,-8-1-180,6 3-270,-13 5 270,13 0-630,-30 17 450,19 16-90,-21 2 0,28-3 0,3 3-359,-5 13 314,6-22 0,4 1-135,3 5 0,5-4 90,18-3 270,9-1 630,-2-43 539,-9-21-899,-19 14 0,-4-1-180,-3-13-90,-2-7-90,-6 12 0,8 1 90,0-7-90,0 30 179,0-23 91,16 24-180,3-9 90,16 19-180,1 13 630,-9 2-540,-9-2 90,-3 4-180,-13-14 359,6 19-359,-8-19-90,0 26-89,0-2-361,0 19 0,8 0 360,2-19-269,8-4 179,15-33 270,4-16 45,-17 2 0,-3-5 359,2-4 1,-4 0-45,-6-8 719,-1 1-449,-16 37-1170,7-3 1,-7 19 449,8-4-1529,0 25-1,8-11 451,1 16 719,17-14 91,-14-12 179,3-13-630,-15-7-269,0-12-180,0 11 1259,0 2 0,8 36 0,2 12 0</inkml:trace>
  <inkml:trace contextRef="#ctx0" brushRef="#br1" timeOffset="39600">20197 16017 7533,'9'-7'1889,"-1"1"-1620,-8 6 541,0 6-630,0 1 90,0 6 179,0 0 91,8 5 90,-6 2-630,6-5 270,0-4-180,-6-11 0,13-11 89,-5-27 1,-2-8-249,1 23 0,2-2 136,-3-8 1,1-8-1,0 0 1,-2 8-68,5-11 90,-1-5 0,1 3-180,-2 22 90,0-12-809,5 29-721,-13 18 1171,6-1-1980,8 32 2339,-4-14 0,3-8 0,3-1 0,9 13 0</inkml:trace>
  <inkml:trace contextRef="#ctx0" brushRef="#br1" timeOffset="49530">23936 6415 7533,'0'-15'539,"0"-8"-269,0 15 270,0-11-360,0 6 180,0 0-180,0 6-1,0 1 271,0 1-360,0 3-720,0-3 541,0 10 268,0 14-269,0-3 45,-7 14 1,-2 4-46,-2 1-909,-2 1 1,-2 7-1,1-4 909,4-10 0,-1 0 90,-4 6 0,-2 7 0,-1 0 0,3-6-326,2-3 1,1 0 415,-3 0 0,-3 7 0,0-2 0,4-6-1,3-7 1,0-1-957,-6 19 1,1-3 1046,6-17 449,2 1-359,8-18 1575,8-6-1755,-6 0 180,22-11-91,-12 8 595,21-20-684,-14 20 3186,15-14-2980,-7 10-746,1-1-989,5-3 899,-21 9-1259,27 8 270,-18 9 1529,15-1 0,-3 15 0,-5-8 0</inkml:trace>
  <inkml:trace contextRef="#ctx0" brushRef="#br1" timeOffset="50048">24342 6943 7533,'0'-40'1169,"0"3"-719,0 17-270,0 1 179,0 7 1,-16 5-360,12 1 90,-35 12-90,9 18-135,1-1 0,-2 5 0,2 7 1,3 3 89,0 4 0,7 1 0,10-8 0,8-4-135,21 8 180,9-22 0,-4-19 0,-1-7-90,5-17 90,-1-3 0,-11 5 0,-3-1 180,-2-3-180,-3 3 0,0 1 449,-2 7 361,-7-18-540,0 33 180,-23 7-540,9 34-270,1-12 0,1 0 270,4 21-675,14-11 1,4-4-46,1-11 225,9 6 1,1-4 44,-7-15 1,33 3 539,-41-18 0,16-16 0,3-9 0,-10-4 0,0 0 0</inkml:trace>
  <inkml:trace contextRef="#ctx0" brushRef="#br1" timeOffset="50616">24606 6582 7533,'-10'-27'1349,"3"8"-1529,7 14 270,0 33-180,-1-1 0,2 5-90,1 2 0,0 3 0,1 2-383,0 10 0,0 2 0,1-1 203,2-4 0,0-1 0,0-2-211,-2-4 0,-1-2 0,0-4 526,1 0 0,0-10 135,-4-16 989,-8-38-674,0 0 0,-2-4-46,-4-10 1,1-2-180,2 6 0,2 2-135,0 8 0,2 5 45,7-5-180,8 25 612,2 0-1242,23 6 1533,12 17-1533,-10-2 1,1 3 719,-3 5 0,-1 1 0,-5-4 0,-1 0 0,-4 2 0,-3-2 359,-8-4 991,5 3-1,-32-19-899,13-2 719,-13-9-1169,16 9 90,0 2-1709,0 24 1619,8 17 0,3-10 0,3 2 0,5 3 0,-1 0 0</inkml:trace>
  <inkml:trace contextRef="#ctx0" brushRef="#br1" timeOffset="51097">25083 7021 7803,'-10'-13'449,"2"6"-359,8 19 270,0 20-90,0 10-180,0-3 0,8-3-180,-6-27-90,6 15-360,7-29 180,5-13 270,-1-5 135,-2-8 0,-2-4 0,-9 9 0,-1 1 180,4-2 0,0 1 405,7-15 269,-14 26-899,6 3 270,-8 18-450,0 19-449,15 21-1,-3-13 0,4-1-135,6-7 1,1-2 764,-8 1 0,-1-4 0,10-14 0,-24-7 0</inkml:trace>
  <inkml:trace contextRef="#ctx0" brushRef="#br1" timeOffset="51248">24994 6776 7533,'-35'-6'449,"8"5"-449,9-5 0,10 6 0,32 6 0,3-5 0,6-1 0,13 3 0,1 0 0</inkml:trace>
  <inkml:trace contextRef="#ctx0" brushRef="#br1" timeOffset="52099">25647 7125 7533,'0'-41'1349,"0"10"-1349,0 12 0,0 12 180,0 13-90,0 2 0,0 40-45,-4-19 0,0 2 0,3 9 0,0 0-180,-3-3 0,0-2-45,4 9 0,8-25 0,10-42 180,1-2 0,-1-12 0,-2-4-366,3-5 366,-8 16 0,1-4 0,-1 2 315,-1-3 0,-1 1-315,1 3 0,-2 1 899,0-18-719,-8 41 90,0 1-90,8 29-270,1-6-90,1 32 90,-2-26-315,3 6 1,1 1-586,10 7 0,-1-5 1,1-1 989,6-2 0,13-12 0,-4-24 0</inkml:trace>
  <inkml:trace contextRef="#ctx0" brushRef="#br1" timeOffset="52614">26247 6982 7533,'-10'-20'1349,"-6"7"-540,14-4-719,-13 14 540,13-14-990,-6 16 0,8-5 271,-8 6-1,6 6-90,-22 12-90,21-2 90,-12 5 0,-2 0 90,5 2 180,-1 3 0,1 2 90,2 2-45,1 2 0,2 2-45,13 15-90,-4-8-90,24-6-90,-7-34 180,15-1 0,-23-7-45,10-9 0,-2-4-45,-13 2 135,16-18 0,3-4-135,-12-6 270,0 13 0,0 1 269,-5-11-449,-8 23 630,-8 1 180,-10 18-630,6 2-630,-11 30-809,21 15 404,-3-14 0,2 2 0,9 2 1,4-1 854,-6-7 0,3-3 0,15-4 0,5-4 0,-3-8 0,0 0 0</inkml:trace>
  <inkml:trace contextRef="#ctx0" brushRef="#br1" timeOffset="53398">26423 7060 7533,'-8'-27'1619,"6"8"-810,-6 13-809,8 6 360,0 6-540,0 18-90,0 5 180,0 10-629,0 10-1,0-13 360,8 8 181,-6-24-361,22-15 360,-20-17 0,19-26 270,-13 8 45,-1-7 0,0-3 224,-4 11 1,-1 0-45,1-4 0,-2 1 225,-3-6-540,0 33-90,0 35-450,0 5 360,0 11 90,0 3-90,0-26 0,0 7-359,8-6 269,10-13 360,-7 6 0,21-29 90,-20-2 0,13-29 89,-15 13 1,-2-1 0,0 2-90,1 4 450,1-22-360,-2 37 89,-8-13-269,0 33 0,0-7-270,0 33-179,8 10 179,-5-20 0,4 2-180,14 16 0,7-2 180,-8-21 0,1-2 270,1 8 0,1-7 180,24-20-180,-41-12 0,16-13 0,3-5 90,-13-3 0,-3-3 89,6-10 1,-2 1 45,-4 10 0,-2 4-45,-7-7 899,-24 33-809,10 12 450,-19 29-990,15-18-180,12 20 0,3 1 0,-5-17-495,10 16 1,11 0 854,13-14 0,7-6 0,-1-6 0,5-2 0,2-2 0,-1-3 0,0 1 0,1-1 0,-1 0 0</inkml:trace>
  <inkml:trace contextRef="#ctx0" brushRef="#br1" timeOffset="59934">31574 4298 7533,'-24'13'-720,"18"0"720,-17-6 0,23-1 0,0-6-899,0-6 899,0 5-90,8-5 270,-7 0-1,15 5 361,-14-5 180,6 6-450,-8 0 989,0 0-1259,0-6 0,0-1 90,8-6 0,-6 6 180,6-11-1,-8 10-179,0-11-90,0 6-90,0 6 90,0 1 0,0 6-89,0 0 448,0-5-179,7 3 90,-5-3-450,6 5-360,-8 0-89,0 0 899,0-6-360,0 4 450,8-15-91,-6 14 91,6-31-270,0 17 135,-4-15 0,2-8-75,1 7 0,2-2 0,0 0-91,0-6 1,1-1 0,-2 1-30,-1 5 0,0 0 0,-1 2 15,2-8 0,0 7 45,0 13 0,-6-2-90,5 17-270,-7 7 270,0 7 270,8 6 90,-6 11-90,6 15-180,-4-11 0,0 3-90,-3 12 0,0 3-120,3-10 0,3 1 0,-3 0-877,-2-1 0,-3 1 1,2-2 906,7 8 0,0-2-270,-8 0 0,2-5-449,22-4 89,-13 5-809,7-31 1529,-10-13 0,-8-6 0,0 1 0</inkml:trace>
  <inkml:trace contextRef="#ctx0" brushRef="#br1" timeOffset="60150">31715 4234 7533,'-28'0'180,"-5"0"809,13 0 450,3 0-989,9 0-360,16 0-720,25 0 91,6-6 89,-13 5 0,1 0-540,4-2 1,-3 1 989,3 2 0,18 0 0,-21 0 0</inkml:trace>
  <inkml:trace contextRef="#ctx0" brushRef="#br1" timeOffset="60564">32032 4131 7533,'-19'0'1709,"-21"0"-990,35 0 631,-27 16-1440,30 23-1549,2-4 1,0 1 970,0-10 1,2 0 287,3 12 1,6-5-1330,14-16 1619,-11 2-540,25-44 1350,-19-17-181,-7-3 1,1-3-45,0 15 0,-2 0-471,-6-6 0,-2 4 516,3 3 2736,1 2-1515,-6 20-1941,6-1 90,-8 24-3187,0 24 2956,0-7-1018,-1-2 1,2-1 799,7-5-1,2 14 360,-1-21-1619,7 14 810,-6-13 989,8 3 0,7-30 0,3-11 0</inkml:trace>
  <inkml:trace contextRef="#ctx0" brushRef="#br1" timeOffset="61614">32350 4131 5914,'0'14'2698,"0"-3"-2248,0-11 989,0 0-1259,-8 5-180,6 3 90,-6 16-90,8-8-360,-8 26 0,6-14 270,-6-1 90,16-9-90,-6-36 180,22-14-90,-12-4 135,0 2 0,1 2 45,-3 6-45,-3-7 0,1 1 135,2 14 539,0-30-449,-2 39-450,-8 14 180,0 6-180,-4 15 0,0 1 0,2-2-135,-2 2 0,0 0 46,4 2-721,0 20 810,8-26-809,2 18-1,0-31-1259,21 19 2159,-17-26 0,19-9 0,-15-15 0</inkml:trace>
  <inkml:trace contextRef="#ctx0" brushRef="#br1" timeOffset="62183">32685 4091 7533,'-26'13'2608,"7"-5"-2068,-7 3-360,17 7-360,1 27-180,16 4 225,-4-23 0,1-1-944,13 18 809,-8-21-450,13 8 630,-11-22 180,14-2 90,-1-36 0,-5 6-90,-3-19 360,-9 6 44,0 8 1,0 0-135,-4-15 224,5 15 1,-3 3 945,-14 6-1261,-1 7-269,-9 25-89,0 27 178,9-2-1078,4-6 0,2-2 629,3-6-2429,8 24 2789,17-7 0,-8-21 0,3-2 0,7 1 0,-1 0 0</inkml:trace>
  <inkml:trace contextRef="#ctx0" brushRef="#br1" timeOffset="62632">33143 4156 7533,'-35'-19'809,"16"5"2160,-13-10-2160,28 15-989,-11-3-629,7 12 359,6 6-360,-14 18 315,7 1 1,1 2-320,-4 18 634,4-18 0,0 0 450,0 5-180,6-5 270,-13-1-180,13 4-180,2-3-720,25-5 0,12-40 495,-10-3 1,-1-6 763,2-12 1,-3-1-968,-9 11 0,-2 3 608,9-15 1196,-23 28-207,0 5-809,-8 3-180,-2 16-540,-7 27 360,7-7-945,3 2 1,6 0-2024,25 3 3802,5-3-834,8-22 0,-8-29 0,-1-11 0,-4-3 0,-1 1 0</inkml:trace>
  <inkml:trace contextRef="#ctx0" brushRef="#br1" timeOffset="62849">33479 3666 7533,'-16'-39'3276,"-4"34"-2774,-7 4-53,12 30 1,4 8-450,2-3 120,5-1 0,1 6 0,2-4-1016,1 8 956,-1-5 0,0 8 0,3 0-570,4-3 0,2 0 1,1 3-311,0-2 1,0 3 0,1 1 0,0-2 659,-1-4 1,1 0 0,0-3 0,0-1 0,2-1 0,0-2 0,-3-5 0,-1 10 0</inkml:trace>
  <inkml:trace contextRef="#ctx0" brushRef="#br1" timeOffset="64099">32103 4931 7533,'-10'0'1889,"-14"5"-1350,21 25-359,-21-5-45,18 17 0,2 4-1774,-5-21 1,1-1 1112,2 18 0,2 3 346,-1-10 1,2-2 179,3-8 0,0 0-135,-4 16 0,0-3 1212,2-7-897,2-17 641,2-26-731,5-22 0,2-4-180,1-2-87,-5 1 0,1-10 0,0 1 387,0 5 0,0 0 0,0-2-214,0 5 1,1-3 0,0 0-1,-2 3 94,0-2 0,-2 3 0,1 2 225,4-6 0,0 9-45,0 18-180,1 5-90,1 18 0,22 23-90,-27-7 16,17 6 0,3 3-16,-13-9 0,-2 2 1728,9 10 0,-3 0-951,-8-7 1,-6-3-58,-12 14-450,-17-20-720,-8-14 181,7-5-1261,-5 0 721,21 6-2378,-11 7 3241,21 7 1,17 17 0,15 4 0</inkml:trace>
  <inkml:trace contextRef="#ctx0" brushRef="#br1" timeOffset="64498">32244 5343 7533,'-8'15'2428,"6"-3"-899,-14-12-989,14 0 90,-5-18-450,14 8-270,11-32-135,1 27 0,5 1-315,10-5 1,3 0-136,3 2 0,2 2-594,3 5 0,-2 0 1359,-14 1 0,-3-1-322,15-8 772,-31 9 719,-2-20-809,-8 19 1349,-16-25-1349,5 19 449,-31-3-629,-3 36-90,6 1 685,17-1 1,3 3-866,1 12-1079,1 6 246,7-3 743,2 2-2735,8 12 1746,8-23 314,3 4 0,3-2 226,16-5-413,5-5 0,4-4 952,-5-7 0,-1-7 0,0-9 0,-1-6 0,-8-6 0,1 1 0</inkml:trace>
  <inkml:trace contextRef="#ctx0" brushRef="#br1" timeOffset="64850">32720 5356 6633,'0'-14'-809,"0"-3"3597,0 4-2428,-8 4 989,-1-9 630,-9 17-1619,8-5-720,2 24-360,0 9-539,6 19 629,2-5-629,18-16 989,-6-13 180,19-30 180,-19 3 450,9-16 0,-1-5-1,-13 11 1,0-1 209,8-8 1,3-4 0,-4 5 509,-8-14-1169,7 13 0,-3 15 0,-10 24-90,-8 4-810,6 33 631,-5-18-496,5 2 0,4 3-225,1-3 1,1-1 899,6 24 0,5-20 0,4-2 0,-1-8 0,1 1 0</inkml:trace>
  <inkml:trace contextRef="#ctx0" brushRef="#br1" timeOffset="65648">33055 5253 6633,'-8'13'-203,"6"-6"1,2-7 0,10-7 0</inkml:trace>
  <inkml:trace contextRef="#ctx0" brushRef="#br1" timeOffset="66564">32120 5421 9422,'8'-15'809,"-6"4"-539,30-1-360,-3-8-45,-6 7 0,-1-1-45,5-12-359,-3-10 808,-22 13-179,-2-8 900,-18 12-630,-9 6-180,7 12-720,-11 14-90,27 20 540,-12 1-1799,24 15 720,2-20 1169,15 8 0,-1-21 0,3 0 0,6 0 0,-1 1 0</inkml:trace>
  <inkml:trace contextRef="#ctx0" brushRef="#br1" timeOffset="67251">32932 5370 7533,'19'-6'-360,"-3"4"-90,0-10 360,-12 5-629,19 0 629,-21-4 90,14 9 0,-14-4 0,6 6 0,-8 0 1079,0 0 810,-16 6-1619,12-4 359,-12 9 181,16-4-630,-7 6 360,-3 11-450,0-2-720,2 10 90,16-18 360,-6-8-179,29-36 269,-19 7 0,-2-2 90,3 2 0,1-3 314,4-13 1,-4 1 1214,-10-1-1079,11-5 360,-15 21-1080,0 44 90,0 19-450,0-7 1,0 2 134,0 1 0,0-1 135,0 12-1708,24-6 359,-3-31 1529,7 8 180,-5-18 0,-5-29 0,9-7 0</inkml:trace>
  <inkml:trace contextRef="#ctx0" brushRef="#br1" timeOffset="67531">33390 5227 7533,'-29'-6'1979,"-2"5"-630,21-11-1169,0 11-270,2 1-540,8 1-179,8 23 629,-6-14-90,14 25-450,-14-2-629,6 13 1349,-1 0 0,11-25 0,9-10 0</inkml:trace>
  <inkml:trace contextRef="#ctx0" brushRef="#br1" timeOffset="68065">33549 5356 7533,'-10'-7'719,"3"-10"-269,14 2-810,11-16 2069,-6 3-1349,3 9 809,-15 1-809,0 17 540,-15-5-451,-13 29-449,10-7 0,-1 3-450,0 11 1,3 4-406,5-1 1,4 0 179,5-5 1,4-3-46,16 12-269,9-24 1079,1-7 89,5-23-89,-6-10 360,-7-8 179,-7 8 1,-2 0 270,-9-10-270,5-1-900,-7 31-720,0 27 271,0-3-271,0 18 990,8-33-539,10 10 539,1-12 0,-1-6 0,-10 0 0</inkml:trace>
  <inkml:trace contextRef="#ctx0" brushRef="#br1" timeOffset="68400">33496 4917 7533,'-37'-7'191,"0"0"0,2-5 0,52-4 0,16-2 0,-1 4 0,-1 0 1,1-1-1</inkml:trace>
  <inkml:trace contextRef="#ctx0" brushRef="#br1" timeOffset="70531">33778 4982 7533,'0'20'2248,"0"10"-269,0 3-1799,1 6 0,-2 2-135,-2-14 0,-1 1-966,-2 7 1,0 4 0,0-6 920,-6 7 5,2-8 0,-2 5 0,3-5-455,5 10 0,-4-10 1,0-3-1,8-10-1259,0-19 1709,16-7 0,-12-6 0,12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0:53:29.441"/>
    </inkml:context>
    <inkml:brush xml:id="br0">
      <inkml:brushProperty name="width" value="0.09071" units="cm"/>
      <inkml:brushProperty name="height" value="0.09071" units="cm"/>
    </inkml:brush>
    <inkml:brush xml:id="br1">
      <inkml:brushProperty name="width" value="0.09071" units="cm"/>
      <inkml:brushProperty name="height" value="0.09071" units="cm"/>
      <inkml:brushProperty name="color" value="#A020F0"/>
    </inkml:brush>
    <inkml:brush xml:id="br2">
      <inkml:brushProperty name="width" value="0.12095" units="cm"/>
      <inkml:brushProperty name="height" value="0.12095" units="cm"/>
      <inkml:brushProperty name="color" value="#A020F0"/>
    </inkml:brush>
    <inkml:brush xml:id="br3">
      <inkml:brushProperty name="width" value="0.09071" units="cm"/>
      <inkml:brushProperty name="height" value="0.09071" units="cm"/>
      <inkml:brushProperty name="color" value="#FF0000"/>
    </inkml:brush>
    <inkml:brush xml:id="br4">
      <inkml:brushProperty name="width" value="0.12095" units="cm"/>
      <inkml:brushProperty name="height" value="0.12095" units="cm"/>
      <inkml:brushProperty name="color" value="#FF0000"/>
    </inkml:brush>
    <inkml:brush xml:id="br5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13088 5666 7892,'0'-7'1260,"-8"-5"-721,-2 5-179,1-6 0,1 6 450,8 19-720,0 3-225,0 19 0,0 4 225,0-13 0,0 3-523,0 7 0,0 7 0,0 3 0,0 0 388,0 5 0,0 0 0,0 1 1,0-2-371,0-6 0,0-2 0,0 0 1,0 2 414,0 7 0,0 4 0,0-4 0,0-9-45,0-13 0,0-4 314,0 6 1,0 1-192,0-2 1,0-3 101,0 0-32,0 15-58,0-34 663,0-1-932,0-6 1475,0-17-1476,8 7-809,1-26 179,1 9-1259,-2-12 1710,-8 12-811,8-9 1170,-6 20 0,-10-14 0,-12 10 0</inkml:trace>
  <inkml:trace contextRef="#ctx0" brushRef="#br0" timeOffset="519">13141 5704 7533,'-13'-31'719,"0"0"1,6-2-1,3 0-2358,2 2 1,4 2 514,9-16 1277,23 15 27,-15 21 139,23-2-139,-13 16-318,4 6 0,1 3 138,-1 9 30,-2-2 0,5 5 0,-7-2 15,-14-5 0,-1 3-45,12 7 0,8 7 0,0 3 0,-8-1 60,-10 0 0,-5 0 0,1 0-60,4-4 0,3 0 0,-1 1 0,-4 2 45,-6 3 0,-4 3 0,-2-1 0,-1-6 89,0 0 1,-2 0 15,-2 12 0,-3 7 0,0-9-15,0-17 0,0-2-90,-6 13 0,-1-1 90,4-10 0,0-3-45,-9 5 893,7 4 0,-3 2-848,-11-12 0,-1-2-90,10 2 0,-2-2-180,-19-2 0,2-6 45,19-8 434,-20-4 1,-6-6-1110,16-8 1,1-2 314,-8-1 1,1-1 1462,-9-12-2722,33 10-360,32 17 1710,-11 0 359,29 0 0,-18 0 0,3 0 0,5 0 0,0 0 0</inkml:trace>
  <inkml:trace contextRef="#ctx0" brushRef="#br0" timeOffset="819">13917 6376 7533,'-18'-35'3276,"1"11"-346,7 30-2480,2 31-630,8-6-630,0 3 0,0-1 990,0-4-1273,2 2 1,1 7 0,0-6 508,-1 8 524,0-7 0,0 4 0,2-6-839,4-1 269,-4 0 0,1 0-89,5 0-900,6 13 1079,-14-28 540,14-4 0,-14-46 0,5-8 0</inkml:trace>
  <inkml:trace contextRef="#ctx0" brushRef="#br0" timeOffset="1452">14570 6376 1593,'-6'-30'3276,"-22"13"-1638,7 1 0,-5 2-1408,-8 8 1,0 4-141,-5-3-180,5 5-90,26 5 493,8 8-673,8 30 315,0-13 0,2 0 279,-1-2 0,1 1-9,8 19 0,-2-2-135,-4-4 29,-4-9 1,1 6 0,-3-4-30,-4 12 30,1-15 0,1 5 0,-3-4 330,-4 0 0,-2-3-361,2 2 1,-4-3 720,-26 7-900,11-31 315,-3-9 0,1-3-405,11-2 974,-11-4 1,1-4-2774,1-16 1619,-5 4-1619,11-1 1979,32 23 0,7-2 0,5 0 0,9 2 0,0 0 0</inkml:trace>
  <inkml:trace contextRef="#ctx0" brushRef="#br0" timeOffset="2069">14852 6699 7892,'-10'-8'450,"-6"-3"1709,15 9-1799,-7-4 269,16 6-449,1-5 90,32-2-270,-13-5 0,-1-1-90,-3 6 0,1-1 0,13-10 0,-3 0-917,-12 2 1007,11-9-180,-19-10 180,-13 16-297,6-28 297,-8 31 89,-12-5 1,-7 0 90,-3 8 0,-3 3 135,-18 1 0,-2 4-315,11 3 0,1 7-444,4 10 1,0 8 0,5-1 488,7-3 0,2 3 135,-2 11 0,-1 6 0,4-4-225,7-11 0,3 1 105,0 11 0,1 5 0,2-5-420,3 11-272,15 0 0,5-3 453,1-13-181,10-2 0,1-4 90,-3-16-225,5 4 1,1-3 224,-4-8-960,5-4 1,-1-2 869,-6-5 360,-6 2 0,-1-4 0,3-31 0,-9 18 0,0-1 0</inkml:trace>
  <inkml:trace contextRef="#ctx0" brushRef="#br0" timeOffset="2603">15558 6582 0,'0'-20'0,"-8"-16"2952,6 13-1513,-6-14-899,0 17 359,-2-4-539,0 15 270,-21-2-630,25 11 1858,-25 0-1948,21 0 1130,-15 17-1040,5-7 1638,3 10 0,1 7-1850,1 7 0,2 3 212,-1 6 0,1 2-272,3-4 0,2-1 272,2-6 0,4-2-719,18 6 359,19-15 270,-3 0-180,-3-30 0,-2-9 270,-13-1-45,13-18 0,1-7 495,-16 9 0,0 1-315,10-4 0,-1-1 359,-11-2 1,-3 6-135,1 15 1079,-8-22-539,-16 48-177,13-11-678,-13 20 0,0 8 45,12-1-360,-4 6 0,1 0 270,7 1-675,0-1 1,0 0 584,0 0-1125,-1-3 1,2 0 585,6 2-451,4-1 1,4-1-1260,22 2 2339,0 3 0,-12-39 0,-1-9 0,-5-6 0,0 1 0</inkml:trace>
  <inkml:trace contextRef="#ctx0" brushRef="#br0" timeOffset="3019">16016 6415 7533,'-8'-26'90,"-2"-6"1304,-5 12 0,-3 1-1034,-3-4 180,-21 0-91,23 23-179,-14 6-360,5 13 90,8 2-90,10 3 0,5 1 0,13 5-315,-1 11 1,3 1 314,10-6-959,-3 8 0,-1 1 1049,4-7 360,-3 6 0,-1 2-91,4-5-149,-9-10 0,0 4 0,0-6 60,9 4-1124,-11 1 1,-1-2 1302,0-9 541,-24 2-270,-27-20-630,18-10 134,-11-2 1,1 0-45,12-1-315,-6-2 1,-1 3-1306,1 5-665,3-4 2195,26 6 0,49-11 0,-16 4 0,1-1 0</inkml:trace>
  <inkml:trace contextRef="#ctx0" brushRef="#br0" timeOffset="3487">16228 6815 7533,'-10'-29'3238,"2"-6"-2609,8 27 361,0-11-900,8 12 90,10-10-90,1 14-270,12-10 0,3-3-270,-9 6 0,1-1 117,9-2 1,0-1-28,1-5 0,-5 2 181,-7 1 358,-2-2 1,-5 0-90,-15 2 1799,6-14-1709,-8 16 1889,-16-11-1799,12 17 539,-35-4-809,17 12 180,-9 4 0,-4 4-225,6 7 0,1 2 0,0-7 0,1 4-195,3 10 0,2 7 1,3-4 59,-4 9-30,8-8 0,0 7 0,4-2-732,4 1 0,4-1 897,-3-2 0,4 0-90,9 9 0,9-3-135,5-17 0,3-3-585,4 7 1,1-3 719,-3-10 1,1-3-721,3-4 1,-3-3-496,-3-6 1350,7-3 0,2-3 0,-13-7 0,-1-3 0,12-5 0,-1-1 0</inkml:trace>
  <inkml:trace contextRef="#ctx0" brushRef="#br0" timeOffset="3917">17074 6608 7533,'10'-48'3276,"-2"0"-1065,-8 34 307,-8-11-1349,-9 17-989,-3-4-90,-6 12 0,-5 6-135,-4 6 0,-2 6-195,6-2 0,-1 1 1,3 3-91,2 3 0,3 2 0,2 0-142,-7 6 1,9-1 21,18 18 270,-4-22-90,24-10 0,3 0-3007,-5 11 3247,11-16 1,3-2-61,-1 8-1673,14-10 1763,-7 6-9,3 2 1,4 0 413,-4-3 0,0-1-271,7 5 1,-1 0 90,-10-7 0,-4 0 495,-3 10 89,-11 1-269,-33-1 0,-7 0-360,3 4-393,-10-6 0,-10 2 0,7-2-956,3 1 719,-6 6 1,0 0 1815,8-9-1366,8 5 0,-3 2 0,-3-5 0,-1 0 0,-4 9 0,0 0 0</inkml:trace>
  <inkml:trace contextRef="#ctx0" brushRef="#br0" timeOffset="6570">5627 12597 7533,'10'-21'989,"5"-3"-809,-5 15 630,0-14-1,6 3-629,-7 5 270,9-14 179,0 9-359,-9-2-270,-9 4-809,-25 18 494,-6 10 0,-7 4 165,4-1 0,-3 0 0,1 1-47,4 0 1,1-1 0,-2 2 353,-1 0 0,-2 2 1,0 0-1,2 0 83,1 1 0,2 0 0,1 1-210,1-1 0,1 0 0,1 0-30,-14 9 0,10 0 0,19 18-450,27 2-1189,9-8 1,7-3 1603,1-16 0,3-2 95,0 7 0,3 3 0,-3-4-74,-9-12 0,1 1-46,7 10 0,4 7 0,-5 0 90,-8-1 0,-4 0 0,0 0-30,13 6 0,-3 3 60,-14-2 0,-3 2 0,-4-6 380,-2 1-81,-14-2 1,-4-2-90,-2-7 314,-9-6 1,-7-2-225,-3-6 0,0-2-270,6 2 0,-1-3-90,-16-3 0,3-4-90,8-5-843,-2-2 0,-1-1 753,3-4-641,5-1 1,3 0 551,11 5-1620,-3-19-450,38 21 1889,-9-6-1169,35 9 1259,-20 5 647,6 0 0,7-3 0,5 0 1,1 0-1,0-1 0</inkml:trace>
  <inkml:trace contextRef="#ctx0" brushRef="#br0" timeOffset="7133">5874 13243 7533,'0'-21'2248,"-16"8"-898,-11 7-991,5 6-179,-3 8 0,3 7-90,16 25-90,-17 4 90,20-9 0,6 1-495,4-8 1,1-1 179,-3-3 0,2 0-90,19 9 0,5-7-45,2-14-1279,12 0 1,0-2 534,-9-10 498,5-9 1,-2-4 695,-15-5-135,2-12 0,-3-5 135,-12-4-30,-2 4 0,0-7 0,-3 6-15,-5 10 0,0 0-75,2-8 0,1-3 0,-3 6 570,-9 1-425,6 0 65,-6 24 270,0 41 0,7 1 0,0 5-360,-3-5 0,0 2 496,6-4 1,2 3-1,1 2 1,0 1-520,0 3 0,0 1 1,-1 0-1,2-2 99,0 5 1,1-1 0,-1 3-95,-2-2 0,0 5 0,0 1 0,-2-3 0,0-8-27,-1 3 0,-2-1 135,0-2 0,-1 5 0,0 0 0,-1-9 186,1-9 1,-6-3 622,-15 14 1,-11 4 0,3-10-1080,-12-10 209,6-6 1,-7 1 0,3-10-979,4-21 0,2-6 634,1 7 1,1-3 104,5-7 0,-1-6 0,4-2-540,4-4 0,3-3 1,2 1 164,-5-8 1,3-2-46,3 1 0,3-3 0,8 6-315,14 8 1,3 3 629,-12-1 1,4 3-586,25 4 1,3 7 809,-16 2 0,20 5 0,7 2 0,-16 1 0,0 1 0</inkml:trace>
  <inkml:trace contextRef="#ctx0" brushRef="#br0" timeOffset="7803">6526 13384 7533,'-37'-20'2428,"4"7"-2158,23 7 180,2 6-90,8 0 179,0 0-719,0 6 270,0 13-90,0 2 135,0 6 0,0 0-135,0 5 45,0 3 0,0 2 0,4-9 0,0-2 45,-2 23-180,14-8-360,1-62 360,3 8 45,-7-10 1,-1-8-181,6-11 0,-2-2 360,-9 4 0,-1 0-1,7-6 1,-2 1 45,-10 13 0,-2 4 270,1 7 90,0 2-450,0 14 90,0 27-270,0-5 90,0 16 0,0 6-315,-1-8 0,2 1-737,2 2 1,2-1 1006,-1-4 1,2-3-496,11 5 360,1-9-480,2-6 0,1-2 570,3-5 135,4-12 0,0-6-135,-6-8 90,-5-14 0,-1-4 180,2-4 25,-4-7 0,-3-4 649,-4 17 1,-2 2-586,4-3 1,-2 2 1439,-7-10-1079,0 35 270,0 1-541,-8 29 1582,6-6-2031,2 12 0,0 2 985,2 1-2155,7 11 1,5 3-380,4-13 1,0-2 891,-3 6 0,1 0 747,8-2 0,1-5 0,10-6 0,-12-9 0,-1 0 0</inkml:trace>
  <inkml:trace contextRef="#ctx0" brushRef="#br0" timeOffset="8920">7408 13513 7533,'-8'-15'0,"7"-2"719,-15-1-629,6-10 450,-8 1 269,1 3 271,7 17-181,2 18-449,7 13 0,2 8-211,-1 4 1,0 5 0,0-2-512,0 8 1,0 3 203,0-11 1,0 4 0,0 0-1,0-2-52,0 1 0,0-2 1,0 0-61,2 2 0,1 0 0,0-3 135,1 9 0,2-9-225,4-10 0,-3-29-809,1-23 719,-6 6-225,2-14 1,0-4 134,-4-4 270,0 12 0,0-2-405,4-5 1,0-3 374,-3 4 0,-1-2 0,1-2-740,2-9 1,0-1-1,-1-1 890,-4 6 0,-1 0 1,0 0 178,2-4 1,1 0 0,-1 5-120,-3 7 0,0 2 749,2-2 1,2-3 0,2 5 1049,14-12-765,3 19 1,5 6-585,9 14-271,1 12 1,-3 4 180,-10 5-90,8 7 0,-1 1-90,-4 0 44,1 6 1,-1 1-45,-5-1 45,-9-3 0,-2 1-315,0 6-180,-10-9 0,-4 0 270,-12 4-315,-1-9 1,-5-4-1,-6-10 0,-2-3 270,3 3 0,1-1-135,-6-6 0,1-4-269,-12-2 1772,8-12-3122,19 11 1259,20-4-719,39 12 899,-9 0 224,11 0 0,-15-5 0,1-2 0,-1 0 0,0 0 0</inkml:trace>
  <inkml:trace contextRef="#ctx0" brushRef="#br0" timeOffset="9366">7973 12816 7533,'5'-34'299,"0"-1"1,-1 0 0,-1 4 330,-3 9 449,0-2-719,0 17 539,0 2-719,0 5 540,0 23-540,0-6 45,0 20 0,0 3-45,0 2-1273,2-5 1,1 6 0,0-4 514,2-12 1,0 2 67,1 16 1,0 7-1,0-6 583,-1-14 1,-1 1-764,-1 13 0,0 6 1,-1-7 239,2-16 0,0-2-180,1 23 1,0-4 449,5-16-331,-2 0 332,-8-24-181,-16-40 584,3 11 1,-2-3 165,3-4 0,-1-4 0,1 2-255,-2-3 0,1 0 734,1-2 1,0-2-1,4 1 769,9-1 0,2 1-668,-3-10 1,2 4 667,5 16 0,6 4-1278,18 3 1,3 8-451,-7 10-1198,13-3 1,0 1-62,-8 5-290,8 0 1,2 0 372,1 0 1266,5 1 0,2-2 0,-16-4 0,-1-2 0,15 0 0,0 0 0</inkml:trace>
  <inkml:trace contextRef="#ctx0" brushRef="#br0" timeOffset="9955">8625 13371 7533,'0'-45'-630,"0"6"1170,0 5 449,0 4-449,-23 16-360,17-5 0,-19 17 0,-5 8-1,-1 15-224,8-9 1,1 4 133,-5 16 1,5 3 0,8-3 135,-7 10 0,3-1-135,14-8 90,-6 7 0,4-2-90,14-12-90,7 1 0,3-1-180,6-10 135,7-5 0,3-3-135,-3-8 90,10-16 0,0-10 180,-13-11 0,-5-5-258,5 7 0,-3-3 228,-12 1 0,-5-2 0,-5 1-15,-13-1 0,-4 4-45,5 2 0,-3 3 135,-12-1 0,-3 9-46,-11 15 1,-5 1 0,16 12-1169,1 12 899,17-2-2159,1 20 540,39 2 1799,-7-1 0,13-12 0,8-2 0,-8-6 0,0-1 0</inkml:trace>
  <inkml:trace contextRef="#ctx0" brushRef="#br0" timeOffset="10536">8837 13397 7533,'0'-27'180,"8"-9"1169,-6 14-1169,6-4 1619,-8 8-1350,0 11 181,0-4-360,0 9-270,0 13 90,0 34-90,0-7-180,0-8 0,0 1-405,-1-6 1,2 0-46,14 12 540,-3 0-360,14-37 270,-9-19 1,-1-5 89,6-3 449,-4-13 1,-3-2 180,-5 4-270,-3-8 359,-7 17-179,-7 33-360,-3-2 0,-8 28-90,8 10-90,3-4-270,14 11-359,11-25 449,17-13 180,-5-7 90,-9-22 0,-1-7 90,-1 1-180,-2-11 0,0-3 360,2 1 134,-5 3 1,-2-1-135,-2 1 990,-2-7-811,-8 28 541,0 4-631,-8 17-89,6 24-90,-2-5 0,0 3-900,3 10 1,2 3-271,2 2 1,2-1 314,-1-14 1,2-2-91,5 9 1,3-5-586,6-12 540,0 3 1,1 0 450,0-7 359,20-1 0,-13-47 0,-10 9 0,-1 0 0</inkml:trace>
  <inkml:trace contextRef="#ctx0" brushRef="#br0" timeOffset="10950">9737 13177 7533,'4'-25'1619,"0"-1"0,-3-20-630,7 13 810,-23-3-1529,-13 26-180,-1-7 0,-20 23 180,27 1-630,-11 23-449,15 4 719,8 7-450,10 7 540,10-19-225,8-2 0,5 0 360,0-8 0,1-2-90,3 4 0,1-3 270,13-4 0,1-4 539,-16-5 1,-1-2-676,2 0 1,-1-1 540,-3-2-270,-31 0 179,-25 0-539,9 0-135,-11 10 0,-2 3 45,4-1-135,-4 8 1,-1 1 44,-1-5-1215,15-1 1,5 0 1304,9 0 0,43-14 0,-4-6 0,-1 1 0</inkml:trace>
  <inkml:trace contextRef="#ctx0" brushRef="#br0" timeOffset="12533">22137 12287 5914,'0'-7'-90,"8"1"360,-6 0-181,13-1 541,-13-6-90,6 0-450,-8 6 270,8-4-450,-6 4 180,6-12 179,-8 5 181,0-5-360,0 6 720,0 0-271,0 0-359,0 6 360,0-10-90,0 3-181,0-7 271,0-3-180,0 15 450,0-14-91,0 15-89,-8 1-271,2 28 1,2 11-180,-6 11-1221,4 2 1,1 9-1,1-4 1131,3-11 0,0 1-158,-3-2 1,0 5-1,-1 0 1,2-4-1157,2 5 0,0-2 1194,-1-8 0,-2 2 0,2 0-697,1 4 0,1 0 1,1-4 681,3-3 0,0-1-285,-2 5 0,0 2 0,4-7-119,19-2 89,-5 6-90,-2-29 870,-11-1-2489,-7-18 3816,8 3-3366,-6-15 1619,6 9 0,-16-32 0,-2-2 0</inkml:trace>
  <inkml:trace contextRef="#ctx0" brushRef="#br0" timeOffset="12883">21766 12261 7533,'-37'-20'0,"-4"1"-3277,21 7 2602,-5 5 2984,7 1-600,1 0 1039,-1-1-2478,16 0-1729,12-11 1819,25 10 359,2-6 1,3-2 377,-15 5 0,2 0-917,12-2 0,6-2 0,1 0-180,-11 2 0,-1-2 0,2 0 0,2 1-656,0-1 1,3 0-1,0 0 1,0 0 0,-2 1 96,0 0 0,-1 0 0,-1 1 1,0-2 18,13-6 0,-1 0 1,-11 5-1,-7 6-989,10-13 1079,-31 16 1645,-2 0-1645,0 1 75,2 6-615,-1 0 4022,7 6-3032,-14 6 0,6 20 0,-8 8 0</inkml:trace>
  <inkml:trace contextRef="#ctx0" brushRef="#br0" timeOffset="13566">22666 12777 7533,'-18'19'899,"9"-5"-179,-7 11 899,14-5-270,-14 6-1169,14-12 540,-13 3 269,13-9-449,-6-1-630,8-19-720,0-32 630,0 5 0,0-1 135,-1 7 0,2 1 90,1-11 0,4 3 675,11-2-630,-1 21 0,4 2 0,17-6-135,-12 20 0,1 5 135,11 5-1729,-4-1 1,1 0 893,7 3 190,-4-3 1,0-2 374,2-2 0,-5-6 0,-1-5 630,-12-7 0,-3-3-46,3-8 1,-6-2 90,-13-5 0,-4 0 2661,-2-11-2706,-28 17-271,21 24 136,-21 12 0,-1 5-135,13-1 312,-15 12 1,0 9-898,22 0 1,4 4-166,-4-2 0,-1 3 1,6 0-524,9 1 1,5 2 0,1-4-547,-3 4 1,7-3 803,13-7 0,7-3 0,-3-5-792,7-2 1627,-3 0 0,1-2 0,10-10 0,-16-4 0,1 0 0</inkml:trace>
  <inkml:trace contextRef="#ctx0" brushRef="#br0" timeOffset="14099">23495 12635 7533,'0'-40'3276,"0"9"-616,0-5-2390,0 19 90,-8-13-180,6 22-270,-13 3 90,5 5 0,0 5-540,-16 18 1,-3 7 494,11-1 0,1 1 90,-14 6 0,1 1-45,11 1 0,5-4 179,4-10-179,5 3 0,2-1-90,3-8-89,16 23 179,3-31 0,9 13-270,-3-21 90,1 3 0,9-10 180,2-25 0,-1 5-155,-18 1 0,-3-1 65,-3-2 90,3 1 899,-7-4 91,-6 9-630,6 1 269,-8 8 451,-8 12-901,6 0 671,-21 17-850,11 16-585,-1-4 1,0 1 44,4 13-539,6-12 0,6-3 629,6-11-1799,17 19-809,17-27 2698,-12-3 360,-6-9 0,-1-7 0,-5-17 0,-2-7 0,5-4 0,1 0 0</inkml:trace>
  <inkml:trace contextRef="#ctx0" brushRef="#br0" timeOffset="14401">23936 11874 7533,'20'-7'3276,"-13"18"-2415,-16 28-681,-1 4-44,1 2 0,2 6 73,8-9 1,2 2 0,-1-1-505,-4-7 1,-1-1 0,2 4-66,4 3 0,1 5 1,2 1-1,0-1 0,-1-5-733,-1-3 1,-1-5 0,1 3 551,0 0 1,1 3 0,-1-1 0,1-4-135,4 11 1,-2-8 314,-5-2-719,6 7 1079,-8-23 0,-24-18 0,-5-11 0</inkml:trace>
  <inkml:trace contextRef="#ctx0" brushRef="#br0" timeOffset="14583">23813 12739 7533,'-38'-28'0,"5"-2"0,23 16 3276,2-22-1638,30 10 0,11 0-674,-7 4 0,1-1 0,4 1-1784,3 3 1,2 0 0,2 1 0,-2 3-256,-1-1 1,-2 3 0,2 1 1074,12 0 0,2 1 0,-7 5 0,5 11 0,-6-4 0,0-1 0</inkml:trace>
  <inkml:trace contextRef="#ctx0" brushRef="#br0" timeOffset="15670">24359 12726 7533,'-9'-7'0,"1"-5"1889,8 5-1440,0 0 721,0 7-91,-8 24-809,6-1-45,-6 9 0,0 2-225,6-1 224,-2 9 1,0-1-225,4-8 45,0 4 0,0-2-584,0-11 359,8 6 270,10-41-135,2-10 0,3-8 15,-2-4 0,1-5 0,-2 0 0,-3 1 0,-1-1 0,0 1-117,-1 0 1,-1 0 0,-2 2 146,-2-11 0,-4 7 270,-5 8 180,-1-11 89,-1 52-718,-15 29 134,14-2 0,2 4 0,-4 3 0,0 0 45,3-7 0,2-2-135,6-3 0,2-4 225,2-5-315,13-6 0,1-4 225,-9-5-1612,20-23 1,-1-11 1521,-18-2 120,1-2 0,3-5 0,-3 3 31,2-8 149,-9 11 0,1-5 0,-2 3 284,-3 1 1,-2 2-315,4-2 0,-2 0 900,-7-11-811,0 33 991,0 14-1080,0 8 1458,-4 11 0,0 5-1587,3 8 0,0 3-471,-2-5 0,-1 3 0,3-2-95,4 5 0,2-1 110,-2 4 0,4-7-134,10-15-1,0-2 0,0 0-899,-4-6 135,11-4 0,-1-3 494,-9-2 810,19-6 0,-15-40 0,-9 15 0,0-1 0</inkml:trace>
  <inkml:trace contextRef="#ctx0" brushRef="#br0" timeOffset="16200">25100 12880 7533,'-10'-12'2518,"3"-1"-1888,7 5-450,0-3-270,0 10 1079,7-5-809,3 6-90,23 0 0,-6-3 0,-1 0-180,8 2 315,5-8 0,0-5-585,-6-8 315,-10 10 0,-1-3 0,5-6 0,-6 0 315,-16 5-135,9-8 0,-4 0-45,-18 7-135,1-7 0,-4 1-135,-16 5 180,-1-6 0,-3 1 315,3 15 0,-1 4-315,-2-7 0,0 5 224,0 16 1,3 5-45,-2 2-90,13 14 0,1 2 0,-1-6 0,10 14 0,4 1 0,-5-3 45,10 4 0,4-1-225,4-3 180,8 3 0,5-1-205,8-8 295,2 4 0,1-2-90,5-11-270,-6 1 0,0-2-89,-1-13-181,1 2 0,-1-2 90,-9-8-495,6-8 1,-1-6-1484,-7-28 1168,-2 14 1,-4-2 1169,-12 2 0,-4 0 0,-1-11 0,-16 12 0</inkml:trace>
  <inkml:trace contextRef="#ctx0" brushRef="#br0" timeOffset="16603">25541 12919 6633,'10'-12'270,"-2"4"1529,-8-3-1529,0 9 1349,0-9-1169,0 9 989,0-3-1079,0 5 899,0 5-1349,8 14 270,1 3-90,9 9-540,-8-11 0,6-1-89,-7-12 449,9-1-45,3-23 0,-1-6 315,4-5-30,-6-1 0,3-8 0,-4 2 299,-1-5 1,-2 2-795,4-6 1,-1 2 479,-7 11 0,-2 6 405,0 7 179,-8 12-359,0 6-270,-8 11 270,6 15-630,-2 5 0,0 1 180,4 14-495,-1-2 1,2 1-631,2-14 1,2 0 989,-1-1 0,2 1-1169,1 5 0,3-5 944,8-9-1888,0 8 1798,-1-23 849,1-7 1,-8-19 0,-3-9 0,2-4-1,0 1 1</inkml:trace>
  <inkml:trace contextRef="#ctx0" brushRef="#br0" timeOffset="16886">26141 12222 7533,'-10'-27'2338,"-6"3"-1078,7 17-1080,-1 1 719,2 29-315,7 15 1,2 4-585,-1-16 0,0 1 30,-1 9 0,0 5 0,3 0-180,5-3 0,2 0 1,-2-1-317,-4 8 1,0 2 82,5-11 1,3 3 0,1 0-1,-3-3-831,-4 13 0,1-5 1034,7-5 0,0-1-270,-8-3 1,0-4 179,2-11-90,1-2-360,-6-5 720,-2-6 0,-10-13 0,-7-8 0</inkml:trace>
  <inkml:trace contextRef="#ctx0" brushRef="#br0" timeOffset="17435">26176 12984 7533,'0'-15'-540,"-8"-13"1889,-2 6-1079,1-5 450,-7-9-271,14 21-89,-6-21 270,16 3-180,10-2-271,-7 10-358,29 7-181,5 17 450,-12-5-675,11 5 0,-2 2 495,-22-1-315,21 0 1,-2 0 944,-23 0-361,13 0 1,-3 0 3059,-20 0-2340,17 0 990,-23-6-990,-23-1 1,-15-6-765,12 6 0,-2 1-90,0 2 0,3 1 135,-11-3-1260,19 12 990,9 1-1259,24 35 899,-5-17-225,11 12 1,5 4-118,3-4 0,3-1 1061,-8-9 1,0 1 0,-1-1 0,9 10 0,-3-4 899,-7-10 1,-5-3 89,-8 0-989,-2-7 1799,-39-7-2159,-1-6-585,2 0 0,0 0 406,-8 0 863,5 6-3871,15 7 0,9 1 3166,1 16 1,16 15 0,-4-15 0,1 0 0</inkml:trace>
  <inkml:trace contextRef="#ctx0" brushRef="#br1" timeOffset="77836">13194 7692 7533,'-18'-20'-450,"8"2"630,3 5 449,7-6-269,0 10 90,0-14 0,0 15-270,0-5 539,0 2 271,0 3-810,0 1-1,0 2-268,0 5 268,-8 11-179,6-3 360,-30 28-180,22-6 0,-1 3-30,-6-1 0,-5 3 0,2 3-367,4 0 0,1 4 0,0 1 0,-2 0 271,2-6 0,-1 1 0,-1-1 0,1 1 0,0-3-32,0 4 1,0-3-1,0 1 1,-1 0 21,-3 6 1,-2 2 0,0-2 0,4-6-45,2-2 0,-1-1 112,-3 1 1,-4 5-1,0 0 1,4-6-68,2-2 0,0 0-45,-2 2 0,-4 5 0,-1-1 0,4-5-45,0-2 0,1 0 67,1-1 1,-1 5-1,-2 2 1,1-1-687,-1-3 0,-1 1 0,1-2 0,0 0 724,-1 5 0,1-2 0,-3 3-38,-3 1 1,-2 5-1,0-3 1,4-6-241,5-7 0,-1 0 263,0 0 0,-5 4 0,1 0 0,3-4 0,2-1 0,-1-1-45,-9 8 0,-6 2 0,7-4 45,12-12 0,1 0-105,-9 10 0,-3 5 0,3-5 60,7-10 0,-1 0-60,-4 10 0,-3 5 0,2-4 105,1-8 0,-1 0-135,-5 7 0,-3 5 0,6-4 90,9-8 0,0 0 0,-12 9 0,-6 5 0,6-4-45,13-10 0,-1 1-23,-5 1 1,-5 4 0,-1 0 0,3-5 112,0 0 0,-1 0-68,1 2 1,-3 5-1,-1 1 1,0-2 44,1-4 1,-1 0-1,1-1 1,1 0-23,-5 7 0,2 0 0,-3 1-23,0 0 1,-3 3-1,0-3 1,6-4 22,0-5 0,1 0 0,1 4 0,-4 4 0,0 1 0,5-6 0,0-6 0,1 1-23,-3 2 1,-5 5-1,0 0 1,5-5 22,3-4 0,-1 0 0,-2 3 0,-5 5 0,-1 0 0,6-5 0,3-2 0,-1-1 0,-2 4 0,-5 3 0,-2 1 0,2-1-30,-2 3 0,1-2 0,-3 2-307,2-3 1,-3 2 0,1 0 0,3-1 336,0 1 0,4 0 0,-2-1 0,2-5 0,-1 0 0,0-1 0,3-1-63,-6 8 0,2-2 63,-7 0 0,-1 0 957,3-1 1,6-4-868,11-8 90,-3 2 0,1-2-90,11-3 423,-19 6-423,22-17 1663,1 0-1573,1 0 2205,8 0-2385,0 0 387,0-6-477,-8 5-803,6-11 443,-6 11-1619,8-5-1208,0 6 3017,0 0 0,8-35 0,2-7 0</inkml:trace>
  <inkml:trace contextRef="#ctx0" brushRef="#br1" timeOffset="78451">9243 11745 7533,'0'-20'989,"0"1"-179,0 6-540,0 6-91,0 1 181,0 6-180,0 0 270,0 12-270,0-4 359,-8 28-359,6-18-135,-5 10 0,-2 3-135,0-6 90,1 9 0,-2 4 45,-11 1 0,1-1 0,12-6 0,0 2 75,-8 1 0,-4 3 0,1-3 240,4-6 0,1-1-1,-9 8 1,1-2-180,7-10 0,2-3 0,-2-1 90,15-3-90,0-15 0,7 9-91,3-9 271,16 3-180,-7-5 270,22 0 90,-11 0-136,3-2 1,0-1-225,1-5-120,-2 0 0,7-3 0,-6 0-507,6-6 327,-3 3 0,9-3 1,-5 1-871,0-5 1,-3 2 134,6 1 1,-4 0-451,-13-2 1,-9 10 1304,-19 32 0,-33 9 0,12-3 0,1 1 0</inkml:trace>
  <inkml:trace contextRef="#ctx0" brushRef="#br1" timeOffset="79706">12065 9951 7533,'-20'-27'1079,"5"-3"-449,15 4 89,0-7 91,8 5-360,1 4-540,1 17 180,-2 7 269,-8 7 271,0 29-540,0-17 180,-4 10 0,0 0-90,2-4 179,-2 10 1,0 2-180,4 1 90,0-2 0,-1 8 0,2-5-740,3-10 0,0 1 530,-1 9 0,0 4 0,1-5-60,1-9 0,0-1 90,-2 19 0,2 3 32,5-6 0,3-1-212,-3 0 0,2-4 180,4-7 0,3-8 180,14-18-270,-21-15-90,9-10 0,-3-3 0,-12-3-90,14-7 0,-1-2 180,-15 3 0,8-5 0,0 0-90,-10 4 450,6 2 0,-1 0 0,-5 7 180,14-12-451,-14 20 741,6-4-1190,-8 18 0,16 14 180,-5 3 1305,15 25-405,-1 0-540,-13 0 224,4-7 1,-1-2-135,-11-1-540,8 3 1,0-1 359,-10-9-1530,1 3 1,2-1 90,2-3-1928,3 3 2904,0-14 1,14-30-1,-5-4 1</inkml:trace>
  <inkml:trace contextRef="#ctx0" brushRef="#br1" timeOffset="80371">12965 10480 7533,'9'-27'1979,"-1"-9"-1620,-8 20 541,0-14-1,-15 10-719,11 6 0,-20 2 0,14 7 0,-7 3 0,7-4-180,-6 6 180,6 0-270,-7 0 90,-1 0-180,0 12 90,1-3 270,-9 15-90,15-16 135,-5 11 0,0 2-136,4-2 181,-13 18 0,7-7-90,9-8 450,1 27-540,8-19 179,0 18-89,0-26-180,8 14 0,1-20-90,9 8-539,31-22 269,-31-4 0,13-10 0,0-6 181,-9-5 89,5-14 45,-5 21 0,-4 0-135,-13-11 225,19-3 0,-1 0 45,-17-3 179,14-1 1,0 2-180,-17 9 1439,13-13-629,-16 27-360,-8-2 539,-1 28-809,-17 22-360,14-8 90,0-5 0,1 1-675,9 1 1,2 1-316,-4-4 1,0 1 629,3 6 0,2-1-2338,7 6 2158,-6-22-2698,21 2 3238,-19-15 0,35-20 0,-9-11 0</inkml:trace>
  <inkml:trace contextRef="#ctx0" brushRef="#br1" timeOffset="80821">13423 10455 7533,'18'-25'-630,"-8"9"3868,-3-14-1529,-22 4-1349,11 10 0,-27-12 180,3 25-181,-17-9-449,8 12-179,-4 18-1,13-3 719,9 28 91,11-3-450,18-5 270,11-8 0,7-1 224,-5-10 1,3-2-405,4 6 0,2-1 359,2-3 1,-1-2-1294,6 0 934,4 5 180,-17-6-360,-9 0 809,-23 5-539,3-3-270,-39 9-90,21-15-225,-7 3 0,-1-1 46,-2-3-631,1 2 1,1-1-2378,-1-2 1786,5 4 1491,17-9 0,32 4 0,5-6 0</inkml:trace>
  <inkml:trace contextRef="#ctx0" brushRef="#br1" timeOffset="137954">12259 6633 7533,'10'-13'270,"-2"1"-810,0 12 540,-7 0-180,7 0 90,-8 0 720,0 0-450,0-5-91,8 3 91,-6-4-90,6 6 90,0 0-90,-6 0 0,6 0-90,-8 0 180,7 0-360,-5 0 360,14 0-270,-14 0 180,6 0 0,-8 0 0,0 0 90,8 0-180,-6 0 629,6 0-629,-8 6 540,0-4-540,0 3 180,-8-5-90,6 0 0,-22 12 0,-11-4-180,-4 5 45,2-4 0,-1-1-334,-11 1 514,5 5 0,-4 2-75,13-7 0,-1 0 0,1 1-60,-5 3 0,0 1 60,1-3 0,-3 1 0,1 1 30,3 1 0,0 1 0,1 0-445,-9 3 1,0 1 444,10-4 0,-2 0 0,0 1 0,3-2-921,2 0 0,3-1 1,1 1 874,-13 5 1,-1 2-15,2-2 0,-3 1 0,0 1-404,4-1 0,1 0 1,-2 0 350,2-2 1,-3 1-1,0-1 1,3 0 22,-2 2 0,2 0 0,-1-1-23,3-3 1,-2-1-1,1 0 1,7-1 22,7 1 0,-1 0 0,-12 4 0,-10 2 0,-1 2 0,4-3 60,5 0 0,3-1 0,-1 1-499,2-2 0,-2 0 0,0 1 1,3-2 438,-1 0 0,2-2 0,1 2 90,0 1 0,1 1 0,2-2-89,-2 0 1,-1 0 43,2 1 0,-4 3 0,0 2 0,1-2 15,-1-1 0,1 0 0,-2 1 7,0 4 1,-2 2-1,-1 1 1,-1 0-104,4-4 0,-1 1 0,0 0 0,1 0 0,3-1 322,-7 7 1,5-1-1,-3 1-309,0-2 1,-3 2 0,1-1-1,2-1-37,-1 1 0,3-2 0,0 0 60,3-4 0,0-1 0,-2 2 45,2-1 0,-2 1 0,0 1 0,3-1 15,0-1 0,2 0 0,-1 1-38,-2 2 1,-2 3-1,0 1 1,2-3-23,2 1 0,2-2 0,-2 2 0,-4 3 0,-3 3 0,1-1 0,6-5 0,6-4 0,1 0 0,-2 0 0,-4 5 0,-3 3 0,1-1 0,3-4-30,-3 5 0,2-2 0,-1 0 30,4-4 0,-1 0 0,0 2 0,-1 0 22,-5 6 1,-1 3-1,1-1 1,4-5-23,0-2 0,1 0 22,-1 4 1,-4 7-1,0 0 1,4-8 67,-1-5 0,1 0-68,5 0 1,-2 6-1,0 0 1,3-5-23,-7 1 0,1 0-30,4 2 0,0 3 0,-2 3-60,-3-1 0,-3 3 0,0 0 0,6-4 0,8-4 1,3-3 0,-4 2 89,-4 0 0,-6 3 0,-1 1 0,3-2 0,6-5 0,4 0 0,2-1 150,-6 7 0,-4 3 0,0 1 380,5-5 0,-1 0 0,0 2 0,1 1-396,-1 4 1,0 3 0,1 0 0,-1-2-288,2-4 1,-1-2 0,1 0 0,1-1 212,-1 7 0,2-1 0,-1 0-30,0 0 0,-1 0 0,0-3 15,-1 0 0,-1-1 44,0 2 1,-2 3 0,4-6 859,-8 5-859,7-6 0,1-1 0,6 0 45,-2-3 0,1-1-45,5-2 0,0-6 1152,3 3-1242,7-17 1044,0 6-1134,0-6 2106,-8 10-2196,6-8 0,-6 9-90,0 1-359,6-11-811,-6 4-628,8-6 449,0-5 1079,0 5 540,0-6 0,-8-6 0,-1-1 0</inkml:trace>
  <inkml:trace contextRef="#ctx0" brushRef="#br1" timeOffset="138517">6033 11551 7533,'-10'-29'719,"-6"-5"-539,14 31 0,-6-14 360,0 16-270,6-11 359,-5 11-449,7-5 90,0 12-90,0-5-180,0 28 270,0 11-135,3-2 0,1 2-1,-3-12 1,0 1-1606,7 14 0,0-3 1741,-6-3-1045,10 0 1,0-1 864,-9 2 5,9-7 1,0-2 84,-2-6 178,15 13-178,-13-28 450,19 4-450,-19-18 224,12-10 1,1-4-225,-1-11-60,-1 3 0,6-6 0,-1 0 0,0-3 0,-1-1 0,0 1-390,-1 5 0,0 1 0,1-1 90,5-9 0,0-3 1,-6 10 296,-5 8-3394,3-8 3633,-24 40 0,-13 16 1,-5 9-1,-2 3 1,0 1-1</inkml:trace>
  <inkml:trace contextRef="#ctx0" brushRef="#br1" timeOffset="143620">7161 7176 8252,'-9'-13'540,"1"6"0,8-5-540,0 11 449,0-10-359,0 3 360,0 1-360,0-4 630,0 9-630,0-3 629,8 16-539,-6-2 0,5 14 0,1 7 0,-2 14 0,-2 2-315,1-6 0,0 2-824,0 5 0,1 5 0,-1-8 869,-4-15 0,-1-2 60,2 6 0,1 4 0,0-5-561,5 11 681,-6-4-270,6-22 90,-8-17 90,0-11 0,0 2 2184,0-16-2454,-8 11 0,6-5-629,-21-11 809,19 13-270,-17-5 0,-5 3 181,2 9 179,-8-3 0,-2 3 269,2 8-1593,-8 6 1,0 4 1592,5 7-149,6 2 0,-5 5 0,6-1 130,11-2 0,1 1 109,-6 9 1,-2 4 0,5-4 0,6 11 134,-2 7 1,6 1-270,15-22 0,4-1-135,-6 5 0,4-1 180,9-5 0,7-6-46,2-10 1,1-2-135,14 7-90,-2-8 0,2-5-855,-4-11 1,-1-1 584,-6 7 1,0-1-901,13-12 1,-5 0 180,-17 9 2113,13-8-1124,-25 16 0,-9-11 0,-9 6 0</inkml:trace>
  <inkml:trace contextRef="#ctx0" brushRef="#br1" timeOffset="144687">7514 7744 7533,'-8'-27'3148,"-1"2"-2788,-1 18 179,-6-5-449,14 11 0,-14-5 90,14 6-360,-21 0-1079,3 23 1079,1-11 180,-5 24-270,14-11 540,1 3-45,0-1 0,2 0-45,5 5-180,0 3 0,4 1-45,9-13 0,3-2-45,0 3 0,2-2-45,12-4 0,3-7 225,16-9-180,-2-9 90,-26-14 0,-5-6 0,-7-9 0,-4-2 90,-2 6 0,-2 0-661,-2-6 0,-4 4 661,-11 6 247,-15-3-157,12 11 630,-13 7-540,17 7-270,-1 18-1170,16 7 631,12 9 359,17-8 970,1-3-1059,21-10 269,-19-3 0,2-1 269,6-2 1,-1-2 142,-5 2 0,-1-3 262,3-10 1,-4-4 944,2-13-1170,-10 6 1,-1 0-180,-4-10 270,-9 3-270,-8 21 180,0-14-540,-15 14 0,3-3-1080,-14 0 181,-7 22 899,11-7-540,-2 17 1,-1 7 584,10-3 0,1 1-45,0 1 0,1 2 270,-1 9 0,4-2-180,8-3-90,4 4 0,4-1 180,6-9-225,14 8 0,5-3 45,-6-18-180,14 3 0,2-3 270,1-19 45,-12 2 0,0-5 135,-3-15 0,-3-7 314,0-8 1,-3-2-495,-5 6 0,-2-1 270,-5 2 0,0-1 0,-4 3 269,-3 0 1,-4 2-90,-2-4 0,0 1-360,2-11-180,-5 27-90,7 17 90,7 11-225,9 12 0,2 2 315,5 10-150,-5-9 0,3 3 1,-3-1 104,-3-4 0,0 1 224,2 8 1,1 5 0,-3-5-90,-3-7 0,-2-1 405,2 21 0,-8-5-315,-14-24 269,-9 2 1,-3-2-720,-10-8 225,4 0 0,-2-1 0,4-7 0,-1-1-765,-13 3 1,1 0-450,-4-3 854,12-1 0,7 2-2872,22 5 3194,2 1 1,41-6 0,-12-1 0,-1-1 0</inkml:trace>
  <inkml:trace contextRef="#ctx0" brushRef="#br1" timeOffset="145621">8661 7654 7533,'0'-15'449,"0"-2"-89,0 15 360,0-9-91,0 10-539,0-5 450,0 12-270,0 1-540,-16 17 180,12-2 180,-4 4 0,0 2-90,8 3 45,-3 3 0,-1-1 45,2-3-45,-2-3 0,0 0 225,4 8-270,0-8 270,8-16-270,-6-18 224,8-18 1,3-8-45,1-4 0,0-2-263,-4-2 0,1-2 202,5-1 1,2-3 0,-5 8-30,-7-7 90,4 13 0,3-5 0,-5 8 270,-6 6 269,6-6-89,-8 36-900,0 43 180,-4-19 0,0 3-90,3 2 0,0 3-540,0 10 1,2 0-920,7-10 1,2 0 1157,2 0 0,3-2-284,1-2 1,4-7 764,4-15 0,3-10 0,-3-18 0,-1-8 0,7-8 0,0-1 0</inkml:trace>
  <inkml:trace contextRef="#ctx0" brushRef="#br1" timeOffset="146338">9084 7666 7533,'-8'-26'1638,"0"1"0,-11-4-327,-1 6-142,-11 29-809,27 1-90,-20 23-270,22-7-405,-2 6 1,1 3 404,3 16-1510,3-16 0,1 1 1061,6 13-376,4-17 1,6-4-795,25-6 1619,-14-19 0,0-6 45,-6-1 0,-3-6-90,-2-16 0,-6-3 764,-6 4-449,-8-10 629,-7 11 1,-2 0-630,-3 0 45,4 2 0,-2 3 134,-5 9 1081,-3 0-2610,6 11 2170,-3 4-2709,30 17 720,-3-5 249,21 4-160,-3-15 1,-1-5 809,-1-4 45,8-11 0,-2-10 404,-17-12 1,-4-4-425,6 7 0,-1-2 424,-7 1 1,-2-5 0,-4 1-30,-2 0 0,-4 0 0,-1 1 179,0 0 1,-2-1 0,1 3-466,-2-14 1,0 6 1395,-3 0-1441,8 75 91,0-5-1273,0 8 1,0 8 0,0-4 1011,0-7 0,0 1-321,0 4 0,-1 3 1,2 1 101,1-1 0,1 1 0,0-3-402,1 6 1,2 2 161,-1-5 0,1 6 1,0 1-1,2-3 0,3 4 1,1-1-1,0-1 390,-2-5 0,-1 0 0,2-6 240,3 0 0,-3-17 450,-16-42 0,-6-20 149,5 10 1,-1-4-1,-1 0-391,-3 2 0,-2 0 1,2 1-164,-3-10 0,2 2 1304,3 13 0,1 1-971,3 7 1,0-1 835,-4-9 0,2 1-944,5 3 1723,10-6-1453,35 29-2237,0 6 0,2 2 1382,-10-1 1,1 1-1261,15 2 1,-4 0 2040,-8-3-2195,6 3 1,0 0 1232,-8-2 0,-8 4 0,-9 2 0,-22 0 1</inkml:trace>
  <inkml:trace contextRef="#ctx0" brushRef="#br1" timeOffset="147200">7197 8608 7533,'-10'-12'-90,"-6"-1"90,6 0 1619,-7 0-1259,-1 6 269,0-5-449,1 11 630,7-5-630,2 6 359,0 6-449,6 7 450,-5 35-360,7-9-1221,-3-4 0,0 6 1,1-4 1040,1-9 0,0 1-23,-1 5 1,-1 7-1,1 1 1,1-3-884,2 1 0,2-1 0,1-1 936,-1 0 0,0-1 0,1-1-388,2 17 1,5-12 267,7-25 0,-1-10 1,1-15-1,-1-18 0,-1-4 90,6-4 375,-7 2 0,2-7 0,0 0-315,-2 2 0,0 0 0,0 0 60,-2 5 0,0 0 0,0-1 60,2-6 0,0-1 0,-4 9 3096,-1 2-2757,-2-1 1521,-8 43-1681,0 4-359,4 10 0,0 2 0,-2 4-405,9 7 1,1 0 314,-8-6-855,12 5 1,0 1 764,-12-8-630,15 0 1,1-2 539,-14-5-1034,15-8 0,5-2 1304,-5-7 0,4-20 0,1-8 0,-3-4 0,-1-1 0</inkml:trace>
  <inkml:trace contextRef="#ctx0" brushRef="#br1" timeOffset="147685">7902 8905 7533,'0'-40'3148,"-8"8"-1799,-1 8-1079,-9 10 270,8-4-540,-6 10-90,7 3 90,-9 5-540,-15 17-270,3 22-829,1-2 1,0 3 1625,12-11 1,2 1 192,-7 13 0,3-3-90,9-11 180,5 5 0,2-1-450,3-2 270,7-5 0,2-3-180,3-9 90,29-2-180,-12-12 270,-3-10 0,-1-3-180,5-4 180,-5-12 0,-1-2 90,-3-1-1135,0-6 1,-1-1 1134,0 5 1458,-10-1 0,-2-1 773,0 6-1782,-24-2-449,12 21-180,-20 22 270,22-2-1080,-5 15 2134,-1 8-3213,6 8 359,-6 0-1258,24 3 2068,-12-21-899,35 8 1260,-33-22 359,33 4 0,-20-41 0,-1 11 0,0 0 0</inkml:trace>
  <inkml:trace contextRef="#ctx0" brushRef="#br1" timeOffset="148218">8079 8957 7533,'9'-39'-1709,"-1"-5"3418,-8 21-720,0-6 1800,0 22-2340,0 0 361,-8 12-540,6 4 179,-5 32-269,7-16 45,0 5 0,0 0-225,0 0-135,7 9 0,1 0-225,-4-11 270,7 4 1,2-5-1,-3-18 0,15 3 0,-13-12 629,19-18-539,-19 3 135,1-14 0,-1-3 45,-2-1 45,-3-8 0,2-1-45,8-2-270,-8 17 0,2 2-180,22-5 270,-13 17-405,10 8 0,5 3 180,-10-2 1,1 2-7,5 2 1,0 0 95,-1-3 0,-3 1-135,3 0 180,5-3 630,6-12-540,-19 6 899,-4-11 1,-3-3-450,-5 0-46,-4-2 1,-4 0 945,-26-8-1260,10 2-1,-12 24 1,-5 6 0,0 4-530,1 11 0,1 6 800,0 11-450,0 4 0,1 1 0,5 5 30,10-6 0,1 6 0,3-5 60,1 5-405,16 7 1,8-3 276,5-21-277,19 1 1,3-4 224,-6-9-720,2-2 1,8 1 0,-6-3 899,-11-4 0,-3-3 0,14-2 0,-3-5 0,-7-14 0</inkml:trace>
  <inkml:trace contextRef="#ctx0" brushRef="#br1" timeOffset="243689">18891 6711 7533,'-10'15'0,"3"2"-3277,-1-16 713,6 5 4063,-14-6-1409,14 0 1129,-14 0-679,15 0 360,-7 0-541,0-6 2917,6 5-2800,-6-5-116,0 6-90,-2 0-180,1 0 180,1 0-180,8 6 359,0-5-359,0 5 360,0-6-270,0 0 360,0 6-540,0-5 180,0 5-90,0-6 629,0 0-539,0-6 0,0 5 90,8-5-90,9 0-180,-5 5 359,35-5-449,-21 3 1,3 0 89,15 3 0,2-1-179,-13-2 1,1 1 208,1 1 0,2 1 0,-5 1-120,5 4 120,2-1 0,10 1 0,-8-1-30,8 4 150,-8 0 0,6 0 0,-5-1-105,-16-2 0,0-1 45,12 5 0,6 1 0,-2 1 29,-9-2 1,0 0 0,3 0-53,7 3 1,4 1 0,2 0-1,0-1-45,-1 0 1,1 0-1,-1 0 1,-1 0-350,-6-2 0,-2 0 0,0 0 1,1 0 326,5 0 0,2 0 0,1 0 0,-2 2-23,-2 0 1,0 2-1,0 1 1,0-1 58,-5-1 0,1-1 0,1 0 0,-2 1 0,0 1-14,7 2 0,-1 2 1,-1 0-1,0 1 0,1 2 1,1 1 0,-3 0-1,-7-2-22,-2 2 0,-1 2 112,2-1 1,5 2 0,1 3-1,-2-2-112,-1 3 0,-1 1 0,-1-2-458,1 0 0,0-2 0,1 3 435,-1 2 1,2 3-1,-1-1 1,-5-6 22,0-2 0,-1 0 90,0 5 0,5 5 0,1 1 0,-6-6-90,-1-5 0,1 0-18,-5 0 0,4 5 0,3 2 0,-1 0 0,-4-3-688,6 4 1,-3-3 0,1 2 705,-3-4 0,1 1 0,1 0 0,-1 2 0,3 5 0,1 2 0,-2-1 0,-4-5-161,0 1 1,-1 0 160,0 2 0,5 5 0,0 0 0,-5-6 45,-2-3 0,-2 0-23,-2 0 1,2 5-1,0-1 1,-1-5 21,5-2 1,0 0-68,-7 2 1,0 6 0,0 1 0,1-4 22,5-1 0,0-3 0,-1 2 29,-3 3 1,-2 2 0,2 0-30,0-4 0,4 2 0,-1-2 0,-4-4 0,0 3 0,-1 0 45,0 1 0,4 5 0,-1 0 0,-4-5-45,-3-4 0,-1 1 22,1 3 1,3 7 0,-1 0-1,-2-7 23,-1-3 0,-1-1-15,-1 4 0,1 4 0,-1-1 0,1 1 0,-1 0 0,-2-3 105,-1 1 0,0 3-68,1 0 1,1 6-1,1 0 1,-4-6-10,-3-4 1,0 0 1,6 11 0,2 6 0,-4-7 75,-9-13 0,0 0 14,9 15 1,5 7 0,-4-6-105,-9-12 0,0-1-45,11 12 0,5 5 0,-5-7 45,-11-16 0,0-2-45,12 12 0,1-1 740,-6-2-785,-1-9 0,0-1-45,0-1 1437,4 0 1,-2 1-1348,-7-1-180,12 9 807,-16-19-717,0-7 308,7 0-1927,-5-5-1530,6 10 2340,-8-9-1350,0 9 2249,0 2 0,-8 7 0,-1 6 0</inkml:trace>
  <inkml:trace contextRef="#ctx0" brushRef="#br1" timeOffset="244454">23760 11125 7533,'-20'-6'-90,"-11"5"1079,11-11-809,0 11 360,-3-11-1,21 11 1,-14-5-270,14 6 90,-6 0-180,8 0 1799,0 0-990,8 0-629,-6 0-450,6 0 360,-8 6-180,0-5 269,16 28-269,-4-11 0,2 4 0,5 5 150,1-2 0,3 3 0,1-1-1281,3 3 0,1 0 1,1 0 1010,-1 0 0,-1 0 0,2-2 0,2-1 0,1-2 0,-5-6-60,5-3 449,-3-5 1,-2-5-270,-13-11 630,17-25-540,-29 5 494,2-8 1,0-6 179,-3 0 1,-2-1-450,1 8 0,0-2 179,0-15 1,0 4-135,0 13-181,0 1 1,0 2-539,0 6-1171,0-13 901,0 22-1260,8-10 1169,2 9-2647,23-9 3133,4 4 1,-11 12-1,1 1 1,0 2 0,-1-1-1</inkml:trace>
  <inkml:trace contextRef="#ctx0" brushRef="#br1" timeOffset="247254">22931 7369 7533,'17'-11'1169,"1"3"270,-1-28-899,-7 18-270,-2-12 359,0 12-359,-6 9 90,6-8-180,-16 10-180,6-6-180,-29 6 90,17 1-630,-17 7 1,-3 4 269,1 2 180,-7 4 0,-2 2 197,17-3 1,1 2 72,-19 6 0,1 1 90,1 8 45,7-11 0,3 0 45,18 4 90,-19 10-270,54-3 90,-8-5 45,12-5 0,6 0 179,4-3 1,-1-1-270,-10 4 0,1 1 180,16 7 0,-4-1-45,-14-1-45,-6 0 0,-3 1 134,-7-1 181,-8 25-360,0-25-45,-13 2 0,-5-2-135,-6-6 90,-5 2 0,-1-2-90,1-9-225,-1 2 1,3-3 224,11-5-288,-13-2 1,4-6-522,19-8 179,-18 0-359,32-3 89,-6 15 990,21-4 0,1 3 0,3 0 0,11 0 0,-1-1 0</inkml:trace>
  <inkml:trace contextRef="#ctx0" brushRef="#br1" timeOffset="247787">23160 6943 7533,'0'-34'209,"0"0"1,0-4 0,0 4 240,0 5 809,0-2-899,0 18-180,8 8-90,-6 5 540,6 17-450,-8-7 134,0 14 1,0 5-135,0 2 180,0 14 0,0 6-1281,-2-18 0,-1 1 0,0 0 981,-1-1 0,1 1 0,0 2-15,0 3 0,1 4 0,0-1 0,-1-4-192,-1 4 0,0 1 12,3-5 0,1 6 0,1 0 0,-1-7 0,-1-2 0,2-1 15,4 1 0,4 2 0,1-8-329,11-4 269,22-19 180,-15-18-225,-14-18 0,-3-4 45,7 6-180,-8-13 1,-2-6 269,1 9 0,-1 1 225,-2-5 0,-2 2 179,1 9 1,-2 5 495,-3 3-361,-8 29 2827,6 7-2989,-6 7-422,7 8 0,2 4-135,-1 8-1369,0 3 1,0-1 208,0-5 200,-1-7 1,2 0 239,15 5-558,-4 9 1009,13-17 539,16-2 0,-1-47 0,-10 7 0,0 0 0</inkml:trace>
  <inkml:trace contextRef="#ctx0" brushRef="#br1" timeOffset="248604">23636 7628 7533,'18'-33'270,"-8"7"449,-3 2-359,-7 15 449,0-8-449,0 15 360,0-9-91,-7 4-449,-3-1 90,-8 3 0,8 5-540,-13 11 360,11-2-315,-8 7 0,-1 3 405,-9 16-1696,12-7 0,1 1 1696,0 13-112,9 7 22,8-22 90,8 10-450,17-10 91,-3-1 313,2-17 1,1-5-135,-4 2 0,20-29 0,-29 11-179,12-18 179,-22 0 0,13 7-225,-9-6 0,-2-2 225,6-6-135,-2 0 0,0 1 585,-7-2-226,4 10 1,-2 2 315,-3 5 180,0-4-450,0 18 3006,0 7-2720,0 18-915,0 27 359,8-14 285,-4 1 0,2 1-240,3-9 0,0-1-45,0 21 0,-4-16 0,-2-3 0,-3-15-90,16 13-90,-12-22 0,19-1-810,-5-30 811,2 5-1,-7 1 0,-1 0 270,6-4-577,-1-9 307,-7 16 450,-2-4 449,0-5-629,-6 13 450,6-8-360,-8 19 180,0 6-181,0 18 308,-8 4-802,6 4 1,2 3-46,0 20 45,10-11 0,5-1 225,7 0-135,-2-17 1,1-4-46,-1-11-90,21-10 270,-20-8-405,0-4 1,-1-3 134,0-10-180,-7-6 1,0 0 269,4 3-180,-7-5 0,-2-1 270,2 7-135,-5 1 1,-3 2 134,-2 11-540,-15-5 720,3 23 0,-21 29 0,5 8 0</inkml:trace>
  <inkml:trace contextRef="#ctx0" brushRef="#br1" timeOffset="249335">24465 6866 7533,'0'-26'1889,"-8"6"-1170,6 2-539,-5 11 1079,7-5-899,0 11-90,-8 7-90,6 2 629,-6 40-629,0-23-789,3 21 1,0 3 878,-5 0-151,7-5 1,1 8 0,0-5-75,-2-14 0,0 0 90,1 3 0,1 5 0,-1 2 0,1-3-1228,-1 1 1,-1-3 0,1 0 995,-1 11 1,0 0 6,4 7 0,0-13 90,0-31-359,0 17 179,0-28-1170,0 5 2376,0-6-4303,0 0 6258,8 0-2981,-6 6 0,14 6 0,-6 8 0</inkml:trace>
  <inkml:trace contextRef="#ctx0" brushRef="#br1" timeOffset="249870">24783 6789 7533,'-10'-29'2788,"-6"0"-2428,14 28 449,-6 7-629,8 8 90,1 16 0,-2 6-135,-2 4 0,-1 2-389,2-2 0,2 3 314,-3 2 0,0 4 0,1-7-1642,1-12 0,2-1 1432,-1 4 0,0 3 0,0-2 60,-4 5 0,0-3 90,3-11 0,0 1-45,-3 23 0,0-1 315,4-9-270,8 10 0,-6-37 550,6-18-820,-8-18 2942,0-22-2537,1 19 0,-2 0 0,-5-1 0,-4 4 225,-17-2 494,-3 33 1,-1 9-675,-10 4 479,18 4 1,0 7 0,4-3-211,-3 12-134,5 7 0,9 2-1876,18-19 0,3-3 1606,-7 2 0,4-4 135,26-2 0,9-12-856,-13-17 1,1-8-1,0 1-963,8 3 1,0 0 1609,15-14 1,-22 9 0,-40 21 0,-15 23 0</inkml:trace>
  <inkml:trace contextRef="#ctx0" brushRef="#br1" timeOffset="250955">25135 7563 7533,'0'-14'1619,"0"-3"-360,-7 15-1079,5-3 719,-6 16-719,0-2 90,-2 38-540,0-22 360,5 16 0,3 2-450,2-9 180,-1 13 1,2 1-271,6-14 450,3 15 90,8-43 180,-1-19-270,0-10 0,0-3 0,4-12-52,-7 7 1,0-5-1,-1 0 232,0 3 0,-2-1 0,1 1-180,2-13 0,1 1 180,-1 8 0,1 0 0,-3 8-180,0 5 1259,4-10-1079,-16 32 90,0 2-270,0 13 0,0 2 0,0 20 0,0-11-360,-1 9 0,2 5-45,3-9 1,0-1 269,-4 5 0,2 0-540,4-1 0,3-3 110,9 5-604,-2-8 0,3-2 719,11-1 450,-6-7 0,1-8 0,12-37 0,-11 11 0,1-1 0</inkml:trace>
  <inkml:trace contextRef="#ctx0" brushRef="#br1" timeOffset="251654">25682 7641 7533,'10'-38'2608,"-18"16"-359,-19 3-1889,-3 20-360,-3 24 270,15-4-181,12 6 1,3 1 90,-5 3-450,7 11 1,2-1-721,-1-7 540,6 1 1,3-3 89,3-11-180,14 3-179,-1-16 809,-5-2-135,1-17 0,-1-7 359,-8-13 1,-3-3-350,5 5 0,-2-2 334,-7-4 1,-2-3 0,-3 4 285,-3 4 0,-2 2-316,1-2 1,-2 1 450,-11-7-270,7 29-1620,2 1 541,8 12 89,8 1 610,2 7-1329,31 4 450,-10-9 224,6-5 0,0-3 405,-3-8 0,6-11 1,0-6 179,-7-7 239,-13 6 1,1-6 0,-3 2-195,-3 7 0,-2-1 255,-3-13 0,-2-5 0,-1 4-436,-1 12 0,-2 0 405,-1-15 1,-1-7 0,1 3 539,1-2 1,0 2 134,-4 4 1,2 2-990,2 2 0,-1 15 225,-3 32 0,0 10 0,-3 11 0,-1 3 0,2 13-735,0-16 0,0 8 0,-1 2 0,2-3 375,0-1 0,2-3 0,-1 3-374,0 8 0,-1 2 0,2 1 164,1 1 0,1 1 1,0-7 335,-3-12 1,2-1-277,2 7 0,1 4 1,1-9 149,4-6 630,0 13 179,-2-80-539,-8 19 30,-2-9 0,-2-7 0,2 4 866,0-16-687,-3 12 1,-1-4 0,1 4-120,4 10 0,0 1 809,-2-7 1,0-3-1,1 3 405,6 4 1,0 1-1215,-5-3 0,4 3 0,29-2-180,-3 30-270,2 5 0,7 3-823,0 1 1,4 3 0,-3-1 1092,3 0 0,0 0 1,-5-2-1,3 1 0,1-1 1,-4-1-1,-3-1 0,0-1 1,0 1-1</inkml:trace>
  <inkml:trace contextRef="#ctx0" brushRef="#br1" timeOffset="252401">27428 7099 7533,'-8'-36'749,"-1"0"1,0 8-1,0 3-389,-1-7 0,3 21 809,7 17-989,0 29-180,0-3-610,0 0 1,0 7 0,0-2 564,-4-7 0,0 2-113,2 6 1,2 7-1,0 2 1,0-3-173,-3 3 0,0-1 1,1 0 269,1 1 0,1 1 0,1-1-660,1 4 1,1-1-1,0-7 0,-1 4-19,2-12 0,0-4 559,-4-17 180,-8-14 0,6-14 0,-14-6 0,7-5 0,0-3 45,-4-3 0,-1 0-145,1 0 0,-1-1 685,-8-14 0,2 3-315,7 10 944,-8-3 0,2 1-674,16 10 1439,-13-16-1619,16 32 1331,23-3-1511,-9 12-180,17 0 0,3 0-719,-1 0 494,11 0 0,2 0-52,-21 0 0,1 0-503,11 3 0,5 2 1,-5-1-78,-10 0 0,1 1 857,6 1 0,4 2 0,-4 2 0,-9 2 0,-1 2 0,10 2 0,0 0 0</inkml:trace>
  <inkml:trace contextRef="#ctx0" brushRef="#br1" timeOffset="252817">27922 7563 7533,'-9'-26'3276,"1"-11"-526,8-9-2300,0 10 90,-16-11-270,-27 42-315,15 9 0,-1 6-465,0 8 0,-2 8 0,5 0 167,4 3 0,3 2 43,-2 4 0,1 4 1,6-5 29,10 6 180,-2 2 0,4-1 0,12-15 0,9 2 0,3-3 0,2-15 45,16-1 0,0-6 315,-21-11-180,21-5 0,-1-4 270,-23-6 152,8-3 0,1-3 162,-14 3 1,-3 0-495,2 1 0,-2 0 1079,0-23-180,-32 34-989,10 20-90,-19 4-1259,23 36 1169,2-27-1259,7 11 0,2-1 1079,-1-10-1369,7 10 1,2 1-32,3-11 1670,6 3 0,5-3 0,6-17 0,3-7 0,9 4 0,0 0 0</inkml:trace>
  <inkml:trace contextRef="#ctx0" brushRef="#br1" timeOffset="253668">28293 7035 7533,'-10'-8'1169,"-6"-3"-719,14 9-540,-5-4 1079,-1 12-629,6 1 270,-6 29-450,8-11-46,0-1 1,0 6-966,-2 4 0,-1 5 1,0-3 830,2-2 0,0 1 45,-2 1 0,-2 6 0,1 0 0,0-8-198,3-5 0,0-3 93,-1 8 0,-1 2 0,1-4-30,2 7 180,0 9-270,0-29 180,0-12-180,7-36 180,3 15-90,-1-17 0,0-3 90,9 10 45,-10-3 0,1-1-45,9 6 288,-6-4 0,1-1 342,15-4-271,-1-1 181,-9 8-270,-3 23 90,-5 1-180,0 7 0,-2 18-90,-8 13-90,0-7-135,-3-1 0,-2-2 45,-5-9-90,-2 10 0,-1 0 180,-7-4 45,3 2 0,1 1-45,4-5 360,-11 12-360,21-20 3276,-6 3-2980,16-5-1196,33-6 630,-16-1 180,12-7 0,7-4-135,-1-2 1,2-4 194,-11 0 0,1-3 0,0 0-815,3-2 0,2-2 1,-5-1 844,3-3 0,-5-3 143,-4-13 1,-7-2 81,-11 12 0,-3-1-225,2-4 0,-4 0 270,-8 3 0,-4 6 539,-3 8 90,-17 4 1,-5 6-495,5 16 0,1 3-316,-7-5 1,1 2-90,-1 17 0,7 6-405,17-6 1,2 1 224,-7 1 0,3 2-720,18 7 1,7-3 2783,7-3-1884,2-9 0,8 1 0,2-7 0,0-14 0,3-7 0,2 1 0,1 5 0,0 0 0,0-1 0,1 1 0</inkml:trace>
  <inkml:trace contextRef="#ctx0" brushRef="#br2" timeOffset="303905">9578 14119 10518,'-10'8'355,"-6"-2"-389,14-6-204,-5 0-48,7 0 155,0-6-118,0-1 62,0-7 51,0 7-224,0-4 46,0 10 448,0-10-270,0 9 90,0-10 136,0 11 270,0-5-270,0 1 180,0 3-180,0-3 0,0 5 226,-8 0-270,-2 0 90,0 0 90,2 0-1,1 0 91,5 0 90,-6-6-587,8 4-45,0-4 90,0 6 226,0 0-90,-8 0 0,6 0 180,-6 0-180,0 0 317,6 0-181,-6 0 0,1 0-46,5 0-180,-6 0 180,8 0 90,0 0-180,0 6-46,0-4 0,0 9 90,8-4-314,1 6-92,25 17 5,-13-18 253,8 11 1,-1 0-226,-4-12 84,0 1 0,1 0 241,-6 0 11,11-1 0,5 2 78,9 7 0,2 0 36,-7-2 1,2 0-883,2 0 1,4 2-1,-7-5 824,-14-6 1,1-1-47,6 4 1,6 3 0,1 0 0,-5-4 61,-1-1 0,0-1-6,6 1 0,6 1 1,2 0-1,-3-1-858,-3-3 0,-2 0 0,1-1 854,3 1 0,1-1 1,3 1 13,-8-2 1,2-1 0,2 1 0,0 0 0,-2 0-421,6 2 1,-1-1 0,0 1 0,-1-1 364,-1-1 0,0 1 0,0-1 0,0 1-172,6 1 1,0 1 0,-1 0 0,-8-1 177,-1 0 1,-3 0-2,-5 1 0,3 0 0,-1 1-126,-1-3 0,1 1 0,-2-1 73,3 4 1,4 1-12,-5-3 1,5 2 0,3 1 0,-1-1 0,-6-2 9,11 2 1,2 0 11,-6-1 0,8 3 0,3-1 0,-3 1 0,-7-3 58,-7-1 0,-6-1 0,5 0-48,2-1 0,4 0 0,2 1 0,2-1 1,0 0-15,-5 0 0,2-1 0,0 1 0,0-1 0,-1 0 0,-2 0 26,8-1 0,-3 0 1,0 0-1,4-1 15,-6 0 0,4 1 1,2-1-1,-1 0 1,-2-1-1,-3 0 125,0 0 1,-4 0 0,0-1 0,3 0-136,4 1 0,4-1 1,0 1-1,1-1 1,-3 1 142,0-1 0,-2 1 0,0 0 0,4 0-116,-3-1 1,4 0-1,2 0 1,-1 0-1,-3 0 1,-5 0-22,4-1 1,-6 0-1,7 0 23,-10 0 1,7 0-1,2 0 1,2 0 0,-2 0-1,-2 0 1,-6 0-33,12 0 0,-7 0 0,7 0-11,-12 0 1,4 0-1,4 0 1,0 0-1,1 0 1,-1 0-1,-3 0-93,7-1 1,-2-1 0,-1 1-1,0 0 1,0 0 109,-3 0 1,0 1-1,0 0 1,0 0 0,3-1-30,-6 0 0,3 0 0,1-1 0,0 0 0,-1 0 0,-4 1 1,-4-1 48,12 0 1,-7-1-1,4 1-35,-7-1 0,3 1 0,2-1 1,0 0-1,-1 0-105,0 0 1,1-1 0,0 0-1,-2 0 1,-2 1 138,8 0 1,-4 1-1,8-2-95,-12 1 0,6-1 1,3 0-1,1-1 0,-1 0 1,-3 1-1,-6 1 81,9-1 1,-6 1-1,5 0-11,-6-1 0,7 0 0,2 0 0,-1-1 1,-3 1-1,-6 0-16,1 0 1,-7 0-1,7-1-2,-1 2 0,6-1 0,4 0 0,0 0 0,-3 0 0,-6-1-36,3-2 0,-5 0 0,7-1 32,-11 4 1,5-1 0,5 0-1,1 1 1,0-1 0,-1 0-1,-5 1 1,-4-1-5,12-2 1,-6 0 0,7 0 55,-12 2 0,6 0 0,3 0 0,3 0 0,0-1 0,1 1 0,-3 0 0,-2-1-62,-2 1 0,-3-1 0,0 1 0,-1-1 0,1 0 0,1 0 1,2 0 12,-1 0 1,2 0 0,1-1 0,2 1 0,-1-1 0,0 0-1,-1 0 1,-2 1 0,-2-1 11,7-1 0,-3 1 0,-1-1 0,-2 0 0,1 0 0,2 0 13,-4 1 1,1-1 0,0 1 0,1-1 0,-2 0 0,-1 0 0,-3-1 50,10-3 0,-2-1 1,-3 0-1,2 0-22,-1 2 0,1 2 0,0-2 0,3-1 23,-5-1 1,4-1 0,0-2-1,2 0 1,-2 1 0,-2 0 74,1 1 0,-3 0 0,0 0 0,1 0 0,3-1-110,-10 3 0,3-1 0,1-1 1,1 0-1,0 0 0,1 0 0,-2 0 1,0 1 3,2-2 1,1 1 0,0 0 0,-1-1 0,-1 2 0,-2-1 0,-1 1-35,1-1 1,-1 0 0,-2 1-1,-1 0 1,1 0-35,9-3 1,1 0-1,-3 1 1,-7 2-1,-7 1 0,-1 2 37,16-5 1,0 0 680,-14 4 0,-2 2-868,-1 2 0,-3-1 40,17-9 321,-25 16 1063,-10-5-1106,-8 6-1597,0 0 724,-8 6 277,-2 1 141,-7 6 699,-9 11 1,-4-15 0,-6-2 0,-7 6 0,1-1-1</inkml:trace>
  <inkml:trace contextRef="#ctx0" brushRef="#br2" timeOffset="304452">21696 13772 19115,'0'-28'-2851,"16"9"5258,-5 13 203,30 1-2226,-19 3 1254,11-5 0,7-3-1291,8 0 1,1 0-1379,-5 0 0,3-2 853,-13 5 1,3-1 0,2 0 0,-2 1 343,8 0 0,-1 1 0,0-1-692,-5 0 0,0 0 0,1 1-167,5 2 0,1 0 0,-4 0 416,-5-3 0,-4 2-427,14 4 476,-13-5 554,-26 6-496,-8 6-365,0-5 357,-16 34 191,3-13 0,-2 3-574,-7 15 1,-1 4-782,4 2 0,1 0 982,4-12 1,3-1-1280,1 8 1,4-4-52,4-5 1099,-3-3 1,2 2 577,7-2 0,0-1 0,-10 16 0,5-16 0,0-1 1</inkml:trace>
  <inkml:trace contextRef="#ctx0" brushRef="#br1" timeOffset="306402">14728 15333 8252,'8'-20'1260,"-6"1"-721,14 12-359,-14-4 270,6 3-450,0 1 0,-6-4-90,5 9-270,-14-9 180,-3 9 90,-8-4-180,-7 1 91,5 3-91,-21-3 180,11 10-1516,5 1 0,0 1 1606,-13 7-521,16 2 1,1-1 520,2-5-142,-5 30 142,22-29 179,10 37 1,4-25-45,6-3 0,5 3-1013,11 8 0,0-1 1012,-11-9 1,0-1 923,15 7 1,-4 0-969,-14 9 0,-3-13 45,-7 1 0,-4 1-135,-12-3 1551,-4 20-1461,-12-29 0,-7-4-5,-2 3 1,-2-4-446,-4-8 1,1-6 1425,4-3 0,3-3-2055,2-16 899,11 9-1439,32 13 1529,4 6 0,13-2 0,8-1 0,1 0 0,0-1 0</inkml:trace>
  <inkml:trace contextRef="#ctx0" brushRef="#br1" timeOffset="307720">14975 15074 7533,'-25'-41'809,"13"21"-449,-3-27-180,15 38 0,0-8 449,-8 4-449,6 4 450,-6-2-450,8 16-360,0 8 180,0 2 270,-1 10 0,2 3-180,7 5-163,-7 3 1,0 7 191,1 2 1,1 5 0,0 1-940,-2-12 1,1 0 0,0 0 0,0 0 764,0 2 1,0-1 0,0 1 0,2-2-36,3 11 0,1-1 1,3-12-91,8-9 180,-7-3 0,2-5-90,11-24 539,3-15-449,-10-2 0,-1-3 0,-3 3 0,-1-1-45,1-18 1,-2 2 201,5 5-202,-7-5 0,-2-1 45,2 7 449,-5 4 1,-2 2 0,-3 10 2826,0-1-2530,0 17-746,0 11 0,-8-2 179,6 38-269,-14-27-405,13 19 1,4 4 44,-1-3 360,3-9 0,4 1-1549,7 0 1,5-4 533,7-11 1,1-2 969,-7 5 0,1-3 135,13-11 0,-3-6 0,-9-2 0,19-20 0,-22 12 0,7-26 0,-16 20 270,-2-20-181,-8 20 811,7-20-540,-5 26 719,6-18-719,-8 25 719,-8-14-899,6 10 180,-5 0-180,7 1-180,0 6 0,-8 0-270,6 11 270,-14 4-450,6 27 450,1-12 45,4-3 0,2 1-45,3 12 0,0-6 180,8 8-180,-7-26 360,15 9-180,-14-18 0,6-1-90,-8-12-270,0-13 180,0-3 0,-8-27 90,6 25 90,-6-6 0,0 1-180,7 11 629,-7-30-449,8 27-450,23-5 270,-9 13-180,35 8 90,-28 5 90,8 2 0,-1 1 0,-4-1 180,25 3 90,-30-5 540,23 0-1,-29-5-539,11 3 270,-24-9-450,0 10 269,-8-5-628,-2 6 89,-7 0-180,7 6-90,2 6 180,8 8-539,0 12 629,0-5-450,0 16 540,0-20-315,9 4 1,5-1 494,8-2-90,13 8 360,-1-20-271,-23-18 451,21-24-540,-21 5 180,-2-8 0,0 0 0,7 8 0,-15-8 0,0 1 0,7 13 539,-8-22-449,0 32-360,-8-2-90,6 28 90,-6-1-539,8 32 539,0-18-495,-1 1 0,2-1 315,7 0-315,0 0 1,1 0 314,3-6-810,8 1 1,-1-2 720,-13-13 359,33 7 0,-31-40 0,-4-11 0,9-2 0,0 0 0</inkml:trace>
  <inkml:trace contextRef="#ctx0" brushRef="#br1" timeOffset="308384">16175 15178 7533,'-28'6'2158,"11"18"-1978,9-1 315,7 9 0,2 2-315,-1 5-1273,-1-6 1,1 6 0,1-4 1135,3-10 0,0 1 77,-2 12 0,1 5 0,2-6-390,12 5 691,-12-2 1,0-2-872,11-16-629,-6 9 719,-1-24-264,-1-1 174,-8-6 90,0 0-809,8-12 1694,-6 9 0,6-43 0,-8 3 0</inkml:trace>
  <inkml:trace contextRef="#ctx0" brushRef="#br1" timeOffset="308821">16475 15062 7533,'-10'-13'1709,"-14"5"-1260,20 2 361,-11 12-540,7 2-90,6 11 719,-14 24-719,14-6 0,-2 10 0,1 2-518,2-22 1,2 0 487,3 15 0,2 6 0,-1-6-420,-3-10 0,0-1-120,6 10 0,3 5 1,1-7-106,2-8 0,0-3 405,-4 3 0,1-4-37,13-4 397,-24-23 270,0-23 90,-8-17-450,-2-3-456,3 14 1,-3 3 365,-8 5 225,-3-1 0,1 2 134,4 3-134,-10 2 0,-3 6 45,8 9 44,-1 12 1,1 6-405,-7 6 180,14 13 0,3 3 0,1-5-270,9 9 0,2 1-90,1-12 135,11-2 0,5-2-441,4-7-384,5-11 1,8-3-1,1-3 870,0-9 0,2-4 0,0-2 0,4 1 0,2-3 0,-1-3 0,-1-8 0,1-1 0,-1 0 0</inkml:trace>
  <inkml:trace contextRef="#ctx0" brushRef="#br1" timeOffset="309517">17127 15552 7533,'-27'-13'809,"1"1"-269,9 5-270,7 1 180,2 17-91,8-2 181,0 26-360,0-17 180,0 23-180,0-25 179,8 14-359,-6-16 450,21 11-90,-11-22-270,14 1-3367,-9-34 2982,1 7-466,-9-9 0,0-2 761,8 1-37,-8 3 1,0-6 0,-1 1 440,2 2 1,-1 1-225,1-6 0,-2 3 180,0-7-90,-8 36-180,0 6-180,-8 6 0,6 30 0,-6-10 2807,8 22-2987,0-20 0,0-1-315,3 0 0,2 2-449,3 16 0,2-1 899,-1-18 0,1-2-630,6 11 1,2-6 2226,1-17-3171,15 10 1709,-15-22 0,1-16 0,1-8 0,-2-1 0,0 0 0</inkml:trace>
  <inkml:trace contextRef="#ctx0" brushRef="#br1" timeOffset="309884">17551 15539 7533,'8'-49'1619,"-7"13"-1259,7-9-181,-8 21 1261,-8 16-1171,-9 8-89,-3 13-180,4 10 0,-1 3-90,-10 13 0,14-6 0,1 8 1,1-2-1550,1 1 1,1 0 1066,-2 7 0,6-2-103,14-8 1,5-8 950,0-13-501,20-10 0,5-12 315,-16-18 0,-3-8 180,1 6 0,1-1 0,-4-2-100,-6-18 1,-7 1 53,1 12 1,-6 4 520,-14 3 1,-3 6-296,3 11 0,-27-8-1080,21 24 1166,-5 19-1345,31 15 89,-10-4-494,23-8 0,9-3-46,11-8 476,-12-4 0,1-1 604,-2-7 0,-1-5 180,18-11 0,-16-20 0,-1-10 0,-5 9 0,0-1 0,0 1 0</inkml:trace>
  <inkml:trace contextRef="#ctx0" brushRef="#br1" timeOffset="310253">17903 14972 7533,'0'-34'569,"0"0"1,-3 2 0,-1 14-31,2 34-89,-6 27-405,7-12 0,2 5-323,1 3 0,1 4 0,0 1 218,-3 3 0,0 2 0,2 1-143,2-3 1,3 1 0,0 1-1,-2-1-180,-1 1 1,-2 1 0,0-3 0,2-4 652,5 8 0,0-7-225,-4-11 0,-3-15-45,-9-38-180,-3-23 450,-8 7-90,5-11 0,1-2 134,6 24 1,0 0 374,-2-15 1,-1-5 0,2 5 120,5-9 134,-2 0 1,1 2-406,3 16 46,9 2 0,5 4-405,0 15-135,16 0 0,4 3 224,0 7-854,8 1 1,6 4 598,-13 3 0,1 2 0,-1 2 0,6 4 0,0 4 0,-8-1 0,-1 0 0,1 0 0</inkml:trace>
  <inkml:trace contextRef="#ctx0" brushRef="#br1" timeOffset="310821">18874 15088 7533,'0'-35'239,"0"1"1,0 2 0,0 2-150,-1 3 0,2 1 450,2-2 0,1 3-91,-2 8 451,6-7-720,-8 18 449,0 29-359,0 0-135,0 14 0,0 5-135,0-17 0,0 3-1007,0 11 0,0 7 0,0-5 1007,0-10 0,0 1-180,0 10 0,0 7 0,0-2-887,0-12 0,0-2 0,0 0 842,4 15 0,0 0-405,-2-8 1,0 1-1,4-9-2092,19 3 2335,-13 7 387,4-55 0,-14-10 0,-4-4 0,2-7 0,0 0 0</inkml:trace>
  <inkml:trace contextRef="#ctx0" brushRef="#br1" timeOffset="311367">18909 15410 7533,'-16'-37'1169,"12"14"0,-11-7-809,15 23 180,0 1-270,15 6-405,8 2 0,5 2-1080,19 4 1,4 2 404,-12 1 1,1 0 0,1 1 779,1-2 0,0-1 0,-3 0 30,4 5 0,-5-3 0,-11-7 0,-3-3 0,-7-1 270,-9-5 1259,-24-8-810,12-2 810,-19-15-989,13 14 989,-15-25-719,-3 18-720,6 9 0,1 2 0,0 0-270,-3 19 0,1 4 180,1-1-405,0 17 0,1 5 135,-7-5 135,17 13 1,5 3-46,-2-4 90,6 0 0,4 1 90,6-3-45,7-5 0,3-4 45,6-11-45,12-2 0,0-7-135,-18-13 315,18-9 0,-2-3-225,-18-1 360,8-16 0,1-2-91,-5 8 316,-10-10 0,-3-1-315,1 13 269,-3-4 1,-2 1-360,-1 12 720,-2-8-630,-2 20 89,-6 10-1168,8 3 89,0 27-359,0-16-135,3 13 0,2 1 494,5-13 45,5 10 1,3-1 764,4-12 0,8-6 0,4-4 0,-5-7 0,-1-1 0</inkml:trace>
  <inkml:trace contextRef="#ctx0" brushRef="#br1" timeOffset="312151">19738 14791 7533,'-10'-7'1259,"-6"1"-1079,14 6 629,-13 12-629,13-4 540,-6 40-360,8-23-91,-2 6 1,-1 10 0,0-1-1077,0-5 1,0-1 0,-1 1 806,1 3 0,0 1 0,0 1 120,-1 8 0,2 1 0,0-3-702,1 1 0,2-4 537,2-1 0,2-2-1,-2-6 1,3-9-45,4-18-270,14-19 0,-5-32 135,2 9 1,1-3 224,-3-5 0,0 0 179,-1 12 1,-1 2-45,-4-3 0,-1 5 2601,6 10-2287,8-19-539,-15 28 2196,5-4-2106,-16 18 93,8 12-93,-6-2-90,6 20 90,-8-20-90,-8 25 90,6-23 0,-14 11 449,-2-4 1,-1 2-90,-14 6-360,13-7 360,-13 10-810,21-19 180,-4 19 180,16-22 180,8 11-360,2-17-179,31 10 359,-10-11 90,8-2 0,5-3 45,-3-5 0,0-6-75,-7-3 0,0-4 0,-2 0 30,7-1 0,-6-5 314,-4-16 1,-9-1-45,-10 7 539,-5-1 1,-2 1-450,-3 1 270,-23-12-361,-2 35 1,-3 8-225,-5 12 0,-1 6-405,1-7 1,3 5-181,9 27 0,9 3 180,4-11-495,23 9 1,9 0 314,-9-23 1,4-3-241,13 6 1,7 2-1,-3-3-859,-4-4 1,-1-2 1544,1-3 1,3 0 0,-2-5 0,3-6 0,-1-5 0,5-2 0,0 0 0</inkml:trace>
  <inkml:trace contextRef="#ctx0" brushRef="#br1" timeOffset="396356">26035 11784 7533,'-10'-7'-1260,"-13"1"1170,19 6 270,-20 0-90,14 0-90,-7 6 90,7 1 180,-14 5-90,21-5 180,-13 5 269,16-11-269,0 5-270,-8-6-180,6 0 90,-14 0 0,14 0 270,-13 0-270,13 0 360,-6 0-270,8 0-90,0 0 90,-8 0 90,6 0-90,-6 0 90,8-6-91,0 5 1,0-16-90,8-3 0,4-1 0,2-2 45,3-9 0,3-1 0,9-6 0,3-1-122,-11 12 0,0 0 0,-1-1 122,8-10 0,-1 1 15,-5 11 0,1 0 0,-1-1-30,-1-2 0,0-1 0,0 2-75,6-3 0,2-1 75,-2 2 0,1-2 0,0 3-797,8-2 0,0 2 812,-2 2 0,-1 0-90,-3 0 0,-1 3 90,-5 12 0,1 0-90,-2-6 0,1-1 45,3 3 0,1 0-1374,-4 2 0,3-2 1374,6-4 0,5-2 0,-4 3-157,-4 8 0,1-1 157,3-4 0,6-4 0,1-2 0,-1 3 30,5-1 0,0 2 0,-2 0-30,-4 2 0,-1 0 0,3-1 0,-5 4 0,4-2 0,0 1 0,-1 0 0,-6 4-406,6-2 0,-2 3 346,2 0 0,2-1 0,3 1-30,-3 5 0,2 0 0,0 1 0,-5 0 90,1-1 0,2 1-23,4 2 1,8-1 0,1 1-1,-6 4-375,-9 3 0,-4 2 0,1-1 398,-1-1 0,-1-1 0,2 3 0,9 6 0,1 2 0,-5-1 0,-12-6 0,0 1 90,9 5 0,3 4 0,-4-3-90,-10-6 0,1 0-198,11 7 0,4 4 0,-3-4 243,-10-6 0,0-1 0,8 11 0,4 4 0,-4-4-45,-8-6 0,1-1 295,2 4 0,3 4 0,0 0-265,2 3 0,0 1 0,0 1 0,0 2 0,1 1 0,0 3-66,-9-6 0,2 3 0,0 0 0,-1 2 0,-3-1 13,-1 4 1,-2 1 0,-1 0 0,0 0 22,-1-2 0,0-1 0,-1 0 0,-2 3-23,-1 8 1,-1 3-1,-2 0 1,-1-4-38,2-5 0,-2-3 0,-2 5 78,-3-2 0,-2 4 0,-1 3 0,-1 1 0,-1 0 56,-2-2 1,0 3 0,-2 0 0,0 0 0,0-2 0,0-2-30,-1 4 0,0-2 0,-1-1 0,0 5-30,-1 0 0,0 5 0,-1 3 0,0-2 0,-1-6 0,0-8 502,-4 2 1,-2-2-518,3 3 0,-1 7 0,-1 2 0,0-1 18,1-10 0,1-1 0,-1 1 0,-2 2 0,-2 5 31,1-11 0,-2 4 0,-1 2 0,-2 3 0,-1 0 0,0 2 0,0-1 0,1 0 0,0-3 0,1-1 1,2-3-36,-2 9 1,3-3 0,1-2 0,-1-1 0,-2 2 0,-2 4-15,1-9 0,-2 3 0,-1 3 0,-2 2 0,-1 1 0,0-1 0,1-2 0,0-2 0,2-5 0,2-4 0,2-7 13,-10 17 0,1-5-49,2-4 0,-3 6 0,-1 2 0,-1 1 0,0-4 81,0 0 0,0-2 0,0 0 0,-3 2-45,3-5 0,-2 2 0,-1 0 0,0 0 0,0 0 0,1-3 0,2-2 0,1-2 0,0-1 0,-2 1 0,-3 2 0,1-4 0,-3 2 0,-3 2 0,0 0 0,-1-1 0,2-1 0,3-4 0,4-3-96,-6 5 1,5-6 0,-5 4 95,4-3 0,-5 3 0,-2 1 0,-3 2 0,1-1 0,0-2 0,3-3 90,-4 1 0,1-3 0,1-2 0,1-1 0,0 0-68,-1 1 1,1-2-1,1 0 1,-2 1 6,-5 2 1,-1 1 0,0-1 0,0-4-30,4-5 0,-1-2 0,1-2 0,3 0 30,1 0 0,3 0 0,-3 0-8,-5 1 1,-3 1-1,-1-1 1,2-1-53,-5-2 0,1-2 0,-2-1-38,4 0 1,-1-2-1,-2 1 1,-3-1 7,6 0 0,-4-1 0,0 0 0,-2 0 0,2 0 0,2-1 244,-2 0 0,2 0 1,1 0-1,0-1 1,-1 0-95,-1 0 0,-2 0 0,0-1 0,3-2 0,4-2 209,-6-6 1,5-4 0,3-2-505,4 0 1,2-1 0,2-2 174,3 1 0,3 0 0,2-4-30,4-13 0,4-5 0,3 5 756,6 9 1,3-1-832,-1-5 0,0-7 0,2 0 0,0 6 90,2 4 0,2 0-23,1-2 1,0-5 0,1-2-1,-2-1-225,-1-3 1,-2-2 0,0-2 0,0 0 130,1 3 0,1 0 0,0-1 0,-3-2 0,-3-1 316,-2 3 0,-4-2 0,-2-1 1,-1-1-1,0 1 0,1 4 1,2 3-158,1-4 0,3 5 0,-2 1 0,-4 0 93,-4 4 0,-3-2 0,-3 2 0,2 3 0,3 8 45,-1 4 0,3 5-45,-13-13 366,12 3 0,5 1-366,11 9 2064,-6-30-3503,8 18 118,0-4-928,0 32 1795,0 16 0,-9 13 0,-5 6 0,-1 0 0,0-1 1</inkml:trace>
  <inkml:trace contextRef="#ctx0" brushRef="#br1" timeOffset="396955">25241 14429 0,'-35'35'0,"15"-10"1782,5-20-1152,7-22-360,6 7 1229,-6-15-600,8-5 340,3 3 1,2-3-791,-1-6 1,2-3 1188,2-8 0,1-2-1400,4 0 0,0 2-373,-4 9 0,1 2 0,7-4 0,0 5 135,2-5 45,-6 18 0,0 1-45,4-7 270,1-9 0,-8 16 360,13-9-271,-19 21-89,12-3-270,-16 18 180,24 13-270,18-2 0,8-1-529,-18-3 1,4-3 528,5-6 0,7-2 0,1-2 0,-8-1 90,-7 1 0,0-4 0,1-2 0,6-4 0,0 1 0,-3 0 0,-4 2 0,0 0 0,0-1 0</inkml:trace>
  <inkml:trace contextRef="#ctx0" brushRef="#br1" timeOffset="399754">30462 11694 7533,'-25'-13'1979,"-3"-6"-990,-15 4-539,6 2-450,4 23 0,-1 9-225,13 1 0,1 3 90,-3 3 0,3 2 0,9 4 0,7-3 405,11-1-45,1 0 0,2-1-45,10-3 89,4 3 1,1-1-180,-2-9 180,5 4 0,1 0 0,0-5 359,-5 0 1,-5 4 1169,-15 24-1574,-10-20 0,-7 1-75,-11 3 0,-7 0 0,0-4-600,-5-6 0,1-3 90,-6 10 1,6-9-1620,9-34-450,18-3 1979,16 0-1798,10-8 629,17 20 1619,-6-10 0,-1 15 0,1 1 0,18-2 0</inkml:trace>
  <inkml:trace contextRef="#ctx0" brushRef="#br1" timeOffset="400236">30621 11706 7533,'8'-42'1439,"0"-1"0,-4-1-1259,3 6 0,1 4 809,0 16 181,2 45-721,-4 12 1,-2 5-540,0-9 0,0 2-730,-3-1 1,-1 6 0,-1-1 0,1-7 62,0-8 0,0 0 637,-2 15 0,-2 7 0,2-7 890,0 8-1130,-2-14 0,0 5 0,4-7-899,16 1 989,-5 13 0,15-47 630,-1-41-450,-13 13 495,1-5 0,-2 1-225,-9 9 179,6-7 361,-8 11 2556,0 4-1001,-16 8-2545,4 9-450,-6 39-449,11 3 899,6-18 0,2 1-630,1 2 1,3-4 540,13-2 359,-3-4 0,5-2 0,26-15 0,8-7 0,-13 4 0,-1 0 0,1 0 0</inkml:trace>
  <inkml:trace contextRef="#ctx0" brushRef="#br1" timeOffset="400821">31150 12041 7533,'-36'-10'1092,"0"-1"0,8 1 0,3 3 2184,-1 12-2902,19-3-1634,-1 32 451,14 2-720,-6-6 0,2-1 809,15 12 180,1-11 91,7-6 1528,11-26 1080,-7 6-765,-6-38 0,-5-10-584,-6 5-630,-3 3 0,-2 0 269,-7 6-1078,0 20-541,0-7-539,7 40 810,11-6 989,-6 15-90,11-19 3276,3 9-2145,-12-17-501,9 12-270,-23-17-1170,0 0-179,-8 11 449,6 10 450,-6 0-450,24 15 450,-12-26 0,27 13 90,-19-22-89,6 11 808,13-11-179,-17-6-1260,19-9-2557,-23-1 2724,-2 4 1,-24 45 0,-3 9-1</inkml:trace>
  <inkml:trace contextRef="#ctx0" brushRef="#br1" timeOffset="401669">31433 12261 8792,'0'14'2069,"0"-2"-90,15-35-1799,-3-11-225,-3 10 0,0 0 135,-2-15 89,-7 15-89,0 17 540,0 2-810,0 27-1349,0 7 1079,0 5-2338,8 8 2248,2-32 540,0 13 0,13-16 0,-3 6 0</inkml:trace>
  <inkml:trace contextRef="#ctx0" brushRef="#br1" timeOffset="402055">31715 11629 7533,'0'-20'3276,"-8"1"-76,-2 47-3170,6 0 0,1 7 0,0 2-270,0 4 0,0 2 0,1 0-73,2 3 0,0 0 1,0 0-48,0-1 0,-1 0 0,2-3-765,7 1 1,0-3 494,-7-4 1,2-3-91,13-4 1,-1-12 719,-11-17 0,12-40 0,-16 14 0,0 1 0</inkml:trace>
  <inkml:trace contextRef="#ctx0" brushRef="#br1" timeOffset="402488">32068 11615 7533,'-10'-12'0,"-6"-1"2069,14 6 1207,-14 7-6217,14 30 2941,-5 0-40,7 0 0,4 6 0,-1 0-380,0-3 0,1 1 0,-1 2 105,1 5 0,0 3 1,1 0-1,0-1-555,5 10 1,2-2 0,-9-13 4145,-14-13-256,-27-32-2436,3-23 1,-4 3 1053,-3 29 0,11 15-2701,33 14 0,16 2 335,20-8 1,10-10 727,-9-6 0,3-5 0,1-4 0,2-6 0,2-6 0,-4 1 0,1 1 0,0 0 0</inkml:trace>
  <inkml:trace contextRef="#ctx0" brushRef="#br1" timeOffset="403238">32650 12055 7533,'-38'0'3276,"5"0"-2774,15 0 127,9 11-1079,0 11 1,2 5-361,5 19 495,0-14 1,4-1-1126,16 0 1170,-7-18 540,13-7-180,-14-12-270,7-7 1818,1-24 0,-2-9-308,-5 8 1,-1 0-1241,4-9 0,-2 2 232,-7 16 1,-2 5 217,-3 11-360,0 6-1754,-8 35 0,0 13 1034,4-11-90,-1 2 1,0 8-1,7-5-1009,15-7 1,7-4 1617,-1 1 1,3-6 0,12-16 0,3-11 0,-6-14 0,0 0 0</inkml:trace>
  <inkml:trace contextRef="#ctx0" brushRef="#br1" timeOffset="403889">32932 12107 7533,'10'-14'1169,"-3"-16"900,-14 13-1260,5-8 361,-22 31-1395,17 15 0,2 7-1034,-4 18 539,6-11 1,8-1-2558,20-1 2532,-5-15 2184,5-18-809,-7-7 809,-8-23-899,-3 13 809,1-25-1169,-6 27 0,6-4-270,-8 8-1799,0-2-1009,8 4 2718,2-8 2358,23 4-2088,-4-13 405,4-1 0,1-8 104,-16 5 1,-3-3 0,1-1-296,3-1 1,-1-1 0,-2-2 55,-5-8 0,-3-3 0,-2 6-91,0 6 1,-4 3 90,-3-4 0,-6 9 2681,-2 23-3986,-4 25 1,0 14 359,3 3 0,1 6-235,1-4 1,1 7 0,1 1 0,1 0 66,3-4 0,0 0 0,3 0 0,0 1 393,2 4 0,1 1 0,1-2 0,1-5 742,2 10 0,5-19 2137,13-36-2159,-18-45 419,-8 14 1,-1-6-1,2 4 179,2 1 1,1 2-555,-3-6 1,0 1 314,3 5 1,0 6-360,4 7 0,2-2 449,15 16-1168,-5 0 1223,21 12-864,-18 14 0,-1 5 0,-2-2 0,-1 1 0,2 11 0,0 0 0</inkml:trace>
  <inkml:trace contextRef="#ctx0" brushRef="#br1" timeOffset="405223">30198 12894 7982,'0'-21'1889,"0"3"-360,0-1-719,0 5-900,0 1 360,-8 13 0,-2 24-270,0-1-135,5 3 0,3 3 45,2 12-973,-4-3 0,-2 7 0,0-2 913,2-8 0,0-2 0,0 3 37,0 8 1,-1 5 0,0 0 0,1-5-169,1-2 1,0-3 0,2-2 325,4 12 0,1-8 405,-2-12-91,9-47 1,2-13-180,-7-5 0,0-3-120,4 5 0,3-2 0,-3 1-15,-4-2 0,0 0 90,6-1 0,-1 4-135,-9 12 0,6-3 2468,8 19-2198,-12 29 151,11-2 0,1 4-377,-8 15 1,-4 5-876,2-12 0,1 1 1,-3-2 920,-2 3 0,-4-1-440,-4 1 1,-5-6 439,-17-13-379,-7 2 379,8-12-180,-15-6-1169,29 0 269,-19 0 2278,38 0-4565,12-6 3073,27 5 1,-15-4-1,3-1 1,2 2 0,0 0-1</inkml:trace>
  <inkml:trace contextRef="#ctx0" brushRef="#br1" timeOffset="405556">30392 13539 6183,'8'-28'3276,"-6"4"0,29 11-2991,-2-5-195,9 9-90,-5-8-90,0 10-495,1-7 0,1-2 765,10-1 719,-22-7 1,-13 0 809,-47 7-1709,2 18 0,-3 8-45,0 11 0,4 9-45,14-1 0,4 6 0,7 1-450,9 4 1,7 0-1,9-6 540,13-10 0,9-6 0,1-4 0,1-5 0,2-5 0,2-6 0,-4-12 0,1-1 0,0 1 0,-1-1 0</inkml:trace>
  <inkml:trace contextRef="#ctx0" brushRef="#br1" timeOffset="406457">31433 13436 0,'-5'-27'1080,"0"1"0,0-4 1,2 3 1294,3 5-2195,0-2 1094,0 24-1274,0 0 360,0 24-270,-8-13 0,6 37 998,-14-20-1088,14 9 0,2 5 1441,-6 1 0,5 1-1741,11-10 0,7 0 1,3-7 119,3-5 0,5-14 300,5-25 0,5-17 0,-6-4 629,-8 5 1,-4-3 0,-5-2 239,-1-10 0,-4-2 1,-8 10-630,-16 7-180,-13 32-225,17 22 0,4 7-495,-2-4 315,7 8 0,0 0-674,-7-6 269,7 7 0,2 0-1348,7 3 1978,13-1 0,7-8 0,0-31 0,3-8 0,17 1 0,0 0 0</inkml:trace>
  <inkml:trace contextRef="#ctx0" brushRef="#br1" timeOffset="406938">31873 13345 7533,'0'-21'1889,"-7"-2"989,5 21-2698,-6 2 90,8 19-270,8 3 0,-6 3-360,13 17 135,-13-13 0,-2 1-90,4 1 1,0 1 403,-3 3 1,-2-1 180,1 4 630,0-17-1710,8-27 271,25-22 539,-9-6-450,9 9 0,6 1 180,-6 4 0,-1 0 135,5-3 1,0 0 223,3 1 1,-3 0 405,-13 3 0,-3-1 584,-4-1 1,-7-3 1078,-17-21-628,-31 16-1306,8 26 1,-2 6-225,-15 9-360,23 10 1,6 9-1280,8 11 1,11 3-1,12-7 1,5 0-1,-8 9 1,5-7 1478,20-15 0,5-14 1,-9-18-1,1-7 1,8-1-1,0 0 1</inkml:trace>
  <inkml:trace contextRef="#ctx0" brushRef="#br1" timeOffset="407405">32667 12868 7533,'-10'-20'2338,"-5"-11"-539,5 16-1439,0-4-450,2 31-809,8 26 749,2-5 0,2 5 0,-2 3 150,-1-5 0,-1 3 0,0 0 0,1 1 0,2 4 0,2 3 0,0-2 0,-2-2-120,-1 3 0,0-3 0,-4-12-60,-6-12 270,-12-38 569,-5 0 1,-8-3 0,1 9-31,0 18 1,-1 7-225,-12-6 0,4 7 89,20 18 1,9 3-315,4-2 0,9-3 0,6-3 0,11-5 0,-3-2 0,5-2-225,16-7 0,4-4-1260,2 7 1,1-2 757,-1-6 1,-2-2 0,-9-2 0,-3-2 0,-3-7 0</inkml:trace>
  <inkml:trace contextRef="#ctx0" brushRef="#br1" timeOffset="408091">30656 14145 7533,'-29'-20'2248,"-2"7"721,29 7-2789,-6 6 809,8 35-449,0 14-405,0-20 0,0 4-202,0 0 1,1 3 0,-2 2-414,-4 7 0,-1 1 0,1-1 450,3-7 0,2-2 0,-2 2-442,-1 1 0,-2 4 0,0-3 0,3-7-428,2 13 225,2-11 0,3-4-224,5-15 899,16-16 0,-22-45 0,-1 12 0,-1-1 0</inkml:trace>
  <inkml:trace contextRef="#ctx0" brushRef="#br1" timeOffset="408285">30533 14662 7533,'-19'-30'1092,"1"-1"0,1 2 0,8 2 2184,25-5-2453,-10 12-463,18 12 0,7 5-900,8 3-135,-1 0 1,2 0 404,-12 0 0,1 0-1369,16-2 1,0 4-1,-19 3 1,-1 1 993,8-7 0,-5 4 0,-10 32 1,-20-6-1</inkml:trace>
  <inkml:trace contextRef="#ctx0" brushRef="#br1" timeOffset="408603">30974 14572 7623,'10'-13'3276,"-2"0"-2325,-8 5-591,-8 3-180,6 10-135,-16 14 0,-3 10-75,9 3 0,5 7 0,2-1-690,-1 11 1,8-1 179,6-10 0,5-1 1,5-13 404,14-19 0,3-16 734,-6-18 1,-2-14 0,-7 3-510,-6 8 0,-6-1 269,-6-10 1,-4-3 0,-8 19-3418,-21 35 2608,-5-9 180,21 25 270,15-11 0,23 11 0,7 4 0</inkml:trace>
  <inkml:trace contextRef="#ctx0" brushRef="#br1" timeOffset="409172">31433 14623 7533,'-10'-7'809,"-6"-4"2467,-17-2-2594,17 4 38,-23-8-541,29 15-2247,-8-3 1258,9 22 180,1 4-539,9 14 0,6 3 1124,1-14 0,1-1 45,-1 14 0,4-6 719,11-19 1,3-9 180,13-28-2237,-15-6 1,-3-4 1426,-6 7 0,-4-3-90,-4-13 0,-7 5 0,-7 14-270,5-5 180,-14 53 90,10 10 0,4 10 0,0 3 67,0-1 1,-1 3-1,1 1 1,-1-1-231,0-4 1,-2-1-1,1 1 1,1 1 198,1-2 0,2 3 0,1 1 0,-1-5 0,-1-6-36,-3 0 0,0-2 240,-1 8 0,-1 4 0,1-8-240,1 3 899,-15-12 0,-1-5-629,14-17 450,-16-15 0,-3-8-631,11-2 136,-6-17 0,-1-2-225,2 4 1535,2-6 0,0-5-2390,2 5 1,3-1-785,4 4 1,4 1 1519,0 1 0,10 6 0,29 15 1,12 8-1,-12 5 0,0 0 0,-1 0 1</inkml:trace>
  <inkml:trace contextRef="#ctx0" brushRef="#br1" timeOffset="409586">31697 14855 7533,'-26'-9'1638,"-1"0"0,21-17-4728,51 4 2640,-22 13 1,1 0-406,25 1 0,-2-1 447,-22-4 1,-3 0 677,3 2 0,-2-1 1066,0-10 0,-5-4 1092,-9-14-1888,-9 4 44,-11 11 1,-3 3-225,0 12-180,-17-13-450,-2 22 0,-7 1 2834,-5 13-2924,21 10 1,0 10-1,8-1 180,12 3 0,6 2-180,-8 4 0,-1 4 1,8-6 959,14-9 1,7-5-1051,2 0 0,3-3 450,-1-10 0,1-4 0,0-6 0,1-2 0,2-1 0,1-1 0</inkml:trace>
  <inkml:trace contextRef="#ctx0" brushRef="#br1" timeOffset="410438">32191 14274 7533,'-18'0'1439,"1"0"1529,-9 0-2383,18 22 0,4 8-765,3 1 0,2 3 90,0 4 0,2 5-113,5 1 1,4 8 0,-1-1-1,-2-10 22,-6-10 0,-1 0 46,5 6 0,3 8 0,-1-4 0,-3-12 113,-4-13 1101,6-5-899,-16-18 540,6-23-720,-6 7 224,3-4 1,2-1-135,1 4 90,-3-4 0,2-3-990,12-1 1,6 0 809,10-7 0,3 2 0,-8 2 0,3 4 90,18 1 0,-2 7 25,-15 7 20,4-6 0,1-4 269,-13 3 1,-3-1-270,2 1 0,-3-3 1503,0-18 0,-8-1-1406,-20-2-232,16 17 0,-3 3 450,-21 4-2249,14 52 1169,2-4 1,-1 3-1,-1 6 0,2 6 405,2-5 0,1 5 1,1 1-1,1 1-179,3 1 0,1 1 0,2 0 0,-1 0 404,0-1 0,0-1 0,1 0 0,2-3-60,3 12 0,4-3 0,3-23 465,7-34 0,-1-11 314,1-13-494,-4-6 0,-5-1 45,-11 3 1079,6-5 0,0-1 289,-7 17 0,0 1-1522,3-17 0,0 17-1209,-4 47 1,0 24 0,0-4-2185,0 7 2457,0-12 1,2 9 0,0 0 0,2-12-1380,5-2 2199,-2-3 0,4-4 0,14-15 0,3 0 0</inkml:trace>
  <inkml:trace contextRef="#ctx0" brushRef="#br1" timeOffset="411338">32861 14778 9332,'-10'0'359,"3"-6"-179,7 5-90,31-28 1170,-15 18-766,4-3 1,1-3 674,-4-13-629,-7-4-450,-11 8 0,-6 0-270,-20-14-1459,5 25 1,-1 4 1613,-14-1 115,11 18-90,10 13-135,10 4 0,3 4-405,5 18 1,2 1 494,-8-12 0,4-1-105,9 0 0,6 1 0,0-6-1199,6 2 1394,16-1 0,1-3 45,-11-9 0,6-14 0,-3-6 89,-18-9-89,-3-10 0,-1-3 180,0-4 3006,-8-4-461,0 15-3265,0 12 360,0 12-450,0 6 1260,8 3-540,2-8 2518,23-43-2248,-19 8-180,5-7 0,1-1-1709,0 6 1259,7-7-3097,14 24 1786,-19 7 1491,19 6 0,-6 11 0,10 4 0</inkml:trace>
  <inkml:trace contextRef="#ctx0" brushRef="#br1" timeOffset="433673">10495 13436 7173,'0'-8'-1079,"0"-3"1168,0 10 1,0-5 270,0 6-360,-8-6 270,6 5-180,-5-5 0,-1 6 0,6 0-180,-14 0 180,14 0 0,-6 0 0,8 0 629,0 0-359,0-6-270,0 4 270,0-14-360,0 13-360,0-20 450,0 20-90,0-8 180,0 5 0,8 4 0,10-9-360,9 4 90,-2 3 0,1 0 0,21-1 90,-17 1 0,1 2 45,-5 1 0,1 0 45,3-4 0,1-1-845,4-1 1,0 1 754,-5 2 0,5 0 22,8-4 1,9-1-1,1-1 1,-7 2-23,-5 2 0,2 1 0,-2 0 0,8-2 0,3 1 0,-3-1 0,-7 1 0,7-3 0,0 0 30,-13 4 0,4 0 0,4 0 0,2-1 0,0 1 0,-1-1-18,-4 0 1,1 0 0,0-1 0,0 0 0,1 1 0,2-1 0,0 1-386,2-1 0,2 1 0,1 0 1,1 0-1,0 0 0,0 0 0,-2 1 1,-1-1 372,-1 0 0,-1 0 0,0 1 0,-2-1 0,1 1 0,0-1 0,1 1 12,3 0 1,1 1 0,0-1 0,1 0 0,-2 1 0,-3 0 0,-2 1-104,-2 1 0,-4 0 0,-1 1 1,2 0-1,5-1 61,-1 0 0,4-1 0,4 0 0,2 0 0,1 0 0,0 0 0,-3 1 0,-2-1 0,-4 2-321,8 0 0,-5 0 0,-2 1 1,0 0-1,4-1 351,-4 0 0,4-1 0,2 0 0,-1 0 0,-2 0 0,-3 0 0,-7 1 25,7 1 0,-8 0 0,4 0 20,2-1 0,3 0 0,2-1 0,1 1-45,-5-1 0,2 1 0,0-1 0,0 1 0,0 0 0,-4-1 0,-1 1 0,0-1 0,2 1 0,5-1-10,-7 1 0,6 0 0,2-1 0,2 1 0,0-1 0,0 1 0,-1 0 0,-3 0 0,-4 0 10,7 0 0,-4 1 0,-2 0 0,2 0 0,4-1 79,-11 1 1,4-1 0,1 0-1,1 0 1,1 0 0,1 1-1,-2-1 1,-1 0 0,-3 1-80,10 1 0,-3-1 0,0 1 0,-1 0 0,1 1 0,2-1 11,-4 1 0,3 0 0,0 0 1,1 1-1,0-1 0,0 1 0,-3 0 1,-2-1 3,2 1 0,-3-1 0,-2 0 0,0 1 0,2 0 0,2 0-4,-3 0 0,4 1 0,1 0 1,1 0-1,-1 0 0,-2 0 0,-3 0 1,-5-1-12,3 1 0,-5-1 0,-1 1 0,4-1 15,1 1 0,3 0 0,2 0 0,1 0 0,1 1 0,0-1-3,-3 0 1,1-1 0,1 1 0,0 0 0,0 0 0,0-1 0,0 1-13,-1-1 0,0 0 0,0 0 0,0 0 0,1-1 0,1 2 0,2-1 39,-3 1 1,3 0 0,2 0 0,1 1 0,-1-1 0,-1 0 0,-2 1 0,-3-2 0,-5 0-40,10 0 0,-7-1 0,0 0 0,7 1 10,-11 0 0,5 0 0,3 1 0,2 1 0,0-1 0,0 1 0,-3-1 0,-5-1 0,-4 0-40,14 1 0,-8-1 0,5 0 30,-6 1 0,5 1 0,0 1 0,0-1 0,-2 0 0,2 0 0,-1-1 0,-3 1 0,-7-1 45,-6 1 0,-1-1-45,6-1 0,6 0 0,2 0 0,-5-1 263,10 2 1,-2-2-219,1-1 0,0-1 668,-14 2 1,0 0-1,2 0-683,8 0 0,2 0 0,-5 0-734,-6 1 0,-1 1 659,15-1 0,-6 2 1363,-20 6-1857,-23-9 207,-8 4-208,6-1-2248,-5 19 2518,7-7 1089,0 25 0,23-38 0,6 6 0</inkml:trace>
  <inkml:trace contextRef="#ctx0" brushRef="#br2" timeOffset="434154">21026 13049 22620,'-8'-13'-3277,"6"0"0,-14 6 0,14 1 2349,10 23 723,19 4 316,-2-3 1,5 2-1,0-2 21,4 1 1,2-1-643,-4-1 1,3-1 0,0 0 704,4 0 1,2-2 0,-3-1-886,3 0 0,0-1 691,-9 0 0,1 1 0,-4-3 2196,12 4-988,-47-1-618,-18-1 1,-10 0-315,2-3 0,-3 0 1,0 0-343,1 0 1,0 0 0,-2 0 144,-1 1 0,-2 2 0,1-1 1,5-2 87,0-1 0,1 1-156,-3 2 0,-2 1 0,1 1-64,0-2 0,2 4 98,-4 12 1,3 2 0,10-16 0,3 1-1,7 6 1,-1 1 0</inkml:trace>
  <inkml:trace contextRef="#ctx0" brushRef="#br1" timeOffset="438487">14252 12261 7533,'-8'-20'-270,"6"1"450,-21-16 180,19 10 269,-4-24-449,10 22 1439,6-4-989,-8 22-270,0 33-450,0 2 224,0 8 1,0 4 0,0-8 0,0 0-180,0 0 0,0 2 135,4 16 0,0 0 0,-3-19 0,0 0-270,1 5 0,1 2 0,0-1-90,-3 3 1,0-1-496,0 8 1,0-1-451,0-13 1,0-2 1214,0 15 0,0-42 0,0-18 0</inkml:trace>
  <inkml:trace contextRef="#ctx0" brushRef="#br1" timeOffset="438818">14041 12700 7533,'-20'-13'359,"-7"4"1,-1-1 180,3-10-90,-19 0 809,29-4-539,23 10-1,17-11-270,3 11 1,9 0 0,-2-1-510,-4 1 0,-1-1 1,1 1-122,9-1 0,2 0 1,-2-1-90,-8 2 0,0-1 0,-4 3 180,-3 4 0,-1 0-945,10-11 1,-2 2-1844,6 7 2068,-11-2 271,-11 37 539,-24-2 0,4 0 0,-2 3 0,-11 14 0</inkml:trace>
  <inkml:trace contextRef="#ctx0" brushRef="#br1" timeOffset="439288">14482 12623 7533,'4'43'60,"1"1"0,0-11 0,-2-3 929,-11 17-809,6-30 899,-5 19-899,7-27 900,0 8-361,0-21-809,0-26-90,7 7 0,1-3 0,-3-15 1,2-1-46,13 5 0,1 1 135,-14 2 0,0 3 135,10 5 0,5 8 45,21 15-90,-10 2-90,3 17 0,1 3 0,2-3 90,-2 3 270,-5-13 0,-30-12-180,13-13 269,-13 3 91,-3-10 0,-5-1 270,-30 1-675,14 7 0,-3 7-45,-14 28 0,2 15 44,18-6 1,4 5-465,-1 5 1,0 5-1,9-3-210,14-2 1,10-2-271,2-4 1,5-1-1,1-4 900,5-4 0,3-4 0,-1-6 0,3-1 0,-2-4 0,-2-6 0,1 1 0</inkml:trace>
  <inkml:trace contextRef="#ctx0" brushRef="#br1" timeOffset="439843">15152 12687 7533,'-18'-33'3276,"8"7"-1605,-13 8-2301,3 17 450,-7 2-179,1 12-361,9 11 1124,-1 8 1,2 3-225,3 3-120,4-6 0,0 6 0,3-10-240,6-12-989,39 2 1034,-22-34 0,0-9 270,9-1 0,1-2-90,-8 2 0,-5 0-2897,-4-11 4741,-2 17-720,-16-10-1349,6 20-90,-14 16 270,14 17-539,-6 15-2738,8 5 2576,0-14 1317,8 20-976,-6-32-899,14 17 719,-14-25-1169,29 4 1709,-9-25 0,3-24 0,1-12 0,-11 8 0,0 1 0,0 0 0</inkml:trace>
  <inkml:trace contextRef="#ctx0" brushRef="#br1" timeOffset="440071">15311 12468 7533,'0'-44'819,"1"1"0,0 0 0,0-7 0,-4 7-4096,-15 13 1935,8 25 3021,2 22-960,8 27-1334,0-3 1,0 3 479,0-12 0,0 2 45,0 13 0,0 0-468,0-16 0,0-1-27,4 11 1,0 2-631,0 6 1,2-2 1214,3-6 0,0-7 0,-7-11 0,-4-37 0</inkml:trace>
  <inkml:trace contextRef="#ctx0" brushRef="#br1" timeOffset="440255">15258 12726 7533,'-14'-21'1638,"0"0"0,-11-15 1022,15 18-1490,33-8-1260,-1 12 0,3 1-585,7-1 1,1 2-811,5 1 1,1 3 1484,1 0 0,-2 3 0,-12 6 0,-1 2 0,3 1 0,1 1 0</inkml:trace>
  <inkml:trace contextRef="#ctx0" brushRef="#br1" timeOffset="440637">15610 12700 7533,'-17'-6'3276,"7"5"-2325,26-5-906,8-3 0,5 0-315,0 2 1,0-1 224,-2-1 0,-1-2 0,1-3 0,-7-1 225,-14 5-91,18-14 901,-32 5-630,-18 10 89,-3-2-269,-6 16 0,9 8 0,3 5 180,-1 18-585,4-4 0,7 5-810,19 7 1,11 0-180,5-9 0,3-3 1024,6 6 0,3-9 1,0-26-1,1-10 1,-9-5-1,1 1 1</inkml:trace>
  <inkml:trace contextRef="#ctx0" brushRef="#br1" timeOffset="441152">16228 11990 7533,'0'-13'2968,"0"6"-2788,-8 7 450,-2 24-451,0 0 1,-5 13 180,13 11-676,-2-21 0,0 1 361,4 11 0,0 5-165,-2-9 0,-1 2 0,0-2 75,2 7 0,0 1-117,-2-4 1,-1 2-1,3-5-63,5-9 0,0-2 435,-2 18-120,-2-44 0,-18-25 90,7 4 629,-29-8 451,19 16-766,-4 17 1,-1 4-135,-3-2 273,10 19 1,4 6-454,5 17-180,3 1 90,16-18 0,5-5 0,0-9-360,18-8 0,14-3 0,-5-7-944,-6-11 0,1-3 1214,7 9 0,4 3 0,-10-4 0,-7-16 0,-26 25 0</inkml:trace>
  <inkml:trace contextRef="#ctx0" brushRef="#br1" timeOffset="442702">16792 12119 5914,'0'-20'269,"0"2"-89,0 10 450,-8-3 180,6 4 809,-13-1-720,13 2-719,-6 12 540,8 2-271,0 22-224,0 11 0,0 10-285,0-8 0,0 4 0,0 3-72,-1-3 0,-1 2 1,-1 2-1,1-1 177,0 0 0,0 1 0,-1-2 0,0-4-15,0-3 0,-1-3 0,2-4 150,0 6 0,4-18-90,7-43-45,7-12 0,2-5-90,-8 14 0,1-1-45,4-10 0,3-4 0,-2 4 180,-1 7 0,0 1-90,-3-9 0,3 6 720,16 15-361,-11 53-314,-6-7 0,-1 3-180,-2 8 0,-4-1 0,-1-10 1,-4-4 262,-11-1 1,-6-5-309,-14-8 135,3-14 0,-1-6-405,-10-9-539,11-11 539,19 13-719,22-4 359,20 14 495,-1-6 0,3 1 360,0 7 0,0 1 854,0-3 1,-3 0 899,1 3-90,-19 11-1439,-16-2 0,-8 15 90,6 7-540,-6 4-1125,47-13 1,9-5 1214,-19-3 60,6-14 0,8-8 0,-9-8 165,-16-17 0,-7-6-180,4 6 0,-2 0 1214,-4-16 1,-3 19-2091,-4 59 0,-3 30 1,0-8 1054,1-26 1,0 2-105,0 5 0,0 9 0,0 6 0,0 1 0,0-2 0,0-6-363,0 10 0,0-4 1,0 0 392,1 1 0,-1-1 0,-1-1-637,0-7 1,-2-2 0,-1-6 1206,-5 6-180,-9-29 919,-15-1-1009,11-12 486,-2-3 1,-1-6-1027,2-14 1,1-5-721,-5-1 1,-1 0 1205,2-5 0,-1 2-306,2 3 0,-1 14 0,0 35 0,-1 14 0,-4 3 0,0 0 0</inkml:trace>
  <inkml:trace contextRef="#ctx0" brushRef="#br3" timeOffset="509170">18397 7369 8162,'-9'-7'720,"-7"1"-810,6 6-90,0 0 90,2 0 180,8 6 0,-7 7 0,5-4 90,-6 8 360,8 2-361,0-4-179,0 10 90,8-12-90,-6 0 90,5-6-180,-7 4 450,0-9 90,0 9-360,0-9 360,8 9-450,-6-3-90,6 4 0,-8 1 180,0 0-90,8 6 90,-6 12 90,6-2-136,-1-5 1,1 1 45,4 3-90,6 9 0,-3 1 0,-5-10-449,0-2 629,-2-15 719,-8-11-629,0 0-450,-8 0 180,6 0-90,-6 0-90,8 0-90,-8 0-539,6 0 269,-5 0-359,7 0 156,0 0 1,0-16 0,0-5 0</inkml:trace>
  <inkml:trace contextRef="#ctx0" brushRef="#br3" timeOffset="512054">21890 11602 6183,'19'0'990,"-3"0"-630,-16 0-180,0 0-90,0 6 179,0-4-89,0 3-90,0-5 180,0 6 90,-8-4 90,6 9-270,-5-9 449,7 3 271,0-5-361,-8 0-359,6-11-90,-14 8 270,-2-37-270,2 20 0,-3-2 0,-1-10 0,-1-6 0,1 2-459,4 5 0,-1-1 458,0 2 1,-2-3 0,0 2 45,-3-8 0,1 3 90,5 6 0,-1 0-195,-8-5 0,-4-4 0,2 4 15,7 6 0,-1 1-15,0 4 0,-3-1 0,1-1 60,-2-2 0,-1-1 0,0 0 0,-3 0 0,-1 0 0,-1-2-23,2 0 0,0-2 1,-1-1-1,2 4-223,2 3 0,2 3 0,-2-2 156,-8-7 0,-2-1 0,2 0 0,6 6 0,1 0 0,0 0 0,-1 2 0,-1 1 0,0-3 22,0 0 1,0-3-1,-1 0 1,2 1 7,-6-8 0,2 0 0,0 3 0,6 8 0,0 1 0,0-3-30,-4-5 0,-1-4 0,-1 0 0,3 2 0,0 1 0,1 1 0,1 0-194,4 3 1,0-1 0,0 0 0,0-1 193,-2-2 0,0-1 0,-1 0 0,2 1-30,-6-5 0,0 1 0,1 1 167,2-2 1,-1 1 0,-1-1-161,3 7 1,-3-1 0,1 1-1,1 1 23,2-2 0,1 1 0,-1-1 45,0 4 0,-1-3 0,-1 2 0,3 0-15,1 1 0,2 2 0,-2-2-30,-7-9 0,-2-1 0,2 1-30,11 10 0,1 1 0,-2-2 75,-4-5 0,-4-3 0,-1-1 0,3 3-15,-1-1 0,1 2 0,0-1-220,-1-2 1,0-1 0,1 2 219,3 6 0,0 2 0,4 4 380,-2-12-455,0 0 0,1 2 825,0 3-555,1 1 0,-3-3 30,-3 2 0,-3-1-165,0 1 0,-3-1 0,2 1 0,-2-5 0,1 2-307,2 6 0,-2-1 0,8 6 307,8 0 0,-10 4 0,1-1-90,9 0 90,-19-11 0,23 12-180,-14-4-360,21 3 180,-21-4-539,22 5 1534,-14 1-2974,14 12-360,-5 1 361,7 6 2248,0 0 0,-8 12 0,-2 2 0</inkml:trace>
  <inkml:trace contextRef="#ctx0" brushRef="#br3" timeOffset="513172">18538 7886 7803,'10'7'449,"-2"-1"-269,-16-6 720,-2 0-630,-7 0 269,-1-18-179,8 3 0,-5-17 539,5-5-179,0-9-675,6 21 0,0-3-75,4-6 0,1-6 0,-2 5 75,-3 5 0,0 2 90,4-23 0,-2 5 45,-5 13 179,7 13 271,0 3-540,0 15-90,0-4 90,0 6-180,0 0 180,0-5 0,0 3-90,0-9-90,0 4 540,0-18-181,0 4-269,0 1 360,0 8-450,0 7 180,0 3-180,0-9-90,0 10 360,0-11-90,0 5 180,0 0 0,7 1 450,3 0-271,8 5-224,4 6 0,5 7-113,2 4 1,4 5-1,1 2 1,-3-3-68,10 6 0,1 2-314,-10-7 0,7 3 0,0 1 0,-2-2 0,-8-5-1,-4-4 0,-3-2 0,17 9 0,-3-6-359,-19-15 359,-9-7-360,-8-6-2428,0 0 1799,-8 5 1408,6 8 0,-9 27 0,-1 17 0,2 2 1,0 0-1</inkml:trace>
  <inkml:trace contextRef="#ctx0" brushRef="#br3" timeOffset="517486">19244 9060 6633,'26'-13'990,"-15"6"-91,28-16-359,-25 8 359,7-4 1,-1 0-271,-8-2 181,-20 8-720,-11 21 0,-7 8 0,-7 0 0,-6 4 35,8 0 1,-5 5 0,-2 3 0,2 0 0,2-3-571,-3 4 1,2-1-1,-3 1 373,6-5 0,-5 2 0,0 1 0,4-2 0,6-2-153,1 8 1,5-5-496,-10 0-1079,38-15 1024,3-11 0,8-11 1,-1-3-1</inkml:trace>
  <inkml:trace contextRef="#ctx0" brushRef="#br3" timeOffset="517737">18803 9099 7533,'8'-34'1638,"0"-1"0,11-4 0,-2 16 0,2 5-815,0 12-193,11 8 0,3 7-900,-12 6 0,1 2-30,6-1 0,3 2 1,-4 1-61,-1 8 0,-5 1-900,2 0 1,-5 0 1259,-8 5 0,-25 4 0,-15-4 0</inkml:trace>
  <inkml:trace contextRef="#ctx0" brushRef="#br3" timeOffset="518637">18944 9629 7533,'-19'12'2878,"-5"-5"-1619,22-12-989,10-10 90,19-22-135,0 20 0,-1 0-45,6-16-360,7 14 180,-22 13-90,19 12-180,-7 7-90,-2 7 0,3 3 225,1-2 0,1 1 585,-3 2 0,1-2-90,1-8 0,-4-10 809,-9-28-719,-2 0-360,-22-19-180,4 17-270,-27 16 0,-7 6-180,-9 4 405,-2 6 1,2 13-646,22 13 0,6 8 1,2-3 599,-2-8 0,5 0-450,6 11 1,5 6-1,10-9 630,14-13 0,7-6 0,1 0 0,2-2 0,6-5 0,1 1 0</inkml:trace>
  <inkml:trace contextRef="#ctx0" brushRef="#br3" timeOffset="519172">19614 10029 7533,'26'-19'3238,"-14"-2"-1979,3-4-90,-15-7-1348,-15 5-1,-13-5-630,-9 18 765,0 14 0,0 6 315,-7 4-270,12 8 0,-3 6 0,4-2 180,-4 7-210,11-2 0,-1 6 0,9-4-330,20 4 315,3-4 0,6-4 0,19-17 0,7-7 0,-10 3 0,0-4 45,9-7 0,-1-4 360,-5-1 0,-3-2 1259,4-13 180,6 1-2878,-62 18 539,1 21 0,-2 5-89,-17 2-361,10 9 1,5 1 179,15-13 360,-5 19-1528,16-16 1528,0 0-630,8 4 1080,2-15 0,21-14 0,10-7 0,2-6 0,0 0 0</inkml:trace>
  <inkml:trace contextRef="#ctx0" brushRef="#br3" timeOffset="519387">20038 9964 7533,'10'-26'3148,"-3"12"-2518,-22 19-406,-9 19 1,-3 8-630,-1 4 1,-3 4-166,5-7 0,-2 4 0,-1 0 1,2 0-301,0 4 1,3 0-1,-1 0 390,-2 0 0,-1-1 1,4-3 479,4 0 0,5-11 0,7-21 0,18-26 0</inkml:trace>
  <inkml:trace contextRef="#ctx0" brushRef="#br3" timeOffset="519605">19667 10364 0,'10'-40'600,"-2"8"2676,-8-4 0,16 25-670,-5-12-2966,24 30 0,3 9-180,-9-5-553,5 6 1,8 5 0,-6-2 1020,-12-5 1,-3 2-1,15 12 1,-3 3-1,-17-8 1,1-1-1</inkml:trace>
  <inkml:trace contextRef="#ctx0" brushRef="#br3" timeOffset="519987">20285 10583 7533,'0'-31'3276,"-16"-13"0,-19 13-2820,12 14 1,-1 4-322,-3 12 0,1 8-765,6 11 1,5 7-136,0 1 1,4 4 269,5 7 0,2 3 360,0 7 1,0-1 538,4-4 1,0-2 1233,2-7 0,-4-4-416,-13-1-683,-13-59-1259,7 8 1,-3-1-920,-6-4 1,-1 2 1124,11 8 0,1 4 0,-14 8 0,25 21 0</inkml:trace>
  <inkml:trace contextRef="#ctx0" brushRef="#br3" timeOffset="527353">19438 8221 6183,'0'8'-359,"0"-2"359,0-6 0,-8 0 359,6-6-269,-6 4 450,8-4 90,-7 1 89,5-9-359,-14-5-90,14-19-1439,-6 4 349,16-5 1,17 8 0,13 5 0</inkml:trace>
  <inkml:trace contextRef="#ctx0" brushRef="#br3" timeOffset="527537">19579 7808 0,'-8'-40'0,"7"10"0,0 0 758,-6-2-848,7-10 1517,15-6-1517,5 18 0,3 0 90,4-4 0,3-1 0,-3 3 0,3-1 0,-1 1 0,-2 5 0,0 0 0,0 0 0</inkml:trace>
  <inkml:trace contextRef="#ctx0" brushRef="#br3" timeOffset="527703">20055 6737 0,'0'-39'0,"0"1"0,8 5 989,-1-11 0,4 0-1214,5 23 0,3 2 225,-1-1 0,1-1 0,10-15 0,1-1 0,-2 6 0,-1 1 0</inkml:trace>
  <inkml:trace contextRef="#ctx0" brushRef="#br3" timeOffset="527886">20496 5872 7533,'-1'-33'30,"0"-1"0,3-4 0,6 3-395,11 11 1,5 1 0,-2-6 0,2-3 0,1 1 0,5-1 0,0 1 0,0-1 0</inkml:trace>
  <inkml:trace contextRef="#ctx0" brushRef="#br3" timeOffset="528036">21096 5007 7533,'-10'-37'1169,"2"-3"-1169,15 12 0,2-1 90,3-13-1063,7 14 0,3 2 794,7-3 179,-4 11 0,1-1 0,4-2 0,1-1 0,5-2 0,1 1 0</inkml:trace>
  <inkml:trace contextRef="#ctx0" brushRef="#br3" timeOffset="529120">22137 3652 0,'0'-20'0,"0"-15"1798,0 6-1708,0-4 1449,0 14-1449,0 25 991,0 8-856,0 20 0,0 10-225,0-11 0,0 3 0,0 2 703,0 0 1,0 3 0,0 1 0,0 1-704,0-3 0,0 2 0,0 1 0,0-2 0,0-4 96,0 5 0,0-4 0,0 0-186,0 8 0,0 0 0,0-26 0,0-30-405,-5-28 1,-6-10 494,-5 9 0,-3-1-60,8 4 0,0-1 0,-6 15 419,-20 27 1,-8 20 0,5 3-90,8 6 0,3 7-996,2-3 0,-4 6 0,2 0 0,9-3 771,5 6 0,10-3 248,5 2 1,10-7-249,10-22 0,5-6 45,14 5-90,0-21 0,2-6-360,-8 0 0,1 0 360,0 2 0,3 0 0,-2 0 0,7-4 0,-2 1 0,-2 6 0,1 0 0</inkml:trace>
  <inkml:trace contextRef="#ctx0" brushRef="#br3" timeOffset="530088">22595 4195 7533,'-18'-18'599,"-1"1"1,-6 3 0,1 4-600,3 5-180,-21 10-180,23 8 180,-7 7 0,1 17 270,5-8 0,7-4 0,1 4-90,5 0 0,4 1 0,1 9 0,4 1 45,8-2 0,6-3 45,1-5 0,3-8 180,17-15-135,-18-31 0,-5-14-76,-8 1 1,-4-4 0,0 0-60,3-7 0,-2 0 210,-2 4 0,0-3 0,-3 9 150,-6-1-540,14 0-90,35 58 270,-21 1 0,11 5 0,0-2 0,-11-9 180,7 5 180,-1-1-180,-1 2 90,-13 6-1,4 6-179,-16-17-449,0 9 89,0-23-90,8 10 180,-6-9 0,13-20 180,-5 7-90,2-10 0,2-5 90,-1 1 0,1-2 45,5-14 0,-3-2 270,-5 7 0,-2 1-405,0 0 0,-2 15 0,-7 25 90,-1 22 0,2 9-90,2-4 0,1 2-90,-1 11 0,4-3 225,7-11 0,6-10 495,17-22-405,-10-16 0,-1-8 0,-2-17 0,-3-3-1,-6 10 1,-3 1 180,-2-3 0,-4 15-315,-6 25-540,0 23 270,2-1 1,4 4-1216,12 16 1,5-1 1484,-8-16 0,3-4 0,21 3 0,5-7 0,-12-17 0,0 0 0</inkml:trace>
  <inkml:trace contextRef="#ctx0" brushRef="#br3" timeOffset="530859">23583 4156 7533,'-17'-13'719,"-1"-6"541,-8-1-1081,7 6-628,-14 2 179,5 12-90,1 12 270,-7 2 90,23 6 90,-13 11 0,6 13-45,11-20 0,3 1 45,2 7 0,4-1-180,9 3 180,23-4 90,1-29-1786,-8-11 0,-1-4 1696,13-10 193,-20-4 1,2-11-1,-3-2 1,-3 8 165,-6 8 1,-1 0-150,5-17 0,0-5 0,-7 24-570,-8 29 270,-6 16-810,6 9 1,4 5-136,5-5 1,2 1 449,-6 2 1,5-2 1034,14-3 0,5-9 0,12-23 0,-8-2 0,-1 0 1</inkml:trace>
  <inkml:trace contextRef="#ctx0" brushRef="#br3" timeOffset="531106">23936 4168 7533,'-8'-19'2698,"-2"-6"-1888,-7 17-1440,7-4 540,2 18-450,8 24-2737,8 12 3027,-1-5 0,4 2 250,1-7 0,3-3 0,2-1 0,1-4 0,18 6 0</inkml:trace>
  <inkml:trace contextRef="#ctx0" brushRef="#br3" timeOffset="531519">24148 4221 7533,'-20'-20'2158,"-3"6"-1348,21 20-1080,-6 9-90,16 22 180,-6-14-315,12 6 1,3 0 404,-3-8-180,19 14 180,-4-34 0,-1-7 0,-9-8 225,14-3 0,-3-4 0,-22-6 0,-4-3 90,12-12 0,1-1 45,-6 4 0,-2 2 269,0 3 1,-1 5-90,0 5-540,8 64-3187,-12-17 3020,11 12 0,7 11 0,-4-10 257,-9-7 0,13 6 0,-4-13 0,-18-36 0</inkml:trace>
  <inkml:trace contextRef="#ctx0" brushRef="#br3" timeOffset="531655">24095 3949 0,'-37'-10'0,"1"0"0,7 3 0,41 3 0,15 7 0,0 0 0</inkml:trace>
  <inkml:trace contextRef="#ctx0" brushRef="#br4" timeOffset="532807">25435 3485 11860,'-17'-14'-2221,"7"-9"4366,-6 14-3574,14-4 3514,-6 30-988,3 15 1,3 10-879,0-5 1,2 3 0,0 4-1,0 2-197,-2-4 0,-1 2 0,0 3 0,0-1 0,0-1 0,1-2 205,0 5 1,2-2 0,-1-1 0,2 1-388,-1 9 0,0 6 0,2-12 0,4-27-150,6-34 1030,8-12 0,1-7-892,-12-1 0,-4-5 1,2-1 255,6-5 0,2-2 0,-2 4-384,-3-5 1,0 4-189,5 7 1,3 8-135,18 15 194,-10 17 0,1 8 1520,4 12 1,-8 8-2001,-21 14 0,-13 3 785,2-17 1,-3 0 0,-3-3-826,-4 0 1,-4-2-1,-1-3 897,-9 0 0,1-1 619,1 7 0,3-2-899,1 0 522,-2-1 0,11-3 499,33-12-1194,-3-6-143,15 0 0,3-2-529,3-4 83,8-5 1,11-2 0,-7-1 1025,-18 3 1,0-4-1,7-7 1,5-7-1,0-3 1,-6 0-1,-8-3 1,0 0 0,0 0-1</inkml:trace>
  <inkml:trace contextRef="#ctx0" brushRef="#br3" timeOffset="533188">25947 4143 7533,'-28'-27'3276,"-13"14"-2891,33 41 1,2 8-655,-17-1-337,21 4 0,4-1-114,-2-14-152,23 8 62,15-9 865,-8-21 0,2-8 35,1-15 0,-3-11 449,-7-6 1,-2-8 0,-4 2-411,-6 12 1,-1 0-1,-2 0 260,2-5 1,-1 0 0,-4 8 150,-5 2-32,0 33-1048,0 33 0,-1-10 1,2 3-181,5 3 0,4 1-269,1 1 0,5-3 989,12-2 0,5-6 0,-6-12 0,3-5 0,4-5 0,0 1 0</inkml:trace>
  <inkml:trace contextRef="#ctx0" brushRef="#br3" timeOffset="533904">26617 4078 7533,'-8'-18'0,"6"9"1349,-21-14 180,-5-3-1664,6 15 0,-1 0-135,-14-14-90,14 46 0,0 21 1,4-2 629,8-5 0,5 3-270,-2 1 0,-1 7 0,5-3 0,9-10-45,21-7 0,9-13 135,3-15 0,0-12-90,-6-9 0,-2-8 0,-4-2 299,-7 0 1,-5-1 0,-2 0 374,6-14 1,-12 7-765,-30 13-90,19 36-405,-9 20 1,4 9 314,15-3 0,6 1 135,-5 3 1,7-6 358,29-17 1,7-14-135,-20-11 0,-2-8 240,3-4 0,1-4 0,-7 1 29,-7-9-359,-19 26-270,5 39 1,8 16 494,4-18 0,7-5 134,20-6 1,4-11-585,-15-13 1,-1-7 284,-1-5 0,0-4 0,-6 0 120,-2-19 0,-2-4 0,-5-1-405,-9 17 0,-8 4 225,-22 2 0,1 50 0,4 18 0,-1 0 0</inkml:trace>
  <inkml:trace contextRef="#ctx0" brushRef="#br3" timeOffset="534605">27499 3536 0,'-13'-24'165,"1"-1"0,0 0 3111,-4-23-2698,16 40 1734,0-9-2222,0 51 0,0 22-270,4-16 0,0 6-150,-3-11 0,0 6 0,0 5 1,0 2-1,0 0 0,1-2 1,1-6 171,2 5 1,2-4-1,0-1 1,-1 3-131,-1 5 0,-2 4 0,1 0 0,2-5 1,4-9 827,10 3 0,3-18 1,6-27-1,5-33 1</inkml:trace>
  <inkml:trace contextRef="#ctx0" brushRef="#br3" timeOffset="534954">27658 4221 7533,'-10'-13'989,"-6"-6"360,14 4-1169,-5 2 270,30 8-270,-17 5-45,18 0 0,7 0-45,8-11-360,-1 5 0,2-3-90,2-12 0,-3-6-45,-9-3 1,-3-1 359,-4 6 0,-5 0-3232,-10-23 3072,-16 30 295,-2 4 180,-23 6-1,10 19 1,1 8 135,-9 7 0,7 9-645,15 8 0,8 9 0,5-4 60,0-14 0,3-1 1,5-1-114,6 0 1,5 2 0,4-3-1,1-6 293,11-5 0,3-7 0,1-7 0,-3-10 0,-1-7 0,1-1 0,3-6 0,1 1 0,-1 0 0</inkml:trace>
  <inkml:trace contextRef="#ctx0" brushRef="#br3" timeOffset="535422">28487 3498 0,'-10'-35'690,"-6"-6"2586,14 36-2491,-13 30-875,13 8 794,-2-5 1,0 6-496,-1-1 1,-1 3 0,1 2-150,3 1 0,0 2 0,2 4-60,1-7 0,0 5 0,0 0 0,2 0 0,-1-5 209,1 3 1,1-3 0,3-1-210,3 3 0,2-1 0,-1-13 3053,-1-19-3413,6-25 180,-14 7-180,5-31-482,-7 27 662,-7-10-72,-11-5 432,-5 17 0,-5 3 315,0 4 0,-1 4-271,-3 2 1,1 10 0,0 24 0,12 10-585,22-8 1,5 0 314,-10 6 0,4-5-360,19-12 0,7-7-720,5-6 1,1-6 539,-4-5 1,1-1 696,8 4 1,0-2-113,-12-3 0,-3-4 0,11-19 0,1-11 0</inkml:trace>
  <inkml:trace contextRef="#ctx0" brushRef="#br3" timeOffset="536121">28734 4143 7533,'-24'-32'1799,"18"17"-1215,-17 2 1,-1 8-135,18 17-90,-17-3-360,23 38-360,8-4 45,2-10 0,5-2 45,6-8 0,3-5 135,3-6 1,1-6-3094,17-13 3228,-11-7-45,-23-15 0,-5-7-90,1-13 0,-4-1 225,1 5 0,-8 12 540,-29 32-391,21 23 1,6 15 0,0 5-87,1-7 1,-1 6 0,1 2-1,1 3 1,1 0 0,1-1-199,1 3 0,2 1 0,1 1 0,1-1 0,-1 0 0,1-2 9,-1 1 0,0-1 0,0-2 0,1 1 0,-1-2 18,3 2 0,1 3 0,0-3 0,-4-8 0,-5-13 198,-13-12-899,-3-49 569,9 7 0,1-5 0,0-3 436,1 0 1,1-2 0,0-2 0,4 0-692,3-7 0,4-2 1,2 0-1,-3 4-200,-2 0 1,0 3 0,3 0 634,7-2 0,3 1 0,3 9 240,-2 14 0,5 6 403,19-5 0,6 1-553,-12 4 0,1-1 0,1 0-90,3 0 0,2 0 0,0-4 239,-4-3 1,2-4 0,-1-1 0,-5 5-225,2 0 0,-4-2 180,-7-5 0,-1-7 0,-4-1 0,-8 8 45,-18-7-209,-10-5 1,-7 7 73,2 26 0,-3 7 1155,-17-2 0,2 10-1110,13 23 0,7 9-765,0-9 0,6 2 105,13 3 1,6 3-1,4-3 25,11 3 0,7-1 455,2 0 0,4 1 0,2-3 0,3-8 0,3-4 0,1 1 0,-3-1 0,-1-1 0,1 1 0,0-1 0</inkml:trace>
  <inkml:trace contextRef="#ctx0" brushRef="#br3" timeOffset="536238">29757 4207 0,'-10'-20'510,"-14"-4"2766,13 10-2788,1 1 1,28 19-1,19 8 1</inkml:trace>
  <inkml:trace contextRef="#ctx0" brushRef="#br5" timeOffset="666486">16138 3499 24575,'0'0'0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1:20:01.934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3157 3795 7533,'-9'-21'90,"1"3"90,8 5-1,0 5 1,0-9-180,0 9 0,0-16-270,0 3 181,0 1 178,0 2 181,0 5-270,0 6 720,0 1-270,0 6 719,0 0-629,0 11-181,0 15-269,0 3 135,0 9 0,0 2-135,0 7-262,-2-3 0,-1 9 0,0-1 172,0-12 0,-1 0 0,1 0-30,0 8 0,0 2 0,-1-3-196,0 4 0,0-8 316,4-5 270,0-32-360,0-13-180,0-12 90,0 4 394,0-20-844,0 12 575,0-14-1384,0 11 1079,0 6-1439,0 1 269,0 6 1081,0 6 359,0-4 0,16-14 0,4-10 0</inkml:trace>
  <inkml:trace contextRef="#ctx0" brushRef="#br0" timeOffset="516">3228 3717 7533,'-10'-39'629,"0"1"1,1 6 0,3 3-271,13-15 271,1 19 0,2 2-1,25-12-449,-17 14 0,2 2-90,23-6-90,0 20-45,-17 8 0,1 5 90,-3 4 0,-1 2-135,12 9 270,-19 24-180,-32-1-45,7-16 0,-1 0-170,-7-3 0,-2-1 35,-2 11 0,-1-2 180,-15-2 90,15-4 0,-1 7 0,1-6 0,-11 5 120,14-7 0,-1 4 0,2-3 149,3-1 1,3-1-360,1-3 0,2 1 360,-7 22 0,32-21-360,-4-5-90,13-2 0,9-8-270,3-9 90,-8 9-559,10-9-2049,-11 4 269,9-6 2609,-9 0 0,-13-6 0,-15-2 0</inkml:trace>
  <inkml:trace contextRef="#ctx0" brushRef="#br0" timeOffset="916">3528 4168 8342,'-10'-7'2339,"2"2"-1979,8-1 179,8 4-359,2-9-90,31-2-270,-2-12 0,-8 9 1,-1-1 89,-10-5 0,-3-1 224,-1 0 1,-6 0 45,-18-17-180,-4 14 90,-13 15 90,7 11 0,-8 0 180,-9 23-135,16-2 0,1 4-225,-6 6 0,5 5 45,11 5 0,4 1-180,-1-11 0,4-1-1504,15 2 1,5-3 983,11 0 115,-3-5-719,12-12 450,-25-11 449,20 5-630,-17-6 1,1 0 989,-1-12 0,1-13 0,0-15 0</inkml:trace>
  <inkml:trace contextRef="#ctx0" brushRef="#br0" timeOffset="1266">3951 3575 0,'-29'-29'1680,"5"6"-104,14 47 1,5 9-1397,1-7 321,-1 3 1,-2 7-1,3 0-726,3 7 1,2-1 179,-2-6 0,2 1-202,3 1 0,3 2 0,-2-5 67,-1 5 988,8 4 0,-1 1-988,-9-6 45,6-13 0,0-2 869,-6 0-1904,13-11 592,-13-6-502,14-1 1472,-14 0 1,21-5 0,-3 5-1</inkml:trace>
  <inkml:trace contextRef="#ctx0" brushRef="#br0" timeOffset="1765">4216 4091 7533,'-8'-26'2248,"6"7"-808,-29-6-1171,25 17 1,-18-4 90,8 24-1259,-3 19 674,5-6 0,0 3 135,4 2 0,3 0 90,2-4 0,2 0-90,3 17 90,0-16-180,8 5 180,-6-18 0,13-2-450,9-25 1,1-9 224,-7 5 0,0-3 405,13-8 0,-4-3-135,-16 5 0,-4 2 764,9-9-359,-14 7 809,6 7-539,-16 18-540,6 8 90,-22 25-270,20-9-270,-8-1 0,1 3-2069,17 21 1080,4-3 809,1 0-1439,21-30 1439,-21-7 450,15-12 0,-5-21 0,-1-10 0,4-6 0,-1 1 0</inkml:trace>
  <inkml:trace contextRef="#ctx0" brushRef="#br0" timeOffset="2199">4445 3782 7533,'-4'-25'1034,"0"-1"1,2 2-226,-6-5-539,8 29 270,0 6 449,-7 30-1124,5-5 0,2 4 45,-1 8 0,2 1-531,-1-4 1,2-1-235,5 8 1,1-3 225,2 2 29,-5-11 0,1 5 1,1-2 194,2-4 0,-1-1 360,-2 7 0,-2-2 45,4 3 0,-16-39 540,-2-33-91,2 8 1,-1-2-405,-1-2 0,2-1 405,3-5 0,0 0 1169,-3 4 0,1-1-2965,1-18 1,2 0 1660,-1 17 0,0 2-180,-2-7 0,6 8 225,9 21-720,25 18 270,-9-7-720,-1 9 1,3 2-451,-1-7 1,1-1 1259,15 13 0,-15-10 0,-1-1 0,0 4 0</inkml:trace>
  <inkml:trace contextRef="#ctx0" brushRef="#br0" timeOffset="2467">4745 4027 12030,'-10'24'1169,"2"-8"-1618,8 20-990,0 2 899,0-1-989,0 11 1079,0-26-1079,8 8 1079,-6-22 450,22 10 0,-13-46 0,15-2 0</inkml:trace>
  <inkml:trace contextRef="#ctx0" brushRef="#br0" timeOffset="3448">4921 4168 8522,'0'-12'3238,"-8"-1"-3328,-1 0-180,-9 12 181,0 8 89,9 7 0,-7 16 0,14 14-180,-6 6 180,8-5-270,16-3-90,3-26 270,9 2-90,-3-18 270,-7-1-270,0-28 270,-1 18 135,-7-15 0,-2-1-45,2 8-180,-3-22 539,-7 20 631,0-16-541,-7 3-449,-3 6 360,0-6-360,2 30 270,8-19-990,0 15-1079,16-4 1349,-12 5 180,19 7 90,-5 18 0,2 4-90,13 15 90,-21-10 0,3-7 90,-7 9 90,2-19-180,0 14 360,-2-5-270,-8-5-360,0 11-180,7-11 360,-5-1 360,14-13-180,-6-19-90,0 3-90,2-5 0,-1-5 90,1-21 90,5 20 0,-1 0 90,-4-18 90,12 15 809,-15 21-269,1 9-271,6 32-269,-14 15-180,6-5-180,-5-10 0,1 0-359,6 11-226,-1-19 0,0 0-854,1 11-90,-2-28-1079,-1-12 2698,-5-4 0,-1-14 0,-2-6 0,-4 1 0,1 0 0</inkml:trace>
  <inkml:trace contextRef="#ctx0" brushRef="#br0" timeOffset="3616">4780 3678 7533,'-26'-6'359,"-1"-1"1,-2-6-360,5 6 0,56-27 0,-13 16 0,1 0 0</inkml:trace>
  <inkml:trace contextRef="#ctx0" brushRef="#br0" timeOffset="9549">7391 3201 6903,'9'-7'1079,"-1"-5"-899,-8 11 450,0-11-270,0 5-180,0-6 90,8 0-91,-6 6 91,6-5 180,-8 0-90,0 3-540,0-8 0,0 16 90,-8-11-270,-10 11 180,7-5-359,-28 6 269,33 6 225,-24 0 0,-3 1-45,15 7 315,-23 3 0,-6 2-90,21-5 0,1 0-135,-7 2 0,1 1 89,4 4 1,5 0 0,11-4 0,-13 25-90,22-27 90,2 27 0,2-25 0,22 19 0,-5-10-90,2-7 0,1 1 90,8 8-45,1-4 0,2 0-90,-11-7 0,-2 0 90,2 0 0,1 1-45,-1 5 0,-5 1 360,-13 4-91,-9 0 1,-6 0-90,-20 8-225,10-18 0,-3-4 90,-8-5 0,-1-6-584,-16-9 314,13-2 0,1-3-315,-10-11 270,20 2 91,17 3-811,16 10 720,-6 0-1529,37 1 1799,-15 6 0,21 0 0,8 0 0,-6 0 0,0 0 0</inkml:trace>
  <inkml:trace contextRef="#ctx0" brushRef="#br0" timeOffset="11015">7479 3614 7173,'-8'-14'899,"6"-3"-989,-6 15 270,8-4-90,0 6 720,0 0-540,0 6-180,0-4 269,-8 3-269,6-5-90,-13 6 90,13-5-270,-14 5 1,6-6 268,1 0-89,-7 0 90,6 6 0,0-5-90,-13 11 180,19 0-180,-20 8 90,22-5 0,-5 2 90,7 13-90,7 17-90,1-23 0,2 1-1639,6 10 1,3-4 1343,11-7-122,-9-4 1,-1-4 416,-1-9 180,15-1-91,-15-17-89,-1 2 0,-2-21 0,-14 15 2889,5-33-2979,-7 6 0,0 1 443,-6 6 1,-3-1-264,0 11 0,-2 1 360,-3-10 0,1 2-270,-5-7 449,2 16-179,14 22-720,-5 1 90,14 12 270,3 3-180,16 9 0,-7-10 90,15 5-269,-7 0 269,16 1 0,-13-6 0,11 3 0,-22-15 449,7 9-449,-16-9 540,-3-2-450,-7-8 90,0-5 0,0-11-180,0 8 90,0-2-360,0 12 180,-7 6-270,-3 17 180,0-1 0,-2 9 0,1 4 45,4-4 1,2-1 89,-4 2 0,0 1 0,3 7 0,4-1-225,18 9 0,4 4 270,7-16-90,-9-23-90,13-7-539,-25-13-811,25-24 721,-29 7 629,6-7 90,-8 12 90,0 11 540,0-10 359,0 4 271,0-6-361,0 6-269,0 7 539,0 2-719,0 3 180,8 1-271,-6 1-358,6 6 89,-8 0-810,0 0 270,0 18 540,0-9 90,0 27-180,0-3 270,0 2-90,0-6 0,0 2-90,0 18 0,0-2 0,8-11 180,-7-35-180,23-36 0,-12 7-163,-3-4 0,-1-2 253,0 0-90,0-11 0,2 1 0,0 15-180,5-6-539,-13 26-631,6-2 901,0 11-1025,2 11 1115,0-8-1,5 14 360,-5-15 0,16 26 0,1 1 0</inkml:trace>
  <inkml:trace contextRef="#ctx0" brushRef="#br0" timeOffset="11666">8184 3768 7533,'0'-32'3276,"0"0"-2415,0 12-681,0 7 90,0 2-90,0 9 180,0-10-270,0 11-90,0-5-270,0 6 0,0 0 0,-15 12 0,-5 2 270,-7 18 0,9-11 90,-13 9-180,25-15 180,-18 9-90,16-4 180,7 18-90,1-4-90,17 10 0,18-16-360,-2-14 1,3-4 224,1-9 0,1-6 90,3-4 0,-2-2 0,-11 1 0,-3-3 180,2-13 0,-5-1-135,-8 3 224,6-9 1,-1-1 135,-15 9-135,5-2 0,-3 0 854,-14 0-629,-9 0-360,-3 8 315,-8 22 0,-1 6-585,12 1 45,-12 5 0,3 6-405,22 18 450,-12-9-360,20-1 1,8 1-91,3-9 0,5-1-539,10 4 0,3-1 1079,-4-2 0,-1-4 0,15-10 0,-27-9 0</inkml:trace>
  <inkml:trace contextRef="#ctx0" brushRef="#br0" timeOffset="12366">7479 4556 7353,'-8'-20'2428,"6"-4"-2068,-6 15-90,8-9-90,0 17 90,0-5-180,0 24-180,0-2-90,0 32 270,0-21 0,0-1-180,0 17 450,0 4-270,0-38-90,8 3 179,2-30-89,8-20-90,-1 6 0,-8-6 0,0 0 0,8 11 90,-11-13 0,-2-3 180,5 17 0,-2 2 270,-5-24-630,6 26 270,-8 46-90,0-1-360,0 14-180,0 12 90,-1-20 0,2 2-180,3 6 1,0-1 359,-4-9 0,2-1-315,3 3 1,5-5-1755,8-12 1889,1 11 360,-1-23 0,1-16 0,1-8 0,0-1 0,-1 0 0</inkml:trace>
  <inkml:trace contextRef="#ctx0" brushRef="#br0" timeOffset="12750">7832 4543 7533,'0'-33'899,"0"7"91,0 7-91,-16 12-899,12 1 180,-12 6-270,1 12 180,11 2 90,-20 24-180,22-9-180,-6-2 0,1 0 90,5 3 0,0-3 0,4 1-359,15 6 449,3-1-90,-2-15 0,13-12 359,-10-6 1,13-24 0,-1-15 494,-13-4 1,-7-4-495,-3 14 0,-1 0 0,-2 0-225,0-14 0,-10 10-135,-36 18 0,25 13-450,-11 12 0,1 5-359,10 5 719,-9 9-3097,31 0 2686,-7-16 591,15 8 0,33-15 0,-16 1 0,1 0 0</inkml:trace>
  <inkml:trace contextRef="#ctx0" brushRef="#br0" timeOffset="13598">8255 4207 7533,'-10'-7'1259,"2"-4"-1079,8 9 450,-7-3-91,5 16-629,-6-8 360,8 31-360,0-22-45,-4 12 0,0 5 90,3-1 0,0 3 90,-3 13 0,0 4-90,4-1 0,0-1 45,-1-9 0,2-3-45,6-1 0,2-5-314,3-5 89,21-16 270,-21-12 90,3-31 629,-23-2-269,-1 2 180,-17-1-181,-1 18-269,-16 18 0,13 13 270,-3 22-180,23 6-180,2-2 90,8 6 90,16-5-405,-4-15 0,3-1 0,6-5 0,3-4-270,6-1 0,1-7 225,5-10 0,-1-3 135,-10 3 1,-1-2 88,9-12 1,-2-6 225,-10 0 0,-4-3 0,2-6 0,-1-2 0,0-3 0,-3-1 134,-7 5 1,-6 3-405,-10-9 90,4 15 90,-27 25-90,27 8 45,-15 10 0,-1 5-45,12 3 0,2 3-135,-8 5 0,3-1-1594,9-6 1,4-2 1343,0 5-695,29-6-179,-3-14 0,5-4 1169,8 1 0,2-7 0,-4-12 0,-4-8 0,-6-7 0,-1 0 0</inkml:trace>
  <inkml:trace contextRef="#ctx0" brushRef="#br0" timeOffset="14731">11165 3382 7533,'0'-14'0</inkml:trace>
  <inkml:trace contextRef="#ctx0" brushRef="#br0" timeOffset="15099">11183 3329 6993,'0'-21'720,"0"-2"-630,8 22 89,-6-10 361,6 3 270,-8-5-91,0 0-629,0 0 270,0 6-180,0 1-180,0 6 180,0 6-180,-8 36-135,-1 2 0,0 8 67,4-15 1,0 2-1,0 2 1,1 0-358,-1 2 0,0 2 1,1-1-1,0-2 335,1 4 0,0-1 0,1-5 0,2 4 0,0-9-539,0-16 539,8-13-1259,2-24 1349,0 3 0,-3-34 0,-7 2 0</inkml:trace>
  <inkml:trace contextRef="#ctx0" brushRef="#br0" timeOffset="15399">10936 3407 7533,'-37'-27'1169,"12"13"0,9-2 1620,35-27-2250,2 18 1,5 1-450,2 2 0,5-1 0,-2 3-201,10 0 0,1 0-69,-3 2 0,2-1 1,0 3-331,-6 7 0,-1 2 0,1-1-510,12-5 1,3 0 0,-4 2 794,2 2 0,-4 5-630,-3 1 1,-9 6 404,-20 4 450,3 12 0,-19 10 0,-7 8 0,1 4 0,0 1 0</inkml:trace>
  <inkml:trace contextRef="#ctx0" brushRef="#br0" timeOffset="15950">11712 3601 7533,'-17'-26'2518,"-1"6"-2158,8 7 180,-13 7-450,11 6-360,-21 23-90,14-5 0,2 4 270,2 8 0,1 1 90,-3-5 0,1 1 225,2 11 0,2 1-45,1-16 0,2 0-315,4 26 0,9 0-315,15-9 405,-2-15 0,3-8-45,6-25 0,-1-9 45,-6 2 1,0-6 44,5-12 0,3-9 0,-4 2 269,-4 2 1,-3-1-180,1 6 0,1-2 0,-4 3 449,-2-5 1,-8 8 990,-18 10-991,10 8-629,-21 21 90,7 25-90,8-2-315,2-8 1,1 2-496,5 0 1,2-1 179,-8 14-539,13-12 0,6-3 1259,16 6 0,-6-16 0,3-3 0,3-7 0,-1 0 0</inkml:trace>
  <inkml:trace contextRef="#ctx0" brushRef="#br0" timeOffset="16233">11942 3924 10501,'0'14'1079,"0"-3"-1169,0-11-359,15-34 89,-9 10 0,0-1 270,6-2 0,1-2-30,-1-3 0,-1-4 0,0 4 345,0 7 0,-1 1-180,3-12 0,0 3-405,2 9-1349,-5 35 90,8 11 1080,0 5 539,-9-3 0,23 1 0,-3 3 0</inkml:trace>
  <inkml:trace contextRef="#ctx0" brushRef="#br0" timeOffset="16849">12400 3717 7533,'-10'-20'2788,"-5"-5"-1798,5 11-811,-8-5-179,8 12-719,-5 7-1,-3 36-179,6 7 809,4-17 0,1 1-90,6 5 0,2-3 0,-1-5 90,-1 3 0,2-1 0,7-9 0,1 13 90,17-23 0,-7-1 0,23-29 0,-13-17 90,-11 20 0,-1-3-30,-4-6 0,-2-4 0,-1 0-15,0-3 0,-1 1-45,1-5 0,-2 0 135,-3 4 0,-2 6-135,-3 8 360,0 15 0,0 33-270,0 9 59,0-4 1,0 5 0,0 0-15,0 9 0,0 1-323,0-12 0,0 1 0,0 2 277,0 4 1,0 3 0,0 0 0,0-1 30,0 5 0,0-2 0,0 2 15,-1-4 0,-1 3 0,0-2 0,-1-3 224,-2-2 1,-1-2 0,-1-7-225,-1-1 0,-3-12 585,-23-30-540,7-4-180,5-14 0,1-6-45,-2 5 0,1-1-1027,-6-7 1,3-1 1116,10 11 0,0 1-90,-6 3 0,3 1 217,14-10-891,-12 6-2160,16 5 1890,16 22-90,-4-5 1079,37 0 0,-19-2 0,3-2 0,12-4 0,0 0 0</inkml:trace>
  <inkml:trace contextRef="#ctx0" brushRef="#br0" timeOffset="17265">12753 3898 7533,'0'-39'3276,"8"-5"-2325,9 9-681,11-2-270,-1 23 270,-1-9 0,-9 14-90,-7-16-90,-2 11-90,-8-10 180,-8 10-540,-2 1-180,-15 1 360,-10 28 0,5 0 180,-3 11-270,23 14 180,-6-18 90,13 3 0,4 3 270,7 13-180,-4 4 90,17-21 0,5-2-1079,13 6 224,-1-14 0,3-5-315,-4-5 1,-2-4 360,12-8 629,-21-3 0,-5-4 0,-9-25 0,1 12 0,0 1 0</inkml:trace>
  <inkml:trace contextRef="#ctx0" brushRef="#br0" timeOffset="17532">13300 3136 7533,'-10'-7'1799,"-14"-5"-630,13 22-359,-15 28-766,16-6 1,3 3-45,1-2 0,2 3-1093,0-1 1,2 3 0,0-3 614,1-6 0,2 2 118,1 2 0,2 7 0,1 0 1,0-2-734,0-1 1,2-2 0,0 0 941,2 1 1,0 0-1,1-2 151,2 17 0,1-20 0,-3-42 0,-2 5 0</inkml:trace>
  <inkml:trace contextRef="#ctx0" brushRef="#br0" timeOffset="17715">13264 3601 7533,'-17'-46'2608,"7"13"-179,10 3-720,41 4-1439,-11 7 0,5 0-480,2 4 0,5 2 0,0 0 175,1 2 0,0 0 0,-1 0 0,-7 1 0,-1 0 1,-1 0-1,8 0 0,0 0 0</inkml:trace>
  <inkml:trace contextRef="#ctx0" brushRef="#br0" timeOffset="18734">11307 4568 7533,'-18'-19'2608,"8"6"-2158,2 2-270,8 9 90,0 2-360,-8 7 360,-1 35-180,-1 1-315,5 2 0,2 3 135,3-15 0,0-1 45,0 1 0,0-4 45,0-4 0,8-25 0,2-7 90,7-29-90,1 17 0,-9-13 0,0 0 0,8 6 90,-8-10 0,0 0 180,8 5-46,-8 0 1,0 2-45,9 5 540,-8-11-630,-3 26-180,-7-2 180,0 28 180,0 16-270,0 3-135,3-9 0,2 0-45,5 2 90,-2-2 0,2 1-1169,15 13 1079,-13-1-1459,7-18 1,1-2 1625,-6-4 0,27 2 0,-14-12 1</inkml:trace>
  <inkml:trace contextRef="#ctx0" brushRef="#br0" timeOffset="19151">11836 4647 7533,'-8'-26'1889,"-2"0"-1260,-23 11-449,19 9-405,-11 28 0,3 9 225,16 0-60,-4-1 0,-3 7 1,5-4-166,10-3 0,2-3 225,-9 4 0,4-1 0,14-4 0,5-5-90,12-7 0,7-1 270,-8-20 0,-1-9 89,-11-8 1,-3-5 0,10-9 0,-5-4 0,-14-4 0,-8 2-180,0 14 0,-6 5-675,-11 3 0,-3 8 315,-6 14 91,3 7 179,26 7 0,26 4 0,11 2 0</inkml:trace>
  <inkml:trace contextRef="#ctx0" brushRef="#br0" timeOffset="20016">12312 4285 7533,'-20'-15'1259,"5"4"-629,15 11-91,-8 0-449,6 40 90,-6-24-315,10 26 0,4 3 45,-4-16 90,2 13 0,0 5-1225,-4-16 0,0-1 1270,-1 2 0,2-2 38,2 2 0,2-3-263,-4 4 90,15-6 90,-14-9 90,14-12-180,-14-23 90,6 7 0,-8-37 180,-16 11 0,4 1 1682,-5 1-1592,1 31 602,-2-14-692,-9 21-270,7-2 180,-3 22 90,13 9-180,0 2 180,2 13-180,8-25 44,3 3 1,2 1-45,13 9-89,1 4 89,7-10 0,-1-17-135,-1-8 0,3-2 90,8-4 0,3-4 45,-3-2 0,1-2 0,-1-1-122,-1-3 1,0-3 151,4-3 0,2-4 0,-6-1-1128,-11-4 1,-1 0 1097,13-1 0,-1-2 360,-15-9 0,-5 2-270,-4 12 90,-5-1 0,-3 0 269,-2 2 91,0-3-2855,-7 2 2585,5 13 1836,-14 2-1926,-25 21-180,8-7 180,2 12 0,3 6 783,0 19-1863,24 6 1,6 1 764,-2-21 0,4-1-525,10 5 1,6 2-1,3-7 660,11-9 0,5-9 0,-5-8 0,2-5 0,1-2 0,5-5 0,-1 0 0,0 1 0</inkml:trace>
  <inkml:trace contextRef="#ctx0" brushRef="#br0" timeOffset="27816">23777 4414 7533,'-8'-22'-360,"6"-1"990,-5 16-451,7 0-448,0 1 359,0 6 89,7 0-89,-5 0 360,6 0 90,-8 6-360,0 1 269,0 18-269,0-10 45,0 14 0,0 7-315,0 11 0,0 4-1003,0-6 1,0 3 0,0-1 933,0-6 1,0-1 0,0 1 8,0 10 0,0 2 1,0-8 132,0-16 0,0 0-43,0 10 0,0 5 0,0-9 60,0-6 90,4 2 0,0-10 270,-2-25-270,6 8 270,-8-33-720,0 0 450,0-5-405,-4 6 0,0 3 315,2 6-180,-1-10 1,-2 0 269,-3 10 1548,-2-8 0,-5 1-999,-30 8-549,22 5 0,-1 2 89,-13 12 1,-1 10 135,2 11 0,0 6-1138,8-6 0,0 1 0,1 1 868,-5 8 0,2 3 195,9-5 0,1 1 0,4-3-234,-6 12 444,8 3 0,3-1-270,3-5 134,15-6 1,2-1-45,-5-8-270,23 1 0,8-4 180,-10-12 0,1-4-225,22 1 0,0-2 0,-19-2 0,-1-3-1048,6-11 1,3-7 0,-4 4 740,14 2 0,-5-7 0,0 2 0,2 15 0</inkml:trace>
  <inkml:trace contextRef="#ctx0" brushRef="#br0" timeOffset="28399">24112 5150 7533,'-19'-29'3276,"-5"-6"-1875,22 27-1311,-6-11-900,1 13 541,5 0-1,-14 12-540,-2 23 810,-1-10 135,-3 10 0,3 0 45,5-4 135,-2 1 0,0 2 134,10-2 1,3 0-405,5 4 0,2 0-135,-8 18 45,23-22 0,1-5-135,-14-11 0,20 2 0,3-7 180,-14-16 0,14-9 0,-1-9 0,-15-8 0,-4-6 150,2 6 0,1-1 0,-2 1-60,-3-2 0,-4 2 360,-3-5 0,-8 8 629,-19 17-1529,-11 4 0,11 21-449,3 30-990,22 1 674,-2-12 1,1-2 225,10 10 179,3-11 451,0-18 359,-2-6 0,-8-11 0,0-4 0</inkml:trace>
  <inkml:trace contextRef="#ctx0" brushRef="#br0" timeOffset="29181">24448 5201 7533,'0'-15'1439,"0"-13"-1169,0 24-360,0-13 180,0 11-180,0 5 719,0-5 1,0 6 0,0 0-630,-8 0 180,-2 6-540,-8 7 180,-15 12 270,4 8-45,10-12 0,2 2-45,6 9 0,5 0-360,6 12 180,4-14 0,9-5-180,33-13 1,6-16 493,-25-11 1,-1-6-15,8 2 0,3-3 0,-10-5 0,-17-6 0,-9-4 0,-2 2-209,2-10 1,-4 4 178,-5 13 0,-2 5 360,1 0-270,1 34-90,0 26-45,10 2 0,2 5-195,-4-7 0,1 1 0,0 1-104,1-4 1,1-1 0,1 4 298,2 3 0,1 3 0,-1 2 0,-1-3 225,-3 4 0,-1-1 0,0 1-46,2-3 1,1 2 0,-1-1 0,-5-4 294,-5 1 1,-5-4 0,-3-7-340,-6-5 0,-5-9-180,0-12 0,-2-7-90,-5-12 0,-1-2-90,-1 5 0,-1 0-855,-1-2 1,0 1 1034,3 2 0,5 1 0,12 2 0,28 1 0</inkml:trace>
  <inkml:trace contextRef="#ctx0" brushRef="#br0" timeOffset="30233">23301 8351 0,'-10'-21'1410,"-6"3"1866,7 10-2762,-1-3 625,2 9-1139,8-3 860,-8 5-1040,-2-6 3122,-23 10-3481,-12 15 629,10 2 0,-1 4-286,12-5 0,-1 3 406,-1 2 0,-3 2 0,4-2-165,8-6 0,1 1 134,-6 11 1,-2 5 0,3-1 450,0 6 0,5 1-451,7 8 1,6-1-135,6-8 0,6-6-90,7-13 0,5-5-90,8-3 1,1-4 44,9-3-90,3-3 0,-2-2 0,-4-2-720,4-2 1,0-2 539,-9-3 360,-2 1 0,1-1 0,15-11 0,-18 8 0,-1 0 0</inkml:trace>
  <inkml:trace contextRef="#ctx0" brushRef="#br0" timeOffset="30749">23671 8583 7533,'-19'-33'2698,"-5"13"-1708,7 2-1080,-3 11-900,-13 23 900,13-5-180,2 12 1,3 3 179,3 3 135,-4-7 0,1-1 45,11 6 224,-8-3 1,0 1-135,10 5 90,-6 1 0,1-1-180,5-6-135,3 3 0,5-1 45,30-9-315,-13-6 0,1-4 225,21-8-45,-19-16 0,-3-7 315,-11-2 0,-3-3 270,9-7 0,-2-1-1,-9 4 1,-4 2 989,-3-8-1619,-10 38-449,0 34 134,5-7 0,2 2 360,5-2 0,4 1-1504,5 8 1,3-4-1085,8-5 2048,2-2 1,1-1 674,4-9 0,-4-18 0,1-8 0,-3-3 0,-1 0 0</inkml:trace>
  <inkml:trace contextRef="#ctx0" brushRef="#br0" timeOffset="31034">24042 8118 7533,'-8'-14'1799,"-2"-9"-990,0 20 361,-5 38-811,13-13-562,-1 10 1,0 11 0,1 6 0,2-3-618,4-3 1,2-1 0,1 1 0,-1 2 702,-1-3 0,-1 3 0,0 0 0,0-1 0,1-3 0,4 12 0,0-2 0,0-8 0,-1-12 0,0 1 0</inkml:trace>
  <inkml:trace contextRef="#ctx0" brushRef="#br0" timeOffset="31216">23971 8595 7533,'-12'-28'1638,"-1"1"0,-7-16 0,17 14 0,4 2-904,3-1-195,22 6 1,5 3-360,-6 2-405,19-2 0,1 2-315,-10 2-330,4 8 1,9 1 0,-6 1 869,-16 1 0,-1 1 0,13 2 0,6 1 0,-4 1 0,-8 2 0,0 1 0</inkml:trace>
  <inkml:trace contextRef="#ctx0" brushRef="#br0" timeOffset="32568">28134 6879 9961,'-20'6'900,"5"7"-990,15 1 450,0 28-360,0-12 0,0 14 90,0 5-90,0-13-45,0-2 0,0 0-45,0-3-90,2 0 0,4-9 90,3-24 90,9 11-45,-8-31 0,-2-9-45,9-2-746,-10 1 0,-2-8 0,1 4 791,3 9 0,0-1 15,-3-14 0,-1-6 0,1 6-1176,3 10 1,0 2 1295,0-13 0,0 0 45,0 7 0,-1 5 282,2-8-237,-2-4 270,-8 37-270,0 19 0,0 30-180,0-11-135,0 13 0,0 4-90,0-18 0,0-1 897,0 11 0,0 1-942,-2-10 1,4-3 3105,21 11-3016,-1-18 270,13-12 0,-9-52 0,-9 17-60,-6-3 0,0-6 0,1 1 60,2 0 0,1 0-45,-1-9 0,-1-1 135,1 7 0,-4 5 590,-8 8-320,6-5 360,-16 49-541,6-9-314,-5 9 1,-2 6 44,4 15 0,0 2-450,0-4 0,1 0 270,2-5 0,2 2 0,2-1-675,4 9 1,5-3-225,5-7 0,4-2 1079,0-1 0,5-5 0,0-14 0,3-6 0,-2-9 0,0 1 0</inkml:trace>
  <inkml:trace contextRef="#ctx0" brushRef="#br0" timeOffset="33233">29175 6802 7533,'-26'-13'1079,"7"6"-269,1-5-810,10 11 629,8-11-809,0 11 90,0-16 90,0 14 90,0-14-90,0 15 90,0-9 90,-16-2 90,5-2-270,-38 8-540,10 37 300,11-10 0,-3 2 1,5 2 69,8 4 1,1 3 169,-7 2 0,-4 3 0,9-5-1406,14 4 1451,-12-5 0,2 0 314,13 7 451,2 9-900,21-21 0,7-2 135,0-4 0,3-5-135,2-12 0,3-6 0,-1-6 90,-3-5 0,-2-7 0,-2 1-84,6-7 1,-3-3 113,-10 0 0,-1-2 0,-4 1 239,-5-3 1,-3 2 822,0 1 1,-6 2-14,-28-1 498,-13 51-1667,15 2 0,3 3 0,7-2 0,3 1-540,1 4 1,4-1-91,4 2-1978,2 20 2158,10-26 540,4 2 0,5-3 0,6-17 0,3-4 0,8 7 0,1-1 0</inkml:trace>
  <inkml:trace contextRef="#ctx0" brushRef="#br0" timeOffset="34696">29492 6905 7533,'-19'-7'1079,"3"1"-719,0 6-360,12 6 540,-19 12-271,21 27-89,-6-8-352,7-6 0,2-2 82,-1-6 135,0 7 0,0-1 45,0-9-450,16 22 360,-5-35 0,7-1-270,6-46 90,-13 18 135,6-13 0,0-1 45,-6 5 45,2-1 0,-2-1-135,-9 1 315,6-1 0,0 0-135,-6 3 540,5-14-360,-7 30-1,0 3-179,0 17 90,0 18-90,0-1-135,0 3 0,0 2-135,0 8 90,0-6 0,0 2-90,4-5 1,0-1-91,-2 10 90,22-2 180,-13-32-90,31-20 0,-21-4 135,8-13 0,-1-4-99,-16 17 1,0-1 83,6-8 0,3-4 0,-4 4-120,5-9 719,-5 4 1,-1 0-450,2 2 2249,-16 13-2654,-2 40 0,-2 14-495,-4-2 1,2 2-181,7 2 1,3 3 0,1-4-1,7 14 945,4-26 0,5-10 0,12-34 1,-13 11-1,1-1 0</inkml:trace>
  <inkml:trace contextRef="#ctx0" brushRef="#br0" timeOffset="36133">30268 6892 7533,'-9'-7'1169,"-7"-5"-269,6 5-271,0 0-899,10 30 0,10 13 270,-1-13 0,0 1 0,-4 7 0,-1-2 180,4 7-270,0 9 360,-6-25-180,6-9-90,0-22 0,-6-3 0,13-30 0,-13 20 0,10-5 0,0-1 90,-8 6-45,3-1 0,2 1 135,-2 3-90,3-10-90,0 17-90,-2 1 90,-8 8 0,0 10 0,0-4 0,8 11 0,-6-5-90,5 6 90,9 0 0,-4-6 0,21-12 0,-21-4 0,9-13 0,-3-3-90,-12-1 180,14-4 0,-1 0 540,-15-5-1,12 8-359,-16 10 360,0 28-540,-8-2-180,-2 38 270,0-21-225,5 7 0,3 0-45,2-9 45,6 5 0,3 1-1214,11 0-540,7 3-990,7-16 2789,-15-17 0,-1-11 0,-10-4 0</inkml:trace>
  <inkml:trace contextRef="#ctx0" brushRef="#br0" timeOffset="36764">31080 6828 7533,'-28'-22'-360,"-5"-7"1889,13 20-1529,-5-3-3277,7 6 2572,8 6 1332,-13 17-897,11-7-180,-13 32 360,7-25 180,9 9 0,0 1 180,-8-3-270,-1 20 360,8-13-271,3-4 136,5 0 0,4 1-405,5 3 2962,19 1-3097,-5-39 0,3-11 135,8-5 0,-1-8 150,-12 2 0,-1-5 0,-1 1 251,2 3 1,-1 1-1,-4 1 454,-5-7 0,-6 4 764,-5 0-1169,-17 50-1,-7 4-944,17 19 1,8 5 44,4-22 1,2 0-676,5 23 1,8-4 1304,2-24 0,5-11 0,9-25 0,0-14 0,-10 1 0,1 0 0,-1 0 0</inkml:trace>
  <inkml:trace contextRef="#ctx0" brushRef="#br0" timeOffset="36983">31468 6208 7533,'-29'3'239,"1"0"1,1 3 0,5 7 704,10 12 1,6 5-315,-3 16-1533,5-10 0,1 5 0,2-5 1083,0-8 0,2 1-150,0 12 0,2 7 0,1-6-75,0-11 0,1 0-645,4 14 0,3 6 1,1-4-950,4-5 1,3-2 1592,-6-7 0,1 1 0,1-5 0,1-7 1,1-7-1,8-10 0</inkml:trace>
  <inkml:trace contextRef="#ctx0" brushRef="#br0" timeOffset="41666">25788 5460 7353,'0'-15'-360,"0"4"720,0 5-270,0 4 270,-8-3-271,6 5 451,-6-6-450,8 4 180,0-4-90,0 6 270,-7 0-270,5-5 89,-6 3-179,8-3 360,-8 5-180,6 0-270,-6 0 90,8-6 0,8 4-90,10-15 0,9 9 90,10-9 0,8-2-30,-6 8 0,4 2 0,1 0-880,-4 2 1,1 0 0,1 0 0,-1 1 810,8-1 1,-2 1 0,2 2 30,-1 4 0,2 2 1,0 2-1,-2 1-236,-7 2 0,-1 1 1,-1 0-1,2 1 232,-1-1 0,2 0 0,1 0 0,-1 0 0,-3 1 4,0 1 1,-1-1-1,-1 2 1,0-1-1,2 3 1,1 1-1,-1 0 1,0-1-115,4-1 0,-2-1 0,4 1 92,-7 0 0,3 2 0,0 1 0,0-1 0,-2 0-345,-1 0 0,-2 0 0,-2-1 0,1 1 345,8 2 0,0-1 0,-2 5 90,-8 2 0,0 3 0,-3 1 0,-4-4-90,-4-2 0,-1 0 90,8 7 0,4 3 0,-7-3 1925,0 10-1925,-7-2 0,-1-8 873,-2-4-1143,-14-22 782,5 5 28,-7-6 2646,-7 0-2880,5 0-486,-6 0 180,8-6-360,0 5 180,0-5-2159,0 6-89,0 0 359,8 6 1979,1-5 0,9 10 0,0-4 0</inkml:trace>
  <inkml:trace contextRef="#ctx0" brushRef="#br0" timeOffset="42381">27869 6104 7533,'-35'0'-450,"8"0"1439,1-5-539,16-8 270,18-13-181,-4 5 451,20-4-810,-22 18 0,6 1 179,-8 6-179,0 0 180,7 0-270,-5 0-90,22 6 270,-5 7-270,1-5 180,19 15-90,-2-3-225,-3-3 0,3 0 90,0-1 0,-1 1-45,-9-4 0,0 0 90,10-2 0,-1-4 90,5-11 90,-5-9 0,-3-5 0,-4-14-90,-11-2 0,-5-4 224,-9 3 1,-6-2 135,-3-9 0,-5-1-421,-3 0 0,-4 2 60,-4 8 1,-3 4-315,6 12 1,1 3-586,-8-6 540,7 11-1349,0 0 810,8 6 809,3-10 0,7-21 0,0 11 0,0 0 0</inkml:trace>
  <inkml:trace contextRef="#ctx0" brushRef="#br0" timeOffset="42949">27252 4595 7533,'-10'-21'270,"2"-3"1349,8 4-720,0 6-539,0 2 449,0 41-494,1-2 0,-2 5-225,-2 12 0,-1 5-270,3-10 0,1 1 0,-1-3 135,-3-1 0,0-2-180,3 10 1,2-6-553,-1-19 597,0 17-449,8-24-900,1 2-450,17-7 1979,1-1 0,1-12 0,-3-2 0</inkml:trace>
  <inkml:trace contextRef="#ctx0" brushRef="#br0" timeOffset="43450">27693 4621 7533,'-18'-19'1889,"1"4"-810,-1-3-629,1 10-810,-9 3-719,6 16 359,-13 4 720,21 5 90,-11 4 450,21 8 89,2 14-449,13-15 0,7 2-45,6 6 0,3 0-135,-1 1 0,1-2-45,-2-7 0,-3-1 135,-9-3 0,-5 0 360,-8 6-181,-4-12-179,-15-3-180,-1-18 180,-23-6-90,2-1 0,-6-6 0,11 6-359,17-5-451,-1 5-899,8-5 1349,2 4-1349,24 2 1709,-4 6 0,17 5 0,7 2 0,-3 0 0,0 1 0</inkml:trace>
  <inkml:trace contextRef="#ctx0" brushRef="#br0" timeOffset="43817">27922 5253 7533,'-17'-13'2608,"-1"0"-359,8 6-1709,2-5-810,16 11 450,10-5-720,5 3 0,5 0-764,10 0 0,4-1 1304,-7-1 0,2-2 0,-1 1 0,0-1 0,0 1 0,0-2 0,-2 0 0,1-1 0,0 1 0</inkml:trace>
  <inkml:trace contextRef="#ctx0" brushRef="#br0" timeOffset="44615">28787 4853 7803,'-10'-7'629,"-14"-5"-629,20 5 1349,-11-6-809,15-5-810,0-3 180,0-4 0,0 10 270,0-8 90,0 20-180,0-8 0,0 5-90,0 5 90,-8-5-90,-10 17 0,-17 15 0,12-5 0,1 4 180,-1 6 0,1 3-45,-5 4 0,3 1-610,8-2 0,2-1 520,1-9 0,1-1 135,1 8 0,6-3-540,19 0 225,-3-7 0,5-3-135,10-13 0,3-9 0,14-13 1,1-10 119,-16 4 0,0-3 0,-2-1 48,8-9 1,-3-3 101,-10 9 0,-1-2 0,-5 1 225,-3-6 0,-4 2-225,10-13 1259,-10-1-719,-16 45 1542,-2-5-1813,0 6 811,-13 29-541,3 13-809,5-6 1,3 5-361,3 1 0,8 1-944,14-2 0,7-3 1574,-2-7 0,5-9 0,7-22 0,6-12 0,-2-3 0,-3-7 0,0 0 0,-1-1 0</inkml:trace>
  <inkml:trace contextRef="#ctx0" brushRef="#br0" timeOffset="47232">25241 8918 7533,'-17'0'-990,"-9"0"1530,14 0-450,-11 0 0,13 0 0,-8 6 180,9 1-180,1 0 0,8 5-1,0-11 271,0 11-90,8-5 180,9 6-90,19 0-270,-7 0 44,3-9 1,1-2-135,0 4-295,-3-5 0,8-2 1,4-1-1,1-2 367,-3-1 0,2-1 0,1-2 0,1 0 0,2 0-501,-5 1 0,2 1 0,0-1 0,2 0 1,-1 0-1,0 0 0,-2-1 429,3-1 0,-2 0 0,0-1 0,0 0 0,1-1 0,3 0-12,-4 0 1,3 0 0,2-1 0,0 0 0,0-1 0,-2 1-1,-1-1 1,-3 1-433,8-3 1,-4-1 0,-2 1-1,1-1 1,2 0 428,-3 2 0,2 1 0,1-1 0,-1 0 0,0-1 0,-1-1-217,-3 0 0,1-1 0,-1-1 0,-1 0 0,-4 1 0,-5 1 202,0 0 0,-6 2 0,4-3-69,6-2 1,5-4 0,2 0 0,-2 1 0,-8 2 143,3-4 0,-3 0-68,-2 4 1,5-2-1,-1-1 1,-6 4 202,-3 1 0,-3 0 459,8-4 0,-3 1-190,-8 1 1695,-5 7-1604,-15 7 1994,0 6-2714,0-6 2935,-8-1-4824,6 0-609,-5 1 1959,7 6-101,0 0 1,7 6 0,3 1 0</inkml:trace>
  <inkml:trace contextRef="#ctx0" brushRef="#br0" timeOffset="47783">27517 8195 7533,'-28'-7'270,"-5"-4"-91,21 9 451,-4-15-90,32 3-540,-4-6-3277,29-5 2842,-19 11 1095,15 0 1,6-2-391,-6-1 0,2 1-120,1 4 0,2 1 0,0 0-576,-5-1 1,-1 1 0,-1 2 515,6 2 0,-2 1-45,0 2 0,-3 3 225,3 12 2811,-4 3-2811,-19 18 4,-24 1-229,-19 6 0,-3 0 1196,8-1-1451,0-13 0,-6 2 0,8-3-1589,8 9-629,10 1 2428,22-8 0,11-18 0,6-4 0,5-4 0,-1 0 0</inkml:trace>
  <inkml:trace contextRef="#ctx0" brushRef="#br0" timeOffset="48484">27093 9254 7533,'0'-27'809,"0"-4"1350,-8 12-1709,7 4-1,-7 15-359,16 32-449,-7 15 269,7 0 0,-7-12 0,-2 2-180,1-6 0,0 0-1369,0 5 1,0 1 1445,0-7 1,0-3-887,0 16-360,0-21 0,16-4 1439,-4-12 0,10-17 0,5-7 0,-4 0 0,1 0 0</inkml:trace>
  <inkml:trace contextRef="#ctx0" brushRef="#br0" timeOffset="49016">27675 9254 7533,'-7'-39'2788,"-11"6"-2248,6 2-360,-11 10 0,13 3-540,-16 5 450,7 6-1080,-22 7 810,19 1-449,-19 22 449,13-13 270,1 15-90,2-1 225,13 0 0,6 2-1,5 2 1,8 0-195,8 2 0,6 0 0,2-2 15,6-2 0,4-2 45,1-2 0,2-1 0,-4-4-90,15-1 180,-6 1 1259,-46-17-1259,-23 6-180,-3-4-180,1 0 0,3 1 90,13 3-90,-13-6 0,-1 1 1,13 10-46,-14-7 0,1 0 45,14 3-720,-25 10 631,35-14-1710,4 14 360,35-9 1619,4-1 0,-5-5 0,6 0 0,0-1 0,-2-1 0,0 0 0,0 0 0</inkml:trace>
  <inkml:trace contextRef="#ctx0" brushRef="#br0" timeOffset="49283">27905 9783 7533,'-28'-13'3276,"3"0"-1695,15 6-1581,2-5 360,24 0-900,11-8-360,2 9 1,3 2-226,0-2 1,1 3 1124,6 3 0,0 3 0,-7 1 0,-1 2 0,-1 2 0,1 1 0</inkml:trace>
  <inkml:trace contextRef="#ctx0" brushRef="#br0" timeOffset="49982">28610 9435 7533,'-27'-13'1529,"9"0"-1349,3 6 449,13-10-539,-14 8-629,6-10 269,-8 6 180,-7 6-90,5 1-90,-5 12 90,7-5 90,-7 22 0,5-13 135,7 14 0,1 6 45,2-7 0,2 3 90,2 9 0,2 1-180,-1-9 0,2-1 0,5 5 0,4-1-270,12 5 360,1-2-450,23-16 360,-29-17-45,19-14 0,-1-6 45,-13 0 0,4-5 0,5-7 0,-4 0 225,-6-5 0,-2-2-105,-1 7 0,2-2 0,-3 1 374,-2-10 1,-5 3-405,-6-6 1080,-9 22-1260,-9 24 449,0 7-808,1 34-46,7-15 0,2 3 0,5 9 1,4 2-226,6 1 1,4-4 359,10 5-360,7-19 1,1-6 719,-5-14 0,10-8 0,4-7 0,-9-6 0,-1 0 0</inkml:trace>
  <inkml:trace contextRef="#ctx0" brushRef="#br0" timeOffset="50597">27111 9099 7533,'-26'-24'1079,"7"8"0,1-9-989,10 18-989,16-5 899,2 6 0,31-7 0,6 0 0</inkml:trace>
  <inkml:trace contextRef="#ctx0" brushRef="#br0" timeOffset="53281">22913 6014 7533,'18'-25'-90,"-9"5"719,-1-11-449,-8 21 270,8-13-270,-6 16 450,14-11-181,-7 4 271,1-5-900,-2 6 270,-8 5-90,0-3-90,0 9 180,0-4-180,0 6-180,0 0 0,0 6 270,-8 1-180,-6 11 1,-5 6 89,-11 11 0,-3 2 45,4-3 0,-1 4-135,9-10 1,-3 4-1,1 1 1,1 0 291,3-1 0,1 2 1,0 0-1,1 2-22,0 1 0,0 3 0,0 1 0,1-1 0,0-1-373,0 0 0,-1-2 1,1 0-1,3 3 319,2 1 0,2 3 0,1 1 0,1-3 0,1-6 9,-4 5 0,2-1-23,1 4 1,0 9-1,1 0 1,0-7 22,1-2 0,-1 0 45,-2-1 0,-1 7 0,0 0 0,3-7-90,4-1 0,0-1 134,-1-5 1,-2 5 0,1-2 0,1-5-90,2-2 0,2-2 15,3 5 0,2 2 0,-1-7 30,-1 2-397,16-7 0,0-3 397,-15-14-270,27 9 270,-22-15 614,7 4-794,-7-12 1311,-2 4-1131,-8-9 178,8 10-897,-6-11-541,6 11-898,-8-10 2068,0 9 0,-8-3 0,-2 5 0</inkml:trace>
  <inkml:trace contextRef="#ctx0" brushRef="#br0" timeOffset="53716">22278 7499 7533,'-28'0'1169,"11"11"-1079,9-2 720,16 21-451,9 3-134,-3-5 0,0 1-45,0-5 0,-1 1 90,5 17 0,-2 1 89,3 2-179,-1 1 0,-2-1 0,-5-7 90,4-5 0,2-5 629,2-18 91,17-29-661,-18-6 1,-1-9 0,-1-2-270,-3 2 0,0-2 0,0 1-197,1-1 0,1 0 1,-1 3-269,-1-10 0,-1 8 405,6 12-3277,7-13 2835,-13 34 0,4 49 0,-16-9 0,0 1 0</inkml:trace>
  <inkml:trace contextRef="#ctx0" brushRef="#br0" timeOffset="54353">23248 6725 7533,'-8'-48'2428,"6"16"-1798,-13 20-540,5 12-990,-24 18 361,-3 9 224,11-1 0,-1 0 225,8-8 0,1 0 360,1 10 0,1-3 90,-2-8-180,0 13-1,9-17 1,-7 0 990,14 29-451,-6-5-674,6-11 0,4-1 135,8 1 0,4-2-630,15 9 360,-8-18 0,3-2-855,5 3 1,1-4 944,1-8 0,1-5 0,0-2 0,0-5 0,3-6 0,-1 0 0</inkml:trace>
  <inkml:trace contextRef="#ctx0" brushRef="#br0" timeOffset="54886">23495 6337 7533,'-27'-20'1979,"1"2"-1080,16 16-899,2-2 90,8 32-90,0-10 90,0 9 0,0 6 0,0 7 0,0 3-60,0-8 0,0 2 0,0-1-193,0-3 1,0 0-1,0 1 223,2 10 0,0 2 0,2-4-105,4 2 0,2-2-45,-2-8 0,1 0 1,1-5-91,3-3 0,2-7 180,10-9-630,1-46 630,-14 11-270,7-14 0,1-5 315,-13 12 0,-1-1 0,11-3 0,0 0 450,-12 6 0,0 5 1304,2 6 217,-7 28-1836,0 26-135,4-6 0,0 2-45,1-5 0,0 1-540,2 9 1,4-1-316,5-4 1,1 0 854,-2 10 0,-1-3 0,14-2 0,-12-21 0</inkml:trace>
  <inkml:trace contextRef="#ctx0" brushRef="#br0" timeOffset="55899">24253 6828 7443,'0'-21'449,"0"3"181,0-7 629,0 4-899,0 1 0,0 3-270,0 15 360,-7-9-540,-11 9-270,-9 14 270,-1-2-1549,11 9 1,1 3 893,-4 1 610,0 4 1,-1 1 134,-1 2 89,6-3 1,-1 0-180,0 2 315,10-2 0,4 0 315,3 9-450,10-12 0,5-3 0,22-1-180,9-9-90,-20-12 0,-2-3 90,-2-3 1606,1-8 0,1-6-1741,-4-7 1,-3-3 179,-1 6 0,0-2 45,6-16 0,-5 3-90,-15 15 809,6-23-539,-16 40 1259,-2-10-719,-23 28-450,11 10-405,4 5 0,3 2-45,5 10-315,4 1 1,4 1-136,9-14 0,2 0-270,-1 14 1,3-1 134,6-13 1,2-3 404,8 14 360,-9-29 0,13-19 0,-1-9 0</inkml:trace>
  <inkml:trace contextRef="#ctx0" brushRef="#br0" timeOffset="56634">24518 6828 7533,'-10'-33'2158,"-5"-5"-1348,5 17-630,0 2 0,2 13-180,8 6 360,8 17-226,-3 9 1,0 4-90,4 9 0,-1 4-15,-3-7 0,-3 2 0,1-1-210,2 13 1,-2-3 89,-2-12 0,-2-4 90,-7 6 0,6-25 180,-6-12-180,1-6 269,-3-7 1,0-1 90,2-11-3637,8 11 2712,0 1-154,16-4-1,3 8 270,8-2 1,5-2 224,3 1 0,3-2 165,-6 1 0,1-2 0,0-1 120,-2-1 0,0 0 0,-3-2 344,6-10 1,-5-1 1233,-9 7 0,-7 0 1087,-13-8-2455,-10 18 0,-15 7-1,13 6-718,-19 0 449,19 0-990,-29 17 451,11 10 449,3 2 404,9-1 1,4 2 135,10 14-270,-2-7 0,5 2-495,10-8 0,7-2-360,5-2 1,3-2 539,-5-8 0,1-3-1169,12-5 0,1-5 1304,6-4 0,6-19 0,-11-8 0</inkml:trace>
  <inkml:trace contextRef="#ctx0" brushRef="#br0" timeOffset="57033">25118 6969 7533,'13'-25'1049,"-1"0"0,-5-1 1,-2-1-241,4 0 1,-2 1-360,-15-13-270,6 15 0,-22 17 359,-3 13-809,-10 14-719,9 1-90,13 15 719,15-14 360,0 21 0,7-21 90,11 15-90,17-6 314,-12-17 1,-1 1-90,-3 4 0,0-1-3437,14-4 3392,-23 3 360,-2-15 269,-8 15-89,-24 9-450,-13 2-270,18-11 0,-1-2-585,-10 1 0,3-2 585,5 8 0,20 10 0,24-7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1:25:51.79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3828 4104 7443,'0'-14'1349,"0"-3"-1169,0 15 180,0-9-360,7 3 90,-5 1-270,6 1 180,0 6-90,-6 0 0,6-5 360,0 4-90,2-5-1,-1 0 1,-1 5 270,-8-5 270,0 6-271,0 0-359,-15 0-270,-13 0 180,-9 0-89,2 6-1,9-5-90,-15 16 135,14-10 0,-1 1 90,4 1 0,-1 1 45,-17 6 0,4-1 179,12-5-269,-3 5 0,1-1 0,9-6 90,-7 5-90,17-2 90,-7 14-180,14 4 225,-3-3 0,2 4-45,9 0 0,4-2 0,1 16-135,7-12 0,6 0 0,2-8 0,1-1 45,-11-2 0,1 1 45,16 12 0,-3-3-135,-17-13 225,8 8 0,-1 2 675,-8 0-541,-4 5 361,-26 3-360,-1-26-45,-2 8 0,1-2-45,-2-11-270,-3 7 0,1-1 270,10-10-91,-25 11 1,12-11 0,-3 4-270,-11-10 91,22 4-1,-15-11-1889,23 5-90,-5 0-180,32 1 1889,-5 6 360,23 6 0,1 1 0,10 6 0</inkml:trace>
  <inkml:trace contextRef="#ctx0" brushRef="#br0" timeOffset="1244">3863 4698 7533,'-10'-26'2338,"2"0"-1258,8 1-451,-8 10-359,6-2-270,-13 21-90,13-2-270,-6 16 271,8-3-1,-8 21 90,6 4-225,-2-12 0,0 3 45,7-2 0,2 0 180,5 11-90,8-10-629,7-17 719,-5-5-360,13-3 450,-13-5 269,5-17-269,-15 7 450,13-26 270,-19 3-1,12-7-539,-16 7-90,0 15-1259,0 12 899,0 23 180,0 4-90,0 12 0,0 5 90,0-17-180,16 15 90,3-9 180,9 0 629,5-19-629,-13-11 450,-3-21-450,-9 9 450,-8-9-450,0 15 539,0-8-449,0 16-360,0-5-269,0 0-631,0 5 720,0-5 91,0 6 269,0 0 0,8 0-90,-6 0 0,14-6 90,-14 5-90,13-11-90,-13-1 90,12-8 0,4-6-1549,-7-12 1,-1-2 1580,4 7 1,0-3 147,-5-2 0,0-4 0,-4 6 51,-3-12-51,3 15 0,1-6 0,-1 7 90,-3-8 90,2 7 0,0 3-91,-4 9 1,-8-8-90,6 16 0,-6-5-180,0 12 2744,6 2-2744,-6 10-662,8 14 302,0 31 450,0-12-512,-3 6 1,-2 1 556,4-16 0,0 0 44,-3 16 1,1 4 0,2-4 0,2 0-45,-2-2 0,2 0-15,2-4 0,2 2 0,2-3-165,5 6 0,4-3 45,4 0 0,5-5 0,-3-12 1,1-12 358,0-23 1,-3-7-180,0-2-1587,-10-14 1,-5-3 1766,-5 5-31,0-1 1,0 0-61,0 3 91,-2 0 0,-4 0 270,-19-6-630,3-3-90,-11 20 180,23 13-2159,-5 18 1839,20 8 320,-10 2 0,24-4 0,9 0 0,-4-5 0,1 1 0</inkml:trace>
  <inkml:trace contextRef="#ctx0" brushRef="#br0" timeOffset="2310">4780 4698 7533,'-19'-7'1529,"3"-5"-1259,8 11-180,6-5 90,-6 6 89,8 0 91,8 29-360,-6-16 45,5 18 0,2 8 45,-4 6 0,0 0-460,0-5 1,-1 2 459,0 4 0,-2 4 0,0-8 0,-2 7 45,0-3 0,0-4-45,0-17 989,-16 10-809,5-28 360,-23-12-360,7-32 54,8 8 0,3-3-459,5-7 1,2-1 89,0 13 0,2 0-405,8-1 0,6 3-719,27-2 989,-11 0-270,7 14 0,5 1 90,-4-1 1,0 2 269,-6 6 0,1 0 0,18-11 0,1-3 90,-16 6 0,-2-1 45,2 0 0,-1-1 494,0-3 1,-7 1-360,-11 2 1349,6-9 630,-14 10-1709,6 1 269,-16 1-449,6 11-450,-6-5 180,8 6-90,0 0 180,-8 0-449,6 0 89,-6 6-990,0 6 721,-1 3-451,-9 15 900,8-14 90,-13 25 90,19-23 180,-20 23-180,22-13-90,-6-1 0,8-3 0,0-11 0,8-6 0,18 4 0,3-9 45,-3-1 0,-1-2-45,5-6 90,-2-6 0,0-4 0,-8-5 0,0-2 180,10-8 0,0-2-1607,-10-3 1,-2 2 1426,7-6 844,-17 6-664,-8 28 539,-16 0-539,12 1-719,-11 6-991,7 17 3726,6 16-2736,-2-7 1,0 2 269,4 19 86,2-19 0,4-2-805,19 9 809,5-2-90,5-15-540,-2-12-45,-4-20 1,1-6 764,0 3 0,-1-4 0,4-14 0,-3-6 0,-10 6 0,1-1 0</inkml:trace>
  <inkml:trace contextRef="#ctx0" brushRef="#br0" timeOffset="2728">5715 4298 7533,'0'-27'0,"0"-1"0,1-3 0,-2 2 0,-7 6 3276,6-7-2595,-13 23 399,13 1-720,-6 35-630,8-11 315,0 19 0,0 4-585,0-1-553,0-7 1,0 6 0,0-3 93,-1-9 0,2 0 399,2 12 1,3 4-1,0-5 240,0-10 1,0-1-91,1 6 0,2 4 0,1-5 497,3-5 0,-1-4-47,0 12 0,4-21 270,-24-50 899,0 11 1,-2-2 224,-3-6 0,-1-1-899,-1-6 0,2 2 134,4 14 1,1 1 2646,0-24-2630,31 20-556,14 0-1729,9 9 1,3 5 274,-18 8 1,0 2 1363,21-4 0,-6 8 0,-22 18 0,7 8 0</inkml:trace>
  <inkml:trace contextRef="#ctx0" brushRef="#br0" timeOffset="2912">5027 4452 7533,'-33'-24'2428,"11"14"-4317,-11-19 1889,23 26 0,26-14 0,13 10 0</inkml:trace>
  <inkml:trace contextRef="#ctx0" brushRef="#br0" timeOffset="51407">12188 4104 7353,'0'-20'360,"-7"7"179,5-4 1,-6 3 90,8-6-450,0 1 269,8 6-269,-6 6-90,5 1 0,-7 6 90,0 0 90,0 17-360,0-1 180,0 20 0,0 6-180,0 6-1003,-2-3 1,-1 7 0,1-5 944,1-15 1,0 2 57,-3 3 0,0 6 0,-1 1 0,2-8-21,2-3 1,0-2-10,-1 8 0,-2 2 0,2-5 30,2 7 180,0-14 0,0-4-90,0-9-809,8 7 539,-6-22-90,6 5-270,0-18 3906,-6 4-3268,13-28 1,-10 12-1,0-3 1,4-10 0,0 1-1</inkml:trace>
  <inkml:trace contextRef="#ctx0" brushRef="#br0" timeOffset="51778">12171 4001 7533,'-10'-33'899,"2"7"1,8 2-541,0 9 631,0-3-720,0 11 359,16 1-629,-4 6 270,11 7 0,3 3-180,-3 0-45,10 15 0,-1 3-45,-9-2-208,2-2 1,-1 1-152,4 12 89,-1-8 90,-5 0 0,-3 2 90,-5 1 225,-1 1 0,-2 0-135,-11-9 225,-11 1 0,-2-3-225,-1-6 494,-13 0 1,-2-2-315,5-5-180,-8-3 0,-1-1-90,10-5 180,-26-6-450,29-1 90,3-6-449,9 6 359,8-4-720,0 9 631,0-3-846,8-1 666,9 5 629,-5-5 0,13 9 0,5 5 0,-6-1 0,1 0 0</inkml:trace>
  <inkml:trace contextRef="#ctx0" brushRef="#br0" timeOffset="52297">12506 4788 7533,'-18'7'2878,"9"-1"-2518,1-6-90,8 0 89,0-6-359,0-18-89,0 1-46,11-7 0,1 0 45,-6 4 45,13-4 0,1 1 135,-8 7-90,21-5 0,-21 11 90,12 14-90,-15-3-90,9 5-360,23-6 225,-14 2 0,1 0 180,0-2 0,1-1 270,2 1 0,-3-1-45,-9-6 719,5-11-629,-22 9 540,6-16-270,-16 11 359,-2-5-899,-8 10 270,1 4-90,-1 11 359,-15 23-898,11-6-1,1 15 0,1 7-90,5 2 1,3-1 404,0-4 0,4-1-1117,6 9 1,4-4 981,2-12-830,18-2 1,3-3 650,-9-6-359,18 0 1,4-5 88,3-11 89,-10 2 0,-1 0 181,5-3 359,-1-6 0,-23-6 0,5-9 0</inkml:trace>
  <inkml:trace contextRef="#ctx0" brushRef="#br0" timeOffset="53113">13423 3807 7533,'-10'-20'899,"-5"7"-809,13 7 0,-6 18 0,8-3 449,0 23 1,0 6-450,0-1-577,0-5 0,0 5 0,0-4 531,0-7 1,0-2 0,0 9 0,0 3 45,0 0 0,0 3 0,0 1-60,0-1 0,0 1 0,0 0 0,0 0 0,0 1 0,0-1-60,0 5 0,0 0 0,0-9 120,0-8-509,0 18 509,0-46 180,0 0-180,0-6-450,-8-7 180,6-1-450,-21-22 630,19 19 662,-13-5 1,-6 2-483,-6 5 503,3 9 0,-1 5 756,-18 15-1079,18 13-1,13 0 1,4 0-360,0 5 0,1 17 90,1-6-135,14-17 0,3 1 135,3 16-530,4-18 1,1-3 439,-5-8-180,27 0 180,-33-9 180,33-5-90,-19-5-405,5-9 0,1-3 135,-2-1-1459,-4-6 1,-1 0 1335,-9 9-147,-1-15 450,-1 15-1451,0-15-78,-6 14 0,6-2 990,-8 12 269,0 6 270,-8 6 0,6 6 0,-6 9 0</inkml:trace>
  <inkml:trace contextRef="#ctx0" brushRef="#br0" timeOffset="53494">13617 4543 7533,'0'-26'270,"0"6"269,0-10-359,0 14-3457,8-14 1883,-6 16 3433,6-5-1679,-8 12 1309,0-5-590,0 45-899,0-18-90,0 14 0,0 2-180,0-2 180,0 4 0,0 0 0,0 0-270,-4 6 0,0-1 90,2-7 1201,-3 2 1,2 1-2372,11 7 1080,2-6-1619,8-13 900,-9-22 899,7-5 0,2-26 0,9-10 0</inkml:trace>
  <inkml:trace contextRef="#ctx0" brushRef="#br0" timeOffset="53795">13970 4543 7533,'0'-45'3276,"0"6"-1245,-8 5-1851,6 16-90,-6 12-540,-7 18-1169,3 19 1349,-14-1-45,16 3 0,3 0 225,-3-1 180,1 1 0,2 0-180,5-3 45,-2-3 0,1 0 45,3 2-449,7 8 359,-5-17-360,6-1-270,16-6-359,-18-6 1079,33-1 0,-12-29 0,-4 8 0,-1 1 0</inkml:trace>
  <inkml:trace contextRef="#ctx0" brushRef="#br0" timeOffset="54345">14305 4621 7533,'0'-28'2248,"0"-7"-1798,0 18 450,0-12-541,0 14 271,0-10-450,0 11 90,-8 1-810,-9 8 450,5 10-719,-27 14 629,33-3-1459,-13 1 1,-1 2 1073,8 2-659,0 4 0,-2-1 1134,-3 0-444,7 6 1,2-1 712,-2-4-89,5 1 0,2 2 0,11 7-270,-6-8 1158,22-4-1158,-20-22 1998,43-1-1818,-24-13 875,13-7-965,-13 0 360,-5-16 89,-5 13 1,1 0-180,14-14 315,-15 12 0,-1 3 764,-2 7-1169,-2 2 2967,-16 19-3147,6 3 360,-14 27-720,14-13-180,-2 4 1,0 0 89,4-2-180,3 1 1,2 0-1709,13 3 2068,1-2-1079,23-15 1259,-21-25 180,13-1 0,-21-13 0,-3-12 0,0 0 0,2-1 0,1 0 0,-1-1 0</inkml:trace>
  <inkml:trace contextRef="#ctx0" brushRef="#br0" timeOffset="54729">14676 3885 7533,'-20'-28'2069,"4"10"-2069,16 18 89,0 7-89,0 34-720,0 2 1,0 4 629,0-11 0,0 3-730,2 2 1,0 7 0,0 0 0,0-7-93,-1 0 0,0 0 804,1-4 0,2 7 0,0 3 0,-1-3 1,0-7-348,-2 6 1,0-2 454,1 8 0,1 6 0,0-10 0,-3 0 0,0 3-102,0-24 102,0-15 360,-8-4 719,-2-40-899,0 9 584,5-15 1,2-1-495,3 8 1368,0 1 0,0-1 177,0-9-1455,0 1 314,3 2 1,2 1-315,5-2 314,0-3 1,5-1-855,6 19 0,2 2 0,-5-3 1,3 1 224,11 5 0,2 7-2114,6 6 2069,-11 4 0,0 3 0,16 12 0,-18-4 0,-1 1 0</inkml:trace>
  <inkml:trace contextRef="#ctx0" brushRef="#br0" timeOffset="55411">14887 4853 7533,'-12'-13'2608,"-1"6"-2158,44-5-450,-9 5 90,8-1 0,6-2-135,5-8 0,-1-2 0,-10 6 0,0-2-15,-1-3 0,0-3 0,-6 3 60,-2-6 45,-3-4 0,-2 0-45,-7 10 180,-9-12 0,-7-3 359,-13 3-494,4 11 0,-3 1-3167,-24-4 3122,5 28-621,9 5 1,0 4 890,-11 10-650,18-1 1,-2 6 0,4-3 424,3-7 0,2 2-15,0 11 0,0 5 0,4-5-30,1 16 0,12-2 0,4-2-90,6-6-135,12-9 0,9-4-675,10-11 1,2-6 1541,-9 0 0,1-3-1272,3-6 1,3-4 0,-5-2 404,-11-3 0,-3-2 225,13-1 0,-5-5 0,-21-26 0,-15-3 0</inkml:trace>
  <inkml:trace contextRef="#ctx0" brushRef="#br0" timeOffset="55694">13847 4362 7533,'-20'-33'0,"0"0"0,12 1 0,8 1 0,15 6 0,0-1 0</inkml:trace>
  <inkml:trace contextRef="#ctx0" brushRef="#br0" timeOffset="109845">26670 4195 6813,'-29'0'-90,"5"-6"450,16 4 180,6-9-91,-6-2 361,8-1-450,0 1-90,0-4-91,0 8 1,0-10-719,-7 12 89,-3 1 0,-8 12 360,1 1-90,-1 18 135,1-7 0,1 2-45,2 16 90,-18 1 180,23 0-270,-17-9-853,7 5 1033,1-3-90,10-16 253,-8 34-163,5-11 0,1 0 0,2 1 0,0 5-45,6-7 0,4-1 0,8-10 0,4-1-90,3 9 0,3-1 45,-2-10 0,3-4 45,16-3 0,-1-6-45,-11-3 45,18-10 0,2-4-191,-9 0 281,9-11 0,0-4-45,-12-1-60,-9 2 0,3-4 0,-5 2 59,1-9-44,-2-3 0,-1 0-45,-2 6 180,-12-16 0,-2-2-180,4 3 60,-10 12 0,-3-6 0,-4 4-15,-6 0 0,-5 3 15,-2 5 0,-3-1 0,1 4-60,-1-2 0,-1 4 0,-8 4 0,3 7-180,12 11-1889,-14 12 1799,21-9-524,20 14 794,13-16 0,7 5 0,3 0 0,-4-2 0,1-1 0</inkml:trace>
  <inkml:trace contextRef="#ctx0" brushRef="#br0" timeOffset="110711">27199 4104 7533,'-19'-20'809,"-5"7"-539,22-4-90,-6 14-90,8-9 0,0 18 0,0 19 0,0-2-180,0 1 0,0 6 90,2 5 0,2 4 0,-2-2-90,-1-1 0,0 2-730,1 0 1,0 6 0,0-1 0,0-7 458,-2-8 1,0 0-91,0 7 1,0 5 0,0-8 450,0 2 90,0 13 90,8-34 0,2-12-180,-1-2 90,-1-35 2226,-8 12-2361,3-7 1,2-5-1,-1-2 0,2-1 90,2-6 0,1 1 1593,0 6 0,0 3-1491,0 5 1,0 7-238,1 14 180,13 9 90,-19 15 0,19 11-180,-21 16 0,14-6 135,-10 5 0,-2 2 135,6 5-180,-5-15 0,1 4 0,-2-5 0,-2 8 89,4 0 1,-4-2 180,-17-8-270,11 1-180,-28-20 180,20-11-360,-29-11 270,20 3-180,-13-17 91,17 11 89,7-5-630,2 6-360,8 6 451,0 1-810,8 6 1349,25 6 0,14 1 0,-11 0 0,-1-1 0</inkml:trace>
  <inkml:trace contextRef="#ctx0" brushRef="#br0" timeOffset="111761">27623 4531 7533,'-10'-35'629,"-6"4"-359,14 19 720,-6 4-631,8 37-314,0-3 0,0 3 0,0 1 0,0 3-770,0 2 1,0 4 0,0-6 814,0 16-60,0-11 0,0 5 0,0-5-120,0 11 120,1-14 0,-1 6 0,-1-4 105,-3-1 0,0-2-1,5-2 1,-4-2 355,-10-1 0,-5-12-490,-3-33 180,-23-5-270,25-14-301,6 11 0,2 0 481,9-5-270,-6-8-85,8 16 175,0-3 1140,0-13-1185,12 13 0,0 1-45,-6-19-1349,24 19 1,3 4 1528,-16 5 137,20 1 1,7 2-183,-16 3 0,0 1 90,9-2 0,-1 0 0,-9 3 0,-1-1-45,0-2 0,-3-1 180,-2-4 145,21-11-235,-7-6-1,-14 8 181,-3-1 0,-4 1-90,-12 5 1439,6-17-1169,-16 20 449,-2-10-629,-8 17 3006,8-9-3152,-5 15-1474,-3 26 991,6-6 123,4 16 1,1 4 55,2-13 0,2 0 135,1 5 0,2-1-135,0 20 270,10-23 0,5-2-180,15 2-135,-5-7 1,1-4 134,3-15-1516,0-10 0,-1-3 1606,-4-4 134,-3-8 1,-1-5-164,-6 5 0,-3-3 74,0-16 0,-2-7 75,0 6 0,0-4 0,-2 3-275,-1-2 0,-2-1 245,-1 10 0,-1-3 0,0 2 0,-1 7 0,-1-10 90,0 3 0,0 3 90,0 15 3006,0 4-3071,0 12 35,0 29-240,0-6 488,0 32-1006,1-13 1,1 8 0,0 2 0,1-6-102,1-2 0,2 2 457,-2-4 0,0 7 0,1 3 0,1-4 0,0-10-243,3-8 1,2-2-181,5 18 0,1-1 46,2-4-451,7 3 720,-16-26-269,-2-6 539,-8-12 0,0-18 90,-16-16-90,4-1 0,4 17 0,-1-1 629,-4-3 1,2 0-450,-1-17 854,-1 2 1,1 1-971,2 4 655,-2-3 1,0-1 1941,9-2-2256,1 17 0,4 2-495,9 0-270,30 20-450,-11 7 1,1 1 449,-6-2 0,1 0-675,20 5 1,-2-1 980,-10-3 1,-2 1-1,0-1 1,6-2 0</inkml:trace>
  <inkml:trace contextRef="#ctx0" brushRef="#br0" timeOffset="111928">27764 4117 7529,'-34'-2'809,"1"0"1,0 1 0,-8-1-1035,-2-1 0,15 0 47,36 3 178,17-6 0,0 1 0,3-2 0,8-3 0,1-1 0</inkml:trace>
  <inkml:trace contextRef="#ctx0" brushRef="#br0" timeOffset="113411">28222 4543 6993,'-10'-14'-360,"3"-3"270,7 15 270,0-9 90,0 9-180,0-4 180,0 6-90,0 0-90,0 6-90,0-4 0,0 3 90,0-5 2338,0 0-2338,-8 0 180,6 0-270,-6 0 0,0 0-180,6 0-90,-14 6 180,15-4-180,-15 15 270,6-14 180,-8 25-180,9-18 180,-15 20-180,20-15 180,-19 21-180,21-19 270,-6 24-180,8-30 90,0 23-180,8-30 0,9 19 0,3-22-450,29 5 0,-18-6-359,12-6 809,-9 5 0,1-28 0,-12 15 0,-1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1:32:22.28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20884 4104 7533,'-17'14'-720,"-1"-7"810,8 4 0,3-10-90,7 10 90,0-9 0,-8 4 270,6-1-270,-6-3 179,8 3-179,-8-5 90,6 0 0,-6 6-180,8-4 90,0 4-90,0-6 630,0 0-360,8-6-180,2 4 269,23-26-269,4 10-879,-11 1 0,4-5 0,-1 2 834,5 1 0,0 0-15,-6 1 0,0-1 0,3 0 30,6-4 0,3 0 0,-2 1-105,2 0 0,2-1 63,-7 4 0,6-3 0,2-1 0,-1 2 0,-5 4-48,0 3 0,-4 4 0,3-2-24,1-1 0,5-3 0,2-1 0,-3 3 0,-7 4-36,4 4 0,-1 2 90,11-2 0,5-1 0,-9 3 0,-5 4 90,10 0 0,-2 0 90,-16 0 0,-2 0 0,1 0 224,-2-3 1,-3 0 315,6-4-630,9-6 90,-31 0 0,1 6 2277,6-5-3447,-14 11 631,6-5-361,-8 6-89,0 0-1440,0 29 2249,-8-11 0,6 11 0,2 3 0,-8 15 0</inkml:trace>
  <inkml:trace contextRef="#ctx0" brushRef="#br0" timeOffset="2949">23248 3446 7533,'-8'-27'0,"6"8"449,-6 14-269,8 5-360,0 0 450,8 5 0,-6 2 360,6 23-360,-8-7-46,0 9 1,0 2-45,0 5-1165,0-4 0,0 6 1,0-3 984,0-10 0,0 1-120,-2 14 0,-1 8 0,0-8 30,2-14 0,0-2 90,-1 9 0,-1 3 0,0-6 0,3 0-90,0-4 0,0-5-449,0-16 539,0 4-900,8-18 360,-6-1-359,6-17 899,0 8 0,2-32 0,7 7 0</inkml:trace>
  <inkml:trace contextRef="#ctx0" brushRef="#br0" timeOffset="3336">23266 3536 7533,'0'-26'0,"0"-17"404,3 9 1,2-2 45,-4-11-45,6 8 0,2 8-136,1 20-179,8-6-90,-1 23 540,9 30-405,-8-7 0,-1 2-45,-6-3 0,0 2-90,2 4 0,2 4 0,-4-4 180,-7 9-150,1-2 0,1 8 0,-2-3-1058,-3-4 1,-2-2 1072,2 9 0,-2-1 180,0-6 0,-5-6 45,-20-12-360,-11 0-450,-8-42 270,9 0 0,22-10 0,3-2-629,1 4 629,2-17-2069,16 24 1800,-6 12 539,14 1 0,25 29 0,-13-8 0,1-1 0</inkml:trace>
  <inkml:trace contextRef="#ctx0" brushRef="#br0" timeOffset="3816">23636 3821 7533,'-29'-22'1979,"-3"-1"-900,30 16-1799,2-6 540,10 6 1,8 1-91,15 0-180,-3-1 540,5 0-180,6-4 0,-19 3 450,27 1-90,-28-5 0,28 5-181,-20 0 91,15-10-90,-17 8 90,-9-4 90,5-9 0,-11 0-180,6-5-90,-11-9-90,-14 20 180,-11-14-90,6 22 180,-27-4-45,16 26 0,1 6-46,1-2 1,1 2-45,-7 4 0,5 4-135,11 8 1,4 1 178,-3 7-494,14-2 1,8 2-271,4-9 1,5-3-965,13 3 1,3-4 1220,-9-6 1,1-6 417,0-6 0,0-7 0,-3-9 0,-1-5 0,3-3 0,-1 0 0</inkml:trace>
  <inkml:trace contextRef="#ctx0" brushRef="#br0" timeOffset="4335">24448 3149 7533,'-8'-20'899,"-2"-10"360,0 20-989,10 10 180,10 50-360,0-10-1093,-5 2 1,-2-1 1182,-3-3-1003,0-7 1,0 6 0,0-3 732,0 16 90,0-8 0,0 8 0,0-6-991,0-14 0,0-3 991,-1 15 0,2-3-180,-1-9 450,0-41 557,0 7-737,0-32 2327,0 15-2327,-8-22-180,-2 14 1425,-1 7 0,-4 1-975,-12 5-180,0-1 629,1 28-539,8-2 45,4 15 0,3 6-90,4-1 0,2 3-270,-1 14 0,4 0 0,5-14 0,4-3-225,7 6 0,5-5-1079,19-7-1,-5-6 1,2-2 315,-6-10 0,-1-3 1034,4-3 0,-3-5 0,-10-11 0,-3-4 0,-3-2 0,0-1 0</inkml:trace>
  <inkml:trace contextRef="#ctx0" brushRef="#br0" timeOffset="4518">24677 3729 7533,'10'-48'1889,"-3"1"-90,-7 33-810,0-5 360,0 12-719,-7 7-630,5 7 450,-6 23-270,8-7-1215,0 7 1,0 0-316,0 2 1350,1 5 0,6 3 0,11-12 0,5 0 0,-4 0 0,0-1 0,0 1 0</inkml:trace>
  <inkml:trace contextRef="#ctx0" brushRef="#br0" timeOffset="5050">25259 3717 7533,'-26'-18'1439,"-1"-3"-1079,-16 1-270,6 7-180,-6 13 0,15 7 270,-5 12-180,13-4 359,-5 15-179,7-15 630,-7 27-360,13-2-630,4 8 90,10-10-270,29-2 360,-17-20-900,27 2 181,-6-6-361,-5-11 1080,-3 3 0,3-2 0,-3-7 0,1-1 0,12-2 0,0 1 0</inkml:trace>
  <inkml:trace contextRef="#ctx0" brushRef="#br0" timeOffset="5753">25471 3821 7533,'0'-34'1349,"0"3"-1169,0 11 1079,0-11-449,0 10-451,0 1-269,-8 8-180,6 12 0,-22 12 1,12-9-271,-13 31 180,7-22-90,1 16 0,1 3 270,2-11 0,-3 6 0,3 1 0,12-12 450,-6 33-540,16-18 90,-6 9-270,29-15 90,-17-17 45,13-4 0,3-6 45,9-15 90,6 2 0,-23-6 0,-3-4 135,0 3 0,-2-1 135,4-19-90,3 2 809,-16 28-809,-7 0 1080,7 5-1350,-16 3 90,7 39-1529,-7-2 1304,6-7 0,4 1-585,4 0 1,3-3-1080,11 6 1124,5-14 1,1-4 764,-3-11 0,17-9 0,-31-27 0,1 13 0,2-7 0,0-6 0,-6-7 0,-1-4-1093,4 6 1,0-2 0,-1 1 1053,-4 5 1,-1 1 0,0-1 277,2-8 1,1-2 0,-2 8-161,-2-10 820,-1 0 1,-2 4 179,-1 19 720,-13-22-1349,13 40-450,-6-4 180,8 41 2802,0 12-3747,0 5 0,0 3 630,-1-17 1,2 2-612,5 8 0,3 6 1,-1-2 145,0-7 0,-1 0 1,0 0 504,2 2 0,1 0 0,-2 0 0,-1-4 0,-1-1 0,-3-4 0,-3-7 0,0 0 0</inkml:trace>
  <inkml:trace contextRef="#ctx0" brushRef="#br0" timeOffset="5949">25894 3705 7533,'-9'-34'819,"1"1"0,-1-1 0,-2-13 0,3-1 819,4-2 0,6 3-777,4 9 1,7 5-1222,8 14 0,4 5 360,12-3-315,0 18 1,-2 4-1845,-7 2 2159,16 5 0,0 6 0,-26 3 0,-3 4 0,15 8 0,-1 0 0</inkml:trace>
  <inkml:trace contextRef="#ctx0" brushRef="#br0" timeOffset="6386">26176 3821 7533,'-19'14'2518,"19"3"-2428,19-10 90,9 0 90,21-7 90,-18-13-315,-5 7 0,-1-2-180,-7-10 0,-1 0 225,11 1-270,-18-6 0,-3-1 90,1 1 0,-16-20 270,-2 21 90,-12 8 0,-5 4 0,-6 3-522,0 8 0,-1 3 611,5 5 127,4 9 0,1 5-441,9-2 0,1 0-45,-5-1 0,2 2-225,8 13 0,9 0-135,9-12 1,7-2-136,13 10 0,5-3 405,-10-10 0,3-5-720,7-6 1,4-4 0,-6-1 809,-3-2 0,8-4 0,-1-4 0,-9-6 0</inkml:trace>
  <inkml:trace contextRef="#ctx0" brushRef="#br0" timeOffset="6799">24624 3536 0,'-4'-28'0,"0"0"0,9 3 0,4 2 267,-2-2 1,5 3-1,19 7 1,7 6-1,3 6 1,0 1-1</inkml:trace>
  <inkml:trace contextRef="#ctx0" brushRef="#br0" timeOffset="7733">28275 3485 7533,'-10'-28'1349,"-5"4"-899,5 17-180,0 1 179,-13 6-719,11 0 270,-37 0 0,10 0-90,-6 0 135,14 2 0,5 2-45,10 3-45,-13 2 0,3 1-44,20-2-271,-33 21 270,35-13-90,4 27 180,4-14 90,27 2 90,-11 5 44,8-9 1,3 3-45,-11-3 0,-2 3 0,1-1-760,0 1 0,0-1 0,-2 0 625,3 7 0,-7-2 270,-16-2 0,-10-4-225,-10-13 0,-7-5-90,-6 4 0,-2-4-45,5-8 0,1-6-45,-3-8 0,5-6-540,9-16 225,3 14 1,3 0-1035,13-12 3178,4 20-1739,31 12 0,6 7 0,6 4 0,-8-2 0,1 0 0,-1 0 0</inkml:trace>
  <inkml:trace contextRef="#ctx0" brushRef="#br0" timeOffset="8451">28575 3821 7533,'0'-30'329,"0"1"1,0 2 0,0 2 480,0-8-361,0 8 271,0 12-270,0 6-270,0 2-540,-16 28 360,-11 0 0,5 9 0,-9-1 0,13-6 90,7-3 0,-5 3-90,16-13 90,0 7-180,0-5 0,0 11-180,0-11 450,8 5 90,-6-12 0,-2-1 359,-2-12-449,-14 5 90,6-5-360,0 6 90,3 0 0,7 11-270,0 9 90,15 7-45,7-7 0,7-3 270,14-8 0,4-7-285,-8-3 0,1-3 1,-1-4 149,-1-4 0,-1-4 0,-4-3 0,-6-3 0,-2-2 0,-7-2 180,-3-13 0,-12 0 494,-16 5 1,-9 2 0,-5 4 0,-3 4-450,3 10 0,-1 3-135,-3 3 0,5 4 179,12 4-358,-17 0 89,29 0 0,-6 0-2249,16 6-938,2 7 464,8 2 2813,-1 9 0,6-4 0,3 3 0,3 4 0,-1 0 0</inkml:trace>
  <inkml:trace contextRef="#ctx0" brushRef="#br0" timeOffset="9650">28893 3807 7533,'0'-25'899,"0"5"1,0-22 359,7 17-1079,-5-12 1079,6 18-1439,0 7 0,-6 10 90,6 4-90,-8 16 1,0-3-271,-16 32 180,12 2 45,-5-4 0,3 4 45,12-7 0,3-2 135,-8-6 1,2-2-46,15-2 0,3-7 90,1-13-135,2-2 0,3-4 135,-4-13 0,-1-7-1427,6-16 1,-3-5 1561,-9 14 0,-3-2-45,2-18 0,-6 2 540,-9 19 224,0-5 1,0 0-136,0 9-359,0-12 180,-8 24-360,6 6 3096,-14 29-4060,14 12-71,4-6 1,4 2-540,10 0 0,3-2 764,0-4 1,2-4 494,0-9 0,1-3-675,19 8 450,-12-22 900,-1 5-450,-13-12 1889,-15 5-360,0-10-1259,0 10 359,0-5-539,0 6 450,0-6-450,8-7-270,-6-1-90,14-17-540,2-13 180,-5 9 1,1-2 404,-1 9 0,1-1-270,4-9 1,-2 4 134,-5 11-180,21-7 270,-20 23-180,13 1-539,8 29 224,-11-9 1,1 1 674,5 5 0,-1 1 0,-4-7 0,-1-3 0,20 1 0,-23-12 359,7-6-89,-17-1 1529,-1-12 540,-16-7-630,-1-1-1169,-9-5-360,8 18 89,-13-3-538,-5 21-811,-17 15 855,18-4 0,1 4 90,6 12 1,3 1 134,-8 6-270,17-4 0,8 2-90,15 7 270,-3 4-45,11-20 0,3-6 45,-2-11 135,16 4 0,8-5-180,-7-19 0,2-8-270,-5 5 0,3-3 1,-2-2 434,-2-5 0,-1-3 0,-3 0 149,1-3 1,-6-2 315,-8-9 0,-6 4-135,-7 15 359,-3-10 1,-8 3 719,-27 18-1169,15-8 89,-19 28 1,-2 9-180,11 0-405,-4 8 1,4 6-631,16-2 1,8 3-785,10 9 1,7 0-1,0-10 1,4-3 1577,8 1 1,6-9 0,14-17 0,4-8 0,-16 2 0,0 1 0,-1-1 0</inkml:trace>
  <inkml:trace contextRef="#ctx0" brushRef="#br0" timeOffset="12901">29739 3859 7533,'-17'-13'1169,"7"0"-1079,2 6 90,8 2 0,0 5 1079,0 0-989,16 0 0,-5 0-180,23 0-90,-23 0 90,21-6-180,-20 4 0,13-9 180,-7 9 0,-9-3-90,-1 5 90,-8 0 539,0 0-359,0-6-270,-8 5 180,6-5-270,-5 6 0,7 0 180,-8-6-180,6 4 90,-6-4-180,8 6-180,0-5 360,0 3-539,0-3 539,0 5-90,0 0 90,0-6 180,0 5-180,0-5 0,0 6 180,0 0 179,8 0 91,-6-6-450,13 4 270,-13-9-90,6 4-90,-8 0-360,0-4 180,0 9-180,-8-4 180,-1 6-270,-17 0 180,-1 6 180,-1 1-89,-13 6-1,20 0 180,-5-6 179,-5 10 91,25-8 0,-33 21-270,35-14-90,-12 8 90,16-5 90,0 12-270,0 4 90,0-2-180,0 3-90,8-15-1439,2 5-899,7-8 2608,1-10 0,0-3 0,-1-5 0</inkml:trace>
  <inkml:trace contextRef="#ctx0" brushRef="#br0" timeOffset="49185">14517 5679 7533,'0'-20'-810,"0"7"1080,0-5-180,0 10-3367,0-11 2213,0 6 2013,15-11-499,13-9-450,-10 16 0,1 0 45,-1-2 0,-1 0 224,17-18-269,-22 20 180,11-12-180,-21 28 3276,6-4-2890,-8 5-296,0 0 360,-32 16-540,17-11 180,-15 8 0,-5 2-90,-12 0 90,8-3 0,0 1-90,14-3 0,1 0 90,-7 2 0,-3 2 0,3 2-459,-4 12 1,1 3 428,2-5 0,-2 2 0,2 4-150,6 1 0,2 3 0,1 2 0,2-1 180,0 6 0,2 0 0,2 1-23,3-8 0,0 1 1,1 0-1,3 1 23,3 12 0,4 1 0,3-3-168,3-10 1,3-2-1,3 0 138,5 5 0,4 1 0,3-5-60,3-5 0,3-4 0,2-4 0,0-6 0,0-3 0,3-1-30,9 1 0,2-1 0,1-7-210,3-11 0,1-7 1,0-1 209,-3-1 0,-1-1 0,-2-2-137,0-2 0,-1-1 1,-4-6 121,-11-1 0,-3-5 0,-2-1 0,1 2-683,4-3 1,-1 0 0,-2 0 727,0-5 0,-1 0 0,-2 1-45,7-8 0,-5 3 269,-12 8 1,-2 1 100,1 9 1,-1-2 123,-2-8 1,-3-4 0,-2 1 315,-3-5 0,-4-1-256,-1 5 1,-2-2 0,-2 4-465,-6 0 0,-3 5 269,-7-2 1,-5 5-360,-6 12 0,-3 5-1134,7 0 1,0 2 1178,-4 1 0,-1 4 0,3 7 0,-2 6-848,-1 4 0,-4 5 0,3-1 128,-3-1 1,0 3-101,8-1 1,-4 5 0,3 0 0,9-4 753,2 7 0,1-2 1,44-33-1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1:37:26.037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23566 4672 7533,'0'-20'-1529,"7"-4"1708,-5 9 91,6-9 180,-16 9 450,6-9-811,-5 16 271,-1-3-180,6 5 180,-6-2-270,8 1 180,0-4-180,0 3 90,0-5 89,0 0 1,0 1-180,0 4-180,0 3-90,0 5 90,0 0 180,0 5-180,0 3 270,0 27-90,-3 0 0,-2 6-60,2 2 0,-1 3 0,1 2-833,1-10 0,0 1 0,-1 0 0,0 0 803,-2 5 0,-1-1 0,2 1 60,3 5 0,1 0 0,-1-9-60,-7 5 135,7-1 0,2-7-45,-1-27-90,0 7 90,0-17-180,8-5-180,-6-20-1079,6-8 539,-8-2 2583,0-1-1773,0 22 0,7 0 0,3 9 0</inkml:trace>
  <inkml:trace contextRef="#ctx0" brushRef="#br0" timeOffset="452">23583 4427 7533,'-10'-28'45,"1"0"0,-7-19 494,16 34-179,0 0 180,8 0-360,-6 6 629,29 1-449,6 12-180,-2 5 0,1 2-225,-11-3 0,-1 3 180,11 9 0,-5 5 89,-18 1 1,-3 1 45,10 4 0,-5 2-180,-13 3 0,-7 1-135,-5 1 0,-6-4-360,-9-9 1,-3-5 359,6-1 0,-1-5-315,-1-8 0,1-4 90,5-4-180,-7 0-449,8 0 809,9 0-180,1 0-359,8 0 629,8 5 0,17 8 0,12 7 0</inkml:trace>
  <inkml:trace contextRef="#ctx0" brushRef="#br0" timeOffset="1516">23865 5291 7533,'-9'7'90,"-15"5"719,20 1-539,-19-4 90,21 8-90,-6-10 269,0 1-269,6 3-540,10-50 1,4-6 224,0 4 0,1-2 45,-3 5 0,-2 4 0,2-6 359,13 6-179,5 25-90,1-4 0,2 7 0,3 1-180,-6-1 0,0-1 225,9-3 0,-1 0-135,9-5 540,-14-2-270,-36 4-91,10 5-179,-28-9 0,-5 21 90,-1 3 0,0 12 0,1 5-180,5 8 90,5-10 0,2 4-135,6 10 1,5 0 134,3 1-225,-1-1 0,6 0-855,22 1 450,4-24 1,3-3 494,-7 3 0,1-1 135,19-5 0,0-8 0,-20-9 0,-1-4 0,10 0 0,1-1 0</inkml:trace>
  <inkml:trace contextRef="#ctx0" brushRef="#br0" timeOffset="2496">24642 4504 7533,'-18'-43'899,"8"25"-539,2-11-180,8 29 0,0 6 0,0 24-90,0 0 0,0 9 0,0 7-282,0-11 1,0 2 0,0 1 123,0-2 1,0 3-1,0-1 1,0 1 89,2 1 1,0 1-1,0-1 1,0-3-15,-2-1 0,0-3 0,2-2-143,6 11 0,0-14-45,-6-25 91,6 1-271,-16-33 180,-2 11-270,-8-23 270,1 19 90,-9-9-90,7 16 900,-23 4-630,21 16 449,-5 6 1,3 3-360,9 9 404,-7 6 1,3 2-405,14 0 45,-4 5 0,0 1-225,8-1 45,8-10 0,0-1 594,-4 1-459,35-8-765,-13-18 1,1-4 224,16 1-540,-2-11 1,-2-2 539,-7 0-495,-2-4 1,-1-2 495,-8 5 359,0 1 0,-3-4 0,-14-17 0,12-10 0</inkml:trace>
  <inkml:trace contextRef="#ctx0" brushRef="#br0" timeOffset="2662">24783 5047 7533,'0'-28'1079,"0"-2"-719,0 21 359,0-8-359,0 16 0,0-5-360,0 12 180,-8 18 0,6-7-405,-6 12 0,0 1 135,6 2-900,-2 4 1,0 1 719,4-6 270,5 6 0,6-3 0,16-14 0,-4 1 0,0 0 0</inkml:trace>
  <inkml:trace contextRef="#ctx0" brushRef="#br0" timeOffset="2979">25153 5060 7533,'0'-42'719,"0"11"91,0 20-450,0 4 179,0 0-179,0-5 0,0 11-180,-8-10 899,6 3-1259,-6 1 360,1-4-360,5 9-90,-6-4 270,0 6-719,-2 12 359,-7 2 90,-1 6-90,0 16 270,-7-13 1,5 14 268,3 1-269,1-10 45,10-1 1,2 1-46,-6 2-135,8-2 0,4-2 225,8-9-1080,23 18 901,-3-26 179,-6-1 0,3-3 0,13-18 0,4-9 0,-10 6 0,0-1 0,0 0 0</inkml:trace>
  <inkml:trace contextRef="#ctx0" brushRef="#br0" timeOffset="3450">25453 5060 7533,'-10'-42'1979,"-6"-6"-1620,14 38 451,-5-18-990,-1 25 360,6-9-900,-6 18 361,8 1-1,-8 18 270,-2-4-180,-2 8 0,-1 2 90,-7 2-90,7 9 0,1 0 91,-6-10 268,9 7 1,1 0 0,-2-8 0,4 1 0,4-4-90,10-10 0,9 10 0,3-26 0,21-19 0,-19 5 0,3-24-90,-1 5 270,-13 2-90,15-14 0,-8 5 270,-9 11 0,-1 2-90,2-11 629,-2-6 180,-24 34-1079,4 3 0,-5 11-449,9 24 449,8-12-1080,0 29 811,0-24-361,8 8 0,2 0 270,7-16-1169,1 21 1170,-1-20 359,1 3 0,2-38 0,1-14 0,3-3 0,-1 0 0</inkml:trace>
  <inkml:trace contextRef="#ctx0" brushRef="#br0" timeOffset="3650">25682 4531 7533,'-13'-26'809,"1"0"1,0-3-271,-12 6-539,23 29 630,-7 18-900,8-1 45,0 12 1,0 2 224,0 3-1093,4-7 1,2 7 0,-1-6-258,-1 15 810,5-8 0,3 7 1,-1-6 539,-6-14 0,1 1 0,3 4 0,1 5 0,2 2 0,-1-2 0,1 1 0,0-1 0,1 1 0</inkml:trace>
  <inkml:trace contextRef="#ctx0" brushRef="#br0" timeOffset="3851">25700 5072 7533,'-23'-40'1092,"1"1"0,7 12 0,2 1 1209,-2-21-2212,30 25-89,5-3 315,3 14 0,5 3-1350,6 1 1,2 1-605,13 2 1,0 1 862,-6-1 0,-1 2 776,3 2 0,-6 6 0,-10 13 0,-5 8 0</inkml:trace>
  <inkml:trace contextRef="#ctx0" brushRef="#br0" timeOffset="4501">25964 5150 7533,'-19'11'1349,"-5"3"-719,30 6-1,12-1-719,3-12-135,11-3 1,1-2-46,0-2 135,-1-1 0,3-4 0,1-8 0,-3-4-45,2-7 315,0 0 0,-7-1-135,-24-2 1079,11-11-899,-23 17 1079,-17-9-719,-12 21-900,-1-2 270,-3 16-89,30 3-361,-21 22-270,28 10 630,-11 2-449,22 6 449,3-26-180,24 14 270,-5-26-45,0-1 0,1-1 45,1-8 0,9-12 0,0-5 540,-4-1-1159,-2-11 1,-2-3 798,-4 2 45,-11-2 0,-1-2 224,4 3-605,-10-3 0,-3 2 786,1 7 629,-8-22 0,-8 37-899,-1-7-180,-1 23-270,2 18 180,8-1-90,4 7 0,0 0 90,-2 2 726,4 5 0,3 3-681,4-6 0,0 0-225,-6-3 0,0 1 0,6 2 0,-3-3 0,-10-3 1358,-16 3-4455,-19-11 2327,4-7 950,1-5 0,-5-4 0,-6-8 0,-4-2 0,5 3 0,0 0 0,0 0 0</inkml:trace>
  <inkml:trace contextRef="#ctx0" brushRef="#br0" timeOffset="6466">26846 5872 7533,'0'-39'-540,"0"18"1260,8-14-451,-6 31 91,22-24 90,-13 7-90,15-5-90,-16 5 89,-2 4-538,-8 16 179,-8-5-180,-2 6 180,-23 12-450,-5 2 315,8 3 0,0 3 135,-10 9 0,7-2 0,2 0-90,7-2 135,-1 4 0,1 0-45,12-10 45,3 8 0,3-1-45,6-9 45,10 7 0,3 0-45,1-7 135,9 9 0,3 1-45,3-8-45,1 13 0,-1 0 135,3-12-135,-2 15 0,-4 0 44,-12-15 46,3 12 0,-2 1-135,-14-9 225,1 4 0,-4-1-45,-7-4 180,-25 13-270,5-22-45,0-6 0,-1-3 45,-1 1-180,-3-4 0,3-4 90,15-4-90,-11 0 0,0-1 0,13-2-180,-27-14-360,29 21-179,-4-16-1,24 17-449,18-5 809,-5 6 450,6 0 0,3 0 0,-3-3 0,1 0 0,12 0 0,0-1 0</inkml:trace>
  <inkml:trace contextRef="#ctx0" brushRef="#br0" timeOffset="7301">27146 6286 7533,'-15'-19'989,"3"10"270,-6-8-809,2 15-90,7-4-270,-9 12-450,8 2 270,2 11-90,8 6 270,0-3-90,0 4 0,0 1 0,0-2-1639,0 5 1,0 1 1073,0-2 476,0 8-471,8-5 470,2-5 90,8-7-180,15 3 180,-19-21-45,12-1 0,3-8-45,-9-14 1,-1-8-46,8-1 0,1-2 1625,-5-1 1,-3 0-1536,-10 4 1,-3 3 223,1 4 159,-8-2 292,0 11-540,-8 6 539,-1 7-539,-9 7 180,8 17-90,2-8-3210,1 26 3120,5-25-802,-6 30 532,8-29 0,8 17-539,25-8 539,-10-12-45,14-16 0,-1-9 45,-11-9-30,1-5 0,4-7 1,-5 3-189,0-14 308,1 6 0,5-8 0,-7 5 1115,-15 12 0,-1-2-1070,5-3 0,2-7 0,1 0 0,-5 6 0,-4 1 0,-2-1 90,1-1 0,1-7 0,0 1 0,-2 6-90,1 5 0,-2 1 254,0-8 1,-2-3 0,0 7-120,-2 0 778,-16-16-778,5 40 360,-15-4 179,16 12 181,-5 12-810,5-4 605,0 34-1144,-6 5 179,14-3 0,2 7-34,-2-6 1,-1 5 0,1 1 393,0-6 0,2 2 0,0 1 0,2-3-429,2 5 0,2-1 0,-1-2 459,-2-2 0,-1-1 0,5-6-75,7-7 0,5-7 135,9-3 0,3-6 0,-2-8 0,1-5 0,3-1 0,-3-8-90,-7-21 0,-5-10 89,-7 0 1,-5-3-90,-3 7 0,-2-2 0,-3 0-236,-2 2 0,-2 1 0,-1 1 236,-2-3 0,-4 6 593,-10 10 0,-3 8-593,-3 5-630,-7 12 450,11-5-3097,15 22 2227,10-13 1050,10 14 0,21-10 0,10-3 0,3 3 0,-1-1 0</inkml:trace>
  <inkml:trace contextRef="#ctx0" brushRef="#br0" timeOffset="8396">28222 6104 7533,'-41'-17'0,"18"13"1079,-19-13-719,17 23 899,5 6-1169,3 3-135,11 10 0,4 3-135,2-1 180,6 19 0,4 3-1100,1-2 950,2-9 0,3 5 0,-4-3 150,-5-10 0,0 2-90,3 1 0,4 5 0,-1 1 0,-3-6 0,-3-4 0,0 1 90,4 10 0,1 6 0,-2-8 0,0 3 180,-4-6 0,-4-4 0,-10-16 90,-17 2-270,3-22 169,-1-5 1,-3-5 9,-2-7 1,3-2-90,-8-13 0,-2 7 0,7 2-180,22 10 135,-8-7 0,5-3-405,32-8 180,-13 7 1,2 1 179,11 7 0,5 1-749,8-7 1,4 0 538,-5 9 0,2 1 1,-1-1 89,-7 2 0,0 0 0,1 0 52,4-1 1,3-1-1,-1 1 1,-6 2-23,-6 3 0,-1 0 120,12-6 0,5-2 0,-9 5-30,-5 4 1168,13-18-1078,-39 28 809,-24-11-719,11 10 764,-15-1 1,-1 0-585,5 9-378,-25-4 288,37 10-270,-11-11 0,5 22 0,-1-13-360,-7 26 180,16-20-179,-5 25 179,13-24-540,10 31 450,3-31-45,14 5 1,7-3 89,4-14 0,1-5 180,-3 7 0,0-4-144,0-11 1,1-6-1,-6 0 99,-7 0 0,-2-2 150,4-7 0,3-3 0,-4 2 210,8-15-180,-8 3 0,-4 0 90,-10 6 174,-4 2 0,-2 1 96,-3 5 1076,-16-9-266,5 18-990,-7 6-900,10 1 630,8 12 742,0 13-832,0 2-90,0 6 0,0 1-90,8 4 135,-9 3 1,4 2-406,16-10 0,1 0 270,-13-2 0,2-1-90,18 0 1,3-7-181,-1-10 45,3-18 1,3-12 134,-8-3 0,1-7 0,-3 2 91,6-6 1,-1-4 155,-9 6 1,1-5-1,-1 0 1,-5 7-274,-4 8 0,-2 0 386,2-12 0,0-7 0,-3 6 0,1-9 60,-6 14 0,-1-4 0,-2 5-60,-9-8 630,8 4 0,-2 0 629,-14 6 0,1 3-899,9-12 275,-11 16 1,2 5-96,13 12 449,-5 6-809,7 0 701,0 6-836,3 17 0,1 7-45,-2 5 397,2-1 1,0 0-578,4 14 128,-6-12-83,6 9 0,0 1 45,-6 2 120,0-7 0,1 8 0,-1-8-30,-2-15 0,0-1-210,3 16 0,0 5 0,-1-8 210,0 4-630,1 1 1,2-3 449,3-15-1709,2 22 900,7-31 989,-7 8 0,6-23 0,-6-2 0</inkml:trace>
  <inkml:trace contextRef="#ctx0" brushRef="#br0" timeOffset="8614">29298 5807 5710,'-33'-15'1169,"0"0"0,-3 4 45,2-2 1,4 3-136,18 10 508,-4-5-1677,24 3 0,18-6 0,5-1 90,14 6-1093,-5-5 1,8-3 0,-5 1-411,-6 5 0,-1 0 1503,3-3 0,4-3 0,0 0 0,0 3 0,-1-1 0,3 0 0,-7 1 0,1 0 0,0-1 0,-1 1 0</inkml:trace>
  <inkml:trace contextRef="#ctx0" brushRef="#br0" timeOffset="8933">28169 5860 7533,'-32'-14'494,"0"0"1,-11-5-1304,35 8 449,25 9 360,11-9 0,0 2 0,6-1 0,2-1 0,2-3 0,0 0 0,-1 0 0</inkml:trace>
  <inkml:trace contextRef="#ctx0" brushRef="#br0" timeOffset="9100">29739 6337 7533,'-28'-4'0,"-1"1"0,-2 14 0,13 1 0,40-17 0,9 20 0</inkml:trace>
  <inkml:trace contextRef="#ctx0" brushRef="#br0" timeOffset="13266">26000 6027 7533,'-38'-13'1259,"13"0"-989,9-5-90,14 10 0,-5-10 89,7 17-179,0-5 180,7 0-180,-5 5 0,6-5 180,0 6 0,25 17-270,-9-7-45,5 7 0,-1 2 45,-15-3-45,10-1 0,1 0-765,-2 5 631,5 0-1171,13-1 990,-34-12 360,33-2 0,-28-16 0,15-3 0</inkml:trace>
  <inkml:trace contextRef="#ctx0" brushRef="#br1" timeOffset="14312">23001 5124 10607,'0'-22'3276,"0"-1"-179,0 16-1704,0 0-72,0 2-800,0 5-1559,0 0 574,8 0 554,33 0-1460,-15 0 779,2-3 0,0 0-306,0 2-23,-4-7 1,3-2 104,12 1 0,0-2 998,-12-1 0,-1-3 0,13-10 0,-5-5 0,-21 3 0,1-1 0</inkml:trace>
  <inkml:trace contextRef="#ctx0" brushRef="#br0" timeOffset="82934">2875 8790 7533,'-37'0'-720,"4"-6"900,23 4 0,-6-4 270,14 1-360,-6-2 179,8-6-179,0 5 180,16-3-90,-12 3 90,19 1 359,9 1 1,1 1-450,6-2-224,2 3 1,10 0 0,2-1 240,-15 1 1,3-1 0,0 0 0,0-1 0,-2 2-674,4 0 1,-1 0-1,1 0 1,4 0 487,-5 0 1,4 0 0,3-1 0,1 0 0,-2 1 0,-3-1-1,-6 2-809,8-3 0,-7 2 1,2-1 841,4 1 0,4-1 0,-1 1 0,-3-1-45,-4-1 0,-2-1 0,-3 1-110,7-1 0,0 0 50,2 0 0,3 1 0,-3 0 60,3 2 0,-3 1 0,-4-1 0,-2 2 135,-5 4 0,-5 2-45,-11 3 527,-1 6-527,-10-6 952,-8 5-1042,0-11 2878,-16 16-3328,12-14 197,-12 14-467,16-16-1439,-8 17 1440,7-15 719,-7 14 0,-8-4 0,-4 8 0</inkml:trace>
  <inkml:trace contextRef="#ctx0" brushRef="#br0" timeOffset="83601">2893 9486 7533,'-28'0'-270,"3"0"450,7 0 719,1 0-809,-1 0 450,16 0-450,-4-5 450,30-3-361,11-10-179,-12 9-270,7 1 1,-5-1 359,-19 2-540,33-1 450,-27 3-270,6-1 360,-3 5-180,-13-5 450,6 6 449,-8 0 91,0 0-630,-8 0-270,6 0 90,-5 0 0,7-6-90,7-1 90,-5-6 269,22 0-269,-4 0 240,9 0 0,10-2 0,-2 1-845,0 4 1,3 0 729,-4-1 1,6-2 0,3-2 0,-1 1 0,-5 3-336,-1 2 0,-3 2 1,5-1 119,2-1 0,6-1 0,2 0 0,0-1 0,-1 2-656,-2-1 1,1 1-1,-2 0 1,1 0 0,-1 1 395,-5 2 1,1 0 0,-2 0-1,1 0 1,-2 0 191,10-3 1,0-1 0,-2 0-1,-7 3-427,2 2 1,-10 3 134,-10 2-1439,1 19 1799,-23 3 0,-23 3 0,-7-7 0</inkml:trace>
  <inkml:trace contextRef="#ctx0" brushRef="#br0" timeOffset="111653">3052 10183 7533,'-26'-24'270,"-1"8"-91,-1-8-179,11 17 90,1-5 540,6 5-540,0 0 270,2 1 0,1 0-270,5 5-180,-6 1 180,16 1 89,9 11-89,-5-5 135,12-2 0,7-3-135,12-1 0,2-2-135,-2-2 0,4-1-619,-4 0 1,5-1-1,0 0 1,-6 0 663,0-2 0,2 0 36,-6 3 0,6 0 0,3 0 0,-2 0 0,-8 1-126,5-1 0,-1 1 90,1 3 0,7 0 0,1 2 0,-5 2-60,-3 3 0,-3 3 0,0-1 60,-4-4 0,0 0 0,0 2 30,9 4 0,1 3 0,-4-5 195,-7-6 0,-2-3 90,13 4 0,-1-2-1077,-11-5 0,-4-1 852,7-3 359,-13 1 91,-13 6-630,0 0 1596,-3 6-1596,1 1-360,-6 6 270,6-6-270,0 4 360,2-9 3122,7 9-3391,9-10 269,1 5 90,1-6 270,-11 6-270,-9-5 269,-8 5-89,8-6-540,-6 0 91,6 0 179,-8 0 90,0 0-360,8 0-90,2 0-1169,7 0 1259,-7 0 360,6 0 0,-30 40 0,8-15 0,0 0 0</inkml:trace>
  <inkml:trace contextRef="#ctx0" brushRef="#br0" timeOffset="113100">1235 8608 7083,'-10'-12'720,"2"-1"-631,8 6 271,0 1-270,0 6 180,0 0-90,0-6-90,0 5 0,0-5 0,0 6-180,0 0 360,0 12-270,0-10 180,0 33-90,0-24-90,0 15 0,0 1 90,0-8-46,0 10 1,0 1-45,0-12 90,0 30 0,0-33 0,0 10 270,0-12 180,0-6-360,0-36-90,0 9-1729,4-17 1,0-3 1703,-2 1 24,6-6 1,0 0-134,-6-1-46,5-2 0,1-1 180,-3 17 0,0 1-938,4 1 0,0 0 848,0-17-90,-1 38 122,-8-8-32,0 16 1917,8-4-2636,10 21-1,-6-6-719,19 26 899,-19-20 577,5 14 0,7-10 1,-5 6-1</inkml:trace>
  <inkml:trace contextRef="#ctx0" brushRef="#br0" timeOffset="113751">1623 8274 7533,'-10'-19'989,"2"4"-449,8-4-360,0 6 180,0 6-91,0 1-89,0 18 90,0 14-180,8 2 0,-7 3 0,0-1 0,7 1-90,-4 6 0,0-2 90,-2-9-180,2 7 0,-1-1-270,-3-14 90,0 29 0,0-37-89,0 7 269,0-17-270,0-17 90,-7-10 180,-3 4 90,0-6 990,-29 22-811,23 0 901,-25 18-810,31-1 449,-6 26-449,15-20-180,-7 9 90,8-7 270,8 14-90,17 2-810,12-1 450,0-14-540,12-14 360,-27-5-1439,19-11-450,-13 2 2069,-1-9 0,-13-4 0,-2-4 0,-4-2 0,1 0 0</inkml:trace>
  <inkml:trace contextRef="#ctx0" brushRef="#br0" timeOffset="114467">2011 8221 7533,'-18'-21'1259,"8"-2"-1259,3 21 450,7-9-360,0 10 90,0-5-270,0 17 180,0-8 179,0 26-179,0-13 90,0 21-90,0-10 90,0 11-90,0-17 180,0 21-360,0-25 180,0 13-90,0-11-90,0-5 0,0 16 90,0-14-180,0 25-90,0-18 270,0 3-90,0-9 90,0-16 180,-8 5-180,6-6 90,-6-6-90,0-1 90,6-5 180,-6 4 0,0-3-90,6 10 359,-21-5-539,19 6 540,-19 11-270,21-2 450,-14 21-631,6-8 91,0 15 0,2-16-180,8 9-90,8-15 90,-6 4-90,22-1 180,-20-9-90,27 2 90,-19-11 90,13 0 0,-15-5 90,6-3-450,-14-4 270,6-7-180,-8 10-90,0-8 0,0 15-180,0-9 181,0 9 89,0-4-180,0 6-1259,0 0 989,-8 6-360,6-4-179,-6 9-360,8-3 1439,0-1 0,16 16 0,3-1 0</inkml:trace>
  <inkml:trace contextRef="#ctx0" brushRef="#br0" timeOffset="114914">1993 8905 7533,'-17'0'2608,"-1"0"-1528,8 0-721,2 0 271,8-6-450,0 5 90,0-27-270,0 10 270,0-25-1,0-1-269,0 9 0,0-1-77,0 8 0,0-1 226,0-4 1,0-4 0,0 5 30,0-9 60,0 8 0,0-6 0,0 5 165,0 6 0,0 3-361,0-8 1,0 1 315,0-15-3491,0 31 3311,8-3 74,-6 2-164,14 14-90,-14-19 0,13 19-270,-5-15 270,8 17 2852,-1-5-3032,-7 6-989,14 0 899,-20 6-1529,35 7 540,-33 1-360,25 16 179,-21-14 1440,0 20 0,-12-12 0,-4 2 0,-4 8 0,0 0 0</inkml:trace>
  <inkml:trace contextRef="#ctx0" brushRef="#br0" timeOffset="115130">1976 8570 7533,'-20'0'1079,"-11"6"450,27-5 180,-12 5-1259,16-6 270,16-6-541,-12 5-268,35-17-91,-18 15-180,5-5 0,-1-1 360,-3 2-3238,25 0 3238,-33 1 0,19 40 0,-15 9 0</inkml:trace>
  <inkml:trace contextRef="#ctx0" brushRef="#br0" timeOffset="115796">1323 9590 7533,'-18'0'1439,"8"0"-1259,-5 5 449,13 14-359,-6-3 0,0 25-90,6-24-90,-6 19-180,8-21 90,0 3 450,8-11-450,2-13-90,0-2 90,-1-13 0,-3-6 0,-4 1 0,-2-2-90,4-1 0,0-3 180,-4-18 0,0 4-90,8 4 225,-7-1 0,0 3-136,7 16-178,-8-12 89,8 29-360,-6 1 270,6 6-1619,23 28 1709,-15-3 0,14 7 0,4 3 0,-10-5 0,-1 1 0</inkml:trace>
  <inkml:trace contextRef="#ctx0" brushRef="#br0" timeOffset="116319">1693 9176 7533,'-9'-12'359,"-7"-1"271,14 5 180,-6 2-630,8 6 179,-8 0-179,6 12 0,-6-3 90,8 21-90,0-9 0,4 6 0,0 1-90,-2 9-90,6 2 0,0 1 180,-6-1-225,6 1 0,0-3-135,-7-11 135,4 5 0,-2-3-135,-3-17 0,0 18 180,0-27-180,0-8 0,0 3-270,-8-26 450,7 19-90,-15-14 90,6 5 270,-15 5-180,13 1 540,-20 7-540,21 6 719,-7 6-629,10 1 270,8 6 450,-8 11-271,6 9-809,2-10 360,10 18-540,0-31 180,14 8-1349,-13-6 90,23-11 45,-8 2 0,-1 0 1394,0-3 0,6-2 0,1-2 0,-3-3 0</inkml:trace>
  <inkml:trace contextRef="#ctx0" brushRef="#br0" timeOffset="116667">1958 9744 10501,'0'-14'2159,"0"-15"-1979,0 19-180,0-14 0,0-5 0,0-2 90,0-16 0,0-2-657,0 22 0,0-1 327,-2-14 0,-1-6 0,0 6 150,2 13 1,0 1-31,-1-11 0,-2-5 0,2 8-60,2-4 944,0 8 1,0 3-405,0 15 570,0 2-930,0 12 472,8 0-472,-6 0 90,22 6-720,3 1-2311,2 1 2851,5-3-1520,-9 7 1340,-5-9-1619,5 14 1439,-7-10-2068,-8 12 2158,-2-5 1012,-8 5 1,-24 16-1,9-14 1,1 0 0</inkml:trace>
  <inkml:trace contextRef="#ctx0" brushRef="#br0" timeOffset="116850">1976 9331 7533,'-20'15'2518,"4"2"-1978,16-10-90,0 0 359,0-1-449,0-6-270,0 6 270,16-5-180,-12 5-630,35-6 450,-17 0-1215,3 0 1,1 0-45,3 0 1259,-4 0 0,-1 35 0,-4 8 0</inkml:trace>
  <inkml:trace contextRef="#ctx0" brushRef="#br0" timeOffset="117381">1411 10558 8432,'-10'-6'2069,"-5"5"-990,13-5-899,-6 6 540,8-6-540,0-1-90,0-18 90,0 9-360,0-8 270,8-6-90,-6 7-360,5-14 180,1-1 0,-6 4 135,2 4 0,0-2 90,-3 4 0,-2 2-45,1-16-450,0 8 180,0 33 91,8-5-451,2 12 270,0 1-1529,13 17 1889,-11-2 0,7-2 0,3 3 0,-3-3 0,-1 0 0</inkml:trace>
  <inkml:trace contextRef="#ctx0" brushRef="#br0" timeOffset="117913">1782 9912 7533,'0'-26'1439,"-8"12"-989,6 2-450,-6 12 539,8 17-539,0-1 90,0 16 0,0 5-90,0-8 0,0 14 90,0 2-2068,0-10 2068,8 14-270,-6-5 180,6-2 263,-5-9 1,1 1-219,5-8 0,0-3-45,3 17 90,3-16 0,-15-24-450,0-18-270,0-15 2082,-7 3-1542,-3-11 270,-8 20-1,-7 1-89,13 7 630,-19 8-360,19 5 719,-6 11-719,2-2 450,15 21-541,-7-14-89,8 25-90,0-23-629,8 23 449,1-25-630,17 14 540,-7-21-2159,23 8 630,-21-16 1709,20 5 0,2-23 0,-15 6 0,-1 1 0</inkml:trace>
  <inkml:trace contextRef="#ctx0" brushRef="#br0" timeOffset="118296">2081 10455 8432,'-9'0'3276,"-7"0"-2504,14 0 217,-14-6-899,14 4 180,-6-15-270,8 8 0,8-27 0,-6 13-180,6-6 0,0-2 0,-6-6-1156,2-8 1,0 0 1335,-4-3 0,0 12 0,0-1-549,-4 5 0,0 2 549,2-14 450,-2 1 0,0 2-180,4 2 666,0-10-666,0 30 359,0 12-809,0 1 2095,8 12-2545,2 1 1160,7 6-889,1-6-901,8 10 631,-7-14-782,7 26 422,-1-19-1350,-13 26 2339,4-20 0,-24 16 0,-8 6 0,1-3 0,1 1 0</inkml:trace>
  <inkml:trace contextRef="#ctx0" brushRef="#br0" timeOffset="118446">2081 10183 8432,'-19'0'3238,"3"0"-1709,24-6-1169,2 5 90,0-11-450,21 5 90,-10-6 90,15 7-180,-3 0 0,-9 3 0,3 0 0,5-1 0,1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376A3-60EE-9D4E-A7A1-CB0D7A163B62}" type="datetimeFigureOut">
              <a:rPr lang="en-US" smtClean="0"/>
              <a:t>11/14/24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16C9C-3AD8-BF4F-8988-7C4865BA5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2904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94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CFD10-6D91-6C3D-DBA9-D883BFBA2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5A779B-1BF0-245E-AC34-557F79DE55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A31259-52E2-D6CE-EF84-2AE2A8357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E5B51F-9616-133B-C94D-4570520C344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27CB7F-43A1-FFBA-745E-E45F97259C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71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2115D-4C22-0EA7-A3D6-901A78FC3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DA1282-6B71-C9B5-51A7-BFCC7D4D8F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2535EF-B9B0-7088-75B4-C48CF8C059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BE0063-7BED-2FEB-AC52-781866D45FC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00ED46-9C36-CE03-5A44-B0A27DBA64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861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7E18D-9F01-0352-B14F-079A2B65C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13E22A-D76B-19FF-D52D-0CB4B69093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0F8D31-102A-7E06-493F-E4C9950813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2F71B2-6429-49EB-F77B-7571C6C649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4A4054-AECD-1D1E-BE51-8F19FCFFBF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558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- Mai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98111C-9A9D-874F-B913-835AC8922020}"/>
              </a:ext>
            </a:extLst>
          </p:cNvPr>
          <p:cNvSpPr/>
          <p:nvPr userDrawn="1"/>
        </p:nvSpPr>
        <p:spPr>
          <a:xfrm>
            <a:off x="0" y="6032501"/>
            <a:ext cx="12192000" cy="82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</p:spTree>
    <p:extLst>
      <p:ext uri="{BB962C8B-B14F-4D97-AF65-F5344CB8AC3E}">
        <p14:creationId xmlns:p14="http://schemas.microsoft.com/office/powerpoint/2010/main" val="2164516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 - Artificial Intelligenc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0E60B0-A2C1-574C-9353-D0018515D1DB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97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Contents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620CE5F-17DD-B74D-9272-0308033DFF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8"/>
            <a:ext cx="10515600" cy="595431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DC4F0E0-69EF-AC48-B54C-7ABE40BDE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71061"/>
            <a:ext cx="10515600" cy="4975320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82122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2427190"/>
            <a:ext cx="4969768" cy="2003621"/>
          </a:xfrm>
        </p:spPr>
        <p:txBody>
          <a:bodyPr anchor="ctr" anchorCtr="0">
            <a:noAutofit/>
          </a:bodyPr>
          <a:lstStyle>
            <a:lvl1pPr algn="ctr">
              <a:defRPr sz="36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This page is to be </a:t>
            </a:r>
            <a:br>
              <a:rPr lang="en-US" dirty="0"/>
            </a:br>
            <a:r>
              <a:rPr lang="en-US" dirty="0"/>
              <a:t>used for any quote or foreword to be used. </a:t>
            </a:r>
          </a:p>
        </p:txBody>
      </p:sp>
    </p:spTree>
    <p:extLst>
      <p:ext uri="{BB962C8B-B14F-4D97-AF65-F5344CB8AC3E}">
        <p14:creationId xmlns:p14="http://schemas.microsoft.com/office/powerpoint/2010/main" val="1489156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3076379"/>
            <a:ext cx="4969768" cy="705243"/>
          </a:xfrm>
        </p:spPr>
        <p:txBody>
          <a:bodyPr anchor="ctr" anchorCtr="0">
            <a:noAutofit/>
          </a:bodyPr>
          <a:lstStyle>
            <a:lvl1pPr algn="ctr">
              <a:defRPr sz="54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 </a:t>
            </a:r>
          </a:p>
        </p:txBody>
      </p:sp>
    </p:spTree>
    <p:extLst>
      <p:ext uri="{BB962C8B-B14F-4D97-AF65-F5344CB8AC3E}">
        <p14:creationId xmlns:p14="http://schemas.microsoft.com/office/powerpoint/2010/main" val="1334409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1 - Text Left / Image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FE3E8F6-20BF-5D45-B11E-96876ED32A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2F0EFC19-CF41-DB41-B8E9-C60A32D7A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3"/>
            <a:ext cx="4969768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22" name="Picture Placeholder 18">
            <a:extLst>
              <a:ext uri="{FF2B5EF4-FFF2-40B4-BE49-F238E27FC236}">
                <a16:creationId xmlns:a16="http://schemas.microsoft.com/office/drawing/2014/main" id="{C4F13C3A-B7AB-9E4E-B901-9EE3CE3FC6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84032" y="381419"/>
            <a:ext cx="4968552" cy="5632056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38B46F-0F90-D7AF-02A4-2409B2F6AF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03A4BA0-775A-868E-5C6C-3CE88C60D6C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6F61729-FDED-6C92-2534-0450706B21C9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51BC700-26F9-685D-1F07-780CAA5FF9DC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BE710A2-DADD-146C-1DBD-25E77DC846B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4A142B8-3C09-6932-5ACA-FE6C4AA121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32" name="Slide Number Placeholder 4">
            <a:extLst>
              <a:ext uri="{FF2B5EF4-FFF2-40B4-BE49-F238E27FC236}">
                <a16:creationId xmlns:a16="http://schemas.microsoft.com/office/drawing/2014/main" id="{854EF07A-6A87-6EA1-38E2-FF8374F6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329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2 - Image Left / Text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A33A383-C1ED-3447-A6B8-FBDDD6B02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36B6E0D6-2EA8-EA4E-84DA-D67B7DE8B6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396" y="381419"/>
            <a:ext cx="4969768" cy="5632056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39" name="Picture Placeholder 18">
            <a:extLst>
              <a:ext uri="{FF2B5EF4-FFF2-40B4-BE49-F238E27FC236}">
                <a16:creationId xmlns:a16="http://schemas.microsoft.com/office/drawing/2014/main" id="{8A668FA9-1D56-0D4A-B3D6-6F44B35DE35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416" y="1107851"/>
            <a:ext cx="4968552" cy="4899888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B1E2D3-A5EF-E7A2-CCDB-4A4DB8D11C8F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4355159-115E-5382-9F87-A62C23BA1D2F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E21EF9B-B835-E5EF-CB9F-D3719CCDE36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8AD6817-F6AB-852E-2CB1-AD90DEA29A68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4CDB975B-0CF3-E960-8B45-02A776FDE54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81B78A5-7211-FE1A-C661-5DA8DEAFB0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FD1C6019-0BA6-3464-94AF-91B23FF4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479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3 - Large Text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B92A2B9C-E0FC-594F-A120-24372B467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3EC21F77-4957-9348-8D69-41C656769B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1" y="1107853"/>
            <a:ext cx="10517372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8EACCF-9F5F-1F98-B9D4-2A78173213C4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400D8FA-1B30-E7D5-3FBB-5D68123170B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71E07DC-4179-81E8-509F-D65BBBBE5273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96D59D-6B44-202F-855F-6988285CB7BE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9151F32-D6DF-9905-127D-242FCFE19ED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6DF842B-CCB4-C51A-C7FA-E704A1052E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B53946A-6A27-7D69-DE7F-B0B4E44F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946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4 - Large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edia Placeholder 2">
            <a:extLst>
              <a:ext uri="{FF2B5EF4-FFF2-40B4-BE49-F238E27FC236}">
                <a16:creationId xmlns:a16="http://schemas.microsoft.com/office/drawing/2014/main" id="{67FB7D94-160F-5546-8678-92B87AAADF8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1"/>
            <a:ext cx="12192000" cy="6032499"/>
          </a:xfrm>
        </p:spPr>
        <p:txBody>
          <a:bodyPr anchor="ctr" anchorCtr="1"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Video Slide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E0A7993-082F-448E-B3F8-486B5C968A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7860069-236F-1410-A0FF-2F3ABC9BD651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A9C1FB5-0CE6-AAC7-070A-0E0C05BB372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6544E7-10EF-9620-4436-24B5471FECB0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203276C-68DB-8AA1-317A-9F86BE06B59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EFDCDB8-1E85-B120-9ED2-2D34CB5A20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1F10164-37E4-78CC-1489-BC552E1B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02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Left Text / Right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B74D8277-456C-BB4B-B005-EB6E5FD2BB0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2E2A4F6-6AC5-2343-AA9D-DCA5C3633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B1C2D37E-2631-DD4A-94AA-82F69735EE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59F9DC-AE7C-FBFF-8C9F-61BE02F5775E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14074B3-FA78-27E6-1A66-191EF809E35C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4F012BF-5A13-989E-9E98-63923C30D502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E7E9B8-E765-009E-7849-DBCBE995B39D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AE059C79-90CE-29B5-B3B6-01AFB6FC788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C7EEBC1-ED7F-FC72-7584-5337E408E8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014A1175-1073-FB62-3A2A-E19FE7760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093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Software Develop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C7305CBB-55FB-B44B-A0B0-96E86345C48A}"/>
              </a:ext>
            </a:extLst>
          </p:cNvPr>
          <p:cNvSpPr txBox="1">
            <a:spLocks/>
          </p:cNvSpPr>
          <p:nvPr userDrawn="1"/>
        </p:nvSpPr>
        <p:spPr>
          <a:xfrm>
            <a:off x="9692640" y="6405648"/>
            <a:ext cx="2296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9C85F8-0BD3-7742-B238-5BE9A2749A8F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8" name="Media Placeholder 2">
            <a:extLst>
              <a:ext uri="{FF2B5EF4-FFF2-40B4-BE49-F238E27FC236}">
                <a16:creationId xmlns:a16="http://schemas.microsoft.com/office/drawing/2014/main" id="{675C1070-97AA-E14C-974E-C64156AA472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2D60907-A2F2-994C-87D3-7689996B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9A68E9AB-98DF-2142-9BFB-F47EF8D8E4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FFF67C-0CD2-556E-9904-6222E6170FA8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E6D47AA-F4FB-6BC3-5514-F902A3246624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A03E38F-989C-9656-72FC-286B41D6CC45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1C3CEB-0AF5-075D-421C-E15D0FE48194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38872712-1DD4-0887-E813-760FFC8A9C5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D692EEC-4BFF-D31E-839E-1C89979FD3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5C106A8E-53FA-BCB2-4892-69E52BC8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13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6 - Bullet Poi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29DAEC0-2555-2845-A15D-30799D398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F91855CE-A534-634D-8877-E5E3DECFC3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1100863"/>
            <a:ext cx="10503091" cy="4912611"/>
          </a:xfrm>
        </p:spPr>
        <p:txBody>
          <a:bodyPr>
            <a:normAutofit/>
          </a:bodyPr>
          <a:lstStyle>
            <a:lvl1pPr marL="285744" marR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0D3CC3-42E7-7420-2506-8653F75CE1A6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C2A114-C6F2-5CBA-030B-D9A0EF0E008A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33D99A-80DF-B000-5C94-FE9422B75358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0C8D83-6C1F-4E5E-9719-BF0183A8799F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CD31E5D-516B-571D-C15C-CD38C3A5187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8CF761-B206-1FA6-1631-95E8AC8BDE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8F1884E3-782D-A62D-05AB-FE7DDB2B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837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7 - Large Image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E57A80E5-2379-9B46-BEC6-413D10608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812783BF-98F9-9345-BF11-B0AC41FBDE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1" y="1119706"/>
            <a:ext cx="10531475" cy="4857857"/>
          </a:xfrm>
        </p:spPr>
        <p:txBody>
          <a:bodyPr/>
          <a:lstStyle/>
          <a:p>
            <a:r>
              <a:rPr lang="en-US" dirty="0"/>
              <a:t>Add Picture here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BA0998-2EC2-811F-C93B-278973FB4CEB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77E8D76-5E3D-8296-877D-09E99FE9842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6B96EF3-78F7-A366-80A6-0C642B45E4B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369147-C836-5A48-5CEC-21A546E95281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A7C5095-9559-36E6-DAA4-F5F481B5EF7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85BF1F-2D82-360A-ECA2-7AFA5E2F50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E0963CC3-AB74-9CEB-7CCB-1B453753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335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8 - Lef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7B47B32-3A52-1F48-BE63-C5EB36A2E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99451E6-42D4-A041-898E-E9362B934E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D60C82-C500-B131-44DF-EC245B0F1CA0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6B6E645-A775-B18D-7A7D-E33B24E99D4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FEC917-BC9B-D9F5-566E-28C4ABA92ADD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ADAF47-4FB1-16CD-8732-3E3F414B6EFA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418A011-A6DC-F25A-63AC-A7279A72759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8241CAA-D7C2-A8C8-C934-EE7AF5E04D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6E95B5D-F62C-23E0-9018-9BC0EBDC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87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9 - Righ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4512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6B931009-8692-1340-AFDB-626C48A215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12" y="1114007"/>
            <a:ext cx="4969768" cy="488800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75C75E-535D-3E13-83B2-78913A4C3803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4C9F514-DC38-14BF-8A18-F76D2A4359FE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C14BD3C-2E89-1792-27E5-6DCF3CC94944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B2FB90-52B0-393C-DABB-185AB20A56F5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CF88BE8-27A3-FCA8-0936-4A57020AF3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F9DCB7B-97CF-0A10-074E-8778907E4C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7BA06DD-DBC7-D6C4-A0BA-9445D1A9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18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C85F8-0BD3-7742-B238-5BE9A2749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357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7" r:id="rId2"/>
    <p:sldLayoutId id="2147483661" r:id="rId3"/>
    <p:sldLayoutId id="2147483681" r:id="rId4"/>
    <p:sldLayoutId id="2147483672" r:id="rId5"/>
    <p:sldLayoutId id="2147483662" r:id="rId6"/>
    <p:sldLayoutId id="2147483663" r:id="rId7"/>
    <p:sldLayoutId id="2147483673" r:id="rId8"/>
    <p:sldLayoutId id="2147483680" r:id="rId9"/>
    <p:sldLayoutId id="2147483674" r:id="rId10"/>
    <p:sldLayoutId id="2147483710" r:id="rId11"/>
    <p:sldLayoutId id="2147483675" r:id="rId12"/>
    <p:sldLayoutId id="2147483736" r:id="rId13"/>
    <p:sldLayoutId id="2147483676" r:id="rId14"/>
    <p:sldLayoutId id="2147483677" r:id="rId15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en:Creative_Commons" TargetMode="External"/><Relationship Id="rId2" Type="http://schemas.openxmlformats.org/officeDocument/2006/relationships/hyperlink" Target="https://commons.wikimedia.org/wiki/File:Conceptual_Diagram_-_Example.svg" TargetMode="Externa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creativecommons.org/licenses/by-sa/4.0/deed.en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.png"/><Relationship Id="rId4" Type="http://schemas.openxmlformats.org/officeDocument/2006/relationships/customXml" Target="../ink/ink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en:Creative_Commons" TargetMode="External"/><Relationship Id="rId2" Type="http://schemas.openxmlformats.org/officeDocument/2006/relationships/hyperlink" Target="https://commons.wikimedia.org/wiki/File:Conceptual_Diagram_-_Example.svg" TargetMode="Externa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5" Type="http://schemas.openxmlformats.org/officeDocument/2006/relationships/customXml" Target="../ink/ink9.xml"/><Relationship Id="rId4" Type="http://schemas.openxmlformats.org/officeDocument/2006/relationships/hyperlink" Target="https://creativecommons.org/licenses/by-sa/4.0/deed.en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en:Creative_Commons" TargetMode="External"/><Relationship Id="rId2" Type="http://schemas.openxmlformats.org/officeDocument/2006/relationships/hyperlink" Target="https://commons.wikimedia.org/wiki/File:Conceptual_Diagram_-_Example.svg" TargetMode="Externa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creativecommons.org/licenses/by-sa/4.0/deed.en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en:Creative_Commons" TargetMode="External"/><Relationship Id="rId2" Type="http://schemas.openxmlformats.org/officeDocument/2006/relationships/hyperlink" Target="https://commons.wikimedia.org/wiki/File:Conceptual_Diagram_-_Example.svg" TargetMode="Externa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creativecommons.org/licenses/by-sa/4.0/deed.en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en:Creative_Commons" TargetMode="External"/><Relationship Id="rId2" Type="http://schemas.openxmlformats.org/officeDocument/2006/relationships/hyperlink" Target="https://commons.wikimedia.org/wiki/File:Conceptual_Diagram_-_Example.svg" TargetMode="Externa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creativecommons.org/licenses/by-sa/4.0/deed.en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TR/rdf-primer/fig1dec16.png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customXml" Target="../ink/ink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hyperlink" Target="http://www.w3.org/People/EM/contact#me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owlready2.readthedocs.io/en/v0.42/" TargetMode="Externa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kgtutorial.github.io/" TargetMode="External"/><Relationship Id="rId2" Type="http://schemas.openxmlformats.org/officeDocument/2006/relationships/hyperlink" Target="https://owlready2.readthedocs.io/en/v0.42/" TargetMode="Externa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iccl.inf.tu-dresden.de/web/Knowledge_Graphs_(WS2021)/en" TargetMode="External"/><Relationship Id="rId4" Type="http://schemas.openxmlformats.org/officeDocument/2006/relationships/hyperlink" Target="https://jingdongsun.medium.com/creating-knowledge-graph-step-by-step-a383231acf2d" TargetMode="Externa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6151-F86A-8A4E-99C3-665877355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972FB-9AF1-F540-A069-5B31D78CB6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C70EF-FA7C-484D-A5D6-A4D325679B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 2, 18-20 November 2024</a:t>
            </a:r>
          </a:p>
        </p:txBody>
      </p:sp>
    </p:spTree>
    <p:extLst>
      <p:ext uri="{BB962C8B-B14F-4D97-AF65-F5344CB8AC3E}">
        <p14:creationId xmlns:p14="http://schemas.microsoft.com/office/powerpoint/2010/main" val="4150415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46DC232-BBA6-4498-CDFC-0E3C954C1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005711" cy="632219"/>
          </a:xfrm>
        </p:spPr>
        <p:txBody>
          <a:bodyPr/>
          <a:lstStyle/>
          <a:p>
            <a:r>
              <a:rPr lang="en-US" dirty="0"/>
              <a:t>A look back at knowledge bases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0CC02-D832-FD89-2B19-A15AFABAA8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</a:rPr>
              <a:t>Knowledge Bases provide one means of representing our knowledge of the world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2"/>
              </a:solidFill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Robust mechanisms for querying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produce new knowledge (new sentences)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Easily updated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Rigourous</a:t>
            </a: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inference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 readable in principle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B1FD57-5AF8-9A86-3EDF-8AB6AB7AE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455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F952-D913-4A4A-B107-55373ED3A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413383" cy="632219"/>
          </a:xfrm>
        </p:spPr>
        <p:txBody>
          <a:bodyPr/>
          <a:lstStyle/>
          <a:p>
            <a:r>
              <a:rPr lang="en-US" dirty="0"/>
              <a:t>Limitations of Knowledge Bases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EB77B-C900-46AF-8BFB-BFF98DA1A5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6054304" cy="4905623"/>
          </a:xfrm>
        </p:spPr>
        <p:txBody>
          <a:bodyPr>
            <a:normAutofit/>
          </a:bodyPr>
          <a:lstStyle/>
          <a:p>
            <a:pPr lvl="1"/>
            <a:endParaRPr lang="en-GB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scalable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Labour intensive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Relationships not especially transparent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“types”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annotations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4D103-664C-5976-5DEB-6A10D09D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26" name="Picture 2" descr="Encyclopedia - Wikipedia">
            <a:extLst>
              <a:ext uri="{FF2B5EF4-FFF2-40B4-BE49-F238E27FC236}">
                <a16:creationId xmlns:a16="http://schemas.microsoft.com/office/drawing/2014/main" id="{BC104A61-2171-0593-F417-68C985F49729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2505" y="1334369"/>
            <a:ext cx="4913062" cy="4679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0562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F26BE-94AC-20A1-AE22-49A021183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8880134" cy="632219"/>
          </a:xfrm>
        </p:spPr>
        <p:txBody>
          <a:bodyPr/>
          <a:lstStyle/>
          <a:p>
            <a:r>
              <a:rPr lang="en-US" dirty="0"/>
              <a:t>Overcoming these 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FC28F-3D38-36B1-49A9-46F8C09DA9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There are many things we would like KB to do: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Explicitly model relationships between entities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Allow the “atomic units of knowledge” to be annotated with additional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Support performant and accurate inference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Scale to very large numbers of “atoms”.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Support highly parallel querying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Interpretable by humans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Readable by machines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Enter the </a:t>
            </a:r>
            <a:r>
              <a:rPr lang="en-US" sz="2400" b="1" dirty="0">
                <a:solidFill>
                  <a:schemeClr val="tx2"/>
                </a:solidFill>
              </a:rPr>
              <a:t>knowledge graph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76F87-8628-A7C3-57B6-BA23E230E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207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5200D-4589-EF9C-6FCA-705563822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230139" cy="632219"/>
          </a:xfrm>
        </p:spPr>
        <p:txBody>
          <a:bodyPr/>
          <a:lstStyle/>
          <a:p>
            <a:r>
              <a:rPr lang="en-US" dirty="0"/>
              <a:t>Rule-based systems as graphs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0C376-A7CA-58C7-C4BB-B72BAC87E4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5771321" cy="4905623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If x is a dog then x is an animal.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If x is a cow then x is an animal.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If x is an animal then x is a living thing.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If x is a cow then x eats herbs.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If x is a herb then x is a plant.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If x is a plant then x is a living thing.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What does the graph miss?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AD278-387C-755F-3CCA-860F0F885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148D689-0737-6ABE-CD80-D837EBAEEF4E}"/>
                  </a:ext>
                </a:extLst>
              </p14:cNvPr>
              <p14:cNvContentPartPr/>
              <p14:nvPr/>
            </p14:nvContentPartPr>
            <p14:xfrm>
              <a:off x="8486640" y="106920"/>
              <a:ext cx="3617640" cy="3354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148D689-0737-6ABE-CD80-D837EBAEEF4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70440" y="90720"/>
                <a:ext cx="3650040" cy="338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502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39A0E-4CC3-4C1B-D991-7BC65AF0F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8215116" cy="632219"/>
          </a:xfrm>
        </p:spPr>
        <p:txBody>
          <a:bodyPr/>
          <a:lstStyle/>
          <a:p>
            <a:r>
              <a:rPr lang="en-US" dirty="0"/>
              <a:t>What is a Knowledge Graph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C626D-521D-61D6-9443-62D4901A88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209124"/>
            <a:ext cx="7610553" cy="4804352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 Knowledge Base, structured on a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Defines the “things” that our knowledge is about – the </a:t>
            </a:r>
            <a:r>
              <a:rPr lang="en-US" sz="2400" b="1" dirty="0">
                <a:solidFill>
                  <a:schemeClr val="tx2"/>
                </a:solidFill>
              </a:rPr>
              <a:t>nodes</a:t>
            </a:r>
            <a:r>
              <a:rPr lang="en-US" sz="2400" dirty="0">
                <a:solidFill>
                  <a:schemeClr val="tx2"/>
                </a:solidFill>
              </a:rPr>
              <a:t> of the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Defines the relationships between the “things’” – the </a:t>
            </a:r>
            <a:r>
              <a:rPr lang="en-US" sz="2400" b="1" dirty="0">
                <a:solidFill>
                  <a:schemeClr val="tx2"/>
                </a:solidFill>
              </a:rPr>
              <a:t>edges</a:t>
            </a:r>
            <a:r>
              <a:rPr lang="en-US" sz="2400" dirty="0">
                <a:solidFill>
                  <a:schemeClr val="tx2"/>
                </a:solidFill>
              </a:rPr>
              <a:t> of the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Defines the properties of the “things” – the </a:t>
            </a:r>
            <a:r>
              <a:rPr lang="en-US" sz="2400" b="1" dirty="0">
                <a:solidFill>
                  <a:schemeClr val="tx2"/>
                </a:solidFill>
              </a:rPr>
              <a:t>attributes</a:t>
            </a:r>
            <a:r>
              <a:rPr lang="en-US" sz="2400" dirty="0">
                <a:solidFill>
                  <a:schemeClr val="tx2"/>
                </a:solidFill>
              </a:rPr>
              <a:t> of the nodes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Rich structure, often with substructure (clustering of nodes)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</a:rPr>
              <a:t>Normalised</a:t>
            </a: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Explicit and declarative – has an intended meaning and is itself meaningful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Often large – millions of nodes or more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Human and machine readable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305D9-BEDE-7613-C9F6-042D5CB55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 descr="Colourful circles linked with lines representing a network">
            <a:extLst>
              <a:ext uri="{FF2B5EF4-FFF2-40B4-BE49-F238E27FC236}">
                <a16:creationId xmlns:a16="http://schemas.microsoft.com/office/drawing/2014/main" id="{E37939C1-B6F5-1392-8F51-10AD87179F1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 rot="16200000">
            <a:off x="7564858" y="1607017"/>
            <a:ext cx="5411760" cy="364396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3B25F28-1F60-BE7D-8431-63B91607DE73}"/>
                  </a:ext>
                </a:extLst>
              </p14:cNvPr>
              <p14:cNvContentPartPr/>
              <p14:nvPr/>
            </p14:nvContentPartPr>
            <p14:xfrm>
              <a:off x="50400" y="1591560"/>
              <a:ext cx="5165640" cy="1024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3B25F28-1F60-BE7D-8431-63B91607DE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200" y="1575360"/>
                <a:ext cx="5198040" cy="105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7613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F952-D913-4A4A-B107-55373ED3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example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4C05E2-D14A-0D16-65A5-33BFBF05F5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Obeys a “grammar”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Relationships are explicitly defined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Loose hierarchy defined by the relationships, not imposed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Nodes can be directly annotated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</a:rPr>
              <a:t>Normalised</a:t>
            </a: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Has a clear meaning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4D103-664C-5976-5DEB-6A10D09D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687F5D2-2718-F4D9-CB24-4E8CDFDC36E4}"/>
              </a:ext>
            </a:extLst>
          </p:cNvPr>
          <p:cNvGrpSpPr/>
          <p:nvPr/>
        </p:nvGrpSpPr>
        <p:grpSpPr>
          <a:xfrm>
            <a:off x="5585700" y="611465"/>
            <a:ext cx="6256189" cy="5635070"/>
            <a:chOff x="6094854" y="553485"/>
            <a:chExt cx="6256189" cy="5635070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A2178D59-64BC-C7F7-22A9-2577EDAF48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854" y="553485"/>
              <a:ext cx="6256189" cy="4704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D0590C4-2599-24FC-652B-BE73D127CF44}"/>
                </a:ext>
              </a:extLst>
            </p:cNvPr>
            <p:cNvSpPr txBox="1"/>
            <p:nvPr/>
          </p:nvSpPr>
          <p:spPr>
            <a:xfrm>
              <a:off x="9245600" y="5172892"/>
              <a:ext cx="254362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hlinkClick r:id="rId2"/>
                </a:rPr>
                <a:t>https://commons.wikimedia.org/wiki/File:Conceptual_Diagram_-_Example.svg</a:t>
              </a:r>
              <a:r>
                <a:rPr lang="en-GB" sz="1200" dirty="0"/>
                <a:t>  licensed under the </a:t>
              </a:r>
              <a:r>
                <a:rPr lang="en-GB" sz="1200" dirty="0">
                  <a:hlinkClick r:id="rId3" tooltip="w:en:Creative Commons"/>
                </a:rPr>
                <a:t>Creative Commons</a:t>
              </a:r>
              <a:r>
                <a:rPr lang="en-GB" sz="1200" dirty="0"/>
                <a:t> </a:t>
              </a:r>
              <a:r>
                <a:rPr lang="en-GB" sz="1200" dirty="0">
                  <a:hlinkClick r:id="rId4"/>
                </a:rPr>
                <a:t>Attribution-Share Alike 4.0 International</a:t>
              </a:r>
              <a:r>
                <a:rPr lang="en-GB" sz="1200" dirty="0"/>
                <a:t> license.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7969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20BF10-6714-496A-B6D3-19531BB87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8407400" cy="632219"/>
          </a:xfrm>
        </p:spPr>
        <p:txBody>
          <a:bodyPr/>
          <a:lstStyle/>
          <a:p>
            <a:r>
              <a:rPr lang="en-US" dirty="0"/>
              <a:t>A More Complex Example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03FE0-EA08-BA23-80A1-9B349EDED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10491719" cy="489415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How might you model the relationships between: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Me, Lu Bai, Hui Wang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of you (A. Turing, G. Hopper)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Knowledge Engineering, Machine Learning, Into to AI modules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nodes do we need?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relationships do we need to define?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A8BF3-18AD-3499-78B7-B00192622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908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9557FC3-E57E-82EE-B185-3D3397E91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6897414" cy="632219"/>
          </a:xfrm>
        </p:spPr>
        <p:txBody>
          <a:bodyPr/>
          <a:lstStyle/>
          <a:p>
            <a:r>
              <a:rPr lang="en-US" dirty="0"/>
              <a:t>Exercises 9: A simple knowledge graph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B16337-5CEC-1DC1-361C-59AD18952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9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E55209F-C9BE-9442-38AD-9BCEA6180F9F}"/>
                  </a:ext>
                </a:extLst>
              </p14:cNvPr>
              <p14:cNvContentPartPr/>
              <p14:nvPr/>
            </p14:nvContentPartPr>
            <p14:xfrm>
              <a:off x="1536120" y="2124720"/>
              <a:ext cx="6923880" cy="3493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E55209F-C9BE-9442-38AD-9BCEA6180F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19920" y="2108520"/>
                <a:ext cx="6956280" cy="352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6A5A7D1-1181-F30E-1752-58F7C32BAB81}"/>
                  </a:ext>
                </a:extLst>
              </p14:cNvPr>
              <p14:cNvContentPartPr/>
              <p14:nvPr/>
            </p14:nvContentPartPr>
            <p14:xfrm>
              <a:off x="3213000" y="5603400"/>
              <a:ext cx="3683520" cy="985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6A5A7D1-1181-F30E-1752-58F7C32BAB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96800" y="5587200"/>
                <a:ext cx="3715920" cy="101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50780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CFAD6-D892-A965-3F8C-7D57BA39B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E35F1-A802-32E0-E6CD-867778FB19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B7B33-76B4-CC26-4B0C-9732B4167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10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6BEA4E0-84DC-8278-1E07-4D1EDDA4636E}"/>
                  </a:ext>
                </a:extLst>
              </p14:cNvPr>
              <p14:cNvContentPartPr/>
              <p14:nvPr/>
            </p14:nvContentPartPr>
            <p14:xfrm>
              <a:off x="948960" y="171720"/>
              <a:ext cx="11088360" cy="5706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6BEA4E0-84DC-8278-1E07-4D1EDDA4636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2760" y="155520"/>
                <a:ext cx="11120760" cy="573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0508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22210-CA53-68DC-AB5E-81A2B1D7E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7CC59-AB40-E4FB-E95A-D6A8E67E6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48B42C-B2BD-452A-33DB-CC60DA42CA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2937A8-F168-85DC-D50E-179CAA92A2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 2, 18-20 November 2024</a:t>
            </a:r>
          </a:p>
        </p:txBody>
      </p:sp>
    </p:spTree>
    <p:extLst>
      <p:ext uri="{BB962C8B-B14F-4D97-AF65-F5344CB8AC3E}">
        <p14:creationId xmlns:p14="http://schemas.microsoft.com/office/powerpoint/2010/main" val="3571754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5958B8-A42A-B0A3-E1F7-3D5BB2E7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9367684" cy="632219"/>
          </a:xfrm>
        </p:spPr>
        <p:txBody>
          <a:bodyPr/>
          <a:lstStyle/>
          <a:p>
            <a:r>
              <a:rPr lang="en-US" dirty="0"/>
              <a:t>What can Knowledge Graphs do?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8648C7-644F-5436-F485-A9D2E90EEF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10562303" cy="4894155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Explicitly model relations between things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Model relations between classes of things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Model hierarchies of things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Be used to identify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Be used directly to derive new knowledge by running logical inference on top of a knowledge graph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B3B716-CA64-23E6-18DC-83366FCDC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913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20BF10-6714-496A-B6D3-19531BB87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938117" cy="632219"/>
          </a:xfrm>
        </p:spPr>
        <p:txBody>
          <a:bodyPr/>
          <a:lstStyle/>
          <a:p>
            <a:r>
              <a:rPr lang="en-US" dirty="0"/>
              <a:t>What’s wrong with a Relational DB?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03FE0-EA08-BA23-80A1-9B349EDED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07852"/>
            <a:ext cx="5819540" cy="489415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All of this could be done with a SQL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is there, but it is hardly transparent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spread over many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Not really human readable</a:t>
            </a: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A8BF3-18AD-3499-78B7-B00192622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62BE2DA-B43C-A18E-457B-303BB9220C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822405"/>
              </p:ext>
            </p:extLst>
          </p:nvPr>
        </p:nvGraphicFramePr>
        <p:xfrm>
          <a:off x="7374816" y="1195759"/>
          <a:ext cx="34014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33">
                  <a:extLst>
                    <a:ext uri="{9D8B030D-6E8A-4147-A177-3AD203B41FA5}">
                      <a16:colId xmlns:a16="http://schemas.microsoft.com/office/drawing/2014/main" val="2214165141"/>
                    </a:ext>
                  </a:extLst>
                </a:gridCol>
                <a:gridCol w="1133833">
                  <a:extLst>
                    <a:ext uri="{9D8B030D-6E8A-4147-A177-3AD203B41FA5}">
                      <a16:colId xmlns:a16="http://schemas.microsoft.com/office/drawing/2014/main" val="2473179232"/>
                    </a:ext>
                  </a:extLst>
                </a:gridCol>
                <a:gridCol w="1133833">
                  <a:extLst>
                    <a:ext uri="{9D8B030D-6E8A-4147-A177-3AD203B41FA5}">
                      <a16:colId xmlns:a16="http://schemas.microsoft.com/office/drawing/2014/main" val="283880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uid</a:t>
                      </a:r>
                      <a:r>
                        <a:rPr lang="en-US" dirty="0"/>
                        <a:t> 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staffID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190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Iain Styles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560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Hui Wang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347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Lu Bai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23018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7002012-CE10-EFC4-93BC-798E323A7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332918"/>
              </p:ext>
            </p:extLst>
          </p:nvPr>
        </p:nvGraphicFramePr>
        <p:xfrm>
          <a:off x="6789683" y="3539941"/>
          <a:ext cx="5023840" cy="201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7172">
                  <a:extLst>
                    <a:ext uri="{9D8B030D-6E8A-4147-A177-3AD203B41FA5}">
                      <a16:colId xmlns:a16="http://schemas.microsoft.com/office/drawing/2014/main" val="317610691"/>
                    </a:ext>
                  </a:extLst>
                </a:gridCol>
                <a:gridCol w="1305556">
                  <a:extLst>
                    <a:ext uri="{9D8B030D-6E8A-4147-A177-3AD203B41FA5}">
                      <a16:colId xmlns:a16="http://schemas.microsoft.com/office/drawing/2014/main" val="2473179232"/>
                    </a:ext>
                  </a:extLst>
                </a:gridCol>
                <a:gridCol w="1305556">
                  <a:extLst>
                    <a:ext uri="{9D8B030D-6E8A-4147-A177-3AD203B41FA5}">
                      <a16:colId xmlns:a16="http://schemas.microsoft.com/office/drawing/2014/main" val="283880295"/>
                    </a:ext>
                  </a:extLst>
                </a:gridCol>
                <a:gridCol w="1305556">
                  <a:extLst>
                    <a:ext uri="{9D8B030D-6E8A-4147-A177-3AD203B41FA5}">
                      <a16:colId xmlns:a16="http://schemas.microsoft.com/office/drawing/2014/main" val="19679269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uid</a:t>
                      </a:r>
                      <a:r>
                        <a:rPr lang="en-US" dirty="0"/>
                        <a:t> 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moduleID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Taught By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190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45678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Knowledge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560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Machine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54321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347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 to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23018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7E8331A-58B7-F613-968F-FB68347A838D}"/>
                  </a:ext>
                </a:extLst>
              </p14:cNvPr>
              <p14:cNvContentPartPr/>
              <p14:nvPr/>
            </p14:nvContentPartPr>
            <p14:xfrm>
              <a:off x="10581840" y="808560"/>
              <a:ext cx="1134360" cy="47023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7E8331A-58B7-F613-968F-FB68347A838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65640" y="792360"/>
                <a:ext cx="1166760" cy="473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6267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A6C091-149B-1024-7E04-A819220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Graphs?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44E0CA-7F02-25EA-1F39-EDD47274A8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10341077" cy="489415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Graphs are a natural way of representing relationships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“Things” = vertices on the graph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“Relationships” = edges on the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Rich mathematical structure entail many powerful algorithms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Totally flexible abstract data structure and can be structured to model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Useful to have in mind some basic properties of 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3722B4-72DB-1045-DB48-105E51C0A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14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4F5F387-91FE-8A4A-7633-00EC6046734F}"/>
                  </a:ext>
                </a:extLst>
              </p14:cNvPr>
              <p14:cNvContentPartPr/>
              <p14:nvPr/>
            </p14:nvContentPartPr>
            <p14:xfrm>
              <a:off x="6864480" y="1959840"/>
              <a:ext cx="2975400" cy="405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4F5F387-91FE-8A4A-7633-00EC6046734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48280" y="1943640"/>
                <a:ext cx="3007800" cy="43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9930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20BF10-6714-496A-B6D3-19531BB87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938117" cy="632219"/>
          </a:xfrm>
        </p:spPr>
        <p:txBody>
          <a:bodyPr/>
          <a:lstStyle/>
          <a:p>
            <a:r>
              <a:rPr lang="en-US" dirty="0"/>
              <a:t>Graph Basics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03FE0-EA08-BA23-80A1-9B349EDED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07852"/>
            <a:ext cx="5819540" cy="4894155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 graph consists of a set </a:t>
            </a:r>
            <a:r>
              <a:rPr lang="en-US" sz="2400" i="1" dirty="0">
                <a:solidFill>
                  <a:schemeClr val="tx2"/>
                </a:solidFill>
              </a:rPr>
              <a:t>V</a:t>
            </a:r>
            <a:r>
              <a:rPr lang="en-US" sz="2400" dirty="0">
                <a:solidFill>
                  <a:schemeClr val="tx2"/>
                </a:solidFill>
              </a:rPr>
              <a:t> of nodes or vertices and a set </a:t>
            </a:r>
            <a:r>
              <a:rPr lang="en-US" sz="2400" i="1" dirty="0">
                <a:solidFill>
                  <a:schemeClr val="tx2"/>
                </a:solidFill>
              </a:rPr>
              <a:t>E</a:t>
            </a:r>
            <a:r>
              <a:rPr lang="en-US" sz="2400" dirty="0">
                <a:solidFill>
                  <a:schemeClr val="tx2"/>
                </a:solidFill>
              </a:rPr>
              <a:t> of edges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edge is a tuple of two vertices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en-US" sz="2400" dirty="0">
                <a:solidFill>
                  <a:schemeClr val="tx2"/>
                </a:solidFill>
              </a:rPr>
              <a:t>rtices </a:t>
            </a:r>
            <a:r>
              <a:rPr lang="en-US" sz="2400" i="1" dirty="0">
                <a:solidFill>
                  <a:schemeClr val="tx2"/>
                </a:solidFill>
              </a:rPr>
              <a:t>v</a:t>
            </a:r>
            <a:r>
              <a:rPr lang="en-US" sz="2400" i="1" baseline="-25000" dirty="0">
                <a:solidFill>
                  <a:schemeClr val="tx2"/>
                </a:solidFill>
              </a:rPr>
              <a:t>1</a:t>
            </a:r>
            <a:r>
              <a:rPr lang="en-US" sz="2400" dirty="0">
                <a:solidFill>
                  <a:schemeClr val="tx2"/>
                </a:solidFill>
              </a:rPr>
              <a:t> and </a:t>
            </a:r>
            <a:r>
              <a:rPr lang="en-US" sz="2400" i="1" dirty="0">
                <a:solidFill>
                  <a:schemeClr val="tx2"/>
                </a:solidFill>
              </a:rPr>
              <a:t>v</a:t>
            </a:r>
            <a:r>
              <a:rPr lang="en-US" sz="2400" i="1" baseline="-25000" dirty="0">
                <a:solidFill>
                  <a:schemeClr val="tx2"/>
                </a:solidFill>
              </a:rPr>
              <a:t>2</a:t>
            </a:r>
            <a:r>
              <a:rPr lang="en-US" sz="2400" dirty="0">
                <a:solidFill>
                  <a:schemeClr val="tx2"/>
                </a:solidFill>
              </a:rPr>
              <a:t> are </a:t>
            </a:r>
            <a:r>
              <a:rPr lang="en-US" sz="2400" i="1" dirty="0">
                <a:solidFill>
                  <a:schemeClr val="tx2"/>
                </a:solidFill>
              </a:rPr>
              <a:t>adjacent</a:t>
            </a:r>
            <a:r>
              <a:rPr lang="en-US" sz="2400" dirty="0">
                <a:solidFill>
                  <a:schemeClr val="tx2"/>
                </a:solidFill>
              </a:rPr>
              <a:t> (</a:t>
            </a:r>
            <a:r>
              <a:rPr lang="en-US" sz="2400" dirty="0" err="1">
                <a:solidFill>
                  <a:schemeClr val="tx2"/>
                </a:solidFill>
              </a:rPr>
              <a:t>ie</a:t>
            </a:r>
            <a:r>
              <a:rPr lang="en-US" sz="2400" dirty="0">
                <a:solidFill>
                  <a:schemeClr val="tx2"/>
                </a:solidFill>
              </a:rPr>
              <a:t>, connected) if (</a:t>
            </a:r>
            <a:r>
              <a:rPr lang="en-US" sz="2400" i="1" dirty="0">
                <a:solidFill>
                  <a:schemeClr val="tx2"/>
                </a:solidFill>
              </a:rPr>
              <a:t>v</a:t>
            </a:r>
            <a:r>
              <a:rPr lang="en-US" sz="2400" i="1" baseline="-25000" dirty="0">
                <a:solidFill>
                  <a:schemeClr val="tx2"/>
                </a:solidFill>
              </a:rPr>
              <a:t>1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i="1" dirty="0">
                <a:solidFill>
                  <a:schemeClr val="tx2"/>
                </a:solidFill>
              </a:rPr>
              <a:t>v</a:t>
            </a:r>
            <a:r>
              <a:rPr lang="en-US" sz="2400" i="1" baseline="-25000" dirty="0">
                <a:solidFill>
                  <a:schemeClr val="tx2"/>
                </a:solidFill>
              </a:rPr>
              <a:t>2</a:t>
            </a:r>
            <a:r>
              <a:rPr lang="en-US" sz="2400" dirty="0">
                <a:solidFill>
                  <a:schemeClr val="tx2"/>
                </a:solidFill>
              </a:rPr>
              <a:t>) is in 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Edges can be directed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represent in terms of matrices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A8BF3-18AD-3499-78B7-B00192622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15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EE00CBE-E375-7E34-4DC4-BA557B4A6EAB}"/>
                  </a:ext>
                </a:extLst>
              </p14:cNvPr>
              <p14:cNvContentPartPr/>
              <p14:nvPr/>
            </p14:nvContentPartPr>
            <p14:xfrm>
              <a:off x="7277040" y="474120"/>
              <a:ext cx="4261320" cy="5733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EE00CBE-E375-7E34-4DC4-BA557B4A6EA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60840" y="457920"/>
                <a:ext cx="4293720" cy="576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3903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BC0BCD-93E2-2294-256B-238791B79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826" y="381419"/>
            <a:ext cx="7376652" cy="632219"/>
          </a:xfrm>
        </p:spPr>
        <p:txBody>
          <a:bodyPr/>
          <a:lstStyle/>
          <a:p>
            <a:r>
              <a:rPr lang="en-US" dirty="0"/>
              <a:t>How to structure graphs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47A45C-59FF-4966-6E1A-B66B2967D1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10491719" cy="489415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Graphs provide a powerful mathematical foundation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But we need to structure them to model a specific problem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Specifically, we need to decide what features of a problem a graph should represent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And what relationships it should include.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This can be specified by an </a:t>
            </a:r>
            <a:r>
              <a:rPr lang="en-US" sz="2400" b="1" dirty="0">
                <a:solidFill>
                  <a:schemeClr val="tx2"/>
                </a:solidFill>
              </a:rPr>
              <a:t>ontology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5DA387-72D8-6C78-C8DA-C85E70833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2388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458694-6381-7397-E977-63AF133AE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Ontologies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19B77E-26FD-680E-241A-BF89E19FA0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10498985" cy="489415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An Ontology is a formal way of </a:t>
            </a:r>
            <a:r>
              <a:rPr lang="en-US" sz="2400" dirty="0" err="1">
                <a:solidFill>
                  <a:schemeClr val="tx2"/>
                </a:solidFill>
              </a:rPr>
              <a:t>specifiying</a:t>
            </a:r>
            <a:r>
              <a:rPr lang="en-US" sz="2400" dirty="0">
                <a:solidFill>
                  <a:schemeClr val="tx2"/>
                </a:solidFill>
              </a:rPr>
              <a:t> the “things” in a domain, their properties, and the relationships between 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It is a schema for modelling the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Derived from domain knowledge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Knowledge graphs are structured according to an ontology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Specific facts/data are then instantiated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74FDE7-3A53-7E0A-2CB0-E07D26DB3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455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D8525B-991D-F62A-BC77-38E181AA9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0368356" cy="632219"/>
          </a:xfrm>
        </p:spPr>
        <p:txBody>
          <a:bodyPr/>
          <a:lstStyle/>
          <a:p>
            <a:r>
              <a:rPr lang="en-US" dirty="0"/>
              <a:t>Steps in creating an ontology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DDE583-A27D-BCC1-2BA2-F96E4BFF93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5514475" cy="4894155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tx2"/>
                </a:solidFill>
              </a:rPr>
              <a:t>Define the entities – 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fundamental concepts in the domain?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2"/>
                </a:solidFill>
              </a:rPr>
              <a:t>What are the relationships between the entities?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2"/>
                </a:solidFill>
              </a:rPr>
              <a:t>What properties do the entities have?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DD3B1-83A9-22B2-CD73-E8645527B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EA518CD-5B48-84FB-538B-27CFDAA09CFE}"/>
              </a:ext>
            </a:extLst>
          </p:cNvPr>
          <p:cNvGrpSpPr/>
          <p:nvPr/>
        </p:nvGrpSpPr>
        <p:grpSpPr>
          <a:xfrm>
            <a:off x="6094854" y="553485"/>
            <a:ext cx="6256189" cy="5635070"/>
            <a:chOff x="6094854" y="553485"/>
            <a:chExt cx="6256189" cy="5635070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67F5F423-F0D0-4F2F-8289-751720E59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854" y="553485"/>
              <a:ext cx="6256189" cy="4704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D78CB9C-A612-EDD3-0B4B-9FC1FC878894}"/>
                </a:ext>
              </a:extLst>
            </p:cNvPr>
            <p:cNvSpPr txBox="1"/>
            <p:nvPr/>
          </p:nvSpPr>
          <p:spPr>
            <a:xfrm>
              <a:off x="9245600" y="5172892"/>
              <a:ext cx="254362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hlinkClick r:id="rId2"/>
                </a:rPr>
                <a:t>https://commons.wikimedia.org/wiki/File:Conceptual_Diagram_-_Example.svg</a:t>
              </a:r>
              <a:r>
                <a:rPr lang="en-GB" sz="1200" dirty="0"/>
                <a:t>  licensed under the </a:t>
              </a:r>
              <a:r>
                <a:rPr lang="en-GB" sz="1200" dirty="0">
                  <a:hlinkClick r:id="rId3" tooltip="w:en:Creative Commons"/>
                </a:rPr>
                <a:t>Creative Commons</a:t>
              </a:r>
              <a:r>
                <a:rPr lang="en-GB" sz="1200" dirty="0"/>
                <a:t> </a:t>
              </a:r>
              <a:r>
                <a:rPr lang="en-GB" sz="1200" dirty="0">
                  <a:hlinkClick r:id="rId4"/>
                </a:rPr>
                <a:t>Attribution-Share Alike 4.0 International</a:t>
              </a:r>
              <a:r>
                <a:rPr lang="en-GB" sz="1200" dirty="0"/>
                <a:t> license.</a:t>
              </a:r>
              <a:endParaRPr lang="en-US" sz="1200" dirty="0"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33105F5-E7CB-4D2F-810D-8D1AAE9BFEF8}"/>
                  </a:ext>
                </a:extLst>
              </p14:cNvPr>
              <p14:cNvContentPartPr/>
              <p14:nvPr/>
            </p14:nvContentPartPr>
            <p14:xfrm>
              <a:off x="6540480" y="1289160"/>
              <a:ext cx="5620320" cy="4533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33105F5-E7CB-4D2F-810D-8D1AAE9BFEF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24280" y="1272960"/>
                <a:ext cx="5652720" cy="456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7072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D8525B-991D-F62A-BC77-38E181AA9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0368356" cy="632219"/>
          </a:xfrm>
        </p:spPr>
        <p:txBody>
          <a:bodyPr/>
          <a:lstStyle/>
          <a:p>
            <a:r>
              <a:rPr lang="en-US" dirty="0"/>
              <a:t>Entities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DDE583-A27D-BCC1-2BA2-F96E4BFF93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5514475" cy="4894155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What are the fundamental concepts?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Living things?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Animals?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Plants?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Dogs?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Cows?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Herbs?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It depends…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DD3B1-83A9-22B2-CD73-E8645527B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19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EA518CD-5B48-84FB-538B-27CFDAA09CFE}"/>
              </a:ext>
            </a:extLst>
          </p:cNvPr>
          <p:cNvGrpSpPr/>
          <p:nvPr/>
        </p:nvGrpSpPr>
        <p:grpSpPr>
          <a:xfrm>
            <a:off x="6094854" y="553485"/>
            <a:ext cx="6256189" cy="5635070"/>
            <a:chOff x="6094854" y="553485"/>
            <a:chExt cx="6256189" cy="5635070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67F5F423-F0D0-4F2F-8289-751720E59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854" y="553485"/>
              <a:ext cx="6256189" cy="4704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D78CB9C-A612-EDD3-0B4B-9FC1FC878894}"/>
                </a:ext>
              </a:extLst>
            </p:cNvPr>
            <p:cNvSpPr txBox="1"/>
            <p:nvPr/>
          </p:nvSpPr>
          <p:spPr>
            <a:xfrm>
              <a:off x="9245600" y="5172892"/>
              <a:ext cx="254362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hlinkClick r:id="rId2"/>
                </a:rPr>
                <a:t>https://commons.wikimedia.org/wiki/File:Conceptual_Diagram_-_Example.svg</a:t>
              </a:r>
              <a:r>
                <a:rPr lang="en-GB" sz="1200" dirty="0"/>
                <a:t>  licensed under the </a:t>
              </a:r>
              <a:r>
                <a:rPr lang="en-GB" sz="1200" dirty="0">
                  <a:hlinkClick r:id="rId3" tooltip="w:en:Creative Commons"/>
                </a:rPr>
                <a:t>Creative Commons</a:t>
              </a:r>
              <a:r>
                <a:rPr lang="en-GB" sz="1200" dirty="0"/>
                <a:t> </a:t>
              </a:r>
              <a:r>
                <a:rPr lang="en-GB" sz="1200" dirty="0">
                  <a:hlinkClick r:id="rId4"/>
                </a:rPr>
                <a:t>Attribution-Share Alike 4.0 International</a:t>
              </a:r>
              <a:r>
                <a:rPr lang="en-GB" sz="1200" dirty="0"/>
                <a:t> license.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F51C37D-4CE5-77E3-CCFD-D4455E9EA3E9}"/>
              </a:ext>
            </a:extLst>
          </p:cNvPr>
          <p:cNvGrpSpPr/>
          <p:nvPr/>
        </p:nvGrpSpPr>
        <p:grpSpPr>
          <a:xfrm>
            <a:off x="5826391" y="4847008"/>
            <a:ext cx="2771818" cy="1087806"/>
            <a:chOff x="5826391" y="4847008"/>
            <a:chExt cx="2771818" cy="1087806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72DBA22-AFD7-1F29-FE5F-352C2C21335B}"/>
                </a:ext>
              </a:extLst>
            </p:cNvPr>
            <p:cNvCxnSpPr/>
            <p:nvPr/>
          </p:nvCxnSpPr>
          <p:spPr>
            <a:xfrm flipH="1" flipV="1">
              <a:off x="7390827" y="4847008"/>
              <a:ext cx="474388" cy="6668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BBC72E0-BC2A-9BAC-F85B-C1BF9984A4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2054" y="4925021"/>
              <a:ext cx="253618" cy="588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9D2D3E0-31CC-F227-F80A-0E13433D551E}"/>
                </a:ext>
              </a:extLst>
            </p:cNvPr>
            <p:cNvSpPr txBox="1"/>
            <p:nvPr/>
          </p:nvSpPr>
          <p:spPr>
            <a:xfrm>
              <a:off x="5826391" y="5565482"/>
              <a:ext cx="12700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Great Dane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EE600E0-7525-A293-0A8E-05F145876516}"/>
                </a:ext>
              </a:extLst>
            </p:cNvPr>
            <p:cNvSpPr txBox="1"/>
            <p:nvPr/>
          </p:nvSpPr>
          <p:spPr>
            <a:xfrm>
              <a:off x="7390827" y="5538845"/>
              <a:ext cx="1207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Chihuahua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568AB4E-6D89-1B08-C331-C0E20E3F0BFF}"/>
                </a:ext>
              </a:extLst>
            </p:cNvPr>
            <p:cNvSpPr txBox="1"/>
            <p:nvPr/>
          </p:nvSpPr>
          <p:spPr>
            <a:xfrm>
              <a:off x="6403954" y="4992074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is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725A2D2-66C2-5074-B9EB-39E7AED2CDFE}"/>
                </a:ext>
              </a:extLst>
            </p:cNvPr>
            <p:cNvSpPr txBox="1"/>
            <p:nvPr/>
          </p:nvSpPr>
          <p:spPr>
            <a:xfrm>
              <a:off x="7569392" y="4914080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4991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D8525B-991D-F62A-BC77-38E181AA9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0368356" cy="632219"/>
          </a:xfrm>
        </p:spPr>
        <p:txBody>
          <a:bodyPr/>
          <a:lstStyle/>
          <a:p>
            <a:r>
              <a:rPr lang="en-US" dirty="0"/>
              <a:t>Relationships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DDE583-A27D-BCC1-2BA2-F96E4BFF93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5514475" cy="4894155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What are the fundamental relations between entities?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Is? (belongs to)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Eats?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Is toxic to?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Are relationships meaningfully bidirectional?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It depends…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DD3B1-83A9-22B2-CD73-E8645527B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20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EA518CD-5B48-84FB-538B-27CFDAA09CFE}"/>
              </a:ext>
            </a:extLst>
          </p:cNvPr>
          <p:cNvGrpSpPr/>
          <p:nvPr/>
        </p:nvGrpSpPr>
        <p:grpSpPr>
          <a:xfrm>
            <a:off x="6094854" y="553485"/>
            <a:ext cx="6256189" cy="5635070"/>
            <a:chOff x="6094854" y="553485"/>
            <a:chExt cx="6256189" cy="5635070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67F5F423-F0D0-4F2F-8289-751720E59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854" y="553485"/>
              <a:ext cx="6256189" cy="4704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D78CB9C-A612-EDD3-0B4B-9FC1FC878894}"/>
                </a:ext>
              </a:extLst>
            </p:cNvPr>
            <p:cNvSpPr txBox="1"/>
            <p:nvPr/>
          </p:nvSpPr>
          <p:spPr>
            <a:xfrm>
              <a:off x="9245600" y="5172892"/>
              <a:ext cx="254362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hlinkClick r:id="rId2"/>
                </a:rPr>
                <a:t>https://commons.wikimedia.org/wiki/File:Conceptual_Diagram_-_Example.svg</a:t>
              </a:r>
              <a:r>
                <a:rPr lang="en-GB" sz="1200" dirty="0"/>
                <a:t>  licensed under the </a:t>
              </a:r>
              <a:r>
                <a:rPr lang="en-GB" sz="1200" dirty="0">
                  <a:hlinkClick r:id="rId3" tooltip="w:en:Creative Commons"/>
                </a:rPr>
                <a:t>Creative Commons</a:t>
              </a:r>
              <a:r>
                <a:rPr lang="en-GB" sz="1200" dirty="0"/>
                <a:t> </a:t>
              </a:r>
              <a:r>
                <a:rPr lang="en-GB" sz="1200" dirty="0">
                  <a:hlinkClick r:id="rId4"/>
                </a:rPr>
                <a:t>Attribution-Share Alike 4.0 International</a:t>
              </a:r>
              <a:r>
                <a:rPr lang="en-GB" sz="1200" dirty="0"/>
                <a:t> license.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F51C37D-4CE5-77E3-CCFD-D4455E9EA3E9}"/>
              </a:ext>
            </a:extLst>
          </p:cNvPr>
          <p:cNvGrpSpPr/>
          <p:nvPr/>
        </p:nvGrpSpPr>
        <p:grpSpPr>
          <a:xfrm>
            <a:off x="5826391" y="4847008"/>
            <a:ext cx="2771818" cy="1087806"/>
            <a:chOff x="5826391" y="4847008"/>
            <a:chExt cx="2771818" cy="1087806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72DBA22-AFD7-1F29-FE5F-352C2C21335B}"/>
                </a:ext>
              </a:extLst>
            </p:cNvPr>
            <p:cNvCxnSpPr/>
            <p:nvPr/>
          </p:nvCxnSpPr>
          <p:spPr>
            <a:xfrm flipH="1" flipV="1">
              <a:off x="7390827" y="4847008"/>
              <a:ext cx="474388" cy="6668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BBC72E0-BC2A-9BAC-F85B-C1BF9984A4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2054" y="4925021"/>
              <a:ext cx="253618" cy="588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9D2D3E0-31CC-F227-F80A-0E13433D551E}"/>
                </a:ext>
              </a:extLst>
            </p:cNvPr>
            <p:cNvSpPr txBox="1"/>
            <p:nvPr/>
          </p:nvSpPr>
          <p:spPr>
            <a:xfrm>
              <a:off x="5826391" y="5565482"/>
              <a:ext cx="12700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Great Dane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EE600E0-7525-A293-0A8E-05F145876516}"/>
                </a:ext>
              </a:extLst>
            </p:cNvPr>
            <p:cNvSpPr txBox="1"/>
            <p:nvPr/>
          </p:nvSpPr>
          <p:spPr>
            <a:xfrm>
              <a:off x="7390827" y="5538845"/>
              <a:ext cx="1207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Chihuahua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568AB4E-6D89-1B08-C331-C0E20E3F0BFF}"/>
                </a:ext>
              </a:extLst>
            </p:cNvPr>
            <p:cNvSpPr txBox="1"/>
            <p:nvPr/>
          </p:nvSpPr>
          <p:spPr>
            <a:xfrm>
              <a:off x="6403954" y="4992074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is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725A2D2-66C2-5074-B9EB-39E7AED2CDFE}"/>
                </a:ext>
              </a:extLst>
            </p:cNvPr>
            <p:cNvSpPr txBox="1"/>
            <p:nvPr/>
          </p:nvSpPr>
          <p:spPr>
            <a:xfrm>
              <a:off x="7569392" y="4914080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2330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D8525B-991D-F62A-BC77-38E181AA9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0368356" cy="632219"/>
          </a:xfrm>
        </p:spPr>
        <p:txBody>
          <a:bodyPr/>
          <a:lstStyle/>
          <a:p>
            <a:r>
              <a:rPr lang="en-US" dirty="0"/>
              <a:t>Properties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DDE583-A27D-BCC1-2BA2-F96E4BFF93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5514475" cy="4894155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What are the fundamental properties of the entities?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Latin name?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Typical size?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Where it is found?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It depends…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DD3B1-83A9-22B2-CD73-E8645527B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21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EA518CD-5B48-84FB-538B-27CFDAA09CFE}"/>
              </a:ext>
            </a:extLst>
          </p:cNvPr>
          <p:cNvGrpSpPr/>
          <p:nvPr/>
        </p:nvGrpSpPr>
        <p:grpSpPr>
          <a:xfrm>
            <a:off x="6094854" y="553485"/>
            <a:ext cx="6256189" cy="5635070"/>
            <a:chOff x="6094854" y="553485"/>
            <a:chExt cx="6256189" cy="5635070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67F5F423-F0D0-4F2F-8289-751720E59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854" y="553485"/>
              <a:ext cx="6256189" cy="4704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D78CB9C-A612-EDD3-0B4B-9FC1FC878894}"/>
                </a:ext>
              </a:extLst>
            </p:cNvPr>
            <p:cNvSpPr txBox="1"/>
            <p:nvPr/>
          </p:nvSpPr>
          <p:spPr>
            <a:xfrm>
              <a:off x="9245600" y="5172892"/>
              <a:ext cx="254362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hlinkClick r:id="rId2"/>
                </a:rPr>
                <a:t>https://commons.wikimedia.org/wiki/File:Conceptual_Diagram_-_Example.svg</a:t>
              </a:r>
              <a:r>
                <a:rPr lang="en-GB" sz="1200" dirty="0"/>
                <a:t>  licensed under the </a:t>
              </a:r>
              <a:r>
                <a:rPr lang="en-GB" sz="1200" dirty="0">
                  <a:hlinkClick r:id="rId3" tooltip="w:en:Creative Commons"/>
                </a:rPr>
                <a:t>Creative Commons</a:t>
              </a:r>
              <a:r>
                <a:rPr lang="en-GB" sz="1200" dirty="0"/>
                <a:t> </a:t>
              </a:r>
              <a:r>
                <a:rPr lang="en-GB" sz="1200" dirty="0">
                  <a:hlinkClick r:id="rId4"/>
                </a:rPr>
                <a:t>Attribution-Share Alike 4.0 International</a:t>
              </a:r>
              <a:r>
                <a:rPr lang="en-GB" sz="1200" dirty="0"/>
                <a:t> license.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F51C37D-4CE5-77E3-CCFD-D4455E9EA3E9}"/>
              </a:ext>
            </a:extLst>
          </p:cNvPr>
          <p:cNvGrpSpPr/>
          <p:nvPr/>
        </p:nvGrpSpPr>
        <p:grpSpPr>
          <a:xfrm>
            <a:off x="5826391" y="4847008"/>
            <a:ext cx="2771818" cy="1087806"/>
            <a:chOff x="5826391" y="4847008"/>
            <a:chExt cx="2771818" cy="1087806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72DBA22-AFD7-1F29-FE5F-352C2C21335B}"/>
                </a:ext>
              </a:extLst>
            </p:cNvPr>
            <p:cNvCxnSpPr/>
            <p:nvPr/>
          </p:nvCxnSpPr>
          <p:spPr>
            <a:xfrm flipH="1" flipV="1">
              <a:off x="7390827" y="4847008"/>
              <a:ext cx="474388" cy="6668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BBC72E0-BC2A-9BAC-F85B-C1BF9984A4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2054" y="4925021"/>
              <a:ext cx="253618" cy="588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9D2D3E0-31CC-F227-F80A-0E13433D551E}"/>
                </a:ext>
              </a:extLst>
            </p:cNvPr>
            <p:cNvSpPr txBox="1"/>
            <p:nvPr/>
          </p:nvSpPr>
          <p:spPr>
            <a:xfrm>
              <a:off x="5826391" y="5565482"/>
              <a:ext cx="12700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Great Dane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EE600E0-7525-A293-0A8E-05F145876516}"/>
                </a:ext>
              </a:extLst>
            </p:cNvPr>
            <p:cNvSpPr txBox="1"/>
            <p:nvPr/>
          </p:nvSpPr>
          <p:spPr>
            <a:xfrm>
              <a:off x="7390827" y="5538845"/>
              <a:ext cx="1207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Chihuahua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568AB4E-6D89-1B08-C331-C0E20E3F0BFF}"/>
                </a:ext>
              </a:extLst>
            </p:cNvPr>
            <p:cNvSpPr txBox="1"/>
            <p:nvPr/>
          </p:nvSpPr>
          <p:spPr>
            <a:xfrm>
              <a:off x="6403954" y="4992074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is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725A2D2-66C2-5074-B9EB-39E7AED2CDFE}"/>
                </a:ext>
              </a:extLst>
            </p:cNvPr>
            <p:cNvSpPr txBox="1"/>
            <p:nvPr/>
          </p:nvSpPr>
          <p:spPr>
            <a:xfrm>
              <a:off x="7569392" y="4914080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370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F952-D913-4A4A-B107-55373ED3A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413383" cy="632219"/>
          </a:xfrm>
        </p:spPr>
        <p:txBody>
          <a:bodyPr/>
          <a:lstStyle/>
          <a:p>
            <a:r>
              <a:rPr lang="en-US" dirty="0"/>
              <a:t>Ontology Guidelines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EB77B-C900-46AF-8BFB-BFF98DA1A5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Does not need to represent everything we know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Not all relationships will matter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Not all properties will be important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Is the </a:t>
            </a:r>
            <a:r>
              <a:rPr lang="en-US" sz="2400" dirty="0" err="1">
                <a:solidFill>
                  <a:schemeClr val="tx2"/>
                </a:solidFill>
              </a:rPr>
              <a:t>colour</a:t>
            </a:r>
            <a:r>
              <a:rPr lang="en-US" sz="2400" dirty="0">
                <a:solidFill>
                  <a:schemeClr val="tx2"/>
                </a:solidFill>
              </a:rPr>
              <a:t> of a tablet relevant?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No, if you are a doctor or a patient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Yes, if you are responsible for manufacturing it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4D103-664C-5976-5DEB-6A10D09D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928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F952-D913-4A4A-B107-55373ED3A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733691" cy="632219"/>
          </a:xfrm>
        </p:spPr>
        <p:txBody>
          <a:bodyPr/>
          <a:lstStyle/>
          <a:p>
            <a:r>
              <a:rPr lang="en-US" dirty="0"/>
              <a:t>Exercises 10: Designing an Ontology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4D103-664C-5976-5DEB-6A10D09D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23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0232AF3-AD6A-D73C-2899-9B7965483AE7}"/>
                  </a:ext>
                </a:extLst>
              </p14:cNvPr>
              <p14:cNvContentPartPr/>
              <p14:nvPr/>
            </p14:nvContentPartPr>
            <p14:xfrm>
              <a:off x="1815480" y="1220040"/>
              <a:ext cx="10256400" cy="45399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0232AF3-AD6A-D73C-2899-9B7965483A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99280" y="1203840"/>
                <a:ext cx="10288800" cy="457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66681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BD60A-7B32-5BA3-8720-19536B48A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B2CA1-94EA-7DB0-78EE-A4A0A1B34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47DB8-70F1-B262-C715-ACF59EB781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4187B8-6D29-CD87-FD0E-D750BB49E7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 2, 18-20 November 2024</a:t>
            </a:r>
          </a:p>
        </p:txBody>
      </p:sp>
    </p:spTree>
    <p:extLst>
      <p:ext uri="{BB962C8B-B14F-4D97-AF65-F5344CB8AC3E}">
        <p14:creationId xmlns:p14="http://schemas.microsoft.com/office/powerpoint/2010/main" val="15271733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50C5F-40E0-95D0-3D9D-339F362B3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943897" cy="632219"/>
          </a:xfrm>
        </p:spPr>
        <p:txBody>
          <a:bodyPr/>
          <a:lstStyle/>
          <a:p>
            <a:r>
              <a:rPr lang="en-US" dirty="0"/>
              <a:t>Examples of different ontology formats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35B16-969E-ADD6-1D47-AE1019E25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59F35D-2585-FD85-CC20-094AD372F79A}"/>
              </a:ext>
            </a:extLst>
          </p:cNvPr>
          <p:cNvSpPr txBox="1"/>
          <p:nvPr/>
        </p:nvSpPr>
        <p:spPr>
          <a:xfrm>
            <a:off x="908549" y="1477949"/>
            <a:ext cx="4296369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28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is_a</a:t>
            </a:r>
            <a:r>
              <a:rPr lang="en-GB" sz="28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dog, mammal)</a:t>
            </a:r>
          </a:p>
          <a:p>
            <a:pPr>
              <a:lnSpc>
                <a:spcPct val="150000"/>
              </a:lnSpc>
            </a:pPr>
            <a:r>
              <a:rPr lang="en-GB" sz="28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28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is_a</a:t>
            </a:r>
            <a:r>
              <a:rPr lang="en-GB" sz="28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cat, mammal)</a:t>
            </a:r>
          </a:p>
          <a:p>
            <a:pPr>
              <a:lnSpc>
                <a:spcPct val="150000"/>
              </a:lnSpc>
            </a:pPr>
            <a:r>
              <a:rPr lang="en-GB" sz="28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(chases, dog, cat)</a:t>
            </a: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3CA9E6-ECFF-70BE-1B28-A6C58C0A4B3F}"/>
              </a:ext>
            </a:extLst>
          </p:cNvPr>
          <p:cNvSpPr txBox="1"/>
          <p:nvPr/>
        </p:nvSpPr>
        <p:spPr>
          <a:xfrm>
            <a:off x="725864" y="3978112"/>
            <a:ext cx="417607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Simple Triples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Easy to parse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Portable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Lacks metadata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Extensible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EBDEF33-4D63-46FB-945E-19C10AF93508}"/>
                  </a:ext>
                </a:extLst>
              </p14:cNvPr>
              <p14:cNvContentPartPr/>
              <p14:nvPr/>
            </p14:nvContentPartPr>
            <p14:xfrm>
              <a:off x="1117440" y="1088280"/>
              <a:ext cx="10230480" cy="24339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EBDEF33-4D63-46FB-945E-19C10AF9350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1240" y="1072080"/>
                <a:ext cx="10262880" cy="246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931925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79591-55E5-C443-599A-2B1B404F7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EED26-CAD9-EC36-3667-1EAD60DE8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943897" cy="632219"/>
          </a:xfrm>
        </p:spPr>
        <p:txBody>
          <a:bodyPr/>
          <a:lstStyle/>
          <a:p>
            <a:r>
              <a:rPr lang="en-US" dirty="0"/>
              <a:t>Examples of different ontology formats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DC1FF-1D8F-2C15-BBC7-650B88357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DC8F2B-E648-957A-8116-A1F80E3BC2CF}"/>
              </a:ext>
            </a:extLst>
          </p:cNvPr>
          <p:cNvSpPr txBox="1"/>
          <p:nvPr/>
        </p:nvSpPr>
        <p:spPr>
          <a:xfrm>
            <a:off x="0" y="1727200"/>
            <a:ext cx="12192000" cy="991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&lt;http://www.w3.org/People/EM/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contact#me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&lt;http://www.w3.org/1999/02/22-rdf-syntax-ns#type&gt;             &lt;http://www.w3.org/2000/10/swap/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pim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contact#Person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.</a:t>
            </a:r>
          </a:p>
          <a:p>
            <a:pPr>
              <a:lnSpc>
                <a:spcPct val="150000"/>
              </a:lnSpc>
            </a:pP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&lt;http://www.w3.org/People/EM/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contact#me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&lt;http://www.w3.org/2000/10/swap/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pim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contact#fullName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        "Eric Miller" .</a:t>
            </a:r>
          </a:p>
          <a:p>
            <a:pPr>
              <a:lnSpc>
                <a:spcPct val="150000"/>
              </a:lnSpc>
            </a:pP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&lt;http://www.w3.org/People/EM/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contact#me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&lt;http://www.w3.org/2000/10/swap/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pim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contact#mailbox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         &lt;mailto:em@w3.org&gt; .</a:t>
            </a:r>
          </a:p>
          <a:p>
            <a:pPr>
              <a:lnSpc>
                <a:spcPct val="150000"/>
              </a:lnSpc>
            </a:pP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&lt;http://www.w3.org/People/EM/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contact#me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&lt;http://www.w3.org/2000/10/swap/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pim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contact#personalTitle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   "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Dr.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 .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6306C7-310F-263E-77E2-02A5E6451A47}"/>
              </a:ext>
            </a:extLst>
          </p:cNvPr>
          <p:cNvSpPr txBox="1"/>
          <p:nvPr/>
        </p:nvSpPr>
        <p:spPr>
          <a:xfrm>
            <a:off x="612743" y="3497345"/>
            <a:ext cx="599683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W3C N-Triples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Subject– Predicate – Object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Designed for web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Referenced against external W3C definitions</a:t>
            </a:r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F7F67955-7D59-EBA3-CE86-1F410CE51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9577" y="2683559"/>
            <a:ext cx="4550724" cy="3640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FBBDE6-616D-C878-7113-DFD1C1057C68}"/>
              </a:ext>
            </a:extLst>
          </p:cNvPr>
          <p:cNvSpPr txBox="1"/>
          <p:nvPr/>
        </p:nvSpPr>
        <p:spPr>
          <a:xfrm>
            <a:off x="5583025" y="6506701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http://www.w3.org/TR/rdf-primer/fig1dec16.png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A392258-721F-E5CE-CE6B-7A5C4C391ADA}"/>
                  </a:ext>
                </a:extLst>
              </p14:cNvPr>
              <p14:cNvContentPartPr/>
              <p14:nvPr/>
            </p14:nvContentPartPr>
            <p14:xfrm>
              <a:off x="1181160" y="1356480"/>
              <a:ext cx="9131760" cy="5511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A392258-721F-E5CE-CE6B-7A5C4C391AD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64960" y="1340280"/>
                <a:ext cx="9164160" cy="58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8175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A7EB5-B133-9931-0416-4550079F2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643647" cy="632219"/>
          </a:xfrm>
        </p:spPr>
        <p:txBody>
          <a:bodyPr/>
          <a:lstStyle/>
          <a:p>
            <a:r>
              <a:rPr lang="en-US" dirty="0"/>
              <a:t>Turtle: Terse RDF Triple Language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09D76-8DAD-DD25-4C73-9FD2903FF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E357DD-EC32-9C76-E964-CF64274B3E97}"/>
              </a:ext>
            </a:extLst>
          </p:cNvPr>
          <p:cNvSpPr txBox="1"/>
          <p:nvPr/>
        </p:nvSpPr>
        <p:spPr>
          <a:xfrm>
            <a:off x="253737" y="1369269"/>
            <a:ext cx="13650799" cy="1841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prefix ns0: &lt;http://www.w3.org/2000/10/swap/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pim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/contact#&gt; .</a:t>
            </a:r>
          </a:p>
          <a:p>
            <a:pPr>
              <a:lnSpc>
                <a:spcPct val="120000"/>
              </a:lnSpc>
            </a:pPr>
            <a:b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</a:b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  <a:hlinkClick r:id="rId2"/>
              </a:rPr>
              <a:t>http://www.w3.org/People/EM/contact#me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a &lt;http://www.w3.org/2000/10/swap/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pim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contact#Person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;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ns0:fullName "Eric Miller" ;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ns0:mailbox &lt;mailto:em@w3.org&gt; ;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ns0:personalTitle "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Dr.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 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3DA35A-0889-E5E5-28E8-5E03B700BECD}"/>
              </a:ext>
            </a:extLst>
          </p:cNvPr>
          <p:cNvSpPr txBox="1"/>
          <p:nvPr/>
        </p:nvSpPr>
        <p:spPr>
          <a:xfrm>
            <a:off x="253737" y="4326903"/>
            <a:ext cx="57002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Less repetitive and verbose than N-Triples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Namespaces and nesting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59144A5-097B-B56A-8DFC-090BE5627AB0}"/>
                  </a:ext>
                </a:extLst>
              </p14:cNvPr>
              <p14:cNvContentPartPr/>
              <p14:nvPr/>
            </p14:nvContentPartPr>
            <p14:xfrm>
              <a:off x="5022000" y="1112040"/>
              <a:ext cx="5893920" cy="12765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59144A5-097B-B56A-8DFC-090BE5627AB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05800" y="1095840"/>
                <a:ext cx="5926320" cy="130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479435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A40FC-9512-9DA9-CE99-1DF9BBC9B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6E112-2BEC-84F6-2855-4394FDDB9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643647" cy="632219"/>
          </a:xfrm>
        </p:spPr>
        <p:txBody>
          <a:bodyPr/>
          <a:lstStyle/>
          <a:p>
            <a:r>
              <a:rPr lang="en-US" dirty="0"/>
              <a:t>RDF/XML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F2795-D9B2-BA7B-305B-BCFF2D272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A044E1-6D40-6A5D-484A-927F6D56D4A5}"/>
              </a:ext>
            </a:extLst>
          </p:cNvPr>
          <p:cNvSpPr txBox="1"/>
          <p:nvPr/>
        </p:nvSpPr>
        <p:spPr>
          <a:xfrm>
            <a:off x="253737" y="1369269"/>
            <a:ext cx="13650799" cy="3318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&lt;?xml version="1.0"?&gt;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rdf:RDF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xmlns:rdf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="http://www.w3.org/1999/02/22-rdf-syntax-ns#"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         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xmlns:contact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="http://www.w3.org/2000/10/swap/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pim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/contact#"&gt;</a:t>
            </a:r>
          </a:p>
          <a:p>
            <a:pPr>
              <a:lnSpc>
                <a:spcPct val="120000"/>
              </a:lnSpc>
            </a:pPr>
            <a:endParaRPr lang="en-GB" sz="16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contact:Person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rdf:about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="http://www.w3.org/People/EM/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contact#me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"&gt;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&lt;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contact:fullName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&gt;Eric Miller&lt;/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contact:fullName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&lt;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contact:mailbox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="mailto:em@w3.org"/&gt;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&lt;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contact:personalTitle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Dr.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contact:personalTitle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contact:Person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endParaRPr lang="en-GB" sz="16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rdf:RDF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869162-FC09-66A2-6031-1056C52CC758}"/>
              </a:ext>
            </a:extLst>
          </p:cNvPr>
          <p:cNvSpPr txBox="1"/>
          <p:nvPr/>
        </p:nvSpPr>
        <p:spPr>
          <a:xfrm>
            <a:off x="253737" y="5137102"/>
            <a:ext cx="65202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Very similar but a little more verbose than Turtle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XML-based so can use generic parsers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FA48802-EF51-8A58-E524-6CCFBDD513D8}"/>
                  </a:ext>
                </a:extLst>
              </p14:cNvPr>
              <p14:cNvContentPartPr/>
              <p14:nvPr/>
            </p14:nvContentPartPr>
            <p14:xfrm>
              <a:off x="438120" y="1537920"/>
              <a:ext cx="10299960" cy="2263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FA48802-EF51-8A58-E524-6CCFBDD513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1920" y="1521720"/>
                <a:ext cx="10332360" cy="229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43697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27543-4516-E235-DB38-E923FC196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0A41A-AEAC-C9DB-244D-E7B216740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643647" cy="632219"/>
          </a:xfrm>
        </p:spPr>
        <p:txBody>
          <a:bodyPr/>
          <a:lstStyle/>
          <a:p>
            <a:r>
              <a:rPr lang="en-US" dirty="0"/>
              <a:t>OWL: Web Ontology Language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79F43A-266F-D045-8F06-7BA2FC194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A7C6FC-FD8E-D181-407C-32C0D9FBB4C3}"/>
              </a:ext>
            </a:extLst>
          </p:cNvPr>
          <p:cNvSpPr txBox="1"/>
          <p:nvPr/>
        </p:nvSpPr>
        <p:spPr>
          <a:xfrm>
            <a:off x="253737" y="1369269"/>
            <a:ext cx="13650799" cy="4993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&lt;?xml version="1.0"?&gt;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rdf:RDF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xmlns:rdf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="http://www.w3.org/1999/02/22-rdf-syntax-ns#"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xmlns:xsd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="http://www.w3.org/2001/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XMLSchema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#"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xmlns:rdfs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="http://www.w3.org/2000/01/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-schema#"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xmlns:owl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="http://www.w3.org/2002/07/owl#"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xml:base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www.dummy.info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new.owl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xmlns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www.dummy.info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new.owl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#"&gt;</a:t>
            </a:r>
          </a:p>
          <a:p>
            <a:pPr>
              <a:lnSpc>
                <a:spcPct val="120000"/>
              </a:lnSpc>
            </a:pPr>
            <a:endParaRPr lang="en-GB" sz="7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owl:Ontology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rdf:about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www.dummy.info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new.owl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"/&gt;</a:t>
            </a:r>
          </a:p>
          <a:p>
            <a:pPr>
              <a:lnSpc>
                <a:spcPct val="120000"/>
              </a:lnSpc>
            </a:pPr>
            <a:endParaRPr lang="en-GB" sz="7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owl:Class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rdf:about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="#Animal"&gt;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rdfs:subClassOf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="http://www.w3.org/2002/07/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owl#Thing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owl:Class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endParaRPr lang="en-GB" sz="7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owl:Class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rdf:about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="#Dog"&gt;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rdfs:subClassOf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="http://www.w3.org/2002/07/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owl#Thing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owl:Class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endParaRPr lang="en-GB" sz="7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owl:Class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rdf:about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="#Cat"&gt;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rdfs:subClassOf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="http://www.w3.org/2002/07/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owl#Thing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owl:Class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endParaRPr lang="en-GB" sz="7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owl:ObjectProperty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rdf:about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is_a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rdfs:domain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="#Dog"/&gt;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rdfs:range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="#Animal"/&gt;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owl:ObjectProperty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endParaRPr lang="en-GB" sz="7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owl:ObjectProperty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rdf:about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is_a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rdfs:domain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="#Cat"/&gt;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rdfs:range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="#Animal"/&gt;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owl:ObjectProperty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endParaRPr lang="en-GB" sz="7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owl:ObjectProperty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rdf:about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="#chases"&gt;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rdfs:domain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="#Dog"/&gt;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rdfs:range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="#Cat"/&gt;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owl:ObjectProperty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endParaRPr lang="en-GB" sz="7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rdf:RDF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B4AD57-430B-04A1-88D7-FC58CDCA2AC3}"/>
              </a:ext>
            </a:extLst>
          </p:cNvPr>
          <p:cNvSpPr txBox="1"/>
          <p:nvPr/>
        </p:nvSpPr>
        <p:spPr>
          <a:xfrm>
            <a:off x="5297077" y="1847147"/>
            <a:ext cx="60916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Like many XML formats, can be very verbose.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XML tooling.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Referenced against external definitions.</a:t>
            </a:r>
          </a:p>
        </p:txBody>
      </p:sp>
    </p:spTree>
    <p:extLst>
      <p:ext uri="{BB962C8B-B14F-4D97-AF65-F5344CB8AC3E}">
        <p14:creationId xmlns:p14="http://schemas.microsoft.com/office/powerpoint/2010/main" val="42525937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DA4D-41C7-34DD-7072-F710CD544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on formats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7D2B7-2889-B52A-0FBB-A4814D97A5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Ontology representations designed to be “human readable” and machine </a:t>
            </a:r>
            <a:r>
              <a:rPr lang="en-US" sz="2400" dirty="0" err="1"/>
              <a:t>parseable</a:t>
            </a:r>
            <a:r>
              <a:rPr lang="en-US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practice, nearly always read/written by tools and read by humans only when strictly necessary.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EA03A-FA55-11FA-78A9-C86A88A4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3667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522AF-D46D-ED1A-F31F-DABD4A89A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63628-AACB-2BC3-3D7F-63C8D2399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3197F9-8AC1-FE83-4CA0-0E4E68D637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E97144-13E9-1F34-3E9D-9901AB037D8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 2, 18-20 November 2024</a:t>
            </a:r>
          </a:p>
        </p:txBody>
      </p:sp>
    </p:spTree>
    <p:extLst>
      <p:ext uri="{BB962C8B-B14F-4D97-AF65-F5344CB8AC3E}">
        <p14:creationId xmlns:p14="http://schemas.microsoft.com/office/powerpoint/2010/main" val="40080149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615EF-7391-D18A-2DD1-4CF26672A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9289774" cy="632219"/>
          </a:xfrm>
        </p:spPr>
        <p:txBody>
          <a:bodyPr/>
          <a:lstStyle/>
          <a:p>
            <a:r>
              <a:rPr lang="en-US" dirty="0"/>
              <a:t>How do we specify an ontology?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F153B-7026-A7E8-1609-233D56C0DA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Web Ontology Language (OWL)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We’ll study this by example later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do not write this by hand: use a tool: </a:t>
            </a:r>
            <a:r>
              <a:rPr lang="en-US" sz="2400" dirty="0">
                <a:solidFill>
                  <a:schemeClr val="tx2"/>
                </a:solidFill>
                <a:hlinkClick r:id="rId2"/>
              </a:rPr>
              <a:t>https://owlready2.readthedocs.io/en/v0.42/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r>
              <a:rPr lang="en-GB" sz="2800" dirty="0" err="1"/>
              <a:t>conda</a:t>
            </a:r>
            <a:r>
              <a:rPr lang="en-GB" sz="2800" dirty="0"/>
              <a:t> install -c </a:t>
            </a:r>
            <a:r>
              <a:rPr lang="en-GB" sz="2800" dirty="0" err="1"/>
              <a:t>conda</a:t>
            </a:r>
            <a:r>
              <a:rPr lang="en-GB" sz="2800" dirty="0"/>
              <a:t>-forge owlready2</a:t>
            </a: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Let’s code…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1F31F-44D2-F3E4-11BD-11AE89D9C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4199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9C75A-A674-954C-0FAB-2AD6AD597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8115B-8A16-C5CA-1AF6-2618B7CBD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0157086" cy="632219"/>
          </a:xfrm>
        </p:spPr>
        <p:txBody>
          <a:bodyPr/>
          <a:lstStyle/>
          <a:p>
            <a:r>
              <a:rPr lang="en-US" dirty="0"/>
              <a:t>Exercises 11: Designing an Ontology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C664F-5F47-5D95-222B-D98D1B452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4546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F952-D913-4A4A-B107-55373ED3A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413383" cy="632219"/>
          </a:xfrm>
        </p:spPr>
        <p:txBody>
          <a:bodyPr/>
          <a:lstStyle/>
          <a:p>
            <a:r>
              <a:rPr lang="en-US" dirty="0"/>
              <a:t>Where to find out more?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EB77B-C900-46AF-8BFB-BFF98DA1A5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There is a lot more you can 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 found all of the following helpful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hlinkClick r:id="rId2"/>
              </a:rPr>
              <a:t>https://owlready2.readthedocs.io/en/v0.42/</a:t>
            </a: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hlinkClick r:id="rId3"/>
              </a:rPr>
              <a:t>https://kgtutorial.github.io/</a:t>
            </a: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hlinkClick r:id="rId4"/>
              </a:rPr>
              <a:t>https://jingdongsun.medium.com/creating-knowledge-graph-step-by-step-a383231acf2d</a:t>
            </a: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hlinkClick r:id="rId5"/>
              </a:rPr>
              <a:t>https://iccl.inf.tu-dresden.de/web/Knowledge_Graphs_(WS2021)/en</a:t>
            </a:r>
            <a:endParaRPr lang="en-US" sz="2400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4D103-664C-5976-5DEB-6A10D09D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9987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17E12-C478-51B4-B671-F2DC7275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0157086" cy="632219"/>
          </a:xfrm>
        </p:spPr>
        <p:txBody>
          <a:bodyPr/>
          <a:lstStyle/>
          <a:p>
            <a:r>
              <a:rPr lang="en-US" dirty="0"/>
              <a:t>Exercises 12: Implementing a Complete Ontology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08096-473A-E283-2255-23EA20AE7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654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ueens University 1">
      <a:dk1>
        <a:srgbClr val="494949"/>
      </a:dk1>
      <a:lt1>
        <a:srgbClr val="9B9B9B"/>
      </a:lt1>
      <a:dk2>
        <a:srgbClr val="2F2F2F"/>
      </a:dk2>
      <a:lt2>
        <a:srgbClr val="FFFFFF"/>
      </a:lt2>
      <a:accent1>
        <a:srgbClr val="00AFAB"/>
      </a:accent1>
      <a:accent2>
        <a:srgbClr val="93D60A"/>
      </a:accent2>
      <a:accent3>
        <a:srgbClr val="D6000D"/>
      </a:accent3>
      <a:accent4>
        <a:srgbClr val="F18903"/>
      </a:accent4>
      <a:accent5>
        <a:srgbClr val="AC004D"/>
      </a:accent5>
      <a:accent6>
        <a:srgbClr val="672E6C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Master_PPT" id="{520EB0CF-6B0E-8A45-BC11-DA0C3C33E0F5}" vid="{AE149573-493F-1C48-9EE6-1B6DC626C8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aab77ea-b4a5-49e3-a1e8-d6dd23a1f286}" enabled="0" method="" siteId="{eaab77ea-b4a5-49e3-a1e8-d6dd23a1f28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10712</TotalTime>
  <Words>2217</Words>
  <Application>Microsoft Macintosh PowerPoint</Application>
  <PresentationFormat>Widescreen</PresentationFormat>
  <Paragraphs>395</Paragraphs>
  <Slides>35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Menlo</vt:lpstr>
      <vt:lpstr>Office Theme</vt:lpstr>
      <vt:lpstr>MSc Artificial Intelligence</vt:lpstr>
      <vt:lpstr>A look back at knowledge bases</vt:lpstr>
      <vt:lpstr>Limitations of Knowledge Bases</vt:lpstr>
      <vt:lpstr>Overcoming these Limitations</vt:lpstr>
      <vt:lpstr>Rule-based systems as graphs</vt:lpstr>
      <vt:lpstr>What is a Knowledge Graph</vt:lpstr>
      <vt:lpstr>A simple example</vt:lpstr>
      <vt:lpstr>A More Complex Example</vt:lpstr>
      <vt:lpstr>Exercises 9: A simple knowledge graph</vt:lpstr>
      <vt:lpstr>PowerPoint Presentation</vt:lpstr>
      <vt:lpstr>MSc Artificial Intelligence</vt:lpstr>
      <vt:lpstr>What can Knowledge Graphs do?</vt:lpstr>
      <vt:lpstr>What’s wrong with a Relational DB?</vt:lpstr>
      <vt:lpstr>Why Graphs?</vt:lpstr>
      <vt:lpstr>Graph Basics</vt:lpstr>
      <vt:lpstr>How to structure graphs</vt:lpstr>
      <vt:lpstr>Ontologies</vt:lpstr>
      <vt:lpstr>Steps in creating an ontology</vt:lpstr>
      <vt:lpstr>Entities</vt:lpstr>
      <vt:lpstr>Relationships</vt:lpstr>
      <vt:lpstr>Properties</vt:lpstr>
      <vt:lpstr>Ontology Guidelines</vt:lpstr>
      <vt:lpstr>Exercises 10: Designing an Ontology</vt:lpstr>
      <vt:lpstr>MSc Artificial Intelligence</vt:lpstr>
      <vt:lpstr>Examples of different ontology formats</vt:lpstr>
      <vt:lpstr>Examples of different ontology formats</vt:lpstr>
      <vt:lpstr>Turtle: Terse RDF Triple Language </vt:lpstr>
      <vt:lpstr>RDF/XML</vt:lpstr>
      <vt:lpstr>OWL: Web Ontology Language</vt:lpstr>
      <vt:lpstr>Notes on formats</vt:lpstr>
      <vt:lpstr>MSc Artificial Intelligence</vt:lpstr>
      <vt:lpstr>How do we specify an ontology?</vt:lpstr>
      <vt:lpstr>Exercises 11: Designing an Ontology </vt:lpstr>
      <vt:lpstr>Where to find out more?</vt:lpstr>
      <vt:lpstr>Exercises 12: Implementing a Complete Ontology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MSc Artificial Intelligence</dc:title>
  <dc:creator>Iain Styles (Computer Science)</dc:creator>
  <cp:lastModifiedBy>Iain Styles</cp:lastModifiedBy>
  <cp:revision>11</cp:revision>
  <dcterms:created xsi:type="dcterms:W3CDTF">2023-11-20T21:13:51Z</dcterms:created>
  <dcterms:modified xsi:type="dcterms:W3CDTF">2024-11-20T12:16:59Z</dcterms:modified>
</cp:coreProperties>
</file>