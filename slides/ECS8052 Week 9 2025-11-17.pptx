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340" r:id="rId2"/>
    <p:sldId id="341" r:id="rId3"/>
    <p:sldId id="342" r:id="rId4"/>
    <p:sldId id="343" r:id="rId5"/>
    <p:sldId id="344" r:id="rId6"/>
    <p:sldId id="345" r:id="rId7"/>
    <p:sldId id="346" r:id="rId8"/>
    <p:sldId id="347" r:id="rId9"/>
    <p:sldId id="348" r:id="rId10"/>
    <p:sldId id="349" r:id="rId11"/>
    <p:sldId id="306" r:id="rId12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304" autoAdjust="0"/>
    <p:restoredTop sz="96327" autoAdjust="0"/>
  </p:normalViewPr>
  <p:slideViewPr>
    <p:cSldViewPr snapToGrid="0" snapToObjects="1" showGuides="1">
      <p:cViewPr varScale="1">
        <p:scale>
          <a:sx n="127" d="100"/>
          <a:sy n="127" d="100"/>
        </p:scale>
        <p:origin x="344" y="176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delSld">
      <pc:chgData name="Iain Styles" userId="befbdaae-53f8-4d26-a8dc-3366b09f768a" providerId="ADAL" clId="{5E0D2633-D8F6-500D-A7FC-C9CB56BC4BFB}" dt="2025-11-13T21:39:43.357" v="50" actId="2696"/>
      <pc:docMkLst>
        <pc:docMk/>
      </pc:docMkLst>
      <pc:sldChg chg="del">
        <pc:chgData name="Iain Styles" userId="befbdaae-53f8-4d26-a8dc-3366b09f768a" providerId="ADAL" clId="{5E0D2633-D8F6-500D-A7FC-C9CB56BC4BFB}" dt="2025-11-13T21:39:43.347" v="46" actId="2696"/>
        <pc:sldMkLst>
          <pc:docMk/>
          <pc:sldMk cId="4150415409" sldId="291"/>
        </pc:sldMkLst>
      </pc:sldChg>
      <pc:sldChg chg="del">
        <pc:chgData name="Iain Styles" userId="befbdaae-53f8-4d26-a8dc-3366b09f768a" providerId="ADAL" clId="{5E0D2633-D8F6-500D-A7FC-C9CB56BC4BFB}" dt="2025-11-13T21:39:43.273" v="9" actId="2696"/>
        <pc:sldMkLst>
          <pc:docMk/>
          <pc:sldMk cId="1421539638" sldId="292"/>
        </pc:sldMkLst>
      </pc:sldChg>
      <pc:sldChg chg="del">
        <pc:chgData name="Iain Styles" userId="befbdaae-53f8-4d26-a8dc-3366b09f768a" providerId="ADAL" clId="{5E0D2633-D8F6-500D-A7FC-C9CB56BC4BFB}" dt="2025-11-13T21:39:43.293" v="26" actId="2696"/>
        <pc:sldMkLst>
          <pc:docMk/>
          <pc:sldMk cId="1470489183" sldId="293"/>
        </pc:sldMkLst>
      </pc:sldChg>
      <pc:sldChg chg="del">
        <pc:chgData name="Iain Styles" userId="befbdaae-53f8-4d26-a8dc-3366b09f768a" providerId="ADAL" clId="{5E0D2633-D8F6-500D-A7FC-C9CB56BC4BFB}" dt="2025-11-13T21:39:43.272" v="8" actId="2696"/>
        <pc:sldMkLst>
          <pc:docMk/>
          <pc:sldMk cId="398589300" sldId="294"/>
        </pc:sldMkLst>
      </pc:sldChg>
      <pc:sldChg chg="del">
        <pc:chgData name="Iain Styles" userId="befbdaae-53f8-4d26-a8dc-3366b09f768a" providerId="ADAL" clId="{5E0D2633-D8F6-500D-A7FC-C9CB56BC4BFB}" dt="2025-11-13T21:39:43.269" v="4" actId="2696"/>
        <pc:sldMkLst>
          <pc:docMk/>
          <pc:sldMk cId="1411185995" sldId="295"/>
        </pc:sldMkLst>
      </pc:sldChg>
      <pc:sldChg chg="del">
        <pc:chgData name="Iain Styles" userId="befbdaae-53f8-4d26-a8dc-3366b09f768a" providerId="ADAL" clId="{5E0D2633-D8F6-500D-A7FC-C9CB56BC4BFB}" dt="2025-11-13T21:39:43.274" v="10" actId="2696"/>
        <pc:sldMkLst>
          <pc:docMk/>
          <pc:sldMk cId="1032005304" sldId="296"/>
        </pc:sldMkLst>
      </pc:sldChg>
      <pc:sldChg chg="del">
        <pc:chgData name="Iain Styles" userId="befbdaae-53f8-4d26-a8dc-3366b09f768a" providerId="ADAL" clId="{5E0D2633-D8F6-500D-A7FC-C9CB56BC4BFB}" dt="2025-11-13T21:39:43.278" v="11" actId="2696"/>
        <pc:sldMkLst>
          <pc:docMk/>
          <pc:sldMk cId="2457757937" sldId="297"/>
        </pc:sldMkLst>
      </pc:sldChg>
      <pc:sldChg chg="del">
        <pc:chgData name="Iain Styles" userId="befbdaae-53f8-4d26-a8dc-3366b09f768a" providerId="ADAL" clId="{5E0D2633-D8F6-500D-A7FC-C9CB56BC4BFB}" dt="2025-11-13T21:39:43.341" v="38" actId="2696"/>
        <pc:sldMkLst>
          <pc:docMk/>
          <pc:sldMk cId="4015322719" sldId="298"/>
        </pc:sldMkLst>
      </pc:sldChg>
      <pc:sldChg chg="del">
        <pc:chgData name="Iain Styles" userId="befbdaae-53f8-4d26-a8dc-3366b09f768a" providerId="ADAL" clId="{5E0D2633-D8F6-500D-A7FC-C9CB56BC4BFB}" dt="2025-11-13T21:39:43.310" v="31" actId="2696"/>
        <pc:sldMkLst>
          <pc:docMk/>
          <pc:sldMk cId="3755702930" sldId="299"/>
        </pc:sldMkLst>
      </pc:sldChg>
      <pc:sldChg chg="del">
        <pc:chgData name="Iain Styles" userId="befbdaae-53f8-4d26-a8dc-3366b09f768a" providerId="ADAL" clId="{5E0D2633-D8F6-500D-A7FC-C9CB56BC4BFB}" dt="2025-11-13T21:39:43.356" v="49" actId="2696"/>
        <pc:sldMkLst>
          <pc:docMk/>
          <pc:sldMk cId="3481623430" sldId="300"/>
        </pc:sldMkLst>
      </pc:sldChg>
      <pc:sldChg chg="del">
        <pc:chgData name="Iain Styles" userId="befbdaae-53f8-4d26-a8dc-3366b09f768a" providerId="ADAL" clId="{5E0D2633-D8F6-500D-A7FC-C9CB56BC4BFB}" dt="2025-11-13T21:39:43.289" v="21" actId="2696"/>
        <pc:sldMkLst>
          <pc:docMk/>
          <pc:sldMk cId="3634755612" sldId="301"/>
        </pc:sldMkLst>
      </pc:sldChg>
      <pc:sldChg chg="del">
        <pc:chgData name="Iain Styles" userId="befbdaae-53f8-4d26-a8dc-3366b09f768a" providerId="ADAL" clId="{5E0D2633-D8F6-500D-A7FC-C9CB56BC4BFB}" dt="2025-11-13T21:39:43.317" v="33" actId="2696"/>
        <pc:sldMkLst>
          <pc:docMk/>
          <pc:sldMk cId="1003291711" sldId="302"/>
        </pc:sldMkLst>
      </pc:sldChg>
      <pc:sldChg chg="del">
        <pc:chgData name="Iain Styles" userId="befbdaae-53f8-4d26-a8dc-3366b09f768a" providerId="ADAL" clId="{5E0D2633-D8F6-500D-A7FC-C9CB56BC4BFB}" dt="2025-11-13T21:39:43.289" v="20" actId="2696"/>
        <pc:sldMkLst>
          <pc:docMk/>
          <pc:sldMk cId="1927035365" sldId="303"/>
        </pc:sldMkLst>
      </pc:sldChg>
      <pc:sldChg chg="del">
        <pc:chgData name="Iain Styles" userId="befbdaae-53f8-4d26-a8dc-3366b09f768a" providerId="ADAL" clId="{5E0D2633-D8F6-500D-A7FC-C9CB56BC4BFB}" dt="2025-11-13T21:39:43.291" v="24" actId="2696"/>
        <pc:sldMkLst>
          <pc:docMk/>
          <pc:sldMk cId="3598441698" sldId="305"/>
        </pc:sldMkLst>
      </pc:sldChg>
      <pc:sldChg chg="del">
        <pc:chgData name="Iain Styles" userId="befbdaae-53f8-4d26-a8dc-3366b09f768a" providerId="ADAL" clId="{5E0D2633-D8F6-500D-A7FC-C9CB56BC4BFB}" dt="2025-11-13T21:39:43.341" v="39" actId="2696"/>
        <pc:sldMkLst>
          <pc:docMk/>
          <pc:sldMk cId="1644579463" sldId="320"/>
        </pc:sldMkLst>
      </pc:sldChg>
      <pc:sldChg chg="del">
        <pc:chgData name="Iain Styles" userId="befbdaae-53f8-4d26-a8dc-3366b09f768a" providerId="ADAL" clId="{5E0D2633-D8F6-500D-A7FC-C9CB56BC4BFB}" dt="2025-11-13T21:39:43.287" v="18" actId="2696"/>
        <pc:sldMkLst>
          <pc:docMk/>
          <pc:sldMk cId="1861590098" sldId="322"/>
        </pc:sldMkLst>
      </pc:sldChg>
      <pc:sldChg chg="del">
        <pc:chgData name="Iain Styles" userId="befbdaae-53f8-4d26-a8dc-3366b09f768a" providerId="ADAL" clId="{5E0D2633-D8F6-500D-A7FC-C9CB56BC4BFB}" dt="2025-11-13T21:39:43.294" v="27" actId="2696"/>
        <pc:sldMkLst>
          <pc:docMk/>
          <pc:sldMk cId="2917266168" sldId="323"/>
        </pc:sldMkLst>
      </pc:sldChg>
      <pc:sldChg chg="del">
        <pc:chgData name="Iain Styles" userId="befbdaae-53f8-4d26-a8dc-3366b09f768a" providerId="ADAL" clId="{5E0D2633-D8F6-500D-A7FC-C9CB56BC4BFB}" dt="2025-11-13T21:39:43.321" v="34" actId="2696"/>
        <pc:sldMkLst>
          <pc:docMk/>
          <pc:sldMk cId="3396066720" sldId="324"/>
        </pc:sldMkLst>
      </pc:sldChg>
      <pc:sldChg chg="del">
        <pc:chgData name="Iain Styles" userId="befbdaae-53f8-4d26-a8dc-3366b09f768a" providerId="ADAL" clId="{5E0D2633-D8F6-500D-A7FC-C9CB56BC4BFB}" dt="2025-11-13T21:39:43.282" v="13" actId="2696"/>
        <pc:sldMkLst>
          <pc:docMk/>
          <pc:sldMk cId="44866960" sldId="325"/>
        </pc:sldMkLst>
      </pc:sldChg>
      <pc:sldChg chg="del">
        <pc:chgData name="Iain Styles" userId="befbdaae-53f8-4d26-a8dc-3366b09f768a" providerId="ADAL" clId="{5E0D2633-D8F6-500D-A7FC-C9CB56BC4BFB}" dt="2025-11-13T21:39:43.231" v="3" actId="2696"/>
        <pc:sldMkLst>
          <pc:docMk/>
          <pc:sldMk cId="1108801280" sldId="326"/>
        </pc:sldMkLst>
      </pc:sldChg>
      <pc:sldChg chg="del">
        <pc:chgData name="Iain Styles" userId="befbdaae-53f8-4d26-a8dc-3366b09f768a" providerId="ADAL" clId="{5E0D2633-D8F6-500D-A7FC-C9CB56BC4BFB}" dt="2025-11-13T21:39:43.302" v="30" actId="2696"/>
        <pc:sldMkLst>
          <pc:docMk/>
          <pc:sldMk cId="2465979426" sldId="327"/>
        </pc:sldMkLst>
      </pc:sldChg>
      <pc:sldChg chg="del">
        <pc:chgData name="Iain Styles" userId="befbdaae-53f8-4d26-a8dc-3366b09f768a" providerId="ADAL" clId="{5E0D2633-D8F6-500D-A7FC-C9CB56BC4BFB}" dt="2025-11-13T21:39:43.290" v="22" actId="2696"/>
        <pc:sldMkLst>
          <pc:docMk/>
          <pc:sldMk cId="569865901" sldId="328"/>
        </pc:sldMkLst>
      </pc:sldChg>
      <pc:sldChg chg="del">
        <pc:chgData name="Iain Styles" userId="befbdaae-53f8-4d26-a8dc-3366b09f768a" providerId="ADAL" clId="{5E0D2633-D8F6-500D-A7FC-C9CB56BC4BFB}" dt="2025-11-13T21:39:43.285" v="14" actId="2696"/>
        <pc:sldMkLst>
          <pc:docMk/>
          <pc:sldMk cId="531585526" sldId="329"/>
        </pc:sldMkLst>
      </pc:sldChg>
      <pc:sldChg chg="del">
        <pc:chgData name="Iain Styles" userId="befbdaae-53f8-4d26-a8dc-3366b09f768a" providerId="ADAL" clId="{5E0D2633-D8F6-500D-A7FC-C9CB56BC4BFB}" dt="2025-11-13T21:39:43.344" v="40" actId="2696"/>
        <pc:sldMkLst>
          <pc:docMk/>
          <pc:sldMk cId="528797184" sldId="330"/>
        </pc:sldMkLst>
      </pc:sldChg>
      <pc:sldChg chg="del">
        <pc:chgData name="Iain Styles" userId="befbdaae-53f8-4d26-a8dc-3366b09f768a" providerId="ADAL" clId="{5E0D2633-D8F6-500D-A7FC-C9CB56BC4BFB}" dt="2025-11-13T21:39:43.347" v="45" actId="2696"/>
        <pc:sldMkLst>
          <pc:docMk/>
          <pc:sldMk cId="2239609288" sldId="331"/>
        </pc:sldMkLst>
      </pc:sldChg>
      <pc:sldChg chg="del">
        <pc:chgData name="Iain Styles" userId="befbdaae-53f8-4d26-a8dc-3366b09f768a" providerId="ADAL" clId="{5E0D2633-D8F6-500D-A7FC-C9CB56BC4BFB}" dt="2025-11-13T21:39:43.329" v="36" actId="2696"/>
        <pc:sldMkLst>
          <pc:docMk/>
          <pc:sldMk cId="1295137677" sldId="332"/>
        </pc:sldMkLst>
      </pc:sldChg>
      <pc:sldChg chg="del">
        <pc:chgData name="Iain Styles" userId="befbdaae-53f8-4d26-a8dc-3366b09f768a" providerId="ADAL" clId="{5E0D2633-D8F6-500D-A7FC-C9CB56BC4BFB}" dt="2025-11-13T21:39:43.288" v="19" actId="2696"/>
        <pc:sldMkLst>
          <pc:docMk/>
          <pc:sldMk cId="2893750671" sldId="333"/>
        </pc:sldMkLst>
      </pc:sldChg>
      <pc:sldChg chg="del">
        <pc:chgData name="Iain Styles" userId="befbdaae-53f8-4d26-a8dc-3366b09f768a" providerId="ADAL" clId="{5E0D2633-D8F6-500D-A7FC-C9CB56BC4BFB}" dt="2025-11-13T21:39:43.271" v="7" actId="2696"/>
        <pc:sldMkLst>
          <pc:docMk/>
          <pc:sldMk cId="706825791" sldId="334"/>
        </pc:sldMkLst>
      </pc:sldChg>
      <pc:sldChg chg="del">
        <pc:chgData name="Iain Styles" userId="befbdaae-53f8-4d26-a8dc-3366b09f768a" providerId="ADAL" clId="{5E0D2633-D8F6-500D-A7FC-C9CB56BC4BFB}" dt="2025-11-13T21:39:43.287" v="17" actId="2696"/>
        <pc:sldMkLst>
          <pc:docMk/>
          <pc:sldMk cId="1108906673" sldId="335"/>
        </pc:sldMkLst>
      </pc:sldChg>
      <pc:sldChg chg="del">
        <pc:chgData name="Iain Styles" userId="befbdaae-53f8-4d26-a8dc-3366b09f768a" providerId="ADAL" clId="{5E0D2633-D8F6-500D-A7FC-C9CB56BC4BFB}" dt="2025-11-13T21:39:43.270" v="5" actId="2696"/>
        <pc:sldMkLst>
          <pc:docMk/>
          <pc:sldMk cId="1192690409" sldId="336"/>
        </pc:sldMkLst>
      </pc:sldChg>
      <pc:sldChg chg="del">
        <pc:chgData name="Iain Styles" userId="befbdaae-53f8-4d26-a8dc-3366b09f768a" providerId="ADAL" clId="{5E0D2633-D8F6-500D-A7FC-C9CB56BC4BFB}" dt="2025-11-13T21:39:43.345" v="42" actId="2696"/>
        <pc:sldMkLst>
          <pc:docMk/>
          <pc:sldMk cId="1391420118" sldId="337"/>
        </pc:sldMkLst>
      </pc:sldChg>
      <pc:sldChg chg="del">
        <pc:chgData name="Iain Styles" userId="befbdaae-53f8-4d26-a8dc-3366b09f768a" providerId="ADAL" clId="{5E0D2633-D8F6-500D-A7FC-C9CB56BC4BFB}" dt="2025-11-13T21:39:43.346" v="44" actId="2696"/>
        <pc:sldMkLst>
          <pc:docMk/>
          <pc:sldMk cId="3348058539" sldId="339"/>
        </pc:sldMkLst>
      </pc:sldChg>
      <pc:sldChg chg="del">
        <pc:chgData name="Iain Styles" userId="befbdaae-53f8-4d26-a8dc-3366b09f768a" providerId="ADAL" clId="{5E0D2633-D8F6-500D-A7FC-C9CB56BC4BFB}" dt="2025-11-13T21:39:43.291" v="25" actId="2696"/>
        <pc:sldMkLst>
          <pc:docMk/>
          <pc:sldMk cId="582384582" sldId="354"/>
        </pc:sldMkLst>
      </pc:sldChg>
      <pc:sldChg chg="del">
        <pc:chgData name="Iain Styles" userId="befbdaae-53f8-4d26-a8dc-3366b09f768a" providerId="ADAL" clId="{5E0D2633-D8F6-500D-A7FC-C9CB56BC4BFB}" dt="2025-11-13T21:39:43.290" v="23" actId="2696"/>
        <pc:sldMkLst>
          <pc:docMk/>
          <pc:sldMk cId="3429086437" sldId="355"/>
        </pc:sldMkLst>
      </pc:sldChg>
      <pc:sldChg chg="del">
        <pc:chgData name="Iain Styles" userId="befbdaae-53f8-4d26-a8dc-3366b09f768a" providerId="ADAL" clId="{5E0D2633-D8F6-500D-A7FC-C9CB56BC4BFB}" dt="2025-11-13T21:39:43.344" v="41" actId="2696"/>
        <pc:sldMkLst>
          <pc:docMk/>
          <pc:sldMk cId="715396262" sldId="356"/>
        </pc:sldMkLst>
      </pc:sldChg>
      <pc:sldChg chg="del">
        <pc:chgData name="Iain Styles" userId="befbdaae-53f8-4d26-a8dc-3366b09f768a" providerId="ADAL" clId="{5E0D2633-D8F6-500D-A7FC-C9CB56BC4BFB}" dt="2025-11-13T21:39:43.271" v="6" actId="2696"/>
        <pc:sldMkLst>
          <pc:docMk/>
          <pc:sldMk cId="321988716" sldId="357"/>
        </pc:sldMkLst>
      </pc:sldChg>
      <pc:sldChg chg="del">
        <pc:chgData name="Iain Styles" userId="befbdaae-53f8-4d26-a8dc-3366b09f768a" providerId="ADAL" clId="{5E0D2633-D8F6-500D-A7FC-C9CB56BC4BFB}" dt="2025-11-13T21:39:43.356" v="48" actId="2696"/>
        <pc:sldMkLst>
          <pc:docMk/>
          <pc:sldMk cId="1516791949" sldId="358"/>
        </pc:sldMkLst>
      </pc:sldChg>
      <pc:sldChg chg="del">
        <pc:chgData name="Iain Styles" userId="befbdaae-53f8-4d26-a8dc-3366b09f768a" providerId="ADAL" clId="{5E0D2633-D8F6-500D-A7FC-C9CB56BC4BFB}" dt="2025-11-13T21:39:43.278" v="12" actId="2696"/>
        <pc:sldMkLst>
          <pc:docMk/>
          <pc:sldMk cId="2439280951" sldId="359"/>
        </pc:sldMkLst>
      </pc:sldChg>
      <pc:sldChg chg="del">
        <pc:chgData name="Iain Styles" userId="befbdaae-53f8-4d26-a8dc-3366b09f768a" providerId="ADAL" clId="{5E0D2633-D8F6-500D-A7FC-C9CB56BC4BFB}" dt="2025-11-13T21:39:43.294" v="28" actId="2696"/>
        <pc:sldMkLst>
          <pc:docMk/>
          <pc:sldMk cId="1793932802" sldId="360"/>
        </pc:sldMkLst>
      </pc:sldChg>
      <pc:sldChg chg="del">
        <pc:chgData name="Iain Styles" userId="befbdaae-53f8-4d26-a8dc-3366b09f768a" providerId="ADAL" clId="{5E0D2633-D8F6-500D-A7FC-C9CB56BC4BFB}" dt="2025-11-13T21:39:43.286" v="15" actId="2696"/>
        <pc:sldMkLst>
          <pc:docMk/>
          <pc:sldMk cId="3594010606" sldId="361"/>
        </pc:sldMkLst>
      </pc:sldChg>
      <pc:sldChg chg="del">
        <pc:chgData name="Iain Styles" userId="befbdaae-53f8-4d26-a8dc-3366b09f768a" providerId="ADAL" clId="{5E0D2633-D8F6-500D-A7FC-C9CB56BC4BFB}" dt="2025-11-13T21:39:43.223" v="1" actId="2696"/>
        <pc:sldMkLst>
          <pc:docMk/>
          <pc:sldMk cId="1931697778" sldId="362"/>
        </pc:sldMkLst>
      </pc:sldChg>
      <pc:sldChg chg="del">
        <pc:chgData name="Iain Styles" userId="befbdaae-53f8-4d26-a8dc-3366b09f768a" providerId="ADAL" clId="{5E0D2633-D8F6-500D-A7FC-C9CB56BC4BFB}" dt="2025-11-13T21:39:43.224" v="2" actId="2696"/>
        <pc:sldMkLst>
          <pc:docMk/>
          <pc:sldMk cId="4047013406" sldId="363"/>
        </pc:sldMkLst>
      </pc:sldChg>
      <pc:sldChg chg="del">
        <pc:chgData name="Iain Styles" userId="befbdaae-53f8-4d26-a8dc-3366b09f768a" providerId="ADAL" clId="{5E0D2633-D8F6-500D-A7FC-C9CB56BC4BFB}" dt="2025-11-13T21:39:43.338" v="37" actId="2696"/>
        <pc:sldMkLst>
          <pc:docMk/>
          <pc:sldMk cId="3530703905" sldId="364"/>
        </pc:sldMkLst>
      </pc:sldChg>
      <pc:sldChg chg="del">
        <pc:chgData name="Iain Styles" userId="befbdaae-53f8-4d26-a8dc-3366b09f768a" providerId="ADAL" clId="{5E0D2633-D8F6-500D-A7FC-C9CB56BC4BFB}" dt="2025-11-13T21:39:43.301" v="29" actId="2696"/>
        <pc:sldMkLst>
          <pc:docMk/>
          <pc:sldMk cId="1232992466" sldId="365"/>
        </pc:sldMkLst>
      </pc:sldChg>
      <pc:sldChg chg="del">
        <pc:chgData name="Iain Styles" userId="befbdaae-53f8-4d26-a8dc-3366b09f768a" providerId="ADAL" clId="{5E0D2633-D8F6-500D-A7FC-C9CB56BC4BFB}" dt="2025-11-13T21:39:43.329" v="35" actId="2696"/>
        <pc:sldMkLst>
          <pc:docMk/>
          <pc:sldMk cId="652876146" sldId="366"/>
        </pc:sldMkLst>
      </pc:sldChg>
      <pc:sldChg chg="del">
        <pc:chgData name="Iain Styles" userId="befbdaae-53f8-4d26-a8dc-3366b09f768a" providerId="ADAL" clId="{5E0D2633-D8F6-500D-A7FC-C9CB56BC4BFB}" dt="2025-11-13T21:39:43.357" v="50" actId="2696"/>
        <pc:sldMkLst>
          <pc:docMk/>
          <pc:sldMk cId="3477557993" sldId="367"/>
        </pc:sldMkLst>
      </pc:sldChg>
      <pc:sldChg chg="del">
        <pc:chgData name="Iain Styles" userId="befbdaae-53f8-4d26-a8dc-3366b09f768a" providerId="ADAL" clId="{5E0D2633-D8F6-500D-A7FC-C9CB56BC4BFB}" dt="2025-11-13T21:39:43.286" v="16" actId="2696"/>
        <pc:sldMkLst>
          <pc:docMk/>
          <pc:sldMk cId="1977200179" sldId="368"/>
        </pc:sldMkLst>
      </pc:sldChg>
      <pc:sldChg chg="del">
        <pc:chgData name="Iain Styles" userId="befbdaae-53f8-4d26-a8dc-3366b09f768a" providerId="ADAL" clId="{5E0D2633-D8F6-500D-A7FC-C9CB56BC4BFB}" dt="2025-11-13T21:39:43.345" v="43" actId="2696"/>
        <pc:sldMkLst>
          <pc:docMk/>
          <pc:sldMk cId="1325017611" sldId="369"/>
        </pc:sldMkLst>
      </pc:sldChg>
      <pc:sldChg chg="del">
        <pc:chgData name="Iain Styles" userId="befbdaae-53f8-4d26-a8dc-3366b09f768a" providerId="ADAL" clId="{5E0D2633-D8F6-500D-A7FC-C9CB56BC4BFB}" dt="2025-11-13T21:39:43.317" v="32" actId="2696"/>
        <pc:sldMkLst>
          <pc:docMk/>
          <pc:sldMk cId="2217844794" sldId="370"/>
        </pc:sldMkLst>
      </pc:sldChg>
      <pc:sldChg chg="del">
        <pc:chgData name="Iain Styles" userId="befbdaae-53f8-4d26-a8dc-3366b09f768a" providerId="ADAL" clId="{5E0D2633-D8F6-500D-A7FC-C9CB56BC4BFB}" dt="2025-11-13T21:39:43.355" v="47" actId="2696"/>
        <pc:sldMkLst>
          <pc:docMk/>
          <pc:sldMk cId="12916658" sldId="371"/>
        </pc:sldMkLst>
      </pc:sldChg>
      <pc:sldChg chg="del">
        <pc:chgData name="Iain Styles" userId="befbdaae-53f8-4d26-a8dc-3366b09f768a" providerId="ADAL" clId="{5E0D2633-D8F6-500D-A7FC-C9CB56BC4BFB}" dt="2025-11-13T21:39:43.222" v="0" actId="2696"/>
        <pc:sldMkLst>
          <pc:docMk/>
          <pc:sldMk cId="1232051905" sldId="372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11-26T12:15:47.467"/>
    </inkml:context>
    <inkml:brush xml:id="br0">
      <inkml:brushProperty name="width" value="0.09071" units="cm"/>
      <inkml:brushProperty name="height" value="0.09071" units="cm"/>
    </inkml:brush>
    <inkml:brush xml:id="br1">
      <inkml:brushProperty name="width" value="0.09071" units="cm"/>
      <inkml:brushProperty name="height" value="0.09071" units="cm"/>
      <inkml:brushProperty name="color" value="#A020F0"/>
    </inkml:brush>
    <inkml:brush xml:id="br2">
      <inkml:brushProperty name="width" value="0.12095" units="cm"/>
      <inkml:brushProperty name="height" value="0.12095" units="cm"/>
      <inkml:brushProperty name="color" value="#A020F0"/>
    </inkml:brush>
    <inkml:brush xml:id="br3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23424 2491 6183,'10'0'0,"-2"0"0,-8-6 90,0 4-90,0-3 180,0 5-90,8 0 180,-6-6-270,6 5 360,-8-10-360,0 9 90,0-4 360,0 1-181,0-9-179,0 0-90,0-10 450,-8 4-360,6 5 90,-6-7 90,8 19-90,-8-15-180,-2 11 90,-7-6-180,-32 6 180,17 9 0,-1 2-90,0-1 0,-1 2-1606,-4 9 0,2 3 1785,-9 4-270,23-4 1,-1 4 225,-11 8 0,1 3-90,12-8 0,1 3-492,0 2 1,-2 4 0,0 1 0,4-3 491,0 3 0,2 2-45,2 1 0,-2 6 0,1 1 0,4-6-45,3 1 0,4 0 22,-1-3 1,0 6-1,1 0 1,2-6-68,4-1 0,4-1 0,4 6 0,5 4 0,1-8 31,3-11 1,3-4 28,9 4 0,5 1 0,-3-5 960,-7-8 1,1-3-901,11 1 0,6 0 0,-4-3-30,-9-3 0,0-3 179,10-5 1,4-4 0,-5 0-90,-9-1 0,-1-1-1041,8-9 0,-2-2 1085,-13 4 1,-3 1 135,17-12 648,-19 10 1,0-4-604,11-17 0,-1-2-271,-11 10 1,-1-2-389,0-1 0,3-5 0,-2-1 0,-2 4 389,-3-2 0,-3-2 45,-1 0 0,0-6 0,-2 0 0,-4 6-180,-8 0 0,-4-1 112,2 3 1,-2-5-1,-2 0 1,-1 7 336,-9-1 1,-5 4-120,-6-3 0,-6-2 0,3 6-150,6 11 0,-3 3-330,-9-2 0,-5 0 0,5 4 15,14 6 1,1 2-394,-5-1 0,-4-1 0,6 2-1451,-1 0 2381,37 7 0,14 7 0,9 4 0,3-2 0,1 0 0,0 0 0</inkml:trace>
  <inkml:trace contextRef="#ctx0" brushRef="#br0" timeOffset="967">22666 3485 7533,'27'-12'-1619,"-9"10"3238,-10-21-1170,-8 20 1,0-15-270,0 17 90,0-5-90,0 6 270,-24 23-271,11 0-948,-10 2 1,-7 5-1,2 0 769,7-1 0,-3 2 72,-2-1 0,-7 5 0,-3 3 0,0-1 0,5-4-162,-1 3 0,3-2 0,-6 4 50,7-11 0,-3 4 0,-5 3 0,-1 1 0,-2 1 0,1 0 0,1-2 0,3-2 1,4-3 61,-8 7 0,5-4 1,-1-1-1,-4 5 88,8-9 0,-4 3 0,-2 2 0,-2 1 0,0 0 0,0 0 0,1-1 0,2-1 0,3-3 123,-6 6 1,2-2 0,3-2 0,-1 0 0,-1 1-90,-3 1 0,-1 1 0,0 0 0,1-1 0,2-2-99,1 1 0,2-2 0,1-1 0,0-3-45,-5 2 0,1-2 0,4-5-135,5-3 0,3-4-585,-7 2 1,9-9-2558,22-21 3256,14-9 1,9-3 0,7-3 0,3-1 0,2-4 0,0 0 0</inkml:trace>
  <inkml:trace contextRef="#ctx0" brushRef="#br0" timeOffset="1352">21308 4478 7533,'-28'-35'3276,"-5"6"-3475,9 45 0,-3 14 49,-1-2 0,-3 4 0,2 0-798,5-4 0,2 1 0,-3 3 912,1-1 0,-2 3 0,-1 2 0,0 0 0,2-1 13,0 1 1,2 0 0,0-1-1,0 0-208,-1-1 1,0-1-1,1 0 1,0 0 499,0 2 1,1 1 0,1-1 0,5-3 449,0 8 1,4-3-154,2-11 0,2-1-251,4 6 0,8-8-270,18-24 0,5-9 44,2 1 1,1-3-385,5-5 0,3-6 317,-2-2 1,6-6 0,0-1-1,-2 1-423,-8 6 1,-2 2 0,0-1 0,2-2 238,2 0 0,2-2 0,0 0 0,1 0 0,-4 3-931,10-5 1,-2 3 0,-5 3 1400,-7 4 1,-3 7-2018,7 19 1709,-39 14 0,-11 6 0,-8 7 0,-5 1 0,0-6 0,0-1 0,0 1 0</inkml:trace>
  <inkml:trace contextRef="#ctx0" brushRef="#br0" timeOffset="2134">20708 5485 7533,'20'-27'809,"-5"-3"-629,-23 21-180,-9-14-180,-11 3 180,-4 4 0,-2-1-90,-1-4 45,-6 10 0,1 4-449,9 7 404,2 5 0,-5 3 0,-1 2-777,-2 7 1,1 4 0,-1-1 896,2-4 0,1 0 0,-3 5 42,4 2 0,-3 4 0,0 3 0,1 1 0,5 0-71,1 1 0,4 1 0,2 1 0,0 3 178,1 2 1,-1 3 0,2 2 0,3 0 0,2 1-72,3-3 0,2 1 0,3 0 0,2-2 0,5-1-48,4 10 0,7-3 0,4-2-150,3 0 0,4-3 0,10-10 112,5-17 1,9-8-1,3-5 1,-1-1-1,-3-1 1,-1-3-1,1-1 1,1-1 31,-4 1 0,0 0 0,0-1 0,1-3 0,-3-4 71,2-6 1,0-5 0,-2-2 0,-2-1 0,-5 3-96,-1 1 0,-5 1 0,2-4 60,0-3 0,4-5 0,0-2 0,-3-1 0,-3 0-68,-5-5 1,-4-1-1,-2 0 1,0 1-23,2 3 0,1 2 0,-2-1 0,-4-1 0,-3-10 0,-4-5 0,-3 4 0,-2 7 45,-3 10 0,-6 2 254,-9-9 1,-7-3 0,-5 9-414,0 17 1,-4 8-1,-2-1 84,-3-4 0,-3-1 0,2 5 30,3 5 0,1 4 0,3 6-1574,-4 10 0,7 3 1124,11 0 450,3 17 0,50-50 0,18-16 0,-16 10 0,0 1 0,0-1 0</inkml:trace>
  <inkml:trace contextRef="#ctx0" brushRef="#br0" timeOffset="3213">23671 3536 7892,'-17'-13'270,"7"6"-809,2-4 629,8 10-270,0-5 360,0 6 89,0 6 91,16 12-135,8 3 0,3 3-180,-7-4 0,3 3-895,10 7 1,5 4 0,-3-2 849,-9-6 0,1 2 22,2 4 1,7 7-1,-1 0 1,-4-5-23,1 1 0,1 1 35,-7-6 1,4 6 0,2 1 0,-1-2 0,-3-5-6,-3-5 0,-3-3 0,3 3 24,2 4 0,2 4 0,2 2 0,0 1 0,0-3-354,-1-4 0,1-1 1,0 0-1,-1 0 0,-1-1 322,2 6 1,-3 0 0,1 1-1,3 0 68,1 0 0,3 1 0,1 1 0,-2-2 0,-6-5-271,3 5 0,-1-1 181,-1 0 0,5 4 0,0 0 0,-4-6 90,1-3 0,-1 1 0,-2 1 0,4 6 0,0-1 0,-5-5-135,-1-6 0,-1 0 135,6 11 0,3 4 0,-4-5 0,-10-14 0,-1 0-60,5 7 0,1 4 0,-2-6 60,7 1 0,-6-1 0,-1-3-90,-4-7-717,5 3 627,-7-11 1024,7-7-1114,-13-1 2277,4-11-2186,-8 5-290,-6 0-611,5-4 135,-7 10 855,0-5 0,-31 17 0,-8 3 0</inkml:trace>
  <inkml:trace contextRef="#ctx0" brushRef="#br0" timeOffset="3797">25312 5627 7533,'-26'-13'449,"-1"0"-449,7 0 540,-19 6-540,33 2 360,-25 5-180,13 0 90,6 11 179,20 15-359,-2-3 90,20-2 0,3-1-90,-13-4 0,22 2 0,4 0-305,-7-2 215,-6-5 0,6 2 0,-1-2 45,11 1 0,1-2 179,1 1 1,0-2-135,-6-3 0,-4-6 90,-10-10 0,-5-4 0,-2-9-135,-3-9 0,-1-2 45,3-5-618,-5 8 1,1-6-1,-2 3 573,-6 7 0,-1 0 225,7-16 0,3-6 0,-5 3-135,-9 4 0,-1 2-90,8-8 0,-2 0-225,-9 8 0,-4 8 90,-3 14-630,-9-22 540,8 31-2000,-6-3 2180,14 6 0,18 17 0,14 3 0</inkml:trace>
  <inkml:trace contextRef="#ctx0" brushRef="#br0" timeOffset="4501">26035 5989 8252,'20'0'540,"3"-6"-360,-21 5 180,14-5-180,-14 0 179,13-1-179,-13 0-360,6-11 0,-8 10 91,-15-28 89,-13-5-90,-4 20 0,-5 1 90,8 0 0,0 3 90,-5 9 0,-1 9-1,-1 11 1,5 6 0,6 14-180,-4 3 0,3 3-293,14 10 383,6-7 0,-1 7 0,3-5-373,2-9 1,4 1 417,3 4 0,2 6 0,3 0 0,1-8-1339,4-7 0,1-2 1323,0 2 1,1 2 0,1-4-30,5-3 0,5-6-156,11-3 0,8-4 0,1-5 538,-12-5 1,2-2-1,1-4 1,0-3-150,3-3 1,1-2 0,1-4 0,-1-3 0,-3-1-455,-4-3 0,-2-3 0,-2-2 0,-2-1 0,-1 0 221,1-3 0,-3 0 0,-1-2 0,-3-3 0,-5-2 0,-1-5 0,-2-2 0,-2 3 0,-2 6-68,2-10 1,-4 1 134,-3 2 1,1-7-1,-5 2 1,-9 7 112,-14 12 0,-6 7 0,0-1-136,1-12 1,-5 6-495,-12 13 1,-9 7-1,0 9-210,6 10 1,0 7-1,3 0 660,8-7 0,1-1 0,1 3 0,-2 5 0,2 3 0,13 0 0,22 7 0</inkml:trace>
  <inkml:trace contextRef="#ctx0" brushRef="#br0" timeOffset="5931">29369 2633 6183,'17'-19'1620,"-7"-1"-1261,6-6 91,-6 6-90,7-4 0,-7 4 179,-2 0-179,-16-5-450,-2 11-90,1 1 0,-7 2-539,-10 9 539,-11-4 180,0 12 45,-2 6 0,-2 6 90,2 6 0,1 5-469,3-1 1,-2 2-1,1 2 454,5 1 0,1 0 0,3 0-75,-2 6 0,5 3 45,11-4 0,4 3 0,6-1-302,7 6 1,7 0 181,2-8 0,2 0 0,2-2 75,5 5 0,5-7-45,4-13 0,5-5 0,-5-4 449,15 4-112,-12-10 0,10-1 1,3-2-1,-4-6 143,4-9 0,-3-6 0,2 1-791,-7 8 0,1 3 0,0-2 0,-2-3 378,0-6 1,-1-4-1,-2 0 1,-6 1 22,-3 1 0,-3-3 179,7-11 1,3-6 0,-6 3-180,-8 7 0,-2 0-120,0-3 0,1-2 0,-4 2 30,-4-3 0,-5 2 45,-2 9 0,-4-2-255,-5-10 0,-5-4 0,-3 1 47,-7-5 0,-7 2 140,3 15 1,-6 0-1,-1 1 1,0 3-698,-2 0 0,0 4 1,-2 3 269,1 5 0,-2 4 1,4 7 582,-2 11 0,9 8 0,16 18 0,16-5 0,0-1 1</inkml:trace>
  <inkml:trace contextRef="#ctx0" brushRef="#br0" timeOffset="8265">28875 3046 9062,'-26'7'-450,"15"-1"540,-29-12-540,-5 5 495,10-2 0,-2 0-45,5 3 0,-1 0-632,-9-3 0,2 0 632,-1 2 310,-6-7 0,-4-2-221,5 3 1,0 0-90,4 1 0,-1-1 0,2 0-325,-4-3 1,-2 2 301,10 5 1,-4 1 0,-1 1-1,1-1-264,-4 0 0,1 0 1,-2 1 375,0 0 1,-2 2 0,-1-1 0,4 0-60,-1-1 0,2-1 0,1-1 150,-4-1 0,0-2 0,2-3 60,3-6 0,3-3 0,0 1-210,6 5 0,1 2 0,-1-1 59,-6-7 1,0-1 0,5 3-180,-5 2 90,13 5 0,-1-1 253,-1 1 0,-3-1-493,-2 3 0,-4 0 0,-2 1 37,2 1 1,-1-1 0,-2 1-1,0 1-497,-9 0 0,-2 0 1,0 1-1,4 1 670,-1-1 0,4 1 0,-3 1 30,1 1 0,-1 0 0,-1 0 0,4 0-369,4 0 0,2 0 0,-1 0 399,-6 0 0,-1 0 0,0 0 155,-4 0 0,0 0 0,3 0-125,11 0 0,3 0 0,0 0-60,0 0 0,-1 0 0,-1 0 0,-3 2 0,-3 2 0,0-1 0,6 0 0,1-2 0,-1 1 45,-1 2 0,-7 2 0,-1 1 0,5-1 45,3-1 0,3-1 0,-2 1 22,-3 0 0,-3 0 1,0 1-1,4-2-67,-11 4 0,0-3-75,3-2 0,-1-1 0,8-1 30,0-1-90,-7 0 0,2 0 180,20 0-180,-4-2 1,-3-2 133,3 4 1,1-1-134,-7-5 427,-7 3 0,1 0 112,6 2-630,-12-5 2308,6 6-2307,27 0 3207,-6-6-3028,10 5 697,8-5-2047,0 6-449,0 0 0,16 6 1799,-4-5 0,37-6 0,-2-10 0</inkml:trace>
  <inkml:trace contextRef="#ctx0" brushRef="#br0" timeOffset="8817">24112 2839 7533,'-29'0'809,"-18"6"-1079,41-5 360,-33 11-90,19-10 180,-7 9-90,9-9 360,34-2 44,14-12 1,8-7-270,-7 6 0,4-1 0,2-2 0,2 0-602,2 0 1,3-1-1,1-1 1,1 1-1,-1-1 233,0 1 0,0-2 0,0 2 0,-1 0 1,-2 1-127,4 1 0,-2 1 0,-1 2 0,-5 0-270,52-16 1,-90 28-1,-12 5 360,-5-3-719,9 10 809,0-11 90,-2 10 0,-18 6 0,-8 2 0,-3 5 0,1 1 0</inkml:trace>
  <inkml:trace contextRef="#ctx0" brushRef="#br0" timeOffset="9182">24448 2800 7533,'-26'10'60,"1"-1"0,-3-1 0,1-2 299,-1 1 1,1-1-90,-8 0-90,3-17 0,28 8-90,-27-8-90,3 5 90,0 12 0,-4 3 89,-5 1 1,1 2-45,7 1 0,1 3 45,-2 0 0,3 3 360,0 19-630,7-14 270,13 12-90,9-23-180,29 6 360,14 1-181,-12-8 1,6 1 0,1-1-785,2 0 0,2 0 0,-1-1 635,-2 0 0,-1 0 0,-1 0 0,-5-1 0,0 0 0,-2 0-795,3 1 1,-2 4 854,-3 5 0,-3 4 0,1 4 0,-3 3 0,-8 5 0,-1-1 0</inkml:trace>
  <inkml:trace contextRef="#ctx0" brushRef="#br0" timeOffset="10815">28963 3575 7533,'10'-19'180,"-10"5"-1,-18 1 1,6 7-449,-11 6 538,13 12 1,-23 20-225,11-4 0,-1 2-474,1-3 1,-3 2 428,1-1 0,-3 4 0,-3 3 0,-2 0 0,0 0-451,1-2 0,-1-1 0,0 1 1,-2 1-1,-1 0 0,-1 2 441,5-5 0,0 0 0,-1 2 0,-1 0 0,-1 1 0,0 0 0,0 0 0,-1 0 0,1-1 37,1-1 0,0 0 0,0 0 0,-1 0 0,1 0 0,-1 0 0,0 0 0,0 1 0,0-1 0,1 0-9,-1 0 0,0 1 0,0 0 0,0-1 0,1 1 0,-1 0 0,0-1 0,2-1 0,-1 0 0,2-1 4,-3 1 1,1 0-1,1-1 1,0-1-1,0 0 1,1 0-1,-1 0 1,1 1 28,-5 5 0,-1 0 1,0 1-1,1 0 1,1-1-1,1-2 1,2-2-249,-1 1 0,1-2 0,2-2 0,1 0 1,0-1 218,-4 2 0,1 0 1,1-2-1,4 0-22,1-1 0,2-1 0,3-2 0,-1 1 0,3-5 0,1-3 581,8 1-851,10-17 2701,2 0-2251,14 0 1355,-6-11-1895,7 2 0,-7-4-360,-2 7-539,-8 6 1056,0 0 1,31-22 0,9-7 0</inkml:trace>
  <inkml:trace contextRef="#ctx0" brushRef="#br0" timeOffset="11577">26952 5150 7533,'0'-15'-720,"0"-2"720,0 15 540,-8-9-270,6 4 269,-5 0-269,-1 1 0,6 6-180,-6 0 360,0 17-360,6-1 89,-9 10 1,-1 3-90,0 8-1326,-4 7 1,-1 2 1280,7-20 0,0 1 15,-5 11 0,-3 6 0,2-5 74,4-8 1,0-1-45,-3 10 0,-2 4 0,0-7 45,3-13 0,1-1-577,-1 20 0,1-3 532,-5-15 270,18 16 270,41-38-540,-8-4 119,4-12 1,9-6 0,1-4-519,-11 4 0,0-3 0,1-1 0,1 1-87,-3 3 0,2-1 0,1 1 1,0 0-1,-2 0 351,5-3 0,-1 0 0,-1 1 0,0 3 45,5-3 0,0 3 0,-7 14 0,-5 24 0,-5 10 0,6 7 0,1-1 0</inkml:trace>
  <inkml:trace contextRef="#ctx0" brushRef="#br0" timeOffset="12998">26564 6763 7533,'-37'-6'809,"-4"-1"-899,29-6 270,-12-5 0,15-8 0,-1 4-90,2-2-90,8 16-180,8 2 90,2 24 180,7-8-90,-3 17 0,-2 5 90,7 1-432,-4-2 1,1 6 0,2 2 453,0-2 1,1 2-1,1 2 1,2 2-562,-3-6 0,2 3 0,0 0 0,1 1 1,0 0-1,-2-2 431,2 1 0,-1 0 0,0-1 0,0 0 0,0 0-141,0-2 0,0 0 0,0-1 0,1 0 0,1-2 226,5 3 1,1-2 0,1-1-1,-2-1 68,-2-2 0,-2-2 0,0 1 0,2 2-402,3 2 0,1 2 0,2 2 1,-3-2-1,-2-2 297,3 2 0,-3-2 0,-1 3 37,-6-1 1,-1 2-1,0 1 1,-3-3 52,1 1 1,-2-3 0,-2 1-181,0 7 0,-1 2 0,1-5 15,4 3 0,-1-8-135,-6-3 1955,-10-31-2674,-18-13-498,-17-8-222,-2 7 2427,-7 2 1,9 18 0,0 1 0</inkml:trace>
  <inkml:trace contextRef="#ctx0" brushRef="#br0" timeOffset="13549">27234 8621 7533,'-47'-14'629,"22"1"1,1 3-630,5 7 540,1-14-91,2 16-179,30 7-270,-10 2 270,17 6 0,7 2 45,5 8 0,5 2-256,-1-5 1,3-1 0,-2 1-325,-8-3 1,-2 1 0,3-2 384,10 3 0,4-1 0,-2-5-75,-1-6 0,0-6 94,-6 0 0,2-2 0,-4-7 130,6-22 1,-8-11-120,-11 5 0,-5-5 0,-4 1-240,-4-9 0,-6-2 210,-2 6 0,-2-1 0,-4 3-30,-6 0 0,-3 3-45,5 3 0,-2 1-360,-7-4 0,-1 8-1169,8 21-585,3-7 1024,18 17 1045,35 5 0,-11 9 0,4 3 0,8 4 0,0-1 0</inkml:trace>
  <inkml:trace contextRef="#ctx0" brushRef="#br0" timeOffset="14131">28011 9035 7533,'-10'-14'0,"-14"-4"1169,20 3-809,-27 3-360,19 0 90,-21 5-90,8 2 0,-1 3-225,-2 8 0,-1 5 15,-4 4 0,-2 4 0,1 4 270,2 9 0,2 6 0,0 3-728,2-1 0,0 2 0,2 2 0,2-3 698,2 0 0,4-2 0,1 4 37,4 1 1,1 5-1,2-3 1,6-8 198,6-10 1,4-3 32,4 13 1,4 4 0,3-9-480,24-8 10,-9-9 1,5 1-1,2-8 192,-4-10 1,2-6 0,1-5-1,1-1-394,-1-3 1,1-4-1,0-2 1,0-1 0,-2 2 393,4-1 1,0 1-1,-2-1 1,-1-6-23,-8-1 0,0-4 0,-1-3 0,-2 0 0,-2 2 0,-3 5 709,6-10 1,-4-2-746,-6 7 0,0-6 0,0-2 0,-2 2 0,-3 6 81,0-7 0,-5 1-203,-2 3 1,-1-5-1,-3 1 1,-7 5 112,-17-6 0,-7 6-90,7 0 0,-7 6 15,-6 13 0,-8 6 0,6 5-240,9 4 1,1 4 29,-10 0 0,-5 3 0,7-1 330,-8 5 0,6-2 0,0-1 0,-9 0 0</inkml:trace>
  <inkml:trace contextRef="#ctx0" brushRef="#br0" timeOffset="15359">25841 6840 7533,'20'0'-540,"3"-6"540,-21 5 360,6-10 179,0-2-269,-6-1 0,6 1-270,-8 1 180,0 11 0,0-17-180,0 10 0,-8-5-90,6 2-90,-22 15 180,12-3-270,-21 35 270,14-12-45,-6 11 0,1 3-362,12-17 0,0 2 429,-7 5 1,-5 5 0,-1 1-1,5-3-585,1 7 0,1 1 617,-3-5 0,-4 6 0,-2 2 0,0-2 0,5-4-365,3-1 0,2-4 1,-2 4 435,-3 1 1,-3 3 0,-1 3 0,0-1 0,2 0-18,4-4 0,1 0 0,1 0 0,1 0 0,-1-2-63,-3 1 0,0-1 0,-1 0 0,1 3-27,1 2 0,0 3 0,0 1 0,0-3 0,2-7-18,-6 5 0,-1-2-68,5-2 1,-2 6-1,0-1 1,2-5 112,0 0 0,-1-1 0,2-3 0,-3 5 0,1-1 0,3-5-45,1-5 0,0-1 150,-4 8 0,-3 5 0,3-6-60,-9 2-329,8 1 0,3-2 329,7-9 78,-1 1 1,3-1-348,8-6 1136,-14 19-1047,6-22 1278,1 11-1278,1-17 979,8 4-979,0-12-730,0 0 1,0-6 0,0-1 0</inkml:trace>
  <inkml:trace contextRef="#ctx0" brushRef="#br0" timeOffset="15798">24694 8467 7533,'-7'-20'1349,"-3"7"-1259,0 7-180,-14 17-90,5 21 90,-1-2 90,0 12 0,1 5 0,12-11 0,0 0-241,-5 6 1,-1 2 330,6-9 0,2 0 0,1-4-90,2 11 90,-1 6 0,-2-1 180,-2-14-180,6-2 0,0-2 180,-7-8 89,8 3-179,0-16 388,8-3-298,-6-5 360,21-11-540,-11 2 314,10-9 1,5-5-180,0-3 0,1-1-180,-5 5 0,3-1-949,3 0 0,4-3 1,-7 5 723,-6 3-1254,19-4 1,0 2 263,-23 11 1170,17 4 0,-26 31 0,-6 12 0,-1 4 0,0 1 0</inkml:trace>
  <inkml:trace contextRef="#ctx0" brushRef="#br0" timeOffset="17248">24448 9344 7533,'-26'-37'180,"6"2"-1,7 13 1,1 0-90,2-5 180,-6-15-180,-1 19 0,-3-3 45,-6 13 0,-5 4-135,4 8 0,-2 5-30,-7-2 0,-3 2 0,2 2-60,-6 6 0,0 5 157,3 3 1,-4 6-1,0 2 1,7 0-809,8-3 1,5 0 0,-1 1 800,-12 6 0,-2 1 0,7 4 29,12-3 1,6 3 0,7-1-137,11 9 1,11 0-67,0-10 1,4 3 0,5-1 0,4-6 44,11-4 1,5-5-1,5-3 1,0-2-399,-6-4 1,3-1 0,1-2 0,-1-2-1,-1-3 443,3-1 1,-1-2 0,0-5 0,1-4 57,-2-5 1,2-5 0,-1-3 0,-1-2 0,-3-2 80,-1-2 0,-4-3 1,-1-3-1,0-2 19,-6 4 0,1-2 0,0-2 0,-1 0 0,-3-2 0,-3 1-45,-2-4 0,-2 0 0,-2-1 0,-5 0 0,-3 0 22,-4-6 0,-5-1 1,-5 1-1,-5 4 207,-10-4 1,-7 4 0,-5 7-740,2 11 1,-4 4-1,0 5 330,-4 0 0,0 9 90,-5 16 0,17 4 0,34-10 0,-4 6 0</inkml:trace>
  <inkml:trace contextRef="#ctx0" brushRef="#br0" timeOffset="18461">29492 3523 7533,'28'7'-900,"-11"-1"900,-9-6 0,-8 0 0,0 6 180,8-16 270,-6 2-360,6-7 270,-8-2 179,0 10-449,0 0-90,0 1 180,-24 34-90,-1 9 0,-3 8-23,9-9 1,-2 4-1,0 2 1,0 2-371,1-1 1,1 1 0,-1 3 0,0 0 0,1 2 314,4-10 1,-1 2 0,0 1 0,0 0 0,1-1 0,2-1 0,0-2-510,-1 12 0,1-3 0,2-1 1,-2 1 514,1-7 0,-1 1 0,0-1 0,1 1 0,-1-1-41,0 8 1,0 1-1,1-2 1,0 1-447,1-1 1,0-1-1,1 0 1,-2 2 486,1-8 0,-1 2 0,0 0 0,0-1 0,1 0-108,-1 8 0,2 1 0,1-3 0,-2-6-103,-3 1 1,-1 1 192,4-6 0,-1 7 0,0 2 0,-1-3 0,2-5 240,-4 4 0,-1 1-240,3-5 0,-3 8 0,0 1 0,1-2 0,2-7 135,1 2 0,-1 0-113,-3 1 1,-3 7-1,-1 1 1,2-2 67,4-5 0,0 0 0,1-1 0,0-1 69,0-4 1,1-1-1,0 0 1,0 3-160,-1 3 0,-1 5 0,0 0 0,2-3 0,0-6-90,-3 4 0,0-1 22,2 0 1,-1 6 0,-1 2-1,-1-3 38,-5 1 0,-1-1 0,2-1 0,5-2 0,3 0 0,-2-2 30,-4-1 0,-2-1 0,3 0 0,7 0 0,2 0 0,-2 1 48,-6 5 0,-3 0 0,2 4 6,6-11 0,2 1 0,0 2 0,0 0 0,0 0 36,-3-1 0,-1 1 0,0 0 0,1-1 0,3-3-120,0 6 0,3-2 0,-1 1 90,-2 4 0,0 2 0,4-9-150,5 8 364,0-6 1,0-1-725,0 3 90,0-9 271,0-16 884,0-11-885,0-5 3337,0 11-3337,0-11 803,-8 5-623,6-6-1170,-14 6 1080,6-5 0,1-24 0,1-13 0</inkml:trace>
  <inkml:trace contextRef="#ctx0" brushRef="#br0" timeOffset="18945">27817 7976 7533,'-28'7'899,"10"-1"-899,3 0-90,13 1 0,-6 6 180,8 0 180,8 11-180,4-2 0,1 1-90,9 13 299,-5-8 1,4 3 0,-2 0-165,1 4 0,-1 0-45,-1 4 0,1 2 30,3-4 0,1 1 0,-5-5-30,-8 4 0,20 5 0,2-8-3302,-18-24 3212,19 7 360,1-34-136,-4-11 1,0-5-458,-4 7 1,-1-3 277,-2 1 0,2-6 0,1-1 0,-2 0-90,-1 1 0,-1 0 0,0-1 0,2 0-525,2-2 1,2-1 0,0 0-1,-1 1 210,-1 3 0,-1 0 1,0 1-1,-3 5 360,6-9 0,-3 12 0,-1 20 0,-24 19 0</inkml:trace>
  <inkml:trace contextRef="#ctx0" brushRef="#br0" timeOffset="20346">24377 10119 7533,'-18'13'-1170,"9"-1"1620,-7 1 90,14 0-90,-14 6-181,14-5-179,-6 5 90,8-1-270,0-9 360,8 25-90,2 1-113,5-3 1,6 9-1,2 4 1,-2-1-1,-2-3 1,-2 0-1,1 2 1,1 2-429,-3-7 0,1 2 0,1 2 0,0 0 1,0 1-1,0-2 0,-2-1 343,4 6 0,-2 0 0,0-2 0,-1-1 0,-1-1 40,-2 2 1,-1-2 0,0-1-1,1 1 113,3 2 0,2 0 0,-1-1 0,1-2-323,2 2 0,0-4 0,2 4 224,-5-9 0,1 2 0,1 1 0,1 1 0,-1-2 76,4 6 0,0 1 1,1-2-1,0 0-90,-1-3 1,1 0 0,-1-1-1,-1 0 98,2 5 0,-1 0 0,-1-3-90,-4-10 0,-2-1 0,0 0 15,9 14 0,-3 0-347,-8-11 0,0 0 167,6 2 0,1 0 90,-8-4 0,-1-3 225,5 2 2171,-3-4-2261,-13-17-824,14 5-975,-14-5 1801,6 0 0,-8 10 0,0-2 0</inkml:trace>
  <inkml:trace contextRef="#ctx0" brushRef="#br0" timeOffset="21061">24977 12416 7533,'-26'0'989,"-9"0"-989,13 0 360,-9 6-270,21 7 180,0 12-360,3-3 90,14 14 90,11-15 0,1-2 0,5 0 89,7-2 1,1-2-540,-4 0 0,1-2 405,4 0 0,0-2 45,-6-4 0,-1-1-45,2 0 0,-1 1 0,0-1 0,-1 1 90,0 0 0,-1-1-45,4 1 180,5-1 90,-17-12-181,-7 5 91,-2-11 270,0-7 269,2-25-1875,-1 6 0,-1-1 1156,-2 7 0,-2-1 0,-1-1 0,0-2 0,-1 4-97,-2-14-143,0 15 0,1-5 0,-2 1-210,-2-3 0,-2 0-45,-3-5 1,-2 0-541,2 11 1,-3 7-2114,-15 12 2608,17 16 450,9 16 0,13 0 0,7 3 0,3 2 0,1 0 0</inkml:trace>
  <inkml:trace contextRef="#ctx0" brushRef="#br0" timeOffset="21796">25700 12919 7533,'19'0'359,"-3"-11"181,-16 2 90,-8-9-90,-1-1-271,-1 5 1,2-5-540,0-5 1,-2 2 358,0-4 91,-5-4-180,-11 9 90,5 1-225,-6 10 0,-3 8-90,3 10 1,-1 7-1415,-12 9 1,0 4 1355,10-7 1,3 4 282,6 2 0,1 3 0,4 2 148,3 9 0,6 2 1,5-5 1,4 3 0,4-1-30,8-1 0,4 0 0,3-4-232,-1-4 0,2-2 1,5-5 170,7-7 1,5-6 0,-2-2-60,-5-1 0,2-4 120,8-10 0,5-6 0,-5 1-75,-8 3 0,-1-3 135,-2-3 0,3-6 0,1-1 0,-4-1 89,2-6 1,-3-1 0,-2 0-778,-4 3 1,-1 0 0,-2-1 596,0-1 1,0-1 0,-6 1-90,-4-2 0,-6-2 1414,-6-9 1,-4-2-830,-1-5 0,-6 1-405,-14 4 0,-9 7-1819,-1 14 1,-2 7 349,5 7 1,1 6 1351,-3 12 1,13-3 0,50-27 0,5 3 0</inkml:trace>
  <inkml:trace contextRef="#ctx0" brushRef="#br0" timeOffset="22945">27746 10145 7533,'-27'0'-270,"1"0"450,16 0 269,2 0 541,8 5-630,0 2-90,0 29-225,-13-1 0,-5 6 14,3-1 1,0 3 0,-2-1-731,0-3 1,-2-2 0,-2 4 652,2-4 0,-2 3 0,-1 1 0,0 0 0,0-2 0,2-1 0,0-2 0,-1 0 0,1 1 0,-1-1-569,1 0 0,-1 0 0,0 0 0,0-1 0,1 1 564,-5 5 1,0-1-1,1 0 1,-2 4-38,3-6 0,-1 4 0,0 1 0,0-1 0,1-1 0,1-3-210,1-2 1,2-2-1,-1-1 1,-2 4 254,0 2 0,-3 5 0,-1 1 0,-1 1 0,2-3 0,1-5-42,0 0 1,0-4 0,1-1-1,0 0 57,0 0 0,1 0 0,-1 0 0,-1 0 0,-2 1 0,-2 0 0,1-1 0,2-2 0,2 1 0,2-2 0,0 0 120,-2 0 0,0-1 0,5-5-120,4 2 606,-3-4 0,3-3-516,12-12 2757,10-7-2487,-4-13 6,27-12-1086,-27 9 657,-4 16-207,-4 16 45,-10 5 0,-3 1-135,-3 1 360,0 7 0,20-46 0,20-7 0</inkml:trace>
  <inkml:trace contextRef="#ctx0" brushRef="#br0" timeOffset="23380">26317 12235 7533,'10'-26'809,"-2"7"-269,-16 11-450,6 4 450,-6 27-450,0-13 179,-1 31-179,-1 5 120,0-3 0,-2 9 0,2 0-150,5-8 0,1-1 0,0 2-176,-5 3 1,-1 1-1,3-3 161,6 7 0,2-11 135,1-20 0,22 3 720,19-31-316,-16-7 1,3-5-947,-3 0 0,3-2 0,-1-1 602,0-5 0,0-3 0,1-1-263,-3 3 1,1-2-1,1 0 1,1-1-798,5-3 1,1 0 0,0 0 0,-2 2 298,-3 0 1,-2 2-1,1 3 551,6-1 1,2 3-1,-16 16 1,-26 34 0,0 21-1</inkml:trace>
  <inkml:trace contextRef="#ctx0" brushRef="#br0" timeOffset="24475">28469 9603 7533,'20'-14'359,"-5"2"1,-22-1-360,-19-12 360,5 16-360,-13-15-180,24 29 360,3 13-90,7 17-90,-1-8 0,2 3 45,5 3 0,3 4-291,1 0 0,3 5 1,1 2-1,0-2 291,0-5 0,1-1 0,0 0 0,0 2-337,2 5 1,0 1 0,1 1-1,1 1 364,-1-1 0,1 0 0,1 2 0,1-1 0,-1-1-465,-2-5 1,1-1 0,1 0 0,-2-1 0,1 2 410,-2 0 0,1 1 0,-1 1 0,0-2 0,0 1 18,0-3 0,1 0 0,0 0 0,0 0 0,-1 0-347,-1 0 0,0 1 1,0-1-1,-1-1 1,-1-2 340,1 6 0,-1-3 0,4 4-204,-2-5 1,4 5 0,1 1 0,0 0 0,-2-3 0,-5-8 218,0 5 0,0-1-6,2-3 0,4 6 0,1 2 0,0 0 0,-3-6-69,-3 2 0,-2-5 0,2 4 75,3 5 0,3 4 0,-1-1 0,-3-4-45,-1 2 0,-2-2 59,-3-5 1,0 0 0,-2-4 1339,1 13-1399,-1-12 0,0 0 90,-4-6 0,-1-2 90,4 4 2053,-8-3-2413,0-20 733,0-5-1542,0-5 368,0-8-638,8-13 899,2 4 1179,0 4 0,-3 12 0,-7 6 0</inkml:trace>
  <inkml:trace contextRef="#ctx0" brushRef="#br0" timeOffset="25159">29192 12403 7982,'-7'-14'540,"5"2"0,-14 6 0,14-1-181,-6 0-179,8-4-270,0 9 270,-8-3-90,6 5-90,-6 0-90,8 0-90,0 0 180,8 17 0,2-7-180,23 26 180,-11-21-1639,6 6 1,1 0 1523,2 2 44,8 1 0,4 1 251,-9-7 0,-1-2-136,0-1 1,-1-2 0,-2-4 0,-3-1 45,-8-2 270,7-5 360,-9-13 89,9-26-494,-19 2 0,-2-6-135,0 6 0,1-2 0,-2 2 1262,-3-6 1,-2-1-1293,1 5 0,0-2 0,0 5-60,0-11 135,0 3 0,0 2-135,0 3-585,0 7 0,0 2 45,0 6 165,0-13-704,0 22-1170,0-5-360,24 12 1890,-11 1 629,29 6 0,-24 19 0,-1 8 0,5 2 0,1-1 0</inkml:trace>
  <inkml:trace contextRef="#ctx0" brushRef="#br0" timeOffset="25959">29739 12894 8072,'-16'-26'1170,"5"6"-1170,-7 7 449,-5-4-628,11 2 89,-6 1 270,-5-9-91,19 20 1,-28-20-180,21 20 90,-23-14 90,15 16 0,-22-5 0,11 6-135,1 5 0,-1 1 45,-9 3-135,2 13 1,0 3 134,-4 1-1093,16-3 1,-2 6 0,4-3 1085,-8 12-23,16-10 0,0 6 0,4 0 185,2 0 0,3 0 0,3 3-35,3 9 0,5 3 0,4 1-75,1-11 0,3 2 0,2-2 0,0-2-105,0 2 0,1-3 0,5-3-30,12 0 0,7-4 0,1-7-710,0-10 0,1-6 1,-1-2 799,5 2 0,2-6-23,-8-5 1,4-4-1,1-3 1,-6-5-159,-8-6 0,-3-4 1,-2-3-1,1 2 248,3 2 1,1 0-1,0-1 1,-2-1-25,1-6 0,0-2 0,-3 1 1,-4 2 90,2-7 1,-5 1 75,-6 8 0,-1-2 0,-6-1 702,-9-12 1,-10-1-583,-5 11 0,-5-1 0,0 4-330,-2-4 0,-7 6-150,-9 10 0,-9 5 0,1 7-240,8 11 0,0 5 1,0 0 673,2-4 1,0 0-1,-1 2-734,-4 3 0,-1 3 1,7 1-934,11 1 0,5 0 1383,-6 1 0,60-25 0,1-3 0,-1-1 0</inkml:trace>
  <inkml:trace contextRef="#ctx0" brushRef="#br0" timeOffset="28410">23918 10015 7533,'10'-12'1439,"-10"4"-1259,-2 3-450,-14 16 90,-17 15 90,4 7 0,-5 8 112,4-9 1,-4 3-1,-3 2 1,1 0-666,5-3 1,0 1 0,-1 1-1,1-1 1,-1 0 642,3-3 0,0 0 0,0 0 0,0 0 0,-2 1 45,2-1 0,-3 1 0,0 1 0,0 0 0,3-3 0,3-3-349,0 1 1,3-2-1,-4 2 394,-2 2 0,-4 3 0,-2 3 0,-2 0 0,2 0 0,2-4 67,-3 3 0,2-3 1,1 0-1,-1 0-303,3-3 0,0-1 0,-1 1 0,1-1 0,1 0 326,-5 5 0,1 0 0,1-1 0,4-4-31,3-4 1,2-3 0,1 0-240,-11 16 0,3-2 180,8-10 0,3-2-360,5 12 91,15-20 2489,0 2-2760,0-6 1153,0-11-793,0 5 1570,0-6-1839,-24 17 269,-1 1 0,-3 3 90,-8 10 0,-2 4-420,10-11 0,-1 0 0,5 1-390,3 5 1,5-1 809,2 2 0,48-31 0,3-14 0</inkml:trace>
  <inkml:trace contextRef="#ctx0" brushRef="#br0" timeOffset="28929">22137 11719 7533,'-10'-14'719,"2"-9"-809,8 20 270,0-14 180,8 10-450,-6-1 270,6 8 0,-24 30 45,4 0 0,-3 5-136,-2-4 1,-1 3 0,0 0-1010,1 1 1,2 2-1,0-3 965,-4 7 0,2-3 90,6-9 0,7-3 225,19-1-180,5-11-90,15-3 0,-7-16 180,13-8-181,-8-3 1,3-5-45,5-4 0,2-3-195,-10 7 0,0-2 1,-1 1-751,5-9 1,-4 3-451,-9 10 1,-5 3 1349,-1-2 0,-10 17 0,-8 0 0</inkml:trace>
  <inkml:trace contextRef="#ctx0" brushRef="#br0" timeOffset="29895">21855 12261 7533,'19'-7'-1350,"5"-5"991,-14 5 1168,7-6 630,-7 1-1439,-2-1 270,0 0-90,-6 0 360,13 0 179,-13-6-89,6 5-450,-8-11-270,-8 11-540,-17-4 91,-12 5 539,-9 5 0,18 4 0,-2 2-45,-2 7 0,1 2 90,0-4 0,-3 3 15,0 4 0,-3 5 0,0 1-1068,0 3 1,1 1 0,0 0 1007,3-3 0,2-1 0,-1 3 0,-9 7 0,1 4 0,7 2-688,10 11 1,5-1 687,-9-9 0,3 1-215,14 5 1,6 4 0,0-7 214,-4 0 3,9-4 1,5 7 0,3-4-4,11-2 0,3-1 45,-5 8 0,5-1-135,12-14 0,7-4 0,3-6 556,-1-6 0,1-6 0,3-4-340,-11-3 0,3-3 0,0-2 0,1-2 0,-1-2 176,2-2 1,0-1 0,0-3 0,-2-2 0,-2-2-249,-3-3 0,0-3 0,-3-2 0,-1-1 0,-3 0 36,0-5 0,-1-1 0,-4-1 0,-3 3-141,-3 0 1,-2 3 0,-6 0 185,-6-8 0,-8 5 134,-21-2-89,-9 15 0,-4 1-360,12 3 0,-1 2 120,-7 4 0,-3 3 1,3 3 148,-14 1-674,20 5 1,-1 2 44,0 1 1,2 2 569,-6 9 0,32-16 1,43 0-1</inkml:trace>
  <inkml:trace contextRef="#ctx0" brushRef="#br0" timeOffset="32294">20832 6505 7443,'9'-19'-90,"-1"-1"-90,-16-6 90,6 0 270,-5 7 360,-1 6-630,6 1 180,-6 11-90,0 1-90,14 13 0,4 18 135,10-5 0,3 0-45,-7-5 0,-1 1-120,6 2 0,-1 0 120,-2-2 0,-2-1-452,5 15 497,7-2 0,1 0-2998,2 3 2953,-6-11 0,1 3 90,6 3 0,3 3-182,-6-8 1,1 2-1,1 2 159,-1 0 1,2 2-1,0 0 1,0-1-1,-1-1 1,2-1-1,-2 0 1,-1-2-201,1 4 0,-2-2 0,1 0 163,4 4 0,-1-1 0,-2-4 15,-6-9 0,1 0-45,3 6 0,5 4 0,1 2 0,-2-2 0,5 1 0,-1-2 0,2 3-18,-8-5 0,0 2 0,2 2 0,-1 0 0,0-1 90,-2-3 0,0 1 0,1-1 0,-2 0 0,0 0-438,3 4 1,0 1 0,-1-1 0,-1-2 395,3 1 0,-1-3 0,1 2-8,-4-3 1,0 2 0,0-1-1,0 0 442,5 2 0,0 0 0,0 1-464,-3 1 0,0 2 0,1 1 0,-1-2-45,0-3 0,2-1 0,-3 0 0,-2-1 45,-5 0 0,-2-1 0,1-1-30,6 3 0,0-1 0,-3-4 514,6 8-349,-6 2 0,1 1-45,-4-17 0,-1 1-45,2 17 0,-1-2 45,15-8 197,-16 2 1,0-2-198,6-9 3023,-7 9-2844,3-12 666,-13 5-755,0-15-180,-2 8 180,-8-11-900,0 0 270,-8-5-2518,-2 3 2968,0-4 0,-29 23 0,0 4 0</inkml:trace>
  <inkml:trace contextRef="#ctx0" brushRef="#br0" timeOffset="32877">23389 8802 6183,'0'-26'-359,"0"12"359,0-3 90,0 10 90,0 5-180,0-2 269,16 21-269,-12-8 270,27 21 90,-11 3-270,7-6 0,5 3-45,0 6 0,0 0-1684,-7-7 1,-1-2 1760,4-3 1,-1 1-78,-8 8 0,-3-2 404,8-1-314,-4 1 0,-9-2 135,-26-10-270,-21-12 90,-3-1-45,6-6 0,-1 0 45,-5 0 0,-5 0 0,-2 0 461,1 0-551,8-1 0,0 2 45,7 1 0,1 2-270,-11 4 0,-1 2-630,-2-2 1,2 0 854,7 5 0,5-1 0,6-11 0,33-2 0</inkml:trace>
  <inkml:trace contextRef="#ctx0" brushRef="#br0" timeOffset="34228">20073 6763 6543,'10'-7'990,"-2"-5"-990,-16 11 0,6-5 90,-6 12 449,8 18-359,16 22-45,-7-2 0,1 1-301,4-12 1,0 0 195,-3 2 0,0 4 0,0 0 30,1-1 0,0 0 0,-1 2-296,-1-2 0,-1 2 0,0 1 1,1 0 302,1 2 0,0 0 1,0 0-1,-1-2-37,-3 2 0,-1-2 0,0 0 30,5 5 0,0 0 0,-1-6-60,-5-9 0,1 0 45,4 3 0,2 6 0,2 2 0,-1-3-379,2 1 1,1-2 0,0 2 333,-1-5 0,0 2 0,1 2 0,0-1 0,1-1-23,3 4 1,0 0 0,1-1-1,-2 1 23,0 2 0,-1 0 0,0 0 0,0 0 0,1 0 0,2 0 0,-2-1 0,-2-2 0,-3-2 0,-2-2 0,1 2 0,5 7 0,1 2 0,1-3-204,0-12 0,0-3 0,1 3 249,-3 0 0,0 2 0,1 1 0,0 0 0,5 3 0,0 0 0,1-1 0,-2 0-317,3 4 1,-2-1-1,-1-1 272,-2-2 0,-1 0 0,0 1 0,0 2 0,0 1 0,-1 1-461,-3 5 0,-1 0 0,1 0 461,-1-7 0,1-1 0,-2 1 30,-2 7 0,-2 2 0,1-3-315,0-10 0,1-1 0,-2-2 285,-3 11 0,0 0-126,3-4 0,2 2 1,-3-5 125,-3-12 0,-2 0-30,2 11 0,0 6 0,0-5 30,-1-9 0,0 1 0,0 11 0,1 6 0,-2-7 0,-2 8-60,3-12 0,1 4 0,-1-5-120,-3 13 150,0-15 0,2 4 0,-2-2 391,-2 3 1,0 0-302,2-3 0,1 1 0,0 0 30,-3 11 0,2-1 45,2 1 0,-1-2-90,-2-17 0,-2 0-45,1 8 0,0-4-90,0-7 1152,0 2 0,0 2-1512,8 6 1555,-7-8 0,0-1-1015,15 16-180,-14-10 449,6-7-359,-8-15 1795,0 14-1885,7-9 185,-5 1-725,14 8-89,-14-20-91,14 14 1,-14-16 179,6 5 630,-8-6 0,-16-11 0,-4-4 0</inkml:trace>
  <inkml:trace contextRef="#ctx0" brushRef="#br0" timeOffset="34994">21078 11590 7533,'-27'0'449,"2"-5"451,7-3-720,8 1-360,2 1 90,8 6 360,8 0-720,2 0-180,8 12 91,7 19 539,-5-6 180,-4 0 0,1 3 134,0-6 1,1 2-135,4 10 0,1 3-135,4 0 0,-1-1 0,-7-5 0,-1-3-90,3-2 0,0-3 45,14 4 0,-9-13 0,1-2-180,4 1 270,8-7-180,-29-6 180,8 0 90,-1-12 809,1-2 271,0-18-721,-6 11 1,1-2-360,4-8 0,1-3-120,-1 4 0,1-3 0,0 0-468,5-3 1,1-2 0,0 0-193,0-1 0,0-1 1,0 2 599,1 4 0,0 2 0,-4 0 0,-4-7 0,-5 2 0,-5 8 0,0 1 0</inkml:trace>
  <inkml:trace contextRef="#ctx0" brushRef="#br1" timeOffset="58594">24095 9706 6183,'10'7'-359,"-3"-1"359,-7-6 270,0 5 179,0-3 1,0 9-180,0-10-90,0 11-90,0-11 359,0 11 1,0-11-180,0 5-90,0-6 0,0 6-180,0-5 90,0 5-90,0-6 539,0 0-179,-7 0-270,5 0 90,-6 0 90,8 0-270,0 0 90,0-6 0,8-18-45,4-1 0,1-2-45,-7 3 0,2-2 0,15-13 0,1 0 0,-10-4-45,5 9 0,3 0 45,5-8 0,-7 4 0,-5 7-180,-7 17 180,-6 1-180,14 2-90,-14 4 180,14-6 90,-7-6 90,9 10-180,-8-14 270,-2 15 0,-1-11 180,-5 6-180,6 6-270,-8 2-180,0 5 90,0 0 90,8 0 90,-6 0 0,6 0 0,0 0 0,-6 0-90,6-6 0,-8 4 90,0-9 0,0 9 90,7-9-90,-5 9 180,6-3-180,-8 5 90,0-6-90,0 4 90,0-4 90,0 6 90,8 6 269,2 19-314,-5 2 0,0 4-180,-1-7 0,-1 3 0,2 22 0,-2-2-3286,-1-7 3285,6-7 1,0 0 45,-6 6-180,2-8 1,0 1 178,-4-7 1,0 0-45,0 2 0,0-4-45,0-4 90,0-13-180,0-6 90,0-6-269,0 5-91,0-11 3151,0 11-4050,0-5 899,0 6-90,0 0 1,0 0-1</inkml:trace>
  <inkml:trace contextRef="#ctx0" brushRef="#br1" timeOffset="58978">24342 9590 7533,'-10'7'-1709,"-6"-1"4947,14-6-2878,-6 0 449,1-6-629,5 4 360,2-9-360,2 9 179,13-4 1,11 6-360,-5 0 540,28 0-540,-11 0 0,-13 0 0,2 0 0,0 0 0,-1 0 0</inkml:trace>
  <inkml:trace contextRef="#ctx0" brushRef="#br1" timeOffset="64693">24606 9099 7533,'18'7'-900,"-8"4"91,-2-9 1618,-8 4 91,15-1-900,-3-3 359,13 3-269,-7-5 630,0-5-630,-1-3 540,1-4-540,-8 4 809,5-8-539,-5 13 180,0-20-271,-2 20-269,-8-14-90,0 9 180,-16-5-90,12 6 90,-35-4-180,33 4 90,-41 0 0,26 1 135,-3 5 0,-3 2-135,0-2 0,1 2 45,-1 1 0,-1 2 0,-6 1 0,-1 2-90,0 5 0,0 2-90,-6 5 0,1 1 135,11-7 0,2 2-45,-8 9 0,5 0 135,8-7 0,-7 3 0,1 2 90,13-1-180,-17 1 0,1-1 180,15 2-90,-13 3 0,-6 2 45,7-2 0,1 0-45,2-4 0,1 1 45,-7 14 0,5-4-135,14-14 89,-4 10 1,1 1 0,11-6 0,-4 6 0,0 1 0,8-7-180,2 6 0,4-1 180,12-11-180,-6 8 0,3 1 270,17-8 0,3-3-180,-10 1 0,1 0 45,12 2 0,0-2 225,7-3-90,-15 1 0,-1 0-90,2-5 0,-2 7 0,-1 1 89,10 3-89,-9 1-90,-4-9 0,-3-3 90,-16-9-90,20-2 0,3-4 0,-14-3-225,25-16 1,1-5-484,-14-4 498,5 3 0,7-5 1,-6 4 164,-14 7 0,-1 0-15,11-10 0,4-5 0,-5 5 240,-7 10 0,-2 0 59,1-4 1,1-3 0,-4 0 157,0-8 1,-4 0 52,2-4 0,-5-1-181,-8 0 1,-4 3-225,3 15 0,-4 1 0,-12-3 0,-1 3 45,10 7-1729,-13-9 1,-1 0 1522,8 10-142,-4-7 1,-1 1 77,5 5 35,-6-5 1,-3-1-126,-8 1 450,-9-9-225,14 25 0,-1 2 225,-4-7-45,-3 10 0,-3 3-135,-14-1 0,19-1 0,0 3 0,-5 9 0,3 1 0,-1-2-45,-6 8 0,-3 6-270,9 1 0,2 1 1684,1-4 1,1 1-1520,1 2 0,0 3 0,3-3 68,-6 6 37,1 2 0,1 0 45,0-3 45,0 8 0,1 1 45,4-4-90,7-5 0,1 0 90,0 8 90,15-16 57,-7 6 0,0 3-237,6 2 0,2 0 45,-1 5 0,2 0 264,2-2 1,4-2-220,7 1 0,5-4 0,5-5 0,5-3 0,1-4 0,4-2 0,-2 0-200,-1 4 1,1-4 199,3-10 0,4-4 0,-2-1 0,1 0 0,-1-4-150,-4-4 0,1-3 0,-1 0 60,8 2 0,-2-3 0,-1-14 0,-1-5 45,-1-3 0,-2-1-45,-4 8 0,-1-3 0,-4-3 0,1-4 0,-3 6 0,15-4-45,-13-8 0,1-1 90,-7 23 0,-1-1 45,0-22 0,-1 0 0,9 3 45,-19 4 0,-5-2-1,0 4 1,-4 2-45,-7-15-90,-1 5 0,-6 0-90,-7 13 1,-5 2 44,-2-8 0,-4 0-45,4 11 0,-3 1 0,-1 4 0,2 7 0,-2 2 0,3 2 90,-3-3 0,1 3-90,-8 5 0,2 4 109,11 0 1,1 2 25,-5-2 0,-1 3-180,-10 7 0,2 6-225,8 5 0,1 5 32,3-2 0,0 2 0,1 3 298,2 7 0,2 2 0,1-2 0,4-9 0,1-2 0,0 2 60,0 11 0,0 2 0,5-5 60,2 10 150,1-15 0,0 4 0,6-2-139,12 6 1,6 1-72,-7-7 0,1 2 0,6-2-30,10-1 0,6-2 0,2-3 30,2 0 1,2-2-1,2-4 60,5-5 0,2-5 0,0-1-60,3 1 0,0-1 0,-3-4-60,-10-5 0,-1-2 0,-1-1 90,5 1 0,0-2 0,-6-2-60,9-17 135,0-2 0,-1-2-45,-7-7-240,-9 6 0,2-4 0,-2 3 150,-4 7 0,0 0-120,4-12 0,1-5 0,0-2 210,-2 3 0,-2-1 0,0-2 240,-1-3 0,-1-1 0,-1-1-584,-2 0 1,-1 0 0,-5 4 433,-6 6 0,-8 2-146,-14-3 0,-5 6 56,-3 10-1028,-9-7 0,-2-1 938,-3 4-135,5 1 0,-6 1 4,6 10 1,-3 3 0,-1 0 190,-3 0 0,-1 0 0,-1 4-128,7 3 1,-2 1 0,1 3-1,1 0-142,-4 3 0,2 3 1,3 4-884,5 5 1,2 5 0,3-1 32,2-1 0,3 2 1060,1 19 0,7 5 0,6-7 0,4 0 0,0 0 0,1-1 0,-1 0 0</inkml:trace>
  <inkml:trace contextRef="#ctx0" brushRef="#br1" timeOffset="89472">20514 5807 7533,'0'-12'0</inkml:trace>
  <inkml:trace contextRef="#ctx0" brushRef="#br1" timeOffset="90858">20461 5911 7533,'-23'-11'809,"-1"0"1,-9-6-271,17 12-808,14-2 269,26-12 0,4 6 0,6 0 0,0 2 0,-1 0 0,0 0 0</inkml:trace>
  <inkml:trace contextRef="#ctx0" brushRef="#br1" timeOffset="93025">26282 6092 7533,'-8'-13'0,"-2"0"-90,-7 0 270,7-6-540,2 5 360,32-10 0,-3 9 0,22-3 0</inkml:trace>
  <inkml:trace contextRef="#ctx0" brushRef="#br1" timeOffset="96089">21784 12468 9242,'-10'-21'0,"2"8"-1350,16-4 1350,2 9 0,12-7 0,5 0 0,1 1 0,1 0 0</inkml:trace>
  <inkml:trace contextRef="#ctx0" brushRef="#br1" timeOffset="98575">25823 12958 7533,'-35'-6'629,"-8"5"-629,21-5 0,22-11 0,30-5 0</inkml:trace>
  <inkml:trace contextRef="#ctx0" brushRef="#br1" timeOffset="102639">28011 9396 7533,'-18'-19'2069,"0"-7"-1620,1 5 900,7-3-1169,2 17-1169,8-5 989,8 11 0,25-11 0,14 5 0</inkml:trace>
  <inkml:trace contextRef="#ctx0" brushRef="#br2" timeOffset="107375">20426 6014 7993,'-26'-6'-198,"7"-1"307,-15 0-710,15 2 637,9 5 1,43-6-1,-4 2 1,-1 1-1</inkml:trace>
  <inkml:trace contextRef="#ctx0" brushRef="#br3" timeOffset="130743">26617 4788 6543,'0'-7'-449,"0"1"359,8 0 180,-6 5 179,6-5-89,-8 6 180,0 0 0,8 0 90,-6 0 269,5 0-449,-7 0 1079,0 0-1439,0-5 0,0 3 180,-7-9 0,5 4 180,-14-6-90,-10-6-270,-11-1 135,12 7 0,-3 0 0,-2 3 0,-1 0-45,1 0 0,-2 1 45,-7 3 0,-1 0 135,1-1 0,-2 1-45,-8-1 0,2 0-161,17 1 0,1 0 71,-14 1 0,-2 2 90,4 0 0,2 1-180,4 1 0,-1 2 45,-3-1 0,-3 0 0,2 0 0,-4 0 0,3 0 0,0 0 0,-2 0 90,-9 0 0,6 0 0,13 0-90,-9 0 0,-4 0 0,8-3 0,1 0 0,3 3 0,-1-1-120,0-3 0,-2 0 0,6 1 120,-5 1-90,4 0 0,-7 0 0,4 1 0,-10 1 0,11 1 0,-6 1 0,1 0-737,2-1 1,1-1-1,1 1 917,-9 2 0,-2-1-60,-1-1 0,-4-1 0,4-1-134,0 2 1,0-2 133,1 0 0,-3-1 0,3 0-30,11 1 0,2 1 0,-1-1 29,-7 0 1,-1-1 0,1 0-198,5-1 1,1 1-1,-2 1 168,1 1 0,-3 2 0,0-1 0,2 0 0,1-2 0,2-1 0,-1 1 0,-13 2 0,-1 2 0,8-1 0,-4-2 0,12 0 0,-5 0 0,4 0-90,8 0 1,1 0 44,-23 0 0,-4 0 45,17 0 0,0 0 0,-1 0-30,-4 0 0,0 0 0,0 0 75,-9 0 0,-2 0-45,7-1 0,-2 1 0,7 1 0,-10 4 0,8-2 0,-7-2 0,8 2 0,-5 4 0,9-3 0,-6 0 0,6-1 0,-9-1 60,11 1 0,-5 2 0,6-2 29,-2-1 46,-13 1 0,0 0-45,12-3 37,-3 0 0,-4 0-37,11-3 0,1 0-46,0 2 1,-2 0-90,-12-2 1,-2 0-91,2 3 0,-1 0-15,7 0 0,-3 0 0,0 0 431,-1 0 1,1 0 0,1 0-282,-6 0 0,2 0-45,7 3 0,2 0 135,3-2 0,-1 0 41,-6 5 0,-2-1 19,4-3 0,-2-3 0,2 2-195,-4 2 0,0 0 135,-7-3 0,0 0-180,13-1 0,-1 2-225,-8 1 0,0 1 315,9-2 0,0 0-180,-3 2 1,3-1 89,-3-2 323,7 3 0,-2 0-98,-1 1 0,-1-1 44,-5 4 1,0 0-180,4-4 0,1 1 45,1 4 0,3 1-45,-5-1-45,11 4 0,1 1-44,-4 1 196,1-3 1,-1 3-243,5 1 1,1 1 134,0-5 0,-1 1 0,-6 9 0,3 0 0,6-6 1297,-13 10-1387,17-7 90,-17 14 0,13-9-45,1 4 0,-1-1-45,-7-7-1520,7 15 0,-1 2 1610,-7-8 30,11-1 0,-1 6 0,-1 1-817,-1-3 1,0 0 0,0 0 831,-4 11 0,-1 2-75,-2-3 0,-2 1 0,8-6 300,6 4-594,-2-10 0,-3 5 0,5-5 324,10 4 45,-12 11 0,-3-1-45,9-11-45,0 8 0,-1 1-135,-5-3 45,6 7 1,-1 4 44,-1-4 0,0 1 120,2-8 0,0 0 0,1 2 60,3 4 0,2 1 0,0-4-90,-2-2 0,1-2 60,5-4 0,3 2 0,0-6-60,-1 4 89,0 5 1,0 5-45,0-8 0,0 1-105,0-3 0,0 2 1,0-2 103,0 8 1,0-2-90,-3 8 1,-2 0 88,1-3 1,-2 1-45,1-8 0,-1 2 0,0 0 0,0 6 0,0 1 0,0-3 0,-3 1 0,0-2 0,5-6 0,2 1 0,-2-6 1743,-3 2-1608,7 11 0,0-1 135,-8-5-225,7 6 0,0 0-45,-7-5 29,5-10 1,0 6 0,1-1-132,1 12 1,0-1 56,-3-4 0,0 2-15,6-4 0,1 3 0,0-7 1495,-1 10-1435,6 2 0,0 0-90,-6-7 90,9 6 0,1 0 0,-8-13 0,11 8 0,2 5 135,-11-6 0,-1 3-174,3-5 0,1 3 1,0 2 15,-3-8 1,1 1-1,-1 1 1,0 0-1,-1 1 1,0 0-1,0-1 1,0 1-1,1-1 1,0 1-1,1-2 1,-1-2 22,3 14 0,0-2 30,-1-10 0,1 0 0,-1-5 150,4 7-136,4 6 1,0 0-45,-5 1-135,1 0 1,2 4-1,-1-8 0,-1 2 1003,-3-5 0,0 3 0,1 0-868,1 4 0,1 1 0,0-4 45,2 3 0,-1-1 15,-2-8 0,1 1 0,-1-7 120,8 2-135,-6 2 0,0 2-45,0-14 0,-1 1-142,2 13 1,0 2 111,0-9 0,1 1 0,-1-1-15,-3 2 0,-1 0-380,11 12 1,-2-5 424,-8-8-45,-2-3 0,0 4-45,4-4 0,-2 2 90,-9 8 0,-1 3 0,9-6 0,2 1 0,-2 1 30,-5 0 0,-2 1 0,1-2-30,4 7 0,1-2 0,4 9 0,-2-5 90,-7-14-90,6 6 0,3 4-1263,-3-2 0,-2 0 1263,-2-6 0,0 0 0,6 14 0,-1 1-631,-5-12 0,-2-1 631,1-6 0,0 1-133,0 4 1,1 2-1,-2-5 133,-2 3 9,2 8 1,0 5-10,-3-8 0,-2 1 0,1-2 0,0 3 0,0-2 0,0 4 0,0-2 45,0 6 0,0-5-45,0-13 355,-1-2 1,2 0-356,7 3 0,-8 1 0,2-1 0,14 0 723,-15-1 0,0 2-723,6-2 0,1 1-180,-7 9 1,0 1 179,7-12 0,0-1-225,-4 11 0,2-5 135,11-15 64,-12 8 0,0 2-19,11-5 0,0-1 135,-11 16-135,15-7 0,0-3 135,-16-12 1409,13 7 1,5 2-1770,7 15 225,-3-10 0,1-1 45,-4-8 0,-1 0 727,2 3 1,3-1-548,6-8 0,3-3 45,7 7 0,4 1-1294,-11-7 1,0 0 0,0 0 1158,5 1 0,0-1-150,-9-3 0,1 1 0,0-2-83,11 2 0,2-2 113,-4-2 0,3-1 0,1 1 7,-6-1 1,1 1 0,-1-1-1,-2-1-94,-2-1 1,-2-2 0,2 1 146,11 1 0,2 0 0,-8-1-30,4-3 150,-7 2 0,7 0 0,-6 0-60,8 0 30,-8 1 0,7 1 0,-2 0 29,-9-1 1,-2-1 0,1 1-120,0-1 0,1 0 0,0 1 30,7 1 0,1 0 0,-5-1-15,-8-2 0,-1 0-165,5 2 0,3 1 0,0 0-60,-1-1 0,1-1 1,-2 0 179,9 2 0,0-1-60,-5-1 0,3 0 0,-2 0 329,11-2 1,-4 0-180,-7-1 0,1 2 0,0 0 0,2 2 0,-6-1-90,6-1 45,-1 2 0,-1 0-45,-2-3-45,9 0 0,2 0 135,-3 0 191,-10-2 1,5 0 0,-7 0-282,0 1-135,11-5 0,4 0 298,-13 2 0,0 1-163,-4 1 0,2-1 0,-3 1-45,6-1 0,-3 1 45,-4 1 0,-5 2 0,-7-1 322,15 0-322,-7 0 0,-7 5 45,6-4 0,3-1 45,12 12-90,-11-11 0,2-1 1037,-2 3 1,-1 0-994,1-3 1,1 0 46,4 0 1,3 0-47,6 0 0,0 0-45,-15 0 0,-1 0 0,6 0 0,-4 0 0,-8 0 0,19 0-180,-16 2 0,1 2 180,5-1 0,3 1 0,6-1 0,0 1-45,-8-1 0,-1 0 225,-2-3 0,0 0 0,-1-1 0,-3 2-180,15 4 44,-13-4 1,2 0-45,-1 2 0,-3 0-179,9-3-1460,2-1 1,-2 2 1073,-10 5 385,3-5 0,5-1 0,-3 3 0,2 0 180,5-2 0,1-2 45,2-2 0,2 0 225,8 2 0,-4 1-270,-18-4 0,-3 2-211,25 2 391,-25 0-90,-13 0-180,15 0 3154,-1 0-2974,-5 0-270,29 0-180,-2 0 270,-20 0 0,1 0 45,1 0 0,1 0 0,1 0 0,-2 0 45,5 0 283,-3 0 0,0 0-13,-1 0-180,7 0 333,4 6-603,-5 1 180,-7 0 0,20-1-90,-12 0-90,0-5 180,5 10-90,-23-9 0,22 3 90,-19-5-180,19 0 180,-21 0 0,21 0 0,-4 0 45,-7-2 0,1-1 45,-3-3 0,-1-1-90,18-7 180,-20 2 0,-1-1-180,5-2 135,-4-4 0,1-3 0,-4 8 0,1-2 89,13-17 1,-3-1-225,-16 14 0,-1 2 0,12-5 0,-1-2 0,-14 1 0,1-2-30,9 1 0,5-1 0,-2 1-251,0-5 1,1-1 325,-4 3 0,3-4 0,0 1 0,-3 5-45,2 4 0,-1 0 0,3-13 0,1-8 0,1 2 0,-3 9 0,1 2 0,0-2-23,1-1 1,2-2-1,-1 0 1,-2 1-242,-3 2 1,-1 0-1,1 1 196,2 0 1,3-1 0,-2 2-1,-6 3 113,-7 4 0,-2-1-75,10-9 0,5-3 0,-4 3 120,-6 10 0,-2 0-30,3-6 0,2-4 0,1-1-55,-1 4 1,0 1-1,0-3 85,2-8 0,-1-2 0,1-1-90,-1 6 0,1-2 0,1 2 0,-3 2 30,0 3 0,-2 3 0,1-2-120,4-9 0,0-2 0,-2 7 90,8-6-90,-13 14 0,0-5 0,1 1-884,1 1 1,0-1 0,-1 2 973,3-7 0,1-2-60,1 0 0,1-2 0,-3 5 415,1-5-385,-5 13 0,1-4 0,-1 0 75,3-10 0,0-2-428,3 4 1,3-2 0,-4 1 442,-9 8 0,-2 1 0,2-1-30,7-6 0,4 0 0,-3 0 43,-1-7 1,0-2-104,3 6 0,3-1 0,-2 1 614,-6 8 0,-1 2 0,0-1-674,5-6 0,1-1 0,0 2-60,-4 8 0,-1 2 1,1-3 29,3-9 0,0-3 0,1 0 75,0 8 0,1-1 0,-1 1 0,-2 1 45,-5 0 0,-3 2 0,2-1-60,6-8 0,3 0 0,-3 1 83,-7 8 0,-2 0 1,2-1 95,4-9 1,2-2 0,0 3-30,4-5 0,-1 1-60,-10 9 0,-2-2 0,1 3-75,6-4 0,-1 1 45,-5 3 0,0-2-90,1 5 0,3-2 0,-1 2-24,4-2 0,-1-1 54,-4 0 0,-1-2 1,1 2 148,5-1 1,-1 0-45,-7-10 0,-3 1 513,2 14 0,-2 0-288,-2-18 0,0 0-225,4 18 0,0 1 130,-4-6 0,-1 0-534,4-10 179,-8 14-90,0-3 0,0 3 0,0 13 0,0-8 0,0-1 180,0 4 90,-8-26-90,-1 20 1728,-6 6 0,-4-2-1417,1-2 0,-1 2-131,-3 7 0,-1-1-45,-2-13 0,-1-1-45,-4 4 0,-1 0-620,2-5 0,1-1 530,2 3 1,0-1 89,3 7 0,0-1 0,4 3-90,-7-11 0,5 8 0,-5-4 0,1 1-254,-2-4 1,-1 0 283,3 3 0,-2-2 0,-1 0 60,2 5 0,-1 0 0,0 0 0,3 3-184,-7-11 0,1 1 244,1 6 0,-1-1 0,1 0 120,-3-5 0,1-1-60,2 3 0,-3 0 0,3 0-90,6 5 0,1 1 0,0 0-30,-3-4 0,-1-1 0,5 4-90,-1-9 0,-1-2 0,-3 0 90,-3 7-90,8 1 0,-1-4-1314,-8-6 1,1 2 1403,12 14 0,1-1 0,-8-7 0,-3-4 0,5 7 761,-1-1-672,-9-5 1,-1-1 135,13 14 0,1-2-135,-6-5 0,-2-3 0,2 2-135,4 5 0,1-1 45,0-2 0,0-3 0,3 4 171,-2-3-216,2-5 0,0 0 45,-2 10 269,-1-8 0,-1-2 1,2 14 0,0 1-270,-3-5 0,-1-1 0,-3 1 0,1 3 90,-4 2 1543,5 1 0,-1-2-1678,2 3 0,1-2 0,-6-11 0,1 0 54,4 10 0,1 0-9,-1-8 0,5 2 90,6 11 0,-6-3 0,-3-2 270,-9-11-360,1 4 45,7 7 0,5 3 45,13 9-90,-35-19 90,33 20-180,-33-15-180,19-2 90,-15-1 180,12 8 0,3 1 90,-2-4 90,-17-8 0,35 21-90,-20-19 0,15 24-90,-9-25 90,-8 9-90,7 4-90,1-13 90,3 21-90,5-11 90,0 6 0,-14-5 0,21 9 90,-21-20 90,22 25 89,-21-30 91,19 30 180,-20-31-810,6 19 90,-1-10-629,-14 8 539,13 5-3007,-29 6 3225,18 1 1,0 14 0,-7 7-1,1 2 1,2 0 0,0-1-1,1 1 1</inkml:trace>
  <inkml:trace contextRef="#ctx0" brushRef="#br3" timeOffset="-186454.73">21467 5653 5914,'0'-26'3276,"0"0"-2325,0 6-231,-8 2-540,6 5 90,-14 0-91,14 6-808,-6 1 449,8 12 540,0 35 179,0-12 1,0 4-240,0 2 0,0 3 0,0-2-591,0 3 0,0-1 471,0 9 0,0-3 179,0 3-404,0-12 0,0-1-134,0 3-541,0 5-629,0-30-90,0-10 1169,8 2-1709,-6-10 1979,14 6 0,-6-17 0,7-4 0</inkml:trace>
  <inkml:trace contextRef="#ctx0" brushRef="#br3" timeOffset="-185906.73">21519 5627 7533,'-7'-49'2338,"5"6"-1888,-6-3 899,16 5-899,1 25-45,13-2 0,5 0-315,1 9 0,1 2-246,3-2 0,1 0 246,10 5 0,-4 2 42,-5 2-222,-5 2 0,-2 2-90,-7 3-653,-2 12 204,-18 7 539,-10-5-540,-23 9 360,11-16 270,-2-1 0,-1-2-90,3-2 90,-3 3 0,1-1 360,11-8 0,-26 20-180,35-20 449,-12 26-449,16-19-90,9 11 0,5 5-45,11 2 0,3 3-15,-3-4 0,0 3 0,0-1-63,4 5 1,-1 0 32,0 8 0,-9 0 328,-19-15 0,-6 0 301,-5 4 1,-4-2-270,-8 10-360,-14-21 0,-7-7-180,12-9 0,-2-1-315,-11 5 0,0-1-854,11-5 0,5 0 1349,-4 6 0,64 7 0,-6-3 0,-1 0 0</inkml:trace>
  <inkml:trace contextRef="#ctx0" brushRef="#br3" timeOffset="-184939.73">27129 6066 7533,'9'0'-1350,"7"-6"2430,2 5 1169,9-16-1890,-7 14 901,3-15-181,-13 6-719,-8-3-90,-12-3 89,-33 11-44,13 3 0,-3 2-270,-7 7 0,0 2-90,11-5 0,1 4 90,-10 13 0,4 3-45,10 3-135,-5 10 0,1 7 135,14 2 0,7 4-115,2-7 1,4 2 0,5-1 24,8 2 0,6-2 0,5-3-210,6-5 0,5-3 1,3-5 299,5-6 0,4-3 0,-9-5 0,0 2 0,-31-16 0</inkml:trace>
  <inkml:trace contextRef="#ctx0" brushRef="#br3" timeOffset="-183904.73">22313 12906 7533,'0'-25'1638,"0"0"0,-8-21 33,-1 51-1851,-1 30-315,-3 5 1,2 5 104,8-6 0,4 1 0,-3 1-180,-3 2 1,-3 0-1,6-4-60,6 7 1,7-13-630,9-26 1214,-9-32 0,-2-16 45,-3 9 0,-1-3 0,-1 1-1639,-3-17 1,-2 2 1580,2 12 1,-2 0 416,-3-2 1,0-1 719,2 2 1,2 0-136,1 1 1,6 5 494,29 8-899,1 35 0,4 12-361,-7-3 1,1 3-32,-3 1 0,3 3 0,-3 0-58,7 5 0,-5 3-45,-5 7 0,-9 2 180,-13 2 0,-14-3-136,-13-17 1,-9-2 0,-2-2-150,-7 3 0,-3-1 0,0-3 26,2-4 1,-1-2 0,1 1-357,6 0 0,1 0 1,3 0-1250,1 1 1,3-1 1580,-10 17 0,41-19 0,16-9 1</inkml:trace>
  <inkml:trace contextRef="#ctx0" brushRef="#br3" timeOffset="-182889.73">25894 11564 7533,'10'-29'2158,"-10"-11"-2247,-18 36-91,-2 4 270,0 13 0,-1 7 134,6 13 1,1 4 105,-2-7 0,-2 1 0,1 0-31,3 3 1,2 2 0,1-1-30,-2 0 0,1 0 0,1-2-1,0 5 1,5-3-270,10-4 0,7-6 450,19-5-405,3-12 0,2-4-135,7-4-630,-7-5 1,2-2-136,-2 0 1,1 0-540,6-3 0,0 0 1394,-7 3 0,-5 1 0,-7 0 0,-42 6 0</inkml:trace>
  <inkml:trace contextRef="#ctx0" brushRef="#br3" timeOffset="-182676.73">25841 11835 7533,'0'7'3238,"8"-7"-2609,9-7-629,3 0 315,4 0 0,1 2-855,-1 4-225,12-2 1,0 0-225,-10 3-900,23 6 1889,-32 1 0,-31 6 0,-7 0 0</inkml:trace>
  <inkml:trace contextRef="#ctx0" brushRef="#br3" timeOffset="-182487.73">25929 11474 7533,'0'-42'1529,"1"12"0,6 1-225,22 7 0,7 3-1169,-14-2 0,3 0-1228,13 5 1,7 1 0,-5 5-547,-13 5 1,-1 1 1483,19-1 0,0-1 0,-13 0 0,-1 0 0,9-1 0,0 0 0</inkml:trace>
  <inkml:trace contextRef="#ctx0" brushRef="#br3" timeOffset="-181867.73">28822 8751 7533,'0'-32'899,"0"11"540,0-21-539,0 19-720,0-3 180,0 14-271,0 12 271,0 23 0,0-5-90,-11 19 0,-2 4-270,8 0-1090,-7-6 1,-4 7 0,4-6 909,8 13-90,-3-12 0,-2 5 0,2-2-360,5 0 1,2-3 539,0 1 0,0-1-1040,-1-4 0,4-7 770,5-18 360,7 4 0,-11-41 0,12-6 0</inkml:trace>
  <inkml:trace contextRef="#ctx0" brushRef="#br3" timeOffset="-181620.73">28822 8790 7533,'-5'-25'1092,"0"1"0,0-5 0,2 4-411,3 9 309,32-19-450,7 19-585,-5 5 0,2 3 45,-5 3 0,1 4-675,15 11 0,-2 3-944,0-1 674,-5 7 1,-7 3-135,-21 0 1079,-12 15 0,-31-14 0,-13-1 0,9-5 0,1 1 0,-1 0 0</inkml:trace>
  <inkml:trace contextRef="#ctx0" brushRef="#br3" timeOffset="-181487.73">29016 8854 6633,'-8'33'1889,"6"-13"720,-6 9-2340,8-25 1530,8 25-1529,41-27-989,-6 10 354,-3-13 1,7-3 0,-2-3 0,0-2 0,0-2 0,0 0 0,1 0 0,0 0 0</inkml:trace>
  <inkml:trace contextRef="#ctx0" brushRef="#br3" timeOffset="-179471.73">28822 8764 6633,'-27'-6'2339,"9"-7"-1530,10-7-629,16 5 450,2-8 179,-1 15 1,7-5-630,-14 7 180,6 6-180,-8 0 179,0 0 361,0-6-180,8-1-91,9 0-449,7 1 0,3 1 90,1 3 0,1 2-360,10-1 1,1 2-406,-5 5 0,0 1-449,1 1 0,-1-1 89,-4-5 1,0-3 179,2-4 1,-5-4 854,2-19 0,-62 37 0,-2 3 0,0 0 0</inkml:trace>
  <inkml:trace contextRef="#ctx0" brushRef="#br3" timeOffset="-178821.73">28822 9008 7892,'-10'0'900,"-6"-5"-360,7-2-181,-1 0 181,2-5 180,0 11 89,6-5-359,-6 6 270,8-6-451,0 5 901,0-5-181,0 6-719,8 0 180,2 0-270,8 0-90,15 0 90,-11 0-180,11 0 0,0 0-360,-11 0-135,19 0 0,6 0-270,-12 0 1,0 0-46,11 3 1,-1 0 134,-13-3 1,-6 1-136,-8 5 541,-10-6-1261,-8 0 1485,0 0 0,-24 12 0,-5 2 0</inkml:trace>
  <inkml:trace contextRef="#ctx0" brushRef="#br3" timeOffset="-170306.73">1976 14403 7533,'0'-27'1349,"0"3"-809,0 17-630,0 1 360,-8 6-1,6 0-449,-6 0 1,8 0 179,0 0 449,0-6 1,0 5 0,0-5-360,0 6 180,-8 0-270,6 0 0,-6 0 90,8 18 89,0-3 91,-3 24 0,-2 11-30,2-9 0,0 4 0,0 1-393,0-4 0,1 3 0,-1 0 0,1-2 243,0-3 0,-1-1 0,1-1 0,1-3 45,1 14 0,0-11 225,0-15-180,0-41-990,0-9-1169,0-6 1260,0 12-1800,0 4 2069,0 16 625,0-5 1,0 23-1,0 5 1</inkml:trace>
  <inkml:trace contextRef="#ctx0" brushRef="#br3" timeOffset="-169739.73">2028 14288 7533,'-7'-33'3058,"-3"1"-1799,-8 6-1079,8 12 540,3-9-540,7 20 269,0-20-269,7 20 0,11-20 0,25 15-360,-11-5 180,0 12 0,0 2 0,0 0 90,-3 9 0,0 3 0,1 3-45,-5 3 0,-1 5 45,-12 2 0,-3 0 0,17 16-90,-23-5 0,-6-2 90,-7-3-225,-5 4 0,-3 0 225,-12-5-135,-3 3 0,0-2 45,-1-8 270,-4 1 0,-4-2 179,14-11 1,-1-3-855,-7 2 1,0-2-631,7-2 1,5-2 224,-2-5-1978,42 0 1618,-10 0 1170,25 0 0,2 0 0,14 0 0</inkml:trace>
  <inkml:trace contextRef="#ctx0" brushRef="#br3" timeOffset="-164683.73">2875 14055 7173,'10'7'899,"-2"-1"-809,-8-6 630,0 0-360,0-6-450,0 5-90,0-5 0,0 1 270,0 3 90,0-3 0,0 5 180,0 0-450,-24 11 180,18-2-1,-11 6 1,-5 5 0,0 9 0,1 6 180,5-3 0,0 5 0,-1-2-408,-1-5 0,-1 0 0,3 2 228,2 10 0,2 3 0,5-1 0,4-8 0,2-1 0,3 1-206,1 4 1,3 0 0,3 0 175,1-1 0,3-2 0,1-4-60,-1-1 0,3-5-45,9-4 0,-3-5 45,-16-3-90,25 4-269,-21 0-361,0-11-179,-2 15-1080,-16-15 2147,6 11 0,-14-1 0,7 2 0</inkml:trace>
  <inkml:trace contextRef="#ctx0" brushRef="#br3" timeOffset="-163737.73">3193 14959 7533,'-8'27'809,"6"-3"-179,-6-11-360,8-6 0,-8-2 179,6 1-359,-6-4 270,8 4-180,0-12 90,0-7-270,0-1 90,8-5-180,-6 1 90,6-2-180,0-29 45,-4 11 0,2-2 135,2 8 0,1-1-1093,-2-6 1,-1-4 0,-1 6 1070,5-12 171,-2 14 1,1-5 0,-3 7-60,-2-2 90,8-4 0,0 2-360,-10 19 315,9-6 0,1 1-225,-8 7 90,12-8-180,-8 16 180,1-3-90,1 10-180,6 1 91,-14 7 179,14 11 179,-7-4 3097,9 22-2590,-5-5 1,-1 2-417,0 14-90,-6-14 0,-1 3 0,0-5-90,3 3 59,-5-2 1,-1 7 0,3-3-15,3-3 0,1 0-180,4 13 0,0-2-270,-8-16 1,1-5-676,10 2 720,-16-20-449,8-5 449,-6 0-1349,6-5 899,-8-2 720,0-6 0,-8 0 0,-2 0 0</inkml:trace>
  <inkml:trace contextRef="#ctx0" brushRef="#br3" timeOffset="-163508.73">3298 14804 7533,'-17'-6'2248,"-9"-1"-1888,15 0 720,-5-5-721,16 11 541,0-16-630,23 8-90,-1-4-225,2 9 0,3 2 135,10 2-1080,-7 0 1,-1 0 629,2 0 360,18 6 0,-6 13 0,-15-6 0,-1 1 0</inkml:trace>
  <inkml:trace contextRef="#ctx0" brushRef="#br3" timeOffset="-162604.73">4075 14313 7533,'7'-14'-360,"-5"-3"450,6 15 809,-8-15 451,0 3-1081,0-12-89,0 11-180,0 4-180,0 11 180,0 0 270,0 11 450,0 15-316,0 0 1,0 6-195,0 1 0,0 3 0,0 2-395,0-2 1,0 2 0,0 0 0,0 1 139,0 1 0,0 1 0,0-1 0,0 0 15,1 9 0,-1-1 0,-1-3 75,-3 0 0,0-7-45,2-1 0,-5-26-90,7-11-719,0 0 449,0-5 270,0 3-1979,0-3 2446,0-1-377,7 4 0,11-26 0,10-1 0</inkml:trace>
  <inkml:trace contextRef="#ctx0" brushRef="#br3" timeOffset="-162087.73">4551 14455 7533,'0'-14'899,"0"-4"271,0 6-271,0-8-539,0 6 449,0 2-719,0 12-90,0 40-180,0-16 0,0 2 225,0 7 0,0 2-315,-4 11 1,0-2-3008,2 2 3039,-2-16 1,0 2-33,4-2 0,0 0-315,0-5 1,0 0 134,0 22-1079,0-7 989,0-37 540,8 9 0,-3-32 0,0-12 0,4 0 0,-1-1 0</inkml:trace>
  <inkml:trace contextRef="#ctx0" brushRef="#br3" timeOffset="-161525.73">4533 14339 7533,'-8'-32'2069,"-1"11"-990,-1-15-899,2 26 539,16-19-179,9 26-540,3-8 540,29 11-585,-22 7 0,1 3 45,-4-6 0,1 2-135,14 11 0,-6 2-45,-17-3-90,12 7 0,-1 2 90,-13 4 360,11 10-360,-25-15 91,-25-17 89,-5-1 179,5-6 1,-1 0-539,-3 6 359,3-4-90,19 15 90,7-8-90,7 20 0,-5-13 90,14 5 0,0 0-90,-10 2-1426,12 4 0,3 0 1516,-2 3-45,-5-8 0,0-1-356,11 17 401,-15-9 0,-2 8-258,-8-17 528,0 4 0,-8 2-270,-2-5 90,-31 4-180,2-18-90,-6-1 1421,16-14 0,1-1-1511,-3-1 180,-12-15-207,17 18-1952,16 1 2406,2 6-157,16 0 0,33-11 0,-12 4 0,-1 0 0</inkml:trace>
  <inkml:trace contextRef="#ctx0" brushRef="#br3" timeOffset="-161156.73">5133 13952 7533,'18'24'1092,"-3"1"0,2 6 0,0 4-585,-2 2 1,-1 5 0,0 2 0,-1 2-1164,-2-3 1,-1 1-1,0 2 1,-1 0 0,0-3-9,3 4 1,-1-1 0,-1-1-1,-3-1 529,-5 0 0,-3 0 0,-2-2 1,-3-5-377,-10 6 0,-2-4 421,8-4 0,-3-2-366,-14 3 1,-3-7 95,1-8 360,1 2 0,-3 3 0,-7 0 0,-3 1 0,8-3 0,0 0 0,0 0 0</inkml:trace>
  <inkml:trace contextRef="#ctx0" brushRef="#br3" timeOffset="-153536.73">1976 15784 9062,'-10'-7'-540,"2"2"0,8 5 292,0 0 1,0 5 0,0 2 0</inkml:trace>
  <inkml:trace contextRef="#ctx0" brushRef="#br3" timeOffset="-149973.73">1993 15759 7533,'-10'-14'359,"-5"-4"-89,13 17-180,-6-5 180,8 0-90,0 5 90,0-11-180,0 11-180,0-5 90,0 6-270,0 0 180,8 0 450,-6 0 359,6 0-179,-8 0 540,0 0-1080,0-5 0,-8 3 89,6-4 1,-6 6-180,8 0 90,0-5 90,0 3-90,0-4 0,0 0 0,-8 5 90,6-5-359,-6 6 269,8-5-450,0 3 360,0-4-90,0 18 90,0-3 90,0 15-270,0 19 450,0 0-429,1-6 0,-1 7 1,-1 1 270,0-7 1,-1 1-1,-1 0 1,1-1 37,2 6 0,-1-1 0,0 0-38,0-3 1,-2 3-1,1-3 1,1-10-23,1 4 180,0-6 0,0-3 89,0-17 271,0 10-450,0-17 0,0 5 0,0-12 746,-8 5-746,6-5-900,-6 0 720,8-1-629,0-6 719,0 6-1529,0-5 809,0 11-539,0-11 1259,0 0 0,8-20 0,2-8 0</inkml:trace>
  <inkml:trace contextRef="#ctx0" brushRef="#br3" timeOffset="-148922.73">1958 15733 8072,'-10'-19'2969,"2"-6"-2789,8 3 359,0-8-89,0 4-360,16 5-360,11 2 270,2 24 0,3 7 90,4 3 0,1 5 90,4 8 0,-2 2-180,-14-9 0,-3 0 90,1 6 0,-7-1 0,-14-9-90,-2 30-90,-17-24 0,-7 0 45,-6 12 0,-5 2 177,7-10 1,-3-1 0,0 0 17,4-3 0,0-1 0,1-1-375,-6 6 0,3-4-1214,-6-3-180,25-9 1619,20-11 0,17-11 0,9-3 0</inkml:trace>
  <inkml:trace contextRef="#ctx0" brushRef="#br3" timeOffset="-139123.73">3016 15655 7533,'-10'-20'180,"3"2"539,14-1 1,-5-1-450,6 5 89,-8-2 1081,8 10-1620,-14 0-270,4 7 90,-22 20 0,-9 13 480,13-7 0,1 3 0,0 4-128,-2 0 1,0 5 0,0 0-1,3 2 53,4 0 0,2 3 0,2-2 0,1-2-105,-1 0 0,2-3 0,3-1 30,5 2 0,3-2 0,2-6-329,4 0-1,6-4 0,4-1-315,2-11 1,3-3 494,-1 3 0,1-2 180,11-5 0,-11-6 0,-15 0 0</inkml:trace>
  <inkml:trace contextRef="#ctx0" brushRef="#br3" timeOffset="-136875.73">3281 16314 7443,'0'7'360,"0"-1"-271,-8-1 361,6-3-270,-6 4 270,8-6 1619,0 0-1440,0-6-719,8 4 90,-6-9-90,6-8 90,-8 4-135,11-11 1,1-2 44,-6 3-135,13-18 0,1-3-355,-8-2 490,0 12 0,3-6 0,-1 6 45,-3 8 0,0 1 75,0-8 0,0-4 0,0 6-120,7-8 270,-9 4 0,0 3-90,0 11 719,-1-7-719,-8 23-90,0 1-180,0 6-180,8 11 270,-6-2 761,21 33-402,-3-1-269,-10-15 0,0 1 270,2 10 0,-1-1 0,-1 3-135,-1 6 0,0-1 45,0-4-225,0 3 0,-2-1 135,-5-5-810,2-6 1,0-2-91,-4-6 180,0 2-539,0-20 360,0-5 809,0 6 0,-31-10 0,-9 2 0</inkml:trace>
  <inkml:trace contextRef="#ctx0" brushRef="#br3" timeOffset="-136657.73">3440 16198 7533,'-26'-19'3276,"14"5"-616,-3-11-2390,30 5-1080,6 4 1,1 1 719,12-1-945,-6 3 1,1 3-855,6 8 1889,2-9 0,-1 14 0,3 4 0,-2-3 0,0 0 0</inkml:trace>
  <inkml:trace contextRef="#ctx0" brushRef="#br3" timeOffset="-136058.73">4057 15591 7533,'0'-22'3276,"0"-1"-2685,0 16-231,0 6-450,8 8 180,-6 30-135,5 7 0,1 6 45,-6-16 0,-2 1 0,0 1-60,3 0 0,0 2 0,-1-1-30,-2 2 0,0 1 1,0-4-838,4-3 1,0-2 836,-4 0 0,2-3-990,14 6 901,-14-32-1980,6 3 2159,-16-10 0,-10 3 0,-9-3 0</inkml:trace>
  <inkml:trace contextRef="#ctx0" brushRef="#br3" timeOffset="-133454.73">4886 15772 7443,'0'-15'1799,"0"-2"-1439,0 16 89,0-16 900,8 8-809,-6-10-360,13 6-90,-13 6 0,6-5 270,-8 11-180,-15-10-270,3 9 0,-14-4-180,-15 24 90,7-6 0,-2 3 390,6 2 0,-1 4 0,0-1-120,-3-3 0,1 0 0,2 3 59,2 5 1,2 3 0,4-1-15,2 4 0,5 0-135,5-2 0,6 1 90,10-5 0,8-1 135,10-6 0,5-3 89,0-1 1,1-1-270,2-3 0,0-2-45,-1-1 0,-1-2-360,-1-4 1,-3 0-900,6 5-1620,9-6 2879,-31 5 0,-7 2 0,-4 5 0</inkml:trace>
  <inkml:trace contextRef="#ctx0" brushRef="#br3" timeOffset="-133058.73">5080 15372 7533,'0'-39'1079,"0"12"720,16-9-630,3 26-989,9-8 90,-3 24 90,-1 6 0,1 7-61,-1 4 1,0 6 0,1 0-657,0 1 1,1 0-1,-1 2 417,0 2 0,-1 1 0,-4-1-60,-1 8 0,-5 2-60,-8-5 0,-4 1 0,0-1 15,3 2 0,-2 2-68,-5-2 1,-1 7 0,-2-2-1,-1-7-22,-3-6 1,-2 0-136,1 2 0,-2 6 0,-1-1 0,-3-8-1369,-6-6 1,-3-2 1527,6 3 1,-1 4 0,-1-5-520,-14-1 1,1-5 531,13-5 1,1-1 0,-9 0 0,1-4-1,1-4 1</inkml:trace>
  <inkml:trace contextRef="#ctx0" brushRef="#br3" timeOffset="-115239.73">8096 14133 7892,'-17'-8'90,"7"2"0,-6 6 540,14 0-90,-6-5 179,8 3-359,0-4-90,0 6-180,0 0 180,8-5-360,-6 3 0,6-3 0,-8 5-270,0 0 630,8-6 539,-6 5-629,6-5 180,-8 1-270,0 3 90,0-4-90,0 6-1259,0 0 1259,0 6-270,0 30 360,0-10-1053,-4 5 0,-3 9 0,2-5 873,3-10 0,0 1 90,-3 21 0,-1 8 0,1-8 0,5-17 0,0-1 60,0 12 0,0 6 0,0-10-60,0-3 179,0 4 1,0-5-90,0-22 540,0 12-360,0-23 1169,0 0-1349,-8-6 1898,7 5-2797,-7-5 359,8 6-540,-8 11 631,6-8-721,-6 21-989,8-22 1080,0 10 899,8-18 0,-3-21 0,0-10 0,4-6 0,-1 1 0</inkml:trace>
  <inkml:trace contextRef="#ctx0" brushRef="#br3" timeOffset="-114525.73">8061 14133 7623,'-18'-26'2068,"9"12"-1168,1-9-720,8 14 270,8-10-271,-7 6 451,31-6-360,-11 5-90,15 1-270,-8 9 0,1 3 270,12 12-270,-15-8 0,1 3 135,3 12 0,-4 5-45,-2 19 0,-6-19 0,-3 2-406,-7 23 496,-8-21-90,-8 10 45,-11-8 0,-3-1 45,-3 5 225,-7-4 0,-1-6-45,4-14 89,3 0 1,1-1-90,-5-1 360,-19 0-540,28-1-1260,-21 0-449,23-4 1259,1 3-2248,18 1 2608,10-4 0,12-13 0,5-7 0,1-4 0,1 1 0</inkml:trace>
  <inkml:trace contextRef="#ctx0" brushRef="#br3" timeOffset="-113158.73">8855 13978 7982,'-10'-13'1440,"2"0"-1081,0 6-449,6-5 180,-6 11-90,8-5 90,0 0 0,-7 5-90,5-5 90,-6 6-180,8 0 90,0 6-180,-8-5 180,-2 11-90,0-5 90,3 0 180,-1 10-180,-10-3 180,6 7-90,-3 3 180,7-9 180,-2 9-180,-8-10 89,1 28-44,4-16 0,0 1-180,-1 9 0,1 1-90,2-7 0,2 0-45,0 10 0,3-2 90,6 1 90,0 3 0,0 0-90,0-3 44,1-1 1,5 1-270,9-8 1,4-1-136,0 1 0,1-1 135,-2-6 0,1-3-1214,12 2 629,-21-22 720,8 16 0,-16 9 0,-4 14 0</inkml:trace>
  <inkml:trace contextRef="#ctx0" brushRef="#br3" timeOffset="-110440.73">9066 14223 7982,'-9'-20'1350,"1"7"-1440,8-4-720,0 8-179,8-9 539,1 10 720,1 3 449,-2 5-449,-8 0 720,0 0-271,0 5-539,0-3 0,0 9 0,0-9-270,0 9 0,0-3-360,0 10 540,0-4-360,-8 11 91,6-11-91,-13 28 180,5-1-1460,1-17 0,0-1 1550,-1 21 45,-1-15 0,-1 2 449,2 2 1,0 3 44,-7 7 1,-1-1-315,8-7 0,0-5 225,-5 1-180,15-19 3006,0-18-2733,15-1-183,5-6-540,23 0 90,-14 7-269,13 0 269,-23 6-1260,15 0 1081,-15 0-1980,14 0 1709,-21 0 540,20 0 0,-44-12 0,8-2 0</inkml:trace>
  <inkml:trace contextRef="#ctx0" brushRef="#br3" timeOffset="-110139.73">9066 14533 7533,'-9'-19'3276,"-7"10"-2235,22-7-951,-12 14 540,29-3-270,5 5-360,1 0-450,12 0 180,-21 0-1439,13-6-810,3-2 2519,-7-5 0,-35 6 0,-25 1 0</inkml:trace>
  <inkml:trace contextRef="#ctx0" brushRef="#br3" timeOffset="-109908.73">9102 14300 7533,'-28'-31'3276,"11"3"-1335,9 2-322,16-3-1529,25 1-315,-11 8 0,3 2-450,12 5 1,4 4 674,1 0 0,-3 7 0,-13 14 0,-3 6 0,-4 3 0,1 0 0</inkml:trace>
  <inkml:trace contextRef="#ctx0" brushRef="#br3" timeOffset="-109308.73">9490 13862 7533,'0'-28'719,"0"4"990,8 5-809,1 11-630,9-3 449,7 16-179,-6 14 0,-2 4-360,4 4 59,-2 4 1,1 9 0,-4 1-1191,-8 0 0,-5 2 1,2-1 980,6-4 0,1 0 0,-2 2-98,-4 3 1,-3 4-1,-2-1 1,-3-4-779,-4-5 0,-3-3 0,1-1 816,3 2 0,2-1 0,-3-1-212,-6 3 1,-3 0-1,1-8 422,-6 4-135,1 4 0,-3 0-315,4-17 1,-1-1 99,-8 8 1,1-1-2439,-4 6 2248,-1-11 1040,29-7 1,-14 16 0,7 0-1</inkml:trace>
  <inkml:trace contextRef="#ctx0" brushRef="#br3" timeOffset="-94375.73">9648 14119 7533,'10'-13'-270,"6"1"1079,-14-1-449,6 0 90,-8 0-270,0 6 360,0-10-361,0 14 451,0-15-450,0 17 0,0-5 0,0 0-360,0 5 270,0-5-540,0 6 630,0 0 90,0 6-180,0 1-90,-8 23 45,4-4 0,-2 0 45,-12 19-1156,12-10 1,0 6-1,1-5 1066,0-11 0,0 1 0,-1 13 0,-1 9 0,1 3 0,2-5-101,2-6 1,2-1-1,-2 1 123,-3 0 1,-2 2-1,0-1 1,2-4 67,4 5 0,0-6 270,-7 4-91,8-39 1,0-1-90,0-7 2937,0-23-2937,0-10-270,8-2-90,-7 5 0,0-3 0,6 8 0,2 0 551,-4 0 0,0-3-581,0 2 0,0-4 0,2 1 30,1 3 0,1-1 1,0 0-914,-2-8 1,-1-2 0,0 2 993,1 7 1,-1 0 0,-1 2 53,0-14 0,-2 4 404,-3 16 1,0 3 90,0-3 0,0 2-180,0 1 359,0 18-539,0 12-359,0 12 179,0 4 90,0 27-2449,0-19 2224,0 2 1,0 2-1,0-7 0,0 1 1146,0 3 1,0 4-1072,-2 4 0,-2 5 0,2-1 180,1-5 0,1-1 0,-1 1 90,-3 2 0,-2 0 0,0 1 90,3 5 0,0 2 0,-1-6 59,0-13 1,-1-2-45,0 10 0,2-5 225,3-15-540,0-30-90,0-7 270,0-6-630,0 0 270,0 6 3361,0-10-3766,3-5 1,2-4 224,-1-2 0,1-2 215,4-3 1,0-1-66,-3 6 0,-1-1 0,2 6 300,2 11 0,-1 0 30,-1-15 0,-1-6 0,-1 7 1230,5-4-586,-9 12 1,-2 8-405,-1 18 449,-14 35-629,11-5 0,0 2 90,-4 17-240,5-10 0,2 5 0,0 0-90,-1-4 0,0-1 0,1 0-269,1 1 0,1 0 0,-1 0 359,-2 3 0,0 0 0,1-6 643,2 4-404,0-1 1,0 1 90,0 3 0,0 5-989,-8-32 449,6-13-1098,-13-5 1368,13 6 0,2-17 0,9-5 0</inkml:trace>
  <inkml:trace contextRef="#ctx0" brushRef="#br3" timeOffset="-93037.73">9966 14855 6633,'10'-7'1439,"-2"-4"-269,-8 3-271,0-4-449,0-13-90,7-8-495,-2 6 0,0-3 45,7-13 0,2-3 68,-5 11 1,0 0 0,0-1 81,3-2 0,0 1 0,-1 0 299,3-13 1,0 4-270,-1 12 0,-1 4-90,-2-15-180,6 8 91,1-2-1,3 4 90,-2 10 179,-10 14 91,-8 11 424,0 0-334,0 5-270,0 2 0,0 12 90,0 18-90,7-12-135,-5 4 0,-2 6 134,4 9 1,0 1 0,-4-10 0,0 0-1183,2 3 1,2 2 0,-2-5 1067,0 14 160,2-11 0,0-1-135,-4 6 225,-1-1 0,2-1-315,7-7 180,-8-2 0,2-3-180,5-15-360,-7-2-2827,0-12 1517,0-12 141,-7 4 2438,5-5 0,-22-5 0,5 4 0</inkml:trace>
  <inkml:trace contextRef="#ctx0" brushRef="#br3" timeOffset="-92835.73">10054 14649 7533,'-27'-6'2158,"9"4"-359,2-9-1439,14 9 900,-5-14-901,14 13-3636,11-20 3112,2 15-304,21-17-251,-20 16-542,11 0 0,1 1 1262,0 6 0,0 6 0,1 4 0,-11 3 0,-1 0 0</inkml:trace>
  <inkml:trace contextRef="#ctx0" brushRef="#br3" timeOffset="-91206.73">10478 13887 6633,'-20'-7'1439,"4"-4"-989,16 10 90,0-5 179,0 6-359,0 0-450,0 6 270,16 6-180,-12-3 630,19 8-540,-21-16 449,14 11 361,-6-5-91,7 23-494,-10 6 0,-4 8-270,-1-8 0,-1 4 0,-2 2 0,-1 1-701,-2-1 1,-3 2-1,-1 2 1,1-1 0,0-2 491,1 3 0,1-2 1,0 0-1,-3 1 141,-3 4 1,-2 3 0,0-3-1,1-8-159,3-7 1,-1-1 211,-3 2 0,-1 4 0,0-4 240,0-3 0,-2-3-315,-9 8 0,-1-4-315,11-11 0,1-3 270,-12 5-1979,19-24 1799,7-1 1084,7-11 0,11-6 1,9-9-1</inkml:trace>
  <inkml:trace contextRef="#ctx0" brushRef="#br3" timeOffset="-74405.73">11007 14159 5914,'-20'0'539,"4"0"-269,16 0 810,0 0-1,0-6-270,0-1-539,0-1 0,0 3 0,-7-1-90,5 4-450,-6-9 180,8 9-180,0-4 270,0 6 360,0 0-360,0 29 0,0-10-1639,-4 25 1,0 7 1490,3-24 1,0 1 117,-4 17 0,-1 8 0,1-6-92,4-11 0,0-2 272,-3 11 0,-3 5 0,3-7-60,3-15 0,0-1 45,-2 14 0,-2-3 224,-3-11 361,6-3-450,-6-16 0,8-3-540,0-16 3451,0 2-3811,0-21-89,0 3 449,0 5-629,0-1 4,0 11-904,0-9 1799,0 1 0,0-10 0,0 3 0</inkml:trace>
  <inkml:trace contextRef="#ctx0" brushRef="#br3" timeOffset="-73921.73">11007 14197 7533,'-18'-39'539,"8"12"901,2-9-181,8 3-450,0-12-449,16 10-180,-4 11 90,13 18-270,-7 6 0,23 17 0,-25-7 0,11 11 0,1 5-45,-13-3 0,-1 2 225,5 12 0,-1 3-45,-2-1 0,-6 1-135,-11 0 0,-6-3-45,-1-12 0,-4-2 180,-7 0 0,-5-5 404,-21-9-269,8 2-45,8-9 0,1-4-225,-3-4-90,-12 5-450,25-5-1439,10 6-1298,39 0 3268,-15 0 1,21-2-1,7-1 1,-11-1 0,0 1-1</inkml:trace>
  <inkml:trace contextRef="#ctx0" brushRef="#br3" timeOffset="-72891.73">11359 14868 10321,'10'-7'1349,"6"-10"-1439,-14 14 540,14-32-90,1-10-405,-7 21 0,0-2-862,1-9 1,0-3-1,0 3 907,-1 7 0,0 0 0,3-14 0,1-6 0,0 6 45,-3 14 0,-1 0 207,2-7 0,0-4 0,-2 6 18,0-6-180,-3-4-90,1 32 90,-6 11-630,14 0-179,-6 0 2243,7-6-1524,1 4-100,-8-9 100,5 9 629,-5-3 91,0 16-90,6 9-361,-14 7 91,6 22-270,-8-19-135,0-3 0,0 1 135,0 6-180,3 6 0,1 5-45,1 1 0,0 2 165,1-10 0,0 0 0,0 0-30,-1 9 0,0-4 45,-1-12 0,-1-6-135,-3-5 0,0-3-989,0-15 899,0 4-2248,0-6 1820,0 0 1,-7-12 0,-3-3 0</inkml:trace>
  <inkml:trace contextRef="#ctx0" brushRef="#br3" timeOffset="-72658.73">11518 14649 7533,'-37'-6'3276,"19"-7"0,52-7-3314,-3 7 0,2 0-142,-3 3 0,-1 0 135,1 4 0,-3-1 45,6-4 0,-3 32 0,13 2 0</inkml:trace>
  <inkml:trace contextRef="#ctx0" brushRef="#br3" timeOffset="-70223.73">11553 13965 6993,'0'-14'720,"0"-4"-361,0 17 361,0-16-360,0 14 179,0-15-359,0 17 180,0-10-180,0 9 180,0-9-360,0 10 90,0-5-90,0 6-270,-7 0 360,5 0-360,-14 11-90,6 15 0,-5 3 1,-3 5 239,1-1 0,-2 2 0,2 0-211,-3 7 1,-1 2 307,3-10 1,-2 2 0,1 0-1,3-4 203,4-2 0,1 2 0,-6 12 0,-1 6 0,4-7-45,7-14 0,2 0-45,-1 12 0,0 7 0,2-7 0,4 8-120,-1-17 0,0 4 0,3-2-1609,9 1 1,2-3 1345,-8-3 0,4-2-623,14 5 0,3-5 736,-5-11 180,0-2 0,-1 1 0,0 12 0,5 6 0</inkml:trace>
  <inkml:trace contextRef="#ctx0" brushRef="#br3" timeOffset="-69754.73">11889 14029 8612,'0'-14'1709,"0"2"-1259,7 18-225,6 14 0,0 7-136,2 12 1,-1 3-647,5 1 1,-2 4 623,-9-6 1,-1 5-1,-2 1 1,0-7-113,1 1 0,-2 1-90,-4 3 0,-2 9 0,-1-1 0,0-9-45,2-6 0,-2-3-360,-8 13 1,-5 4-1,4-8 270,6 3-180,-16-4 1,-3-3 359,3-9-180,2-6 0,-3-2 90,-4-7 180,9 7 0,3-22 0,5 5 0</inkml:trace>
  <inkml:trace contextRef="#ctx0" brushRef="#br3" timeOffset="-40421.73">8431 14274 6903,'0'-37'989,"16"-3"-989,-4 5 180,4 11 0,1 2-90,-5 4 45,5-2 0,-3-1 45,-10 5 0,12-9-360,-32 24-90,-3 22 0,-5 11 120,-7-2 0,-5 3 1,-1 4-159,12-6 0,-1 3 0,1 2 1,-1-1-1,-1-1 433,-2-3 1,0-1 0,-2 0 0,3-1 0,2 0 24,-5 10 0,4-2 0,2-4 165,-5-5 0,13-9 46,25-13-1,18-18-315,9-2 0,6-3-75,-9 1 0,1-2 0,4-1-378,0 0 1,5-2-1,2-1 1,1-1-1,-1 2 300,-1 0 0,0 0 0,0 0 0,0 1 0,-2 0 108,-3 1 0,0 1 0,-1 0 0,0 1 0,0 1-23,8-3 1,1 1 0,-3 2-1,-7 4 23,-9 6 0,-3 4-1208,15 0 1,-3 4 1207,-15 6-90,10 16 147,-24 3 1,-4 1 122,7 7-131,-10-6 1,-3 7 0,-2-1 220,-4 12 0,-1-1-225,-2-6 0,4 1 626,9 11 0,14-10-446,20-32 0,8-8 845,-9 5 0,5-5-1034,-4-8 0,7-5 0,3-4 0,0-2 0,-3 1-271,-4 0 1,-2-2 0,0 0 0,0-1 0,1 0 252,3 0 0,1 0 0,0 0 0,0 0 0,-1 0-285,-2 0 1,-1 1 0,0-1 0,-1 1 0,-1 0 288,3-3 1,-2 1-1,0 0 1,-1 1-557,4-1 1,-1 1 0,2-1 398,-3 1 0,2-1 0,0-1 0,-1 1 0,-1 1 0,0-1 0,-1 2 1,-1 0 26,1 1 0,-2 0 1,4 0 53,3-2 0,5-1 0,3-2 0,-3 3 0,-7 2 84,-5 4 0,-6 3 0,5-1-53,8-3 1,7-1-1,-3 3 1,-9 5 1523,5 13-1456,-11 18 0,-11 13-45,-24-3 0,-13 6 0,-6 4 0,3 1-135,5-6 0,1 2 1,-1 1-1,0 1 1,-2-1-1,1-2 117,-5 3 0,-2-1 0,0 0 0,1-1 0,0 1 198,-2 4 0,-4 2 0,3 0 0,7-5 0,12-7 692,21 0 0,7-6-737,-8 1 0,4-6-45,26-13 0,8-14 60,-17-4 0,1-6 0,-2 0-105,5-1 0,2-2 224,2-3 1,5-5 0,2 0 0,-7 2-210,-8 3 0,-4 1 0,4-3 0,1 2 0,6-4 0,2-1 0,0 0 0,-2 2 0,-6 2-30,0-1 0,-5 3 0,5-2 24,1-1 0,6-2 0,1-1 0,-2 3 0,-7 3 94,-1 2 0,-2 4-958,17-1 1,-13 13 202,-39 22 0,-19 16 0,-7 5 0,2-1 175,7-6 0,0 1 0,-1 0 1,-1 1-1,-1 0 321,-1-1 0,-1 0 1,0 0-1,-1 1 1,0-1-1,1-1 0,1-1 1,1 0-1,-1 0 1,1-1-1,2-2 0,1-1 1,1 1-1,-1-1 1,1 1-1,0-1 1</inkml:trace>
  <inkml:trace contextRef="#ctx0" brushRef="#br3" timeOffset="-37640.73">8043 15617 7533,'0'-20'2158,"0"1"-1708,0 0-270,0 11 90,0-9-360,0 15-270,0-9 0,8 10 450,-6 1 270,14 7 180,-14 5-360,6-5 269,-8-1-179,0-6-90,0 6-180,0-5 0,0 22 90,0 22-90,0-1-925,-2-10 0,-1 5 1,0-4 924,-2-8 0,0 2 60,1 14 0,1 8 0,0-8-60,-1-14 0,0 0 89,3 9 1,2 4 0,-1-3-403,0-6 0,0-3 358,4-2 0,0-2 314,-2 15-89,6-40-180,-8-1-90,0-13 2251,0-1-2880,0-11 179,0 6 701,-8-13-2860,6-1 630,-6-6 1979,8 18 0,8-20 0,2 13 0</inkml:trace>
  <inkml:trace contextRef="#ctx0" brushRef="#br3" timeOffset="-37273.73">8043 15655 7533,'-5'-29'989,"1"-1"1,1 1-1,6 1-405,7 4 1,5 2-270,5 4 0,5 3 0,13 4 0,2 9-1,-2 15 1,-1 5-225,-4-8 0,-3 5 135,-2 19 0,-7 5-90,-13-13 0,-5 1-135,1 20 0,-8 2-45,-11-7 0,-5-3 45,6-7 0,-3-4-225,-8-1 0,1-8 135,4-16-180,-13 9 270,21-12-449,-4 0-721,1 0 810,11-6-269,-12 5-810,16-5-181,0 6 991,8 0 629,2 6 0,31 1 0,6 6 0</inkml:trace>
  <inkml:trace contextRef="#ctx0" brushRef="#br3" timeOffset="-36423.73">9013 15423 7533,'0'-13'1709,"-7"0"-180,5 1-540,-6-1-539,8-1-90,8 2-270,-6-1 0,5 6-180,-7-5-180,-15 11 270,3 1-90,-21 7 180,10 7 0,3 2-90,-4 1 135,-3 7 0,-1 5 45,5-1 0,1 3-121,3 0 1,0 3 0,0-1-241,-5 2 1,3 1 270,8 2 0,2 2 0,4-6 89,5 8-89,-1-11 0,0 5 0,1-1 90,6 2 0,0 0 90,-4 0 0,2 1 179,10 12 1,-1-4-270,-7-6-180,12-6 0,0-2-90,-12-11 0,27 4-1079,-27-12 989,19-6-718,-21-1-1350,6-6 2248,0 0 0,-14-6 0,4-1 0</inkml:trace>
  <inkml:trace contextRef="#ctx0" brushRef="#br3" timeOffset="-34839.73">9190 15694 7533,'0'-33'2518,"0"7"-1978,8 14-360,-6 6 180,13 6-180,-13 0 89,6 6-449,-8 12-269,-8 27 179,-1-8-256,-3 7 0,-2 6 466,3-15 0,-1 0 0,0 2 127,2-2 1,1 2-1,0 0 1,0 0 142,-4 9 0,1-2 0,1-2 374,1 6 1,3-7-315,-1-4 180,23-25-540,-3-12 359,29-6-269,-19-1 45,5-2 0,3-1-314,9-10 224,-13 12 0,1 2-1844,16-5 1529,-16 11-2249,7 0 2609,-23 0 0,-3 5 0,-17 1 0</inkml:trace>
  <inkml:trace contextRef="#ctx0" brushRef="#br3" timeOffset="-34605.73">9296 15965 7533,'-28'-6'1169,"11"5"810,-7-11-990,20 11-1079,-11-4 180,22 5 90,3 0-719,23 0 539,-19 0-765,12-1 0,3 2-2383,10 4 3148,8 2 0,-21 12 0,-28 1 0</inkml:trace>
  <inkml:trace contextRef="#ctx0" brushRef="#br3" timeOffset="-34405.73">9243 15733 7533,'-16'-44'1529,"12"15"1439,-11-1-809,38 11-1799,-9 5-181,12 3 1,5 3-495,-4 1 1,0 1 134,5-1 0,1 1-360,7 2 1,-3 1-1,2-3 540,-2 5 0,-2 2 0,-9 5 0,23 1 0</inkml:trace>
  <inkml:trace contextRef="#ctx0" brushRef="#br3" timeOffset="-32990.73">10072 15501 7533,'0'-7'719,"0"-5"-629,0 10 630,0-9-91,0 9-89,0-9-90,0 10-270,0-5 0,0 6 90,0 11 89,0 26-224,-4-1 0,0 6 75,3 1 0,1 4 0,-1 4-237,-2-5 0,-1 3 0,-1 1 0,1 0 153,2-7 0,0 1 0,0 1 0,0-1 0,1-2-14,-2 5 1,1-1-1,-1-1 1,1-4-113,-1 1 0,0-4 0,1-4 90,2-4 0,0-8 0,0-13-180,0-3 0,0-8-90,0-9-1889,0-8-1079,0-2 1619,0 1 1848,0 8 0,0 24 0,0 2 0</inkml:trace>
  <inkml:trace contextRef="#ctx0" brushRef="#br3" timeOffset="-30888.73">10495 16263 7533,'0'19'1169,"0"0"-719,0-6 0,0 0 179,0 0 271,0-6-720,0-1 89,0-6 721,0-6-900,0-1-360,0-6 180,8-12-180,-6 10-90,14-27 180,-7 19 135,-4-9 0,0-2 45,11-5 0,-7-8 0,0-2-184,-4 23 0,1-1 244,4-7 0,2-4 0,-2 1 119,-4-11 1,-1 3-180,4 9 0,0 0 135,-1-8 0,0 6-45,2 22 180,-1-26-270,-1 26 0,-8-14-180,8 16 146,2-11-56,7 16-269,-7-14 269,6 15 0,-14-5 180,14 7 724,-14 18-814,5-4 269,-7 28-179,8-18 90,-7 7 0,0 2-90,7-2-90,-4 7 0,0 2 90,6 3-180,-6 5 0,1 1-90,11 3-700,-12-12 0,-2 5 1,2-5 879,5-10 0,0 1 60,-5 9 0,-1 6 0,-1-7-60,6 8 135,-3 1 0,-2-1 45,-1-15-46,2 1 1,0-1-45,-4-11-269,0 4 268,0-13-898,0-6-360,0 0 2947,0-6-2048,0 4-1619,0-9 1439,-8 4 450,6 0 0,-29-10 0,1 3 0</inkml:trace>
  <inkml:trace contextRef="#ctx0" brushRef="#br3" timeOffset="-30673.73">10636 16120 7803,'-8'-26'3276,"6"6"-2595,2 1-2030,18 7-810,25 5 2159,-11 7 0,0 21 0,0 11 0,-8 3 0,-1 0 0</inkml:trace>
  <inkml:trace contextRef="#ctx0" brushRef="#br3" timeOffset="-30253.73">11254 16120 10321,'-10'-7'3276,"2"1"-2414,8 6-862,0 6-180,0 18-1709,0 17 90,0 5 899,-8-1 1,6-13 359,-14-6 91,-1-6-1,-3-7-450,-13-7 900,21-6 0,-19-12 0,11-2 0</inkml:trace>
  <inkml:trace contextRef="#ctx0" brushRef="#br3" timeOffset="-29190.73">11659 15642 7623,'0'-14'539,"0"-3"-359,0 10 270,0-6 180,0 0-450,0 0-1,0 6 451,0-5-450,0 11 90,0 12-360,0-1 90,0 27-90,0-16 180,0 16 0,0 8 30,-2-10 0,-1 8 0,0 0 119,3 3 1,0 0 0,-1 2-331,-3-5 1,0 3 0,-1-1 0,2-3 180,2 0 0,1-2 0,-1-4-45,-3 1 0,0-7-45,4-11-270,0-13-360,0-12 1,0-1-541,0-6-1168,0-6 2563,8-1 0,-6-17 0,6-4 1</inkml:trace>
  <inkml:trace contextRef="#ctx0" brushRef="#br3" timeOffset="-28789.73">11642 15720 7533,'-20'-39'2608,"-3"6"-809,21 8-989,2 6-271,25 0-89,4 5-360,7 1 45,-11 3 0,-1 3-135,-1 4-180,10-5 0,-1-1 180,-9 2-405,10 0 1,-1 1 224,-8-1-1170,25 1 991,-38 6-1800,13 11 180,-22 3 1979,6 13 0,-24 15 0,6-18 0,0 0 0</inkml:trace>
  <inkml:trace contextRef="#ctx0" brushRef="#br3" timeOffset="-28539.73">11695 15978 7533,'-44'17'3276,"23"-12"-1785,-3 18-681,24-22-541,0 5 361,32-17-540,-1-4-90,14-5-945,-12 7 1,-1 1-1934,9-2 2563,-15 7 0,1 1 315,22 1 0,-20 27 0,-7-7 0,-1-1 0</inkml:trace>
  <inkml:trace contextRef="#ctx0" brushRef="#br3" timeOffset="-27954.73">12330 15217 10141,'18'27'959,"1"1"1,6 10 0,-1 7-841,-10-7 1,-2 5 0,-1 2-940,-1-2 1,0 3 0,-1 0 0,-1-1 110,0-6 1,0-1 0,-2-1 0,-2 2 505,-3 7 1,-1 1 0,-4-1 0,-1-7-742,-8 3 1,-2-5 988,2 6 0,-3-1-310,-8-1 0,-1-5 355,4-4-846,-8 1 1,1 0 395,4-3-167,-8 2 1,0 2 526,19-10 0,2 1 0,-10 14 0,1 4 0,11-4 0,0 1 0</inkml:trace>
  <inkml:trace contextRef="#ctx0" brushRef="#br3" timeOffset="-15888.73">13106 15630 6543,'9'-7'810,"-1"1"-720,-8 0 0,0 5-180,0-5 450,0 0 89,0 5-179,0-11-180,0 11 180,0-11 0,0 11 0,0-5-90,0 6 359,0-6-449,0 5 450,0-5-360,0 6 0,-8 0-180,7 0-180,-7-6 0,8 5 90,0-5 0,0 6 989,0 0-719,-8 0 90,6 0-90,-6 0-90,8 0-450,0 0 180,0 23 90,0 0-90,0 17 1,0 5 179,0-17 0,0 4-656,0 2 1,0 8-1,0 3 1,0-1 0,0-7 597,0 12 1,0 0 57,0-3 0,0 6 0,0 1 0,0-6-487,0-7 1,0-4 0,0-2 621,0 4 0,0-3 314,-2 8 1,4-10-90,6-24-270,-6-4 360,6-17-585,-7-14 0,-2-3-945,1 1 675,0-3 1,0 3 224,0 14-2339,-8-11 2160,6 16 926,-6-8 0,8 27 0,0-1 0</inkml:trace>
  <inkml:trace contextRef="#ctx0" brushRef="#br3" timeOffset="-15421.73">13159 15720 6183,'-10'-26'2519,"2"6"-2159,8 7 269,0 2 1440,-8-14-1709,6 14 0,-6-18 719,8 16-359,0-7-810,8 6 450,10 3-225,5 13 0,5 7-135,4 4 0,0 6 44,9 8 1,-1 4-90,-11-7 1,-3 3-1,-1 10 0,-9 3-45,-15-5 0,-8 2-180,-7 6 0,-7 1 35,0-12 1,-4-1 0,-2-3 264,-1-6 0,-3-3 0,0-2-390,-11 1 1,4-4-541,-7-3-1618,21-11 2518,32-6 0,33-1 0,-13 1 0,1-1 0</inkml:trace>
  <inkml:trace contextRef="#ctx0" brushRef="#br3" timeOffset="-13340.73">13882 15539 7533,'8'-20'539,"-6"2"-359,5 11 0,-14-5-180,5 10 90,-6-4-180,8 6 90,0 6-90,-8-4 270,6 4 180,-6-6 180,8 0 269,0 0-809,8 0-180,-6-6-90,6 4 180,-8-4 180,0 6-180,0 0 90,0 6-1349,0-4 1349,0 4 0,0 28 0,0 9 0</inkml:trace>
  <inkml:trace contextRef="#ctx0" brushRef="#br3" timeOffset="-6272.73">13882 15565 5824,'0'-14'1439,"0"-3"-1349,0 15 539,0-3-539,8-1 540,-6 5-540,5-5 540,-7 6-540,0 0 359,0-6-269,0 5 360,8-5-540,-6 6 450,6-6-181,-8 5-358,0-5 268,0 6-718,0 0-1,-16 0 180,-3 17 270,-1-7 45,0 13 0,1 1 315,5-5-180,-10 12 0,-1 3 270,12-3-1,-10 8 1,-1 7-1281,12-12 1,3 1-1,0-1 966,-6 6 0,1 2 15,1 1 0,1 5 0,5-3 41,8 3 0,4-1-161,-2-8 0,0 2 0,1-3 60,5 4 0,2-3-360,1 0 0,1-8 270,-3-19-1079,13 28 899,-19-30 270,12 20 0,-8-27 0,2 2 0</inkml:trace>
  <inkml:trace contextRef="#ctx0" brushRef="#br3" timeOffset="-5588.73">14041 16017 7533,'-28'-7'2428,"10"7"-2068,11 30-450,7-6-45,0 12 0,0 6 0,-1 3 0,2 1 45,1-9 0,1 0 1,-1-1 89,-1 8 0,0-2 0,2-9 0,2-8 0,3-16 899,-6-15-899,6-10 135,-7-13 0,-2-7-15,1 2 0,0-2 0,0-3-410,0-2 0,-1-3 1,1-2-1,1 0 380,1 6 0,0-2 0,1 0 0,1 1 0,1 1 89,0-4 1,2 1 0,0 2 0,1 3-1,0 0 0,1 3 0,3 7-89,22 0 0,7 52-405,-18 0 1,1 4 104,-3-3 0,1 2 0,-2-1 255,0 5 0,-3 1 45,-2 9 0,-7-4 0,-8-13 1071,0 18-1161,-15-22 90,11 0-45,-16-6 0,-7-4-225,-20-1-360,18-3 1,1-1 179,-15-5-2159,4-11 2519,33 8 0,6-8 0,29 11 0</inkml:trace>
  <inkml:trace contextRef="#ctx0" brushRef="#br3" timeOffset="-3922.73">14005 16456 7173,'0'20'989,"-8"-2"-809,-1-5 0,-9 0 180,8-6 270,2 5-271,8-10 91,0 4 0,0-6 539,0-6 91,16-19-721,-4 2-89,4-7 0,1-6-150,-5 5 0,0-2 0,-1 1-431,4-7 0,0-3 356,-5 3 0,1-6 0,0 0 0,-2 7 0,1 1 0,0 1-68,-2-2 1,0-6-1,0-1 1,1 4 172,0 4 0,0 3 0,0 0-60,5-15 0,0 4 0,-5 8 0,-1 9 90,0 15 179,-8 0-539,0 6-179,0 1 269,0 6-450,16 6 360,-12-5 802,19 11-712,-13-5 0,8 6 360,7 23-315,-7-10 0,0 1 45,-3-3 0,-1 2 209,-2 4 1,0 5 0,-3-5-30,1 11 210,-4-5 0,0 5 0,-2-4-729,-2 11 458,0-12 1,1 6 0,0-6-210,-3 11 270,0-4 0,0-1-360,0-6 90,0 7-269,0-29-1620,0-2-630,0-35 2069,0 17-2248,-8-23 2788,6 22 0,-14-6 0,6-1 0</inkml:trace>
  <inkml:trace contextRef="#ctx0" brushRef="#br3" timeOffset="-3686.73">14217 16147 7533,'-37'-14'3276,"3"7"-2505,17 1 1298,7 6-899,10 0-991,10 0 46,15 0 0,7 0-180,-7 0 0,1 0-765,4 0 1,2 0 89,7 0 1,-5 0-541,-9 0 1170,16-1 0,-1 2 0,-15 11 0,0-5 0,-1 1 0</inkml:trace>
  <inkml:trace contextRef="#ctx0" brushRef="#br3" timeOffset="-3318.73">14728 15539 7533,'-19'-14'3276,"3"3"-1515,32 28-1491,11 16 59,-7-4 1,1 7 0,-1 3-375,-6-2 0,-1 2 0,-2 2 0,0 0-775,0 4 1,-1 1 0,-2 1 0,-2-3 508,-2-5 0,-1-1 0,-2-1 0,-3 0 191,-5 14 0,-4-2 0,-4-6 415,-6-7 0,-3-4-610,-7 8 0,-1-4-180,9-18 1,-1-6 314,-17-7-810,31-10 720,2 4-1529,8-11 1799,0 11 0,16-17 0,4 4 0</inkml:trace>
  <inkml:trace contextRef="#ctx0" brushRef="#br3" timeOffset="-2622.73">15381 15759 7533,'-10'-26'1799,"2"12"0,1-4-1350,5 17 361,-6-5-630,8 41-1819,0-1 1,0 3 1265,0-5 1,0 3 327,0 1 0,0 6 0,0-1 0,0-5-614,0-5 1,0-1 628,0 6 0,0 3 0,0-5-60,0 10-719,0-5-180,4-11 0,0 0-181,-2 4-718,5 3 1888,-7-41 0,0-24 0,0-11 0,0-8 0,0 0 0</inkml:trace>
  <inkml:trace contextRef="#ctx0" brushRef="#br3" timeOffset="-2337.73">15363 15837 7533,'0'-38'0,"0"4"719,0 3 1,0 0 1529,0-18-900,16 3 180,19 33-1349,-3 16 45,-4 14 0,1 8-225,-2 3 0,-1 2 89,-5-4 1,-1 0-405,6 17 1,-3-3 224,-6-8-405,-9 0 0,-6 2 585,-10 8-225,-10-21 1,-7-2-46,1-5 0,-1-4-45,-1-5 0,-1-4-630,-6-2 1,2-4 854,-3-8 0,15-19 0,32-8 0</inkml:trace>
  <inkml:trace contextRef="#ctx0" brushRef="#br3" timeOffset="-1657.73">16316 15591 7533,'20'-34'539,"-5"4"-449,-15 11 630,0-7-450,0 4 629,0-8-539,0 16 90,-8-5-270,-1 12 179,-17 1-179,7 6-180,-15 6 0,15 1-225,-9 16 1,-1 8 224,8 3 0,1 6-820,0-5 1,-4 4 0,2 1 0,3-2 174,6-2 1,3-1-1,0 3 690,-3 4 0,0 5 0,0-2 0,5-6 653,6-3 1,2-1-520,-1 1 1,0 5 0,1 1 0,2-6-225,6 0 0,2-2 404,-1 11 1,1-3-720,2-14 0,2-8 270,3-10-1259,1 13 809,8-16 2372,-7 0-1832,14-1 0,-13-12 0,6-1 0</inkml:trace>
  <inkml:trace contextRef="#ctx0" brushRef="#br3" timeOffset="-1321.73">16528 15759 7533,'-10'-20'1889,"2"1"-810,0 6 0,6 6-719,-6 1 0,1 24-360,5-9 90,-3 24 0,2 10-225,2 3 0,2 3-372,0-13 1,1 4-1,0 0 1,1 0-12,-2-1 1,1 0 0,0-1 0,2-1-383,6 5 1,3-3 0,-2-3 937,-6 3 0,3-15 0,24-47 0,-27-6 0,0 1 0</inkml:trace>
  <inkml:trace contextRef="#ctx0" brushRef="#br3" timeOffset="-1088.73">16510 15772 7533,'-4'-26'1638,"0"0"0,2-14 1202,2 8-2030,2 14-540,22 11 269,11-5-494,-2 10 0,5 3-810,9-2 1,4 2-329,-15 1 1,1 2 0,-3 3 933,9 2 1,-11 7 0,-22 29-1,-31-19 1,0 0 0</inkml:trace>
  <inkml:trace contextRef="#ctx0" brushRef="#br3" timeOffset="-904.73">16581 15991 7533,'-24'10'1638,"1"0"0,-3 3 1562,52-7-3245,-1-8 0,4-2-1080,11 4 1,1-1 1034,-12-2 0,-1 0 90,21 3 0,-8 17 0,-18-6 0,1-1 0</inkml:trace>
  <inkml:trace contextRef="#ctx0" brushRef="#br3" timeOffset="-587.73">17127 15333 7533,'-19'-15'3276,"3"4"-1515,32 28-1132,-12-1-299,12 6 0,8 7 0,-2 3-420,-4 8 0,-2 3 0,1-1-920,7-2 0,1 0 0,-1 2 965,-7-1 0,-1 4 0,-2-1 0,-2-5 45,-1 3 0,-3 1-180,-1-6 0,0 5 0,-1-1 1,-2-4 89,-2 3 0,-2-1-30,0 5 0,-2 3 0,-4-6 218,-9-7 1,-5-6-594,-5-2 1,-5-4 565,-12-5 1,-2-6 0,6-7-1,1-2 1,-6 1 0,0 1-1</inkml:trace>
  <inkml:trace contextRef="#ctx0" brushRef="#br3" timeOffset="442.27">18168 15914 7533,'-25'-26'3276,"13"6"-1065,-4 1-1222,24 6-1529,33 6-180,-7 1 1,5 1-181,-2 2 1,3 1 0,-2 0 584,2-5 0,-1 0 315,19 2 0,-20-2 0,-46-1 0,10 3 0</inkml:trace>
  <inkml:trace contextRef="#ctx0" brushRef="#br3" timeOffset="644.27">17956 16147 7533,'-29'3'1638,"0"0"0,-18 3 932,62-6-681,21-12-1799,-3 3 0,4-2-1729,-4 1 1,1-1 1016,-1-2 0,2 1 622,11 2 0,-2 2-1182,3-7 1182,-7 8 0,8 1 0,-6 7 0,-6 13 0,-2 6 0,4-3 0,-1 0 0,0-1 0</inkml:trace>
  <inkml:trace contextRef="#ctx0" brushRef="#br3" timeOffset="1247.27">19667 15578 7533,'-7'-26'1619,"5"12"-720,-6-3-449,8 44-315,0 12 0,0 10-203,-2-13 1,0 5-1,0 0 1,0 0-408,1 6 1,1-1 0,-1 3 451,-1-2 1,0 3 0,0-1 0,0-5-608,2-6 0,0-4 1,0-1 402,-1 16 0,2-3-403,1-8 1,4-12-91,4-25 720,0-2 0,-10-32 0,-8-16 0,1 16 0,1 0 0,-1 0 0</inkml:trace>
  <inkml:trace contextRef="#ctx0" brushRef="#br3" timeOffset="1528.27">19614 15501 7533,'0'-31'584,"0"1"1,0-4-46,4 3 1,0 2-270,-2 9 1169,30-4-989,-19 15-2089,18 1 1,3 4 334,-1 16 1080,9 2 0,-1 3 224,-8 13 385,-7-1 0,4 6 1,-6 2-596,-10-6 0,-4 1 0,0 2-90,3 9 0,0 3 1,-4-3 209,-2 5 0,-8-4-225,-19 2 0,-9-9 45,-12-16 1267,11-3 0,-1-2-1312,4-14 0,3-4 225,-5-4-1799,-20-1 810,27-6 1891,-11 5 1,39 2-1,5 6 1</inkml:trace>
  <inkml:trace contextRef="#ctx0" brushRef="#br3" timeOffset="2043.27">20602 15320 7533,'0'-20'809,"0"1"-539,-8 12 899,-9 1-89,-26 29-900,11 0-286,4-3 1,-1 5 374,3 14 1,0 6-1082,-1-7 1,-1 3 0,2-1 811,5-3 0,2-1 0,0 5 112,1 2 1,-1 4-1,3 1 1,5-1-773,8-8 1,5 0 0,1 0-1,-1-1 480,-5 9 0,-1-1 1,7 1-153,7-5 1,6 2 0,3-3 0,0-7-209,10-5 1,1-5 314,5 8 0,3-3 225,7-7 0,0-8 0,-20-11 0,1-2 0,12 4 0,0 0 0</inkml:trace>
  <inkml:trace contextRef="#ctx0" brushRef="#br3" timeOffset="2644.27">21131 15655 7533,'0'-38'1079,"-7"11"-809,-3 8 539,-8 19-629,0 7 180,-7 29-360,3 0 0,1 4-324,5-10 1,1 2 473,-4 6 0,-2 5 0,4 0-30,5-5 0,4-1 0,-2 1-949,-2 1 0,0 0 0,1 0 859,3-4 0,1 0 0,4-3-448,5 4 1,4-6 597,6-7-67,7-4 1,3-2-114,8-9 135,-5-1 0,0-2-405,5-5 279,1-7 0,3-3-909,-2-3 1,0-1-541,10-6 1,-1-1 989,-8 4 1,-4 1 449,5-9 0,-34-4 0,-10-5 0</inkml:trace>
  <inkml:trace contextRef="#ctx0" brushRef="#br3" timeOffset="2842.27">21114 15849 7533,'-20'-6'0,"-3"-1"2248,5-5 91,6 4-2249,-3 3-360,15 10-1529,31 19 1529,-8-6-989,2 2 0,1 1 1259,18 1 0,1-19 0,-19-8 0,1 0 0</inkml:trace>
  <inkml:trace contextRef="#ctx0" brushRef="#br3" timeOffset="3043.27">21131 15488 7533,'-12'-29'1638,"-1"0"0,1-1 213,-4-4-1222,16 26-179,0 1 809,24-10-899,0 9 0,5 2-675,15-4 0,2 0-78,-8 3 0,0 1 303,0 3 0,3 1 0,-6 1-900,-8 1 1,-1 0 989,14 2 0,6 0 0,-8 6 0,-18 6 0,-1 3 0,12 7 0,0 0 0</inkml:trace>
  <inkml:trace contextRef="#ctx0" brushRef="#br3" timeOffset="3297.27">21784 16017 11490,'10'12'810,"6"13"-900,-15 4-315,4 1 0,-2 0 316,-3 8-1550,-3 1 1,-2 0-1639,-4 0 1638,-4 4 1,0-3 1400,1-12 0,-5-8 0,-5-5 0,-7-16 0</inkml:trace>
  <inkml:trace contextRef="#ctx0" brushRef="#br3" timeOffset="3890.27">22172 16404 7982,'-10'-7'2789,"10"-22"-2519,10 12-360,2-19 0,2-11 120,-3 6 0,1-4 0,0-4-625,-3 9 1,0-2 0,0-3-1,0 0 1,0 0 738,0-1 0,0-2 0,0 0 0,0 2 0,0 1 193,0-4 0,0 1 1,0 2-1,-1 5 1,1 3 0,-1 4 0,1 7 201,8-1-1077,17 39 493,-15 9 0,-1 3 135,11 16-225,-11 3 0,-4 6-159,-7-13 0,-1 2 0,-2 0-216,1 8 0,-2 2 0,1 2-310,0-7 1,1 1 0,-1 0 0,-1-3 811,-1-4 1,-2-1 0,-2-3 0,-7 9 0,-6-11 0,-14-18-1</inkml:trace>
  <inkml:trace contextRef="#ctx0" brushRef="#br3" timeOffset="4111.27">22243 16004 7533,'-38'-14'3276,"21"2"-616,11 12-1940,45 0-1485,-13 5 1,3 2 134,8-3 0,0 0-837,-1 2 0,-1 1 1467,-6-1 0,1 0 0,7 0 0,2 0 0,7 4 0,0 0 0</inkml:trace>
  <inkml:trace contextRef="#ctx0" brushRef="#br3" timeOffset="4478.27">22807 15410 7533,'0'-25'3148,"0"10"-2878,8 4 1079,10 28-989,1-7 0,7 20 179,7 2-359,-19 2-120,5-4 0,5 5 0,-5 2-1153,-10-1 1,-6 1 0,3 0 87,8 1 1,2 0 0,-5 3 779,-10 1 0,-5 4 0,-2 0 1,0-9 703,0-4 0,-2-2-547,-2 2 1,-2 5 0,-1 0 0,-1-5 112,-9 3 0,1-3-90,6-2 0,0 0-92,-4-3 1,1-4-2563,9-9 2699,1-3 0,16-29 0,13-11 0</inkml:trace>
  <inkml:trace contextRef="#ctx0" brushRef="#br3" timeOffset="40509.27">8273 17385 7353,'-10'6'-90,"2"-4"540,0 3-360,6-5 269,-6 0-359,8 0 450,0-11-270,0 8 270,0-15 179,0 5-179,0-7-270,0 6 0,0-3-270,-7 10-180,5 0 270,-14 1-90,14 6 180,-14 0-90,14 0 180,-6 6 270,8-5-450,0 10 180,0-4-180,0 0 180,0 11-91,0-15 181,0 31 0,0-17-270,-3 20 0,-1 4-90,2 0 74,0-9 1,0 8 0,-1 3 0,2-4 45,0 0 0,1-1 0,1 1 37,0-1 1,1 3-1,0 0 1,1-5-23,0 13 0,3-7 45,12-1-180,-8-35 630,-2-23-630,-8 7-90,-7-12 0,-2-4-540,-3-3 451,-5-10-1530,-7 3 1349,20 20-1709,-11-31 1260,15 11 584,-1 2 0,2-1 135,6-8 135,1 2 0,2-1 45,0 14 0,0-2 390,-1-8 0,-1-5 0,0 1-121,-2 8 1,0 0 0,0-1-781,0-11 0,0-3 1,-1 5 690,0 4 0,0 2 404,4-9 1,-2 5-135,-5 18 719,13-12-989,-5 29 0,8 7 314,2 15 1,1 6-315,10 5 0,-9-2 0,2 6 0,-3-1 90,-1 3 0,-1-1-315,4 2 0,-3 2 90,-5 9 0,-4 0-180,-4-12 0,-4 0-45,-17 10 0,-4 0 135,11-14 0,-3-3-225,-17-4 0,-3-6-359,-13-8 449,4-1 3302,-5-6-4471,3 0 359,20 0-359,-5 0-270,18 11 1619,16-2 0,13-2 0,7-1 0,6-3 0,-1 0 0</inkml:trace>
  <inkml:trace contextRef="#ctx0" brushRef="#br3" timeOffset="40994.27">9155 16946 7533,'-18'-19'3276,"8"5"-2595,-6-5-321,15 1-360,-15 9 180,14-2-360,-14 11 180,-1 6-270,-3 1 45,0 10 1,-1 8 254,0 2 0,0 4 0,2-1-281,1 6 1,1 4 448,2-6 0,-3 5 0,0 3 0,2 0 0,4-4-1104,5 7 0,3-2 1,0 1 950,-4-5 0,-2 1 0,1 0 0,2-1 164,2 12 1,2-1 0,4-8-99,1-14 1,3-1-247,6 22 0,4-2 225,6-10-720,7-8 1,1-3 449,-5-11-404,3-3 0,3-1 584,7 8 0,-23 3 0,-11 9 0</inkml:trace>
  <inkml:trace contextRef="#ctx0" brushRef="#br3" timeOffset="42010.27">9419 17966 7533,'-19'11'2428,"3"-8"-2428,16 15 450,0-17-360,0 11-90,0-11 0,0-7 0,8-31 0,-4 8 0,2-3-107,2 3 0,1-3 167,-1-7 0,1-4 0,0 5-314,0 10 0,1-2 366,0-8 1,1-9-1,-1-2 1,0 5 7,0 2 0,0 3 0,0-2-75,-1 3 0,0-3 0,0 1 0,-1 3-90,1-13 0,0 4 45,3 5 0,-1 5 360,-7-7-91,12-3-269,-16 21 16,0 19 74,0 12-90,8 13 0,1-3 180,1 15 0,-2 2-180,2-4 209,-2 3 1,1 8 0,-3-6 150,-2 9-150,5-1 0,3 9 0,-1-2-892,-7-14 0,-1-3 0,1 1 682,5 4 0,0-1 0,-1-1-45,-3 9 0,0-5 135,10 0-180,-13-5-225,6-9 1,0-1-586,-6 4-719,6-2 1259,-8-15-2158,0-11 2518,0 0 0,-24-5 0,-5-2 0</inkml:trace>
  <inkml:trace contextRef="#ctx0" brushRef="#br3" timeOffset="42228.27">9543 17656 7533,'-8'-19'3276,"-10"5"0,6-5-2902,20 7-374,-2 4-585,21 4 0,9 2-854,-5-1 0,3 1 1439,0 2 0,3 2 0,-1 0 0,15-2 0,-2 2 0,-2 4 0,0 1 0</inkml:trace>
  <inkml:trace contextRef="#ctx0" brushRef="#br3" timeOffset="42610.27">10107 17049 7982,'-10'-7'1440,"2"2"179,8 16-990,0-2 271,8 38-226,-3-6 1,0 7-563,-2-12 1,-1 4-1,1 1 1,-1-2-366,1 4 0,0-1 0,-1 2 208,-2-1 0,0 3 0,0-1 0,0-5-135,0 7 0,0-4 45,0 5 0,0-4-135,-4-16 1,0-6-361,2-10-1529,-6-31-539,8-3 2698,0 2 0,8 8 0,2 12 0</inkml:trace>
  <inkml:trace contextRef="#ctx0" brushRef="#br3" timeOffset="43827.27">10601 17346 7533,'18'-19'449,"-9"5"-179,-1 1 180,0-4-270,-6 15 360,6-16-540,-8 17 359,0-5-269,0 6 1799,0 0-1979,-8 0 0,6 6 0,-6-5-89,8 17 89,0-16-90,-8 27 90,-1-19-45,0 12 0,0 3-45,-9 0 45,5 12 0,1 3 135,-8 0 120,9-10 0,0 5 0,0-4 60,-9 15 224,7 0 1,1-1-225,2-7 270,-2-1 0,1-2-270,7-11 719,-12 18-899,16-34 540,16 4 449,11-18-494,-2 1 0,3-3-360,3-4 0,1-2-585,4 4 0,-2-1 405,-10 1 0,-1 1-360,8 2 1,-5 3 134,-12 2-2339,33-3 2070,-41 5-2250,25 5 2789,-21 3 0,-16-1 0,-6-1 0</inkml:trace>
  <inkml:trace contextRef="#ctx0" brushRef="#br3" timeOffset="44045.27">10689 17566 7533,'-23'-15'1638,"-1"1"0,-9-14 303,25 26-1851,8-3 359,16 5-808,11 0 269,10 0-720,-11 5 1,-1 1-1,5-3-90,-2 5 1,1 0 899,10-6 0,-2-2 0,-14-7 0</inkml:trace>
  <inkml:trace contextRef="#ctx0" brushRef="#br3" timeOffset="44261.27">10742 17139 7533,'-29'-32'3276,"29"0"0,37 6-2640,0 15 1,4 2-1537,4-1 1,0 1-537,-7 5 0,-1 1 1436,6 3 0,-4 6 0,-18 10 0,-3 5 0,8 6 0,-1 1 0</inkml:trace>
  <inkml:trace contextRef="#ctx0" brushRef="#br3" timeOffset="44794.27">11307 17605 7803,'0'-7'1349,"0"-5"-90,-8 5-90,21 5-179,7 21-900,-2-3 0,1 2 0,0 1 0,-2 3-315,2 12 0,-5 3-855,-9-3 1,-6 1 629,-5 6 1,-6-2 89,-8-6 0,-7-8-45,-3-13 0,-3-6 405,4-3 0,5-7 0,13-26 0,15-4 0</inkml:trace>
  <inkml:trace contextRef="#ctx0" brushRef="#br3" timeOffset="45430.27">11889 17243 7533,'0'-20'449,"-8"1"-449,6 6 1350,-14 6-991,14-4 451,-6 9-630,8-3 0,-8 22 0,7-1-270,-4 9 0,2 4 0,3 8 150,-1-3 0,1 6 0,1-1 0,1-3 0,1-2 0,0 1-160,-3 1 1,0 1 0,1-1 129,4 8 0,2-1 0,-3-5-210,-2 10 45,6-5 0,0-2-45,-6-11-989,6 6-810,-8-35 1979,0-2 0,0-21 0,0-10 0,0 1 0,0-1 0</inkml:trace>
  <inkml:trace contextRef="#ctx0" brushRef="#br3" timeOffset="45711.27">11836 17192 7533,'-28'-28'0,"3"9"3276,15 8 0,2 4-3082,24 0 76,-4 1-270,13 2 0,6 2 0,-2 2 0,-1-1-315,4-5 0,1 0-405,13 3 1,-2-1 494,-18-2 0,-1 0-405,18-1 1,-2 1-1963,-1-2 2232,1 2-1349,-16 6 1709,-13 12 0,-36 19 0,0-7 0,-1-1 0</inkml:trace>
  <inkml:trace contextRef="#ctx0" brushRef="#br3" timeOffset="45944.27">11924 17437 7533,'-35'-6'3276,"15"4"-616,67 8-2570,-31 3-1183,14-3 1,9 0 0,-6 1 813,-8 6 1,17-9 0,6-1 0,-10-1-1,-1 1 1</inkml:trace>
  <inkml:trace contextRef="#ctx0" brushRef="#br3" timeOffset="46298.27">12471 16804 9332,'8'-14'2068,"9"20"-1753,7 14 0,3 10-135,-3 0 0,1 5 0,-1 3-811,-3 0 0,1 3 0,-1 3 0,-3 1 523,-4-5 0,-1 1 0,-1 2 1,-2 0-1,-4-1 0,-3-1 0,-3 1 0,-2-1 0,-2 0 0,-1-1 97,-3 7 1,-3 0 0,-2-3 0,-4-3 130,-9 2 0,-5-4 0,0-4-1,4-9 1,1-2 0,-2-4-1335,-8-2 1,2-5 1214,-11-1 0,19-24 0,19-2 0</inkml:trace>
  <inkml:trace contextRef="#ctx0" brushRef="#br3" timeOffset="47108.27">13335 17372 7263,'0'-13'1259,"0"6"90,-8 7-359,-2 48-990,-7-14-337,12 1 1,2 9 0,1 2 358,-2-6 1,-1 3 0,1 0-1,1-1-52,2 3 0,1-1 0,-1 3-78,0-8 0,-1 4 0,0 1 0,0-3 1,1-6-163,1 3 0,0-3 180,4 2 0,0-4 0,-2-4-1709,6-70 1529,0 14 270,-7-15 0,0-6 0,3 14 0,0 0 0,-4-14 0,0-1 0</inkml:trace>
  <inkml:trace contextRef="#ctx0" brushRef="#br3" timeOffset="47460.27">13247 17063 7533,'0'-37'1092,"0"0"0,8 6 0,7 5-77,10 10 1,3 6-836,15 4-91,-12 12 1,5 6 0,-7 0-180,7 7 210,-10 2 0,4 6 0,-4-4-120,5 4-90,-13 4 0,0 9 0,-5-5 90,-1 9-120,-7-8 0,-1 6 1,-5-6-483,-17 9 422,6-4 0,-3-3 197,-13-8-602,2 2 0,-4-5 185,6-19 1,-1-3 84,-7 11 0,1-3 135,-4-13-989,11-12-630,30 3 1385,4-4 414,2 8 0,26 3 0,10 4 0,-4-2 0,0 0 0</inkml:trace>
  <inkml:trace contextRef="#ctx0" brushRef="#br3" timeOffset="47827.27">14217 17088 7533,'-8'-42'2878,"-2"1"-1889,-15 27-809,-3 1 0,9 7-360,-20 23 270,25-1 90,-13 12 0,-3 10 120,11-4 0,1 5 0,0 3-585,4-8 0,-2 3 0,1 1 0,1 1 0,1 2 374,0 5 1,1 2 0,1 1 0,1-1 0,1-2-45,-1-2 0,0-1 0,2-1 0,2 0-90,3 5 0,2 2 0,2-4 0,2-8 0,5-8 0,2-3-900,10 18 1,3-4 585,9-11-1216,1-10 1,-2-2 1215,-15-3 453,13-5 0,-3-4 0,-20-5 1,17-8-1</inkml:trace>
  <inkml:trace contextRef="#ctx0" brushRef="#br3" timeOffset="50611.27">14499 17385 7533,'10'-13'539,"6"6"-359,-14-4-90,5 3 270,-7 1-270,0-5 0,0 11 270,0-5-180,0 0-90,0 5-90,0-5 90,0 1-1,0 3-178,0-3 178,0 5 541,0 0-540,0 5 0,0-3 0,-7 9 0,5-4 0,-6 6-180,-8 12 180,12-4-270,-11 3 0,-1 1 90,12 11 0,-15 0 0,-1 1 90,14 7 60,-9-11 0,-7 5 0,4-1 504,6 8 0,0 1-235,-4-7 1,-3 1 0,4-2-150,4 1 0,2-4 44,-4-6 1,2-6 135,9-14 0,-5 8-360,7-16 450,7 5-270,3-6 539,31-6 91,-1-6-609,-14 8 0,0-1-336,1-6 0,-3-1 315,14 4-900,2-4 0,2-1-919,-12 5 1,1 1 83,9 0 1,-2 1 1554,5 1 0,-49-12 0,-15-4 0</inkml:trace>
  <inkml:trace contextRef="#ctx0" brushRef="#br3" timeOffset="50812.27">14587 17720 7533,'-29'-12'1889,"-18"-1"-1799,41 6 3186,-25 1-2325,29 6-1131,2 0 270,17 0-90,11 0-1125,0 3 1,3 0-515,1-3 1,0 1 1627,-3 2 1,-1 0 0,21-9 0,-31-1 0</inkml:trace>
  <inkml:trace contextRef="#ctx0" brushRef="#br3" timeOffset="51058.27">14482 17295 7533,'-36'-25'3276,"24"10"0,38-16-2415,6 17 1,8 3-862,-3-1 0,2 1 0,1 0-1093,1 3 1,2 1 0,-1 1 958,0-1 0,1 1 0,-5 7 1,-2 14-1,-5 6 0,-8 4 0,1-1 1</inkml:trace>
  <inkml:trace contextRef="#ctx0" brushRef="#br3" timeOffset="51494.27">15169 16907 8432,'8'-21'2429,"-6"10"-1440,14 23-629,-6 14 45,5 4 0,3 2-405,-3-8 0,-1 3-820,-1 7 1,0 8 0,0 0 0,-1-5-238,4 1 0,-2 2 949,-6-4 0,1 6 0,-2 4 0,-1 0 0,-3-3 3,-3 1 0,-3-2 0,-2-1 0,-1 2 105,0 5 0,-3 2 0,-1 0 0,-2-3-198,-2-6 1,-2 0-1,-1-3 1,-1-5 332,-7 10 0,-4-11-418,-5-17 0,3-6-167,7-3 1076,-6-3 0,-4 0-1930,6-1 0,1 3 44,-6 6 1,1 2 1259,-13 3 0,22 8 0,23-11 0</inkml:trace>
  <inkml:trace contextRef="#ctx0" brushRef="#br3" timeOffset="52326.27">15928 17463 7533,'-20'-13'90,"5"5"-90,15 3 0,0 5 0,-8 5 539,6 3 271,-6 27-540,8-10-1786,0 15 0,0 3 1605,0 4 61,0-9 0,0 6 0,0-5-78,0-8 0,0-1-42,-1 10 0,1 3 0,1-5-30,7 9-45,-8-12 0,2-4 45,6-17 270,-8-2-180,0-24-360,0-16 0,0-9 60,0-9 0,0-6 1,0 2 806,0 8 0,0 1 0,0-4-615,0 3 0,0-4 0,0-2 0,0 1 0,0 4 153,0 1 0,0 3 0,0 1 0,0 0-46,-1-9 1,1 2 0,1-2 180,1-6 0,1 0 0,7 12 460,26 6-595,0 12 0,6 10-1,4 26 1,0 12-1146,-14-7 0,-2 3 1,-2 1 1010,6 10 0,-7 3 0,-7 9 0,-7-3 90,-3-2 135,-9 2 0,-10 1-225,-10-19 0,-5-2-180,-3 7 0,-3-4 454,4-9 1,-3-5-455,-3-6 0,0-3-720,-7-1 630,1 0-1529,7 0-89,45 0 4651,-10 0-2763,21 0 0,24 0 0,-20 0 0,-1 0 0</inkml:trace>
  <inkml:trace contextRef="#ctx0" brushRef="#br3" timeOffset="52646.27">16704 17139 7533,'0'-34'2608,"0"-7"-1169,-16 25-809,-3 9-1080,-17 21 180,9 13-1369,6 3 1,1 1 34,-2 2 1544,6-3 0,-1 8 0,1-6 706,-5 11-616,5-3 0,-2 8 0,3-5 15,3-15 0,2 1 22,3 5 1,0 6-1,1 0 1,1-5-152,0-3 1,2 0 143,1 14 0,1 5 0,4-4-195,8-6 0,1-4 45,-7 4 0,4-2-675,18-5 1,3-9 584,-7-15 180,1 3 0,1-3 0,11-20 0,9 1 0</inkml:trace>
  <inkml:trace contextRef="#ctx0" brushRef="#br3" timeOffset="53127.27">17127 17410 7533,'-9'-13'2698,"-7"-10"-2248,14 20-90,-6-9-360,8 12 449,0 18-224,0 6 0,0 7-105,-2 3 0,-1 3 0,0 3-940,1-1 1,-1 3 0,1 0 0,-1-2 720,0 3 1,0-1 0,0-1-172,-1 5 0,0-1 1,4-4-1065,7 0 0,1-4 1289,-7-11 0,2-1-1010,13 5 1,0-7 695,-12-15 359,19-20 0,-19-22 0,-6-11 0,5 8 0,-1 1 0,1-1 0</inkml:trace>
  <inkml:trace contextRef="#ctx0" brushRef="#br3" timeOffset="53378.27">17092 17359 7533,'-15'-36'1092,"1"-1"0,-1 4 0,6 3 2184,25-9-2093,19 8-1498,-1 22 1,3 3 314,-8-1 0,0 3-900,17 8 1,-1 3 539,4-4-855,-11 8 1,0 1 585,1-3 44,-12 2 0,-5 2 315,-10 2 270,4 15 0,-47-6 0,-17 2 0,16-4 0,-1 1 0,0-1 0</inkml:trace>
  <inkml:trace contextRef="#ctx0" brushRef="#br3" timeOffset="53577.27">17004 17682 7533,'-28'13'3276,"11"5"-256,25-9-2570,11 2-136,10-12 1,1-4-135,3-1-1819,11-1 1,1 1-835,-10-1 834,10 3 1,0 2 689,-12 2 1100,8-3 1,-1 6 0,-7 25 0,-4-10 0,1 0 0</inkml:trace>
  <inkml:trace contextRef="#ctx0" brushRef="#br3" timeOffset="53977.27">17815 16946 7533,'0'-40'3276,"0"14"-1785,24 21-951,-3 17-2179,12 11 1,1 3 1076,-13-8 0,-1 3 681,10 13 1,3 7 0,-6-3-237,-8-6 1,-2-1 176,4 2 0,3 3 0,-5 0 124,-7-4 0,-4 0 1,0 3-298,-2 6 1,0 5-1,-2 0 1,-1-3-86,-1-1 0,-1-2 0,-4 3 54,-2 0 0,-3 5 0,-1 1 0,-2-3 0,1-7 99,-4 5 0,-5-4-113,-2-3 1,-5 4 0,-1 0 0,5-7 67,4 0 0,-1-2-135,-4-6 0,-5 1 0,-1 1 0,3-2 225,0 2 0,2-1 0,-1-1 0,-2-1 0,-1 0 0,1 1 0,1-2 0,1 0 0,0 1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25 November 2024</a:t>
            </a:r>
          </a:p>
        </p:txBody>
      </p:sp>
    </p:spTree>
    <p:extLst>
      <p:ext uri="{BB962C8B-B14F-4D97-AF65-F5344CB8AC3E}">
        <p14:creationId xmlns:p14="http://schemas.microsoft.com/office/powerpoint/2010/main" val="20236376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EA8095-45BB-3417-9C85-299E6D8A52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E3B286-1178-F026-70B3-89B2F90532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Yesterday we showed how to perform exact computations on Bayesian Networks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And how to use random sampling approaches to perform approximate inference.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Both approaches have disadvantages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Exact inference is laborious and challenging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Discrete random sampling is slow, and also wasteful (Why?)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Today – two methods for improving approximate inference</a:t>
            </a:r>
          </a:p>
        </p:txBody>
      </p:sp>
    </p:spTree>
    <p:extLst>
      <p:ext uri="{BB962C8B-B14F-4D97-AF65-F5344CB8AC3E}">
        <p14:creationId xmlns:p14="http://schemas.microsoft.com/office/powerpoint/2010/main" val="14164952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8F8F69-AE94-91DF-FE89-9299A5714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005391" cy="632219"/>
          </a:xfrm>
        </p:spPr>
        <p:txBody>
          <a:bodyPr/>
          <a:lstStyle/>
          <a:p>
            <a:r>
              <a:rPr lang="en-US" dirty="0"/>
              <a:t>Importance Sampling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905DF-C995-4867-D4B7-710BED74DA8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Discrete sampling indiscriminately samples the whole sample space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support multiple queries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But for answer a specific question, very inefficient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Imagine we want to know P(M | P=True, G=False).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can sample the whole space and use rejection sampling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Many samples go unused…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we just sample the subset that we want?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Yes (importance sampling)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chemeClr val="tx2"/>
                </a:solidFill>
              </a:rPr>
              <a:t>Implement this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Can me made even more efficient – </a:t>
            </a:r>
            <a:r>
              <a:rPr lang="en-US" sz="2400" i="1" dirty="0">
                <a:solidFill>
                  <a:schemeClr val="tx2"/>
                </a:solidFill>
              </a:rPr>
              <a:t>likelihood weighting.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678129-2770-709A-F24A-32C7449AE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45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722B7-9B17-C535-5341-6C8EE22DA5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798904" cy="632219"/>
          </a:xfrm>
        </p:spPr>
        <p:txBody>
          <a:bodyPr/>
          <a:lstStyle/>
          <a:p>
            <a:r>
              <a:rPr lang="en-US" dirty="0"/>
              <a:t>Likelihood weighting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AA9A80-A8C9-C28C-CE74-4E873799ADB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Imagine we have some evidence that means some variables should be fixed – </a:t>
            </a:r>
            <a:r>
              <a:rPr lang="en-US" sz="2400" i="1" dirty="0"/>
              <a:t>evidence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The evidence must by definition be consistent with the posterior distribution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Sampling from the sample subspace that supports the evidence must take this into account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Not all evidence is equally well supported – we should account for the probability that a sample is more or less supportive of the evidence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This is the principle behind likelihood weighting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667F0-A11C-390E-687F-A88311C48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5966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06FCC-0D89-BF4D-6022-11FC57450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0820400" cy="632219"/>
          </a:xfrm>
        </p:spPr>
        <p:txBody>
          <a:bodyPr/>
          <a:lstStyle/>
          <a:p>
            <a:r>
              <a:rPr lang="en-US" dirty="0"/>
              <a:t>The Likelihood Weighting Algorithm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13F562-BB4F-BE9C-F6CA-97A890CFF1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Fix all the evidence variables to their observed values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Sample non-evidence variables conditioned on the fixed evidence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Compute the probability that the sample you have just drawn would give rise to the evidence that you have fixed.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Include your sample in the trace, weighted by this probability.</a:t>
            </a:r>
          </a:p>
          <a:p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8AFDB-B718-3E8B-AEDD-99CD9EE93F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4239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7C220-1991-8F58-0B81-54185EE17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5BA74D-198C-7DE5-67EE-5DB97D9BFE3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3"/>
            <a:ext cx="11353799" cy="4905623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Imagine we want to know P(M | P=True, G=False).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Set weight </a:t>
            </a:r>
            <a:r>
              <a:rPr lang="en-US" sz="2400" i="1" dirty="0">
                <a:solidFill>
                  <a:schemeClr val="tx2"/>
                </a:solidFill>
              </a:rPr>
              <a:t>w </a:t>
            </a:r>
            <a:r>
              <a:rPr lang="en-US" sz="2400" dirty="0">
                <a:solidFill>
                  <a:schemeClr val="tx2"/>
                </a:solidFill>
              </a:rPr>
              <a:t>= 1.0.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tx2"/>
                </a:solidFill>
              </a:rPr>
              <a:t>G</a:t>
            </a:r>
            <a:r>
              <a:rPr lang="en-US" sz="2400" dirty="0">
                <a:solidFill>
                  <a:schemeClr val="tx2"/>
                </a:solidFill>
              </a:rPr>
              <a:t> is an evidence variable and is fixed at False. Set </a:t>
            </a:r>
            <a:r>
              <a:rPr lang="en-US" sz="2400" i="1" dirty="0">
                <a:solidFill>
                  <a:schemeClr val="tx2"/>
                </a:solidFill>
              </a:rPr>
              <a:t>w</a:t>
            </a:r>
            <a:r>
              <a:rPr lang="en-US" sz="2400" dirty="0">
                <a:solidFill>
                  <a:schemeClr val="tx2"/>
                </a:solidFill>
              </a:rPr>
              <a:t> = </a:t>
            </a:r>
            <a:r>
              <a:rPr lang="en-US" sz="2400" i="1" dirty="0">
                <a:solidFill>
                  <a:schemeClr val="tx2"/>
                </a:solidFill>
              </a:rPr>
              <a:t>w</a:t>
            </a:r>
            <a:r>
              <a:rPr lang="en-US" sz="2400" dirty="0">
                <a:solidFill>
                  <a:schemeClr val="tx2"/>
                </a:solidFill>
              </a:rPr>
              <a:t> x  </a:t>
            </a:r>
            <a:r>
              <a:rPr lang="en-US" sz="2400" i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i="1" dirty="0">
                <a:solidFill>
                  <a:schemeClr val="tx2"/>
                </a:solidFill>
              </a:rPr>
              <a:t>G</a:t>
            </a:r>
            <a:r>
              <a:rPr lang="en-US" sz="2400" dirty="0">
                <a:solidFill>
                  <a:schemeClr val="tx2"/>
                </a:solidFill>
              </a:rPr>
              <a:t>=False) = 0.4.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tx2"/>
                </a:solidFill>
              </a:rPr>
              <a:t>M</a:t>
            </a:r>
            <a:r>
              <a:rPr lang="en-US" sz="2400" dirty="0">
                <a:solidFill>
                  <a:schemeClr val="tx2"/>
                </a:solidFill>
              </a:rPr>
              <a:t> is not evidence. Sample from </a:t>
            </a:r>
            <a:r>
              <a:rPr lang="en-US" sz="2400" i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i="1" dirty="0">
                <a:solidFill>
                  <a:schemeClr val="tx2"/>
                </a:solidFill>
              </a:rPr>
              <a:t>M</a:t>
            </a:r>
            <a:r>
              <a:rPr lang="en-US" sz="2400" dirty="0">
                <a:solidFill>
                  <a:schemeClr val="tx2"/>
                </a:solidFill>
              </a:rPr>
              <a:t>) = (0.25,0.75), suppose this returns True.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Sample from </a:t>
            </a:r>
            <a:r>
              <a:rPr lang="en-US" sz="2400" i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i="1" dirty="0">
                <a:solidFill>
                  <a:schemeClr val="tx2"/>
                </a:solidFill>
              </a:rPr>
              <a:t>F</a:t>
            </a:r>
            <a:r>
              <a:rPr lang="en-US" sz="2400" dirty="0">
                <a:solidFill>
                  <a:schemeClr val="tx2"/>
                </a:solidFill>
              </a:rPr>
              <a:t> | </a:t>
            </a:r>
            <a:r>
              <a:rPr lang="en-US" sz="2400" i="1" dirty="0">
                <a:solidFill>
                  <a:schemeClr val="tx2"/>
                </a:solidFill>
              </a:rPr>
              <a:t>M</a:t>
            </a:r>
            <a:r>
              <a:rPr lang="en-US" sz="2400" dirty="0">
                <a:solidFill>
                  <a:schemeClr val="tx2"/>
                </a:solidFill>
              </a:rPr>
              <a:t>=True) = (0.4,0.6), suppose this returns False.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i="1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i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 is an evidence variable and is True. Set </a:t>
            </a:r>
            <a:r>
              <a:rPr lang="en-US" sz="2400" i="1" dirty="0">
                <a:solidFill>
                  <a:schemeClr val="tx2"/>
                </a:solidFill>
              </a:rPr>
              <a:t>w</a:t>
            </a:r>
            <a:r>
              <a:rPr lang="en-US" sz="2400" dirty="0">
                <a:solidFill>
                  <a:schemeClr val="tx2"/>
                </a:solidFill>
              </a:rPr>
              <a:t> = </a:t>
            </a:r>
            <a:r>
              <a:rPr lang="en-US" sz="2400" i="1" dirty="0">
                <a:solidFill>
                  <a:schemeClr val="tx2"/>
                </a:solidFill>
              </a:rPr>
              <a:t>w</a:t>
            </a:r>
            <a:r>
              <a:rPr lang="en-US" sz="2400" dirty="0">
                <a:solidFill>
                  <a:schemeClr val="tx2"/>
                </a:solidFill>
              </a:rPr>
              <a:t> x </a:t>
            </a:r>
            <a:r>
              <a:rPr lang="en-US" sz="2400" i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i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=True | </a:t>
            </a:r>
            <a:r>
              <a:rPr lang="en-US" sz="2400" i="1" dirty="0">
                <a:solidFill>
                  <a:schemeClr val="tx2"/>
                </a:solidFill>
              </a:rPr>
              <a:t>M</a:t>
            </a:r>
            <a:r>
              <a:rPr lang="en-US" sz="2400" dirty="0">
                <a:solidFill>
                  <a:schemeClr val="tx2"/>
                </a:solidFill>
              </a:rPr>
              <a:t>=True) = 0.4 x 0.55 = 0.22.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Record (False, True, False, True) with weight 0.22.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DAA201-BE8B-B9A7-7AFB-21113F5E47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8555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B486F-CFDC-E164-4983-44A639D2E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7490791" cy="632219"/>
          </a:xfrm>
        </p:spPr>
        <p:txBody>
          <a:bodyPr/>
          <a:lstStyle/>
          <a:p>
            <a:r>
              <a:rPr lang="en-US" dirty="0"/>
              <a:t>Why does this work?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4A69E3-44A6-F398-647E-08466A7E2C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en-GB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A</a:t>
            </a:r>
            <a:r>
              <a:rPr lang="en-GB" sz="2400" b="0" dirty="0">
                <a:solidFill>
                  <a:schemeClr val="tx2"/>
                </a:solidFill>
                <a:effectLst/>
              </a:rPr>
              <a:t>ll of the samples generate have the observed values of the evidence variables and so all of the samples can be used.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b="0" dirty="0">
              <a:solidFill>
                <a:schemeClr val="tx2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Improved accuracy (more samples) or faster convergence for a given level of accuracy.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C</a:t>
            </a:r>
            <a:r>
              <a:rPr lang="en-GB" sz="2400" b="0" dirty="0">
                <a:solidFill>
                  <a:schemeClr val="tx2"/>
                </a:solidFill>
                <a:effectLst/>
              </a:rPr>
              <a:t>an be shown rigorously that weighting of the likelihoods in this way is fully consistent with direct sampling from the desired posterior distribution.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E0DD8A-697A-A0E4-522B-E41310A50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0247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EA8095-45BB-3417-9C85-299E6D8A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48600" cy="632219"/>
          </a:xfrm>
        </p:spPr>
        <p:txBody>
          <a:bodyPr/>
          <a:lstStyle/>
          <a:p>
            <a:r>
              <a:rPr lang="en-US" dirty="0"/>
              <a:t>Markov Chain Monte Carlo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E3B286-1178-F026-70B3-89B2F90532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Discrete sampling and its variants all generate samples independently.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new sample in the trace has no knowledge of any previous samples that have been generated.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very common alternative treats the sampling as a *Markov Chain* in which the generation of the next sample depends on the current sample, but not on events prior to the current sample.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Markov Chain Monte Carlo (MCMC) sampling methods generate each successive sample by randomly modifying the current sample.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Gibbs Sampler is especially well suited for Bayesian Networks.</a:t>
            </a:r>
          </a:p>
        </p:txBody>
      </p:sp>
    </p:spTree>
    <p:extLst>
      <p:ext uri="{BB962C8B-B14F-4D97-AF65-F5344CB8AC3E}">
        <p14:creationId xmlns:p14="http://schemas.microsoft.com/office/powerpoint/2010/main" val="16816699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9EA8095-45BB-3417-9C85-299E6D8A52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7848600" cy="632219"/>
          </a:xfrm>
        </p:spPr>
        <p:txBody>
          <a:bodyPr/>
          <a:lstStyle/>
          <a:p>
            <a:r>
              <a:rPr lang="en-US" dirty="0"/>
              <a:t>Gibbs Sampling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6E3B286-1178-F026-70B3-89B2F90532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Gibbs sampler is a Markov Chain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States are generated by making modifications to the current state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Begin by fixing all evidence variables to their observed values. These will not be changed through the sampling process.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Initialise</a:t>
            </a:r>
            <a:r>
              <a:rPr lang="en-US" sz="2400" dirty="0">
                <a:solidFill>
                  <a:schemeClr val="tx2"/>
                </a:solidFill>
              </a:rPr>
              <a:t> all of the non-evidence variables to random values.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Initial values must be supported by the distribution attached to the variable but there are no other requirements.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new state is created by sampling *one* of the non-evidence variables, chosen at random.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sampling of the chosen variable will be from its conditional probability distribution which is implicitly or explicitly conditioned on its </a:t>
            </a:r>
            <a:r>
              <a:rPr lang="en-US" sz="2400" i="1" dirty="0">
                <a:solidFill>
                  <a:schemeClr val="tx2"/>
                </a:solidFill>
              </a:rPr>
              <a:t>Markov Blanket</a:t>
            </a:r>
          </a:p>
        </p:txBody>
      </p:sp>
    </p:spTree>
    <p:extLst>
      <p:ext uri="{BB962C8B-B14F-4D97-AF65-F5344CB8AC3E}">
        <p14:creationId xmlns:p14="http://schemas.microsoft.com/office/powerpoint/2010/main" val="13527934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5ED66-7E78-3CBD-F246-86329C1F3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Markov Blanket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99E2AB-3FE8-44DB-DF73-752B7C3139D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3733799" cy="4905623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T</a:t>
            </a:r>
            <a:r>
              <a:rPr lang="en-GB" sz="2400" b="0" dirty="0">
                <a:solidFill>
                  <a:schemeClr val="tx2"/>
                </a:solidFill>
                <a:effectLst/>
              </a:rPr>
              <a:t>he set of variables that are either parents or children of the chosen variable, or are co-parents of the variable's children</a:t>
            </a:r>
            <a:endParaRPr lang="en-US" sz="2000" b="0" dirty="0">
              <a:solidFill>
                <a:schemeClr val="tx2"/>
              </a:solidFill>
              <a:effectLst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400" b="0" dirty="0">
                <a:solidFill>
                  <a:schemeClr val="tx2"/>
                </a:solidFill>
                <a:effectLst/>
              </a:rPr>
              <a:t>Any variable is conditionally independent of all variables outside of its Markov blanket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BBB4C2-174F-3C23-B314-30163FE09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25844112-4C2E-5DD1-D642-6A0E80D3EAAA}"/>
                  </a:ext>
                </a:extLst>
              </p14:cNvPr>
              <p14:cNvContentPartPr/>
              <p14:nvPr/>
            </p14:nvContentPartPr>
            <p14:xfrm>
              <a:off x="682200" y="801360"/>
              <a:ext cx="10157760" cy="58665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25844112-4C2E-5DD1-D642-6A0E80D3EAA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66000" y="785160"/>
                <a:ext cx="10190160" cy="5898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086669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B47EBF-1132-CCAE-0F7B-3DCB1A7228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Gibbs Sampling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F580AB-C124-C78B-09D4-2D2433EE8CE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Gibbs sampler determines its outcome by counting how many times it visits each state and </a:t>
            </a:r>
            <a:r>
              <a:rPr lang="en-US" sz="2400" dirty="0" err="1">
                <a:solidFill>
                  <a:schemeClr val="tx2"/>
                </a:solidFill>
              </a:rPr>
              <a:t>normalising</a:t>
            </a:r>
            <a:r>
              <a:rPr lang="en-US" sz="2400" dirty="0">
                <a:solidFill>
                  <a:schemeClr val="tx2"/>
                </a:solidFill>
              </a:rPr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If it visits a state where </a:t>
            </a:r>
            <a:r>
              <a:rPr lang="en-US" sz="2400" i="1" dirty="0">
                <a:solidFill>
                  <a:schemeClr val="tx2"/>
                </a:solidFill>
              </a:rPr>
              <a:t>M</a:t>
            </a:r>
            <a:r>
              <a:rPr lang="en-US" sz="2400" dirty="0">
                <a:solidFill>
                  <a:schemeClr val="tx2"/>
                </a:solidFill>
              </a:rPr>
              <a:t> is True forty-five times, and </a:t>
            </a:r>
            <a:r>
              <a:rPr lang="en-US" sz="2400" i="1" dirty="0">
                <a:solidFill>
                  <a:schemeClr val="tx2"/>
                </a:solidFill>
              </a:rPr>
              <a:t>M</a:t>
            </a:r>
            <a:r>
              <a:rPr lang="en-US" sz="2400" dirty="0">
                <a:solidFill>
                  <a:schemeClr val="tx2"/>
                </a:solidFill>
              </a:rPr>
              <a:t> is False fifteen times, the resulting distribution is </a:t>
            </a:r>
            <a:r>
              <a:rPr lang="en-US" sz="2400" i="1" dirty="0">
                <a:solidFill>
                  <a:schemeClr val="tx2"/>
                </a:solidFill>
              </a:rPr>
              <a:t>P</a:t>
            </a:r>
            <a:r>
              <a:rPr lang="en-US" sz="2400" dirty="0">
                <a:solidFill>
                  <a:schemeClr val="tx2"/>
                </a:solidFill>
              </a:rPr>
              <a:t>(</a:t>
            </a:r>
            <a:r>
              <a:rPr lang="en-US" sz="2400" i="1" dirty="0">
                <a:solidFill>
                  <a:schemeClr val="tx2"/>
                </a:solidFill>
              </a:rPr>
              <a:t>M</a:t>
            </a:r>
            <a:r>
              <a:rPr lang="en-US" sz="2400" dirty="0">
                <a:solidFill>
                  <a:schemeClr val="tx2"/>
                </a:solidFill>
              </a:rPr>
              <a:t>|</a:t>
            </a:r>
            <a:r>
              <a:rPr lang="en-US" sz="2400" i="1" dirty="0">
                <a:solidFill>
                  <a:schemeClr val="tx2"/>
                </a:solidFill>
              </a:rPr>
              <a:t>F</a:t>
            </a:r>
            <a:r>
              <a:rPr lang="en-US" sz="2400" dirty="0">
                <a:solidFill>
                  <a:schemeClr val="tx2"/>
                </a:solidFill>
              </a:rPr>
              <a:t>) = 45/60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The Gibbs sampler settle into an equilibrium in which it visits states according to a distribution that is equivalent to the posterior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Needs to reach that equilibrium – requires a </a:t>
            </a:r>
            <a:r>
              <a:rPr lang="en-US" sz="2400" i="1" dirty="0">
                <a:solidFill>
                  <a:schemeClr val="tx2"/>
                </a:solidFill>
              </a:rPr>
              <a:t>burn-in </a:t>
            </a:r>
            <a:r>
              <a:rPr lang="en-US" sz="2400" dirty="0">
                <a:solidFill>
                  <a:schemeClr val="tx2"/>
                </a:solidFill>
              </a:rPr>
              <a:t>period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Tricky to implement – we use a library: </a:t>
            </a:r>
            <a:r>
              <a:rPr 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pymc3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Open</a:t>
            </a:r>
            <a:r>
              <a:rPr lang="en-US" sz="2400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11. Approximate Inference </a:t>
            </a:r>
            <a:r>
              <a:rPr lang="en-US" sz="2400" dirty="0" err="1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nocode.ipynb</a:t>
            </a:r>
            <a:endParaRPr lang="en-US" sz="24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71DB7D-E618-86DE-4665-F9E7BE791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0228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7862</TotalTime>
  <Words>841</Words>
  <Application>Microsoft Macintosh PowerPoint</Application>
  <PresentationFormat>Widescreen</PresentationFormat>
  <Paragraphs>100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Courier New</vt:lpstr>
      <vt:lpstr>Office Theme</vt:lpstr>
      <vt:lpstr>MSc Artificial Intelligence</vt:lpstr>
      <vt:lpstr>Recap</vt:lpstr>
      <vt:lpstr>Importance Sampling</vt:lpstr>
      <vt:lpstr>Likelihood weighting</vt:lpstr>
      <vt:lpstr>The Likelihood Weighting Algorithm</vt:lpstr>
      <vt:lpstr>Example</vt:lpstr>
      <vt:lpstr>Why does this work?</vt:lpstr>
      <vt:lpstr>Markov Chain Monte Carlo</vt:lpstr>
      <vt:lpstr>Gibbs Sampling</vt:lpstr>
      <vt:lpstr>Markov Blanket</vt:lpstr>
      <vt:lpstr>Gibbs Sampling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MSc Artificial Intelligence</dc:title>
  <dc:creator>Iain Styles (Computer Science)</dc:creator>
  <cp:lastModifiedBy>Iain Styles</cp:lastModifiedBy>
  <cp:revision>5</cp:revision>
  <cp:lastPrinted>2023-11-27T07:54:23Z</cp:lastPrinted>
  <dcterms:created xsi:type="dcterms:W3CDTF">2023-11-22T06:43:35Z</dcterms:created>
  <dcterms:modified xsi:type="dcterms:W3CDTF">2025-11-13T21:39:53Z</dcterms:modified>
</cp:coreProperties>
</file>