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350" r:id="rId2"/>
    <p:sldId id="351" r:id="rId3"/>
    <p:sldId id="352" r:id="rId4"/>
    <p:sldId id="341" r:id="rId5"/>
    <p:sldId id="353" r:id="rId6"/>
    <p:sldId id="354" r:id="rId7"/>
    <p:sldId id="356" r:id="rId8"/>
    <p:sldId id="342" r:id="rId9"/>
    <p:sldId id="343" r:id="rId10"/>
    <p:sldId id="344" r:id="rId11"/>
    <p:sldId id="345" r:id="rId12"/>
    <p:sldId id="355" r:id="rId13"/>
    <p:sldId id="346" r:id="rId14"/>
    <p:sldId id="347" r:id="rId15"/>
    <p:sldId id="348" r:id="rId16"/>
    <p:sldId id="349" r:id="rId17"/>
    <p:sldId id="306" r:id="rId18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47C58D-A652-FA4B-B32F-A9572A62FEF6}" v="1235" dt="2025-11-17T15:50:52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69" autoAdjust="0"/>
    <p:restoredTop sz="96327" autoAdjust="0"/>
  </p:normalViewPr>
  <p:slideViewPr>
    <p:cSldViewPr snapToGrid="0" snapToObjects="1" showGuides="1">
      <p:cViewPr varScale="1">
        <p:scale>
          <a:sx n="126" d="100"/>
          <a:sy n="126" d="100"/>
        </p:scale>
        <p:origin x="224" y="208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undo custSel addSld delSld modSld">
      <pc:chgData name="Iain Styles" userId="befbdaae-53f8-4d26-a8dc-3366b09f768a" providerId="ADAL" clId="{5E0D2633-D8F6-500D-A7FC-C9CB56BC4BFB}" dt="2025-11-20T07:13:02.452" v="2100" actId="2696"/>
      <pc:docMkLst>
        <pc:docMk/>
      </pc:docMkLst>
      <pc:sldChg chg="modSp modAnim">
        <pc:chgData name="Iain Styles" userId="befbdaae-53f8-4d26-a8dc-3366b09f768a" providerId="ADAL" clId="{5E0D2633-D8F6-500D-A7FC-C9CB56BC4BFB}" dt="2025-11-17T06:23:41.700" v="1431" actId="20577"/>
        <pc:sldMkLst>
          <pc:docMk/>
          <pc:sldMk cId="532022837" sldId="306"/>
        </pc:sldMkLst>
        <pc:spChg chg="mod">
          <ac:chgData name="Iain Styles" userId="befbdaae-53f8-4d26-a8dc-3366b09f768a" providerId="ADAL" clId="{5E0D2633-D8F6-500D-A7FC-C9CB56BC4BFB}" dt="2025-11-17T06:23:41.700" v="1431" actId="20577"/>
          <ac:spMkLst>
            <pc:docMk/>
            <pc:sldMk cId="532022837" sldId="306"/>
            <ac:spMk id="3" creationId="{E5F580AB-C124-C78B-09D4-2D2433EE8CEB}"/>
          </ac:spMkLst>
        </pc:spChg>
      </pc:sldChg>
      <pc:sldChg chg="addSp delSp modSp del mod chgLayout">
        <pc:chgData name="Iain Styles" userId="befbdaae-53f8-4d26-a8dc-3366b09f768a" providerId="ADAL" clId="{5E0D2633-D8F6-500D-A7FC-C9CB56BC4BFB}" dt="2025-11-20T07:13:02.452" v="2100" actId="2696"/>
        <pc:sldMkLst>
          <pc:docMk/>
          <pc:sldMk cId="2023637604" sldId="340"/>
        </pc:sldMkLst>
      </pc:sldChg>
      <pc:sldChg chg="modSp mod">
        <pc:chgData name="Iain Styles" userId="befbdaae-53f8-4d26-a8dc-3366b09f768a" providerId="ADAL" clId="{5E0D2633-D8F6-500D-A7FC-C9CB56BC4BFB}" dt="2025-11-17T08:46:50.093" v="1909" actId="20577"/>
        <pc:sldMkLst>
          <pc:docMk/>
          <pc:sldMk cId="1416495267" sldId="341"/>
        </pc:sldMkLst>
        <pc:spChg chg="mod">
          <ac:chgData name="Iain Styles" userId="befbdaae-53f8-4d26-a8dc-3366b09f768a" providerId="ADAL" clId="{5E0D2633-D8F6-500D-A7FC-C9CB56BC4BFB}" dt="2025-11-17T08:46:50.093" v="1909" actId="20577"/>
          <ac:spMkLst>
            <pc:docMk/>
            <pc:sldMk cId="1416495267" sldId="341"/>
            <ac:spMk id="6" creationId="{46E3B286-1178-F026-70B3-89B2F9053223}"/>
          </ac:spMkLst>
        </pc:spChg>
      </pc:sldChg>
      <pc:sldChg chg="modSp mod modAnim">
        <pc:chgData name="Iain Styles" userId="befbdaae-53f8-4d26-a8dc-3366b09f768a" providerId="ADAL" clId="{5E0D2633-D8F6-500D-A7FC-C9CB56BC4BFB}" dt="2025-11-17T08:53:57.991" v="2094"/>
        <pc:sldMkLst>
          <pc:docMk/>
          <pc:sldMk cId="375445054" sldId="342"/>
        </pc:sldMkLst>
        <pc:spChg chg="mod">
          <ac:chgData name="Iain Styles" userId="befbdaae-53f8-4d26-a8dc-3366b09f768a" providerId="ADAL" clId="{5E0D2633-D8F6-500D-A7FC-C9CB56BC4BFB}" dt="2025-11-17T08:53:50.624" v="2093" actId="20577"/>
          <ac:spMkLst>
            <pc:docMk/>
            <pc:sldMk cId="375445054" sldId="342"/>
            <ac:spMk id="3" creationId="{E3C905DF-C995-4867-D4B7-710BED74DA84}"/>
          </ac:spMkLst>
        </pc:spChg>
      </pc:sldChg>
      <pc:sldChg chg="addSp delSp modSp mod">
        <pc:chgData name="Iain Styles" userId="befbdaae-53f8-4d26-a8dc-3366b09f768a" providerId="ADAL" clId="{5E0D2633-D8F6-500D-A7FC-C9CB56BC4BFB}" dt="2025-11-17T12:37:09.379" v="2097"/>
        <pc:sldMkLst>
          <pc:docMk/>
          <pc:sldMk cId="2668555977" sldId="345"/>
        </pc:sldMkLst>
        <pc:inkChg chg="add">
          <ac:chgData name="Iain Styles" userId="befbdaae-53f8-4d26-a8dc-3366b09f768a" providerId="ADAL" clId="{5E0D2633-D8F6-500D-A7FC-C9CB56BC4BFB}" dt="2025-11-17T12:37:09.379" v="2097"/>
          <ac:inkMkLst>
            <pc:docMk/>
            <pc:sldMk cId="2668555977" sldId="345"/>
            <ac:inkMk id="7" creationId="{127941A1-D119-5673-362A-3E4ED84435A9}"/>
          </ac:inkMkLst>
        </pc:inkChg>
      </pc:sldChg>
      <pc:sldChg chg="modAnim">
        <pc:chgData name="Iain Styles" userId="befbdaae-53f8-4d26-a8dc-3366b09f768a" providerId="ADAL" clId="{5E0D2633-D8F6-500D-A7FC-C9CB56BC4BFB}" dt="2025-11-17T06:27:12.745" v="1434"/>
        <pc:sldMkLst>
          <pc:docMk/>
          <pc:sldMk cId="1020247238" sldId="346"/>
        </pc:sldMkLst>
      </pc:sldChg>
      <pc:sldChg chg="modAnim">
        <pc:chgData name="Iain Styles" userId="befbdaae-53f8-4d26-a8dc-3366b09f768a" providerId="ADAL" clId="{5E0D2633-D8F6-500D-A7FC-C9CB56BC4BFB}" dt="2025-11-17T06:26:55.611" v="1432"/>
        <pc:sldMkLst>
          <pc:docMk/>
          <pc:sldMk cId="1681669975" sldId="347"/>
        </pc:sldMkLst>
      </pc:sldChg>
      <pc:sldChg chg="modAnim">
        <pc:chgData name="Iain Styles" userId="befbdaae-53f8-4d26-a8dc-3366b09f768a" providerId="ADAL" clId="{5E0D2633-D8F6-500D-A7FC-C9CB56BC4BFB}" dt="2025-11-17T06:27:04.178" v="1433"/>
        <pc:sldMkLst>
          <pc:docMk/>
          <pc:sldMk cId="1352793453" sldId="348"/>
        </pc:sldMkLst>
      </pc:sldChg>
      <pc:sldChg chg="addSp delSp mod">
        <pc:chgData name="Iain Styles" userId="befbdaae-53f8-4d26-a8dc-3366b09f768a" providerId="ADAL" clId="{5E0D2633-D8F6-500D-A7FC-C9CB56BC4BFB}" dt="2025-11-17T15:50:52.371" v="2099"/>
        <pc:sldMkLst>
          <pc:docMk/>
          <pc:sldMk cId="2108666997" sldId="349"/>
        </pc:sldMkLst>
        <pc:inkChg chg="add">
          <ac:chgData name="Iain Styles" userId="befbdaae-53f8-4d26-a8dc-3366b09f768a" providerId="ADAL" clId="{5E0D2633-D8F6-500D-A7FC-C9CB56BC4BFB}" dt="2025-11-17T15:50:52.371" v="2099"/>
          <ac:inkMkLst>
            <pc:docMk/>
            <pc:sldMk cId="2108666997" sldId="349"/>
            <ac:inkMk id="6" creationId="{FC166601-4F51-CCBB-D5CA-FA97BCB79632}"/>
          </ac:inkMkLst>
        </pc:inkChg>
      </pc:sldChg>
      <pc:sldChg chg="delSp modSp new mod">
        <pc:chgData name="Iain Styles" userId="befbdaae-53f8-4d26-a8dc-3366b09f768a" providerId="ADAL" clId="{5E0D2633-D8F6-500D-A7FC-C9CB56BC4BFB}" dt="2025-11-17T05:35:22.240" v="111" actId="20577"/>
        <pc:sldMkLst>
          <pc:docMk/>
          <pc:sldMk cId="2188175288" sldId="350"/>
        </pc:sldMkLst>
        <pc:spChg chg="mod">
          <ac:chgData name="Iain Styles" userId="befbdaae-53f8-4d26-a8dc-3366b09f768a" providerId="ADAL" clId="{5E0D2633-D8F6-500D-A7FC-C9CB56BC4BFB}" dt="2025-11-17T05:35:10.136" v="89" actId="20577"/>
          <ac:spMkLst>
            <pc:docMk/>
            <pc:sldMk cId="2188175288" sldId="350"/>
            <ac:spMk id="2" creationId="{48B35037-D567-2324-AC0B-840794A24AE9}"/>
          </ac:spMkLst>
        </pc:spChg>
        <pc:spChg chg="mod">
          <ac:chgData name="Iain Styles" userId="befbdaae-53f8-4d26-a8dc-3366b09f768a" providerId="ADAL" clId="{5E0D2633-D8F6-500D-A7FC-C9CB56BC4BFB}" dt="2025-11-17T05:35:22.240" v="111" actId="20577"/>
          <ac:spMkLst>
            <pc:docMk/>
            <pc:sldMk cId="2188175288" sldId="350"/>
            <ac:spMk id="4" creationId="{C0121E20-D04C-C416-E3F3-9645F0488BE4}"/>
          </ac:spMkLst>
        </pc:spChg>
      </pc:sldChg>
      <pc:sldChg chg="addSp delSp modSp new mod addAnim delAnim modAnim chgLayout">
        <pc:chgData name="Iain Styles" userId="befbdaae-53f8-4d26-a8dc-3366b09f768a" providerId="ADAL" clId="{5E0D2633-D8F6-500D-A7FC-C9CB56BC4BFB}" dt="2025-11-17T08:44:25.894" v="1804" actId="20577"/>
        <pc:sldMkLst>
          <pc:docMk/>
          <pc:sldMk cId="739261049" sldId="351"/>
        </pc:sldMkLst>
        <pc:spChg chg="add mod ord">
          <ac:chgData name="Iain Styles" userId="befbdaae-53f8-4d26-a8dc-3366b09f768a" providerId="ADAL" clId="{5E0D2633-D8F6-500D-A7FC-C9CB56BC4BFB}" dt="2025-11-17T05:35:58.925" v="135" actId="20577"/>
          <ac:spMkLst>
            <pc:docMk/>
            <pc:sldMk cId="739261049" sldId="351"/>
            <ac:spMk id="5" creationId="{B9382016-D0A9-3DDF-CAA9-710506F33F89}"/>
          </ac:spMkLst>
        </pc:spChg>
        <pc:spChg chg="add mod ord">
          <ac:chgData name="Iain Styles" userId="befbdaae-53f8-4d26-a8dc-3366b09f768a" providerId="ADAL" clId="{5E0D2633-D8F6-500D-A7FC-C9CB56BC4BFB}" dt="2025-11-17T08:44:25.894" v="1804" actId="20577"/>
          <ac:spMkLst>
            <pc:docMk/>
            <pc:sldMk cId="739261049" sldId="351"/>
            <ac:spMk id="6" creationId="{B090D850-085A-1D3E-3F0C-83075F6DDEAE}"/>
          </ac:spMkLst>
        </pc:spChg>
        <pc:picChg chg="add mod">
          <ac:chgData name="Iain Styles" userId="befbdaae-53f8-4d26-a8dc-3366b09f768a" providerId="ADAL" clId="{5E0D2633-D8F6-500D-A7FC-C9CB56BC4BFB}" dt="2025-11-17T05:53:14.883" v="976" actId="1076"/>
          <ac:picMkLst>
            <pc:docMk/>
            <pc:sldMk cId="739261049" sldId="351"/>
            <ac:picMk id="7" creationId="{C4FACD86-CE3E-406A-E548-DAD3C4C5326A}"/>
          </ac:picMkLst>
        </pc:picChg>
      </pc:sldChg>
      <pc:sldChg chg="addSp modSp add mod modAnim">
        <pc:chgData name="Iain Styles" userId="befbdaae-53f8-4d26-a8dc-3366b09f768a" providerId="ADAL" clId="{5E0D2633-D8F6-500D-A7FC-C9CB56BC4BFB}" dt="2025-11-17T10:50:59.742" v="2095"/>
        <pc:sldMkLst>
          <pc:docMk/>
          <pc:sldMk cId="2967060206" sldId="352"/>
        </pc:sldMkLst>
        <pc:spChg chg="mod">
          <ac:chgData name="Iain Styles" userId="befbdaae-53f8-4d26-a8dc-3366b09f768a" providerId="ADAL" clId="{5E0D2633-D8F6-500D-A7FC-C9CB56BC4BFB}" dt="2025-11-17T08:49:04.319" v="2075" actId="20577"/>
          <ac:spMkLst>
            <pc:docMk/>
            <pc:sldMk cId="2967060206" sldId="352"/>
            <ac:spMk id="6" creationId="{249F28F3-01C3-B8B8-432B-7A1B4F665959}"/>
          </ac:spMkLst>
        </pc:spChg>
        <pc:picChg chg="add mod">
          <ac:chgData name="Iain Styles" userId="befbdaae-53f8-4d26-a8dc-3366b09f768a" providerId="ADAL" clId="{5E0D2633-D8F6-500D-A7FC-C9CB56BC4BFB}" dt="2025-11-17T05:54:36.983" v="992" actId="1076"/>
          <ac:picMkLst>
            <pc:docMk/>
            <pc:sldMk cId="2967060206" sldId="352"/>
            <ac:picMk id="2" creationId="{61CBCD19-C319-D8D0-19E2-2ECE69524FC3}"/>
          </ac:picMkLst>
        </pc:pic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2967060206" sldId="352"/>
            <ac:inkMk id="3" creationId="{812B78FF-9F4D-72D6-82F0-32D4F029D3BD}"/>
          </ac:inkMkLst>
        </pc:inkChg>
      </pc:sldChg>
      <pc:sldChg chg="addSp modSp add mod">
        <pc:chgData name="Iain Styles" userId="befbdaae-53f8-4d26-a8dc-3366b09f768a" providerId="ADAL" clId="{5E0D2633-D8F6-500D-A7FC-C9CB56BC4BFB}" dt="2025-11-17T10:50:59.742" v="2095"/>
        <pc:sldMkLst>
          <pc:docMk/>
          <pc:sldMk cId="963207941" sldId="353"/>
        </pc:sldMkLst>
        <pc:spChg chg="mod">
          <ac:chgData name="Iain Styles" userId="befbdaae-53f8-4d26-a8dc-3366b09f768a" providerId="ADAL" clId="{5E0D2633-D8F6-500D-A7FC-C9CB56BC4BFB}" dt="2025-11-17T05:58:22.581" v="1028" actId="14100"/>
          <ac:spMkLst>
            <pc:docMk/>
            <pc:sldMk cId="963207941" sldId="353"/>
            <ac:spMk id="5" creationId="{4594CB8D-3052-EE56-DF18-9B35450CFF9A}"/>
          </ac:spMkLst>
        </pc:spChg>
        <pc:spChg chg="mod">
          <ac:chgData name="Iain Styles" userId="befbdaae-53f8-4d26-a8dc-3366b09f768a" providerId="ADAL" clId="{5E0D2633-D8F6-500D-A7FC-C9CB56BC4BFB}" dt="2025-11-17T06:01:37.046" v="1348" actId="20577"/>
          <ac:spMkLst>
            <pc:docMk/>
            <pc:sldMk cId="963207941" sldId="353"/>
            <ac:spMk id="6" creationId="{5F880AC6-36E2-0D10-B3D4-2825F925B435}"/>
          </ac:spMkLst>
        </pc:sp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963207941" sldId="353"/>
            <ac:inkMk id="2" creationId="{E44E03CD-07DE-D4D0-26A4-5BF45A347574}"/>
          </ac:inkMkLst>
        </pc:inkChg>
      </pc:sldChg>
      <pc:sldChg chg="addSp modSp new mod">
        <pc:chgData name="Iain Styles" userId="befbdaae-53f8-4d26-a8dc-3366b09f768a" providerId="ADAL" clId="{5E0D2633-D8F6-500D-A7FC-C9CB56BC4BFB}" dt="2025-11-17T10:50:59.742" v="2095"/>
        <pc:sldMkLst>
          <pc:docMk/>
          <pc:sldMk cId="3114808120" sldId="354"/>
        </pc:sldMkLst>
        <pc:spChg chg="mod">
          <ac:chgData name="Iain Styles" userId="befbdaae-53f8-4d26-a8dc-3366b09f768a" providerId="ADAL" clId="{5E0D2633-D8F6-500D-A7FC-C9CB56BC4BFB}" dt="2025-11-17T06:03:13.944" v="1427" actId="404"/>
          <ac:spMkLst>
            <pc:docMk/>
            <pc:sldMk cId="3114808120" sldId="354"/>
            <ac:spMk id="2" creationId="{FD348675-0558-C8CE-255C-72E59F17D71C}"/>
          </ac:spMkLst>
        </pc:sp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3114808120" sldId="354"/>
            <ac:inkMk id="5" creationId="{CDADCAB6-DAC1-688D-CB30-56F8C2F4509E}"/>
          </ac:inkMkLst>
        </pc:inkChg>
      </pc:sldChg>
      <pc:sldChg chg="modSp new mod">
        <pc:chgData name="Iain Styles" userId="befbdaae-53f8-4d26-a8dc-3366b09f768a" providerId="ADAL" clId="{5E0D2633-D8F6-500D-A7FC-C9CB56BC4BFB}" dt="2025-11-17T06:28:10.979" v="1491" actId="14100"/>
        <pc:sldMkLst>
          <pc:docMk/>
          <pc:sldMk cId="4291526199" sldId="355"/>
        </pc:sldMkLst>
        <pc:spChg chg="mod">
          <ac:chgData name="Iain Styles" userId="befbdaae-53f8-4d26-a8dc-3366b09f768a" providerId="ADAL" clId="{5E0D2633-D8F6-500D-A7FC-C9CB56BC4BFB}" dt="2025-11-17T06:28:10.979" v="1491" actId="14100"/>
          <ac:spMkLst>
            <pc:docMk/>
            <pc:sldMk cId="4291526199" sldId="355"/>
            <ac:spMk id="2" creationId="{AEA9DE52-8B6F-96A0-1A9B-24027F26F2E8}"/>
          </ac:spMkLst>
        </pc:spChg>
      </pc:sldChg>
      <pc:sldChg chg="new">
        <pc:chgData name="Iain Styles" userId="befbdaae-53f8-4d26-a8dc-3366b09f768a" providerId="ADAL" clId="{5E0D2633-D8F6-500D-A7FC-C9CB56BC4BFB}" dt="2025-11-17T10:51:06.945" v="2096" actId="680"/>
        <pc:sldMkLst>
          <pc:docMk/>
          <pc:sldMk cId="323032046" sldId="35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19:29.943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21314 13776 0,'35'-34'0,"0"0"0,1 0 0,-8 4 0,4-6 0,3-3 0,1-3 0,1 1 0,-2 0 0,-3 4 0,-3 5 805,2-3 1,-3 5-1,-1 1 1,2-2-627,2-6 1,5-7 0,-1 3 0,-9 10 0,-15 19-660,-26 33 0,-19 26 1,-2 1 479,8-12 0,-1 2 0,0 0 0,3-1 0,1 2 0,3 0 0,3-6 0,5-8 0,0-1 0</inkml:trace>
  <inkml:trace contextRef="#ctx0" brushRef="#br0" timeOffset="10190">18053 11236 8072,'-12'0'540,"5"0"180,-4-16-361,9 12 361,-9-11 0,4 15 359,-10 0-359,3 0-1,-3 0-539,5 0 0,5 0 90,1-8-270,6 6 360,6-6-180,17 8-180,10-8-135,-7 7 0,2 0 225,3-3 0,0 0-90,-2 3 0,0 2 179,20 7 1,-14 2-180,-21 0-180,-4 6-89,-10-15 269,-5 7 0,3-8-270,-3 0 180,5 0 0,-5 8 0,4 10 0,-4 17-90,1 1 0,2 5 45,1-1 0,1 4 135,-2-2 0,0 3 0,0-3 90,2 6 0,0-2 0,2-9 0,0 1 0,0-3 180,-2-2 0,1-1-225,2 4 0,0-4 45,-3-2-450,0 1 270,0-29 0,0 6 0,0-8 2968,0 0-1888,-11 0-450,-14 0-451,-1-3 1,-3-2-225,-8-7 1,-2-2-1,-2 4 0,1-1-225,7-6 0,2 1-899,-10 6-1080,29 2 90,12 8-179,7 8 2428,11-6 0,7-10 0,6-12 0</inkml:trace>
  <inkml:trace contextRef="#ctx0" brushRef="#br0" timeOffset="10650">18299 11606 8972,'-24'0'3276,"-1"8"-2594,6-6 757,-4 6-720,-2-8-539,-17-8-360,12 3 0,-2 0-675,0 0 1,0 1-785,2-1 1,4 2-751,-4 3 2389,30 8 0,25-9 0,13-4 0,5 4 0,0 0 0</inkml:trace>
  <inkml:trace contextRef="#ctx0" brushRef="#br0" timeOffset="12116">18853 11218 5824,'14'-9'1169,"-3"1"-180,-6 8 1,-3-16-271,9 12-269,-10-19-180,10 21-90,-10-14 180,4 14-360,-5-6-180,-10 8 0,-4 8 180,-27 17 180,7 5-60,14-6 0,0 5 0,1 0 239,-2 8 1,2 3-403,5 0 0,2 4 0,1 1 193,1-1 0,2 1 0,3-1-120,4 1 0,3 0 0,1 0-30,2 3 0,1-1 0,3-2 0,2 3 0,5-4-180,6-4 0,2-4-495,-11-13 1,2-3 674,25 8 0,-19-11 0,2-9 0</inkml:trace>
  <inkml:trace contextRef="#ctx0" brushRef="#br0" timeOffset="14617">19308 11659 5824,'-13'-9'0,"2"1"0,11 8 0,0 0 0,-5 0 0,3 0 0,-9 0 0,10 0 0,-5 0 0,6 0 0,-5 0 0,3 0 0,-3 0 0,5 0 0,0 0 0,-6 0 0,5 0 0,-4 0 0,5 0 0,0 0 0,-6 0 180,5 0 719,-10 0 1080,-2-16-720,-6 12-89,-5-27-271,-1 27-989,11-20 450,14 30-630,30 20-90,-5-1 0,1 5 120,-6-3 0,-1 4 1,-1-1 59,4 7 0,-5 0 225,-6 3 0,-11-3 180,-14-16 0,-8-5-225,-10-4 0,-4-7 135,-3-11 0,0-5-135,9 5 0,3-2-540,-6-15-2338,60 23 2878,2 0 0,-1-6 0,7-3 0,0 0 0,0-1 0,0 0 0,-1 1 0</inkml:trace>
  <inkml:trace contextRef="#ctx0" brushRef="#br0" timeOffset="14887">19616 11606 7533,'-6'-35'3276,"-6"8"-1155,-12 9-1941,-19 34-495,13 11 0,-1 6-90,-3 0 0,3 3 315,12 2 0,2 4 0,3-4 90,-1-7 0,6-2-45,15 11 1,12-5-226,4-19 0,6-5-225,9 0 0,2-4 495,0 0 0,-3-6 0,4-17 0,-20-3 0</inkml:trace>
  <inkml:trace contextRef="#ctx0" brushRef="#br0" timeOffset="17266">20022 11201 7533,'-18'-34'629,"-1"13"-269,0-12-450,2 23 270,10 2-90,1 8 450,12 8 134,6 16 1,4 9-226,6 2 1,2 6-717,-8-5 1,0 6-1,0 1 1,-2-1 311,-1-5 0,0-1 0,-2 1 0,-3 2-171,-1 0 0,-3 3 0,-1 1 0,-2-1 0,-4-3 44,-3 1 0,-4-2 0,-2-2 1,-2-1 81,-6 10 0,-4-2 0,-3-7-135,-10 0 0,-3-13-450,8-19 1,4-8-946,3-16-538,31-7 2068,9 1 0,11 16 0,6 2 0,-3 0 0,0-1 0</inkml:trace>
  <inkml:trace contextRef="#ctx0" brushRef="#br0" timeOffset="18233">20403 11254 7533,'-31'0'2069,"7"0"-1260,33 0 91,35 0-586,-3 0 1,5 0-315,-3-1 0,3 1 0,-1 1-60,-4 1 0,-2 0 0,-1 1 90,-1 0 0,-2 1 0,-3-1 420,16 7-90,-38 6-90,-27 9-270,4-4 0,0 3-90,-1 16 0,2 7-30,4-8 0,2 2 0,2 2-217,2 4 1,3 1-1,0 2 202,1-7 0,2 1 0,-1 1 0,1-3 225,-1 8 0,0-2 0,-1-1 208,0-1 0,-1-1 0,-4-4 601,-7 2 1,-5-6-316,-2-11 1,-4-9-495,-8-16 0,-3-10-135,4 1 0,-1-5 90,-10-11 0,0-3-227,12 8 0,1 1-178,0 0 1,4 0-1860,5-7-1058,28 15 3043,-2 2 1,21 0 0,7 1-1,-3-3 1,-1 0 0</inkml:trace>
  <inkml:trace contextRef="#ctx0" brushRef="#br0" timeOffset="18455">20847 11836 7533,'-25'-18'3276,"6"8"0,-10-5-3982,-8 13 76,8-6 1,-3 0-1010,-3 7 1,0 0 1537,5-3 1,8 0 0,15 4 0,36 0 0</inkml:trace>
  <inkml:trace contextRef="#ctx0" brushRef="#br0" timeOffset="19350">21462 11342 7533,'0'-35'2608,"0"7"-1978,-6 3-90,-6 15-990,-18 25-90,9 1 0,-2 6 405,2 9 0,0 9 0,-1 4 1,3-2 29,3-8 0,2 0 1,0 1-1,0 3 123,0 2 0,-2 5 0,2 0 0,2-1 0,4-3-108,5 8 0,5-4 0,3-4-630,4 8 1,10-9-226,17-17 1,6-13 944,-9-15 0,1-8 0,3-3 0,-2-5 0,-11-5 0,0-1 0</inkml:trace>
  <inkml:trace contextRef="#ctx0" brushRef="#br0" timeOffset="19818">21560 11730 7533,'-30'8'899,"-1"9"-404,12 2 0,1 5-495,0 13 0,5 5 60,4-10 0,2 2 0,3 0-300,4 0 0,3 1 0,5-4-210,13 6 0,7-12 360,2-19 1,1-12 89,5-19 0,-5-12 149,-17 6 1,-4-3 0,-3-1 0,-2-4 0,-3-1 0,-3 3 524,-3-8 1,-6 16 585,-9 35-1216,9 25 1,7 14-45,3-8 0,3 4 0,1 3 0,0 1-323,0-3 0,0 2 0,1 1 0,-1 0 0,0-2 458,0 5 0,1 0 0,-1-2 0,-2 0 157,1-2 0,-1 0 1,-2-2-1,-6-7 652,-14 6 1,-8-14-765,-3-17 0,-3-12-675,-9-11 0,0-9 180,6-8 1,4-3-856,6 6 1,5-3 1169,11 1 0,10 0 0,17 6 0,9 3 0,8-3 0,0 1 0</inkml:trace>
  <inkml:trace contextRef="#ctx0" brushRef="#br0" timeOffset="20139">22003 11307 9691,'6'-10'1709,"12"18"-810,2 16 1,2 10-840,-1 3 0,1 5 0,-2 3-529,-5-3 0,0 3 1,-3 1-1,-1 1 311,-1 2 1,-2 1 0,-2 0 0,-5-1-91,-5-3 1,-4 0 0,-3-2-1,-3-4 38,-4 1 0,-4-5 1,-3-5-171,-3-7 0,-2-4 0,1-5 380,-4-4 0,3-6 0,-7-5 0,21 0 0</inkml:trace>
  <inkml:trace contextRef="#ctx0" brushRef="#br0" timeOffset="21455">23099 11324 7533,'-29'-23'3276,"1"1"-2576,8-3 1,-2-1-656,1 6 0,0 3-135,-18-11-540,-8 28 270,23 28 1,4 11 299,4-8 0,2 3 0,0 3-226,2 4 1,2 4 0,0 3 0,0 0 321,-1-2 0,0 2 0,0 1 0,0-1 0,1-2-14,1 2 1,1-3-1,0 0 1,-2 2 228,-1-3 1,-1 3 0,-1 0 0,1-2 0,2-5 437,2 1 1,2-5 0,-2-1-510,-5 8 0,3-4-90,12-7 0,8-9-180,21-21-495,0-1 0,5-2-45,7-3 1,1-2 629,-5 2 0,0-2 0,3-1 0,-1-1 0,-13 3 0,0 0 0</inkml:trace>
  <inkml:trace contextRef="#ctx0" brushRef="#br0" timeOffset="22300">23862 11483 7533,'5'-28'2338,"2"3"-1798,0 15 0,-1-5 89,-6 13-89,-11-6-630,-9 8-629,-17 0 359,8 6 0,-2 3-225,-3 2 1,-1 6 108,-2 8 0,-1 8 1,-1 1 587,7-6 1,1 1-1,-1 1 1,1 3 66,3-3 1,-1 1 0,1 2 0,0 0 0,3 0 22,-3 7 1,1 0-1,2 0 1,3-1 246,-1 6 1,3 0 0,10-2-480,13-8 1,7-1 0,6-5 29,17 6 0,11-9-330,-4-15 0,4-7 0,2-1-442,1-2 1,1-1 0,0-3 771,-1-3 0,-1-3 0,-2-2 0,-11 1 0,-1-2 0,-3-1 0,6-10 0,0 1 0</inkml:trace>
  <inkml:trace contextRef="#ctx0" brushRef="#br0" timeOffset="23617">24047 11977 7533,'-13'-18'2608,"1"-7"-2698,-6 5 180,-12 2-629,-8 11 224,9 22 0,3 9 225,4-2 0,4 5 45,0 15 0,6 4 0,8-6 0,8 0 225,7 2 0,8-5-90,1-14 0,5-7 494,6-6 1,0-12-225,-6-23 0,-5-11 179,0-8 1,-4-4-121,-10 12 1,-2-1 0,-2 2 75,2-3 0,-2 4-1844,-2-8 359,0 74 360,5 17 135,-3-10 1,3 2 629,2-5 0,3-1 0,-1-7 0,1-3 764,15 2-449,5-50-225,-10-4 0,-3-3-180,-6 1 0,0-1-45,4-5 0,-3 5-990,-10 18 1,3 5 449,-5 32 360,11 20 450,-3-6 90,5-16 0,3-4 629,10-10-629,11-24-90,-6-23-270,-17 12 0,-3-2-270,-4 0 0,-1 3-1349,-1-3 1169,-5 44 90,0 31 135,1-4 1,4 2 134,7-6 0,4-3 270,-1-2 0,4-8 539,30-24 0,-22-31 1,-6-10-405,-9 7 0,-2-1-90,7-12 0,-7 6-1395,-14 21 91,8 51 629,-8 9 1,-3 5 493,6-1 1,1 4-208,-2-6 0,-1 3 0,3-3 343,2 0 0,1-4 359,-4-1 1,3-15 810,9-32-1395,-4-25 0,-1-14 0,0 13 0,1-4 0,1-2 0,1 1-214,2-6 0,1-2 0,1 1 1,0 3 198,0 2 0,0 2 0,2 4-30,11-11 0,0 21 45,-9 40 0,-2 13-135,1 10 0,-1 5 150,-6-11 0,0 2 0,-2 0 345,-1 12 0,-6-2 493,-5-10 0,-7-7-629,-32-10-764,16-16 1,-2-4-586,-4-1 1,2-1 1169,-8-3 0,11 23 0,24 5 0</inkml:trace>
  <inkml:trace contextRef="#ctx0" brushRef="#br0" timeOffset="24983">25449 12047 7713,'7'-19'1709,"-1"3"-1170,-6 8 271,-6-2-450,-1 1-1,-11-15-269,-6 20-585,-5 2 1,-1 4 44,-14 18 360,18-2 0,-1 5 0,5 2-45,4 11 1,7 3 268,-2 7 1,9-2 135,14-8 0,9-9 180,6-17 0,3-10-136,9-17 1,-1-11-225,-14 1 0,-4-4 0,0-2-90,0 1 0,-2-2 0,-2 0 225,-2-12 0,-5 4-225,-1 5-90,-2 39 90,3 35 135,6-14 0,3-1 404,12 14 181,2-11-720,-18-7 180,-12-1-540,-12 9-899,3 1-1,37 8 1440,-2-15 0,12-15 0,5-10 225,-13-13 0,-2-7-270,3-6 0,-4-3 134,-6 2 1,-7 0-360,-8-12-899,-18 52-91,-2 30 720,8-4 1,5 2 269,4-3 0,6-1 495,7-1 0,5-9 314,6-20 1,2-10-136,9-15 1,-2-9-285,-13 6 0,-1-3 0,-2 0 374,6-13 1,-3 3-1125,0-4-180,-17 43-1009,7 34 1,1 15 1395,-4-20 1,3 0-1,7 5 1,4 2 0,1-6-1,8-8 1,-1-1-1</inkml:trace>
  <inkml:trace contextRef="#ctx0" brushRef="#br0" timeOffset="25800">26766 11518 7533,'-30'-35'2698,"4"15"-1888,1 5-540,8 22 89,7 14 1,2 7-225,-2 15 0,1 5-319,3-6 1,2 4 0,0 1 115,1-6 1,-1 2-1,2 0 1,0-4-46,1-1 1,2-3 0,-1-2 337,1 15 0,-2-13 584,-5-28-809,-12-24-90,-7-11 45,2 10 0,-2 1 174,0 5 0,0 4-39,-4 9 0,1 6 45,4 9 0,4 6 89,3 11 1,10 4-45,13-3 0,10-3-90,9-5 0,7-7-480,0-10 0,5-4 1,0-3-704,1-3 1,0-3 0,-1-1 658,6-2 1,-2-4-1,-5-4 1,-4-3-1,0-19 1</inkml:trace>
  <inkml:trace contextRef="#ctx0" brushRef="#br0" timeOffset="26134">27270 11536 7533,'-31'-30'3276,"-5"7"-2415,11 31-1356,1 9 1,1 7 359,5 2 0,2 5 165,0-1 0,-1 2 0,2 2-195,3-3 0,1 1 0,3 3 285,-1 11 0,2 5 0,3-3-480,4-9 0,2-1 1,2 0-306,2 5 1,2-1-1,4-5 665,5 0 0,4-13 0,22-30 0,-7-26 0</inkml:trace>
  <inkml:trace contextRef="#ctx0" brushRef="#br0" timeOffset="26500">27270 11853 7533,'-20'8'3276,"25"18"-3025,9-1 0,5 3-881,4 3 0,-1 2 135,-1 2 1,-5 1 674,-8-4 0,-9-3 134,-16-13 1,-7-3-135,1 1 0,-3-5-225,-11-7 0,2-4-1664,-4 2-899,43 0 2608,25 0 0,1-3 0,8-3 0,0 0 0,0-1 0,1 1 0,0-1 0</inkml:trace>
  <inkml:trace contextRef="#ctx0" brushRef="#br0" timeOffset="26666">27591 12065 7533,'7'-35'1709,"-18"7"-270,-21 11-989,-13 24-855,13 15 0,3 7-675,11 4 1,2 1 1079,-3-1 0,10-1 0,34-1 0,15-5 0,5-13 0,-1 1 0</inkml:trace>
  <inkml:trace contextRef="#ctx0" brushRef="#br0" timeOffset="26951">27762 11430 7533,'-18'-10'3276,"-5"18"-2306,18 17 1,7 9-911,3 1 0,3 4 0,2 2-848,0 1 0,2 3 1,0 1-1,1 0 680,-2-7 0,1 1 0,0 0 1,-1 0-1,0-1-95,0 5 1,-1-1 0,-1-1-1,-2-1 413,-2 5 1,-2-2 0,-6-4-661,-11-2 1,-8-6-496,-4-4 1,-5-5 944,0-3 0,-2-5 0,2-4 0,2-2 0,-14 7 0</inkml:trace>
  <inkml:trace contextRef="#ctx0" brushRef="#br0" timeOffset="27933">28354 12312 7533,'-20'8'1529,"-3"2"-630,15-1 1,2-9 359,35-33-764,-3 8 0,4-5-226,0-4 1,2-6 0,-1 2-210,-4 8 0,0 1 0,-1 0-60,-3-1 0,0-1 0,-4 6-989,5 0 674,-27 46 0,-5 14-315,3 7 1,0 3 29,-1-7 0,1 3 1,4-3 599,7 12 0,11-12 0,28-18 0,-11-27 0,0 0 0</inkml:trace>
  <inkml:trace contextRef="#ctx0" brushRef="#br0" timeOffset="28783">29658 11624 7533,'0'-41'2788,"0"10"-1574,1 4 1,-2 3-945,-10 4-91,-19 20-269,-4 23 1,-4 13-24,12-11 1,-1 3-1,0 2 1,0 2-108,1 2 1,0 2 0,0 2 0,1 1 0,2 1 75,3-1 0,2 2 0,1 0 0,1-1 0,3-2-366,-6 11 0,4-2 1,9-3-1,9-5 0,7-1 1,8-11-508,12-18 0,8-11 0,0-2 1017,1 1 0,1-2 0,0-4 0,-4-2 0,1-2 0,-1-2 0,-2-1 180,2-6 0,-3-3 0,-4-1 539,1-9 1,-10 0 1529,-20-10-450,-39 27-1754,1 29 0,-3 11-225,6 0 0,3 5-180,7 2 0,3 4 1,8 0-136,13 5 0,12-2 315,18-4 0,11-9 270,7-12 0,4-14 112,-17-11 1,2-8-1,-2-3 1,-5 1-113,6-7 0,-7-4-240,-11-3 0,-4-5 0,-11 8-480,-15 13 1,-6 5-1080,-10-9 1709,2 21 0,48 28 0,6-3 0</inkml:trace>
  <inkml:trace contextRef="#ctx0" brushRef="#br0" timeOffset="29401">30335 11589 7533,'-2'-39'819,"0"-1"0,0 1 0,-1-4 0,-6 14-947,-16 29 173,8 22 0,3 12-135,2 6 0,1 6 0,2-2 30,2-9 0,1 0 0,1 1-227,0 11 1,3 2-1,3-2 77,4-12 0,3-2 1,2-1-67,8 15 1,2-4 275,-3-13 0,0-7 1079,12-15-539,-34-36-1259,-20-1 629,0 13 0,-5 6 165,-6 10 1,-3 8 283,1 7 1,0 5 90,-6 6 0,4 3-46,12 1 1,4 3-315,2 2 0,7-1-360,15 5 90,17-12 1,9-5-181,8-13 0,7-6 30,-5-3 0,4-3 1,0-2-213,7-4 1,1-3 0,-1-5 653,-12 1 1,0-3-1,-2-3 1,-2 1 127,6-6 0,-2 0 0,-7-1 884,1-6 0,-17 3 405,-47-2-1124,4 40 0,-4 11-225,-8 6 0,4 7-180,7 13 0,19 0 0,32-16 0,13-5 0,2-7 0,-1 0 0,1-1 0</inkml:trace>
  <inkml:trace contextRef="#ctx0" brushRef="#br0" timeOffset="30000">31319 11571 7533,'0'-25'1979,"5"5"-1530,-3 10 271,-8 28-361,-4 10 1,-4 5-90,-11 6 0,-5 4-504,10-9 1,0 3-1,-1 1 1,1-2 83,-3 3 0,-1-2 0,5 3-750,2 8 1,4 3 0,5-5 404,6-11 0,9-4 520,19 4 1,12-13-1,6-27 1,5-11 0,-7 5-1,0 1 1,0-1 0</inkml:trace>
  <inkml:trace contextRef="#ctx0" brushRef="#br0" timeOffset="30467">31406 12118 7533,'-49'8'90,"26"2"0,1 5-180,1 10 0,4 3-225,7 1 0,8-1 360,15 2 0,9-7 360,5-17 0,5-10 14,3-6 1,2-6 0,-1-3-151,-4-5 1,-1-4 0,-2-3-288,0-5 0,-2-4 1,-2 3-28,2-3 0,-8 3-360,-17 6 0,-8 11 225,-8 40 1,-4 17 179,3-4 0,-1 5 0,1 3-324,1 2 1,0 4 0,0 1 0,1 0 646,4-9 1,0 0 0,1 1 0,0-1 0,0 0 35,-2 9 1,2 0 0,-1-1 0,-1-4-210,-2 0 0,0-3 0,-1-3 75,-4 8 0,-3-16-499,-22-36-1075,9-7 359,12-6 1,1-1 989,-6 1 0,18-5 0,11 7 0</inkml:trace>
  <inkml:trace contextRef="#ctx0" brushRef="#br0" timeOffset="30800">31836 11642 7533,'18'-18'3276,"17"40"-1766,-10-6 0,1 7-1465,-5 8 0,0 9 0,-1 4 0,-3 0-491,-2-3 1,-1 1 0,-3 1-1,-2 1 122,-2-2 0,-1 1 0,-2 1 1,-2 0-1,-3-3 9,-3 1 0,-2-1 0,-4-2 1,-4-3-779,-13 6 1,-5-4 0,1-6 918,5-5 1,0-7-1,-8-6 1,6-12 0,16-22-1</inkml:trace>
  <inkml:trace contextRef="#ctx0" brushRef="#br0" timeOffset="31966">23726 13564 7083,'-19'18'3276,"1"-8"-2145,17-2-411,8-24 44,11-4 1,5-3-765,4-12 0,3-3-60,-4 8 0,2 0 0,-1 0 15,2-7 0,1 2-405,-5 7 1,1 2-1,-4 5 270,3 5 1350,3 26-1081,-24 28 1,-8 12-150,1-16 0,0 1 1,2 0-121,2 7 0,1 0 0,6-4-1035,8-3 1,5-5 1214,14 3 0,-4-50 0,1-15 0,-9-6 0,-1-1 0</inkml:trace>
  <inkml:trace contextRef="#ctx0" brushRef="#br0" timeOffset="32684">24981 12594 7533,'0'-49'3276,"-10"41"-2981,2 34 1,2 19-161,-1-9 0,-1 4 0,0 4 0,1 1-444,2-3 1,0 3 0,0 1-1,2 0 1,0 0 362,1-1 0,1 0 0,0 0 0,2-1 0,1-2-54,1 4 0,1 0 0,3-4 0,5-9 57,13 2 1,6-19-283,8-37 1,1-19 134,-15 11 0,-1-3 0,-1-3-60,2-8 0,0-3 0,-3 4 510,-4 1 0,-3 7 1196,1 9-1287,-22 44 1,-6 15-570,7-4 0,0 4 1,0 2-631,-2 7 1,-1 2-1,6 0 888,8 1 0,6 1 0,2-7 0,5-2 0,5-7 0,16-9 0,-1 1 1</inkml:trace>
  <inkml:trace contextRef="#ctx0" brushRef="#br0" timeOffset="33133">25646 13335 7533,'0'-25'3276,"-6"-3"-76,0-15-3830,-12 14 1,-1-5-91,-5 39 1,-4 12 674,-2 7 0,1 7 104,7-1 1,0 4 0,2 2 150,1-1 0,1 2 0,7-2-120,8 8 0,10-5 0,9-12 0,7-9-45,12-19 0,5-12 15,-11 0 0,1-5 0,-2-3 90,2-7 0,-3-6 0,-3 1 119,1-9 1,-5 2 135,-4 6 0,-10 9-405,-24 18-900,-3 52 720,6-14 0,0 4-1349,6 6 0,4 1 1529,2-8 0,6-4 0,12-9 0,6-4 0,5-9 0,0 1 0</inkml:trace>
  <inkml:trace contextRef="#ctx0" brushRef="#br0" timeOffset="33484">26077 13264 8252,'0'-33'3276,"-17"19"0,-9-17-2812,-18 37-1004,19 1 1,2 4-540,-5 26 494,16-8 0,8 3 270,17 2 1,8 2 538,-2 4 1,2 0 90,7 1 0,-5-1 224,-13-4 1,-11-2-315,-14-9 0,-9-5-180,-12-4 0,-4-6-585,-2-4 1,2-4 539,9-5 0,11-2 0,20 3 0,34-6 0</inkml:trace>
  <inkml:trace contextRef="#ctx0" brushRef="#br0" timeOffset="33933">26508 13688 7533,'-28'0'1034,"1"0"1,-13 0 2241,27-16-2396,37 6 1,16 1-1196,-1-6 0,6 2 315,-9 7 0,5 1 0,1 1 0,-2 1 0,2 2 0,-2 1 0,1 1 0,7 3 0,1-1 0,-1 0 0</inkml:trace>
  <inkml:trace contextRef="#ctx0" brushRef="#br0" timeOffset="34267">27344 13406 7533,'0'-36'2968,"0"9"-719,-5 1-1080,-19 24-1349,-19 12-90,12 13 0,-1 5-450,-1-1 1,3 3-765,3 5 0,10 1 1484,19-7 0,11-6 0,24-12 0,12-10 0,-2-2 0,0 0 0,0-1 0</inkml:trace>
  <inkml:trace contextRef="#ctx0" brushRef="#br0" timeOffset="34566">27591 13476 7533,'12'-35'3276,"-11"-8"-1785,-13 21-1176,-11 25 0,-2 10-225,3 9 0,2 5-270,-7 3 0,6 5-450,13 8 0,15-4 360,15-23 1,9-7 583,10 0 1,3-10-75,-8-10 0,2-9 0,-6-4-480,-6-6 0,-4-5 0,-5 2-300,-2 2 1,-9 2 539,-20-5 0,-9 13 0,-18 44 0,14-8 0,1 0 0</inkml:trace>
  <inkml:trace contextRef="#ctx0" brushRef="#br0" timeOffset="35491">28304 12859 7533,'-26'-37'3276,"8"11"-1425,24 34-1582,-2 14 1,0 7-270,5 13 0,0 6-251,-6-12 1,0 4-1,0 1 1,0-1 130,1 5 0,1-1 0,-2 0-90,0 1 0,-1 1 0,0-8 140,2-3 1,-2-17 69,-2-26-450,-6-23 495,-3 1 0,-5-1-45,-19-6 135,7 20 0,-3 9 256,1 15 0,1 9-391,-2 5 0,1 5 270,-1 12 0,4 5 269,9-3 1,5 0 0,-1-8 0,7-1-226,17-4 1,10-3-450,9-8 1,6-5-136,-2-2 0,3-3 0,2-3-115,8-7 1,2-5 0,0-2 444,-4 1 0,-1-2 0,-2-5 59,-2-6 1,-1-4 0,-5-1 0,-10 2 0,-3-1 0,-8-1 15,-11-13 0,-10 2-135,-2 12 0,-7 7 90,-19 5 0,-6 14-210,13 18 0,0 12 0,3 0-825,-7 5 1,8 4-149,17 3 1,9 6 0,8-7 1018,12-7 0,13-8 1,1-10-1,9-3 1,3-4-1,-1-2 0,0-6 1,-1-1-1,1 1 1,-1 0-1</inkml:trace>
  <inkml:trace contextRef="#ctx0" brushRef="#br0" timeOffset="36050">29670 12912 7533,'-18'-36'2158,"5"9"-1528,-16 9-720,-8 34 495,9 3 0,0 7-76,3 4 1,0 6 0,1 2-487,4-3 0,1 2 0,0 2 0,2 1 269,1 3 1,0 3-1,2-1 1,3 1 89,1-1 0,1 1 1,4-1-1,4-2-1295,6 2 1,5-2 0,5-6 1073,11 4 0,7-13 0,6-26 1,2-12-1,-1-10 0,0 1 1</inkml:trace>
  <inkml:trace contextRef="#ctx0" brushRef="#br0" timeOffset="36387">29572 13335 0,'-12'-27'3276,"16"9"0,20 26-2513,3 3 1,2 5-539,6 8 0,0 5-360,1 5 0,-4 3-630,-7-2 1,-11 2 838,-19 0 1,-12-3-615,-7-9 1,-7-5 299,0-9 0,-4-3 0,3-2-75,0-1 1,3-2-266,-16-3 580,67-8 0,13-3 0,8-3 0,-4 1 0,-1 1 0,1 0 0</inkml:trace>
  <inkml:trace contextRef="#ctx0" brushRef="#br0" timeOffset="36589">30187 13317 7533,'-12'-17'1638,"-11"10"0,-5 4-263,-3 4 0,-3 6-1255,-2 6 0,-2 5 0,1 2-120,5-1 0,1 2 0,4 5-660,-1 12 1,5 4-1,12-2-979,18-4 1,8-2 1597,-5 3 1,9-7 0,14-18 0,10-9 0,-1-2 0,8-1 0,-1 0 0</inkml:trace>
  <inkml:trace contextRef="#ctx0" brushRef="#br0" timeOffset="36750">30408 13547 7533,'-45'11'1092,"-1"1"0,5 8 0,5 5-546,7 10 0,8 3 0,12-13 0,7-1 0,23 15 0</inkml:trace>
  <inkml:trace contextRef="#ctx0" brushRef="#br0" timeOffset="37550">30962 13441 7533,'-36'-18'1092,"0"1"0,9 5 0,1 4-347,-11 7 1,4 10-656,13 10 0,5 7-45,-3 8 0,7 4-450,13 4 0,12-3-45,15-8 1,9-7 539,1-11 0,3-9 179,-6-9 1,3-8 0,-6-4 45,0-16 0,-8-7-105,-9 9 0,-3-3 0,-6 1-76,-9-10 1,-8 4-315,-3 10 1,-2 13 179,-4 32 0,2 17 89,7 1 1,4 7 0,2 4-504,2-7 0,0 5 0,1 1 0,1 0 0,0-2 436,0 5 1,1 0-1,-1-1 1,0 0 139,0-4 0,-1 2 0,1-1 0,-2-3 0,0-5 152,-3 9 1,-4-7-225,-7 2 0,-3-16-1349,-14-56 629,13 11 1,3-3-226,3-2 1,3-1-1035,-7-15 2361,11 25 1,35 18-1,13 10 1</inkml:trace>
  <inkml:trace contextRef="#ctx0" brushRef="#br0" timeOffset="37988">31479 13070 7533,'8'-28'1638,"1"0"0,16-8-488,1 5 1,3 4-432,18 9-90,-17 25 1,-1 9 359,-5 15 1,-4 9-720,-4-2 0,-1 4 0,-3 3-450,-4-5 1,-1 3 0,-3 0-1,-2 0 45,-4 2 0,-2 0 0,-4 0 1,-2-2-136,-2-1 0,-3 0 0,-2-2 0,-3-3-30,-8 6 0,-5-4 1,0-5-91,2-10 0,-1-4 1,1-4-583,-1 0 1,2-8-738,-11-16 1709,29 6 0,22-6 0,10 8 0</inkml:trace>
  <inkml:trace contextRef="#ctx0" brushRef="#br0" timeOffset="39249">32279 12700 7533,'-19'-35'2968,"6"15"-2338,13 4 179,13 16 630,6 24-809,-4-3 0,0 3-585,5 11 0,3 3-135,4-1 0,2-2 0,2-2 0,0-5 360,9-1 179,-13-11-44,-38 1 0,-10 5-405,3 8 0,0 5-60,0 0 0,-2 5 0,2 0-20,2 4 1,2 0 0,2 2 56,3-10 1,2 2-1,0-1 1,0 1 52,-3 10 0,-1 0 0,2-1-150,0-2 0,0 0 0,1-2-60,-1-6 0,0-2 0,2-1 45,0 8 1,1-6-226,1 1 720,5-13 539,-6-24 1080,-11 8-405,-5 0 0,-4 1 64,-17 4 0,-6 2-1321,8-1 0,-2 2 1,2-3-539,6-5 1,2-1-1,1 0-4,-12 4 1,13-7 224,25-14 0,22-5 0,9-3 0,5 0 0,-1-1 0</inkml:trace>
  <inkml:trace contextRef="#ctx0" brushRef="#br0" timeOffset="50824">17721 14393 7173,'-19'0'719,"1"0"-449,6 0 360,-1 8-90,6-6 89,2 14-89,-1-14-90,5 6-360,-4-8 180,5 0 629,0 0 1,11 7 89,13-5-585,2 6 1,3 0-135,8-3 0,1 0-225,3 4 0,0 0-45,0-4 0,-3-1-540,8 4 181,-18-8 449,-22 0-180,-23 8 449,2 2 1,-15 15-540,6 11 90,5 9 90,9-16 0,2 2 0,3 0 0,3 1-45,-2 13 0,2 4 45,3-11 0,1 1 0,1 0-144,-1-2 1,0 0 0,1 1 262,-1 2 1,0 1 0,1-3-30,0 0 0,-1-3 0,-1-4 0,-2-2 0,-4 14-90,3-23 180,-3-4-90,5-16 270,-6 0 161,-6 0-252,-18 8 181,-14-6-135,14 2 0,-1-1-90,-4-2 0,1-2-91,5-2 1,1-1-1124,-20 2-630,29-14-1349,8 14 449,17-6 2519,11 8 0,15-8 0,11-2 0</inkml:trace>
  <inkml:trace contextRef="#ctx0" brushRef="#br0" timeOffset="51250">18016 14923 9062,'-31'-10'3276,"-5"2"-1605,-1 8-1581,-1 0-720,-10 0-360,21 4 1,0 0-180,1-4 0,0 2 314,-3 5 1,3 1 134,-6 2 720,20 0 0,46-2 0,-7-8 0,0 0 0</inkml:trace>
  <inkml:trace contextRef="#ctx0" brushRef="#br0" timeOffset="51789">18632 14340 7533,'-7'-25'3276,"-4"13"-1515,4-3-2031,-5 15-180,-6 15 90,1 4 1,-2 5 329,-2 11 0,-2 7 0,0 1-150,5-8 0,-1 1 0,1 2 1,1 2 322,1 2 1,-1 3 0,2 2 0,1-1 0,2-1-167,0 2 1,3 0 0,2-2-1,3 0-304,3-1 0,2-1 1,4-1-1,3-4 327,6 2 0,5-4 0,4-8 0,8-9 0,4-9 0,4-8 0,0 0 0</inkml:trace>
  <inkml:trace contextRef="#ctx0" brushRef="#br0" timeOffset="52716">18804 14852 7623,'-7'-10'1349,"-4"-6"-90,-1 15-269,3-15-721,-1 14 901,20 2-810,15 25-270,8 5-225,-13 9 0,-3 4-585,2 2 315,-19 4 1,-11 0 359,-3-19 0,-5-3 0,-10 2 0,-3-3 179,5-6 1,1-7-404,-16-13-1440,30-10-900,35 1 2609,1-7 0,5 9 0,10 2 0,-1-1 0,-2-3 0,-1 0 0,1 0 0</inkml:trace>
  <inkml:trace contextRef="#ctx0" brushRef="#br0" timeOffset="52982">19284 14817 7533,'-23'-20'3276,"-4"-3"0,-20 28-2453,1 13-1063,19 6 0,-2 7 1,4-2-661,1-1 1,2 1 509,-1 7 0,0 5 1,6-4 299,10-8 0,6-1 45,9 4 0,7-2-450,11-5 0,6-6 495,13-8 0,3-5 0,-11-1 0,-2-2 0,0-3 0,0 0 0</inkml:trace>
  <inkml:trace contextRef="#ctx0" brushRef="#br0" timeOffset="54048">19826 14834 6273,'13'-8'2429,"3"-1"-900,-9-9-180,0 8-359,-2-5-540,-5 5-450,-11 0-1889,-13 10 1529,-9 10 180,-1 16 0,-1 5 405,12-15 0,2 3-16,-5 10 1,0 6 0,3-1 105,4-1 0,3 0 0,1 7 0,6 1-1,8-5 1,8-4-90,12-11 0,5-4-405,8-2 0,4-5-90,-1-3 1,2-6-1171,6-7 1,-3-4 1439,1-1 0,-18-7 0,-31 10 0</inkml:trace>
  <inkml:trace contextRef="#ctx0" brushRef="#br0" timeOffset="54251">19591 15064 7533,'-31'-8'3276,"12"6"0,52-6-4574,2 3 1,6 2 1297,-4 2 0,2 1 0,0-1 0,2-1 0,0-1 0,0 0 0,-5 3 0,1 0 0,-1 0 0</inkml:trace>
  <inkml:trace contextRef="#ctx0" brushRef="#br0" timeOffset="55516">20736 14587 7533,'-12'-37'3238,"5"4"-2878,-4 23 89,-1-6-539,-13 14-359,-23 2 449,18 17 0,-3 8 269,-2 3 1,-3 5 0,3 2-330,10-7 0,3 1 1,-2 4 261,-2 5 0,-3 4 1,3 1-1,5-2 38,7-2 0,5-2 0,2 1-210,-4 6 0,1 2 0,7-3-350,10-5 1,6-3-1,3-4-310,5-1 1,5-5-1,12-1 1,3-7 629,-7-9 0,0-6 0,3-7 0,0-6 0,0-3 0,0-1 0</inkml:trace>
  <inkml:trace contextRef="#ctx0" brushRef="#br0" timeOffset="57066">20822 15099 7892,'-5'-20'1620,"-2"5"-901,0 15-269,-4 0-180,9 0-90,-9-8-360,-1 6 360,-7-6-90,0 8-90,-15 8-630,6 17 540,7-7 0,0 2 90,4 4 0,2 4 45,3 6 0,6 1 0,8-6 0,7-1-45,7 4 0,6-3 135,5-11 0,4-9-45,5-16 0,0-9 89,-8-6 1,-4-5 0,-3-8 0,-5-3 225,-8 3 0,-5 1-180,-8 6 0,-3 4-135,-5-6-360,0-1-90,13 29 540,7-6 809,16 16-449,-2 17-630,9 5 0,-20-2 0,-1 2-90,0-6 0,0 0-90,-3 2 1,0 0 89,6 18 360,1-33-1,10-13-89,-3-41 90,-4 17 0,-2-3-90,-6-5 0,-2-2-180,3 3 0,-1 3-809,-7-7 269,-1 29 270,-7 51 270,3-12 0,1 3 135,2 6 0,2 0-45,3-10 0,5-5 630,26 1-540,-1-52 0,-9 1 0,-2-5 224,-8-10 1,-4 0-180,-1 10 0,-2 3-854,-2-14-1,-6 56 270,-6 15 225,5 3 1,1 2 404,0 14-1,6-17 1,6-5 0,13-7 360,12-12-180,0-34 89,-5-11-359,-19 14 0,-2 1-719,2-6 179,-13 28-719,-13 44 809,9-10 0,0 4 270,-1-4 0,-1 2 0,1 0 270,3 14 0,3 0 0,-2-3 0,2-6 359,0-12 1,15-56-225,-11-17 0,-2-10-158,3 19 0,1-3 1,1-1-1,0 0-207,-1 0 0,1-1 0,0 1 0,0 2 140,3-5 0,1 2 0,3 5 0,8-1 0,3 13 180,6 25-270,-9 26 0,-4 11-90,-10-6 0,-3 2 45,4 14 0,-4-2 135,-8-18 0,-7-3-530,-9 2 1,-5-7-101,-19-9-989,8-4 0,2-1 1529,-7 1 0,20 2 0,15 8 0</inkml:trace>
  <inkml:trace contextRef="#ctx0" brushRef="#br0" timeOffset="58117">21941 15134 8522,'0'-17'2968,"0"7"-2788,0-6-629,-10 14 89,-4-6-360,-21 24 630,-3 11 0,20 1 0,3 5 45,0 3 0,7 1-180,15 0 1,7-2 89,3 0 0,6-9 270,15-18 0,3-12 0,-6-10 0,-4-9 179,0-16 1,-8-5-135,-8 3 0,-6 0 854,-7 0 1,-4 6-585,-5 5-630,1 30-180,6 37-180,7-6 0,3 1 135,2 0 1,2-1 359,6 1 0,2-3 270,0-13 0,0-3 584,16 10-179,3-46-450,-15-14 134,-5 3 1,-1-3-135,-5 5 0,-2-1 360,2 1 0,0 4 449,-3 8-989,-6 30-1259,5 35-380,-3-14 1,2 1 1609,8 1 1,2-4 0,12 1 0,4-16 0</inkml:trace>
  <inkml:trace contextRef="#ctx0" brushRef="#br0" timeOffset="58601">22791 14587 8252,'-25'-9'1979,"11"24"-2339,3 22 360,8 7 0,1 7 150,2-11 0,0 2 0,-1 1-219,-1-6 1,-2 2 0,1 0 0,1-1-22,4 6 0,2-1 0,0-3-180,-5 8 1,4-10 804,15-12-625,-11-44 450,-2-11 360,-26-14-1,-18 23 765,4 17 1,-3 6-901,4 4 1,2 6-267,-4 13 1,11 7-1354,22-5 1,9 0-605,7 2 1,8-5 1630,12-4 1,4-8 0,3-14 0,-1-6-1,-2-3 1,0 0 0</inkml:trace>
  <inkml:trace contextRef="#ctx0" brushRef="#br0" timeOffset="59183">23111 14587 7533,'0'-43'2338,"11"6"-988,8 10-271,18 42-540,-16 22 1,-4 12-330,-4-4 0,-2 3 0,-3 5-544,-5-11 1,-1 3-1,-3 2 1,0 0-1,-1-1 118,-1-3 0,-1 0 0,-2-1 0,0 0 1,-1 0-78,-2 6 1,-1 1 0,-2-2-1,-2-5-332,-3-3 0,-2-4 1,0-5 129,0-6 0,0-7-1483,-11-9 1978,17-1 0,8-5 0,5 6 0</inkml:trace>
  <inkml:trace contextRef="#ctx0" brushRef="#br0" timeOffset="61583">23800 14676 7533,'5'-26'809,"2"-1"91,6-16 719,-1 5-990,0 11-808,-16 11-136,-11 33 0,-5 13 135,-9 6 0,-1 3 147,12-13 1,0 2 0,1 4 50,-1 4 0,-1 7 0,1 2 0,1 0 0,5-4-320,3 5 0,6-2 0,-1 3 176,-2-9 0,-1 4 0,1 1 0,2-2 0,5-5-234,7 3 0,5-4 1,4-5-586,13-1 1,3-7 944,14-5 0,-18-24 0,-2-9 0,-11-4 0,0 0 0</inkml:trace>
  <inkml:trace contextRef="#ctx0" brushRef="#br0" timeOffset="62366">23923 14870 7533,'-19'-26'1439,"2"-1"-1169,15-1-270,4 3 539,10 15 541,0 2 179,0 8 270,17 16-899,4 11-360,-1-8 0,1-1-226,-9 1 1,1-2-180,5-7 1,-2-3-406,-2 1 270,-3-8-360,-16 0 361,-13 8 538,-7 25-269,3-7 0,1 3 180,-1 17 0,2 4 0,5-10 0,1 1 0,0 2-333,0 4 1,0 2 0,1-2 391,1-6 1,1-1 0,-2-2 90,-3-1 0,-1-2 0,-3-5 29,-12 15-269,-23-35-90,-1-22-90,17-7 0,0-5-180,1 1 1,1 1-990,-7-7-2018,4-3 984,32 31 2293,3-7 0,29-8 0,8-4 0</inkml:trace>
  <inkml:trace contextRef="#ctx0" brushRef="#br0" timeOffset="62600">24108 15311 7533,'-20'-18'3276,"-3"0"0,-1 8-1643,-2-5-2982,-21 13-810,13-6 2159,-8 8 0,12 16 0,5 3 0</inkml:trace>
  <inkml:trace contextRef="#ctx0" brushRef="#br0" timeOffset="64083">17549 14288 7533,'12'-20'314,"0"-7"1,-1-1 765,-1-5-811,0 2 1,-4 1 720,-17-5-450,-8 17-406,-5 11 1,-5 6-315,-5 12 1,-2 10-24,7-2 1,-2 5-1,-1 1 1,3 1-172,-2 2 1,2 1 0,1 6 409,2 0 0,-1 6 0,1 2 0,2 1 0,5-1-251,4 0 0,4 0 0,2 0 0,0 4 275,1-7 0,-1 2 0,1 1 0,1 1 0,2-1 0,3 0-132,4 4 0,3 1 0,2-1 0,3-1 0,0-1-72,0-4 0,1 0 0,1-1 0,3-2 0,1-2-325,7 3 0,3-3 0,1-2 0,2-4-161,8 1 0,1-5 1,-1-5 629,3 1 0,-2-8 0,1-14 0,-4-8 0,4-21 0</inkml:trace>
  <inkml:trace contextRef="#ctx0" brushRef="#br0" timeOffset="64949">18484 14552 7533,'-5'-25'2428,"3"13"-1708,-3-4-1,5 16-269,0 0-720,-6 24 45,-9 0 1,-4 5 89,-1 7 0,-1 2 90,-8 3 0,1-2-90,10-6 0,5-5 45,8-8 270,46-46-90,-12-3 0,1-6 0,-5 5 0,0-1 0,0 1 584,5-8 1,-4 4 494,-2-1-899,-47 60-540,1 7 0,-4 8 1,1 0 149,4-9 0,2-2 0,0 5-128,-3 7 1,-1 5 0,3 0-1,5-7 23,8-1 1,5-3 44,-2 10 0,9-6 0,37-13 315,-13-27 0,0-6-45,1-1 0,-3-4 179,10-15 811,-42 33-361,-16 19 1,-7 10-420,3-1 0,-2 3 0,2 2-441,0 3 1,1 2-1,2-2-369,5-8 0,1-1 1,7-2 284,5-2 0,9-7-225,24-21 1,6-10 449,-9-1 0,0-2-270,11-6 0,-3 1-180,-9 7 450,-25 43 0,-10 1 0,-5 5 0,2-3 0,1 0 0,-1 0 0</inkml:trace>
  <inkml:trace contextRef="#ctx0" brushRef="#br0" timeOffset="66189">24403 15275 8972,'0'-17'3238,"-5"7"-2159,3-6-719,-3 14 180,5-6-1440,5 32 271,13 5-181,2-2 1,3-1 584,-1-5 0,2-5 45,7-5 0,-2-12 360,-10-16 0,-5-9-180,-2-9 0,-7-4 225,-5-5 0,-6 5 45,-13 10 89,8 50 1,3 19-338,6-3 1,5 7-1,2 4 1,-2-1-246,0 1 1,-1 1 0,1 1 0,0 1 455,2-3 1,1 1 0,0 1 0,-1-1 0,-3-4 193,-1-3 0,-1-3 1,-2-2-1,-2 0 103,-4 10 1,-4-2 0,-5-8-261,-11-3 0,-7-13-315,-7-15 0,-2-12-765,-1-9 1,3-9 59,17 1 1,4-4-1,2-1 750,-6-17 0,15 1 0,29 6 0,12 2 0,-4 10 0,0 1 0,0-1 0</inkml:trace>
  <inkml:trace contextRef="#ctx0" brushRef="#br0" timeOffset="66950">25314 14905 8072,'-6'-18'3276,"0"1"-2504,-1-1-322,1 8-180,6-6-720,-11 15-360,-30 24 675,12 1 1,-1 7 223,5-2 1,0 5 0,0 1-358,-1 7 1,2 4 0,2-3 477,7-10 0,2-2 0,1 1 59,0 5 1,1 1 0,6-5 90,15 14-315,6-19 0,5-5-135,11-11 0,4-4-630,5 1 1,1-3-920,4-8 1,-1-4 1483,-13 7 1,-5-3 0,9-22 0,-32 4 0</inkml:trace>
  <inkml:trace contextRef="#ctx0" brushRef="#br0" timeOffset="67151">25006 15205 7533,'-37'-18'3276,"17"0"0,36 9-3674,14 3 0,8 4-502,3 3 1,5 3 0,-3-1 534,-8-3 1,-2 0 0,2 2 0,13 2 0,4 2 0,-5-1 0,2 0 0,-1 0 0</inkml:trace>
  <inkml:trace contextRef="#ctx0" brushRef="#br0" timeOffset="68202">26200 14940 7533,'5'-19'1349,"2"-5"-719,16 14 179,-2-15 540,3-3-629,-11 1-540,-13 9 0,-35 10-495,3 17 0,-4 6 45,-5-2 0,-2 3-91,3 6 1,0 4-1,1 3 451,3-1 0,2 2 0,2 2 0,2 2 0,2 2 0,3 2 31,1 2 0,3 1 1,7-1 13,11 3 0,10-2-810,7 4 1,11-5-361,13-14 1,10-7 164,-11-7 1,3-2-1,0-5 870,1-4 0,0-4 0,-2-3 0,8-5 0,-5-7 0,-11-8 0,1-1 0</inkml:trace>
  <inkml:trace contextRef="#ctx0" brushRef="#br0" timeOffset="68487">26323 15275 7533,'-8'-27'1638,"0"-1"0,-18-7-1073,-1 34 1,-1 10-611,3 10 0,3 7-360,0 16 1,7 4-46,8-11 0,9-1-90,18 8 1,12-10 988,3-25 1,3-10-315,-1 1 0,-2-8 449,-1-16 1,-10-8-225,-19-2 0,-9-1-855,-6 0 1,-5 2 179,2 9 0,-3 7-2962,-19 3 3118,28 18 1,21 12-1,12 3 1,4-2 0,0 0-1</inkml:trace>
  <inkml:trace contextRef="#ctx0" brushRef="#br0" timeOffset="69166">26729 14799 7533,'-22'-18'1638,"0"1"0,-9-11-1226,13 42-862,13 25 450,4 2 0,2 6 0,2-7 0,1 1 0,0 0-65,-2-3 1,0-1-1,2 0 20,5 14 0,0-4 237,-6-15 0,1-6 977,1-8-1349,-32-57 180,3 19-225,1-11 1,-2 5 224,-6 32 0,1 14 224,16 0 1,3 5 175,3 5 0,2 1-400,1 0 0,5 0 45,11-2 0,7-3-45,0-6 0,3-4 0,17-4 0,2-9 90,-1-15 0,-1-7-90,6 2 0,-2-5 134,-10-11 1,-6-5 495,-3 2 0,-11 2 359,-29-6-629,-22 25-720,10 27 0,0 11-405,2 6 1,6 5-450,8 5 0,11 2 404,15-3 1,11-3 809,-1-12 0,5-1 0,2-7 0,15-5 0,2-8 0,-13-3 0,-1 0 0,1-1 0</inkml:trace>
  <inkml:trace contextRef="#ctx0" brushRef="#br0" timeOffset="69649">27270 14605 7533,'-27'-39'3276,"21"31"-2711,18 23 1,8 15-356,0 6 0,1 8 0,0 3-688,-7-12 0,1 2 1,-1 1-1,0 1 1,-2 1 530,1 5 1,-1 1 0,-2 2 0,0 0 0,-3 0-270,-1-1 0,-2 0 0,-2 0 1,-1-1-1,-2-2-9,-1 1 0,-1-1 0,-3-2 1,-4-4-76,-7 0 0,-4-3 0,-1-5-186,-7-1 0,0-7 486,6-7 0,1-4 0,-12-1 0,21-2 0</inkml:trace>
  <inkml:trace contextRef="#ctx0" brushRef="#br0" timeOffset="70599">28008 14781 7533,'-17'-33'2428,"4"19"-1168,0-17-811,8 37 271,10 27-690,-2 1 0,-1 7 0,0 4-75,0-5 0,0 3 0,0 2 0,-1 1-213,0-1 1,-1 2 0,0 1 0,-1-1 0,1-3 77,0 3 0,-1-2 0,0-2 1,2-3-1,-2 2 0,1-2 0,6-10 720,19-7-451,-2-41 1,3-15-180,-5 8 0,0-3 1,0-1 59,1-6 0,-1-2 0,-1 1 164,1-7 1,-4 4 450,-3 6 0,-6 15 224,-19 41-2608,8 26 1304,-1-10 1,3 3-599,9-8 1,5 2 0,0-4 1101,-3-8 0,4-3 1,25 4-1,7-11 1,-10-24-1,0 0 0</inkml:trace>
  <inkml:trace contextRef="#ctx0" brushRef="#br0" timeOffset="71033">28673 15293 7533,'-5'-45'3276,"-7"10"-1155,-13 17-2211,-17 18-180,14 13 0,-1 7-45,-3 5 0,1 5 465,9-3 0,1 3 0,3 1 75,-2 14 0,7 0-405,9-6 0,8-5 90,7-9 0,6-7 0,13-13 0,5-10 225,-2-9 0,-1-7 135,5-8 0,-1-5 359,-6-6 1,-4 0-180,-8 14 0,-4 3 89,-3-16-1528,-18 54-1800,0 13 1440,8-3 0,3 3 1349,4 4 0,4-2 0,7-5 0,4-3 0,2-1 0,0 0 0</inkml:trace>
  <inkml:trace contextRef="#ctx0" brushRef="#br0" timeOffset="71433">29190 15152 7533,'-30'-28'3276,"-7"11"-2711,11 17 1,-2 8-566,-2 6 0,2 7 315,-5 11 0,5 6-765,7 2 0,9 3 360,9-7 0,5 3 0,4-3 135,11 5 0,6-5 0,7 1 0,3-6-45,-7-11 0,-2-6 270,6-4 270,-46-10-2429,-29-2 1349,14-3 1,-2 2 539,0 8 0,4 5 0,9 10 0,17 15 0</inkml:trace>
  <inkml:trace contextRef="#ctx0" brushRef="#br0" timeOffset="71616">29325 15558 7533,'0'-20'2069,"0"4"-2069,28 32 0,17 4 0,-8-3 0,1 1 0</inkml:trace>
  <inkml:trace contextRef="#ctx0" brushRef="#br0" timeOffset="72099">30002 15275 7533,'-30'-25'3276,"-12"5"-2325,3 18-1626,6 12 1,1 8 359,5 14 0,2 6 0,-2 2 1,4 3-541,7 1 1,13 0 854,15-9 0,11-8 0,10-13 0,5-8 0,-3-7 0,0-1 0,0 1 0</inkml:trace>
  <inkml:trace contextRef="#ctx0" brushRef="#br0" timeOffset="72434">30224 15346 7533,'-26'-18'1092,"0"1"0,-3 23 0,-1 7-572,-6-3 1,2 6-761,12 8 0,3 7 1,6 0-76,3 6 0,12-2 540,21-3 0,12-9 134,7-10 1,3-8-240,-11-5 0,1-3 0,-2-6 299,-1-6 1,-1-5 0,-6-4-375,-6-10 0,-9-4-585,-6-8 1,-8 2-451,-7 8 1,-7 7-450,-6 13 0,-2 7 1439,0 5 0,37 51 0,6-28 0,0 1 0</inkml:trace>
  <inkml:trace contextRef="#ctx0" brushRef="#br0" timeOffset="73083">30754 14834 0,'0'-43'0,"-17"6"3276,2 33-2359,-6 17 0,0 11-647,8 4 0,3 6 0,1 2-390,-2 9 0,2 3 0,3 0 497,2-2 0,2 0 1,3 0-408,3-1 0,3 0 0,1-4 255,1 2 0,2-6 1032,7 6-807,-13-27 2284,-10-39-3994,-13-7-89,-13-7 1709,4 29 0,-1 6 313,2 5 1,0 6 90,-8 13 1,2 7-316,8-3 1,3 3-360,2 2 0,7 0-225,10-3 0,9-3-45,14-5 1,7-4 538,15-4 1,7-7-360,-3-6 0,4-5 0,-3-2-258,-6 0 1,-3-2 0,1-2 227,4-5 0,-1-4 0,-5-2 300,-5-3 0,-10-2 539,-14-1 1,-10 5 989,-37 4-2249,5 28 0,0 9-1169,2 1 0,4 6 225,6 16 0,13 4 1394,21-7 0,14-2 0,1-12 0,7-3 0,4-1 0,1 0 0,0-4 0,1 1 0,-1 0 0,0-1 0,0 1 0</inkml:trace>
  <inkml:trace contextRef="#ctx0" brushRef="#br0" timeOffset="73617">31824 14993 7533,'1'-32'1092,"0"-1"0,-5-1 0,-5 2 129,-22-5-1266,12 16 0,-1 6-135,-28 29 135,20 9 0,1 9 225,6 6 0,3 8 0,0 1-383,5-11 1,1-1-1,1 2 1,2 2-181,0 9 1,1 2 0,3 1 0,4-2-438,5-4 1,4-2 0,3 0 0,0-1 177,-1-4 0,2 0 0,0-2 0,2-3 642,2 1 0,0-3 0,4-10 0,8-11 0,0-12 0,4-28 0</inkml:trace>
  <inkml:trace contextRef="#ctx0" brushRef="#br0" timeOffset="73950">31824 15469 7533,'-11'-45'3238,"-3"10"-1709,-5 17-989,7 26-1,23 27-494,3-5 0,3 3-225,5 7 1,1 1 44,1-1 0,-4 0 45,-6-8 0,-9-1-90,-28 12-360,-6-32 0,-5-5-359,3-1 0,0-2 404,-2-1 0,8-4-1664,18-6 2159,32 6 0,10-11 0,7-5 0,-7 8 0,-1 0 0,0 1 0</inkml:trace>
  <inkml:trace contextRef="#ctx0" brushRef="#br0" timeOffset="74133">32229 15522 7533,'18'-41'2968,"-26"18"-1169,-18-19-1709,0 41 0,-5 8-315,-12 3 0,1 8-855,8 10 1,3 6-180,-1 5 0,9 3 1259,18-1 0,14-2 0,26-8 0,14-7 0,-6-10 0,0-1 0,0 1 0</inkml:trace>
  <inkml:trace contextRef="#ctx0" brushRef="#br0" timeOffset="74305">32402 15681 7533,'-26'-37'1638,"6"16"0,0 8-1226,4 27-3471,-13 16 2204,24-4 1,4 2 854,-1-1 0,4-1 0,7 4 0,5-1 0,3-1 0,-1-1 0</inkml:trace>
  <inkml:trace contextRef="#ctx0" brushRef="#br0" timeOffset="74867">32685 15646 7533,'-25'0'1799,"6"15"-1979,7 5 90,17 23 90,9 2 899,16-15 91,7-15-900,-19-31 0,-3-9-270,1-6 0,-2-3-225,-2-2 0,-1-2 225,-1-3 1,0 6 268,3 13 811,-7 71-301,-8-14 1,-3 6 0,0 2-622,-1 3 1,0 3-1,0 2 1,-1-1 21,0-7 0,0 0 0,0 0 0,-1 0 0,0-1-36,0-1 0,1-1 0,-1 0 0,-2-1 0,-1-3-284,-5 1 0,-2-2 1,-1-2-1,1-3-220,-5 15 0,-3-13-225,-11-26 1,-1-12 134,14-2 1,2-6 359,2-9 0,2-5 270,0 1 0,7 1 0,38-13 0,-9 19 0,0-1 0</inkml:trace>
  <inkml:trace contextRef="#ctx0" brushRef="#br0" timeOffset="75284">32968 14887 7533,'17'-18'1638,"0"-1"0,18 25-752,-7 22 1,3 16 0,-3 1-1349,-9-12 0,-3 0 1,0 2-1,1 4 672,0-1 0,1 3 0,1 3 0,-2 1 0,0-1 0,-3-2-300,-1 3 0,-2-1 0,-2-1 0,-1 0 0,-1 0-180,-2-2 0,-1 0 0,-2 0 0,-2-2 1,-5-1 201,-4 2 1,-6-1-1,-2-3 1,-5-4-71,-8-1 0,-6-6 0,0-5-177,-12-3 0,0-6-688,4-2 1,6-3-1786,11-6 2788,5 8 0,44-6 0,6 6 0</inkml:trace>
  <inkml:trace contextRef="#ctx0" brushRef="#br0" timeOffset="75419">33362 16175 7533,'-18'-8'819,"-6"6"0,3 2 0,-3 10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35:01.729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4110 5256 5914,'-20'0'-90,"5"0"90,15 0 1979,0 0-1620,0-7-269,0-3 180,0-8-180,0 0 90,0 9-90,0 1-90,0 0 90,0 6 450,0-6 179,0 16-179,0-6-180,0 37-270,0-15 134,-4 11 1,0 4 0,3-10 0,0-1-90,-7 6 0,0 3-90,7 5 0,0 0-225,-3-9 0,0 0-30,4 1 0,0 1 0,0-2 165,0 0 0,0 1 195,0 5 0,0 4 0,0-1 30,0 6 0,0 0-180,0-11 0,0 2 0,0 0 0,0 1 0,0 1 0,0-4-45,0-3 0,0 0-105,5 6 0,1 3 0,-1-2 105,-3 2 0,0 0-82,3-6 0,1 1 0,-1 1 127,-4-2 0,-2 0 0,1 0 0,0 2 0,0-1 0,0 1-30,0 4 0,1 2 0,-2 0 30,-2-4 0,-2 0 0,0 1 0,2-1-212,1 9 0,2-1 1,-2-1 211,-3-1 0,-2 0 0,3 0 0,4-9 0,2 1 0,1-1 0,0-2-60,0 2 0,0-1 0,1 2 37,1 3 1,2 4-1,0 1 1,-1-4 22,1-1 0,-1-2 0,1 1-23,-1 0 1,0 2-1,1 1 1,0-3-8,1 5 0,0-2 0,1 1 120,-2-4 0,-1 0 0,1 2 0,0-1-68,2 0 1,0 1-1,0-1 1,0-1 22,-2-2 0,0-1 0,0 0 0,-1 0-45,1 1 0,0 0 0,-1 0 0,0-1-60,-2 7 0,-1 0 0,-1-2 60,1-1 0,0 0 0,-1 0 3,-1 1 0,-2 1 0,1-2 27,3-3 0,0-1 0,-1 1-30,-1-1 0,-1 1 0,1-1 0,4 1 0,1-1 0,-1-1-67,-4 12 0,0 0 97,1-14 0,1 0 0,0-1-30,-3 11 0,0 0 45,0 3 0,0 0-180,0-3 0,0-2 487,0-2 1,0-1-263,0-4 0,0-2 399,0-7 0,0-1-265,-4 4 1,0-1 69,-6 10-564,0 4-25,2-25-2044,8-10 2339,0-8 0,0-32 0,0-7 0</inkml:trace>
  <inkml:trace contextRef="#ctx0" brushRef="#br0" timeOffset="1666">4163 5256 7533,'-18'-7'-180,"1"-3"180,-1-8 180,8 0-180,2 9 1259,8-7-809,0 6-270,8 0 0,2 18-1,15 12-179,-4-3 0,1 1 135,8 5 0,3-3 0,12-7 0,6-4-371,-13-1 1,3 1-1,2-1 1,-2-2 324,6-3 1,0-4 0,5 1-45,-11 1 0,4 1 0,2 0 0,0 0 0,-1-1 0,-4-1-68,4-1 1,-3-2 0,-1 1-1,4 0 38,-5 2 0,3 0 0,1 0 0,0 1 0,-1-2 0,-3-1-15,2-3 0,-2-1 0,-1-1 0,3 2 90,-2 1 0,1 2 0,1 0 0,1 0 0,-1 0 18,-2-1 0,0-1 0,0 0 0,0 1 0,0-1-90,1 1 0,0 0 0,0-1 0,-1 1 0,1 1 4,7-1 1,0 0-1,-1 1 1,1 0-95,-7 0 0,-1 0 0,1 0 0,-1 0 0,0 0 117,7 0 0,-1-1 0,1 2 0,0-1 9,-4 2 0,1-1 0,0 2 0,0-1 0,-1 0 35,7 0 1,-2 0 0,0 0 0,-1 0-135,-2 1 0,0 1 0,-1 1 0,0-1-23,-1 0 1,1 0 0,-1 0 0,1 2 89,2 1 1,1 2-1,0 0 1,0-1-1,1 0 1,1-1-1,-1-1 1,1 1 30,-8-1 1,0-1 0,0 1 0,-1-1 0,0 0 13,5 2 1,-1-1 0,0 0-1,1-1-49,-3-2 0,2 0 0,0-1 0,0-1 0,-3 2 4,2 1 1,-3 0-1,0 1 1,3-2-23,1-2 0,4 0 0,0-1 0,-1 0 0,-2 0 22,-1 2 1,-2 0-1,-1 0 1,2-2-23,-3-1 0,1-3 0,0 1 0,-1-1 0,-2 3 0,2 1 0,-1 2 0,-2 0 0,-1-2-64,4-6 1,-1-1 0,-2 2 63,14 6 0,-4 0-180,-18-3 1,-2 0 44,0 5 0,-2-2-315,6-6-360,-15 5 1359,-11-6-549,-6 8 44,0 0-44,11 0 450,8 0-270,29 0-90,-2 0-180,-15 4 0,-1 0-630,8-2-539,-8 13-360,-13-5 1619,-10 0 0,-1-10 0,-6-10 0</inkml:trace>
  <inkml:trace contextRef="#ctx0" brushRef="#br0" timeOffset="2799">10190 5327 7533,'0'43'-270,"0"-17"0,0 1 450,-5 11 0,-1 2 45,0 8 0,-2 2-460,0-15 0,-1 0 0,1 3 325,2 0 0,1 3 0,1 0 0,0 0-262,-1 8 0,1 0 0,0 2 239,2-3 0,1 2 1,0 1-1,0 0 68,0-3 0,1 1 0,0-1 0,1 1-214,0-9 1,0 1 0,0-1 0,0 1 0,0 1 96,1 1 0,-1 1 0,0 0 0,1 0 0,-1 0 0,2 2 0,-1 0 0,1 0 0,0 0 0,-1-1 72,-1 0 0,1 0 0,-1-1 0,0 1 0,1 0-37,0 3 1,0 1 0,0 0 0,0 0 0,1-1-36,-1-3 0,0 0 0,1 0 0,-1-1 0,1 0 0,0-2 0,0-1 0,-1-1 0,1 1 0,0 1 18,-1 3 0,1 1 0,-1 1 0,1-1 0,-1-1 54,1-3 0,-1 0 0,1-1 0,-1 0 0,-1 1-18,0 2 0,-1 1 0,0 0 0,0 0 0,1 0-36,0 0 0,0 1 0,0-1 0,0 0 0,0-1-14,-1 4 1,0-1-1,0 0 1,0-1 22,2 1 0,1-1 0,0 1 0,0-3-23,0-5 0,0-1 1,0-1-1,1 0-130,3 13 1,2-1 0,0-1 107,0-5 0,2-2 0,-1 1-120,-1-1 0,0 1 0,-1-2 277,1-4 0,-1-1 0,0 0-157,-3 3 0,-1 0 0,-1-2-45,0 2 0,-1 0 105,-3-5 0,-1 2 0,0-3 499,-1 1 1,-1-1-515,1 0 0,0-2 933,-3 14-1338,6-27 807,0-9-537,0-8-630,0 8 0,0 2-899,0-1 180,0 7 1439,0-14 0,-16 6 0,-5-8 0</inkml:trace>
  <inkml:trace contextRef="#ctx0" brushRef="#br0" timeOffset="4516">4304 10566 8612,'10'0'450,"29"0"-360,8 0-90,-5 0 0,4 0-60,-10-1 0,2 1 0,2 1-177,-4 2 0,1 1 1,1 1-1,0-2 327,2-1 0,-1-2 0,2 0 0,0 2-68,7 3 1,1 2-1,0 0 1,-1-2 44,-8-4 1,-2 0-1,1-2 1,2 2 4,1 0 0,2 1 0,1 0 0,-1 0 0,-1-1-214,3-2 1,-1-2 0,0 1 0,1 0 141,-6 1 0,0 1 0,1 0 0,0-1 0,0 1 18,0-1 0,-1-1 0,1 0 0,-1 1 0,1-1-86,9 0 1,0 0 0,-1 0 0,0 0 67,-4 1 0,-1 1 0,1 0 0,2-1 71,-2 0 1,3-1 0,0 0 0,0 0 0,-3 1-27,-2 1 0,-1 0 0,-1 0 0,2 0-27,-2 0 0,2 1 0,1-1 0,-1 0 0,-2-1-41,2 0 1,-2-1 0,0 0-1,2-1 77,-4 2 0,3-1 0,-1 0 0,0 0 0,-2 0-32,0-2 1,-2-1-1,0 0 1,2 1 103,3 0 0,2 0 0,1 1 0,0-1 0,-4 1-104,-1 1 1,-3 0-1,0-1 1,0 1-53,12-3 0,0-1 0,0 1-60,0 2 0,0 0 0,-2-1-188,-7-1 1,-2-1 0,1 0 367,6-3 0,2 0 0,-3 1-90,-8 4 0,-2 1 0,2-2 60,6-5 0,2-2 0,-3 3 210,4 7 0,-1 0-390,-7-5 0,2-3 0,0 3 72,-3 5 1,0 2 0,-2 1 2,11-2 0,1 2 255,-9-1 0,3 0 0,-2 1-120,9 3 0,0 0-60,-10-3 0,1-1 0,0-1 30,-2 2 0,-1-1 0,1-1-90,5-1 0,1-1 0,-2 0 255,6 3 0,-2-1-70,-8-2 1,0-1-1,-4 3-200,-4 4 0,-1 2 595,9-5 0,-1 1-550,-10 7 0,-1 0 142,4-7 0,-1 0 758,7 7 93,11-8-1533,-30 0 360,14 0 270,-10-8 540,0 6-90,-1-6-271,-6 8-179,1 0 0,-1-8 180,0 7-360,-5-15-809,3 14 359,-8-6-2158,9 8 2698,-10 0 0,-1 0 0,-7 0 0</inkml:trace>
  <inkml:trace contextRef="#ctx0" brushRef="#br0" timeOffset="10666">7457 5415 7533,'14'-17'809,"-3"7"-269,-11-6 0,-6 14 629,-1-14-180,-10 7-899,-2-9 270,-17 8-360,11 2 0,-4 0 225,-8 7 0,-1 1-90,-5-5 0,-2 2 14,4 3 1,-2 3 0,2 2-60,-6 2 0,0 3-90,0 1 0,-2 1 0,4 0-45,4 2 0,2 2 75,3-1 0,-2 3 0,1-2 0,4-4 0,0 0 0,0 1-139,-1 6 1,0 3 0,0-2 258,-2-6 0,-1-3 0,0 3-240,-2 6 0,-1 3 0,1-1 90,4-6 0,1-2 0,-1 3 22,2-1 1,-1 1-1,0 1 1,2 1-263,-5 9 0,2 2 0,0-1 480,2-5 0,1 0 0,-1 2-90,-3 5 0,0 1 0,1-1-31,5-4 1,0 0 0,0-1-90,-1 1 0,0-1 0,0 2-60,0 3 0,2 1 0,0-1-92,-4 6 0,2 0 92,8-8 0,1 1 0,0-2-15,-6 4 0,1-2-45,2 1 0,1-1 135,0 0 0,-1 1-45,3-6 0,0 2 0,0-1 90,-8 11 0,1 1-135,-2 1 0,1 0 45,3-5 0,2 1 90,-1 4 0,-1 0-45,2-6 0,-1 1 45,6-5 0,0 3 0,-1-1 30,-2-1 0,0-1 0,0 0-90,4-1 0,1-1 0,-1 2-90,-6 10 0,-1 2 0,0-3-181,4-9 1,1-2 0,1 1 240,4 6 0,1 1 0,-1 0 59,-3 0 1,-1-1 0,2 1-60,3 10 0,1 2 30,3-10 0,-1 1 0,0-1 186,-6 8 1,2 0-277,11-11 0,2 1 0,0 0-30,-6 14 0,2 0 90,6-14 0,1 0 0,1 1 0,-1 1 0,0 1 0,0 0 120,2 3 0,0 0 0,2 1-143,1 0 0,1 0 0,1-1 83,-2-4 0,1-1 0,2-1-195,8 13 0,1-2-15,-5-14 0,-1-1 1,2 0 59,8 11 0,3 0 210,-5-9 0,2 0 0,0-3 59,5 7 1,2-3-90,6 0 0,1 1-135,-4-1 0,1 2-38,-9-9 0,0 0 0,1-1 83,12 7 0,-1-1-2,-12-7 0,0 1 0,1-2 2,12 0 0,0-1 89,-5 6 1,-1 2-135,9 0 0,-1-1 0,-11-2 1,-1-1 157,7 0 0,0-1-203,-6 0 1,1-1 134,2-6 0,2-1-1,-7 0 1,1-1 315,4 1 0,-1-2 0,15 3-242,-23-2 0,1 0-73,3-4 0,-2 1-135,-1 7 0,0 1 90,8-3 0,0-1 0,-1 5 0,0-2 45,4-7 0,1-1 0,-7 0 0,2-1 45,6 2 0,1-2-90,-4-3 0,0 2 45,10 6 0,1-1 0,-9-10 0,1 0-45,10 9 0,0 1-90,-7-10 0,0 0 90,5 9 0,0 3 0,-3-5 0,0 2-135,0 5 0,-1 3 135,-4-5 0,0 1 0,5 4 0,3-3 0,3-9 0,0-2 45,-7-1 0,1-1-75,-6-5 0,3-3 0,-3 0-15,8 2 0,-2-2 0,1-3 0,0 0-135,1 4 0,0-2 135,0-4 0,0-3 0,3-3 0,-1-2-134,-11 6 0,0-1 1,0-3 118,3-8 0,0-4 0,0 1 60,-2 4 0,-1 1 0,1-2-30,3-2 0,0-2 0,0 0 60,-1 0 0,1 1 0,-1 1 105,6-2 0,-1 1-105,-8 4 0,1-1 0,-1 0 15,8-5 0,0-2-45,-8 4 0,-1-1 0,2 0-30,2-3 0,1 0 0,-1 1 119,-3 1 1,-2 1 0,1 0-30,1 1 0,-1-1 0,0 3-15,9-7 0,-3 3-45,-3 2 0,-1 1-16,-7 2 0,1 0 0,0 1 61,10-4 0,1-1-45,-10 2 0,0-2 0,-1 1 0,7-5 0,-2 1 135,1 1 0,-2-1 45,-7 1 0,0 1-135,0 7 0,0-1 400,-1-10 1,-1-1-311,-1 7 0,0-1-19,0-5 1,0-2-252,-1 0 0,0 1 180,1 2 0,-2 1-45,-3 1 0,-1-1 135,5-2 0,-1-1-45,-1 3 0,0-1 0,2-3 0,1 0-135,-3 4 0,1 1-225,3-7 0,0-1 225,-4 6 0,0-1 135,3-14 0,0 0 0,-3 14 0,-1 1 135,0-9 0,0 0-135,0 5 0,0 1-45,-1-1 0,-1-1 89,8-5 1,-1 0-135,-9 10 0,-1 1 315,5-11 0,0-1-270,-6 8 0,0-2-180,1-10 0,-1 0 135,-2 10 0,-1 1 0,-2-6 0,-2-1 0,-1 8 0,-2 0 90,-2-8 0,0-1-90,0 0 0,0 0 45,0 4 0,0-1 0,0-8 0,0-2-315,0 6 0,0 0 180,-2-7 0,-2-2 120,1 13 0,-1-1 0,-1 1-30,-4-6 0,-1 2 0,-1-2 0,-3 0-30,0 11 0,-2 1 0,0 2-15,-7-6 0,-1 1 45,5 5 0,-1 0 0,-2 1-60,-4 3 0,-3 3 0,2 0-165,-6-5 1,-1-1 224,1 6 0,-3-1 0,4 0 45,-2-5 0,2 1-90,-1 1 0,0-1 135,3-2 0,1-1-45,4 7 0,-1-1-135,-2-2 0,-1-1 45,-2-2 0,-1-1-135,3 7 0,0-1 45,-5-6 0,0 0 270,0 7 0,0 1-135,9 0 0,0 1 135,-5-5 0,1 1 90,6 1 0,1 1-181,-8-7 1,0-1 45,-1 0 0,0 1-180,3 7 0,-1-1 0,-7-10 1,1 1-1,6 14 0,1-1 180,2-1 0,-1-2 0,1 0-1,-8-4 1,-1 0 0,9 6 0,-1 0 0,0 0 240,-3 0 0,-1 0 0,2 2-240,-3-1 0,-3 3-30,-5 1 0,-6 1 0,1 5-374,8 6 1,0 3 0,-1 2 290,0-1 1,-2 2 0,-1 1-1,0 2-472,-5 3 1,-1 2-1,0 3 1,1 1-162,8-1 1,0 1-1,0 1 1,1 0 0,-1-2 568,-7 1 1,-1-1 0,1-2 0,3 0 0,-3 2 0,1 0 0,5-5 0,1-9 0,1 0 0</inkml:trace>
  <inkml:trace contextRef="#ctx0" brushRef="#br0" timeOffset="18499">7163 7779 7533,'-36'0'1259,"19"0"-1619,-5 0 900,22 0 179,6 8-269,6 1-90,-4 9-180,9-8-180,-16-2-270,5-8 270,-12-8-90,-12 6 0,3 2 360,-8 18 180,21 9 179,15-7-179,7-13-360,5-16-90,-7-25-270,-17 5 810,-13 1-180,-14 21-270,-6 32-765,20 0 0,5 3 136,12 13 539,0-13 0,6-7 0,19-26 0,8-11 0,-2 0 0,0 0 0</inkml:trace>
  <inkml:trace contextRef="#ctx0" brushRef="#br0" timeOffset="19450">7298 7867 7533,'-19'0'-450,"-5"0"540,10-8 90,2-2 90,12-7-90,12-9 179,8 14 91,4-11 0,6 5-136,-2 2 1,4-3-165,-3 1 0,4-3 0,2-1-445,-2 2 1,2-1 0,2-2 0,2 0 0,-1-1 354,0 0 0,0-1 0,0-1 0,2 0 0,-1 0 0,1 0-35,-5 3 1,1 0 0,0 0-1,0-1 1,1 1 0,-1-1-1,-1-1-13,1-1 1,1-1 0,-1-1 0,1 0 0,-2 0 0,0 2 0,-2 1-31,6-3 0,-2 2 0,-1 1 0,-1 0 0,0 0-37,5-7 1,-1 0 0,-1 1-1,-3 4 115,-2 4 0,-2 3 0,-2 0-150,6-7 0,-5 5-269,2 11 179,-14-5-90,-13 16 845,1 0-755,6 0 395,13-16-395,0 4 135,-4-3 0,0-3 135,-2 1 0,0-1 315,5-1 0,1 1-271,-2-5 1,-2 2-314,10 2-451,-7 3-719,-17 16 269,-2 0 361,-5 0 719,0 0 0,-11 0 0,-3 0 0</inkml:trace>
  <inkml:trace contextRef="#ctx0" brushRef="#br0" timeOffset="19849">9057 6509 6633,'-44'0'1979,"8"-8"-1439,5-2-540,18-15 180,18-3 0,32 1-1,-7 12 1,3 4-45,6 5 0,3 2-90,4-1 0,-1 3 90,-5 9 0,-3 1 0,-4-7 0,-5 2 494,3 29-269,-37-5-270,-5-2 0,-4 3-450,-1 3 1,0 1-766,-6 7 1,2 0 494,9-10 1,2-1 629,-1-1 0,2-3 0,3-7 0,5-9 0</inkml:trace>
  <inkml:trace contextRef="#ctx0" brushRef="#br0" timeOffset="20504">8577 7320 8342,'-13'8'1080,"-4"33"-676,15-10 1,3 3-90,-5 7 0,2 0-90,6-3 0,3-5 1304,13-6-630,11-52-764,-12-4 0,-1-7 45,-5-4 0,-1-5 0,0 1-16,-2 3 0,1 0 0,-1 1-44,0-1 0,-1 1 0,3 5-615,4 2 0,3 14-1663,19 36 2158,-7 16 0,-2 7 0,-3-6 0,0 0 0,5 4 0,-1-1 0</inkml:trace>
  <inkml:trace contextRef="#ctx0" brushRef="#br0" timeOffset="22472">4445 11148 7533,'-20'-8'1349,"-3"-2"-270,5 0-179,6-5-271,-11 13-269,29-6-360,27 8-180,1 3 0,5 2 0,-1 0 0,3 1 1,3 0-242,-3-1 0,3 0 0,1 0 0,1 0 385,-4-1 0,1 0 0,1-1 0,2 1 0,1-1 110,0-1 1,2 0 0,1-1 0,1 0 0,0 0 0,-1-1-356,-6 0 0,0-1 0,0 0 1,1 0-1,-1-1 0,0 1 1,1 0 267,-1-1 0,0 1 0,1 0 0,0 0 0,-1-1 1,0 1-1,-2-1 43,4-1 0,-1 0 0,0 0 0,-1 0 0,0 0 0,1 0-276,-1 1 1,1 0-1,0 1 1,0 0-1,1-1 1,-1 0 260,3 0 0,0-1 0,1 0 0,-1 0 0,1 1 0,0 0-3,-5 1 1,-1 0 0,1 1 0,0 0 0,0 0 0,1 0 0,-1 0-135,3-1 0,-1 0 0,2-1 0,-1 1 0,0 0 1,0 0-1,-1 0 134,0 1 1,-2 0 0,1 0 0,0 0 0,-1 0 0,1 0 0,-1 0-13,1-1 0,0 0 0,-1 0 0,1-1 0,-1 1 0,0 0 0,0 0 30,5 0 0,0 1 0,-1 0 0,0 0 0,1 0 0,-1-1-30,1 0 0,1 0 0,-1-1 0,1 0 0,-1 1 0,0 0 7,-3 1 1,0 0-1,0 0 1,0 0 0,-1 0-1,-1 0 65,6 0 0,-2-1 0,1 1 0,-2 0 0,0 1-36,-4 1 0,0 1 0,-1 1 0,-2 0 0,-3-1-126,3 0 0,-4 0 0,0 3 533,3 4 1,1 3 0,-4-3-489,-4-4 0,-1 0 315,17 3 0,-2-3 89,1-6 402,-19-6 0,-4-3-941,-9-3 1781,1-6-2770,-16 11 2019,0 7-2020,5 0 1170,2-8 0,22-18 0,4-11 0</inkml:trace>
  <inkml:trace contextRef="#ctx0" brushRef="#br0" timeOffset="22904">9746 10760 8342,'31'27'1124,"-9"-10"1,4-1-1035,11 6 0,5 0-258,-11-9 1,1-1 0,0 2 167,4 5 0,0 2 0,-2-2 276,1-5 1,-6 1 623,0 18-442,-54-7-593,-13-1 0,-7 1 15,13-10 0,-1 0 0,-1 1-548,-8 6 0,-2 1 0,1-3-262,10-7 1,1-3 0,3 2 987,0 5 1,3-3 0,-18-13 0,23-4 0</inkml:trace>
  <inkml:trace contextRef="#ctx0" brushRef="#br0" timeOffset="23870">4947 11042 7173,'-6'-27'-90,"-6"1"1259,-1 8 1,-11 9 89,11 1-540,-5 8 1,5 0-360,6 0-720,1 0 360,-2 0 90,-11 8-90,-1 1 45,-4 3 0,-1 2 225,-6 5-135,-5 1 0,-3 2-90,11 0 0,-1 1 89,-6 0 1,0 1 45,7 3 0,3-3 270,-10-5 90,25-3-270,4-16 89,45 0-314,-9 0 0,3 0-90,7 0 0,4 0-435,-7 2 1,1 1-1,-1 0-914,3 1 0,-1 2-245,1 1 1,-4 3 1512,3 8 1,-21 0 0,-20-1 0</inkml:trace>
  <inkml:trace contextRef="#ctx0" brushRef="#br0" timeOffset="24916">6399 11659 7533,'-31'-8'1349,"6"-9"-90,13-11-179,28-7-766,3 12 1,6 3-135,13 4 0,5 3-300,-9 0 0,1 1 0,1 3-30,-1 6 0,1 3 0,-1 1 15,11 1 1,-4 6-46,-10 10 0,-9 7 90,-17 9 0,-11 3-90,-5-8 0,-6 2 0,-2-1 150,-3 3 0,-3-1 0,-2 1-227,1-3 0,-2 0 1,-1 0-1,0-1 317,-6 6 0,0-2 0,1 1 689,1 4 1,0 2 0,2-4-166,-3 2 1,4-3-135,12-12 0,5-3 449,12-5-269,18-7-136,9-13 1,5-3-405,6 6 0,2 0-570,-4-8 1,2-3-1,-1 2-914,10 5 0,0 1-245,-1-5 1,-2 4 1755,-10 11 1,-4 6 0,8 16-1,-27-5 1,0 1 0</inkml:trace>
  <inkml:trace contextRef="#ctx0" brushRef="#br0" timeOffset="25271">7113 12083 7533,'-21'15'3276,"5"21"-2891,16-10 1,5 2 244,8 20 809,6-15-269,16-57-991,-15-3 1,-1-8-210,-3-3 0,1-5 0,-1 0-120,0 2 0,0 0 0,1 2-510,-2 1 0,1 0 1,3 8-980,10 3 1,1 11 1479,11 10 1,0 19-1,3 7 1,-8-1 0,0-1-1</inkml:trace>
  <inkml:trace contextRef="#ctx0" brushRef="#br0" timeOffset="32549">14361 5186 7353,'0'19'180,"0"-3"179,0-16 451,0 16-360,-5-12 0,3 11-450,-3-15 539,-1 0-89,5 0-90,-5 0-450,6 0-90,0-15 270,6-13 45,-1-4 0,2-4 0,4-8 0,3-2-214,-1 4 1,1-3 0,1 0 123,-3 10 0,1-2 0,0 1 0,0 1 45,5-8 0,1 1 0,0 0-59,-2 0 1,-1 2 0,0 2 58,3 0 0,-1 4 45,-2 2 0,-2 3-315,6-6-270,-8 17 90,-1 18 1039,1 25-410,-3 0 1,1 3-180,2 10 0,1 5 120,-5-3 0,1 4 0,-2 1-548,2 3 0,0 0 0,-2 1 248,-2-11 0,0 0 0,0 1 0,-1-1 112,1 1 1,-1 1 0,1-1-1,-1-2-22,0 1 1,0-1 0,0-2-46,-1 11 0,1-4-405,1 1-989,1-27-630,-5-24 2069,5-2 0,-17-23 0,-3-5 0</inkml:trace>
  <inkml:trace contextRef="#ctx0" brushRef="#br0" timeOffset="32800">14447 5098 8972,'-20'-18'3276,"36"-15"-2126,12 13 1,7 2-972,2-1 1,6 1-1000,-7 6 1,5 1 0,0 1 0,-4 2 756,8 0 1,-1 4-1,-3 2 1,3 1-1,-6 4 1,-8 7-1,0 0 1</inkml:trace>
  <inkml:trace contextRef="#ctx0" brushRef="#br0" timeOffset="33900">15407 5098 7533,'13'0'2608,"-7"-8"-1349,0 6-449,-6-14 0,0 6-91,-6-7-179,0-1-810,-7 8-180,-15 2 450,-11 8 180,11 14 0,0 4 0,5-3 0,1 1-135,2 1 0,4 3 0,6 12 0,9-1-405,17-5 225,3 8 0,6-2-315,-4-19 1,5-4-644,5 0 1,4 0 0,-3-4 1063,14-5 1,-15-2 0,-3-4 0,-12-3 0</inkml:trace>
  <inkml:trace contextRef="#ctx0" brushRef="#br0" timeOffset="34850">14276 5627 7533,'-31'0'-540,"-6"0"990,-7 0 449,6 0 181,2 0-271,23 0-89,13 0 89,41-8-509,-9 4 0,7 1 0,3 0-622,2 0 0,3 1 1,2 0-1,4-1 296,-11 2 0,3-1 1,2 1-1,1 0 1,0 0-1,0 0 0,-3 1-345,1-1 1,-1 1 0,0 0 0,-1 0-1,0 0 1,0 1 205,0-2 0,1 1 0,0 0 0,-1 0 0,-3 0 1,-3 1-256,11 0 0,-5 2 0,-7 0-210,-9 1 1,-4 2-990,10 20 1619,-34-15 0,-45 5 0,15-16 0,-1 0 0</inkml:trace>
  <inkml:trace contextRef="#ctx0" brushRef="#br0" timeOffset="35583">14423 6685 8072,'-20'0'1889,"14"-31"-1619,20 2 0,7-5-210,-3-3 0,1-5 0,2-2-568,-1 1 1,3-1 0,-1-2 0,-1 2 529,-4 6 1,-1 1-1,0-1 1,0 0 44,2-5 1,0-2-1,0 2 1,-2 6 466,4-4 1,-2 5-445,-2 0 0,0 6 340,13 4-790,-16 24 450,16 28 0,-18-5 0,-1 5 90,5 18 0,0 6 160,-6-11 1,-1 2 0,0 2-431,-3-4 0,-1 1 0,1 1 0,-1 0-90,2 2 0,1 0 0,-1 0 0,-1-1 30,-2 2 0,-1-1 1,1-3 59,3 10 0,-1-8-1529,-5-7 1619,0-17 0,-22-34 0,-5-13 0</inkml:trace>
  <inkml:trace contextRef="#ctx0" brushRef="#br0" timeOffset="35817">14595 6473 7533,'-26'-7'3276,"14"-3"-1605,35-16-3470,22 7 539,-6 9 1,1 2 1259,-7 2 0,0 4 0,11 11 0,0 6 0,-9-1 0,0 1 0</inkml:trace>
  <inkml:trace contextRef="#ctx0" brushRef="#br0" timeOffset="36333">15407 6332 9422,'-4'-9'1529,"-10"9"-1349,-22 17-270,-8 3 45,21-4 0,2 1-135,-16 11 360,18 7 0,19 0 449,30 0-314,-8-13 0,1 0-270,3-1 0,-1 3 90,-4 1 0,-5 3-90,-10-2 0,-6 0-135,-6 6 0,-7-3-495,-9-4 0,-5-3-539,2-2 0,-1-5 1124,0-3 0,2-8 0,-6-20 0,12-3 0</inkml:trace>
  <inkml:trace contextRef="#ctx0" brushRef="#br0" timeOffset="38332">17253 4657 5824,'-7'-8'0,"2"6"0,5-14 719,0 6-179,0 1-180,0-7 179,0 14 271,0-14 179,0 14-359,0-13-360,0 13-900,0-14 91,5 14 808,-3-6 361,3 8 270,-5-8-271,0 6 1,0-5-360,0 7-180,0 0-180,0-8-270,0 6-450,0-6 630,0 8-2788,0 0 2968,6 0 0,-27 31 0,-1 8 0</inkml:trace>
  <inkml:trace contextRef="#ctx0" brushRef="#br0" timeOffset="38716">16601 5292 7533,'-30'-18'3276,"9"8"-1965,4-5-951,17 13 1079,45-14-1439,-11 14 0,3 2-150,-5-2 0,2-2 0,1 2-330,9 1 1,1 2-1,-3-1-555,3 0 1,-2 0-180,4-2 0,-5 4 1214,-11 14 0,-75 3 0,7-1 0,-1 0 0</inkml:trace>
  <inkml:trace contextRef="#ctx0" brushRef="#br0" timeOffset="38933">16601 5415 7533,'-35'0'3276,"23"0"-166,36 0-3155,10-6 0,8-4-315,0 4 0,4 0 1,2-1-461,-10 0 1,3 0 0,-2 0 0,-1 0 454,0 1 1,-2 0 0,2 1 0,4 1 0,1 1 0,-4 2 0,-3 1 0,-1 0 0</inkml:trace>
  <inkml:trace contextRef="#ctx0" brushRef="#br0" timeOffset="39468">18533 4674 7982,'0'-9'2699,"0"1"-2699,0 8-90,0 31-450,0 16-90,-1-5 1,2 4-46,1-1 1,1 0-91,-1 5 1,3-4 764,2-14 0,4-7 0,14-7 0,7-40 0</inkml:trace>
  <inkml:trace contextRef="#ctx0" brushRef="#br0" timeOffset="39734">18914 4604 7623,'-13'0'1619,"2"8"-1259,11 25-360,5-7 0,1 3-315,-3 14 0,2 2-405,7 0 1,-1 0-586,-7-4 0,0-2 1305,7-6 0,-5-5 0,-21 0 0,0-13 0</inkml:trace>
  <inkml:trace contextRef="#ctx0" brushRef="#br0" timeOffset="40000">18361 4692 7533,'-32'-8'3276,"24"6"-1856,30-5 0,19-2-1300,-3 1 0,5-1 0,3 1-776,-6 2 1,2 1-1,3-1 1,0 0 0,-1 0 72,1-2 0,1-1 0,0 0 0,-1 0 0,0 0 583,-1 2 0,1 0 0,-1 0 0,-1 0 0,-3 0 0,9-2 0,-3 0 0,-3 0 0,-10 0 0,0 1 0,0-1 0</inkml:trace>
  <inkml:trace contextRef="#ctx0" brushRef="#br0" timeOffset="40950">19616 4233 7533,'-7'-9'2248,"1"-7"-898,12-2-631,17-9-314,7 5 0,6 1-270,5 1 0,3 2-75,-8 5 0,2 1 0,-1 2-465,6 3 0,-4 4-90,-11 5 1,-7 6-181,-18 22 0,-12 7 765,-9 4 0,-9 2-54,4-7 1,-3 1-1,0-2 443,2-5 1,0 0 0,2-2 329,-3 8 1,7-3-810,12-4-449,43 2-271,2-27 1,7-6-181,-11 5 1,1 0-1,1-1 448,0-1 1,0-2-1,-3 1 1,3 0 0,-6 0-1,2 0 1</inkml:trace>
  <inkml:trace contextRef="#ctx0" brushRef="#br0" timeOffset="42783">19555 4798 7443,'-14'0'1889,"-2"-8"-1170,9 6-269,0-14-180,-4 14-360,9 2 180,-9 34 45,10-8 0,1 3 0,-3 3 0,1 0 494,1 0 1,2-3 359,-1-2-359,0-50-405,-3-3 0,0-5-180,2-9 0,1-2 89,-4-2 1,2 2-315,3 12 1,4 5-271,23-11-809,18 36 44,-9 9 1,5 2 134,5-2 1,-1 2 1079,-6 1 0,-2-1 0,-9-7 0,-3 2 0,-5 12 0</inkml:trace>
  <inkml:trace contextRef="#ctx0" brushRef="#br0" timeOffset="43383">18028 5450 7533,'-19'0'1709,"7"0"0,39 0-1170,14 0 1,9 0-405,-16 1 0,2-1 0,3 0 0,4-1-559,-5 0 1,5-1 0,2 0 0,1 0-1,2-1 1,-1 0 0,0 1 397,1-1 0,1 0 1,0 0-1,0 1 0,1-1 1,1 0-1,0 0-74,-6 1 0,1 0 0,1-1 0,1 1 0,-1 0 0,0 0 0,0 0 0,-2 0 1,-1 0-128,3-1 1,0 0-1,0 1 1,-2-1-1,-1 1 1,-2 0-1,-1 1 29,4 0 0,-1 0 0,-3 0 0,-2 2 1,-3 1 17,2 2 0,-4 1 0,-6 2-360,3 4 1,-25 23 539,-36-7 0,-5-7 0,12-13 0,-1 1 0</inkml:trace>
  <inkml:trace contextRef="#ctx0" brushRef="#br0" timeOffset="44300">18681 5750 7892,'6'-19'2429,"5"-5"-1619,-9 22-451,3-13-359,-10 13-809,-18 9 44,2 8 1,-2 6 404,-5 2 0,-2 3 0,-2 3 107,4-2 0,-1 2 0,-2 1 1,0 0 431,0-5 1,-2 1 0,0 0 0,0-1 0,3 0 112,-2 3 1,3 0-1,0-1 1,0-2 66,-7 1 1,1-3 0,6-4 1349,-7 7-1169,29-18-91,31-16 1,6 3 0,7 0-690,2-3 0,5-1 0,1 1-580,-8 2 1,2 1 0,0 1 0,-1-1 305,1 0 0,1 1 0,-1-1 0,-1 1-566,9 1 1,-1 0 0,-6 2 1079,-5 0 0,-5 2 0,5-1 0,-43 0 0</inkml:trace>
  <inkml:trace contextRef="#ctx0" brushRef="#br0" timeOffset="44566">18668 5838 7533,'-31'-9'3276,"12"17"-1245,14 35-1941,5-13 0,3 6 0,1 2-651,-1 3 0,2 3 1,-1 0 260,0 3 0,-1 1 0,2 0-420,2 0 1,1-1 0,0-5 11,1-5 1,2-5 707,7 4 0,0-15 0,-3-53 0,-6 8 0,-1-1 0</inkml:trace>
  <inkml:trace contextRef="#ctx0" brushRef="#br0" timeOffset="45816">19026 6033 10141,'0'41'360,"2"-15"0,1 3-180,0 6 0,1 2 359,-2 0 1,2-3 359,7-5-809,-10-39 180,2-24 0,0-10-360,-3 1 0,0 0 60,1 8 0,0-1 0,2 3-240,1-2 1,5 7-451,27 1 135,-10 28 1,4 7-631,7 6 1,1 2 1214,3 2 0,-1-1 0,-11-7 0,-1-2 0,19 0 0</inkml:trace>
  <inkml:trace contextRef="#ctx0" brushRef="#br0" timeOffset="46600">19603 5733 7533,'0'-34'3276,"6"13"-76,23-13-2660,16 17-405,-20 11 0,2 2-540,9-2 0,-2 4-1124,-10 10 449,-7 33 585,-29-10 1,-8 3 734,3-5 0,-2 1 0,0 1 569,-1 1 1,0 1-1,2-2-494,-5 3 0,8-3 1124,20 12-1394,16-32 0,9-6-450,9-7 0,3-4-688,-7 3 1,1-1 0,-2 1 722,-2-2 0,-3 0 0,11-3 0,-49 8 0</inkml:trace>
  <inkml:trace contextRef="#ctx0" brushRef="#br0" timeOffset="48383">21216 5151 7533,'-32'-28'3276,"13"3"0,35 15-1373,24-6-2398,-2 14 0,4 2-1079,4-4 0,0 0-65,0 4 1,-3 0 1484,-7-1 0,-9 2 0,-14 7 0,-35 2 0</inkml:trace>
  <inkml:trace contextRef="#ctx0" brushRef="#br0" timeOffset="48585">21043 5362 7533,'-24'0'3276,"32"-8"-1901,17 0 0,10-1-1525,3-3 0,5 0 1,2 0-671,-4 6 1,2 1 0,0 0 0,-1 0 607,-2-2 0,-1-1 0,-1 2 0,-2 3 0,1 6 0,-2 3 0,-4 1 1,-2 3-1,-1 0 0</inkml:trace>
  <inkml:trace contextRef="#ctx0" brushRef="#br0" timeOffset="49337">23320 4533 7533,'-12'-27'3276,"-1"9"-2685,1 34-591,7 7 0,3 7 45,1 16 0,2 6-105,0-9 0,1 2 1,2 0-361,1-4 0,1-1 0,1-1-345,4 12 1,3-6 764,-2-17 0,2-13 0,10-47 0,-15 3 0,0 0 0</inkml:trace>
  <inkml:trace contextRef="#ctx0" brushRef="#br0" timeOffset="49639">23579 4533 7533,'0'-27'2338,"11"-7"-1708,-3 23-90,10-5-450,-6 24-360,-2 20 0,-2 9-630,2 0 1,-1 4 569,-4-4 0,-1 3 1,0-1-436,4 10 0,-5-2 765,-7-12 0,-8-8 0,-14-13 0,-7-8 0,-10-8 0,1 0 0</inkml:trace>
  <inkml:trace contextRef="#ctx0" brushRef="#br0" timeOffset="49901">22988 4551 7533,'-19'-18'3276,"-4"-7"-1335,25 13-1447,21 3 1,12 2-315,6 3 0,7 3 0,5-2-727,-14 1 1,2-1 0,2 1 0,2-1 0,1-1 0,-1 1 347,3-1 0,1-1 0,1 1 0,1-1 0,-1 0 1,0 0-342,0 1 0,2-1 0,-1 0 1,0 1-1,-3-1 0,-2 1 540,2-1 0,-2 0 0,-3 1 0,-2 0 0,1 1 0,-3 0 0,-9 1 0,-5 2 0</inkml:trace>
  <inkml:trace contextRef="#ctx0" brushRef="#br0" timeOffset="50334">23172 5415 7533,'-19'0'2069,"-4"0"-810,20 0-180,38 0-719,0-3 0,7-2-570,0 2 0,4 0 0,0 0-467,0-1 1,0 1-1,2 0-143,-5-1 1,2-1 0,0 0 0,-5 3 520,-3 3 0,-3 1 1,-2 1-1,10-1 1,-13 6-1,-27 19 1</inkml:trace>
  <inkml:trace contextRef="#ctx0" brushRef="#br0" timeOffset="50883">23726 5680 7533,'0'-18'2338,"0"0"-2248,-16 24-900,-3 6 1,-4 4 569,-4 4 0,-2 5 1,-2 0-161,-5 4 0,-2 2 1,-1-1 578,6-3 1,-1-1 0,-1 1 0,2-1 210,-8 5 0,1-1 0,2-1 328,7-3 0,1-2 0,3-3 181,-5-2 1,11-3-450,25 0-181,25-20 1,13-8-225,3 11 0,5-2-865,-14-3 1,4-3 0,1 0 0,-3 2 653,2 2 0,-1 2 1,-1-1-1,12-5 1,-2 1-1,-16 4 1,0 0-1</inkml:trace>
  <inkml:trace contextRef="#ctx0" brushRef="#br0" timeOffset="51068">23641 5874 7533,'-13'37'819,"1"0"0,6-3 0,1 2 0,2 2-1211,0 0 0,1 3 0,1 1 1,1-2 189,3 5 1,1-1 0,2-2 0,2-3 0,1-1 0,4-5 0,6-8 0,0 1 0</inkml:trace>
  <inkml:trace contextRef="#ctx0" brushRef="#br0" timeOffset="58222">24710 5345 7083,'-13'-10'2519,"-3"-6"-1350,15 14 270,-10-14-90,15 7-1169,3-9-45,19 4 0,11 3-270,3 4 0,4 2-829,-1-1 1,4 0 0,-2 2-130,-2 3 1,0 2 0,-3-1 919,10-1 1,-6 2 0,4 7 0,-39 2 0</inkml:trace>
  <inkml:trace contextRef="#ctx0" brushRef="#br0" timeOffset="58532">24710 5503 7533,'-20'20'3276,"4"-4"-1515,32-24-1221,21 6-630,-7-2 0,3 0-1260,9 3 1,2 2 674,-3-1 1,0 0 674,9 5 0,-4-2 0,3-9 0,-24 5 0,1 0 0</inkml:trace>
  <inkml:trace contextRef="#ctx0" brushRef="#br0" timeOffset="58949">25228 5045 7623,'-7'-18'3276,"7"8"-1515,34 10-1447,-5 7 1,5 4-165,-1-1 0,2 3 0,2-1-495,4 2 0,1 1 0,-1 1 195,1 1 0,-2 0 1,-3 2-301,6 10 0,-9 3 37,-11-2 1,-12 3 7,-27 6 1,-14 0 44,2-11 0,-5-1 0,-1-2 170,-1 1 1,-2-1 0,-1-3 99,-3-5 0,-1-3 0,5 0-315,2 5 1,5-7 404,-11-18 0,58-3 0,17-19 0</inkml:trace>
  <inkml:trace contextRef="#ctx0" brushRef="#br0" timeOffset="59839">26372 5080 6813,'-14'-27'2609,"3"1"-1440,11 16-539,0 2-181,6 16-269,-5 26-90,5 13-510,-5-12 0,-2 7 1,1-2-61,0-4 0,0-2 1,0 2-339,0 8 1,-1 1 0,2-3 817,-1 6 0,5-15 0,13-29 0,8-38 0</inkml:trace>
  <inkml:trace contextRef="#ctx0" brushRef="#br0" timeOffset="60134">26680 5045 6633,'0'-20'3238,"0"4"-2518,0 63-765,0-19 0,0 3-165,0 5 0,0 4 0,0-2-150,0 4 1,0 0-241,0-3 0,0 3 1,0-7 599,0 10 0,-11-4 0,-3-53 0</inkml:trace>
  <inkml:trace contextRef="#ctx0" brushRef="#br0" timeOffset="60401">26126 5098 7533,'-40'-8'3276,"17"6"-616,68-6-2300,-16 7 0,5 1 0,3 1-743,4-1 1,3 0 0,3 0 0,0 0-274,-4 0 1,0 0-1,2 0 1,-1 0 0,0 0 381,6 0 1,0 1 0,-1-1 0,-1-1 0,-7-2 0,0 0 0,-2-2 0,-3 0 0,-2-1 0,0-1 0,0 1 0</inkml:trace>
  <inkml:trace contextRef="#ctx0" brushRef="#br0" timeOffset="61217">27381 5274 7443,'-19'0'1889,"1"0"-1080,6 0-359,6 0 0,11-8-91,19-17-224,-3 7 0,2-2-180,2-2 0,0-1-135,-2 4 1,-2 3-451,9 6 540,-17 28 90,-2 6 0,0 5 135,-5-1 0,3 1 135,11 7 0,6-4-181,-2-11 1,3-4-540,9-1 1,2-7-1190,0-19 1,-1-3 1592,-7 11 0,-3-4 0,-1-26 0,-5-7 1,-9 15-1,0-1 0</inkml:trace>
  <inkml:trace contextRef="#ctx0" brushRef="#br0" timeOffset="61756">27270 5592 7533,'-19'0'3276,"1"0"-1605,55 0-1177,-6 0 1,4 0-465,-2 0 0,2 0 0,0 0-240,2 0 0,0 0 1,-2 0-106,4-2 0,-3 4 45,-1 7 0,-4 5 135,-8 0 0,-2 1 135,2 8 0,2 0-585,4-4 1,1-3 584,-3-8 0,0-6 0,14-11 0,0-8 0,-6-6 0,0-1 0</inkml:trace>
  <inkml:trace contextRef="#ctx0" brushRef="#br0" timeOffset="63716">27627 5274 7533,'-6'-18'719,"-5"1"91,-14 7-270,-17 2-91,2 16-314,13-3 0,0 0 405,-5 5-270,-4 5 359,6-13-359,4 6 180,-4-8 90,0 0-181,4 0-359,1 0 270,14 0 360,21 0 359,27 0-584,-5-4 0,4 0-196,-2 3 1,3 1 0,2-1-460,6-1 0,3-1 1,1 0 316,-3 3 0,1-1 1,2 2-1,-1-1 68,1 2 0,1 0 0,-1 1 0,-1-2-225,-7 0 0,0-1 0,-2 0 0,-2 1-60,2 2 0,-2 1 1,-7-3 59,6-9 269,-30 6-448,-13-6-1260,-11 8-990,-1 0 1920,5 0 599,-8 0 0,4 24 0,-14 5 0</inkml:trace>
  <inkml:trace contextRef="#ctx0" brushRef="#br0" timeOffset="64299">27431 5715 7533,'-43'0'539,"-1"-8"721,0 6-91,8-6 0,6 8-539,16 0 0,20 0 44,16 0 1,9 0-226,9 0 1,8 0-475,-12 1 1,4-1-1,3 0 1,-1 0-1,-2-1 92,1 0 1,-1-1 0,-1-1-1,1 2-22,8 0 0,2 1 0,-1 0 0,-4-1-1138,-4-3 1,-2-2 0,-5 0-547,-3-2 1,-4-2-1,-2 1 1,-3-1 1622,-5-8 0,-31-6 0,-8 5 1</inkml:trace>
  <inkml:trace contextRef="#ctx0" brushRef="#br0" timeOffset="65849">29683 4322 7353,'7'-20'-270,"4"4"2069,-5 8-810,1 6 91,-13 2-91,-2 2-89,-20 14-720,-4-6-810,6 5 0,-3 3 315,1-3 1,-1 0 44,-1 5 0,-1 3 210,-6-2 0,-4 2 0,3-1 285,-2 4 0,0-1 67,9-6 0,-4 2 1,0-1-1,6-3 68,1-1 0,3-3-90,-15 11-91,35-24 361,10 0-90,-3 0 269,14 0-449,9 0-450,18 0-90,-8-1 1,3 2 44,-1 6 0,2 1-90,8-6 0,3 0-435,-12 7 1,1 3 0,-1-1-271,-4-4 1,-1-1-1,-1 0 1020,13 5 0,-4-2 0,-6-9 0,-31-20 0</inkml:trace>
  <inkml:trace contextRef="#ctx0" brushRef="#br0" timeOffset="66132">29646 4322 7533,'-31'-10'3276,"11"18"-886,2 35-2075,16-9 0,4 4-285,1-4 0,1 2 0,1 0-453,4 0 0,1 0 0,1 0-537,0 0 1,-1 0 0,2-2-76,7 3 1,-1-2 1052,-3 2 0,0-7 1,4-16-1,-1-1 0</inkml:trace>
  <inkml:trace contextRef="#ctx0" brushRef="#br0" timeOffset="67016">30187 5009 8342,'-25'0'1799,"12"0"-809,-4 0-361,16 0-179,1-7-540,12-3-45,2-15 0,2-7 165,1 5 0,2-3 0,0-3-631,-2-2 0,2-4 0,-1-2 1,1-1-1,0 1 475,-1 2 0,0-1 0,-1 1 0,2-1 0,0 0 246,0 1 0,2-2 0,0 0 0,0 1 0,-1 1 0,-3 4 209,5-12 1,-3 4 0,1 3-90,3 4 0,0 1 0,-5 8 210,-5 8-630,-2 34 180,-14 16 0,-5 9 149,4-4 1,0 4 0,-1 2-162,-1-5 1,0 3 0,-1 1-1,1-1 124,0 4 1,-1 0-1,1 1 1,1-1-68,1-1 0,0 0 0,1 0 0,0-2-45,-1 8 0,0-1 0,1-2-540,1-4 0,2-2 1,2-2 727,5 4 1,2-4-1178,1 9-990,19-15 90,-10-56 1889,-6 10 0,-8-15 0,-4-6 0,-5 6 0,1 1 0</inkml:trace>
  <inkml:trace contextRef="#ctx0" brushRef="#br0" timeOffset="67251">30298 4815 6813,'4'-17'3276,"21"-9"-2216,3 15 1,5 3-791,13-2 0,1 2 44,-2 3 1,0 2-315,-7 4 0,1 2 0,-4 1 0,-6 0 0,-2 2 0,5 3 0,-1 0 0</inkml:trace>
  <inkml:trace contextRef="#ctx0" brushRef="#br0" timeOffset="67699">31110 4851 7892,'13'-18'3276,"-1"8"-2414,-5 2-322,-2 8-180,-16 0-450,-19 8 90,1 0 0,-4 2 269,-7 6 1,-2 3-180,11-5 0,-1 1 0,2 1-135,-5 9 0,6 3 225,8-1 0,12-1-540,22-2 0,10-3 225,-2-2 1,6-3-959,13-4 1,7-4 0,-6-2 1063,-12 0 0,-1-2 0,11-2 0,6-3 0,-5 0 0,-8-4 0,1 0 1</inkml:trace>
  <inkml:trace contextRef="#ctx0" brushRef="#br0" timeOffset="68617">29202 5398 7533,'-43'17'2158,"11"1"-1708,14-8 494,36-2 1,14-1-735,3-4 0,6-4 0,6 1-638,-8 1 0,4 0 0,3 0 0,3 1 1,-1-1-1,0 1 479,-4 0 0,-1 0 1,1 0-1,1 1 1,1-1-1,0 0 1,2 1 7,-3-1 1,1 0 0,2-1 0,1 1 0,0 0 0,-1 0 0,0 0 0,-2 1 0,-2 0-60,8 2 0,-2 1 0,-2 0 0,0 1 0,0-1 0,0 0-165,0-1 0,1-1 0,0 1 0,-1-1 1,-4 1-1,-4-1-86,7 3 0,-5-1 0,-4-1-19,6-2 0,-12-6-1349,-25-15-540,-39-2 2159,-2 10 0,-5 3 0,3 2 0,-1 2 0,-5 3 0,0 0 0</inkml:trace>
  <inkml:trace contextRef="#ctx0" brushRef="#br0" timeOffset="69433">29793 6562 7533,'-12'19'1169,"5"5"-719,7-30 269,12-4-269,3-9 0,0-5 224,4-5 1,1-5-375,-1 0 0,1-4 0,1-1-379,-4 6 1,0-1 0,0 0 0,0-1 100,0 1 1,-2-1-1,1 0 1,1 2-83,5-7 0,1 1 0,-3 4-165,-3 6 0,-1 6 225,13-1-539,-22 24 179,4 8 899,-4 25-179,-4-7 0,0 3 0,1 17 0,-2 4-300,-2-12 0,0 1 0,0 0 177,0 0 0,0-1 0,0 2-717,0 6 1,-1 1-1,2-2-60,1 3 1,1-2 44,2-1 0,2-4-764,7-6-630,9-19 1889,-15-16 0,3-32 0,-11-7 0</inkml:trace>
  <inkml:trace contextRef="#ctx0" brushRef="#br0" timeOffset="69684">29978 6509 7533,'-19'-8'3276,"7"-2"-1155,28 0-2031,22-5-1035,-1 13 1,5 2 134,-10-3 1,2 0-1,0 1 435,7 3 1,1 3 0,-2-1 0,7-2 0,-2 0-1,-1 3 1,0-1 0</inkml:trace>
  <inkml:trace contextRef="#ctx0" brushRef="#br0" timeOffset="70167">30839 6473 8072,'32'-27'3276,"-8"2"-1514,-6 15-1223,-33-6-359,-23 22-495,4-6 0,-2 2-45,1 5 1,0 4-91,2-1 0,6 5 270,7 20 1170,38 3-450,12-3-46,11-13 1,4-3-405,-19-9 0,-1 2 314,9 10 1,-9 5-45,-28 18-720,-18-13 1,-9-2-766,-10-1 1,-4-3 89,3-2 1,0-5 1034,11-7 0,5-6 0,13-6 0,21-10 0</inkml:trace>
  <inkml:trace contextRef="#ctx0" brushRef="#br0" timeOffset="112217">4692 5856 7533,'-27'-18'3276,"9"9"-1785,10 24-1221,17 13 0,6 5-270,-6 8 0,3 2-660,3-8 0,4 1 1,-2-1-181,-4-2 1,0-1-1,-2-1 840,5 12 0,-4-5 0,-12 1 0,-20-18 0</inkml:trace>
  <inkml:trace contextRef="#ctx0" brushRef="#br0" timeOffset="112385">4621 6315 7533,'-9'-26'3276,"24"-17"-1638,12 5 0,7-2-1960,-4 7 0,4 0 0,3-1-330,-1 3 0,3-2 0,0 2 0,-1 2 564,2 2 0,-1 2 0,-1 1 0,0 0 1,1 1-1,-4 5 0,-5 9 0,0 1 0</inkml:trace>
  <inkml:trace contextRef="#ctx0" brushRef="#br0" timeOffset="112919">6363 6773 8072,'29'38'1439,"-14"-18"1,3 3-1650,9 4 0,5 4 0,-1-1-883,-5-3 1,-1 1 0,0-5 436,2-2 1,-3-3-1,5 22 1,-31-31 0</inkml:trace>
  <inkml:trace contextRef="#ctx0" brushRef="#br0" timeOffset="113101">6424 7144 9691,'-14'-18'1079,"42"-8"1,20-5-1260,-18 11 0,2 0 0,2-1 1,2 0 75,5-2 1,3 1 0,0-1-1,2-3 1,-10 3 0,1-1 0,1-1-1,0-1 1,0 0 0,-2 1-1,0-1 1,1 0 0,-1 0 0,1 0-1,0 1 1</inkml:trace>
  <inkml:trace contextRef="#ctx0" brushRef="#br0" timeOffset="113734">9242 5750 7533,'-7'-17'3276,"29"15"-2145,23 19-1806,-6 3 1,2 5 194,-12-3 0,-1 2 1,-2 1-556,5 14 1,-5 2 404,-7-4 1,-9-1 629,-12-2 0,-8-7 0,-22-16 269,10-20 1,1-9 135,2-4 0,5-5 449,2-15 1,11 0-765,17 8 0,10 3-90,-1 7 0,5 2 0,2 5 0,4 6 0,3 6 0,1 2 0,5 4 0,-1 0 0,1 1 0</inkml:trace>
  <inkml:trace contextRef="#ctx0" brushRef="#br0" timeOffset="114184">8922 8149 7533,'-26'8'2788,"3"2"-2068,32 23-1080,7-7 0,5 1-510,0-3 1,3 0 0,1 1 716,2-1 1,1 1-1,-1-2 1,5 5-1,-1-3 1,-8-8 0,0-1-1</inkml:trace>
  <inkml:trace contextRef="#ctx0" brushRef="#br0" timeOffset="114351">8996 8396 7533,'15'-43'179,"16"15"1,9 3-180,-13 9 0,2 1 0,3-1 0,8-2 0,5-1 0,2 0 0,-2 1 0,-3 1 0,-1 1 0,0 0 0,1 0 0</inkml:trace>
  <inkml:trace contextRef="#ctx0" brushRef="#br0" timeOffset="114851">9550 9490 7533,'-25'8'2338,"6"17"-1168,34 12-1935,4-10 1,7-1-361,11-2 1,3-3 949,2 2 1,-4-3-1,-4 0 1,-20-4 0</inkml:trace>
  <inkml:trace contextRef="#ctx0" brushRef="#br0" timeOffset="115001">9574 9666 7533,'0'-18'944,"18"2"1,8-1-945,-1 3 0,5-1 0,6-6 0,6-2 0,0 0 0,0 2 0,0-1 0,0 0 0</inkml:trace>
  <inkml:trace contextRef="#ctx0" brushRef="#br0" timeOffset="115419">7531 9049 7533,'-20'0'90,"3"0"1548,28 22 0,11 11-1747,3-1 0,2 4-525,-6-7 0,1 3 0,0 1 0,1-3 634,3-1 0,0-1 0,-2-1 0,8 12 0,-3-4 0,-11-17 0,0 0 0</inkml:trace>
  <inkml:trace contextRef="#ctx0" brushRef="#br0" timeOffset="115585">7617 9366 7533,'3'-43'854,"19"12"1,9 1-855,7 2 0,5 0 0,-6 0 0,3-1 0,-1 1 0,-4 4 0,-1 0 0,1 0 0</inkml:trace>
  <inkml:trace contextRef="#ctx0" brushRef="#br0" timeOffset="115985">5550 8114 7533,'-19'8'2878,"34"17"-3013,10 0 0,6 3-75,-2-2 0,4 2 1,1-2-884,5 0 1,1-2 0,-2 1 829,-6-1 0,-2 0 0,-3-3 0,3-6 1,-5-3-1,-3 4 0</inkml:trace>
  <inkml:trace contextRef="#ctx0" brushRef="#br0" timeOffset="116168">5710 8484 7533,'-8'-26'959,"0"-1"1,17-10-1,12-2-1559,8 5 1,10 1-1,-2 2 380,-7 7 0,0 1 0,1-1 0,2-1 0,3-2 0,0 0 0,-4 3 0,-4 5 1,0 0-1,-1 0 0</inkml:trace>
  <inkml:trace contextRef="#ctx0" brushRef="#br0" timeOffset="116718">4815 10213 7533,'-17'-28'2608,"23"19"-2338,15 26-540,3 4 0,2 3-495,-1 3 1,-1 1 764,1-1 0,-2-1 0,-9-4 0,-2-1 0,11 15 0</inkml:trace>
  <inkml:trace contextRef="#ctx0" brushRef="#br0" timeOffset="116885">4861 10283 7533,'11'-25'1092,"0"0"0,13-3 0,6 1-1555,5 0 1,4 1 0,-1 0 264,-10 7 0,-1 0 1,2 0-1,12-5 1,3-1-1,-4 0 1,-5-3-1,1 1 1</inkml:trace>
  <inkml:trace contextRef="#ctx0" brushRef="#br0" timeOffset="117251">5994 9172 8882,'-2'26'-150,"1"-1"0,15 13 0,7 3-270,-2-9 0,3 2 1,3 0 54,0-6 1,4-1 0,0 0 0,-3-2 0,6 10 0,-1-5 0,0-10 0,-1-1 0</inkml:trace>
  <inkml:trace contextRef="#ctx0" brushRef="#br0" timeOffset="117452">6042 9507 7533,'-26'-25'1169,"26"1"0,10-3-1214,16-9 0,10-1-180,-11 12 0,4-3 1,1 1-1,-1 2 127,3-2 1,-1 3-1,0-2 1,3-4 0,0-1-1,-5 2 1,-7 2-1,0-1 1</inkml:trace>
  <inkml:trace contextRef="#ctx0" brushRef="#br0" timeOffset="117950">5784 6791 7533,'-13'-26'1619,"1"7"0,16 9-630,21 36-899,-4-4 0,3 3-765,9 9 1,1 2-720,-1-1 0,-3 1 1394,-3-5 0,-9 0 0,-28 15 0,-11-30 0,0 1 0</inkml:trace>
  <inkml:trace contextRef="#ctx0" brushRef="#br0" timeOffset="118102">5723 7056 7533,'16'-42'404,"9"15"1,9 0-735,-2 2 0,5 1 1,0 0 43,-2 2 1,1 1 0,-1 1 0,0 4 0,0 2 0,-3 1 0,-6 0 0,1 1 0</inkml:trace>
  <inkml:trace contextRef="#ctx0" brushRef="#br0" timeOffset="118485">4935 8149 7533,'-15'16'1709,"27"27"-2294,8-1 0,5 4 585,-4-10 0,1 1 0,-2 0 0,-5-1 0,-2 0 0,-1 0 0,1 11 0,1 0 0</inkml:trace>
  <inkml:trace contextRef="#ctx0" brushRef="#br0" timeOffset="118635">4923 8467 7533,'16'-47'611,"0"0"1,5 14 0,6 0-1,2 0 1,1 0-817,1 0 0,1 1 0,3-1 0,1 0 1,-6 6-1,2 0 0,1-1 0,0 0 0,1 1 1,-2 1-1,2 0 0,1-1 0,0 0 0,-1 1 1,1-1-1</inkml:trace>
  <inkml:trace contextRef="#ctx0" brushRef="#br0" timeOffset="119068">7617 5927 7533,'-19'0'539,"12"8"91,42 25-855,-3-4 0,5 5 225,-5-6 0,1 2 0,-2 2 0,-5-1 0,-2 2 0,-3 1 0,-4-2 0,0 0 0,0 0 0</inkml:trace>
  <inkml:trace contextRef="#ctx0" brushRef="#br0" timeOffset="119234">7617 6350 7533,'-7'-41'314,"29"17"1,11 1-315,0-3 0,4-1 0,1 1 0,2 6 0,0 2 0,2 0 0,-7 3 0,0 0 0,1 0 0,-1 1 0</inkml:trace>
  <inkml:trace contextRef="#ctx0" brushRef="#br0" timeOffset="119718">7876 8061 9512,'-19'23'269,"12"-1"-314,24 10 0,11 3-1259,4-2 0,3-2 1304,1-2 0,1-1 0,1 5 0,-3-1 0,-16-14 0,0 1 0</inkml:trace>
  <inkml:trace contextRef="#ctx0" brushRef="#br0" timeOffset="119885">7913 8290 7533,'-4'-26'655,"0"-1"0,24-2 1,16-4-1,5 0 0,-6 5-780,0-4 0,4 1 1,-7 9-1,6-2 1,4-3-1,1 1 1,-2 2-1,-4 2 1,-3 4-1,0-1 1,-1 0-1,1 1 1</inkml:trace>
  <inkml:trace contextRef="#ctx0" brushRef="#br0" timeOffset="124550">26027 8467 7533,'-19'-18'1439,"2"8"-899,10 2 359,-4 8-89,10 0-1,-5 0-449,6 0-270,0 0 270,0 24-315,0 0 0,0 5-135,0 5 0,0 5 0,0 1-235,0 5 0,0 1 1,0 1 264,0 1 0,0 1 0,0-3 0,0-8 0,0-2 0,0-4-75,-1-3 0,2-5-2383,5-9-1,0-32 2519,7-3 0,-6-6 0,-2 9 0</inkml:trace>
  <inkml:trace contextRef="#ctx0" brushRef="#br0" timeOffset="124983">26310 8467 7533,'-5'-36'3148,"3"9"-2608,-3 9 89,5 18 1,0 49-540,0-14 0,0 5-120,0-1 0,0 3 0,0 0-120,0-5 0,-1-1 0,2 1-390,0 6 1,2 1-1,-2-4 45,0-4 1,0-3-451,4 3 1,1-5-46,-5-14 990,5-9 0,-6-39 0,0-8 0</inkml:trace>
  <inkml:trace contextRef="#ctx0" brushRef="#br0" timeOffset="125333">25769 8537 7803,'-19'-10'2788,"-4"-21"-1169,15 25-630,13-16 1,11-3 44,17 9 1,8 3-586,-1-2 1,4-1 0,3 2-1010,-2 3 1,3 2 0,1 1-1,-1 0-47,-1 3 0,0 0 0,-1 1 0,-1 1-23,-1 0 0,-1 0 1,-1 1-1,-4 2 594,16 2 1,-9 4-1,-10 4 1,-38 7 0</inkml:trace>
  <inkml:trace contextRef="#ctx0" brushRef="#br0" timeOffset="126450">27049 8784 14369,'18'-6'719,"17"-21"-809,-13-2 0,1-5-90,8-2 1,0 0 179,-4 3 0,-3 3-180,-8 7 0,-1 3-540,7 2 91,-15 34 943,3 4 1,3 5-135,4 6 0,3 3 0,6 6 0,4-2-90,5-8 0,4-5-180,-3-3 0,3-9-405,6-16 0,0-10-405,-11 1 1,-2-7-1,-7-4 1,-1-4 0,-2 1 899,0 1 0,-6 1 0,-7-19 0,-19 27 0</inkml:trace>
  <inkml:trace contextRef="#ctx0" brushRef="#br0" timeOffset="127121">27209 8996 6903,'-12'19'3238,"5"-3"-2068,-4-16 449,10 0-450,-5-8-719,12-2 269,17-15-449,10-2-405,-8 8 0,4 2-270,2 6 1,0 3 269,-5-2 0,0 4 225,1 11 0,-1 6 0,-4 4 0,-1 5 179,0 6 1,1 3-225,2 0 0,1-3 360,5-5 0,1-7-990,0-14 1,0-8-181,5-4 0,-3-5-809,-3-9 0,-4-1 1574,5-10 0,-42 3 0,-23 17 0</inkml:trace>
  <inkml:trace contextRef="#ctx0" brushRef="#br0" timeOffset="128768">29116 7832 7533,'-12'-18'1889,"0"0"-630,5 9-809,1 1 89,6 8-269,0 8 0,-5 33-270,4-4 0,0 6 0,-2-3 0,-1 2 0,1 2-75,2 3 0,1 2 0,-1-2 15,0-7 0,-1 0 0,0-3-75,1 10 0,2-8-1304,10-3-540,-3-36 1979,15-20 0,-12-10 0,-3-7 0,5 0 0,-1 0 0</inkml:trace>
  <inkml:trace contextRef="#ctx0" brushRef="#br0" timeOffset="129367">29104 7796 7533,'-19'-17'1349,"6"-1"0,13 8-719,13 2-91,11 8-269,8 16-360,5 12 360,-17 2 0,-3 8-240,-4-5 0,-1 4 0,0-1-240,0 0 1,0 1 0,1 2 231,-2-2 1,1 3-1,0 0 1,1-4 7,1-2 0,1-3 0,1 0-60,1 0 0,1-1 0,1-5 254,5-4 1,2-9 585,22-20-316,-22-11 1,-2-5-360,-1 3 0,-2-7 90,-5-5 0,-1-9 0,-1-3 0,-1 3-440,0 3 1,-1 1 0,0 0 0,-2-2 555,-1 1 1,-1-1 0,0-2 0,-1 2 0,-1 3-193,4-10 1,-2 3 0,-4 3-375,-5 0 1,-3 8-2147,2 13-906,-9 13 2724,10 16 1,1 9-1,7 0 1</inkml:trace>
  <inkml:trace contextRef="#ctx0" brushRef="#br0" timeOffset="130187">28489 7938 7533,'11'-36'2968,"2"9"-1799,18 1-449,-6 9 0,-5 7-91,-9 2-629,-11 16-1169,-17 10 179,-14 17 360,-1-5 1,-4 1 404,0-4 0,-4 2 225,12-7 0,-3 2 0,0 0 0,2-2 71,1-1 1,2-2-1,-2 0 259,-6 5 0,-2 0 0,6-3 479,-4 6-539,7-11 989,49-16-135,5-4 1,6 0-1035,13 3 0,4 0-300,-15-1 0,1-1 0,1 0-203,6 0 1,1 1-1,-2 0-1226,5 1 1,-2 0 83,5-7 1,-3 0 1554,-19 4 0,-5-2 0,11-27 0,-22-4 0</inkml:trace>
  <inkml:trace contextRef="#ctx0" brushRef="#br0" timeOffset="130468">28662 7779 7533,'-50'0'809,"17"8"630,10 25-1214,21 0 0,9 4-165,2-5 0,4 1 0,1 2-336,-1-1 1,1 1 0,0 0 0,2 1-242,2 0 0,2 0 0,-1-1 0,-1 1 517,4 7 0,-2 1 0,-4-4 0,-5 3 0,-8-6 0,-19 3 0</inkml:trace>
  <inkml:trace contextRef="#ctx0" brushRef="#br0" timeOffset="134467">30101 8396 7623,'0'-10'2878,"0"-5"-1709,0 13-179,0-14-181,0 14-179,0-6-180,0 0-91,0 6-538,0-5-271,-5-1 180,3 6 90,-9-6 180,-1 8 0,-7 0 0,-17 0 90,-13 0 90,2 8 0,15-1 0,0 3 89,11 6 1,2 4-45,-3 1 0,2 3-90,6-2 0,3 1 45,-1 20-270,17-16 45,13-8 0,6-4-360,3-8 0,4-3-225,14 8 1,2 0-990,-5-6 0,-2-2 1619,-6 1 0,-5 0 0,1-5 0,-26-10 0</inkml:trace>
  <inkml:trace contextRef="#ctx0" brushRef="#br0" timeOffset="135717">28464 8890 7533,'-12'-10'1259,"-1"-5"-629,6 13-271,-4-6-179,10 8 180,-4 0 360,5-8-271,-6 6-89,5-6-540,-10 8-179,10 0 988,17 8-269,17 10-315,-3-12 0,7-1 0,6-1 0,2 0-381,-8 1 0,4-1 1,2 1-1,1 0 0,1 0 1,0 0-1,-1-1 323,-1 1 0,-1-1 0,0-1 0,1 1 1,0 0-1,0 0 0,2 0 13,-1 0 0,2 0 0,2 0 0,-1 0 0,0 1 0,-1-1 0,-3 1 0,-2 0-146,4 2 0,-3 0 0,-3 1 0,0-1 0,0-1 123,5 0 1,0-1-1,-1-1 1,-4 1-98,-3 2 0,-2-1 0,-2-3-105,12-10 0,-6-2 675,-12 5-630,-15-19-1619,-34 21 2829,1-14-1030,-13 14 0,10-14 0,0 7 0</inkml:trace>
  <inkml:trace contextRef="#ctx0" brushRef="#br0" timeOffset="136700">28846 9454 7533,'-13'-25'1889,"6"-2"-180,2 7-900,5-4-629,0 22 0,-6 26-405,1 4 0,-2 7 45,1 2 0,0 5 1,-1 2-114,0-3 1,-1 2-1,0 0 1,1-1 112,0 6 0,0 0 0,1-3 120,-1-8 0,0-1 0,3-5-389,4 8-361,12-39 810,5-15 0,1-9 0,3-13 0,-2-7 0,0 2 0,-1-1 0,0 1 0</inkml:trace>
  <inkml:trace contextRef="#ctx0" brushRef="#br0" timeOffset="137217">28920 9419 7533,'-7'-17'1529,"-4"-1"0,4 0-1169,0 1-270,2 22 90,5 23-270,7 4 0,2 6 120,-2-4 0,-1 1 0,2 2-257,2 9 1,3 2-1,1-1 227,-3-10 0,1 0 0,0-1 0,0-1 30,3 10 0,-1-2 0,2-5 333,9 1 1,0-8 805,6 1 1080,3-64-1485,-15 4 1,-1-6-316,0-6 1,1-6 0,0 0-566,-5 12 0,1 0 0,-1-1 0,1-1 183,0-6 0,1-3 1,-1 0-1,-1 5-37,-2 3 0,-1 3 0,-1 1-704,3-13 0,-3 8-1845,-4 12-758,-6 26 335,5 2 2942,7 22 0,24-13 0,-14 2 0,1 0 0</inkml:trace>
  <inkml:trace contextRef="#ctx0" brushRef="#br0" timeOffset="137951">29731 9948 7533,'7'-29'3276,"-1"-2"-526,-6 29-2120,0-14-270,0 14-540,-11-6-360,-3 0-449,-21 6 359,8-5 180,-15 14 720,16-5 180,2 22-270,6-5 90,17 17-90,8 7-1,4-20 1,2-1 135,3 1 0,0-1 0,0 0 0,-1-1 134,10 14-179,-29 1-180,-17-9-360,1-13 0,-4-2-315,0-7 1,-1-1-405,-13 4-2288,2-16 3241,23 6 1,-9-5 0,8 7 0</inkml:trace>
  <inkml:trace contextRef="#ctx0" brushRef="#br0" timeOffset="154051">13328 11236 7533,'0'-18'0,"0"-7"1259,0-3-449,11-7-91,-3 8 181,4 1-451,-1 16-269,-10 3-270,4 7-90,-5 7 90,-10 27 135,1-5 0,-1 4 75,-3 2 0,-2 4 0,0 1-181,3-5 1,-1 0 0,0 2 0,1-1 195,-1 2 0,0 1 0,1 0 0,-1-2 134,-4 7 1,1-2 0,1-2 0,2 2 0,0-6 180,-10 5-900,17-31-2827,0-10 2859,17-18 1,2-1-1,12-7 1</inkml:trace>
  <inkml:trace contextRef="#ctx0" brushRef="#br0" timeOffset="154684">13376 11165 7533,'-24'-17'3276,"11"-1"-2415,2 8-141,22 3-270,-3 7-360,20 7-180,-7 27 90,-5-2 0,-2 6-120,-7-6 0,-1 2 0,0 0-30,2 5 0,0 0 0,0-1 60,0 9 0,2-4 90,1-11 0,3-11 0,21-29-225,-12-18 0,-2-11 195,-3-1 0,-1-5 1,-1 1 58,-1 5 1,-1 0 0,1-3 82,-2-2 1,0-5 0,0 2-1,0 5 473,1-4 0,0 3-46,4-9 1,0 8-180,0 27-270,0 56-135,-8-1 0,-1 8 15,-1-4 0,1 5 0,-2 1-216,-2-5 1,-2 1 0,0 2-1,0-1 268,0 2 1,-1 1 0,1 0-1,-1-3-270,1-6 1,-1-1 0,1-2 0,0-2-23,2 17 0,4-10-2608,22-12 2878,-5-48 0,-11-3 0,0-3 0,-3-5 0,0 1 0</inkml:trace>
  <inkml:trace contextRef="#ctx0" brushRef="#br0" timeOffset="155818">14312 11571 7533,'0'-35'3276,"0"7"-2325,0 11-591,-16 9-90,-5 16-360,-2 2 0,-2 5-180,0 9 0,0 5 0,-5 6 1,3 3 44,7 5 0,8 2 45,7 0 0,10-2 315,12-11 0,9-7 135,10-7 0,4-11-1,-4-16 1,-1-9-270,-2-6 0,-6-7-270,-10-10 1,-9-4-91,-14 3 0,-5 2 180,4 5 0,-3 5-495,-11 6 1,0 7-675,8 9 629,8 16 450,39 17 1350,1 5 179,-8-16 0,1-1 1080,14 11-1170,-16-15-89,3 17-271,-21 9-809,0-9 0,1 1-855,-6 1 1,0-1 45,10 18 179,10-27 405,-5-33 0,1-12 315,1-8 0,-1-4 180,-4 9 0,0-1 0,-2 0 494,0-15 1,-2 6 404,1 2-1079,-6 31-1259,-1 50 359,1-16 1,1 2-451,3 14 1,5 1 269,2-11 1,2-2 989,0 2 0,1-13 0,22-41 0,-23-5 0,-1 1 0</inkml:trace>
  <inkml:trace contextRef="#ctx0" brushRef="#br0" timeOffset="156201">15075 11042 7533,'-6'-27'1638,"0"-1"0,-6 1-147,10 44-1536,4 25 0,3 10-75,1-11 0,0 2 0,1 3-700,-1-1 1,0 4 0,0 1 0,1-2 70,-1-6 0,0-1 1,0 0-1,0-1 366,-1 3 1,0 2 0,0-3 0,-1-7 588,5 0 1,-5-9-207,-15-14 44,1-36 1,-1-17 629,1 9 1,-3-5 0,0-1 0,1 2 417,2-6 0,0 0 0,2 0-147,-4-3 0,1-1 0,10 4-1279,20-5 1,13 10-387,7 16 1,7 7 719,-4 3 0,5 3 0,1 1 0,-11 2 0,2 1 0,-1 0 0,1-1 0,0 1 0,-1 0 0,1-1 0,0 1 0</inkml:trace>
  <inkml:trace contextRef="#ctx0" brushRef="#br0" timeOffset="156750">15444 11748 7533,'-13'-10'3276,"7"-6"-2595,35 6-591,-6 2 0,4-1 90,13-3 0,1-2-90,1-2 0,-2-3 180,-4-2 0,-4-3-675,-6-9 0,-9-3-135,-16-13 135,-18 24 1,-8 7 629,-14 16 0,-4 12 584,9 3 1,-1 5-1,3 4-388,1 5 0,3 4 0,5 1-646,-5 10 1,13 0-467,18 4 0,17-7 61,21-27 0,13-12 1,-2 1 480,-6 11 0,1-4 0,-3-13 0,6-8 1,-1-2-1,-6 1 0,-2-6 0,1 1 1</inkml:trace>
  <inkml:trace contextRef="#ctx0" brushRef="#br0" timeOffset="157418">17130 10989 7533,'4'-27'1092,"-1"-1"0,2-3 0,-4 3 309,-12 7-1131,-19-3-495,-1 31 0,-6 10-105,4-5 0,-3 3 1,1 3-172,3 2 1,1 4 0,-1 1 0,0 2 410,-2 2 0,-1 2 0,1 1 0,2 1 112,4 3 1,2 2-1,1 1 1,3-1 134,2-2 0,0 0 1,4 0-1,5-1 86,4 8 0,7-1 0,6-3-423,11 8 0,11-6-120,-2-17 0,6-4 0,3-3 300,7-3 0,4-4 0,0-7 0,1-10 0,2-8 0,-1-2 0,-6 0 0,-1 0 0,0 0 0,1-1 0</inkml:trace>
  <inkml:trace contextRef="#ctx0" brushRef="#br0" timeOffset="158068">17253 11430 7533,'-43'-10'3276,"11"2"-616,3 8-3559,10 8 359,-11 10 540,-1 17 135,11-10 0,3 3-135,4 3 0,5 1-90,3 0 0,5-2 0,9-5 0,6-4 135,6-5 0,2-7 360,2-13 0,1-8 179,7-11 1,-1-7-720,-7 2 0,-3-2-180,1-6 1,-4 3-2025,-1 6-938,-7 19 1966,7 41 1131,-6-11 1,2 3 179,4 13 0,1 3 539,-3-8 1,-1-2 854,-2-3 0,-1-3 675,0 1-450,-7-19-539,-5-22-91,11-13-674,-5 3 0,2-3-270,4-2 0,1-2-630,-2-4 0,2 1 0,1 10 1,2 3-2474,16-11 719,10 25 2339,2 16 0,-15-1 0,2 3 0,1 4 0,-1 0 0</inkml:trace>
  <inkml:trace contextRef="#ctx0" brushRef="#br0" timeOffset="158319">18016 10830 8792,'-14'-19'1529,"3"27"-1439,7 17 0,3 10-210,-1-2 0,0 3 0,-1 3-582,0-2 0,0 3 0,0 1 1,0 0 161,2 4 0,0 2 1,1 1-1,1-2 365,-1-2 0,1 0 0,1 0 0,1-4 0,4 5 0,1-3 0,2-3 0,6 2 0,-1 0 0</inkml:trace>
  <inkml:trace contextRef="#ctx0" brushRef="#br0" timeOffset="158684">18176 11501 7533,'0'-46'3276,"0"19"-1875,-11 43-951,-3 31-405,6-1 0,3 4-315,-1-4 0,6 0 0,7-12 0,5-1 0,3-4 90,14 0 1,5-11 403,10-15 1,1-14 15,-13-5 0,-2-6 0,-4-5 179,-2-8 1,-5-5 0,-6 0-180,-6 5 0,-4 0 0,-6 3-375,-13-13 0,-12 12-1035,-8 22 1,-4 12 1169,5 2 0,4 7 0,7 17 0,7 5 0,15-4 0,0-1 0</inkml:trace>
  <inkml:trace contextRef="#ctx0" brushRef="#br0" timeOffset="159585">19272 11889 7533,'-32'15'2968,"13"-11"-1439,46-35-1079,-4-3 0,2-7-316,-4 8 1,3-5 0,1-2 0,-3 2-96,1-5 1,-2 1 0,0-4 85,-4 9 1,0-3 0,1-1 0,-3 2 0,-1 4-85,2-14 0,-2 4-41,20-55-1349,-34 100 90,-1 53 1079,-3-18 0,2 4 150,5-2 0,2 2 0,4-3-15,6 5 0,6-5 360,8-8 0,6-11 449,5-23 1,0-16-406,-12-4 1,-3-9 0,-2-2-190,-3-5 0,-4-4 0,-2-1-81,-4 8 1,-2-2 0,-2 0 0,-1 3 479,-1 1 1,-3 3 0,0 1-255,-3-13 0,-2 18-405,3 28-900,-3 22 1,2 15 584,2 10 1,0 6 10,2-10 0,0 2 1,0 2 325,-1-7 1,1 2-1,0-1 1,0 0-226,0-2 1,1-1 0,0 0 0,1 0-428,0 3 0,0-1 1,0 0-1,1-2 30,1 1 1,-1-2 0,3-3 689,8 11 0,4-14 0,13-29 0,9-23 0</inkml:trace>
  <inkml:trace contextRef="#ctx0" brushRef="#br0" timeOffset="159934">20182 11765 12750,'20'0'899,"19"-16"-719,-14 8 0,0-3 90,5-8 0,-1-5-91,1-5 1,-5-3-450,-11-1 1,-9 1-1,-12 6 0,-9 5 450,-11 12 0,-4 10-810,0 17 1,3 10 404,0 1 0,8 6-255,15-3 0,7 4 1,6-2-614,7-2 1,5-1 0,0-2 1056,2 10 0,6-3 1,10-11-1,8-3 0,0-5 1,-9-7-1,1-1 0,-1 0 1</inkml:trace>
  <inkml:trace contextRef="#ctx0" brushRef="#br0" timeOffset="161151">21056 10954 7533,'0'-18'2878,"-6"8"-2338,5 26-540,3 24 0,1 12-135,-1-17 0,0 3 0,1 2 0,-1 2-284,-1 0 0,1 3 0,-1 2 0,0-2 0,0-1 261,1 4 1,0-1 0,-1-2-1,-1 0 68,-2-4 0,-2 1 0,1-3 1,0-9 1989,2 10-1001,-10-52-404,8-27 0,5-10-181,0 2 1,1 0-405,2 1 1,4 3 89,7 11 0,9 6-270,14 8 0,9 5 0,-2 1 180,-2-6 0,1-2-93,-5 5 1,6-1 0,-2-1 0,-7-1 137,-4-8 0,-6-5 1137,-6-3 0,-3-5 0,-4 2-465,-5-2 1,-6 0-358,-3-7 0,-6 5-270,-14 6-899,-5 43 44,8 31 1,5 14 614,4-21 0,1 0 0,1 4 146,0 7 1,1 5 0,0 1 0,3-3-42,3-6 0,1-1 0,2-1 0,1 0 22,0 1 1,3 1 0,0-1-1,2-4 378,8 14 0,4-8 634,-4-15 1,0-13 179,-2-28 1,-3-11-316,-2-1 1,-3-3-91,2-2 1,-1 0-585,-2 4 0,-2 5 661,1 5-3719,5 26 1329,0 14 1,3 7 1340,8 3 1,5 2-1,-7-7 1,1 1-1,1-2 1,3-3-1,-1 0 1,1-1 0</inkml:trace>
  <inkml:trace contextRef="#ctx0" brushRef="#br0" timeOffset="161500">22114 11606 7533,'-24'-35'3276,"4"8"0,9 1-3262,5 24-824,1 20-359,3 27 539,3-14 1,4 1 359,7 1 0,5-4 270,-1-7 0,3-6 2699,29-16-1710,-33-20 0,-5-5-584,1-3 0,-4-1-900,-6-11 1,-7 3-2783,-14 6 3016,6 0 1,14 46 0,20 5 0</inkml:trace>
  <inkml:trace contextRef="#ctx0" brushRef="#br0" timeOffset="162151">22754 10918 7533,'-6'-41'2158,"0"26"-449,-1-17-1439,2 48-45,7 7 0,1 5-90,-2 18 0,-1 6-479,3-7 1,1 4-1,0 0 209,-2-11 0,-1 0 0,0 1 0,2-1-180,0 0 0,2 2 1,0-3-1,0-3 349,2 8 0,-1-8 1405,1-2-1169,-14-54-225,-5-7 0,-5-1 90,-3 13 0,-4 3 494,-12-7 1,-1 9 31,10 16 1,-1 7-617,-6 8 0,4 7 45,16 5 0,8 3-90,1 9 0,10 0-315,12-9 0,8-3-585,-1-4 1,5 0 0,-1-5 688,5-4 0,2-4 1,-3 0-1,2 0 1,-2-3-1,0-6 1,0 0-1</inkml:trace>
  <inkml:trace contextRef="#ctx0" brushRef="#br0" timeOffset="162301">23148 11889 7533,'37'0'0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39:22.997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23135 3933 8072,'-13'-9'1979,"2"1"-1439,11 8 449,0 0-629,0-8 90,0 6-270,0-6 0,0 8-90,0 0-180,0-8 180,0 6-90,0-5 180,0 7-878,0 0 1,0 15 0,0 5 0</inkml:trace>
  <inkml:trace contextRef="#ctx0" brushRef="#br0" timeOffset="24551">23148 3951 9781,'0'-10'1799,"0"2"-1529,0 1 90,0 5-90,0-6 360,0 8-91,0 0-539,0-8 0,0 6-180,0-6 180,0 8 180,0 0 180,0-8-90,0 6 0,0-5-180,0 7 90,0 0-180,0-8 0,0 6 0,-6-14-90,5 6 269,-15 0-179,7 3 90,-14-1 270,-1 6-360,-19-6-90,19 10 0,-2 4-45,-7 5 0,-1 3-135,-1 3 1,1 4 134,-1 7 0,2 4 90,2-1 0,0 1 135,3-1 0,2 1 180,2 2 0,4 0-91,3-2 1,2-1-135,2 0 0,3 1-225,5 2 1,3 0 179,1-6 0,2-1 89,5 0 1,1-1 90,1 0 0,3-1 180,13 12-225,-7-14 0,2-3 45,14 0-90,-10-9 0,2-6 45,-1-14 0,1-6-91,3-2 1,0-3 135,-5-3 0,-1-1 0,0-2 0,-3 1 0,-5-2-270,-3 1-540,-11 24 91,0 12 629,5 25-90,-2-6 0,1 3-270,1 0 0,3 1-900,2 3 1,3-2-1439,7 3 2608,-1-13 0,3-48 0,-8-5 0</inkml:trace>
  <inkml:trace contextRef="#ctx0" brushRef="#br0" timeOffset="26801">23172 3528 7263,'-12'-10'3276,"5"2"-2864,2 8 217,5-8-359,0 6 90,0-13-270,0 13 0,-6-6 270,0 0-270,-7 6 0,1-14 269,-17 14-269,2-5 45,1 2 0,-1 2-135,-19 1-135,14 5 0,-1 2 135,-14 6 90,7 8 0,0 4-45,12-5 0,1 1 0,-9 3 0,0 1 0,-1 3 0,2-1 0,12-10 0,-1-1-180,-11 10 0,0 1 90,7-7 0,0 1 45,-4 10 0,1 3-45,-3 3 0,1 1 360,1 0 0,2 0-135,4-1 0,2 1-180,1 2 0,3 0 0,4-2 0,2 1-45,4-1 0,1 0 45,2 6 0,2 1-270,1-7 0,3 0 225,5 4 0,3 0 90,1 4 0,2-1 0,3-11 0,1 0 0,0 10 0,1 1-45,0-7 0,1 0 45,1 5 0,2-2 315,5-6 0,2-3-271,1-3 1,2-3 270,3-5 0,3-3-180,1-2 0,1 0-90,3 4 0,1-3-225,2-8 0,0-2 135,-2 7 0,-1-1-45,-3-8 0,0-4 45,5 2 0,-1-2-90,-10-3 0,-1-1 90,11-3 0,0-2-45,-7-6 0,0-1 90,4-1 0,-1-2-45,-3-1 0,0-3 225,3-4 0,-2-2 89,-6 2 1,-1 1 180,3-4 0,-1-1-136,-1-2 1,-3-1-225,-4 8 0,0 0 90,2-7 0,0-1-360,-5 0 0,0-1 135,3 4 0,-1 0 405,-8-7 0,-1 1-91,1 14 1,-2 1 180,-7-6 0,-2-1 44,2 4 1,-2-1-135,-4-7 0,-2-2-225,-1 0 0,-2-1-46,-1-9 1,-3-2-75,2 16 0,-1-1 0,-1 0-41,0 0 0,-1-1 1,-2 1 69,-1 3 1,-1 0 0,-2 2-810,-16-9 1,-5 6-271,10 13 1,-3 3 0,1 3-650,-15-3 1,1 2 1429,7 4 0,8-5 0,16-22 1,10-9-1,9 10 0,0 0 0,0-1 1</inkml:trace>
  <inkml:trace contextRef="#ctx0" brushRef="#br0" timeOffset="34450">27431 3828 8432,'0'-20'1080,"0"4"-271,0 16 181,0-7-1,0-3-989,0 0-90,0 2-180,0 8 0,0 0 450,-6 16 180,-1 19 45,-1-2 0,-2 5-136,3 5 1,1 4-120,-2-1 0,0 4 0,0-1-148,2-10 0,0-2 0,-1 2 178,-1 10 0,0 2 0,0-6 0,-2-1 0,1-5-90,-1-7 0,2-3-360,1-4-360,1-17 181,6-8 89,0-8-450,0 6-545,0-6-444,6 8-360,1 0 2159,0 0 0,15-8 0,-2-1 0</inkml:trace>
  <inkml:trace contextRef="#ctx0" brushRef="#br0" timeOffset="35218">27516 3828 7533,'-19'-18'3058,"2"8"-2249,10 2 1,2 16-810,-1 2-450,5 23 270,1 5 225,4-12 0,4 0-45,5 2 0,4-3 270,1-1 0,2-3 90,7-1 0,1-4 359,17-6-539,-15-22 0,-1-10-180,-1-11 0,0-6-200,-5 5 0,-1-3 1,1 0 139,0-2 0,0-1 0,0 3 240,6-3 0,-2 6 135,-10 8 0,-2 11-46,1 24-44,-14 14 0,-4 5-90,-1 7 0,1 3 45,1-2 0,1 2 0,-1 2-227,-1 1 0,0 1 1,1 0 76,0-2 0,0-1 0,3 0-210,2-1 0,2 0 0,0-3 199,0 4 1,3-5-335,4-6 1,4-3-856,13 8-89,-15-23-1529,13-2 2788,-26-8 0,9-24 0,-11-5 0</inkml:trace>
  <inkml:trace contextRef="#ctx0" brushRef="#br0" timeOffset="36285">28231 3440 7892,'-22'-14'659,"-1"0"1,0 1 0,-1 1-300,-6-2 0,-1 2-180,-5 2 0,-3 1 89,5 2 1,-3 1 0,-1 1 60,-4 1 0,-2 1 0,0 2-458,-5 2 1,-1 2 0,0 1 397,2 0 0,0 1 0,0 4-300,1 2 0,0 4 0,2 2-240,4 1 0,2 3 0,1 2 120,2 4 0,1 3 1,1 2 89,0 2 0,2 1 0,1 1 180,5-3 0,1-1 0,1 3-98,2 3 1,0 3-1,1 0 1,3-2 6,2-2 1,2-2 0,1 3-75,1-1 0,1 2 0,1 0 1,4-1 44,3 1 0,3-2 0,3 0 30,0 4 0,3 1 0,2-1-1,4 1 1,2 1 0,3-3 30,3-2 0,2-2 0,4-2-60,4 2 0,3-1 0,2-4 90,2-7 0,3-4 0,1 1-68,-8-4 1,0 1-1,2 0 1,-1-3 7,11 2 0,1-2 0,0-2 0,-3 0 0,1-1 0,-1-1 0,-2-2 0,-1 0 0,0-2 0,-2-2 0,-2-2 0,1-1-30,2 0 0,0-1 0,0-4 180,0-7 0,0-5 0,1-1-150,1-1 0,0-1 0,0-4 37,-7-1 0,-1-3 1,1-2-1,-1 1-40,-2 3 1,-1-1-1,0 0 1,-1-1 241,0-3 1,-1-1 0,-1-1 0,-1 0 149,7-7 1,-2 0 0,-4-2 59,-8-5 1,-5-2 0,-1 0-240,1 0 0,-1-1 0,-5 0 74,-6 9 1,-4-1 0,0 0 0,-2 0-293,1 2 1,-1 0 0,-2 0-1,0 1-292,-5-11 0,-1 1 1,-2 1-824,-1 3 1,-1 1 0,-3 4-547,-8-6 1,-2 5 1507,11 10 1,-3 7 0,-17 14 0,-3 8-1,8 5 1,0 0 0</inkml:trace>
  <inkml:trace contextRef="#ctx0" brushRef="#br0" timeOffset="42704">24945 7708 8072,'-14'0'1799,"-2"0"-539,9 0-91,0 0-359,1 0-1,6 0-629,0 0-450,6 16 450,-3 10 0,1 7-135,2 7 0,0 4 15,-3-12 0,-1 0 0,0 4 142,0 5 0,-1 3 1,1 2-1,-1-5-75,-1-2 1,0-2 0,0 1 22,0 12 0,0 2 0,0-7-60,0-12 0,0-5-900,0 3-359,0-45-181,5 11-628,2-39-1261,5 13 3345,-5 2 1,-1-21 0,-6 9 0</inkml:trace>
  <inkml:trace contextRef="#ctx0" brushRef="#br0" timeOffset="43218">24957 7743 7533,'-5'-27'3276,"3"-6"-1335,8 21-1402,24-4-269,-2 21 0,5 6 45,12 2 0,3 1-136,-14-2 1,0 0 0,-1 2-150,0 2 0,-2 1 0,-2 1 285,3 0 0,-8 1 315,-12 16-1530,-37 6 630,-4-25 0,-4-2 225,-1 4 1,-2-1 178,-7-3 1,2-3-225,16-1 0,2-2-1169,-22 2-1709,44-10 809,12-2 2159,5-6 0,23 0 0,-6-2 0</inkml:trace>
  <inkml:trace contextRef="#ctx0" brushRef="#br0" timeOffset="44084">25708 7461 8612,'-16'-21'1638,"1"-1"0,-16-7-1387,6 7 0,-4 3-431,-8 7 0,-5 4 180,-1-2 0,-4 2-70,5 6 1,-2 2 0,-1 2 369,-4 4 0,-1 3 0,2 2-300,2 2 0,1 2 0,-2 2-90,5-2 0,-2 2 0,1 1 0,2 2-207,6 2 1,2 1 0,1 2 0,-1 1 385,-4 5 1,-1 3 0,1 0 0,2-1-45,6-5 0,1-1 0,2 2 0,0 0 157,0 6 1,1 2-1,2 0 1,3-2-175,2-2 0,4 0 1,1 0 60,1 7 1,1 1 0,4 0 30,2-2 0,3-1 0,3 1-30,5 2 0,4 0 0,3 0-229,3 1 0,2-1 0,4 0 229,4-1 0,3-1 0,4-3-113,-6-9 1,3-1-1,2-2 1,1-3 22,0-2 0,2-2 0,1-3 0,1-1 90,5-1 0,1-3 0,1-1 0,0-4 0,3-2 0,0-3 0,1-2 0,1-3-208,-4-1 0,0-2 0,2-1 0,-2-2 0,-1-1 298,3-1 0,-1-1 0,-2-2 0,0-3 53,-5 0 1,-1-3 0,-1-1 0,-1-2 0,-1-1 49,-3 1 0,-2-2 0,-1-1 0,-1 0 1,-2 0-105,3-5 1,-3 0 0,-1-1 0,0-1 67,2-5 1,1-3-1,-3 1 1,-3 0 231,-3-2 1,-4 1 0,-6-2-151,-5-3 1,-5-2 0,-6 2-360,-5 5 0,-5 2 0,-5 3-390,-6 0 0,-7 3 1,-2 5-609,1 9 0,-3 4 1,1 3-66,4 2 1,0 2 0,2 4 704,-2 4 0,7 6 0,10 12 0,25 5 0</inkml:trace>
  <inkml:trace contextRef="#ctx0" brushRef="#br0" timeOffset="45271">30200 7867 7892,'-7'-20'-89,"1"5"448,6 7 181,-5-2 360,3-8-361,-9 1 990,10-1-269,-10 0 89,9 1-989,-3-1 89,5 8-89,-6 10 180,5 34-630,-4-2 0,-1 6-120,3 0 0,1 4 0,0 2-31,-1-5 0,0 1 0,0 1 0,0-1 263,0-1 1,0 0 0,0 0-1,0-1 113,0 2 0,0 1 0,0-2 0,0-4-135,-1 9 0,1-4-315,0-3 0,1-7-404,2-12-2160,11-26 2879,13-35 0,-8 19 0,1-1 0,4-10 0,0 1 0</inkml:trace>
  <inkml:trace contextRef="#ctx0" brushRef="#br0" timeOffset="45635">30248 7796 7533,'-30'-25'2788,"10"5"-629,-3-5-900,32 15-90,17 2-854,8 7 0,5 2-135,7-1 0,2 0-390,-9 0 0,1 0 0,-1 0-360,-3 1 1,0-1-1,-1-1-554,13-3 0,-5 0-1395,2 2 630,-23 2 1889,-28 2 0,-23 22 0,-5-5 0</inkml:trace>
  <inkml:trace contextRef="#ctx0" brushRef="#br0" timeOffset="45886">30137 8079 7533,'-36'7'2248,"10"3"631,14 0-1260,46-2-1215,-7-7 1,4-2-900,15 1 1,2 0-1035,-2 0 0,0 0 1529,1 0 0,-2 0 0,-9 0 0,-2 0 0,-1 0 0,0 0 0</inkml:trace>
  <inkml:trace contextRef="#ctx0" brushRef="#br0" timeOffset="46718">31036 7655 7533,'-19'-26'1092,"1"-1"0,-2 0 0,-2 1 508,-2 3 0,-1 1-1780,-7-1 0,-3 3 360,4 9 0,-2 2 0,0 2-564,0 0 0,-1 0 0,-2 3 631,0 2 0,-4 1 1,0 2-1,2 1-37,-8 4 0,1 3 0,0 2-98,7-2 1,-1 0-1,1 3 1,0 3-270,0 5 1,1 4 0,1 1 0,2 0 276,-2 2 0,2 1 0,0 3 59,5 2 1,-1 3 0,2 2 0,3-2 30,0 4 0,2-1 0,2 2-210,-3 2 0,0 2 0,4 0-90,5-2 0,3 1 0,1-2-30,1-3 0,2-1 0,3 1 24,5 2 1,3 1-1,5-2-24,3 0 0,3-1 0,3-2 210,2 0 0,2-1 0,4-3 60,5-4 0,3-2 0,1-3-150,-6-2 0,1-2 0,3-1 90,10 1 0,5-3 0,-1-3-30,-9-5 0,-1-3 0,3 0-128,-2 2 1,3 0-1,0-2 1,-1-4 546,9-9 1,-1-5 0,0 0-240,-2 3 0,-1 0 0,0-5-61,-8-4 1,1-5 0,-1-2 0,-2-1-80,-1 1 1,-2-1 0,0-1 0,-1-3 133,-4 2 0,0-3 0,0-2 0,-2 0 0,-2 0-77,4-8 0,-2-1 1,-3-1-1,-3-2 77,-5 5 0,-3-3 0,-1-1 0,-2 2 0,-4 3 5,-1-5 1,-4 3 0,-6-1-15,-4 4 0,-4-2 0,-3 3 0,-5 5-1318,-13 3 1,-5 7 0,-2 0 856,9 6 1,0 1 0,0-1 0,3-1 0,-2-7 0,3-2 0,4 1 0,4-2 0,0-1 0</inkml:trace>
  <inkml:trace contextRef="#ctx0" brushRef="#br0" timeOffset="56800">27332 5009 9062,'-5'-9'1439,"4"1"-989,-5 0-90,1 6-181,-2-6 541,-11 24-450,-7 11-270,4 1 0,0 5-60,4-1 0,1 3 0,-2 2-161,-1-5 0,-1 2 0,0 0 0,1 1 311,2 3 0,1 1 0,0-1 0,-1 0 22,0-3 0,-2-1 1,1-2-1,0 0 128,-2 4 0,0-2 0,-1 0-210,0 3 0,-1 0 0,-1-1 60,0-2 0,0-1 0,-1 2-113,2-4 1,0 2-1,-2 1 1,2-1-46,0 0 1,1 0-1,-1 0 1,0-1 22,-3 0 0,-2-1 0,1 0 0,-1 1-216,0 2 1,-1 2 0,1-1 0,-1-1 350,0-2 0,0-1 0,0 0 0,0 0 0,1 0 0,0 0 0,1 0 0,0 0 14,-5 7 0,1 0 1,0 0-75,2-5 0,1-1 0,2 1-75,3 1 0,2 2 0,0-3-45,-1-4 0,0-2 0,2 0 117,-2 13 0,4-2 18,4-10 0,1-3 1082,-4 10-947,14-17 557,-3-10-467,0 0 188,3-6-908,-8 13-719,3-13-270,0 14 539,1-14-2068,6 6 2968,0-8 0,28-8 0,6-2 0</inkml:trace>
  <inkml:trace contextRef="#ctx0" brushRef="#br0" timeOffset="57418">25831 6897 9242,'-14'-10'1889,"3"2"-1440,11 24 91,-6 11-630,-1 18 180,2-11 0,-2 1 0,-4 0 0,-1 2 225,2 11 0,0 1-181,-6-8 1,2 0 45,6 3 0,2-2 0,0-13 0,1-3 270,5 17-1,0-25 1,5-10 90,-3-8-90,14 0 989,14-8-540,-1-4 1,4-2-990,12-3 0,3-3-994,-12 1 0,0-3 0,-1 2 589,7 1 0,-1-1 495,-8 2 0,-1-1 0,-5-1 0,4-17 0,-8 10 0,-1 1 0</inkml:trace>
  <inkml:trace contextRef="#ctx0" brushRef="#br0" timeOffset="58752">28329 4939 7533,'-14'0'90,"-3"0"1079,16-8-989,18 30 0,15-1-135,-7 10 0,1 7 45,-3-4 0,1 4 0,0 1-346,-1 3 1,0 1-1,1 2 346,-2-7 0,0 2 0,1 0 0,1 1 36,-2-7 0,0 1 0,0 0 0,0-1 0,0 0-14,3 4 0,-1-1 1,0-1-1,0 0-45,-2-2 1,0-1-1,-1 0 1,0 0-8,6 10 0,0-1 0,0-1-120,-4-5 0,0 0 0,1 0 120,-1 0 0,1 0 0,-1 1-60,4 3 0,-1 0 0,-1 0 35,-8-7 1,-1-1 0,1 1 84,1 0 0,0-1 0,1 1 60,-1-1 0,0 0 0,0 0-61,-1 0 1,0 1 0,0-2 11,7 11 0,1-2-41,0-1 0,-2 1-180,-4-1 0,0-2 90,2-13 0,1 1 0,2 17 0,0-2 505,-5-18 0,1-2-505,2 9 0,-1 0 139,-6-7 0,0-1-49,2 2 0,1 0-45,-2 3 0,1 0 0,1-6 0,1-2 144,16 15-549,2-15 360,-4-9 0,3 7 270,-6-6-90,-15 0-90,2-2-630,-17-16-1709,0-2-1028,0-16 3062,0 7 0,0-15 0,0 7 0</inkml:trace>
  <inkml:trace contextRef="#ctx0" brushRef="#br0" timeOffset="59602">29978 7126 7533,'-30'0'1529,"4"-8"-720,-10 6-449,16-6-90,-3 8 180,11 8 179,5 10 91,7 17-226,7-9 1,3 1-315,5 4 0,2 1-135,1 3 0,2 0 0,1-3 0,0-1-135,-5 0 0,0-1 225,0-3 0,-2-1 854,-1 11-719,-2-4-180,-16-23-270,3-2-359,-3-24 89,5 12 540,5-19 90,-3 21 90,3-14-270,-5 6 269,0 1-358,-11 1-91,-19 8 404,-5 0 1,-8 0 15,3 0 0,-4-1 0,-1 2-271,7 0 1,-1 1 0,0 0 0,1 1-180,-9-1 0,0 1 0,3 1-1049,-5 5 0,8 0-1440,5 1 2699,31 6 0,39-22 0,13 4 0</inkml:trace>
  <inkml:trace contextRef="#ctx0" brushRef="#br0" timeOffset="122668">24341 3651 7173,'0'-10'540,"0"3"89,0 7-89,0-8-450,0 6 1079,0-6-629,0 0 1169,0 6-1259,0-6 179,0 8-179,0 0-90,-5 0-720,3 0 270,-14 0 0,8 8 0,-15 10 270,-2 9-90,5 16 225,2-13 0,1 1-136,7-3 1,0 1 0,-5 9 0,0 0 0,2-10 0,2-1 0,1 4 0,0-1 0,-8 15 45,9-16 0,0 1 44,-4 17-269,4-21 0,0 1 90,3-1 0,0-1 0,-6 20-90,0 0 0,8-20 0,1 1 90,-3 19-45,8-19 0,2 1 45,1 0 0,2-1-45,4-3 0,2-1-135,5 4 0,2-1 225,-2-6 0,2-1-45,-2 4 0,0-1 90,13 7-90,-13-3-90,-5-7 0,-2-8-1799,-10-3-990,5-7 2789,-6 0 0,-6-23 0,-1-6 0</inkml:trace>
  <inkml:trace contextRef="#ctx0" brushRef="#br0" timeOffset="125835">24612 3704 10771,'-5'-10'809,"3"3"-629,-3-1-270,-1 6-90,0-6 180,-12 8-359,-1 0 269,-11 8 90,-2 17 270,-5 5-181,20-7 1,3 5 180,0 2 0,3 0-225,4-5 0,2-1-90,6 10 0,4-1 135,8 4-45,3-14 0,4-3 45,24 0 45,-20-11 0,2-2 269,4-5 1,0-4 765,15-14-721,-20 8 1,-2-4-90,-5-11 0,-4-5-180,-1-2 0,-2-2-46,-1-8 1,-2-1 45,-3 4 0,-3 2-180,-3 2 0,-4 5-1349,-14 1-1260,-12 11-668,5 16 3107,8 8 0,13 17 0,5 12 0</inkml:trace>
  <inkml:trace contextRef="#ctx0" brushRef="#br0" timeOffset="126169">24933 4022 14459,'-14'-10'-1799,"3"2"1799,11 8 0,5 0 0,2 0 0</inkml:trace>
  <inkml:trace contextRef="#ctx0" brushRef="#br0" timeOffset="126951">25301 3704 8882,'-6'-10'2249,"0"-5"-1980,1 13-448,3-6 89,-3 8-360,-1 0 90,-1 0 270,-10 16 90,-2 11 0,-11 10 225,14-8 0,0 1-90,0-7 0,0 1 45,3 6 0,2 1-270,-1 14-360,12-2 450,12-8-720,12-7 900,8-3 0,10-7 1079,-9-8-359,3-18-181,-11-20-89,-12-17-360,-6 19 0,-3-1-90,-9-10-1799,-13-4-360,-13 29 1979,-2 12 0,9 11 0,1 6 0,4 5 0,0 1 0</inkml:trace>
  <inkml:trace contextRef="#ctx0" brushRef="#br0" timeOffset="128052">24723 4533 7533,'0'0'0</inkml:trace>
  <inkml:trace contextRef="#ctx0" brushRef="#br0" timeOffset="128668">24699 4533 10411,'5'-10'1079,"-4"-5"-719,4 13-180,-5-14-630,0 14-89,-5-6-271,-18 8 540,-10 24 270,4-15 0,-2 3 90,-1 16 0,1 3 225,1-8 0,3 1-135,6 6 0,5 1 0,0 14-136,20-19 1,8-1 225,19 4-45,1-10 0,3-4 180,-3-12 0,2-4 89,6-1 1,-2-6-315,-13-15 0,-5-5 134,-3 1 1,-4-3-450,-6-13 1,-9 0-316,-7 10 0,-5 1 225,2 0 0,-3 3-944,-22 2-2069,12 11 3238,8 40 0,26 13 0,-1-6 0,-1 1 0</inkml:trace>
  <inkml:trace contextRef="#ctx0" brushRef="#br0" timeOffset="128885">24908 4851 9422,'-20'0'3276,"8"0"-3129,18 0 1,18-16 0,15-4 0</inkml:trace>
  <inkml:trace contextRef="#ctx0" brushRef="#br0" timeOffset="129551">25351 4604 10411,'-14'-18'1079,"3"8"-1079,11 2-539,-5 8-91,-19 16 90,-3 4 450,4 0 1,-2 3 133,1-5 1,-1 1 45,-1 7 0,1-1 720,-13 4-91,15 5-89,17-24-90,12-10-180,1-2-1,16-6-359,3 8-809,16 0 359,2 0-270,-17 0 1,1 0-91,-3 0 1,0 0 809,4-3 0,-3-2 0,7-13 0,-5-9 0</inkml:trace>
  <inkml:trace contextRef="#ctx0" brushRef="#br0" timeOffset="129818">25400 4568 7533,'-7'0'3058,"-4"-7"-2338,9 5-361,-3 2-449,5 41-90,0 8-750,1-17 1,1 3 0,0 0 344,1 3 1,1 0 584,1 9 0,3-8 0,4-17 0,0-18 0</inkml:trace>
  <inkml:trace contextRef="#ctx0" brushRef="#br0" timeOffset="130372">25732 3545 7533,'6'-35'1889,"6"0"-1530,2 15 451,9 12-1,1 50-599,-11-12 0,0 6 0,-1 1-120,0 7 0,-1 1 0,-2 6-535,-3-7 1,-1 5-1,-1 3 1,-1-1 0,-2 0 372,-1-4 0,-1 1 0,-2-1 0,-1 1 0,0 1 72,-1-3 0,-1 2 0,0 0 0,-1 0 0,0-1 0,0-2-133,-1-1 0,0-1 0,0-2 0,0-1 0,0 0 155,-1 3 1,0 0 0,0-3-1,1-4-67,-2 7 0,2-5-135,2-2 0,0-6-1619,-7-8 1799,7 1 0,0-30 0,6-3 0</inkml:trace>
  <inkml:trace contextRef="#ctx0" brushRef="#br0" timeOffset="137456">29596 3334 7533,'0'-36'1079,"0"9"-179,0 2 179,0-1-449,0 14 89,-6-3 1,0 15-450,-12 0-180,5 7-450,-16 3 360,3 24 45,8-13 0,-1 3 0,0 2 0,1 3 0,-1 4 0,1 2 45,-3 8 0,0 0-1,1-1 1,1 1-214,5-5 0,0 3 1,0-1 153,1-4 0,1 0 0,0 0-60,1 2 0,1 0 0,0 2 240,-1 5 0,1 2 0,1-2-181,1-7 1,2-2 0,1 2 0,0 4 0,3 2 0,2-1-53,3-6 1,4-2 0,0-1 112,5 8 0,4-2 90,4 4 0,2-4 0,-6-19 0,0-2-90,-1 6 0,0-1-630,9 3-359,-10 8-271,-3-7 1262,-11 5 0,11-29 1,2 2-1</inkml:trace>
  <inkml:trace contextRef="#ctx0" brushRef="#br0" timeOffset="138702">30002 3545 7533,'0'-27'2878,"0"2"-2068,0 15-91,0 2 1,-10 8-360,-10 0-270,-16 0-90,-3 16-180,-9-5 270,10 15 0,-4-1-1,22-8 1,3 2 90,-9 10-90,13-6 0,3 3-90,4 0 0,5 1 90,3 5 0,7 1-45,11 7 0,8-2-45,-1-12 0,6-5 60,-2-7 0,4-2 0,0-5 75,7-7 0,-1-8 0,6-2 0,-2-7 44,-8-10 1,-6-7-90,-3-4 0,-6-4-120,-9 8 0,-3-2 0,-3 0 120,-5 2 0,-4 1 0,-2 0 180,-4-14 0,-10 6-180,-11 21 0,-7 6 0,1 3 0,1-1 0,-1 8-1170,-1 10 1,-2 6 0,8 3-2198,3 25 3115,19-13 1,10-1-1,22-6 1,11-5-1,7-2 1,1-1-1</inkml:trace>
  <inkml:trace contextRef="#ctx0" brushRef="#br0" timeOffset="139151">30458 3810 12390,'8'-10'989,"-9"2"-719,-29 8-1799,2 8-720,4 10 2249,24 1 0,30-14 0,14-8 0,-11-1 0,0 1 0,0-1 0</inkml:trace>
  <inkml:trace contextRef="#ctx0" brushRef="#br0" timeOffset="139801">30729 3545 7533,'-20'-19'3058,"8"-13"-1889,12 21-539,12-7-180,13 10-450,12 8-180,-3 3 0,3 2 90,1 0 0,2 0 405,9 3 0,0 2 314,-7-1 1,-3-1-540,-12-3 0,-4 0 180,11 3 449,-43 0-539,0 9 180,-11-1 0,-1 4-495,7 5 0,0 2 405,-7 8 0,1 1-810,11 0 0,3 1 45,-1-1 1,3-2 314,11 3-2339,22-5 1,-13-30 2518,19 5 0,-22-22 0,5-5 0</inkml:trace>
  <inkml:trace contextRef="#ctx0" brushRef="#br0" timeOffset="140052">30937 3792 7533,'-28'0'1304,"1"0"0,-12 0 315,16 0-989,40 0-1350,26 0-90,-7 0 1,3 0 809,8 1 0,0-2 0,-6-2 0,-1-1 0,-1-1 0,0 0 0</inkml:trace>
  <inkml:trace contextRef="#ctx0" brushRef="#br0" timeOffset="140658">31700 3598 7533,'-5'-27'3276,"-2"9"-1695,-16 10-1761,3 8-180,-5 3 0,-2 2 135,1 3 1,0 2 269,-6-1 0,1 1 45,1 6 0,5 2-1,10 9 361,29 9-450,8-17 0,7-3 630,9-2 0,3-1-271,2 4 1,1 0-180,-4-8 0,-3 1-180,-10 2 0,-10 2-180,-35 11-405,-8-10 1,-7-2 44,-7 1 0,-2-1-180,2 1 1,0-3-46,8-5 1,3-2-1125,-4 4 810,22-16 1079,14-2 0,24-7 0,-6-1 0</inkml:trace>
  <inkml:trace contextRef="#ctx0" brushRef="#br0" timeOffset="140885">31614 3634 7533,'0'-36'3276,"17"9"-1245,14 1-3066,-2 19 1,4 5 1034,9 0 0,2 4 0,-8 0 0,1 1 0,1 1 0,4 2 0,-1 0 0,0 0 0</inkml:trace>
  <inkml:trace contextRef="#ctx0" brushRef="#br0" timeOffset="142700">30027 4586 7083,'0'-10'2698,"0"-5"-1978,0 13-270,0-6-1,-6 8-179,0 0-90,-7 0-270,-4 8 0,3-6-90,-9 5 360,-2 1-180,5-6 0,-3 12 0,1 4 90,-2 3-315,-2 2 1,0 5 224,11 1 0,3 3 0,-5 7 0,4 2 179,10 4 1,10 0-45,9-3 0,5-3-90,0-6 0,6-5 105,6-14 0,6-6 0,-2-3 165,1-2 0,0-6-46,0-4 1,2-4 0,-4-6 0,-4-8 0,-3-6 0,-4 0-181,5-6 1,-6-4-30,-9 3 0,-2-3 0,-7 2 75,-8 1 0,-9 2 90,-17-2 0,-8 5 180,1 13 0,-4 5-945,-8 3 0,1 8-585,12 9 1,7 6-2153,8 17 3193,27 9 1,18-21 0,7-5-1,3-3 1,-1 0 0</inkml:trace>
  <inkml:trace contextRef="#ctx0" brushRef="#br0" timeOffset="142886">30433 4921 8342,'-22'0'-180,"12"0"0,29-9 0,14-5 0,0-1 1,0 0-1</inkml:trace>
  <inkml:trace contextRef="#ctx0" brushRef="#br0" timeOffset="144270">30814 4692 7173,'0'-20'2608,"0"-3"-1348,0 13-721,6-8-179,6 9 0,19 1-540,-4 16 90,9 9 0,-23 11 45,-10-3 0,-6 1 45,-16 5-90,-5 1 0,-6 1 180,-3-6 0,-3 1-60,6-5 0,-2 1 0,1 1 270,2-1 0,2 0 0,1-1 149,-5 4 1,6-1 360,7 1 179,43-11-764,1-15 0,4-2-270,4 1 0,1 0-855,6 0 1,-2 0-585,-10 0 0,-1 0 1484,3 1 0,-3-2 0,5-15 0,2-4 0</inkml:trace>
  <inkml:trace contextRef="#ctx0" brushRef="#br0" timeOffset="144918">31393 4780 7533,'6'-19'2788,"-5"-5"-989,5 22-630,-17-6-719,-14 8 0,-19 0-630,11 3 0,-1 2-270,2 3 1,0 2-1,-3-1 0,3 1 180,-7 16 630,27-1 180,42 3-315,-8-10 0,3-1-1,10-3 1,3-1-90,-4 4 0,0 0-135,-1-8 0,-3 1 45,-8 6 0,-6 2-135,-10 9-180,-26-9 0,-8-1-179,-11 11-136,1-14 0,2-3 226,13-1-811,-17-2 361,32-8-541,14-8 1350,14-2 0,7-2 0,5-1 0,0-1 0,0 0 0</inkml:trace>
  <inkml:trace contextRef="#ctx0" brushRef="#br0" timeOffset="145119">31319 4798 7533,'-12'-18'3238,"21"8"-3913,14 5 1,8 3-496,7 1 1,3 2 808,0-2 0,1 2 1,-8 0-1,1 2 1,-1 0-1,5 2 1,0 0-1</inkml:trace>
  <inkml:trace contextRef="#ctx0" brushRef="#br0" timeOffset="145968">32045 3457 7533,'-3'-36'179,"0"0"1,1 0 0,4 3 180,10-4-90,2 4 360,9 31 809,1 35-1259,-9-8 0,2 5 0,-1 3-158,0 1 0,0 3 1,0 2-1,-1 2-364,0 1 1,-1 3 0,1 1 0,-2 1 0,0 0 281,-3-6 0,0 1 0,-1 0 0,-1 0 0,-1 1 0,-1 0 30,-1 2 0,-1 2 0,-1-1 0,-2 1 0,0-2 1,-2 0 118,-2 1 1,-1-1 0,-1 0 0,-2-1 0,0-1 36,-2-2 0,0 0 0,-2-1 0,-2-1 0,-1-2-191,-5 3 1,-3-2 0,-2-1 0,-1-1-26,-2-1 0,0 0 0,-2-2 1,0-3-1,-8 3 0,0-3 0,1-3-150,4-5 0,1-2 0,3-3-210,-2-3 1,6-2-451,5-3-989,25-1 1889,8-16 0,17-3 0,7-3 0,-2-5 0,0 1 0</inkml:trace>
  <inkml:trace contextRef="#ctx0" brushRef="#br0" timeOffset="156519">23283 9172 8702,'-7'-8'2609,"2"-1"-1980,5-1-89,-6-14-810,0 20-90,-7-11 180,-10 30 90,6 1 0,-3 4 225,-7 9 0,-2 4-117,5-5 0,-1 1 0,0 3 12,1 4 0,1 3 0,1-1 30,0-6 0,1-2 0,2 2 60,2 9 0,4 2 0,1-1 59,-2 4 1,3 0-240,6-7 0,1 3 1,1-2 118,1-3 1,0-1 0,1-1 30,0 1 0,1-1 0,1 0 30,0 0 0,1-1 0,0 1 180,-2 0 0,0 0 0,1 1 89,5 2 1,2 1 0,0-1-330,-3-3 0,-1-1 0,2-3-105,5 7 0,2-5-180,1-10 0,1-5-405,6-8-1258,3-10 1888,0-26 0,-22-3 0,2-14 0</inkml:trace>
  <inkml:trace contextRef="#ctx0" brushRef="#br0" timeOffset="162085">23480 9366 7892,'7'-10'1170,"-1"3"-451,-6-1 1,0 6 449,0-14-629,0 14-540,0-6 180,0 0-450,0 7-180,0-7 630,-11 8 0,-3 0-270,-11 8 0,-5 1-270,-7 17-89,5 1 404,11-10 0,0 2 180,5 2 0,1 1 89,-1 0 1,0 1 0,3-1 0,2 1 405,-1 20-1,6 0-179,17-6-90,14 6-315,-5-23 0,3-4 90,7-5 0,2-3-225,4 3 0,2-6 90,8-13 0,-1-8 90,-7 0 0,-3-5 45,1-4 0,-6-5 134,-11-3 1,-8-2-90,-10 3 0,-6 1 180,-5-6 0,-6 3 224,-10 9 1,-4 3-540,-4-1 0,-1 5-90,6 11 0,1 4-2294,-10 11-938,33 12 0,19 7 3275,16-1 0,0-6 0,4 1 0,5 2 0,0 1 0</inkml:trace>
  <inkml:trace contextRef="#ctx0" brushRef="#br0" timeOffset="162252">23787 9666 7533,'-29'8'3276,"8"-6"-1515,14 6-1761,26-16 0,25-10 0,-16 5 0,0-1 0</inkml:trace>
  <inkml:trace contextRef="#ctx0" brushRef="#br0" timeOffset="163485">24293 9419 7533,'0'-27'2518,"0"9"-629,0 2-809,0 14-181,0-5 1,0 7-811,0 0-628,-6 0 359,-1 0 180,-11 0-180,-1 0 0,-11 7-539,-7-5 359,4 22 90,3-12 360,12 21 539,11-13-179,2 5 180,16 1-270,8-7-1,18 14-538,-4-5 134,-12-12 0,-1 3-90,-9 7 0,-2-1 225,15 7-90,-21-4 0,-5 0-360,-5-6-270,-17 11 91,-19-23 629,-2-10 134,17-7 1,2-4 495,-7-8-720,10-15-360,28 15 180,20-22 225,-5 18 0,3 1 225,10-6 0,1 1-45,-5 0 0,1 1 359,9 2 1,-1 5-181,-14 8 1,-2 2 765,21-14-451,-15 13-989,-14-16 181,3-17-181,-10 12 0,-9 5 0,-6 3-899,-13 11-2108,-21 4 0,3 18 3049,8 8 0,13 15 0,13 4 0</inkml:trace>
  <inkml:trace contextRef="#ctx0" brushRef="#br0" timeOffset="164568">23431 10301 8882,'0'-10'2429,"0"-5"-1710,0 13-269,0-14-360,0 14 180,-6-6-540,-1 8-180,-16 0 0,-3 8 270,-16 10 270,17 6 0,1 3-90,4-11 0,0 1 315,-5 18 0,4 2 315,6 11-496,9-17 1,6 0-45,8-3 0,9-3 135,15-4 0,7-7 45,2-6 0,3-6-300,-11-2 0,1-3 0,-2-4 255,11-11 0,-6-7-270,-9-4 0,-7-4 135,-7-2 0,-9-3-210,-11 7 0,-7-2 0,-2 3 344,-5-1 1,-4 3 180,-13-5 0,-3 7-675,13 18 0,3 7-1798,-8 10 179,27 11 1889,29 5 0,2-11 0,3-2 0,6 2 0,0-1 0</inkml:trace>
  <inkml:trace contextRef="#ctx0" brushRef="#br0" timeOffset="165119">23899 10636 7533,'-46'0'3276,"16"-8"-2685,36-1-591,20-1 0,-5-5 0,1-2 0,3 3 0,-1-1 0</inkml:trace>
  <inkml:trace contextRef="#ctx0" brushRef="#br0" timeOffset="165819">24083 10372 7533,'-14'-8'3276,"3"6"-706,17-29-1760,17 9-181,-5 0 1,2 1-315,7 6 0,3 2-1,2 0 1,2 1-225,-2 2 0,-1 2-270,1 5 1,-2 4-91,9 9-540,-27 33 630,-19-16 0,-5 1 135,-5 3 0,-5 1-255,0-6 0,-3 0 1,1-2 209,-1 1 0,0-1 180,-7 10 0,1-1 314,10-14 1,4-1 585,-3 25-181,9-15-449,29-3 450,13-15-1080,6-4 0,3-4 45,-12-6 0,1 0-1414,17 3 1,-4 0 1333,-8-7 0,-32 24 0,-31 3 0</inkml:trace>
  <inkml:trace contextRef="#ctx0" brushRef="#br0" timeOffset="174904">25745 9472 6723,'0'-25'1709,"0"13"-719,0-12 449,0 15-270,0-9-449,5 8-181,-3 2-359,3 8 90,-5-8 180,0 6-360,-5-13-90,-2 13-450,-11-6 90,4 8 90,-15 0 450,9 8-180,-16 2 90,5 15 0,-1 3-90,14-8 0,1 3 45,3 2 0,2 3 180,-1 2 0,2 2 45,0 3 0,4 1 314,2 3 1,3 0-450,0-6 0,4-1-180,6 4 0,7-3-495,23-4 495,1-13 0,5-9-45,1-15 0,1-7 210,-14 5 0,0-2 0,-2-3 90,0-6 0,-1-3 0,-5-2-227,2-16 0,-6-4 137,-8 12 0,-1-2 0,-4 0 119,-6 0 1,-3-1 0,-3 2 210,-8-12 0,-5 4-270,-1 14 0,-2 5-3059,-21 1 2879,22 31 0,37 25 0,0-10 0,0 1 0</inkml:trace>
  <inkml:trace contextRef="#ctx0" brushRef="#br0" timeOffset="175368">26187 9737 11670,'13'-8'3276,"-6"-2"-2954,-2 0-52,-10-5-540,-2 5-899,-6 0-1170,6 10-629,13 10 2968,8 0 0,12-15 0,5-6 0,2-4 0,0 0 0</inkml:trace>
  <inkml:trace contextRef="#ctx0" brushRef="#br0" timeOffset="175971">26655 9402 7533,'0'-20'3276,"0"4"0,0 16-1283,0-8-1633,0 6-91,0-5-1528,0 14-810,-16 19 1530,1-5 808,-9 11 1,-4 1 270,5-12 0,-1-1 359,-4 15 1,0-1-271,5-15 1,4-1-180,0 15-270,8-23 0,17-2 539,6-8-899,12 0 0,7 0-899,-5 0 0,2 0 44,0 0 1,1 0-136,8 4 1,0 0 179,-5-3 1,-1 0 989,18 7 0,-29-24 0,-16-4 0</inkml:trace>
  <inkml:trace contextRef="#ctx0" brushRef="#br0" timeOffset="176318">26778 9384 7533,'-17'-10'3276,"8"2"-256,-2 8-2930,6 24 360,3 13-660,-1-7 0,-1 6 0,0 0-210,2-2 0,0 0 1,-1 2-331,1 5 1,-1 2-1,2-4-509,0 0 0,2-5 1259,0 15 0,10-63 0,-4-7 0</inkml:trace>
  <inkml:trace contextRef="#ctx0" brushRef="#br0" timeOffset="177418">25916 10425 6633,'0'-20'2969,"0"4"-1980,0 16-359,-5 0 179,-1 0-179,-7 0-180,-4-8-450,-2 7-270,-12-7 360,0 8-900,-12 8 360,5-7 450,1 23 180,2 3 270,14 19-135,11-17 0,3 2-91,7 0 1,5 1-90,5 8 0,4-2-225,4-7 0,3-5 135,7-2 0,4-5 225,-4-7 0,1-8 359,3-12 1,-2-8-270,-7 0 0,-3-5-225,-2-15 0,-6-6 44,-5 1 1,-7 0-90,-9-5 0,-5 3 0,5 14 0,-5 3-360,-14 3 1,-1 5-2250,5 9-758,1 9 3166,30 9 1,26 1 0,13-2 0,-13-2 0,1 0 0,-1 0 0</inkml:trace>
  <inkml:trace contextRef="#ctx0" brushRef="#br0" timeOffset="177620">26347 10707 7533,'-13'0'3276,"-9"8"-526,14-6-4639,6 5 1889,5-7 0,42-15 0,-21 5 0,-1 0 0</inkml:trace>
  <inkml:trace contextRef="#ctx0" brushRef="#br0" timeOffset="178285">26803 10319 8342,'-19'0'3276,"1"0"-2324,11-8-1042,-4 6 90,4-6-90,-11 24 180,-6 11 0,8-6 0,0 3 90,-2 6 0,0 1-91,1 3 1,2 3-45,4 2 0,3 2-45,0 0 0,5-2 0,9-6 0,4-3-90,1-3 1,4-3-1,8-8 0,4-5 269,-2-3 1,0-6 225,1-7 0,-2-7-45,2-26-136,-18 12 1,-5-1-45,-21-18-675,4 22 1,-4 3-2783,-20 1 3219,12 3 0,15 16 1,18 0-1</inkml:trace>
  <inkml:trace contextRef="#ctx0" brushRef="#br0" timeOffset="179119">27037 9137 7533,'0'-27'2069,"-6"9"-810,10 2-450,19 22-584,4 10 0,3 9-23,-7-2 1,3 3-1,-1 5 1,-1 3-750,-3 2 1,0 5 0,-2 3 0,0 2 0,-1 0 0,-2 0 588,-1-1 1,-2 1 0,0 0 0,-3 1 0,0 1 0,-3 2 35,-2-6 1,-1 2 0,-1 2 0,-1 0 0,-2 0-1,0 0 1,-2-2 0,-1-2-118,-1 6 0,-2-2 0,-2-1 1,-1-1-1,-1-1 0,-2-1-6,0-2 0,-2-1 0,-1 0 0,0-1 0,0-2 1,1-2-70,0 4 1,0-1 0,0-3 0,-1-2 113,-4 0 0,-2-2 0,2-4-315,2-3 1,1-5-1845,-9-3 2712,20-19 1,17-23-1,8-3 1</inkml:trace>
  <inkml:trace contextRef="#ctx0" brushRef="#br0" timeOffset="181235">30310 9331 12570,'0'-20'989,"6"5"1,-5 15 269,5-8-809,-6 6-180,-11-6-360,-9 8-270,-2 10 0,-4 4 180,-2-2 0,-1 5 210,0 12 0,0 8 0,2-3-282,-3-3 1,0 3 386,9-2 0,0 5 0,1 3 0,1-2-16,1 3 1,1 0 0,1 4-174,3-7 0,0 2 0,0 3 0,1-2 1,1-1 120,1-1 0,2-2 1,0 0-1,1 3 203,1 2 0,1 3 0,0 1 0,1-3 0,2-6-315,4 7 0,2-1 254,-1 5 1,0 5 0,3-7 105,3-16 0,1-2-315,4 12 0,2-3-270,10 0 180,-1-4-450,-7-23-89,-11-2 772,4 8-1042,-10-12-1080,5 11 0,-1-15-809,13-8 2788,2-1 0,7-23 0,3-9 0,-10 12 0,-1 1 0,1-1 0</inkml:trace>
  <inkml:trace contextRef="#ctx0" brushRef="#br0" timeOffset="184201">30495 9454 7533,'-19'-17'90,"1"7"1169,11 2-719,2 8 359,5 0 91,0 8-91,-6-6-359,-6 14-540,-2-14 0,-9 5-180,9 1 270,-9 2 90,4 8 0,-11 7 89,-2 10-89,13-13 0,1 2-45,4 9 0,3 2-180,-3-10 0,4-1 45,8 10 0,8-1-90,6-9 0,6-3 0,6-4 0,4-5 0,18-3 0,4-10-60,-18-9 0,0-5 1,0-3 18,2-3 1,1-3-1,-5-4 281,-4-2 0,-3-4 0,-3 0 120,3-11 0,-11 0 404,-17 0 1,-11 4 224,-10 14 1,-6 7-1215,-3 8 0,-2 6-1079,1 4 0,5 8-245,12 13 1,7 3 1309,12 0 1,32 6-1,16 1 1,-13-13-1,1-1 1,0 1-1</inkml:trace>
  <inkml:trace contextRef="#ctx0" brushRef="#br0" timeOffset="184353">30802 9648 7533,'-24'0'3276,"-6"16"-1245,9-4-5308,-2 6 2949,16-11 0,29-7 1,13 0-1</inkml:trace>
  <inkml:trace contextRef="#ctx0" brushRef="#br0" timeOffset="185219">31160 9490 7533,'-7'-18'1709,"1"8"-990,6-5-359,0 13-90,0-14 270,0 14 89,6-6 91,-5 8-180,5 0-91,-6 0-359,-6 0 90,-6 16 1079,-13 3-1034,7 2 0,-1 2-315,-8 3 0,-1 0-45,7-3 0,1 2 0,-8 7 1,4 2 44,9 13 0,6-16 0,7-1-45,16-6 0,7-3-45,14 6 90,-3-23 0,2-8-90,11-15 135,-20-1 0,-3-3 135,-4 1 0,-4-1 540,5-22-630,-19 17-720,-41 12 540,15 16-899,-6 3 0,3 2-630,12 5 359,-6 0 361,23-2 989,12-8 0,30-8 0,-16 3 0,0 0 0</inkml:trace>
  <inkml:trace contextRef="#ctx0" brushRef="#br0" timeOffset="185886">31529 9543 7533,'0'-18'3276,"0"0"-2055,-11 9-861,-3 1-180,-16 8 90,-7 8-405,12 0 0,0 1 225,-19 11 0,7 5-180,19-7 450,18 0-270,18 7-180,19-5 224,-15-7 1,0-1-270,3-3 1,0 0 853,17 8-1079,-16 1 1260,-13 0-900,-31-1-900,-20 9 765,13-16 1,-1-1-361,1 5 0,1-2-494,-13-2-271,18 5-539,8-13 360,11 6 1439,5-8 0,24-16 0,10-3 0</inkml:trace>
  <inkml:trace contextRef="#ctx0" brushRef="#br0" timeOffset="186136">31418 9543 7533,'-19'-28'3276,"6"3"0,19 15-2453,29 2-1498,-7 7 1,2 2-965,6-1 1,3 0 1630,3 4 1,0 0 0,-4-3 0,0 0 0,2 3-1,-1 0 1</inkml:trace>
  <inkml:trace contextRef="#ctx0" brushRef="#br0" timeOffset="187235">30470 10478 7623,'-5'-30'1889,"-2"-1"-1260,-5 21 720,-6 0-179,-2 2-541,1 8-179,2-8-540,-1 7-270,-7 8 1,-1 13 359,-9 15 179,21-10 1,2 1-45,-4-3 0,2 1 90,5 14 0,4 1-180,3-10 0,4-2-45,9 6 0,8-5-90,7-7 0,4-6 360,2-7 0,0-7-46,5-6 1,-1-7-45,-6-4 0,-4-6-45,-7-17 0,-5-6-135,-3 11 0,-6 0 180,-10 0 0,-6-2 0,-2 4 224,-5 1 1,-4 5-270,-7 1 0,-3 7-1754,-13 10-1658,21 26 3231,36 1 0,28-1 0,13-3 0,-12-5 1,1-1-1,-1 0 0</inkml:trace>
  <inkml:trace contextRef="#ctx0" brushRef="#br0" timeOffset="187437">30777 10654 7533,'-38'10'3276,"8"5"-3944,18-13-1940,12 6 2608,12-16 0,29-1 0,-15 0 0,0 0 0</inkml:trace>
  <inkml:trace contextRef="#ctx0" brushRef="#br0" timeOffset="188235">30950 10425 7533,'-12'-34'3276,"-1"21"-76,6-11-2301,2 24-269,10 0-270,2 8-180,22 2-180,9 7-225,-5-7 0,2-2 450,-6-4 0,0 2-45,1 5 0,-5 1-360,-6 0-180,-26 14-450,-30-9-89,-8 1 539,20-6 0,1 1 450,-8 7 180,15 5 90,17 1-180,34 1 90,-4-7-136,-1-4 1,1-1-674,3 5 989,-15 15-450,-24-7 0,-31 5-450,-8-14 90,17-9 0,1-2-539,-11 0-540,13-8 89,14 0-898,22-8 2248,3 6 0,21-21 0,3 3 0</inkml:trace>
  <inkml:trace contextRef="#ctx0" brushRef="#br0" timeOffset="188952">31529 10548 7533,'-32'0'2248,"7"0"-2517,2 0 448,9 0 361,-9 0-180,4 0 809,0 0-179,-4 8-541,14 2-269,-2 7-360,22 9 1,9 1 89,11 9 224,-12-19 1,-1 1 315,8 17-180,-8 0-180,-28-12 0,-8-3-90,-17 10-360,7-16 0,0-3-269,-15-3-1080,19-8 809,12-8 1,12 6 899,17-21 0,3 9 0,3 0 0,6-8 0,-1-1 0</inkml:trace>
  <inkml:trace contextRef="#ctx0" brushRef="#br0" timeOffset="189152">31491 10513 7533,'-20'-20'3276,"14"5"-526,53 15-4369,-21 0 0,3 0 1619,9 0 0,3 0 0,3 0 0,1 0 0,0 0 0,-1 0 0</inkml:trace>
  <inkml:trace contextRef="#ctx0" brushRef="#br0" timeOffset="192335">32685 9490 10141,'-14'-20'2069,"-2"4"-1529,9 16 89,-10 0-539,3 0-180,-9 0 270,-2-7 0,-7 5 0,-4-6 90,-1 8-90,5 15-630,2-3 315,16 11 0,3 3-45,-8 13 45,11-2 0,4 3-90,5-7 1,4-1 134,4 0 0,6-2 45,7-5 0,5-7 315,4-6 0,1-6-91,0-7 1,-1-6 495,4-8 0,-4-5-361,-12-2 1,-4-3 270,3-12 0,-7-3-406,-16 4 1,-7 0 45,2-2 0,-7 3-135,-17 6 0,-3 5-810,12 9 1,1 5-920,-8 10 1,10 8-1639,26 4 3241,18 13 1,10-12 0,12-3 0,0 0-1,2 3 1,0-1 0,0 1 0</inkml:trace>
  <inkml:trace contextRef="#ctx0" brushRef="#br0" timeOffset="192520">32858 9737 7533,'-26'17'2338,"19"-7"-4047,21-18 1709,11 4 0,-2-10 0,1-3 0,21-3 0</inkml:trace>
  <inkml:trace contextRef="#ctx0" brushRef="#br0" timeOffset="193619">33325 9578 8882,'0'-18'3276,"0"8"-2414,0 3-413,0 7 2160,0 0-2969,-5 0-629,-40 15 899,18 2 0,-1 2 135,-15 4 0,0 1-45,13-2 0,2 1 90,-3 2 0,5-1-90,9-3 0,-4 13 989,32-25-989,13-1-180,9-8-270,9 0-405,-15 0 1,0 0-45,14 0-740,-9 0 1,0 0-842,13 0 1940,-1 0 91,-3-15 449,-21 3 0,-2-29 0,-23 3 0,-3 12 0,-4-1 1079,-13-10 90,0 4 1980,1 15-2340,16 8 181,-8 3 359,9 30-630,-11 7-584,11-2 0,1 4-180,-1 8 0,2-1-270,1-14 1,2 1-406,-1 24 0,6-4-2338,19-19 1889,-10 0 0,3-5-1,23-22 1170,4-10 0,-11-23 0,-13 14 0,1 1 0</inkml:trace>
  <inkml:trace contextRef="#ctx0" brushRef="#br0" timeOffset="194270">33645 9613 7533,'-6'-19'3276,"0"3"-886,6 16-2390,-5 0-809,-8 0 359,-6 0 360,-6 0 270,-5 8-90,4 2-90,-4 7-540,16 1 360,3 15 1,28-3-1,4 13 359,1-25 1,3-1 90,-4 1 0,-2-1 360,18 11 539,-19 5-899,-18-21-540,-15 8 0,-5-1-989,1-13 584,-4 7 1,1-3-675,14-10 449,-8 0-269,15 0-360,-5 0 1529,12 0 0,28-23 0,-11 8 0,0 0 0</inkml:trace>
  <inkml:trace contextRef="#ctx0" brushRef="#br0" timeOffset="194486">33571 9596 7533,'-12'-26'3276,"10"14"-886,20-3-4728,15 15 2338,16 0 0,-21 0 0,-7 0 0</inkml:trace>
  <inkml:trace contextRef="#ctx0" brushRef="#br0" timeOffset="195968">32513 10583 7083,'-14'0'2249,"-2"0"-1080,15-8-359,-10 7 539,10-15-540,-5 14-269,6-6-360,0 8 180,0 0-630,0-8 0,-11 6 180,3-6 0,-21 8 90,-2 8 0,-8 10-90,14-1 0,2 1 90,-4 12 45,11-3 0,3 2 135,6 18-180,8-11 0,3-1 90,5 12-360,8-20 0,6-5 90,22-10 585,2-8 0,2-8-225,-14-12 0,-1-3 0,4 5 0,-4-4 44,-16-13 1,-8-3 135,-3-13-90,-8 13 0,-3-2 134,-4 0 1,-3 1 90,-4 3 0,-2 2-226,1 2 1,0 3-899,-14-11-990,11 19-1658,-4 25 0,20 19 3050,5 2 0,15-7 0,7-2 0,2-7 0,-1 1 0</inkml:trace>
  <inkml:trace contextRef="#ctx0" brushRef="#br0" timeOffset="196285">32858 10918 7533,'-25'0'3276,"6"0"-256,1 0-4009,11 0 989,12 0 0,26-15 0,14-5 0</inkml:trace>
  <inkml:trace contextRef="#ctx0" brushRef="#br0" timeOffset="197069">33239 10672 6273,'0'-18'3276,"0"8"-1245,-5 2-1311,-8 8-540,-12 0 270,-6-8-360,0 6-90,-10-5-270,19 7 360,-7 0-90,22 7 90,1 3 90,28 24-91,1 3-44,-3-18 0,2-1 45,15 15 180,0 1-90,-11-5 989,-8 14-1079,-40-8 0,4-16 0,-4-2-315,-11-6 1,-3-3 134,10 1 0,1-2-1439,-16-7-1080,34-8 1170,19-2-1170,20 1 1980,6-15 629,-6 20 0,-8-10 0,2-3 0,-3 7 0,0 0 0</inkml:trace>
  <inkml:trace contextRef="#ctx0" brushRef="#br0" timeOffset="197369">33152 10636 7533,'-11'-27'3276,"4"1"-975,2 17-1762,15 1-1168,9 16-2648,29 1 0,-18 1 3275,6-3 0,1-6 0,-13-11 1,-1-4-1,17 0 0,0-1 0</inkml:trace>
  <inkml:trace contextRef="#ctx0" brushRef="#br0" timeOffset="198220">33522 10654 8072,'14'0'1619,"-4"0"-1169,-10 0 2826,0 0-2774,-10 0-682,1 0 270,-8 0-270,-6 8 180,2 2-180,-4 7 180,7 1-90,11 7 270,7-5-360,18 5 90,8-7 270,17 0-90,-18-10 0,-1 1 90,16 17-450,-10-14 810,-13 19-540,-33-19 270,1 13-90,-9-11 0,-5-2-225,6-2 0,-1-1-90,-1 0 0,1 0-675,-6 7-719,12-15-450,17-1 900,8-1-1170,12-15 2249,0 6 0,5-5 0,2-3 0,1-1 0,0 0 0</inkml:trace>
  <inkml:trace contextRef="#ctx0" brushRef="#br0" timeOffset="198519">33498 10636 7533,'-25'-8'3276,"6"14"0,6-12-2992,19 30-2083,18-20 1799,4 4 0,5 0 0,-1-11 0,3-3 0,2-1 0,7 0 0,0 1 0,0-1 0</inkml:trace>
  <inkml:trace contextRef="#ctx0" brushRef="#br0" timeOffset="199289">33522 9208 7533,'0'-20'-540,"0"4"450,0 16 450,0 0 0,6 0-180,-5 0 629,10 16-359,7 11-675,-4-2 0,3 3 225,6 14 0,3 2 0,-6-11 0,1 0 0,0 1 0,2 8 0,0-1 0,-1 0 0</inkml:trace>
  <inkml:trace contextRef="#ctx0" brushRef="#br0" timeOffset="200103">33559 11236 11041,'23'-35'33,"-11"14"1,2-1 0,19-12 0,4-1-1,-11 8 1,0-1 0,0 1 0</inkml:trace>
  <inkml:trace contextRef="#ctx0" brushRef="#br0" timeOffset="-200544.73">19419 12100 8522,'-6'-17'1979,"-5"7"-1349,9-6 449,-3 6-269,-1-7-541,5 7-448,-10-14-451,9 20 720,-3-19-270,-1 21 270,5-14-180,-4 14-90,5 2 540,0 26-225,-1-2 0,2 5-135,0 6 0,1 5 0,0 4-380,-2-4 0,-1 4 1,0 2-1,0-1 1,0-2 401,1 1 1,0-2-1,0 0 1,-2 2 67,0 3 0,0 3 0,-2 1 0,0-3 0,-1-5 211,-3 1 0,0-5 0,-1-2-181,2-2 0,1-1 0,-1-3-165,-2 6 0,0-15-1035,4-30-1348,10-29 1123,-2 10 1,1-1 1803,2 1 0,0 1 0,-4-17 0,-4 7 0</inkml:trace>
  <inkml:trace contextRef="#ctx0" brushRef="#br0" timeOffset="-199978.73">19395 12065 7533,'-24'-25'2338,"9"5"-1438,-8-6-360,21 17 359,26 1-539,1 13 0,6 5-450,11 3 0,3 2 120,-5-2 0,2 2 0,-2 2 0,-5 2 0,-2 1 0,-2 2 239,12 7 1,-12 4 225,-27 6 0,-14 1-450,-12 2 0,-9-4-135,7-15 0,-2-1 0,-1-2-60,-4 1 0,-1-1 0,1-2-120,-8 1 0,1-3-270,2-6 1,2 0-451,6 0 1,9 3-1170,17 5 2159,12-7 0,13-1 0,6-4 0,-3-6 0,0 0 0</inkml:trace>
  <inkml:trace contextRef="#ctx0" brushRef="#br0" timeOffset="-199377.73">20490 12012 7533,'-7'-27'3276,"2"1"-1785,5 9-951,0-1-540,-6 0-360,-12 16 180,-19 20 135,10 2 0,-2 5 15,6-2 0,0 3 0,1 3-105,1 1 0,1 3 1,0 1-1,2-1 255,-3 2 0,1 0 0,2 3 37,2 2 1,0 5-1,2 1 1,1-3-270,-1 3 1,2-1-1,1 1 157,3-6 0,1 1 0,1 0 0,1-2-263,-1 4 1,1-1 0,4-2 97,5-1 0,4 0 0,3-7-870,6-5 1,6-5-650,12 5 1,2-5 1629,-13-12 1,0-2-1,3-3 1,-2-1 0,-1 4-1</inkml:trace>
  <inkml:trace contextRef="#ctx0" brushRef="#br0" timeOffset="-198294.73">20982 12277 7533,'-7'-36'3058,"2"9"-2428,10-6 89,-3 5 540,9 1-899,-10 1-180,-6 9-809,-15 7 179,-2 17 0,-3 9 90,-1 2 0,-2 4 1,2 1 359,3 3 0,1 2 0,-1 2-144,-2 0 1,-1 2 0,0 1 0,5 0 323,1 8 0,5 0 0,1 2 0,-2 4 0,0 2 0,6-2-61,8-3 1,5-1 0,7-4-150,6-9 0,6-3 1,2-4-16,10 3 0,5-11 104,-6-14 1,3-8 0,-3-2 345,1-8 0,-4-4-90,-3-1 0,-5-3 224,-6-1 1,-9 1 1831,-18 6-2191,-4 3-450,-15 47-1259,19-5 0,3 3-110,5 8 1,5 1 1540,0-1 1,9-4 0,22-11 0,9-8 0,4-7 0,0 1-1</inkml:trace>
  <inkml:trace contextRef="#ctx0" brushRef="#br0" timeOffset="-198077.73">21314 12806 14099,'0'33'-1093,"0"0"1,-5-3 0,-1-1 853,1 8 0,-3-3 1,-11-10-1,-4-5 1,1-6-1,-1-1 1</inkml:trace>
  <inkml:trace contextRef="#ctx0" brushRef="#br0" timeOffset="-197423.73">21880 12294 7533,'-5'-35'3276,"3"8"-1245,-3 17-1582,-1 43-629,1 1 1,-2 5 119,0-6 0,-2 3 0,1 2-381,-1 10 0,1 3 1,-1-3-100,-1-6 0,-1-2 1,2 0-31,3 0 0,1 0 1,2-6-766,3 11 1335,30-63 0,-18-7 0,-1-7 0,6-12 0,0 0 0</inkml:trace>
  <inkml:trace contextRef="#ctx0" brushRef="#br0" timeOffset="-196927.73">21930 12277 7533,'-5'-28'2518,"3"11"-269,13 24-1439,9 21-586,-2-3 1,1 3-45,0 6 0,-1 2-585,0 1 1,1-1-136,2-3 0,1-3 135,-4-9 1,2-7-226,22-22 570,-21-15 0,-1-11 0,-2-1 60,-3 3 0,-2 0 0,1-4 5,2-4 1,1-5 0,0 0 0,-2 4 443,-3 4 1,-2 3 0,0 2 899,2-16 0,1 17-539,4 39-630,-10 19 0,-2 11-240,0 0 0,-1 4 0,0 1-180,1 4 0,-1 1 0,0 0-214,-3-8 0,0 0 0,0 0 0,1-1 94,-1 5 0,1-2 1,0-1-691,0 1 1,-1-1-1,3-4 465,5-3 1,0-3 584,-1 12 0,14-59 0,-8-23 0</inkml:trace>
  <inkml:trace contextRef="#ctx0" brushRef="#br0" timeOffset="-196422.73">22595 12665 11490,'22'41'585,"-11"-19"0,-1 3-1080,0 9 0,-1 2-899,-3 8 0,-7-1 539,-5-17 1,-5-1 854,-5 3 0,-5-7 0,-6-18 0,-3-6 0,-4-2 0,0 0 0</inkml:trace>
  <inkml:trace contextRef="#ctx0" brushRef="#br0" timeOffset="-195327.73">23234 12418 8972,'-7'-20'1259,"2"5"-359,5 15-541,5 15-808,2 28 149,-4-10 0,-1 6 0,0 1 30,1 2 0,-1 2 1,-1 1-120,-2-4 0,0 2 0,-1 0 0,0-3 329,2 2 0,0-2 0,-1-4-300,-4 0 1,4-10 359,7-20 0,0-32 0,0-16 0,3-5 0,1 1 0</inkml:trace>
  <inkml:trace contextRef="#ctx0" brushRef="#br0" timeOffset="-194961.73">23271 12330 7533,'-4'-45'1092,"1"1"0,3 7 0,5 2 238,7 5 0,6 7-610,27 5-540,-4 19 0,2 8-1,-1 14 1,0 5-90,-10-10 0,0-1 0,-3 5-360,-9 5 0,-3 4 1,-2-3 179,6 0 0,-10 1-270,-22 3 0,-13 4 1,-1-6-1,0-6 0,-3-3 0,-6 3 0,-4 0 1,2-5-451,0-8 0,2-5-1168,-15 2 1978,37 8 0,42 3 0,-5-1 0,1 0 0</inkml:trace>
  <inkml:trace contextRef="#ctx0" brushRef="#br0" timeOffset="-194794.73">23787 12806 9781,'-34'29'330,"0"1"0,4 5 0,5 2-330,6-8 0,6 1 0,7 7 0,7-2 0,13 3 0</inkml:trace>
  <inkml:trace contextRef="#ctx0" brushRef="#br0" timeOffset="-193261.73">24231 12330 7533,'-20'-28'1619,"2"3"-1169,12 15 359,0-6-179,6 14-91,0 2-179,0 10-180,9 25 0,4 10-360,-5 1 0,1 4-454,-1-7 1,2 4 0,0 1 0,-2-3 513,-3-2 0,-1-2 0,0 0 0,1 1 0,-1-1 0,-2-6-329,-2 8-361,0-26-539,0-9 1349,0-16 0,0-33 0,0 13 0,0-1 0</inkml:trace>
  <inkml:trace contextRef="#ctx0" brushRef="#br0" timeOffset="-192941.73">24256 12383 7982,'-7'-28'1092,"0"1"0,1 0 0,6 3 1209,24-4-1986,-4 14 0,3 3-450,5 5 0,2 2-360,13-5 1,3 2-496,-2 6 1,1 0-406,6-3 1,-3 0 1394,-12 3 0,-8 2 0,-15 7 0,-41 2 0</inkml:trace>
  <inkml:trace contextRef="#ctx0" brushRef="#br0" timeOffset="-192726.73">24243 12577 9152,'-25'0'2698,"17"0"-2518,42-8-900,-3 6 1,4 2 29,-3-3 1,2 0-1,0 1 690,1 1 0,0 0 0,-1 3 0,8 5 0,-2 2 0,-1 0 0,0 1 0</inkml:trace>
  <inkml:trace contextRef="#ctx0" brushRef="#br0" timeOffset="-192260.73">24858 11924 7533,'-7'-35'3276,"29"31"-2235,7 8-801,4 18 0,7 14 0,-3 4-240,-14-8 0,-1 3 0,-2 3 0,0 2-430,0-1 0,1 3 1,-1 2-1,-2 1 1,-5 0 285,-4 2 0,-3 1 0,-4 0 0,-2 1 0,-4-2-288,-4 2 0,-4 0 1,-3-1-1,-2-1 1,0-3 48,-3 3 1,-2-3 0,-2-2-1,-3 0 41,3-7 0,-2 1 1,-2-1-1,1-2 0,1-4 66,-5 3 1,1-5-1,1-1 1,3-2 0,1 0-1,2-4 1,0-3-1,0 0 1</inkml:trace>
  <inkml:trace contextRef="#ctx0" brushRef="#br0" timeOffset="-180173.73">25597 12665 6094,'-14'0'1169,"-2"-8"-719,9 6-1,-11-14 181,4 14-360,-3-6 0,4 1-180,2-3 539,4 0-269,-4-6 270,9 7-630,-3-1 539,5 2-269,5 8 450,-3 8 449,3-6 90,1 6-629,-5-1-810,10-5 180,-5 6-629,18-8-1,13 0 225,-13 4 0,2 0-360,5-3 1,0 0-540,-2 7 0,-2 0-1215,11-6 2519,-15 5 0,-56 25 0,9-13 0,1 1 0</inkml:trace>
  <inkml:trace contextRef="#ctx0" brushRef="#br0" timeOffset="-179859.73">25462 12947 7533,'-14'0'3276,"-3"0"0,22-8-1733,23 6-1948,-1-6 1,4 0-856,14 7 1,3 1 89,-9-5 1,-1 2 553,-3 0 0,-4 6 0,10 20 0,-9 7 0</inkml:trace>
  <inkml:trace contextRef="#ctx0" brushRef="#br0" timeOffset="-178355.73">26692 12383 7533,'-25'-36'3276,"12"9"-2235,2-7-141,17 23-540,-5 3-181,4 57-449,-4-4 1,-2 8-46,1-13 0,0 4 0,0 2 0,0 0-179,0-5 1,0 0 0,0 1-1,0 0 1,0 0 380,0 8 1,0 1-1,0-1 1,0-3 412,0 6 0,0-2 0,0-6-76,0-6 1,0-8 45,0 1-1079,6-56-2430,6-21 2820,-5 21 0,0-1 0,1-12 1,1 0-1,-3 9 0,0 1 0</inkml:trace>
  <inkml:trace contextRef="#ctx0" brushRef="#br0" timeOffset="-177926.73">26766 12312 7533,'-19'-43'3276,"6"6"-1065,35 9-1402,18 12-539,-5 13 0,4 6-1,4 11 1,0 4-90,-3-5 0,-4 5-225,-3 17 0,-9 7-180,-15-3 1,-11 2 74,-10-10 0,-5-1 0,-4-1 0,-2 0 0,-3-2 0,-3-3 30,-8 0 0,-3-4 0,2-3-330,3-1 1,2-4-991,0-6 1,14-4-180,26-4 1619,30-6 0,-8 7 0,4 2 0,4-1 0,1 0 0</inkml:trace>
  <inkml:trace contextRef="#ctx0" brushRef="#br0" timeOffset="-177477.73">27627 12224 7803,'-12'-28'3276,"5"11"-886,-9 1-1760,8 14-1350,-27 2 1,-3 26 539,9-7 0,-4 7 390,3 5 0,-1 7 0,2 2-330,3 1 1,2 2 0,1 3 164,2-3 0,1 3 0,2 2 0,4-1-68,5-2 1,3 0-1,3 0 1,2-2-248,4-3 0,2 0 0,2-2 1,3-3-241,2 3 0,3-3 0,4-2-510,7-2 1,4-3 0,-2-5 1019,-4-6 0,1-2 0,12 9 0,0 1 0,-15-12 0,0 1 0</inkml:trace>
  <inkml:trace contextRef="#ctx0" brushRef="#br0" timeOffset="-176393.73">27923 12665 7533,'-13'-20'2518,"1"-3"-1888,5 28-90,-4 21-406,9 3 1,3 5-135,-4 9 0,0 4 180,1-7 0,0 1 0,1-1 0,0 9 0,1-4 449,-4 0 1,3-19 450,6-34-1395,-1-25 0,-2-14 180,1 6 0,0-5 0,0-3 0,0 3 47,1 2 0,0 1 0,1 0 0,0 0 245,1-4 1,1-1-1,1 2 1,2 5 51,0 4 1,2 4 0,4 7-255,9 3 0,5 10-225,0 14 1,1 8 179,4 15 0,-1 5 90,-7-6 0,-2 3 0,-1 11 0,-8 1 450,-19 9-900,-17-19 0,-8-3 495,-4-5 0,-3-5 135,-5-4 0,-1-4 131,6-3 0,4-1-491,-1-3-2429,19 0-668,37 8 3118,5-6 1,4 5 0,3 2-1,-7-4 1,1 0 0</inkml:trace>
  <inkml:trace contextRef="#ctx0" brushRef="#br0" timeOffset="-175787.73">28587 12383 7533,'0'-33'1092,"0"1"0,-1 0 0,2 5 849,5 7-1132,-5 28-449,2 21 0,0 11-121,-5-6 1,-2 2 0,-1 4-638,-1 1 0,-1 4 0,-1 3 1,-1 0 415,0-2 0,-2 2 0,1 1 0,-1-1 0,1-2-153,-1 4 0,0-2 0,0-1 0,3 0-257,1-2 1,0 2-1,2-4 1,6-7-1228,6-2 0,7-10 1619,8-11 0,5-10 0,1-12 0,0-5 0,3-1 0,0 0 0</inkml:trace>
  <inkml:trace contextRef="#ctx0" brushRef="#br0" timeOffset="-175293.73">28993 12629 7533,'-9'-27'1638,"-1"0"0,-2-17-237,6 27-771,6 17-91,0 33-404,-2-4 0,-1 5-165,-1-1 0,1 3 0,-2 1-320,-3 4 0,-1 1 1,1 0 199,1-2 0,0-1 0,1 0-704,-2 12 1,3-6 44,12 0-2339,18-37 3148,6-36 0,-14 0 0,-3-5 0,2-3 0,-1 0 0</inkml:trace>
  <inkml:trace contextRef="#ctx0" brushRef="#br0" timeOffset="-174677.73">29079 12647 7533,'-5'-49'3276,"3"24"-1425,-3-24-1042,5 39 451,0 10-361,5 17-629,2 19-360,11 9-225,-8-15 0,-1 1-90,1-3 1,0-2 224,1-2 0,1-2 360,7 11-360,22-39-90,-12-14 240,-6-3 0,5-8 0,-5 1 75,-6 0 0,-1-3 285,4-3 0,3-5 0,-4 3 569,-1-4 1,-4 1-361,-3 3 1,-2 2-315,1 7 0,-4 7-945,-6 14 180,0 41 135,-2 0 1,-1 5 404,2-4 0,1 2 0,-1 2-148,0 2 0,-1 2 0,0 1 148,1-4 0,2 1 0,-1-1 0,0-2-135,-1 13 0,2-2-75,1-12 0,2-1 0,1-6-330,9-2-1348,16-11-181,1-32 2069,6-3 0,-11-1 0,-2 5 0</inkml:trace>
  <inkml:trace contextRef="#ctx0" brushRef="#br0" timeOffset="-174161.73">29929 11906 7533,'-7'-12'3276,"23"46"-1991,2 3 0,3 8-1038,-6-7 1,1 5-1,0 3 1,-1 0-822,-2-6 1,-1 1 0,-1 1-1,0 0 1,0 0 555,-1 0 0,-1 0 0,0 0 0,-1 0 0,-2 0-95,0 8 1,-1 1 0,-2-2-1,-5-1-114,-2-7 0,-3-1 1,-3-1-1,-3-2 47,-6 5 0,-5-3 1,-2-1-301,-4 2 0,-2-2 0,-2-4 561,2-10 0,-2-4 0,2-1 0,-4 4 1,3-3-1,6-7 0,0-1 0</inkml:trace>
  <inkml:trace contextRef="#ctx0" brushRef="#br0" timeOffset="-172860.73">26816 13988 7533,'-20'-10'3276,"2"2"-1515,12 0-1042,11 30-898,3 15-271,2 7 0,-2 8 67,-5-15 1,-1 2 0,-1 2 0,0-1 95,0 8 0,-1 0 0,-1-1 317,-1 1 0,0 0 0,-1-5 15,0-4 0,-1-9 675,-1-13-810,5-34-135,0-14 0,0-7 105,0 5 0,-1-3 0,2-3-295,1 0 0,0-2 0,1-2 0,1 0 504,-1-6 1,1 0 0,1-1 0,2 2 449,2 1 1,3 0 0,1 2 0,1 1-229,1-4 1,2 3 0,2 5 93,7-1 0,5 15 78,6 27 0,1 14-438,-4 13 0,-2 7-270,1 1 0,-3 4 105,-12-10 0,-4 2 0,-4 0-285,-6 12 1,-8-1-136,-9-9 1,-5-2 314,1-2 0,-5-7 366,-8-15 1,0-8-862,-5-12-1551,1-13 562,28 7 1709,6 8 0,34 18 0,-11 2 0,0 0 0</inkml:trace>
  <inkml:trace contextRef="#ctx0" brushRef="#br0" timeOffset="-172510.73">27862 13811 8702,'-38'0'2968,"-9"0"-3553,22 3 1,-1 2 89,-8 5 1,1 6 673,3 7 1,2 6 120,3 2 0,1 5 0,3 1-335,5 4 0,5 1 0,2 3 125,0-6 0,1 1 0,3 1 0,3-2-390,8 5 0,4-2 0,5-1-707,2-1 1,5-2 0,1-4 1006,11 3 0,4-12 0,0-18 0,1-10 0,-8-9 0,0 1 0</inkml:trace>
  <inkml:trace contextRef="#ctx0" brushRef="#br0" timeOffset="-172157.73">28243 13988 7533,'-11'-26'3276,"3"7"-1335,-5 9-1671,2 35-495,7 4 0,1 5 75,-2-1 0,-1 3 0,0 1-308,-1 4 0,0 0 0,2 2-112,0 5 0,0 0 1,1-3-104,-3 5 1,3-6-407,10-3 0,4-15 1079,0-26 0,18-35 0,-18 7 0,0 1 0</inkml:trace>
  <inkml:trace contextRef="#ctx0" brushRef="#br0" timeOffset="-171891.73">28231 13864 7533,'-25'-10'3276,"5"-5"0,41 5-1823,20 0-1603,-4 2 0,8 0 0,-2 1-120,2 1 1,1 0-551,-8-1 1,4-1 0,-1 1 0,-6 3-820,0 6 1,-4 2 1396,11-5 0,-14 6 0,-50 28 0,-3-19 0,1 0 0</inkml:trace>
  <inkml:trace contextRef="#ctx0" brushRef="#br0" timeOffset="-171692.73">28218 14252 9691,'-14'0'3276,"20"-8"-3925,21 2 1,10 3-991,8-3 1,2 2 1169,-2-1 1,1 2 0,4 2 0,-2 2 0,-20-1 0,1 0 0</inkml:trace>
  <inkml:trace contextRef="#ctx0" brushRef="#br0" timeOffset="-171406.73">28969 13847 7533,'-20'5'3276,"8"31"-2261,8-3 1,2 6-1196,2-1 0,0 4 0,0 0-858,1 2 1,1 1-1,1 1 108,1 2 1,2 1 0,2-3 980,-1-10 1,1-2 0,3-4 0,6 3 0,3-7 0,17-11 0</inkml:trace>
  <inkml:trace contextRef="#ctx0" brushRef="#br0" timeOffset="-170427.73">29350 14552 7533,'-24'18'3276,"10"-1"-886,9-7-1310,22-18-316,6-17 1,2-8-495,-1 0 0,0-3-419,-6 4 1,0-4 0,1-2 0,-3 1 103,-2 1 0,-1-1 0,-1 0 0,-1 2-45,3-8 0,-1 2 0,-1 1 125,2-13 1,-5 14-666,-9 31 0,-4 36 1,1 19 494,4-4 0,2 2 135,-2-12 0,1 2 0,3-3-90,12 17 0,8-16 405,7-37 0,3-9-91,-7 11 1,0-6 0,-4-14 0,1-10 0,-2-4 0,-3 2 132,-4-1 0,-3 0 0,0 0-208,4-5 1,0 0 0,-3 2 435,-2-8 0,-6 16-495,-6 28-1619,-2 47 1019,0-14 0,0 6 0,1 1-240,3 0 1,2 2 0,1 1 45,-2-3 0,1 2 1,1 0-1,2-3 74,3 2 1,3-2-1,0-1 630,7 15 0,4-14 0,20-35 0,-23-23 0,0 1 0</inkml:trace>
  <inkml:trace contextRef="#ctx0" brushRef="#br0" timeOffset="-170122.73">30323 13688 7533,'-7'-20'3276,"12"36"-2081,8 11 0,4 9-925,-2-1 0,0 4 0,0 2-881,-1-2 1,-1 3 0,0 1 0,-2 0 475,-1 1 0,0 0 0,-3 2 0,-2 0-63,-5-5 0,-2 2 0,-1-1 0,-3 1 1,0-2-255,-2 6 1,-2-2 0,-3 0-1,-2-2 24,-5-1 1,-2-2 0,-3-1 0,0-1 427,0-3 0,-1-1 0,-1-3 0,0-2 0,-3-1 0,0-5 0,-1 1 0,2-2 0,-1 0 0,0 0 0</inkml:trace>
  <inkml:trace contextRef="#ctx0" brushRef="#br0" timeOffset="-169193.73">26816 15399 7533,'-6'-20'2878,"-1"4"-1978,-5 16-721,5 24 1,1 21-300,5-14 0,1 4 1,1 3-316,1-1 0,1 3 1,1 0-1,-2 2 367,0 3 1,0 1 0,-1 1 0,3-3 37,3 8 0,1-2 0,0-5 273,-3 8 0,3-22-603,10-48 0,-13-11 0,-3-9 180,0-6 0,0-7 0,-1-2-248,0 5 0,-1-3 1,-1 0-1,1 1 518,-1 5 0,0 2 0,1-1 0,2-1 197,4 2 1,1-2 0,3-1 0,0 4 0,1 6 387,5-9 0,6 7-286,4 8 1,5 1 0,1 11-75,8 15 0,1 12-225,4 8 0,-3 9 44,-7 6 1,-5 6-315,-2 4 1,-9 2-91,-18-10 0,-7 0 0,-5-1-90,-11 10 0,-6-3 337,-4-3 0,-4-6-472,-5-11 0,-1-9-315,15-6 1,3-4-810,-7-2 2077,37 0 0,26 8 0,-4-3 0,0 0 0</inkml:trace>
  <inkml:trace contextRef="#ctx0" brushRef="#br0" timeOffset="-168760.73">27947 15275 7533,'-24'-27'3276,"-1"9"-2954,-16 34-188,13 3 1,0 7 45,5-2 0,0 3 0,-1 2-312,3 1 1,-1 2 0,0 1 0,3 2 265,1 1 1,1 2 0,2 1 0,0 1-68,1 1 1,0 2 0,2 1-1,3-2-247,2-3 1,2-1 0,3 0 0,4-2-331,6 7 0,6-1 0,4-6 510,12 5 0,6-9 0,-5-16 0,3-5 0,0-3 0,15-5 0,0 0 0</inkml:trace>
  <inkml:trace contextRef="#ctx0" brushRef="#br0" timeOffset="-168110.73">28095 16140 7533,'-14'-18'3276,"20"-31"-1638,12 15 0,6-5-1477,-8 8 0,2-4 0,0-1 0,0-1-517,2-1 1,1-1 0,0 0 0,-1 0 512,-3 4 0,0 0 1,-2 1-1,-1 1-97,0-1 0,-2 1 0,-2 6 121,1-6-1171,-11 56 540,-1 3 1,2 3 134,3 15 0,2 2 83,-1 4 1,4-2-39,7-6 1,3-3 266,1-4 1,4-9 2,3-19 0,2-11 240,-1-11 0,1-10 0,-2-3 239,-2-8 1,-1-6 0,-1-2 74,0 2 1,1-4 0,-1 0 0,-3 4-345,-2 1 0,-4 3 0,1 3 599,4-8 1,-4 20-451,-9 34-314,-6 19 0,0 9-525,2-1 1,2 4-1,1 0 50,-2-2 0,0 0 0,4 3-390,4 2 1,3 4 0,2 0 0,1-6-274,1-4 1,2-4 0,2-1 361,0 0 0,2-1 0,0-6 846,2-7 1,1-9 0,1-9 0,1-4 0,1 2 0,-1 0 0</inkml:trace>
  <inkml:trace contextRef="#ctx0" brushRef="#br0" timeOffset="-167277.73">29498 15399 7533,'-13'-45'3276,"6"2"-1965,2 23 38,5 4-899,11 24 180,14 25-361,-3 7 1,-1 7-270,-6-8 0,-1 4 0,-3 2-354,-2-1 0,-2 3 1,-1 0-1,-3-1 196,-3-6 1,-1-1 0,-3 0-1,-3 0 23,-5 5 0,-5 1 0,-1-1 1,-1-6 9,0-6 1,-2-4 0,-2-2-326,-2-1 0,-2-1 1,1-7-900,-17-1-720,24-24 2069,19-1 0,42-1 0,-13 6 0,1 0 0</inkml:trace>
  <inkml:trace contextRef="#ctx0" brushRef="#br0" timeOffset="-166227.73">30642 15487 7533,'-26'-18'3276,"9"1"-1515,11 23-1311,1 13-450,-1 19 0,-1 8-90,0-6 0,-1 2 0,-1 2-360,0-2 0,-1 3 1,1 1-1,0-1 90,1-2 0,1-1 0,1 0 1,-1-4 124,0-2 1,0-2-1,4-4 505,10 15 45,6-75 0,4-20-270,-3 15 0,-1-3-251,0-4 1,-1-5 0,-1-1 385,-4 7 0,-1-2 0,0-1 0,-1 1 89,1 1 1,-2 0 0,1 0 0,0 0 134,-1-2 1,1 0 0,-1 0 0,0 5 135,1-14 0,2 10-900,11 12 551,4 49 0,3 13-371,-2-7 1,1 3 179,2 2 0,1 3 0,-1 1 179,-5-1 1,-3 1 0,0-2-135,4 3 0,-6 0 45,-9 14 0,-14-5-207,-16-21 1,-9-5-334,-2 6 1,-4-3-271,-6-9 0,1-4-135,16-3 1,4-1-2114,0-3 2968,30 0 0,22-3 0,10-1 0,4-1 0,0 0 0</inkml:trace>
  <inkml:trace contextRef="#ctx0" brushRef="#br0" timeOffset="-165793.73">31627 15275 7892,'5'-27'3059,"-3"1"-2789,-8 17-270,-14 16 0,-6 9 89,-3 5 1,-3 5-258,-2 4 1,-4 5 0,2 4 324,9-1 1,1 3-1,2 2 1,0 0-203,1-2 0,1 1 0,1 0 0,4 1-248,3 3 1,3 1 0,3 0-1,4-3-457,4 3 1,5-4 0,5-1 748,7-4 0,5-3 1,0-4-1,5-5 0,0-3 1,2-4-1,1 1 1</inkml:trace>
  <inkml:trace contextRef="#ctx0" brushRef="#br0" timeOffset="-165010.73">32181 15628 7533,'-13'-27'3276,"1"1"-1785,0 16-1401,-6 3 540,-12 22-720,-3-3-45,4 3 0,0 3 45,-13 10 90,18-9 0,-2 4 0,1 1 45,-2 8 0,1 3-38,3-1 0,-1 4 1,4 2 22,3 0 0,2 2 0,3-1-330,3-6 0,2 0 0,4-1-105,1 16 1,11-6 89,13-13 0,9-11 630,3-18 0,3-8-91,2 6 1,-2-6 629,4-20 1,-5-7-91,-14 14 1,-4-1 1372,12-15-2317,-24 27-1259,-13 41-200,5-3 1,2 3 1553,6 4 0,6 1 0,14 2 0,8-2 0,-6-18 0,0 1 0,0-1 0</inkml:trace>
  <inkml:trace contextRef="#ctx0" brushRef="#br0" timeOffset="-164494.73">32500 15222 7533,'-12'-27'3276,"6"1"-1245,1 24-1492,14 21 1,9 11-90,1 9 0,1 7-862,-3-8 1,0 6-1,0 1 1,0 0 388,0 0 1,0-1-1,-1 1 1,-2 3-113,-5-8 0,-2 2 0,0 2 0,-1-1 0,-1-1 0,-1-2-180,0 7 0,-1-2 1,-3-1-1,-2 1-96,-3 3 0,-3 1 1,-3-2-1,-2-5 51,-3-6 0,-3-3 1,-3-4-721,-5-3 1,-3-3 0,2-2 1079,0 3 0,1-4 0,-5-7 0,1-1 0,0 6 0</inkml:trace>
  <inkml:trace contextRef="#ctx0" brushRef="#br0" timeOffset="-16843.73">1270 3422 7533,'10'-8'899,"5"-2"-359,-13 1 90,6-15 269,0 12 0,-6-13-179,14 7 90,-14 8-630,6-5 89,-8 13-179,0-6-90,-8 0-90,-2 6-719,-16-6 179,-1 8 900,-1 0 0,-3 0-315,3 3 0,-1 2 135,-13 2 0,-2 4-135,3 4 0,2 5-90,5 2 0,3 1 45,-1-1 0,5 1 90,16 2 0,3 1 90,-8 11 180,24 0 0,8 1 89,-3-9 1,3 1-180,7 7 0,4 4 0,-1-2-320,-3-7 0,-1-2 0,0 2 170,3 8 0,-1 2 0,-2-2 15,-2 1 0,-5 0 308,-10-5 0,-5 2 0,-5-4-218,-15 1 0,-3-2-225,5 12 0,-5-3 30,-7-23 0,-6-5 0,4-2 60,-13 5-180,-6-20 0,4-11-719,13-23-406,10 14 1,7 0 1304,25-4 0,35 11 0,-11 16 0,1 0 0</inkml:trace>
  <inkml:trace contextRef="#ctx0" brushRef="#br0" timeOffset="-15626.73">1517 4004 8072,'-10'-20'720,"2"-3"90,0 21-91,7-14-359,-7 6 90,0 1-181,-2-7-448,-8 14-181,1-6 90,-1 8 0,-7 8 270,5 10-135,-1 9 0,1 4 135,5-2 0,0 1 120,3 0 0,0 2 0,1 0 195,-4 14 0,5-3-180,6-13 0,6-2-91,11 4 1,7-7-134,21-15-46,1-17 0,1-10 135,-10-3 0,-2-7 119,-3-1 1,-1-6 0,-3 0 240,-3-8 0,-3 0 45,0-2 0,-5 2 854,-13-3-540,-16 27-808,5 36-1,-7 27-225,12-11 0,4 2-135,4 0 0,4 1-629,6 7 0,2-2 44,-5-12 1,3-3 44,8 1 1,1-5 989,-1-5 0,5-42 0,-7-15 0</inkml:trace>
  <inkml:trace contextRef="#ctx0" brushRef="#br0" timeOffset="-14959.73">1834 4110 7533,'-19'-20'3276,"3"5"-2055,16 15-681,0 23-630,0 14-270,4-10 0,0 1 45,-4 3 1,2-1-136,14 7 450,1-19-90,3-51 315,-3 3 0,-1-5 224,-8-9 1,-4-2-225,5 0 0,-2 4-585,-7-6 90,0 41 270,0 20-405,2 28 1,3 7-136,5-1 450,0 1 0,6-4 990,19-23-361,-6-23-134,-6-19 0,-4-11-1,-8-3 1,-3-2-225,6-4 0,-2 2-180,-3-9-90,-1 25-90,-8 72-540,7-21 1,2 3 29,-4 4 1,1 4-1,3-2-180,5-4 1,5-2 0,-1-2 869,0 9 0,3-12 0,8-23 0,1-14 0,-8-18 0,1 0 0</inkml:trace>
  <inkml:trace contextRef="#ctx0" brushRef="#br0" timeOffset="-14459.73">2417 4233 7533,'-4'29'599,"0"-1"1,2 4 0,2 3-391,-3 3 1,0 4 0,1-1-90,1-3 0,1-1 0,1-2 105,3 9 0,0-6 764,-2-4-944,2-58 0,0-19-15,-4 6 0,0-3 0,0-2-303,-1 3 1,1-1 0,0-2 0,1 0 326,0 2 0,2-3 0,1 1 0,-1 0 0,1 3 6,1-11 0,0 3 0,5 1 29,6-4 1,5 1 0,1 11-90,-3 14 0,3 11-45,13 15 0,-4 15 90,-17 12 0,-6 7 90,5 11 0,-3 2 90,-7-11 0,-6-2-270,-2 5 0,-5-5 595,-10-7-820,-7-13-1349,-7-34 899,15-9-1439,9-16 2159,4 13 0,22 6 0,7-1 0,-3 7 0,0-1 0</inkml:trace>
  <inkml:trace contextRef="#ctx0" brushRef="#br0" timeOffset="-13910.73">2893 3493 7533,'-8'-34'3058,"6"5"-989,-14 1-1709,14 13-181,-5 30-359,-2 8 1,2 5-496,1 14 0,0 6 540,-1-11 0,-2 2 0,0 2 1,1-1-51,2-3 1,1 0-1,1 0 1,-1 1 296,-2 6 0,0 1 1,0-1-1,3-4 68,0 8 0,6-2-210,3-11 0,3 0 0,4-7-150,6-10 0,3-5 45,13 4 1,1-8 313,-7-14 1,-1-8 585,5-14 0,-3-7-316,-9 2 1,-3-2 638,-2-13 1,-5-1-325,-6 10 1,-8 4-585,-10 10 0,-5 9-989,-12 25-226,10 14 1,6 8-495,13 12 0,12 1 689,7-16 1,8-2-1,2-3 512,2-5 0,2-3 0,3-4 1,3-3-1,3-4 0,-1-3 1,-5-9-1,1 1 0,-1-1 1</inkml:trace>
  <inkml:trace contextRef="#ctx0" brushRef="#br0" timeOffset="-13120.73">4022 4286 7533,'-10'-8'1619,"-6"-9"-180,6-11-945,2 4 1,-1-3-135,-4-3 0,0-2-90,6-11 0,3-3-225,-5-2 0,2-2-4,5 14 0,2-2 0,2-1 138,2-5 1,2 0 0,0 0 150,-3 7 0,0 0 0,2 0-121,5-1 1,2 0 0,0 2 60,-4-5 0,3 4-495,8 4 0,3 3-90,3 5 1,3 5-91,3 4 0,3 6-495,12 7 1,2 6 59,-15 4 1,1 2 0,-3 1 479,4 0 0,-1 1 360,12 7 0,-12 6 0,-44 19 0,7-16 0,0 1 0</inkml:trace>
  <inkml:trace contextRef="#ctx0" brushRef="#br0" timeOffset="-12872.73">3916 3792 7533,'-43'18'3276,"21"0"-1605,22-1-1131,37-7-2025,-4-5 1,5-2 1484,0-3 0,4-2 0,-2 4 0,1 8 0,0 3 0,-5-3 0,0 0 0,0 0 0</inkml:trace>
  <inkml:trace contextRef="#ctx0" brushRef="#br0" timeOffset="-12559.73">4445 4163 7533,'0'27'3058,"0"-1"-1529,8-17-629,2-32-631,2-2 1,1-5-270,-5-5 0,-2-4 0,0-1-240,0 3 0,0-1 1,-1 2-346,3-12 0,0 6-2692,10 0 3169,1 53 1,5 12-1,3 0 1,1 3-1,-5 0 1,1 0-1,-1 0 1</inkml:trace>
  <inkml:trace contextRef="#ctx0" brushRef="#br0" timeOffset="-11775.73">4848 3933 7533,'-5'-25'3276,"-6"-2"-1875,-4-1-771,-12 10-2249,-16 34 899,22 8 0,3 5 495,-2 3 1,4 3-1,4 8 0,9 0 180,15-6 0,7-3-45,-5-12 0,3-5 405,18-7 0,3-12 314,-6-20 1,-3-9-271,-8 5 1,-1-2 0,-3-1-90,1-7 0,-4-2 89,-5 4 1,-1-1 0,-4 6 90,-2 1-720,-2-19-269,-2 71 89,-3 13 135,7-10 0,1 1 90,3 7 1,1-1 134,1-10 0,3-1 180,3 1 0,2-5 449,10-17-449,4-22 135,-16-7 0,-3-7 45,1-2 0,1 0-225,-3 6 0,-1 3-1035,3-14 1,-6 57 449,-6 21 360,1-7 0,3 2-45,6 5 0,3-3 945,9 5-720,25-23 1619,-20-44-765,-6-4 1,-1-4-450,-7 9 0,0 3-1215,17-11 450,-16 23-719,0 34 0,-1 11-1260,8 8 2339,-1-3 0,2 2 0,-3-8 0,0-1 0,3-1 0,-1 1 0</inkml:trace>
  <inkml:trace contextRef="#ctx0" brushRef="#br0" timeOffset="-10575.73">6830 3510 7533,'-14'16'494,"7"9"1,3 9-315,3 3 0,1 5 0,1 2-523,-1-4 0,0 1 1,-1 1-1,2 0 410,0-3 1,0 1-1,1-1 1,-1-2-8,1 2 0,0-2 0,1-10 1032,4-9-1137,-1-37 0,-1-15 135,-3-12 0,-2-8-351,1 18 0,0-4 0,0-3 0,0 0 1,0 1 206,-1 1 0,0 1 0,0-1 0,0-1 0,0 1 305,1-4 1,0-2 0,0 1 0,2 1 0,2 4-164,5-8 1,2 4 0,1 6-44,3-1 0,4 15 396,13 31 1,4 12-128,-7-5 1,-3 5-45,4 18 0,-4 5 359,-3-6 1,-6 2 65,-10 3 1,-9 0-606,-8-3 0,-6-3-434,-6-10 1,-3-3-152,-7-3 1,0-3-316,5-5 1,1-2-1890,-12 2 2699,20 5 0,33-5 0,11 8 0</inkml:trace>
  <inkml:trace contextRef="#ctx0" brushRef="#br0" timeOffset="-10108.73">7753 3334 7533,'0'-37'3276,"0"-5"-1875,0 31-681,-6-5-540,-6 16-990,-18 16 270,6-1 1,-2 5 449,3 2 0,-2 5 0,0 2 43,1 3 1,0 2 0,1 3 0,1-1 180,2 0 1,1 1 0,2 0 0,0 2-68,0 6 1,0 1-1,2 1 1,5-2-462,5 4 0,5-1 0,4-2-416,5-8 1,4-2-1,2-2 810,8 8 0,8-8 0,11-17 0,4-7 0,-5-2 0,0 0 0</inkml:trace>
  <inkml:trace contextRef="#ctx0" brushRef="#br0" timeOffset="-9269.73">8319 3528 7533,'0'-26'539,"0"7"811,-5-15-541,-8 23-359,-6-5-900,-16 16 180,-4 23-180,6 4 1,1 7 269,11-3 0,1 3 0,2 1 88,-2 0 1,1 1-1,2 3 249,4-1 1,1 3-1,2 1 1,4-4-158,2-3 0,3-3 0,3 1-60,3 3 0,3 1 0,4-6 60,6-6 0,4-9 405,8-19 0,1-10-271,-8 1 1,-3-5 674,-2-13 1,-4-1 635,4-1-1175,-13 1-1080,-5 55-179,0 13-631,4-3 1,3 2 1619,2 4 0,7-7 0,9-21 0,4-8 0,6-8 0,0 0 0</inkml:trace>
  <inkml:trace contextRef="#ctx0" brushRef="#br0" timeOffset="-8892.73">8663 3228 7533,'0'-20'-90,"6"5"3366,17 46-2396,-2-2 1,2 5-671,-5 0 0,-1 4 0,0 5-550,-4-4 0,0 3 0,-1 3 0,0 0 0,-2-2-65,0 4 0,-1-2 1,-2 1-1,0 0-9,-3-4 0,0 1 1,-1 1-1,-1-3 0,-3-3-60,-2 4 0,-2-4 0,-6-4 474,-13 4 0,-6-8 0,1-10 0,-1-5 0,-7-2 0,1 0 0</inkml:trace>
  <inkml:trace contextRef="#ctx0" brushRef="#br0" timeOffset="-5541.73">9538 3916 7533,'-14'0'-360,"-3"0"810,16-8 269,-10 6-89,10-6-90,-5 0-1,6 6 361,0-5-181,0-1-359,-6-2-360,5 0 720,29 2-750,-1 7 0,8 2 0,4-1-259,4-1 0,5-1 0,2 0 0,2-1 244,-12 2 0,3-1 0,0 1 0,0-1 0,0 0 0,-3 1 22,11-2 1,-1 1-1,-2-1 1,-1 1-91,-2 0 1,0-1-1,-3 1 1,-9 1-338,8 1-1079,4 0-540,-36 8 810,2-6 1259,-11 6 0,0-8 0,0 0 0</inkml:trace>
  <inkml:trace contextRef="#ctx0" brushRef="#br0" timeOffset="-4925.73">10423 3634 7533,'-26'-38'1979,"8"5"-1080,13 23-719,5 2 270,0 16 179,22 10-629,16 9 0,2-9 0,5 0-60,-14-2 0,1 2 0,1-1 0,2-4 0,0-1 1,0 2 29,-3 2 0,-1 3 0,-2-3 209,1-2 1,-3-1-45,-4 3 0,-5 1 135,-11 3 270,-9-2 269,-21 5-269,-3-11-225,-4 11 0,-4 3-540,2-10 0,-2-1-450,-9 11 1,1-1-46,9-6 0,2-2-359,6-3 0,2-1 1079,-1 5 0,22 5 0,11-3 0</inkml:trace>
  <inkml:trace contextRef="#ctx0" brushRef="#br0" timeOffset="9773.27">12343 3422 9602,'13'0'1349,"-1"-8"-720,-12 6-179,0-14-360,0 15 0,0-7-270,-6 0-180,-1 6 630,-5-6 180,-11 8-270,8 0 449,-25 0-808,18 0 89,-19 8-270,15-6 180,-9 21 180,3 5 90,1 9-45,12-5 0,2 3 45,4-8 0,0 2 90,-3 13 0,2 3-180,6-5 0,2 0 44,0 1 1,1-2-135,4-3 1,2-1-1,3 0 0,3-1 225,2-10 0,2-1-46,5 8 1,4-4 0,4-14 0,2-4-225,6 9 0,2-5 270,4-13 0,0-6 45,5 3 0,0-3 225,1-9 0,-2-6 134,0-3 1,-3-5 89,-4-4 1,-2-4-1,-9 9 1,-2-2 0,-2 0 89,-1-11 1,-4-1-181,-2 9 1,-1-1 0,-2-1 315,-4-10 0,-6 0-361,-3 0 1,-5 0-225,-4 3 0,-7 6-540,-10 11 0,-4 5-1169,-1 1 0,-2 4-200,1 8 1,2 5 818,-11 2 1,27 17 0,18 11 0</inkml:trace>
  <inkml:trace contextRef="#ctx0" brushRef="#br0" timeOffset="17207.27">2240 5362 8972,'-19'0'1259,"3"0"-899,16 0-450,0 0 0,8 16-540,2-4-1348,7 29 1978,1-12 0,-8 14 0,-3-7 0</inkml:trace>
  <inkml:trace contextRef="#ctx0" brushRef="#br0" timeOffset="17440.27">2505 5362 7533,'0'-17'1979,"0"-1"-270,0 8-900,0 10-1349,0 26-359,0 19 899,5-17 0,5-1 0,6-7 0,4-3 0,7-5 0,1-1 0</inkml:trace>
  <inkml:trace contextRef="#ctx0" brushRef="#br0" timeOffset="18358.27">4639 5256 7533,'-8'-19'2698,"6"3"-2158,-6 16 179,8 8-988,8 17-631,2 13-449,0 7-1709,13-2 3058,-19-24 0,43-26 0,-7-23 0</inkml:trace>
  <inkml:trace contextRef="#ctx0" brushRef="#br0" timeOffset="18542.27">4886 5256 10771,'-7'28'809,"7"5"-2248,23-5 1439,-6-2 0,4-1 0,9-16 0,2-3 0,2 5 0,1 0 0</inkml:trace>
  <inkml:trace contextRef="#ctx0" brushRef="#br0" timeOffset="19591.27">7002 5062 7803,'-5'-17'1439,"-2"-1"-810,0 8-269,-4 10-180,10 34 90,-2-3 0,0 8-270,2-1 0,1 5 0,1 3 0,-1-2-293,0-5 0,0 0 1,0 0-1,0 0 225,0 8 1,0 1 0,0-2 0,0-4 22,0 6 0,0-8-675,0 1-359,6-49-181,0-27 1260,7-4 0,-6-8 0,-2-4 0,1 4 0,1 0 0</inkml:trace>
  <inkml:trace contextRef="#ctx0" brushRef="#br0" timeOffset="19978.27">7040 4974 7533,'0'-35'1979,"0"7"-720,21 11-809,23 25-585,-8 3 0,3 5 225,2 5 0,0 3-180,-9-5 0,-1 1 0,-4 2 0,-1 8 0,-9 3-45,-9 2 0,-11 0-270,-19 2 1,-13-3 194,4-13 0,-3-3 0,-1-2 270,1-3 0,0-2 0,1 0-285,-9 2 0,3-3-45,-9 0 270,41 0 0,48-10 0,-8-5 0,0 0 0</inkml:trace>
  <inkml:trace contextRef="#ctx0" brushRef="#br0" timeOffset="20479.27">7950 4798 7533,'-7'-10'1079,"-4"-21"270,4 25-1079,-11-18-180,-6 32 90,-13 18-360,12-3 0,0 6 240,4-2 0,1 2 0,0 4-92,1 8 0,2 3 1,1 2 76,4-9 0,0 1 0,2 1 0,2 0 45,2 1 0,2 1 0,2 0 0,1-2-61,3 4 1,1-1 0,5-2-870,3-3 1,3-2 0,3-5 254,8-4 1,2-5 584,-2 1 0,1-3 0,20-1 0,-15-1 0</inkml:trace>
  <inkml:trace contextRef="#ctx0" brushRef="#br0" timeOffset="21007.27">8269 5098 7263,'-18'-10'1979,"0"26"-1979,0 29 180,8 0 0,1 6-421,2-13 1,1 1 0,0 1 240,1 2 0,0 1 0,2-2-360,1 10 0,4-4-785,6-18 1,2-5 1144,5-1 0,14-46 0,-10-7 0</inkml:trace>
  <inkml:trace contextRef="#ctx0" brushRef="#br0" timeOffset="21574.27">8331 5098 8612,'-6'-20'2609,"0"12"-2609,6 42 90,11 13-270,-5-9 0,1 2-135,7-3 0,3-2-180,-4-4 1,5-7 224,8-13 0,1-12 270,-6-13 0,-1-9 150,1-3 0,-1-4 0,-2-2 149,-3-3 1,-3-2 0,-1 1 119,0 2 1,0 1 0,-1 0 255,2-13 0,-1 6-495,1 2 89,1 54-539,-6 14 1,-2 5 224,-1-7 0,-1 5-113,0 10 1,0 10 0,0 1-1,-1-6 113,-2 0 0,1 2-261,2-13 0,0 5 0,1 3 0,0-3 0,-1-7 81,-1 11 1,4-9-901,7-12 1,3-7 1124,4-12 0,-2-32 0,0-13 0,-3 1 0,1 0 0</inkml:trace>
  <inkml:trace contextRef="#ctx0" brushRef="#br0" timeOffset="22090.27">9057 4604 7533,'-3'-27'1638,"-1"1"0,4-11-417,18 19-231,14 51-676,-13-1 1,0 9-180,-6-2 0,0 8 0,-1 3 0,-2 0-736,-3-5 0,-1 1 0,-1 2 0,-1 0 0,1 2 466,0-2 0,-1 2 0,0 0 0,0 1 1,0-2-1,-1-1-99,-1 1 0,-1 0 0,0-2 0,0-1 1,-1-2-15,0 2 1,-1-1-1,0-3 1,-2-4-241,-5 9 0,-2-8-1491,-11-2 1979,-3-13 0,-5-32 0,3-2 0</inkml:trace>
  <inkml:trace contextRef="#ctx0" brushRef="#br0" timeOffset="26874.27">9796 5345 7533,'-25'-10'90,"6"-6"269,1 14-359,11-6 0,2-7 360,10 3 90,-4-6 270,5 10 89,-6 1 181,0-3-361,0 0-629,0 2 0,0 8 0,38 0-45,6 0 0,9 0 0,-12 0 0,4 0 0,2 0 0,1 0-166,-6 0 0,1 0 0,1 0 0,-1 0 0,1 0 355,0 0 0,1 0 0,-1-1 0,-1 1 0,-3 1 95,9 1 1,-3 1 0,-3 0-105,7 1 0,-7 2-405,5 4 90,-15-3 90,-8-7 180,-14 0 0,-11 0-1709,0 0 516,-6 0-1416,-1 8 2519,0 10 0,-4 1 0,4 7 0</inkml:trace>
  <inkml:trace contextRef="#ctx0" brushRef="#br0" timeOffset="27640.27">10694 5098 7533,'-19'-20'359,"-5"-19"721,16 33-91,-3-18-449,11 24 0,6 0-91,6 0-179,13 24 0,12-10-270,-4 19 45,-3-23 0,3-2 0,-7 0 0,1 1 0,11 8 0,3 0-270,0-7 0,-2 1 225,-9 6 0,-2-1 90,20-6 270,-25 6-270,-16-14-180,-2 14 0,-10-14 180,3 5 180,-9-7 359,5 0-629,-6 8 90,-6 2-180,-23 16 90,19-17 0,-3 1 405,-12 11 0,-3-1-45,-1-9 0,1 0-405,4 9 0,1 1-225,3-11 0,4 0-2878,3 7 1439,20-9 1709,22-8 0,4 16 0,9 3 0</inkml:trace>
  <inkml:trace contextRef="#ctx0" brushRef="#br0" timeOffset="32057.27">12392 4992 8432,'-7'-10'990,"2"2"89,5 8 1170,0 0-2159,0-8-90,0 6 180,-6-13-540,0 13 360,-7-6-270,-4 8 90,-8 0 180,-12 0 0,13 7 0,-1 2-90,-20 2 225,7 11 0,1 5-135,14-8 0,2 2 0,-10 11 0,3 4-45,11-5 0,4 1 45,4 6 0,4 2 90,1-3 0,2-1 45,7-1 0,3 0 45,3 0 0,3-1-1,3-6 1,2-1 45,5 1 0,2-3-315,3-6 0,3-3 225,4-2 0,2-3 90,-1-5 0,1-2-45,5 2 0,-1-4 314,-6-8 1,-2-4-90,0 0 0,-1-7-16,-9-4 1,-2-6 0,-2-1-31,-3-1 1,-2-2 0,-1-2-7,2-9 0,-1-3 0,-3 1-23,-6 7 0,-1 0 0,-4 1-121,-2 1 1,-2 0 0,-5 1-90,-7 3 0,-4 2 0,-1 3-570,-6 0 0,-3 3-643,2 3 1,-2-1 0,2 5-2185,-20 5 3206,12-5 1,51 0 0,19-3-1</inkml:trace>
  <inkml:trace contextRef="#ctx0" brushRef="#br0" timeOffset="39709.27">2328 7144 6363,'-9'0'1260,"-7"-8"-901,14 6 631,-14-22-271,6 13 721,1-15-1350,1 16-270,8 18 90,0 28-270,-1-6 0,1 6 0,1-1-135,6 10 1,1 1 134,-5-10 0,-1 0 1,5-5-136,13-5 0,1-8 495,-7-11 0,12-21 0,3-13 0,-9-1 0,-1-1 0</inkml:trace>
  <inkml:trace contextRef="#ctx0" brushRef="#br0" timeOffset="39945.27">2699 7056 7533,'-20'-18'2608,"4"8"-2518,16 18-270,0 35-270,0-16 1,0 3-766,3 14 1,2-2 1214,5-1 0,1-12 0,4-3 0,12-6 0</inkml:trace>
  <inkml:trace contextRef="#ctx0" brushRef="#br0" timeOffset="40493.27">4480 7126 7533,'-19'8'989,"3"25"-1934,25-7 1,6 3 944,-6 4 0,3-1 0,12-4 0,3-3 0,-4-9 0,-1 1 0</inkml:trace>
  <inkml:trace contextRef="#ctx0" brushRef="#br0" timeOffset="40658.27">4763 7126 8882,'7'33'0,"5"5"0,3 1 0,-3-12 0,1 1 0,1 7 0,2 6 0,-2-4 0,2 1 0,0-1 0</inkml:trace>
  <inkml:trace contextRef="#ctx0" brushRef="#br0" timeOffset="44308.27">6917 6685 7623,'-6'-10'1349,"5"-5"180,-10 13-809,9 2-91,-9 41-314,10-7 0,1 4-345,-3-1 0,-2 2 0,2 1-208,2 6 1,1 2 0,-1-1 87,-2-1 0,-1-1 1,0-1 29,4-3 0,0-2 0,-1-3-15,-2 2 0,1-5-585,7 8-719,2-32 1439,16-16 0,-8-29 0,-4 9 0,1 0 0</inkml:trace>
  <inkml:trace contextRef="#ctx0" brushRef="#br0" timeOffset="44691.27">6940 6615 7533,'-12'-26'1979,"6"7"-91,33-7-1438,14 16-180,-3 12 0,3 4 45,-5 1 0,-2 6-315,3 16 0,-7 8 269,-12 2 1,-9 5-750,-8-9 1,-5 2-1,-5-2 210,-8 0 0,-6-2 1,0-3 179,-6 4 0,-3-5-135,-7-5 0,2-7-675,10-7-899,4-2 1799,34-16 0,25-2 0,-7 1 0,0 1 0</inkml:trace>
  <inkml:trace contextRef="#ctx0" brushRef="#br0" timeOffset="45091.27">7815 6579 9512,'-26'-9'2158,"-3"-7"-2248,9 14-180,-5 10 1,-2 7 314,1 9 0,-1 7-23,6-1 1,-2 5-1,1 2 1,3-2-374,1 7 0,3-1 0,1 2 396,1-4 0,1 3 0,2 0 0,5-2-465,5 3 0,6-2 1,4-2 189,2-6 1,3-3 0,2-1 229,8 12 0,3-5 0,2-13 0,1-3 0,-10-3 0,0 1 0</inkml:trace>
  <inkml:trace contextRef="#ctx0" brushRef="#br0" timeOffset="45792.27">8146 6773 7353,'-12'-17'3148,"5"7"-2968,-4 2-180,5 39-135,2-2 0,1 5-135,1 2 0,0 3 1,1 2-156,0 3 1,2 2 0,-1-1 334,0 0 0,0 1 0,0-4-315,0 6 0,0-6-33,-1-12 1,2-9 437,4-13 0,-1-29 0,-1-15 0,3-2 0,0 0 0</inkml:trace>
  <inkml:trace contextRef="#ctx0" brushRef="#br0" timeOffset="46064.27">8146 6720 7533,'-11'-25'3276,"9"5"-1515,-9 3-1311,33 1-540,21 14-135,-7-2 0,4 0-585,-6 3 1,1 2-1,0-1-404,9 0 0,-3 0 1214,-6-2 0,-9 4 0,-20 14 0,-33 4 0</inkml:trace>
  <inkml:trace contextRef="#ctx0" brushRef="#br0" timeOffset="46277.27">8134 7038 7533,'-24'18'3058,"10"-1"-1439,36-7-1529,19-10-540,2-4 0,4-2-1034,1-3 0,-1 1 1484,-10 1 0,-2 4 0,4 8 0,-4 5 0,3 20 0</inkml:trace>
  <inkml:trace contextRef="#ctx0" brushRef="#br0" timeOffset="46611.27">8786 6579 9871,'-18'-9'1619,"6"40"-1214,5 5 0,3 8-405,1-2 0,1 3 0,0 3-606,-1-10 1,0 3 0,1 1 0,-1-1-1,1-3 516,1 12 0,0-2 1,2-1-631,2 4 0,1-1 1,1-8 719,-2-11 0,4-9 0,26-4 0,-13-20 0</inkml:trace>
  <inkml:trace contextRef="#ctx0" brushRef="#br0" timeOffset="47326.27">9267 6809 7533,'-6'-28'1709,"-1"-5"-1170,1 13 631,0 3-631,1 17-539,-2 25 90,1 3 0,-1 5-450,-2 10 1,0 4-275,3-3 0,-1 4 0,1-1 454,2-3 0,-1-1 0,1 0-60,-1-6 0,1 0 1,2-4-256,2 4 0,5-15 495,13-38 0,-5-14 0,0-10 0,-1 3 0,1 1 0,-1-1 0</inkml:trace>
  <inkml:trace contextRef="#ctx0" brushRef="#br0" timeOffset="47744.27">9303 6773 7892,'-13'-17'3059,"2"7"-1980,11 18-269,16 19-451,5 18-1034,-2-10 1,4-1 134,-1-13 1,0-1 134,-1 9 0,2-9 135,19-34 315,-24-12 0,-4-8 315,-5 2 0,-1-3 0,-1 0-91,-2 0 1,-1 1 0,-1 1 584,0-14 1,-1 9-585,4 19-180,1 60-270,-1-13 0,0 5-337,0 0 0,-1 5 0,1 2 0,1 0-227,-1-2 1,0 1 0,1 0 0,0-1 293,0 0 0,1 1 1,0-2-1,0-2 450,0 6 0,0-2 0,1-7 0,8 9 0,-4-33 0</inkml:trace>
  <inkml:trace contextRef="#ctx0" brushRef="#br0" timeOffset="61410.27">10030 6932 10051,'-14'-10'1260,"3"2"-901,5 8-539,5 8-359,-5-6 1618,1 6-629,3-8 90,-3 0-1,21 0-539,16 0 90,11-7 0,3-2-135,-16 7 0,0 0-75,6-3 0,3-1 0,-6 2-149,4 4-541,4 8 450,-30-6-449,-17 5-1350,-1-7-719,0 0 2878,2 0 0,-11-7 0,-4-3 0</inkml:trace>
  <inkml:trace contextRef="#ctx0" brushRef="#br0" timeOffset="61908.27">10067 7161 10501,'-14'0'2698,"-3"0"-1078,11 0-451,-7 0-180,6 0-449,2-7-90,27 5-1080,21-14-45,-6 14 1,2 2-271,-3-4 1,-1 0-695,-1 3 1,-2 2 1580,4 7 0,-22-6 1,-9 6-1</inkml:trace>
  <inkml:trace contextRef="#ctx0" brushRef="#br0" timeOffset="62746.27">10817 6950 8342,'-19'-26'3276,"6"7"-2774,8 1-52,5 2-360,-6 7 0,-6-1 180,-7 2-1,-11 8 1,-1 8 90,-6 9 0,0 11-180,6 7-90,0 0-90,23-6 0,3 1 0,-6 11-135,8-7 0,6-1 0,9-10 0,3-1-270,0 5 0,4-1 0,13-5 1,4-5 269,-3-4 0,2-6 495,0-11 0,-2-8 584,-1-10 1,-3-7 44,-2-4 0,-4-4-45,-6-5 1,-3-2-315,0-4 0,-4 2 89,-8 4 1,-9 3-1890,-13 2 1,-6 6-470,7 12 1,-2 4-1,-7 5 1,3 7 818,8 12 1,34-7 0,4 7 0</inkml:trace>
  <inkml:trace contextRef="#ctx0" brushRef="#br0" timeOffset="63959.27">11199 6385 8072,'-7'-10'1260,"1"-5"-91,6-3-90,6 6-449,6-11 180,23 29-451,-4 10 1,0 9-300,-5 3 0,0 5 0,-1 4-280,-5-4 0,0 3 0,-1 1 0,-3 2 332,-1 5 1,-3 3 0,-2 0-1,-3-1 23,-2-3 0,-3 0 0,-2 0 0,-2-1 22,-1-2 1,-3 1-1,-1-1 1,-3-3-343,-4 7 1,-3-4 0,-1 0-236,1-3 0,-2-2 1,-1-3-31,-10 2 1,-1-4-1,2 1 0,1-3-540,6-10 1,1 0 989,-10 17 0,19-8 0,6-1 0</inkml:trace>
  <inkml:trace contextRef="#ctx0" brushRef="#br0" timeOffset="81207.27">11925 7161 7533,'-14'0'899,"-2"-7"630,9 5-449,-5-14-361,-1 6 91,6-8-360,2 9-1,5-7-89,0 14-90,0-14-450,0 14-90,5-5 630,24 7-315,-1 0 0,6 0-45,1 0 0,4 0 0,3 0-348,-2 0 0,2 0 0,1 0 0,-1 0 303,-4 0 0,-1 0 0,0 0 0,1 0-23,4 0 1,1 1 0,-1-1-1,-3-1-112,11-7 1,-5 0 44,-3 7 0,-5-2-495,6-21-899,-25 22-180,-13-5-90,-5 14 2057,0 3 0,-5 0 0,-2-2 0</inkml:trace>
  <inkml:trace contextRef="#ctx0" brushRef="#br0" timeOffset="81624.27">12713 6844 7533,'0'-20'1349,"0"-3"-270,0 13-269,0 0-91,10 18-179,15 12-585,0 7 0,4 4 0,10-3 0,3 1 41,-14-3 0,-1 2 0,1-3 139,14-1 0,-4-1-180,-15 1 0,-8 1 315,-9 10-270,-23-16 0,-9-1 0,-4 4 0,-4-1-765,-10-2 1,2-2-271,14-3 1,3-1 1104,-15 5 1,62-10-1,12-8 1</inkml:trace>
  <inkml:trace contextRef="#ctx0" brushRef="#br0" timeOffset="82907.27">13844 6738 7533,'-6'-10'2428,"0"-5"-1168,1 5-811,3 0 181,-9 2-540,-1 0-540,-2-1 180,-14-1-179,-9 2 179,2 16 135,9-4 0,0 2 45,-6 11 270,5 2 0,1 3 44,5 1 1,2 1-45,-6 10 0,2 3-45,3-2 0,3 0 90,5 1 0,3-1-135,-1 0 0,4 1-90,6-4 0,5-2-45,5-2 0,4-3 45,3-2 0,4-3 45,3-1 0,3-2 45,10 2 0,2-3 134,-4-5 1,1-3 135,12 0 0,1-8 89,-1-12 1,-3-9-250,-14 3 1,-2-3 0,-1-3 158,0-3 1,-1-4 0,-3-1 299,-3-2 1,-2-2 0,-2 0-301,4-8 1,-6-2 732,-8 5 0,-4-2 0,-6 2-526,-9-5 0,-6 3-626,4 10 0,-2-1 0,-6 5-1033,-6 10 1,-6 5 0,0 4 827,-14 5 0,1 10 0,1 13 0,3 7 0,17-3 0,0 0 0,1-1 0</inkml:trace>
  <inkml:trace contextRef="#ctx0" brushRef="#br0" timeOffset="84607.27">2258 8643 8072,'19'0'1709,"-3"0"-899,-16 0-180,0 0-271,0 16-628,-8 11-181,7 9 0,0 5-180,-3-3 1,0 0-136,2 4 1,4-4 764,14 6 0,19-68 0,-7-1 0,-1 1 0</inkml:trace>
  <inkml:trace contextRef="#ctx0" brushRef="#br0" timeOffset="84792.27">2611 8608 7533,'-20'8'3276,"4"17"-4915,22 8 1,4 3 1169,-6 9 1,6-15 0,5 5 0,-1-4 0,1-3 0,-1 1 0</inkml:trace>
  <inkml:trace contextRef="#ctx0" brushRef="#br0" timeOffset="85696.27">4639 8608 8612,'-20'0'1439,"5"8"-1259,15 1 90,0 25-1169,0 11-361,15 2 1260,-11-18 0,4-7 0,15-24 0,3-8 0,-2-2 0,-1 1 0</inkml:trace>
  <inkml:trace contextRef="#ctx0" brushRef="#br0" timeOffset="85891.27">4923 8590 8702,'-14'16'3148,"8"11"-4497,15 3 0,5 1 1349,-1-7 0,2 1 0,8 16 0,2 0 0,-3-8 0,0-1 0</inkml:trace>
  <inkml:trace contextRef="#ctx0" brushRef="#br0" timeOffset="87042.27">7113 8308 7533,'-19'-8'809,"1"6"361,5 26-1,1 23-989,8-16 0,0 4 0,0 3-292,0 4 1,0 3-1,0 1 157,2-5 0,0 2 0,0 1 0,1-4-285,1 4 0,0-3 1,0-2-166,-1 13 0,4-12-685,8-24-619,1-34 450,1-25 1169,-3 12 0,-2-1 56,-4 5 1,-1-3 0,-2-17-1,-2-4 1,-3 9 0,1 0 0</inkml:trace>
  <inkml:trace contextRef="#ctx0" brushRef="#br0" timeOffset="87361.27">7051 8414 7533,'0'-39'197,"0"-1"1,0 1 0,-1 3 0,1 0 0,1 4 476,2 3 1,5 3 765,22-7-991,-4 37 1,4 8-180,10 0 0,1 5-91,-13 1 1,0 3 0,-2 1 0,8 12 0,-5 2-315,-6 4 0,-10 1-180,-21 3 1,-12 0-1,0-6 0,-7-3-105,-1-12 0,-5-2 1,2-5-121,-3-3 0,2-6-269,-16-1-720,43-16 1529,24-6 0,17 4 0,9-1 0,-13 0 0,1 1 0,0 0 0</inkml:trace>
  <inkml:trace contextRef="#ctx0" brushRef="#br0" timeOffset="87741.27">8023 8026 7533,'-12'-28'3276,"0"3"-1785,-6 15-1581,-6 18 0,0 6 0,0 7-60,3 6 0,0 5 0,0 3-225,0-2 1,0 2-1,1 1 1,1 3 410,4-1 0,1 2 0,2 2 0,0 0 0,1 0 0,0-1 0,1 1 0,1 0 0,2 0 0,2-1-239,2 9 1,2 0 0,4-2-1,3-2-466,6 2 0,5-4 1,3-3 668,1-6 0,3-2 0,2-7 0,11-4 0,2-7 0,-7-3 0,1 0 0</inkml:trace>
  <inkml:trace contextRef="#ctx0" brushRef="#br0" timeOffset="89657.27">8331 8326 7533,'-19'-18'2248,"1"8"-1348,11 2-270,2 16-316,6 17 1,3 7-270,0-2 0,-1 1-225,1 6 0,-1 6-158,1-3 1,0 5 0,0 0 0,1-6-338,1-4 1,1 0 164,0 18 0,1 5 1,2-30-1110,9-57 1619,-9 5 0,-3-5 0,-4-17 0,-4-6 0,-1 13 0,0 0 0,-1-1 189,-1 3 1,0 1-1,-1 0 170,-1 2 1,-1 0 0,2 0 419,0-8 1,2-2 0,4 6-106,6 10 1,2 3-450,-1-7 0,6 6 45,23 19 0,7 14-270,-5 8 0,1 5-45,5-3 0,-1 5 75,-10 3 0,-2 4 0,-5-1 15,-8-3 0,-7 1-315,-1 17 0,-10-1 90,-12-17 0,-7-3-405,-15 5 1,-5-3-226,0-9 1,0-3 449,10-2 0,2-2-1529,-19 0 1973,50-8 0,31-8 1,-10 3-1,0 0 0</inkml:trace>
  <inkml:trace contextRef="#ctx0" brushRef="#br0" timeOffset="89980.27">9057 8096 7533,'-12'-19'3276,"5"3"-1515,1 39-1357,8 5 1,2 5-285,-3 2 0,-1 4 0,0 3-646,1-1 0,1 3 0,0 2 0,-1-1 9,-1 2 0,0 1 0,-1 0 0,2-1-203,0 1 0,0 0 1,0-2-1,1-1 772,1 2 1,0-2-1,-2-4 1,-4-3-1,-4-6 1,-8 0-1</inkml:trace>
  <inkml:trace contextRef="#ctx0" brushRef="#br0" timeOffset="92555.27">9550 8361 6993,'5'-26'1889,"2"-1"-1169,5-8-181,-5 15 1,-2 4-90,-5 16 269,-5 16-359,-2 27-315,1-17 0,0 5-15,1 13 0,1 7 0,1-5 15,-1-11 0,1 1 45,1 11 0,0 6 0,1-8-135,0-18 0,2-3 90,1 7 0,1-2-45,-1-3-90,3-26-360,-5-10-899,5-8-1080,-4 1 540,4-1 1889,1 8 0,-5 10 0,5 10 0</inkml:trace>
  <inkml:trace contextRef="#ctx0" brushRef="#br0" timeOffset="93229.27">9673 8308 7533,'0'-20'3148,"0"-3"-2698,0 21 89,0 2 1,0 17-450,0 19-180,4-11 0,3 3-180,1 7 0,3 0 0,0-9 1,3-3 179,3 2 0,2-9 0,18-23 225,-17-12 0,-1-6 89,3-8 1,-2-6 45,-10 7 0,-2-1 0,0 0 45,5-9 0,-3 2-91,-5 3 1,-3 5 315,4 5-540,-1 27-720,2 43 720,1-6 0,1 6 90,-2-6 0,-1 2 0,0 1-172,1 4 1,-1 0 0,1 1 21,0-2 0,2-1 0,-2-2-120,-1 12 0,2-6-1124,2-16 0,3-7 1304,12 1 0,-5-32 0,3-2 0</inkml:trace>
  <inkml:trace contextRef="#ctx0" brushRef="#br0" timeOffset="93808.27">10361 8520 8252,'-12'-10'2339,"6"-6"-450,1 6-1080,26-7-988,12-1-226,-5 12 0,5 2-525,3-1 1,3-1 0,-1 2 929,5 1 0,-2 4 0,-5 3 0,-9 7 0,-21 19 0</inkml:trace>
  <inkml:trace contextRef="#ctx0" brushRef="#br0" timeOffset="94043.27">10436 8643 7533,'-25'0'2698,"6"0"-1618,12 0-361,25 0-1169,25 0-854,-9 0 0,1 0 1304,-4 0 0,2 0 0,13-3 0,1-2 0,-5 0 0,-1 0 0</inkml:trace>
  <inkml:trace contextRef="#ctx0" brushRef="#br0" timeOffset="94458.27">10940 8467 7533,'-12'-18'2788,"5"-7"-1529,-4-3-719,4 9-360,-10 19-720,-8 35 225,11-6 1,2 5-46,-1 12 0,7 4-60,8-16 0,5 0 1,5-3 194,16 11 0,8-9 180,7-14 0,4-13 375,-15-11 0,0-8 0,-3-6 89,-5-6 1,-3-5 0,-5-3-16,-3-2 0,-5-1 0,-4-1-15,-7 0 1,-5 0 0,-4 3-165,-16-6 0,-7 8-900,-3 14 1,-2 10 674,5 10 0,7 8 0,16 33 0,23-20 0,0-1 0</inkml:trace>
  <inkml:trace contextRef="#ctx0" brushRef="#br0" timeOffset="95379.27">11432 7867 7533,'0'-18'449,"0"1"811,0-9-1,0 14 0,17-3 180,19 23-899,-8 6 0,4 6 0,-1 2-271,1 3 1,-1 3 0,-1 4-424,-4 0 1,-1 5 0,-2 2 0,-4 2 153,-5 2 0,-5 4 0,-3 0 0,-3 0-270,-4 0 0,-3 1 0,-3 0 0,-2-1-158,-2 1 1,-3-1 0,-1 0 0,-2-3 67,0-6 0,-2-1 1,-1-3-1,2-2-30,-2 0 0,1-2 1,0-4-286,-6 3 1,2-7 674,-1-4 0,23-18 0,9-10 0</inkml:trace>
  <inkml:trace contextRef="#ctx0" brushRef="#br0" timeOffset="97758.27">12245 8555 9512,'-14'0'1799,"-3"-8"-1260,16 6 271,6-6-810,23 6 0,13 4-240,-4-2 0,3 0 0,3 0-217,-2 2 0,1 0 1,2 0-1,0 0 254,2 0 1,2 0 0,-1 1 0,-3 0-98,2 2 0,-1 1 0,-4 1-7,11 1 0,-8 1-502,-2 9-810,-13-8 1619,-20-3 0,7-22 0,-9-5 0</inkml:trace>
  <inkml:trace contextRef="#ctx0" brushRef="#br0" timeOffset="98192.27">12959 8467 7533,'-18'-26'2698,"4"7"-1259,2-15-449,12 23-271,23-13-269,21 22-495,-12 8 0,4 4-135,9 2 0,2 5-115,-14 1 0,0 4 0,0-1 175,0-3 0,-1 0 1,-2 1 388,4 7 1,-5 1 180,-7-5 0,-10-1 89,-26-3 1,-10-1-405,-4 5 0,-4-1-225,-3-7 0,-3-3 0,0 1-587,3 2 0,2 1 0,0 0-717,-12 3 0,4-1 1394,10-4 0,7 1 0,5 12 0,15-9 0</inkml:trace>
  <inkml:trace contextRef="#ctx0" brushRef="#br0" timeOffset="107808.27">14128 8290 5914,'-14'0'1889,"-3"0"-720,10 0-90,-5 0-179,5 0-361,-4 0 1260,4 0-1169,0 0 90,2 0-181,16-8-719,14-9 45,-2-6 1,3-5-46,5-3 0,1-3-330,-10 8 0,-1-2 1,-1 2 1048,3-4 1,-2 5-450,2-1-180,-18 52 180,-4 6 0,-2 6-120,1-4 0,0 2 0,0 2-302,1 0 1,1 1-1,-1 2 1,1-2 331,-1 10 0,-1-1 0,0 2-23,-1-5 1,0 1-1,0 0 1,-2-3 257,0 0 1,-2-3 0,0-1 4,0-2 0,-2-1 0,0-5-150,-11 12-990,12-27-539,11-32-989,14-4 863,7 1 1565,-7 3 0,-25 32 0,-14 3 0</inkml:trace>
  <inkml:trace contextRef="#ctx0" brushRef="#br0" timeOffset="108113.27">14176 8961 7533,'-42'-8'1709,"-2"6"1567,12-6-256,9 16-1581,45-6-1214,8 2 0,7 0-285,-1-4 0,5 0 0,0 0-726,7 0 1,1 0 0,-1 0-145,1 0 1,-1 0-1,-2 0-709,6-1 1,-5 2 1614,-12 1 1,-15 3-1,-42 13 1,-5-4 0,-1-1-1</inkml:trace>
  <inkml:trace contextRef="#ctx0" brushRef="#br0" timeOffset="143042.27">1305 10072 7533,'-10'-33'1092,"1"1"0,-1 1 0,4 3 759,6 1-1132,0 1-809,0 17 0,0 32-90,-3 2 1,-2 5 119,2 2 0,0 4 0,-1 2-124,-1 5 1,-1 2 0,0 0 228,0-8 0,-1 1 0,0 0 0,1 0 75,0 11 0,0-1 0,-1-2 30,-1-6 0,-1-1 0,0-2-195,0 5 0,1-6-675,-2-1 1,2-19-2558,16-32 1516,9-3 1761,-5-1 0,4-19 0,-16 10 0</inkml:trace>
  <inkml:trace contextRef="#ctx0" brushRef="#br0" timeOffset="143392.27">988 10178 7803,'-32'-9'1638,"1"0"0,-14-9 1202,20 1-771,25-9-1395,19 5 1,11-1-495,-6 2 0,3-2 0,4 1-501,2 4 1,4 2 0,2-1 0,1 0 122,-3-1 0,2-2 0,1 1 0,0 1 1,-2 3-343,1 4 0,-1 2 1,0 1-1,0-1-68,1-3 0,1-1 0,-2 1 0,-4 6-697,0 5 1,-6 8 1304,8 25 0,-33-7 0,-6 3 0,-7 11 0,0 0 0</inkml:trace>
  <inkml:trace contextRef="#ctx0" brushRef="#br0" timeOffset="143775.27">1640 10707 7533,'-19'15'3276,"3"-3"-1425,16 6-682,8-34-539,10-21-316,-9 4 1,1-5-195,1 5 0,0-3 0,1 2-165,1-10 0,1 1-450,-2-3 1,3 6-766,5 20 1,2 5-360,7-1 1619,-2 24 0,5 8 0,9 4 0,4 5 0,-8-1 0,-1 0 0,1 0 0</inkml:trace>
  <inkml:trace contextRef="#ctx0" brushRef="#br0" timeOffset="144275.27">2293 10478 7533,'-18'-28'3276,"1"-5"-616,7 5-1310,-14 9-1350,13 3-990,-23 32-1169,-1 19 1844,20-10 1,1 5 374,-3 2 0,-1 3 0,4 0 254,5 8 1,4 0-180,-7 4 0,8-6 225,30-6 180,19-52-361,-14-11 1,1-7 90,-10 9 0,-1-1 0,-2-2 89,2-16 1,-4 2 180,-2 13 0,-7 5-90,-24-1-270,5 52-765,-3-1 0,2 5-674,8 9 0,6 2-316,5 0 1,4-2 1574,1-5 0,5-5 0,11-8 0,3-7 0,-4-6 0,1 0 0</inkml:trace>
  <inkml:trace contextRef="#ctx0" brushRef="#br0" timeOffset="144908.27">2787 10425 7533,'0'-18'3276,"0"-8"-256,0-1-2300,-8 0-450,-10 9-990,-9 10 135,2 20 1,-1 7 179,2 3 0,1 4 255,2-2 0,0 3 0,2 2 300,2 2 0,2 2 0,2-1-15,0 9 0,7 0-90,10 0 0,9-3 45,11-13 0,7-5-240,0-8 0,5-4 0,1-3-22,6-3 1,2-5-1,0-4 217,-7 0 0,1-3 0,0-2 0,-2-2 45,-1-1 0,-1-3 0,-2-1 0,-2-1 314,6-8 0,-3-2 0,-9-2 225,-5-17 1,-12 2 45,-9 12 0,-10 5-181,-19-2 1,-9 13-540,3 24 0,-2 11-315,7-3 0,1 2 1,3 6-412,3 13 1,5 6 0,7 0 170,5-3 0,6 0 1,7-1-181,10-1 0,9-1 1,5-5 544,10-4 0,8-5 0,-1-4 1,-6-7-1,0-4 0,0-2 1,1-3-1,0-1 0,0 0 1</inkml:trace>
  <inkml:trace contextRef="#ctx0" brushRef="#br0" timeOffset="145658.27">1182 11165 9961,'43'3'327,"1"-1"1,0 1 0,-1-1-1,-4-1 1,2 0 0,2 0-1,1-1 1,2 0 0,0-1-1,1-1-172,-3 0 1,0-2 0,2 0 0,1-1-1,0 0 1,1 0 0,0-1 0,0 1 0,-1 0-484,-1 1 0,0-1 0,0 1 1,1-1-1,-1 1 0,1-1 1,-1 0-1,0 0 0,-1-1 1,-1 0 213,6-2 1,-1-1 0,0 0 0,0-1 0,-2 0 0,-1 1 0,-1 1 0,-2 1 167,11-1 0,-2 1 0,-2 1 0,-4 1 0,-3 1 781,4-1 0,-5 2 0,-7 5-745,-5 9 0,-11 6-1075,-29 18-724,-18-15-1568,1 3 3151,9-21 1,3 14 0,5-6 0</inkml:trace>
  <inkml:trace contextRef="#ctx0" brushRef="#br0" timeOffset="153959.27">3246 11536 7533,'9'0'1889,"-1"0"-720,0 0-90,-6-8-89,6-10-451,0 7-89,-6-13 0,5 22-360,-7-14 90,-7 14 180,5-5-91,-6-1-538,0 6-1,6-14-90,-6 14-90,0-6 180,-1 8 180,-17 8 90,-1 2-90,6 1 1,-1 3-46,-1 4 0,0 0 90,-7-1 0,0 3 90,2 12 0,1 3 90,-8 0 0,1 2-46,17-8 1,2 1 0,0 1-30,-3 1 0,0 0 0,3 0 30,2 13 0,7-1-180,6-3 0,7-2 45,13-5 0,6-5 45,0-9 0,4-5 180,12-7 0,1-8 135,-10-11 0,-2-4 179,6-1 1,-3-5-45,-10-5 0,-3-1-1,-3 4 1,-3 1 270,-5-5-450,-2 11 179,0 39-89,2 22-945,-2-21 1,1 1-1055,2 10 1,4-3 1254,5-10 1,3-7 0,16-3-1,-14-14 1,1 0 0</inkml:trace>
  <inkml:trace contextRef="#ctx0" brushRef="#br0" timeOffset="155642.27">5746 11624 7533,'-17'-18'1079,"3"1"-449,-3-1-91,10 0-449,2 9 270,5 1 270,0 24 89,-6 11-764,1 13 0,-2 4 0,-2-10 0,-2 3-94,4-3 1,-1 5-1,1 1 1,-1-4 138,-2 10 0,0-2-60,2-8 0,0 0 0,1-4 150,0 11-630,7-43-1349,13-28 989,-5 3 1,2-2 899,2 4 0,1-2 0,2-14 0,0-4 0,1 6 0,0 0 0</inkml:trace>
  <inkml:trace contextRef="#ctx0" brushRef="#br0" timeOffset="156109.27">5734 11695 7533,'-5'-36'2518,"4"1"-629,1 8-1079,7 9-630,10 18 359,2 25-629,-6 0 0,-1 3-180,3 4 1,0 1-91,-3 4 0,2-3 270,3-13 0,2-5-180,23-8 270,-19-32 0,-1-11 60,-3 9 0,0-2 0,-2-2 210,-2-6 0,-3-1 0,-1 2-90,6-8 0,-3 5 989,-2-5 1439,-7 67-1888,1 25-990,-3-15 0,1 5 1,1 0 149,-1-6 0,0 1 0,1 0-285,2 9 0,1 1 0,1-1-255,-2-8 1,1-1 0,1-3-16,6 3 0,2-4-674,1-6 0,1-8 1349,6-16 0,10-24 0,-9-5 0</inkml:trace>
  <inkml:trace contextRef="#ctx0" brushRef="#br0" timeOffset="158542.27">8615 11553 6993,'7'-17'2069,"-2"7"-1889,-5 2 359,0 16-89,0 2 360,0 7-1,0-7-629,0 6-180,0-6-135,-5 22 0,-1 8 45,5-13 0,-1 1 60,-4 9 0,-3 4 0,2-1-150,6 2 1,-1-2-91,-4 2 0,1-4-270,11 7-269,1-21-630,5-48 1439,1 11 0,-8-20 0,-3-7 0,0 7 0,1 0 0</inkml:trace>
  <inkml:trace contextRef="#ctx0" brushRef="#br0" timeOffset="159341.27">8627 11606 7533,'0'-35'2518,"0"16"-989,0-5-269,0 14-631,0-7-449,16 7 90,8 1 0,5 2-90,11 5 0,3 2-180,5-5 0,0 2-180,0 9 0,-6 4 180,4 10-135,-36 4 0,-8 3-45,-23 12 180,0-9 0,-7-1 180,-7-9 0,-2-3-45,4-2 0,0-3-495,-2-2 0,3-4-989,1-6-1928,14 0 3122,23 0 1,33-8 0,-12 3 0,0 0 0</inkml:trace>
  <inkml:trace contextRef="#ctx0" brushRef="#br0" timeOffset="160726.27">11826 11553 7533,'-7'-27'3276,"2"2"-1965,5 15-591,0 18-540,0 19-270,-3-2 0,0 3-90,-3 13 0,0 4 0,2-12 0,-1 0 0,0 1 120,0 2 0,-1 0 0,0 0-30,1 0 0,1 0 0,1-4-270,-1-2 1,1-3-541,-3 6-449,12-43 360,-5-9-91,10-7 1080,-10 16 0,5-13 0,-6 3 0</inkml:trace>
  <inkml:trace contextRef="#ctx0" brushRef="#br0" timeOffset="161342.27">11900 11606 7533,'-5'-17'1529,"-2"-9"360,0 7-630,2-7-719,10 16-270,2 18 89,5 12-449,-5 7 0,-1 5 0,-1-4 1,2 0-136,0 8 0,4-1-90,1-6 0,5-5 225,4-6 0,2-9 360,7-15 0,2-11 90,3-11 0,-2-9-168,-9-1 1,-1-5 0,-1 1-13,-4 9 0,-2 2 0,0-1 239,-1-6 1,-1-1 0,-2 8-240,7 0-989,4 15 314,-9 42 0,-3 14 315,2-3 0,0 5 90,-5-6 0,0 4 0,-1 3 1,0-1-224,1-2 0,-1 1 0,1 0 0,-1-1 133,1-2 0,-1 0 0,1-1 0,1-1-360,1 10 0,2-1 1,3-8-189,5-11 0,2-7 728,16-4 0,-1-32 0,-7-11 0</inkml:trace>
  <inkml:trace contextRef="#ctx0" brushRef="#br0" timeOffset="166359.27">12084 11659 7533,'-13'-33'3276,"1"11"-3314,18 5-502,-5 34 630,0 11 0,-2 5 90,-1 0 0,-2 1 134,-2 10 1,0-2 225,-1-3 270,29-23-810,1-36 120,1-3 0,5-6 0,-1-1-31,3-8 1,-1-2 0,-4 6 0,0 0 0,-4 4-495,-2 0 1,-8 15-46,-25 48 420,0-6 0,-3 4 0,0 3 90,-3 7 0,-1 2 0,2 0 0,1-3 0,2 0 0,3-4-15,1 0 0,10-9 584,36-19-539,-11-24 0,1-11 0,1 1-180,0 6 0,1 1 0,0-5 90,2-8 0,2-6 0,-2 0 0,-8 7-90,3-10-89,-28 2 493,-29 52 1,-12 21-45,13-9 0,-3 6 0,1 1 0,2-1-527,0 2 1,3 0-1,1-1-163,-2 3 1,2 0-1,15-9-389,25-8 719,16-36 0,7-17-330,-9 10 0,1-4 0,-2-1 180,1-7 0,-1-2 1,-7 1 194,-6-1 0,-11 4 45,-18 8 0,-10 11 494,-15 21 1,-5 15-255,13-2 0,-1 4 0,3 3-390,2 5 0,1 3 0,8 2-975,2 10 1,12 0 1124,13-2 0,14-8 0,23-22 0,11-12 0,-12-3 0,1 0 0,-1 0 0</inkml:trace>
  <inkml:trace contextRef="#ctx0" brushRef="#br0" timeOffset="166875.27">12848 11677 7533,'-12'-18'3238,"-1"-7"-2339,6 5-89,2-5-1,5-1 1,0 15-720,0-5-90,0 32-90,0-13-225,-3 37 0,0 15 315,3-16 0,-1 4-103,-1 4 1,0 6 0,1-4 102,0 3 0,2-4 180,-1-7 0,0-6-90,0-7-270,0-28-1619,0-20-1478,0-23 3176,0 13 1,4 3 0,3-2 0,6-18 0</inkml:trace>
  <inkml:trace contextRef="#ctx0" brushRef="#br0" timeOffset="167193.27">12836 11712 7533,'-18'-33'3276,"4"-12"-1155,2-2-1357,12 20 1,5 3 1124,9-4-540,16 3-900,-8 15 1,4 2-450,7 3 0,2 0 0,7-6 0,3-1-690,-8 8 1,0 2 0,-1-4-301,5-10 1,-3-1-451,0 7 1,-5 0 720,-8-7-2558,-41 32 3148,-2-1 1,-7 9-1,-2 3 1,8-7-1,0-1 1</inkml:trace>
  <inkml:trace contextRef="#ctx0" brushRef="#br0" timeOffset="167494.27">12872 11818 7533,'-19'0'3276,"7"-8"0,17-9-1283,20 5-1319,-2 0 1,3 0-495,4 6 0,3 3-315,8-3 0,2 2-1125,-1-1 1,-1 2 90,-5 6 0,-3 2-1979,16 5 3148,-32 7 0,-44 9 0,-14 1 0</inkml:trace>
  <inkml:trace contextRef="#ctx0" brushRef="#br0" timeOffset="181726.27">3016 12806 7533,'0'-28'989,"0"3"-449,0 7-90,0 1 539,0 7-269,0-6-181,0 6-89,0-7 90,-8-1-270,-1 0-270,-9 1-540,-8 7 180,-9 10 135,13 10 0,-1 5-45,-4 6 1,1 4 134,6 8 0,3 4 165,4-6 0,2 1 0,2 1 60,3 0 0,3 0 0,2 1 59,0 5 1,3 0 0,5-3-105,10 4 0,9-6-15,1-12 0,6-4 0,3-7-1101,7-10 1,4-9-1,-2 0 1071,-9 2 0,-1 0 0,0-6 278,1-10 0,2-7 0,-3-3 0,-7 1 142,-9 2 0,-6 0 0,0-3-44,7-12 1,0-5 0,-9 3 43,-11 9 0,-7 2 0,-3 1-420,-10-9 0,-8 6-720,-9 8 1,-4 13-181,8 19 1,1 9 899,2 5 0,7 8 0,17 15 0,11 6 0,5-6 0,1 0 0</inkml:trace>
  <inkml:trace contextRef="#ctx0" brushRef="#br0" timeOffset="182626.27">6005 12753 7533,'0'-26'2338,"0"7"-2158,0-7 90,-5 1-270,-7 13-180,-18-4-90,-3 16 45,-2 12 1,0 8 179,7 9 0,1 5 45,-6-2 0,5 4 179,15-1 1,6 3 0,8-3 90,12-3 0,9-5 0,15 3 0,8-7-150,-7-15 0,2-5 0,1-7-497,-4-5 1,1-6 0,0-2 0,-4 0 525,-2 1 1,-3 0 0,-2-5 486,6-14 1,-2-6-1,-15 1-276,-25 2 0,-9 0-360,7-9 0,-9 5-300,-13 19 0,-10 5 0,3 7-824,6 6 0,1 8-515,-14 7 1,7 9 1175,15 20 1,31-7 0,10 1 0,4-10 0,1 1 0</inkml:trace>
  <inkml:trace contextRef="#ctx0" brushRef="#br0" timeOffset="184309.27">8762 12629 7533,'-13'-19'719,"-4"3"-179,16 8-90,-5-1 89,6-1 271,0-6 179,6 14-539,1-6-90,10 24-450,-3-4 135,-4 16 0,-3 8-45,-3-3 0,-1 1-90,1 0 0,0 3 0,-1-2-45,-3 8 0,2-4-270,3-10 1,1-5-1035,-5 0-630,10-24 2069,-4 0 0,16 0 0,3 0 0</inkml:trace>
  <inkml:trace contextRef="#ctx0" brushRef="#br0" timeOffset="185728.27">12453 12647 10861,'-36'-18'-720,"-1"9"91,-5 16 539,3 13 180,16 6 0,4 7 44,4 10 1,4 2-90,1-6 0,7 0-45,9-3 0,5 0 0,7-8 135,15-7 0,9-10 90,-7-8 0,4-4 0,2-3 0,-4-2-237,2-2 0,-3-2 1,1-5 168,0-4 0,3-4 1,-3-2-1,-7 0 194,-2-15 0,-9-3 38,-4 7 1,-4-4 0,-6 3 105,-14-12 0,-13 5-435,0 16 0,-6 3 0,-3 8-382,-4 9 1,-5 8-1,2 6 322,-1 4 0,0 6 0,3 5 0,5 5 0,2 5 0,3 2 0,7 2 0,-1 1 0,0-1 0</inkml:trace>
  <inkml:trace contextRef="#ctx0" brushRef="#br0" timeOffset="206109.27">2963 13776 7892,'-9'-8'1710,"1"-10"-361,8-9 90,8-8-1259,-7 15 899,7-3-539,-8 13-630,8 0-720,-6 18 810,14 35 225,-10-2 0,-2 6-105,-1-11 0,0 0 0,0 2-150,0 3 0,0 1 0,-1-2-195,2 8 0,0-5-225,-4-10 1,2-6-1530,14-1 1979,-6-18 0,15-8 0,2 0 0</inkml:trace>
  <inkml:trace contextRef="#ctx0" brushRef="#br0" timeOffset="207259.27">5944 13688 7713,'-14'-8'269,"-2"6"1081,9-14-541,-11 14-539,-1-5-450,-11 14-90,-12 19 225,24-9 0,2 3-135,-7 12 1,4 5 134,9 1 0,7 4 15,4-7 0,4 1 0,5-1 30,5-5 0,3-2 0,5-2-76,6 2 0,5-4 1,3-7 225,4-12 0,4-8 0,-2-5 329,-2-5 1,-2-6 0,-3-4 389,-2-4 1,-3-5-1,-5-1-359,-7-1 0,-4-2 0,-6 0-321,-8 1 1,-5-1-1,-4 3-9,-13-7 0,-9 6-450,-11 6 0,-5 11-1369,1 13 1,1 10 1528,6 4 0,7 9 0,12 12 0,8 5 0,9-4 0,0 0 0</inkml:trace>
  <inkml:trace contextRef="#ctx0" brushRef="#br0" timeOffset="208559.27">8959 13582 7533,'0'-27'3276,"-6"1"-2055,5 8-681,-10 1-450,-1 7-360,-13 2-270,-17 32 540,11-7 0,0 3-45,4 6 0,1 3 90,-8 8 0,4 2-45,13-7 0,6 1 0,3 10 0,9 0-45,14-9 0,8-3 225,11-1 0,7-7-60,-8-13 0,3-4 0,0-5 209,0-5 1,0-4 0,-1-5 239,-4-4 1,-1-5 0,-4-2 150,6-14 0,-9-6-391,-14 8 1,-5-3 0,-5 2-60,-5-11 0,-7 4-180,-9 4 0,-5 7-1035,2 12 1,-2 9-695,-2 17 1,3 8 1091,0 8 1,24 13 0,9 5 0,7-6 0,0 1 0</inkml:trace>
  <inkml:trace contextRef="#ctx0" brushRef="#br0" timeOffset="209475.27">12626 13547 7713,'-7'-34'3276,"2"5"-1785,5 2 128,0 3-450,5 46-854,-1 1 0,-1 6-885,0 7 0,-1 4 1,0 0 136,0 0 0,0 1 0,-1 0-557,1 3 1,-1 1 0,2-5 989,0-1 0,6-13 0,16-32 0,-9-20 0,0 1 0</inkml:trace>
  <inkml:trace contextRef="#ctx0" brushRef="#br0" timeOffset="213643.27">3069 14799 7533,'-27'-10'3276,"9"2"-3944,18 8-1221,18 0 1889,-7 8 0,21 10 0,-13 9 0</inkml:trace>
  <inkml:trace contextRef="#ctx0" brushRef="#br0" timeOffset="213809.27">3016 15152 7533,'-25'15'1619,"13"-3"-1889,12-2 270,27-4 0,11-14 0,5 8 0</inkml:trace>
  <inkml:trace contextRef="#ctx0" brushRef="#br0" timeOffset="213959.27">3104 15452 7533,'0'33'809,"0"-19"-1259,16 9 450,-4-23 0,21-31 0,-5-8 0</inkml:trace>
  <inkml:trace contextRef="#ctx0" brushRef="#br0" timeOffset="214476.27">6030 14587 7533,'-33'0'2158,"10"0"-2787,39 0 899,6 8-270,9-6 0,4 30 0,-9-3 0</inkml:trace>
  <inkml:trace contextRef="#ctx0" brushRef="#br0" timeOffset="214643.27">6055 14834 7533,'-33'0'1079,"20"0"-1079,22 0 0,32 0 0,4 0 0</inkml:trace>
  <inkml:trace contextRef="#ctx0" brushRef="#br0" timeOffset="-214538.46">6178 15328 7533,'-20'8'2158,"2"-6"-2158,17-2 0,17-16 0,13-9 0,5-4 0,0 1 0</inkml:trace>
  <inkml:trace contextRef="#ctx0" brushRef="#br0" timeOffset="-213921.46">9119 14446 7533,'-36'-8'3276,"9"-1"-4483,2-1-1132,25 2 900,14 31 1439,5-17 0,10 34 0,-3-21 0</inkml:trace>
  <inkml:trace contextRef="#ctx0" brushRef="#br0" timeOffset="-213771.46">9131 14658 7533,'-13'20'180,"-4"3"629,16-21-809,6-2 0,20-18 0,13-9 0</inkml:trace>
  <inkml:trace contextRef="#ctx0" brushRef="#br0" timeOffset="-213621.46">9144 14993 7533,'-29'24'1619,"18"-11"-1619,-6 13 0,46-34 0,11-12 0</inkml:trace>
  <inkml:trace contextRef="#ctx0" brushRef="#br0" timeOffset="-213502.46">9205 15169 7533,'-19'18'-270,"6"-8"0,35-10 0,13-10 0</inkml:trace>
  <inkml:trace contextRef="#ctx0" brushRef="#br0" timeOffset="-212887.46">12811 14570 7533,'-25'-18'3276,"6"0"-6553,12 9 2457,3 1 1,20 31 0,-2 7 0</inkml:trace>
  <inkml:trace contextRef="#ctx0" brushRef="#br0" timeOffset="-212721.46">12786 14834 7533,'-19'0'2158,"6"8"-2517,8-6 359,10 6 0,30-16 0,12-2 0</inkml:trace>
  <inkml:trace contextRef="#ctx0" brushRef="#br0" timeOffset="-212570.46">12811 15187 7533,'-36'16'1349,"20"-4"-1349,-1 5 0,57-17 0,-13-5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2:31:38.468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19333 2575 8432,'13'0'3276,"10"-8"-6553,-4-9 2205,-4 5 2391,7-19-1229,-21 27 770,5-12-681,-6 0-179,-6 12-89,-1-11 3301,-27 15-3212,5 0 0,4 1 0,-3 6 0,-13 15 0,0 12 0,16-7 0,0 4 0,1 2 0,1 0-233,0-1 0,0 1 0,2 1 0,2 2 233,-1 6 0,2 2 0,3 0 0,5-3-180,4-3 0,4-3 0,4-1-45,6 13 0,8-5 0,8-13 1,6-5 313,2-8 1,2-7 360,4-10 0,-2-6-90,7-5 539,-14-21-269,-22 14 89,-1 1 123,-12 34-2191,10 13 224,5-2 1,5-1 359,4-6 1,4-3 764,10 3 0,3-7 0,-6-10 0,0-4 0,1 0 0,0 0 0</inkml:trace>
  <inkml:trace contextRef="#ctx0" brushRef="#br0" timeOffset="982">19591 2240 7443,'-17'-35'3148,"-3"15"-2788,4 0 0,-3 1-271,-4 11 1,-3 2-270,-19-7 1,-6 1 119,11 8 0,-1 3 0,-4 6-255,9 3 0,-3 4 0,-1 3 0,0 0 0,1 0 202,-6 0 1,2 1 0,-1 2-1,1 3 113,3 3 0,0 4 0,-1 2 0,2 1 0,1 1 60,6-5 0,0 1 0,1 1 0,0 0 0,2 2 0,2 0-60,-3 5 0,2 1 0,2 2 0,1 0 0,1 2 180,3-5 0,0 1 0,0 2 0,2-1 0,4 1 0,4-1-144,5 3 0,3 1 0,4-1 0,4 0 0,2-2-149,7 6 1,4 0-1,5-3 1,5-4 184,0-8 0,6-2 0,2-4 0,3-1 0,1-4-13,-2-5 1,2-2 0,1-2 0,1-2 0,1-3 0,1-1-178,2-3 0,2-3 0,0-2 0,0-2 0,1-1 0,-1-1 220,-5 0 1,0-1 0,1 0 0,-1-2 0,0-1 0,-2 0 0,-2-1-50,7-3 1,-3-1 0,-1-1 0,-1-2 0,-2-1 108,-2-2 0,0-2 0,-1-1 0,-4 0 0,-4 0-60,0-4 1,-6 1-1,-3-6-12,-3-5 0,-2-6 0,-4 0 0,-2 2-210,-2 1 0,-3 2 0,-5-3-185,-4 5 1,-4-3-1,-2-1 1,-3 1-1,0 6-445,-6 0 1,-2 4-1,-2 1-343,-7-8 1,-3 0 0,3 9 1245,5 11 1,4 10-1,1 17 1,29 22-1</inkml:trace>
  <inkml:trace contextRef="#ctx0" brushRef="#br0" timeOffset="2782">22570 2981 7533,'-7'25'989,"1"3"1,6-16 269,0-22-630,11-27-494,-5 4 0,2-3-405,8 0 1,3 0 179,-2-4 0,-1-1-30,-2 9 0,1 0 0,-1 2 120,-1 4 0,0 1-45,-4-5 0,-1 11 225,-3 27 90,-5 35-270,0-2-45,3 1 0,5-1-135,17-8 225,-10-9 0,3-7 180,16-30 0,2-13-225,-11 7 0,-1-5 30,2-12 0,1-6 0,-3 2-120,0 0 0,-3 2 45,-5-5 0,-1 7-45,7 19 899,-15 52-764,1-1 0,2 4-165,-1-6 0,1 1 0,1 0-360,1 1 1,1-1-1,0-2-375,9 11 1,0-3 89,-5-7 1,-3-3 764,4 6 0,-18-18 0,-7-9 0</inkml:trace>
  <inkml:trace contextRef="#ctx0" brushRef="#br0" timeOffset="3332">23493 2134 7533,'-40'-15'125,"-1"0"1,1 0 0,-5 3 0,-3 2 0,-1 5-194,7 4 1,-1 4 0,-1 3-1,-1 1-418,6 2 0,0 1 0,0 2 0,-1 2 0,0 4 606,0 5 0,-2 3 0,0 4 0,1 1 0,1 0 0,3-1-185,1-2 0,2-1 1,1 1-1,0 2 0,0 6 235,6-5 0,-1 3 0,-1 4 0,1 2 0,-1 0 0,2 1 0,2-1 0,2-2 0,4-3-45,-2 6 1,4-3 0,3 0 0,1 0 0,0 5-152,-1-2 0,-1 4 1,1 2-1,0 0 1,4 0-1,3-3 0,7-4-177,8 10 1,7-3 0,7-4 0,4-2 184,-1-10 0,5-1 0,3-3 0,3-2 0,1-3 18,-1-5 0,3-2 0,1-2 0,2-3 0,1-2 0,1-3 25,-2-2 1,1-3 0,1-2-1,1-3 1,0-1 0,-1-1 0,0-1-26,1-2 0,1-1 0,-1-2 0,0-1 0,-1-1 0,0-2 0,-1-1-13,-1-1 0,0-2 0,-1-1 0,0-1 0,-2-1 1,-1-2-1,-1 0 25,-2 0 1,-1-1 0,0-1 0,-2-1 0,-1-1 0,-3-1 0,-1-2-43,-1-5 0,-2-2 0,-3-2 0,-1 0 0,-3 0 0,-1 1-6,-1 0 0,-1 1 0,-2-1 0,-4 1 0,-4-1 197,-4-3 1,-5-2 0,-3 2 0,-4 1 0,-4 6-187,-4 4 1,-4 4 0,-4 3-1,-1 2-762,-5 2 0,-3 3 0,0 4 0,0 3 787,0 2 0,0 5 0,0 6 0,-2 10 0,0 7 0,4 2 0,3 8 0,-1 1 0</inkml:trace>
  <inkml:trace contextRef="#ctx0" brushRef="#br0" timeOffset="4083">22262 3881 7533,'0'-33'1529,"0"1"0,0-11-1079,-6 35-270,-22 41-1,-1 0 1,-4 5-210,7-5 0,-1 2 0,-3 5-439,2-5 0,-2 4 1,-2 2-1,-1 0 0,2-1 451,3-3 0,-1 0 0,1 0 0,-1 1 0,0 1-12,1-2 0,0 1 0,-1 2 0,0-2 0,-1 0 1,2-2 29,-3 0 0,0-1 0,0-1 0,1-1 0,1-2 56,1 0 0,1-1 0,0-2 0,1-2-146,-5 3 0,0-4 0,3-2-270,1-4 0,4-3-629,-1 2-720,13-11 1709,16-14 0,8-3 0,6-8 0</inkml:trace>
  <inkml:trace contextRef="#ctx0" brushRef="#br0" timeOffset="4417">21216 4780 9691,'-13'-19'540,"-4"19"-315,1 23 0,2 12-225,-1-4 0,0 2 0,1 3-224,2 0 0,0 3 0,1 0 0,1-2 224,-5 3 0,1-3 0,6 0-7,9 14 0,13-10 321,8-27 1,8-10-165,5-11 0,5-9 0,1-3-636,-8 3 0,0-2 0,0-2 0,1 0 328,2-2 1,1-1-1,1-1 1,-2 1 157,1 0 0,0 0 0,-2 1 0,-3 4 0,8-3 0,-4 4 0,-6 6 0,0-1 0</inkml:trace>
  <inkml:trace contextRef="#ctx0" brushRef="#br0" timeOffset="6037">20280 5874 7533,'6'-28'180,"-5"3"179,5 15 631,-6-6-450,0 14-91,0-13-89,0 13-630,0-6 90,-6 24 180,1 6 0,-2 7 120,0 0 0,-2 4 0,1 3-203,-1-1 0,-1 3 0,1 1 1,0-1 149,0 1 1,1 0-1,0 0 1,0-1 201,-3 9 1,0-2 0,3-3-135,0 0 0,3-6 45,0-3-360,5-33-270,0-2 90,0-6 1,0 8 960,0-7-511,0-3-180,0 0 270,0 2-180,0 8 90,0 0-270,5 0 180,-3 0-90,3 0-90,-5 0-1889,0 0 1619,0-8 360,0-1 720,6-40-315,-4 7 0,2-5-389,4 7 0,3-2 0,-1-3 231,-1 4 1,0-1-1,0-1 1,3 2-8,4-6 0,4 1 0,0 2-90,-1 4 0,1 2 0,2 3-1,-1 6 1,2 3 0,0 4 75,8 0 0,1 7 0,4 5 0,1 10 0,-2 15 0,-2 5-180,-11-5 0,-3 4 90,4 16 0,-8 2 1076,-13 2-1076,-6-12 0,-4-1 45,-23 10-585,-3-25 0,-4-5 270,2 0 1,-1-4-91,-6-5 0,2-2-540,11 4 1,3 0-315,-9-7 1169,34 16 0,25-5 0,13-4 0,10 5 0,0 0 0</inkml:trace>
  <inkml:trace contextRef="#ctx0" brushRef="#br0" timeOffset="6665">21118 5380 7533,'-18'-18'2158,"-2"8"-1258,-15-13-855,14 10 0,-2-2-135,-11-7 0,-4-1-180,4 9 0,-3 1 0,-2 3-456,-8 0 1,-3 4 0,-1 5 612,4 5 1,-1 5 0,-1 4-1,1 2-165,6 0 0,0 3 0,-1 1 0,1 3 0,1 2 367,3-1 1,0 2 0,1 1 0,0 2 0,0 1 0,2 0 134,-1 3 1,1 1 0,0 1 0,1 1 0,1 0 0,1 0-75,1 0 0,2-1 0,0 2 0,1-1 0,2 2 0,1 0 14,2 0 1,1 0 0,1 1 0,2 1 0,2-1 0,2 0-363,2 3 1,1 0 0,3 0-1,3 1 1,3-1 89,2 1 0,3 2 0,3-1 0,4-1 0,5-3 54,6-3 0,4 0 0,4-3 0,4-3 1,3-3-151,2-3 0,5-3 0,3-3 0,3-3 1,0-2-1,1-4 306,-3-3 1,2-3 0,1-3 0,0-2 0,1-2 0,1-1-1,-1-1-172,-2 0 0,2-2 0,0-1 1,0-1-1,0-2 0,-1-1 1,-2 0-1,-1-2 134,-1-1 0,0-1 0,-2-2 1,-1 0-1,-1-2 0,-1 0 1,-1-1-65,4-3 0,-1 0 0,-1-2 0,-2 0 0,-3-2 0,-4-1 113,-4-1 0,-2-2 0,-4-1 0,-2-1 0,-3 0-1,2-9 0,-5-1 1,-3-1-1,-5 0-45,-6 2 1,-4-1 0,-5 1-1,-4 1-45,-6-1 1,-6 2 0,-3 1-1,-4 3-364,2 11 0,-3 2 1,-2 1-1,0 2 0,1 1-265,-2-2 0,1 1 0,0 2 0,0 5 607,-12 0 0,1 6 0,9 9 0,5 20 0,29 15 0</inkml:trace>
  <inkml:trace contextRef="#ctx0" brushRef="#br0" timeOffset="7667">24206 5786 7533,'-19'-18'2248,"1"0"-1708,12 1-270,0 7-90,6 33-360,0 24 90,-1-15 0,-1 4 0,0 0-30,1-2 0,1 0 0,-1 0-90,0 7 0,-2 1 1,2-3-16,1 4 0,0-4-180,-1-10 0,2-5-1573,4-1 1978,2-23 0,5-23 0,0-6 0</inkml:trace>
  <inkml:trace contextRef="#ctx0" brushRef="#br0" timeOffset="7916">24170 5715 8252,'-7'-45'1260,"7"10"-856,19 20 1,7 4-270,5 5 0,3 2-285,1 1 0,3 1 0,0 0-360,0-1 1,-1 0-1,0 1-165,12 1 1,-3 0 674,-8-5 0,-15 4 0,-49 18 0,-5-7 0,0 1 0</inkml:trace>
  <inkml:trace contextRef="#ctx0" brushRef="#br0" timeOffset="8099">24157 5891 7533,'-20'8'809,"36"10"-449,16-11 0,10-2-690,-7 0 0,2 1 0,0-2 330,10-1 0,-2-6 0,0-9 0,-5-7 0,-21-1 0,0 1 0</inkml:trace>
  <inkml:trace contextRef="#ctx0" brushRef="#br0" timeOffset="9016">23394 3616 7083,'-6'-18'1079,"10"9"-89,9 24-361,6 12 1,4 7-540,0 0 0,2 5 0,1 4-611,-5-7 1,0 3 0,0 2 0,1 1-1,-1 0 395,1 1 0,-1 0 0,1 1 0,0 1 1,-1-1 71,-1 1 0,1 0 0,-1 0 0,-1 0 0,-1-2-45,-2-3 0,-1-1 0,-1 0 1,0-2-1,-1-1 159,5 10 0,-2-2 0,0-1 24,-2-6 0,0-2 1,0-1-85,2 3 0,-1-4-90,10 10-180,-13-25 545,-23-34 0,-31 10 0,10-5 0,-1-1 0</inkml:trace>
  <inkml:trace contextRef="#ctx0" brushRef="#br0" timeOffset="9432">23689 4974 8252,'-14'0'1260,"36"24"-1171,-1-14 1,5 1 0,2 5 0,4 3 0,0-3 45,12 1 0,1-4-45,-8-1 0,0-7 539,3-16 1,-4-11-360,-14-4 0,-3-5-210,-2-1 0,0-4 0,-3 0-195,0-10 0,-4 0-45,-2 1 0,-4 2-630,1 14 1,-4 5-2159,-7 6 2968,5 20 0,7 24 0,7 1 0</inkml:trace>
  <inkml:trace contextRef="#ctx0" brushRef="#br0" timeOffset="10215">24810 5415 7533,'-18'-43'854,"3"17"1,-1-1-945,1 3 0,-2 1-45,-4 0 0,-6 3 105,-10 3 0,-7 3 0,-1 4-60,-2 7 0,-2 6 0,-2-1-178,9-4 0,-1-2 0,-2 2 0,-2 6 223,4 4 0,-2 4 0,-2 4 0,1 1 0,0 1 0,3 1-280,-1 2 1,3 1 0,0 1 0,1 2 0,-3 4 447,8-5 1,-1 2 0,-2 2-1,0 2 1,1 0 0,1 0 0,1-1-1,3-1-33,-7 6 0,3-2 0,1 1 0,3 2 0,2 5 51,5-1 0,1 5 1,1 2-1,3 2 1,2-1-1,4-1 0,5-4-233,7 10 0,8-4 0,3 0 1,-1 2-107,-6-5 0,-2 1 0,1 1 0,5-3 0,9-5 24,9-6 0,7-2 1,5-2-1,4-4 0,1-3 1,0-5 277,0-5 1,3-6 0,1-3 0,1-3 0,1-1 0,1 1-27,-6 0 1,2 0 0,0-1 0,1-1 0,0 0-1,1-2 1,-1-2 0,0-1-194,3-2 1,0-3 0,1-1-1,-1-2 1,0-1 0,-1 0-1,-1-2 1,-1 0 204,0-2 0,-1-1 0,-1-1 0,-1-1 0,-2-1 0,0-1 0,-2-1-60,3-4 0,-1 0 0,-2-2 0,-1-1 0,-3-1 0,-3 1 434,-1-2 1,-2-1-1,-3 0 1,-3-1-1,-4 1-149,-1-6 0,-3 0 0,-6 0 0,-5-1-262,-6 5 1,-5-2 0,-3 0 0,-4 1 0,-1 2-710,-4 0 1,-4 1-1,-1 2 1,-3 0 0,0 1 601,-2-1 0,-2 0 1,-1 2-1,0 2 0,1 3 1,-8-6-1,1 6 0,1 8 1,-4 18-1,1 0 1</inkml:trace>
  <inkml:trace contextRef="#ctx0" brushRef="#br0" timeOffset="22633">1358 3387 6993,'0'-18'1979,"0"-7"-1260,0 5-719,0-13 540,0 21 0,0-19-450,0 27-180,0-12 90,0 16 360,0 31-91,0-2 1,0 5-180,0 4 0,0 4 0,0 1-288,2 4 0,2 2 1,-2 0 129,-1-6 1,-1 2-1,0-1 1,1-1 307,2 5 0,0-3 0,-1-1-31,-4-6 1,-1-3 0,0-2-75,3 0 0,-2-7-135,-6-9-360,8-24-809,0-21-1709,0-17 2878,0 8 0,16 19 0,3 20 0</inkml:trace>
  <inkml:trace contextRef="#ctx0" brushRef="#br0" timeOffset="23115">1446 3334 7533,'-27'-36'3148,"9"1"-2159,26 16-89,35 3-586,-12 17 1,3 6-270,6 4 0,0 3-135,-3 2 1,-3 5-181,-4 15 0,-7 5 45,-10-5 0,-7 2-90,-10 11 0,-9-2 315,-7-8 0,-7-5 45,-11-5 0,-3-5 45,9-5 0,0-5-180,0-8 0,3-2-359,1 4-1890,13-16 450,38 6 1889,-17-6 0,25-3 0,9-1 0,-11-3 0,1 0 0</inkml:trace>
  <inkml:trace contextRef="#ctx0" brushRef="#br0" timeOffset="23598">2240 3140 2810,'-19'0'2698,"-5"-8"578,22 6-3113,-14-6 23,7 16-906,-17 2 532,-9 23 277,9-8 1,-1 3 60,6-1 0,0 3 0,0 1 255,-3 4 0,-1 1 0,4 1-225,3 3 0,3 1 0,1 1 119,-2 4 1,1 1 0,4 0-72,8-7 1,3 0 0,1-1-169,1 0 0,1 0 0,2-3-60,7 1 0,4-4-1639,4-1 1,3-5 1629,-1-8 1,1-1-1,-4 4 1,-1 0-1,15 13 1</inkml:trace>
  <inkml:trace contextRef="#ctx0" brushRef="#br0" timeOffset="32831">2575 3422 7713,'0'-10'629,"0"-6"91,0 15-1,0-15 271,0 6-1,0 0-359,0 2-630,0 8-1169,0-7 269,-15 20-269,3 15 1079,-2 4 0,-4 10 0,1 1 210,3 1 0,2 0 0,-1 2-8,0-9 0,0 2 1,-1 0-1,1-2 68,-3 9 0,2-2 0,1-6-135,2-8 0,2-3-405,1 14-449,18-49-2070,23-27 2879,-19 11 0,5-6 0,1-3 0,0-6 0</inkml:trace>
  <inkml:trace contextRef="#ctx0" brushRef="#br0" timeOffset="33348">2522 3528 7533,'0'-18'2518,"0"8"-1798,0 26-360,0 29-405,0-13 0,0 1-360,3 3 0,2-2-314,13 11 449,9-19 450,16-50-90,-23-3 0,-2-8-61,-3 1 1,-1-3 0,0 0 180,-1-2 0,-1-1 0,-2 1 150,0-8 0,0 4-1,-3 11 1,1 13 180,8 35-180,-4 23-495,0 2 0,1 4 180,-3 3 0,-2 2-95,-2-12 1,0 2 0,0-2-11,0-4 0,0-1 0,-1 0-435,-1 13 0,2-6-674,10-3-1170,-7-13 2339,9-24 0,8-39 0,-13 14 0,1 1 0</inkml:trace>
  <inkml:trace contextRef="#ctx0" brushRef="#br0" timeOffset="34051">3545 3281 7533,'-9'-18'3058,"-7"1"-2069,14 7-1079,-6 33 180,7 2 0,2 5-240,-1 2 0,0 4 1,0 2 89,0 7 0,0 3 0,0 0-122,0 1 0,1-1 1,-2 0 121,-1-5 0,-1 0 0,0-3 60,3 6 0,-2-6-990,-5-5-809,7-27 1799,7-18 0,27-23 0,-11 14 0,1 1 0</inkml:trace>
  <inkml:trace contextRef="#ctx0" brushRef="#br0" timeOffset="35018">4057 3510 7533,'-18'-8'719,"9"22"-449,1-10 45,5 36 0,6 16-270,-4-16 0,2 2-105,1 1 0,1 3 0,0-3-30,-4 0 0,3-6 540,14 6-91,-14-51-269,6-29-90,-9 5 0,-3-7 0,1 0-30,2 2 0,0 0 0,1-2-103,1-1 0,0-3 0,1 0 0,2 4 162,3 2 1,2 2 0,2 3-30,9-12 0,6 12 90,3 22 0,2 12 45,-2 8 0,-3 7 45,-2 8 0,-3 3-135,-1 3 0,-6 1-45,-15-1 0,-4 1 266,1-4 1,-4-4-177,-15-7 0,-5-6-180,-11 5-270,8-15 0,3-2-1259,6 1-360,7-8 1979,17 6 0,20-3 0,11 2 0,-4 3 0,0 0 0</inkml:trace>
  <inkml:trace contextRef="#ctx0" brushRef="#br0" timeOffset="35336">4516 3545 8882,'5'-19'1799,"-1"3"-1979,31 13 0,11 6-585,-19-3 1,1 0 269,11 0 1,0 0 494,-6-2 0,-9 4 0,-18 14 0,7 3 0</inkml:trace>
  <inkml:trace contextRef="#ctx0" brushRef="#br0" timeOffset="35536">4498 3704 7533,'-18'8'3276,"16"-6"-1515,28 14-1761,13-14-945,2 1 1,2 1 944,-13 1 0,-1-2 0,10-2 0,-1 0 0,-12 3 0,0 0 0</inkml:trace>
  <inkml:trace contextRef="#ctx0" brushRef="#br0" timeOffset="36049">5255 3493 7533,'-6'-10'1619,"5"-14"-1080,-5 59-539,6-33-360,3 29 1,1 21-1,0-7-360,-1 0 360,2-5 1,1 8-1,-1-7-629,2 8 989,0-4 0,-7-37 0,-7-27 0</inkml:trace>
  <inkml:trace contextRef="#ctx0" brushRef="#br0" timeOffset="36305">5046 3510 7533,'-39'-27'3276,"42"-22"-166,25 17-3020,-1 12 0,7-1 0,1 4-540,3 4 0,1 4 1,3 1-371,-3 1 1,2 0 0,0 1 0,-2 1 470,6 0 0,-2 1 0,-1 5 1,0 4-1,-2 3 0,-3 2 0,-1 5 1,0 0-1</inkml:trace>
  <inkml:trace contextRef="#ctx0" brushRef="#br0" timeOffset="37370">5538 3951 6633,'-7'0'1889,"12"-8"-1799,9-17 90,-2 0 0,1-3-180,-1-4 0,0-1 180,3-7 0,1 2-135,-7 13 0,2 3 135,18-12 89,-16 42 1,16 12 270,-14 23-180,2-14 89,-6 5-449,-9-17-359,3 9 179,-5-7-450,6 7-359,1-1 539,11-5 450,6-2 450,13-34-180,-9-6-1,-7-9 1,-3-4-135,-10 11 0,-1-1-45,6-14 0,-2 1 180,-4 7-270,-2 0 0,-5 46-180,-5 13 180,3 9-45,-1-8 0,1 1-180,6-3 0,3 1 45,0 0 0,5-1 180,7-4 0,4-3 0,1-8 0,2-7 0,7-9 0,2-7 135,5-5 0,-1-6-45,-8-7 0,-2-4 270,3-2 0,-5-1-91,-14 5 1,-7-1-45,-3 4 0,-6 3 765,-16-2-631,-24 35-628,15 21-676,10 3 1,7 5 44,15-1 1,9 0 899,-1-6 0,4 1 0,5-3 0,7-4 0,6-3 0,2-2 0,6 1 0,0-1 0,0 1 0</inkml:trace>
  <inkml:trace contextRef="#ctx0" brushRef="#br0" timeOffset="38748">7248 3739 7533,'-14'-7'-180,"-2"5"2518,15 2-808,-5 33-1620,6 6-405,0-9 0,0 1-1124,-5 14-1079,-7-10 2698,-8-17 0,-9-34 0,-3-13 0</inkml:trace>
  <inkml:trace contextRef="#ctx0" brushRef="#br0" timeOffset="39767">8208 3316 7982,'-12'-27'2249,"5"9"-2069,-4 2-360,-1 14 270,-8-13 0,-4 13-540,-6-6 180,4 16 91,-10 17 179,5 12 45,13-15 0,-1 2 44,-2 7 1,0 4-1011,4-4 1,0 2-1,2-1 966,-3 4 0,1 1 45,4 3 0,0 3 0,5-5 0,6-12 0,3-1 45,8 15 0,5-3-315,9-8 45,17-15 0,5-12 0,-16-17 0,-1-4 135,13 6 0,-2-5 1040,-17-7 1,-2-5 0,-3 3-321,4-9-181,-10 3 181,-30 61-540,6-6 0,0 3-945,2 4 1,3 2 764,6 9 0,10-3 0,10-14 0,6-3 0,8 8 0,0 1 0</inkml:trace>
  <inkml:trace contextRef="#ctx0" brushRef="#br0" timeOffset="40519">8590 3581 8342,'-14'-20'2609,"-2"4"-1800,14 9-269,13 5-540,26-6-540,-4 7 1,3 2-766,2-2 1,0 2 1304,0 0 0,-7 6 0,-17 18 0,-25 12 0</inkml:trace>
  <inkml:trace contextRef="#ctx0" brushRef="#br0" timeOffset="40734">8540 3757 7533,'-32'0'1709,"30"0"-1080,41 0-899,1 0 1,6 0-361,-9 0 0,1 0 1,-1 0 629,6 2 0,0-4 0,1-9 0,3-6 0,-3-2 0,-9-1 0,0 1 0,0-1 0</inkml:trace>
  <inkml:trace contextRef="#ctx0" brushRef="#br0" timeOffset="41000">9254 3422 7533,'-13'0'0,"2"0"1079,11 23-899,-5 2 0,-1 3-45,2 12 0,-1 3-225,0-9 0,-2 2 0,1 0-315,2 14 0,2-2-450,1-14 1,2-4 854,5 11 0,18-72 0,-11 6 0,0 1 0</inkml:trace>
  <inkml:trace contextRef="#ctx0" brushRef="#br0" timeOffset="41252">9254 3316 7533,'-19'-27'2878,"7"9"-2158,17 10-1,20 8-1034,1 4 1,3 0-361,-4-3 0,2 0-345,5 3 1,4 1 0,-4 2 1019,-5 0 0,-3 3 0,8 18 0,-50 7 0</inkml:trace>
  <inkml:trace contextRef="#ctx0" brushRef="#br0" timeOffset="41435">9180 3528 7533,'-38'8'2698,"14"1"-2518,45 9-540,5-12 0,6-2 360,2-1 0,4 0 0,0-1 0,2-2 0,0 0 0,0 0 0,5 0 0,0 0 0,-1 0 0</inkml:trace>
  <inkml:trace contextRef="#ctx0" brushRef="#br0" timeOffset="42102">9832 3704 7533,'-30'0'809,"-12"0"-314,17 3 0,0 2-405,-3 3 0,-1 2-135,-2 2 0,3 3 135,-7 20-180,12 1 90,41-9-180,26-9 180,-14-16 0,2-4 90,-6-1 0,0-4 89,13-15 1,-4-5 0,-3-6 450,-10 3 0,-4 1-181,-12 9-359,-19 20-1079,5 35 359,3 13-315,18-17 1,8-2-135,1-8 0,3-4 1079,0-1 0,2-7 0,5-20 0,-1-9 0,-9-5 0,1 1 0</inkml:trace>
  <inkml:trace contextRef="#ctx0" brushRef="#br0" timeOffset="42385">10251 3193 7533,'-7'-10'629,"-4"10"271,9 17-316,0 13 1,-1 7 44,3 11 1,0 4-960,-2-5 1,0 2-1,0-2 360,2-9 0,0-2 0,-1 2-570,-1 9 1,-1 3-1,3-8-300,2-14 1,1-1 839,-2 14 0,5-8 0,17-23 0,4-12 0</inkml:trace>
  <inkml:trace contextRef="#ctx0" brushRef="#br0" timeOffset="43268">10571 3598 7533,'-12'-17'2518,"-1"-1"-1079,1 0-899,5 9-630,2 16 270,10 29-405,-2-10 0,1 3-135,2 6 1,0 0 89,1-3 0,-1-1 270,-2 1 0,-1-3 810,-3 0-451,-7-5-628,0-40-361,1 4-270,39-6 451,8 11 359,-7 2 0,6 0 0,-2-1 315,10-6 0,-1-3-16,-13 2 1,1-2 0,-6-3 150,3-10 0,-10-4 224,-15 1 1,-7-1-315,-6 3 0,-8 3-180,-8 7 0,-5 11-360,1 16 0,0 9-360,-1 8 1,5 7-1,5 10 0,9 4-719,16-1 0,6-2 1319,-8-8 0,7-5 0,13-11 0,9-6 0,0-2 0,8-3 0,0 0 0</inkml:trace>
  <inkml:trace contextRef="#ctx0" brushRef="#br0" timeOffset="44135">11371 2963 6993,'27'42'819,"-1"1"0,-4-5 0,-1 4 0,-1 1-222,-5-8 1,-1 1 0,-1 1 0,-2 2-814,-1-1 1,-2 4-1,-1-1 1,-1 0-1,-1-5 276,-1 3 0,-3-4 0,-2 1 272,-3 5 1,-4 1 0,-3-4-1638,-11 3 1,-4-5 809,2-9 1,0-1 303,-2 3 0,3 0 191,0 11 0,34-19 0,9 22 0</inkml:trace>
  <inkml:trace contextRef="#ctx0" brushRef="#br0" timeOffset="55848">1341 5062 6993,'0'-27'2968,"0"9"-2338,0 10-90,0 1-360,0-3-180,-8 0 89,-2-6 91,-16 14-450,-1-6 1,-4 1 179,-1 12 0,-3 3 120,1-5 0,-2 0 0,2 3 194,-8 14 1,2 3-90,-1-6 0,3 4-135,12 6 0,7 4-90,10 16-60,19-17 0,9 2 1,3-2 89,0-3 0,4-3 0,2 2-138,1 1 0,2 1 1,1 1-1,-3-1 138,2 2 0,-3-1 0,-2 2 90,0 2 0,-2 2 0,-6 1 28,-3 9 0,-12 0 212,-9-12 0,-6-1 0,-3-1 92,-14 8 0,-7-6-272,6-14 0,-4-4 0,0-4 135,-15 2 0,0-10-225,3-12 0,4-7-495,8-2 0,5-2-315,7 2 1,9-1-2069,21-6 2878,-2 17 0,24 6 0,10 4 0,-11-2 0,1 0 0</inkml:trace>
  <inkml:trace contextRef="#ctx0" brushRef="#br0" timeOffset="56751">1746 5715 7533,'0'-25'1169,"0"5"-269,-8-6-91,6 17 1,-13-15-91,5 20-269,-8-19-720,-7 13-90,-3 0-45,4 8 1,-3 4 179,4 9 0,-1 4 180,-10 1 0,0 5 45,9 8 0,3 3 225,-2-2 0,5 2 44,6 7 1,8 1-270,5-7 0,8-2 0,10-2 0,7-5-90,10-7 1,3-8 89,-6-9 0,2-8 0,2-7 0,2-6 0,-6-2 89,-8-6 1,-3-3 30,3 2 0,2-3 0,-9 2 15,-14 3 0,-4 1 495,-3-8-630,-30 43-1639,27 19 1,3 7-1356,-12 11 2409,20-4 1,8-2-1305,15-2 1889,2-7 0,2-19 0,3-7 0,-5-8 0,-1-1 0</inkml:trace>
  <inkml:trace contextRef="#ctx0" brushRef="#br0" timeOffset="57431">2028 5768 7533,'-17'-28'3276,"7"11"-1965,2 25-1401,8 27-270,1-5 1,-2 3 134,-3 3 0,0 0 0,3 0 0,0-1-225,1 10 630,10-28-90,16-42 45,-16 0 0,-1-5 45,5-9 0,-2-2 269,-6 0 1,-2 1-360,0 11 0,-1 4-360,-3-9-89,8 50-181,2 21 450,-2-6 0,2 1-45,2-4 0,1-1-45,7 16 720,13-33 0,-13-36-91,-7-3 1,-1-5-135,-2-6 0,-2-2 179,1 4 1,-1 4-315,2-2-540,-2 62-899,-8 23 404,2-7 1,4 2-585,5-7 0,3-1 1439,2-2 0,6-6 0,10-14 0,4-8 0,0-8 0,1 0 0</inkml:trace>
  <inkml:trace contextRef="#ctx0" brushRef="#br0" timeOffset="58015">2575 6068 7533,'-6'41'323,"1"0"1,-1 0 0,2 1 0,1-1 0,0 0-264,-1-4 0,1-1 0,2-1-105,8 7 0,2-4 315,-5 5 449,11-59-404,-13-11 0,-4-8-195,2-3 0,0-4 0,0-2-485,0 3 0,0-3 1,0-1-1,0-1 419,1 5 0,0 0 0,0-1 0,1 1 0,1 0-32,4-8 1,1 0-1,1 1 1,0 4 97,0-3 0,0 4 0,5 7 191,10 4 1,3 15 137,8 45-314,-12 4 0,-3 6-45,-8 3 0,-2 1-135,5 2 0,-7 0-135,-16-7 0,-7-4 225,2-4 0,-4-5 0,-4-7 0,-3-6-90,-6-8 0,1-6 611,-2-17-2185,15 0 0,7-3 90,18-6 1529,11-5 0,16 10 0,8-1 0,-15 6 0,0 1 0,0-1 0</inkml:trace>
  <inkml:trace contextRef="#ctx0" brushRef="#br0" timeOffset="58616">3052 5274 7533,'-8'-45'2069,"6"10"-540,-6 9-900,8 24-179,-8 12 90,6 25-585,-9-6 0,-1 3-135,9 7 0,2 2 120,-6-4 0,-3 1 0,3 1-270,5 5 1,2 0 0,0 1 179,-1 1 0,1-1 0,1 0 150,3-5 0,2-1 0,2-3-135,3 7 0,5-7 90,11-11 0,5-7 45,3-6 0,3-7 90,2-9 0,2-7 210,-7-4 0,1-3 0,-5-2-166,-4-4 1,-3-3 165,-1 1 0,1-3 0,-7 2 374,-9-1 1,-4 1-90,3-10 0,-6 3 674,-26-5-809,-13 31-406,11 25 0,1 11-494,9 6 1,5 5-316,0 4 1,8 2 89,15-4 1,12-2-136,1-13 0,5-2 1,4-3 481,7-2 0,3-4 0,1-4 1,-1-7-1,0-4 0,1-2 1,-2-5-1,1-1 0,-1 1 1</inkml:trace>
  <inkml:trace contextRef="#ctx0" brushRef="#br0" timeOffset="60582">5378 5203 7533,'0'-25'1619,"0"5"-180,5-13-450,2 13-89,5-5-630,-5 15-360,-1-13 180,-6 19-540,-11-12 270,-3 16 360,-21 0-270,-9 16 135,14-8 0,-2 3-135,-2 13 0,0 3-45,0-5 0,0 3 75,5 9 0,0 5 0,3-4 150,0-8 0,3 3-23,5 4 1,1 8-1,1 2 1,4-3-68,4-2 0,3-2 0,3 2-150,3 10 0,3 1 0,2-4 150,-3 8 0,11-12 330,24-25 0,13-12 0,-6-9-150,-12-11 0,-1-7-31,12 2 1,5-1 0,-10-3 749,-16-12 1,-7 9 809,2 31-1439,-14-2-810,-6 29 1,-1 11-901,11-14 1,5-1 1439,2 3 0,3-3 0,6-10 0,2-7 0,1-12 0,1 0 0</inkml:trace>
  <inkml:trace contextRef="#ctx0" brushRef="#br0" timeOffset="63245">1640 5380 7533,'-7'-18'-1619,"-3"-7"1709,0 13 1079,2-19-629,0 19 89,-1-21 181,-17 13-540,6-6 404,-9 16 1,-6 11-765,6 16 0,-2 13 0,0 6 0,0-2 18,4-6 0,-1 0 0,1 1 0,0 2 0,1 2 87,1 1 0,-2 4 0,0 2 0,4-2 0,7-2 0,9-4 165,19 16 0,13-10-135,-8-15 0,7-11-245,8-18 1,9-15 0,6-7 0,0-3 0,-4 4 176,-1 0 1,-3 0 0,2 0-1,3-2 48,-6 6 1,2-1 0,3-1 0,0 0 0,1 0-1,-3 1 1,-2 1 8,3-3 1,-3 0 0,-1 1 0,0 4 0,1 4-103,13 0 1,2 3 0,-4 9-1,-16 13 38,-18 17 0,-12 12 0,-2 3-38,0 4 1,-2 4 0,-3 2 0,-2-2 89,-3-3 0,-4 0 1,2-2-1,3-1 38,3 5 0,5-1 0,8-10 300,14-8 0,9-13-91,2-15 1,6-11 0,1-3-270,-5 1 0,0-2 0,0-3 0,-1-1-177,2-5 1,0-2 0,-2-2 0,-1 0 108,-3 3 1,0 0 0,-3 0 0,-2 0 22,13-15 0,-15 8 135,-24 22 44,-25 34 1,-13 22 0,13-17 0,-3 3 0,0 1 0,1 1 5,0 3 1,0 2-1,2 0 1,2-1-171,-4 6 0,3-1 0,20-13 30,31-17 0,19-12 0,3-9 105,-15-4 0,3-6 0,2-5 0,0-2 0,0 0 0,-2 3-202,5 0 1,0 1-1,-1 0 1,1-2-1,-1-2 7,0-4 0,3-5 0,-1-1 0,-2 0 0,-6 6 0,-8 7-179,11-6 454,11 21-455,-59 33 0,-19 17 0,3-1 135,10-3 0,-1 3-405,-4-7 0,-8 8 1,0 1-1,6-5 1,13-8-1260,24 6 1799,-14 7 0,7-10 0,19-37 0,13-18 0,5-8 0,-2 2 0,-6 6 0,-1 0 0,0-1 0,1 1 0,-1 0 0</inkml:trace>
  <inkml:trace contextRef="#ctx0" brushRef="#br0" timeOffset="64110">5476 5627 7533,'-6'-30'90,"1"1"0,2-3 0,-2-1 269,-12-8 1,-5 2 314,-1 11 1,-5 9-375,-2 12 0,-5 7 0,-3 7-103,1 9 1,-4 8 0,-2 5 0,2 1 0,3-4-467,3-3 0,2-2 1,1 2-1,-2 2 299,2 2 0,-4 5 0,0 1 0,1-1 0,5-1 0,6-5 154,1 6 0,5-3-139,-3-3 0,11-9 0,31-31 0,14-15-113,-13 5 1,1-5 0,2-2-1,4-1-72,0 3 0,6-3 1,2-2-1,1 0 1,0 3-1,-3 3 1,-3 6 79,6-4 0,-3 6 0,-5 17 347,-3 27 1,-6 17 0,-8 6-944,-11-12 1,-7 4-1,-4 2 1,-1 1 0,1-1 632,-2 7 0,-5 6 0,2-2 0,7-10 0,14-17 0,24-20 0,15-18 0,2-8 0,-12-7 0,1 0 0,0-1 1,0 1-1,-1 0 0</inkml:trace>
  <inkml:trace contextRef="#ctx0" brushRef="#br0" timeOffset="65515">1658 6597 8522,'-10'-20'2789,"2"5"-1710,8 7-180,8-2-269,-6-8-270,6 1-900,-16 7-449,-9 2 584,-14 10 0,-5 4 405,3 2 0,-3 2 120,-4-1 0,-5 3 0,3 2-120,11 2 0,3 3 0,1-1 0,-15 3 0,13 5-90,37 18 0,16 2 90,-4-16 0,7 1-51,-2-5 0,4 4 0,1 0 0,-5 1 290,-2 7 1,-5 1 0,-2 0 120,2 0 0,-2 1 0,-7 1 29,-9 0 1,-6 0 0,-3-2 149,-3 8 1,-8-6-360,-6-14 0,-7-4 0,0-2-135,-9 4 0,0-5-270,-3-5 0,0-5-405,8-7 1,5-6-720,5-14-1928,27-3 1427,35-5 1850,12 15 0,-10-1 0,2-2 0,-2 3 0,-1 1 0</inkml:trace>
  <inkml:trace contextRef="#ctx0" brushRef="#br0" timeOffset="66293">1605 7250 9512,'-19'-10'2158,"26"18"-1933,30-1 0,11-3-630,-4-1 1,2-4 344,-3-3 0,2-4 0,-4-7 329,-10-7 1,-3-6 0,-6 0 315,-3-3 0,-9 1-316,-10-9 1,-12 11-900,-13 32 1,-5 14 584,1 10 0,3 8 75,11-2 0,4 5 0,2-2-30,1 10 0,8-2 0,13 1 0,8-9 90,18-16 269,-6-20 1,2-10-210,-8-8 0,0-8 0,-2-3-315,-4 0 0,0-3 0,-1-2 0,0-1 232,1-1 1,0-1-1,-1-1 1,-2 0-91,-1 2 1,0-2-1,-2 2 1,-3 1 22,0 0 0,-3 1 0,-2 2 270,-1-2 0,-5 5 179,-10 3-628,-17 56 208,15 0 1,2 8 0,2 3 105,1 0 0,2 4 0,2 2 0,2-2-315,1 0 0,2-1 0,3 0 1,2-2-641,2-4 1,3 0 0,2-3 0,2-5-12,10 4 0,2-12-164,-2-16 0,-3-4 995,2 3 0,-16-29 0,-3 3 0</inkml:trace>
  <inkml:trace contextRef="#ctx0" brushRef="#br0" timeOffset="66457">2293 7126 7533,'-29'-37'3276,"5"4"-1638,44 18 0,7 4-1264,-7-1-314,17 5 0,14 2 0,-4 2-1320,-8 2 1,-2 2 1259,0-1 0,2 0 0,-1 0 0,9 0 0,-4 0 0,-10 0 0,-1 0 0</inkml:trace>
  <inkml:trace contextRef="#ctx0" brushRef="#br0" timeOffset="67961">4392 6685 7533,'0'-17'2069,"0"-1"-1080,0 0-539,0 1 989,0 7-899,0 2-361,0 0 91,-8-2-450,6 1 90,-6-7 1,1 14-91,5-6 0,-6 8-180,0 0-180,-2 8 180,-23 10 315,11-2 0,-1 3 135,-11 3 0,-3 1 120,6-4 0,-2 2 0,1 0-180,4-1 0,0 0 0,0 2 30,-7 5 0,0 2 0,3 2 90,8-1 0,2 2 0,3 4-61,2-1 1,0 4 0,4 2 0,7-2-135,9 0 0,6 1 0,5-2 1,5-6-46,15 3 0,7-7 0,4-10 112,-5-15 1,4-7-1,-1-6 1,-1-3 359,-5-2 0,-1-5 0,-3-1 1,-4 1 336,5-15 1,-11 17-675,-22 43 0,-6 15-900,-1-8 1,2 2-239,5 3 1,4 2 0,7-11 1038,12-18 1,4-6-1,21 4 1,-19-18-1,-1 0 1</inkml:trace>
  <inkml:trace contextRef="#ctx0" brushRef="#br0" timeOffset="70802">4971 7003 7533,'-24'0'1619,"-1"-8"-540,12-2-179,2 0-91,16-5-269,18 13-540,16-6-90,-7 10 0,3 4-540,-3-2 1,0 1-990,5 4 0,-2 0 1619,11 1 0,-39-2 0,-23-8 0</inkml:trace>
  <inkml:trace contextRef="#ctx0" brushRef="#br0" timeOffset="70994">4935 7179 7533,'-25'0'2698,"17"0"-1349,31 8-1304,5-6 0,7-2-765,-2 0 1,4 0 0,-2 0 719,8-2 0,0 2 0,7 2 0,-2 4 0,-16 4 0,-1-1 0</inkml:trace>
  <inkml:trace contextRef="#ctx0" brushRef="#br0" timeOffset="71632">6104 6756 7173,'-7'-20'1529,"-4"4"-989,10 56-271,-7-3 1,-1 6-180,4-3 0,1 3 0,0 1-326,0-5 0,0 2 0,1-1 1,0-1 25,0 5 0,0-1 0,3-2-192,5 6 0,3-6-857,5 0 1259,0-49 0,-8-27 0,-5 7 0,0 1 0</inkml:trace>
  <inkml:trace contextRef="#ctx0" brushRef="#br0" timeOffset="71965">5969 6703 7533,'-21'-37'2968,"10"-5"-1709,40 15-764,-4 9 0,6 1-286,3 4 1,5 2 0,2-1-1030,0 1 1,4 0 0,0 0 0,-3 1 376,3 0 0,-3 1 1,2-1-143,-6 1 0,3 0 1,-3 0-1,-6 3-295,-3 0 1,-6 2 879,8 4 0,-50 14 0,-17 5 0,4-3 0,1-1 0,0 1 0</inkml:trace>
  <inkml:trace contextRef="#ctx0" brushRef="#br0" timeOffset="72231">5994 6932 7533,'-35'0'3276,"8"0"-1965,65 0-1311,10 0-765,-7-7 1,4-2-271,-2 7 1,0 0 1034,0-7 0,0 3 0,-2 15 0,-1 5 0,-1 1 0,1 0 0</inkml:trace>
  <inkml:trace contextRef="#ctx0" brushRef="#br0" timeOffset="72765">6769 7126 7533,'-20'-27'2428,"8"1"-2338,18-7 450,-4 3-180,9 3-270,-11 4-630,-16 21-359,-10 17 719,-3 1 0,-3 5 180,3 13 0,0 3 30,6-11 0,-1 1 0,4 0 239,-2 17 1,6 1-45,0-8 0,8-2-315,12-6 0,9-5-90,30-6 0,-9-26 1,2-10 89,5-6 0,-1-7 120,-16 6 0,-1-2 0,-2-1 374,6-9 1,-5 1 179,-7 11 1,-5 5-225,-10 13-270,-9 50-1729,3-12 1,0 2 1630,2 4 1,8-1 0,17 0 0,9-4-1,4-5 1,0-1 0</inkml:trace>
  <inkml:trace contextRef="#ctx0" brushRef="#br0" timeOffset="73293">7322 6473 7533,'-25'-17'1259,"12"-9"0,-3 15-629,14 11-136,-1 21 1,1 16-255,1 3 0,2 5 0,-1 2-285,-1-9 0,-1 0 0,0 2 0,1 2-81,0 3 0,1 4 0,-1 0 0,1-2 0,1-5-774,0-1 1,0-5 0,2 0-121,1 7 1,2-1 0,4-15 1019,10-19 0,9-8 0,-11 0 0</inkml:trace>
  <inkml:trace contextRef="#ctx0" brushRef="#br0" timeOffset="74111">7679 7003 7533,'-18'-20'2338,"-1"-11"-1348,-16 19-990,2-6-270,2 10-90,7 24 360,17 12 90,6 0 0,2 4 45,2 4 0,1 1 90,0 7 0,-1 0 44,1-7 1,-3-1 0,-2-8 0,-3-4 360,-3 2-450,-5-26-1979,16-10 1169,10-7 225,10 11 0,5 2 135,2-4 1,2 0 89,-1 5 0,4 0 0,-2-1 270,1-2 0,-2-2 0,1-3 149,0-4 1,0-2 0,-3-2 345,9-7 0,-5-5-256,-16 2 1,-3-4 0,-3 1-195,-1-2 0,-5 1-90,-3-1 0,-8 7-495,-26 18 675,7 22 0,0 9-360,-6 7 0,2 7 135,11-4 0,3 4 0,4 0-495,4 10 1,9 0-76,7-13 0,7 0 1,2-3 390,10 4 1,7-6 0,-4-11 0,4-3 0,0-2 0,10 1-1,0 0 1</inkml:trace>
  <inkml:trace contextRef="#ctx0" brushRef="#br0" timeOffset="84232">6055 4692 8072,'-7'-10'720,"1"2"-450,6 0 270,0 7-720,0-7 180,-5 0 90,3 6-90,-3-6 90,5 8 269,0 0-269,-6 0 180,5 0 0,-5 0 0,6 0-360,0 0 270,0 8 90,0-6-300,0 24 0,0 20 0,0-1-120,3-8 0,1 0 0,0 3-36,0 6 1,0 4-1,1 1 1,2-4 155,2 1 0,3-3 0,-2-5 120,0-1 0,1-7 270,11-1-270,-16-46-450,12-28 225,-8 5 0,-1-5-45,-1 10 0,1-1 0,-1 1 90,2-9 0,-1 2 180,-3 5 0,1 11-180,-2 22 922,1 37-697,-4 3 0,3 5 45,2-3 0,4 2 0,-1-1-180,1 9 0,5-4 60,4-10 0,4-2 0,2-12 749,3-14 1,2-12-406,12-12 1,-1-13-75,-15-1 0,-2-7 0,-3-4-498,-6 5 0,-1-4 0,-2-1 0,0 0 33,-1-2 0,-1 0 0,-1 0 0,-1 1 75,1-8 0,-1 1 1,-4 3 29,-5 8 0,-1 2 0,-2 6-600,-6-5 360,-10 29 270,8 27 0,5 7 0,9-2 0,5 23 0</inkml:trace>
  <inkml:trace contextRef="#ctx0" brushRef="#br0" timeOffset="85366">6842 5221 7533,'-19'0'1529,"-4"0"-1079,15 0 89,2 8-449,29 2-270,8-4 0,4-2 0,3-6 1,3-4 119,-6-1 0,1-2 0,-3-3 60,2-8 0,-5-5-45,-3 0 0,-8-3 225,-17 2 0,-8-1 449,-15-18-224,1 30 0,-4 3-46,0 1 1,-1 6 0,-19 21-315,22-1 0,2 5-90,5 9 0,4 5 90,0 5 0,5 2-45,10 4 0,8-2-270,1-8 0,7-5-750,7-11 1,7-4 0,-1-6 1019,8-8 0,0-10 0,7-5 0,-4-9 0,-15-8 0,1-1 0</inkml:trace>
  <inkml:trace contextRef="#ctx0" brushRef="#br0" timeOffset="85632">7371 5133 7533,'-11'-18'2788,"8"8"-1529,-8 10-809,11 34-990,0 5-404,-1-2 0,2 2 944,5-3 0,5-7 0,21-5 0,-7-23 0,1 0 0</inkml:trace>
  <inkml:trace contextRef="#ctx0" brushRef="#br0" timeOffset="86316">7679 5098 7083,'-33'0'764,"7"4"1,2 7-855,6 32 0,2-3 0,9 1-495,22-5 1,9-4 764,-6-5 0,3-10-90,13-31 0,-3-16-1,-14-10 1,-8-4-180,-6 1 1,-1 18 808,6 64-539,-4 2 0,-2 12 0,1 2 17,0-15 1,2 4 0,-1 0 0,-1-1 0,-3-3 401,-2 15 1,-3-4 0,-10-18-240,-15-21 0,-4-18-480,9-13 0,2-12 0,3-1-1409,-3-15 0,9 2 1259,6 13 0,10 9 270,22 21 0,8 4 0,-4-16 0,1-3 0,15-3 0,0 1 0</inkml:trace>
  <inkml:trace contextRef="#ctx0" brushRef="#br0" timeOffset="87239">7974 4745 7713,'-13'-10'1799,"-3"41"-1710,14 5 1,4 9 0,2 2-225,-3-10 0,0 2 0,1 1 1,0-1 134,1 0 0,-1 1 0,2-1 0,1-3-240,2 8 0,2-2 0,3-22 105,6-31 0,1-13 495,-1-1 0,-2-3 134,4-12 1,-4 4-1034,-4 10 359,5 65-135,0 6 0,7-1 405,1-21 0,3-11-45,7-18 0,-1-16 112,-15-6 1,-3-9-1,-3-6 1,-1 1 426,-2-4 1,-1-2 0,-2 1-1,0 1-614,1-3 0,1 1 0,-3 6-510,-3-3 1,-1 20 899,-2 68-270,0-9 0,1 8 0,-2 1-180,0-3 0,-1 2 0,1 0 0,0-1-90,1 8 0,1-1 0,2-2-180,1 0 0,3-2 1,5-11-1350,28-5 1439,0-12 270,-6-16 0,-22-16 0,0-4 0</inkml:trace>
  <inkml:trace contextRef="#ctx0" brushRef="#br0" timeOffset="87505">8405 4974 7533,'-33'-19'3276,"21"-5"-3205,37 10 0,13 3-1376,-1 0 1,2 0 1304,3-3 0,0 3 0,-4 5 0,-4 4 0,-1 2 0</inkml:trace>
  <inkml:trace contextRef="#ctx0" brushRef="#br0" timeOffset="88103">7409 4851 7533,'-45'-18'413,"47"8"1,10-5 0,16 10 0,-1 0 0</inkml:trace>
  <inkml:trace contextRef="#ctx0" brushRef="#br0" timeOffset="88866">9082 5045 7533,'-18'-18'1259,"10"8"2017,19-29-2055,32 23-1401,-12-1 1,3 1-361,7 9 0,2 6-553,-8 5 1,1 3 0,-4-2 668,-4-4 0,-3 2 0,19 20 0,-65-13 0</inkml:trace>
  <inkml:trace contextRef="#ctx0" brushRef="#br0" timeOffset="89100">9131 5115 7533,'-26'0'2698,"8"0"-4337,42-3 1,13-2 964,-10 3 775,4-2 1,7-2 0,0 1-1741,3 4 1,-2 0 1617,-4-3 1,0 0 0,12 0 0,-3 0 0,-18-1 0,-1 0 0</inkml:trace>
  <inkml:trace contextRef="#ctx0" brushRef="#br0" timeOffset="89499">9968 4604 7533,'-12'-18'1709,"5"0"1079,18 9-2428,-7 9 0,23 25-180,-20 13 0,-6 8-360,3-5 0,1 3 0,-1 7-367,-3-7 1,0 5 0,0 5 0,-1-1 0,1-2 0,0-4 378,2-2 1,0-4-1,0-1 1,-1 2 0,-1 12-1,-2 6 1,2-9 0,6-22-1,11-25 1</inkml:trace>
  <inkml:trace contextRef="#ctx0" brushRef="#br0" timeOffset="97419">9119 7214 6723,'0'-27'2429,"0"1"-1260,0 9-629,0 7-1,0 2 181,11 16-540,2 17-90,7 13-135,-13-13 0,-3 3 180,-3 10 0,-7 0 224,-7-12 1,-4-1-225,-1 7 0,-3-5-45,-23-10-3328,3-40 3238,26 7 0,15-17 0,21 25 0</inkml:trace>
  <inkml:trace contextRef="#ctx0" brushRef="#br0" timeOffset="99747">10128 6526 7533,'0'-27'-720,"0"1"1260,0 9-1,0-1 1,-6 1 0,5-1-360,-10 0 180,9 1 89,-3-9 91,-1-1-90,5 7-270,-9-11-90,8 27-180,-8-20 0,3 22 90,0 2 0,-4 2 0,10 14 180,-11-14 359,11 14-89,-4-14-180,5 5-90,-6-7-270,5 0-450,-5 0 450,6 0 360,11 24-315,-4 3 0,0 7 75,1 3 0,0 5 0,0 2-398,-1-7 0,-1 2 0,0 0 1,0 1 344,0 2 1,0 2-1,0-2 1,0-1 22,2 0 0,1-1 0,-1-4 45,1 6 0,1-7-45,14-10 270,-5-33-360,-3-10 0,-2-7-45,-3-2 0,-2-3 90,7-16 0,-3-2-180,-8 6 0,-2 2 511,4-6 0,-3 19-736,-4 31 450,2 17 0,2 9 202,3 4 1,4 7-1,0 2 1,-1-6-113,1 7 0,4-2 89,9 2 1,7 1 0,-1-14 0,-6-20 0,1-8 539,17-14 1,0-10-585,-11 0 0,-5-11-171,-10 0 0,-2-8 0,-1-5 0,-1-1 0,-1 4-189,0-3 0,-1 2 0,0-1 1,-2-1 26,0 4 0,-1-2 0,-1 0 0,-1 2 0,-1 3 168,0-4 0,-3 3 0,0 9-3247,-3 6 3107,-3 36 0,22 21 0,3-5 0</inkml:trace>
  <inkml:trace contextRef="#ctx0" brushRef="#br0" timeOffset="100531">10915 6950 7892,'-22'-10'2519,"30"2"-2339,21-3 0,8-1 45,-5-1 0,0-4-136,-2-5 1,2-5 0,-13 0-225,-19-3 1,-5 1-46,12-1 0,-6 7-225,-33 16 0,-8 14 495,3 22 45,10 6 0,5 7 75,15-8 0,5 3 0,4-2-210,1 2 0,9-2-1093,17-4 1,10-2 0,-5-8 943,9-12 0,-11-15 1,3-8-1,-8-5 0,-17-10 1,-1-1-1</inkml:trace>
  <inkml:trace contextRef="#ctx0" brushRef="#br0" timeOffset="100766">11322 6826 7533,'-20'-10'3276,"8"18"-2864,12 28-1402,1 11-649,12-12 1,2-2 1501,-4-1 1,34-32 0,-29-20 0,0 0 0</inkml:trace>
  <inkml:trace contextRef="#ctx0" brushRef="#br0" timeOffset="101503">11617 6826 7443,'-19'-29'3148,"-10"-3"-3598,14 31-90,-3 23 1,2 10 719,6-6 0,5 3-300,5 10 0,6 6 0,3-9 570,16-1-136,-1-38 1,1-13-315,-9-27 0,-7-9-270,-6 8 1,-1 18 313,3 53 1,0 18-45,-4-4 0,0 7 120,3-11 0,0 8 0,2 5 0,-1-1 0,-2-1 0,-2-7 449,0 8 1,-4-5 0,-8-4 509,-18 1 1,-10-3-1,3-9-2718,9-7 1,-1-13 1519,-19-27 0,16-14 0,48 3 1,18-1-1,-4 8 0,1 1 0,-1-1 1</inkml:trace>
  <inkml:trace contextRef="#ctx0" brushRef="#br0" timeOffset="102248">11801 6315 7083,'-6'-20'360,"1"4"449,-1 24-269,5 2-180,-5 0 899,6 21-1349,3 7 0,0 9 22,-2-5 1,-2 7 0,1 3-1,1-3 23,1-6 0,1-1 0,0 0 0,0 1 225,-2 6 0,-1 4 0,1-5 0,4-12 1259,12 2-1799,8-52 60,-10-13 0,-1-12 1,-1 3 254,4-2 0,0 3 719,2 1 1,-2 15-495,1 57-630,-9-6 1,0 4-631,0-1 1,1 1-1,0-5 1080,12 10 0,7-1 0,-17-40 0</inkml:trace>
  <inkml:trace contextRef="#ctx0" brushRef="#br0" timeOffset="102931">12245 6368 7533,'-6'-18'2428,"5"0"-1618,-5 9 89,6 24-719,3 26 0,0 10-90,-3-2 0,1 2-203,0-13 1,1 4 0,-1 0-1,1-1-277,-2 8 0,0-2 1,0-2-481,0-9 1,0-1-1,0-2 330,-1 9 1,2-8 539,4-10 0,2-55 0,5-9 0</inkml:trace>
  <inkml:trace contextRef="#ctx0" brushRef="#br0" timeOffset="103160">12171 6597 7533,'-7'-18'3276,"13"-7"-2396,16 10 1,8 2-2455,10-1 0,3 1 1574,5 2 0,1 4 0,-5 5 0,-3 4 0,-15 3 0,1 0 0</inkml:trace>
  <inkml:trace contextRef="#ctx0" brushRef="#br0" timeOffset="103631">11469 6509 7533,'-21'-14'334,"-1"0"0,6-3 0,23-9 0,11-3 0,12-1 0,-1 1 0</inkml:trace>
  <inkml:trace contextRef="#ctx0" brushRef="#br0" timeOffset="113598">12872 6615 7533,'-6'-18'1799,"0"0"-990,-1-7 181,2 5-810,5-5-540,0 7 0,0 16 450,5 28 0,-4-1 0,-1 5-90,3 5 0,0 2-45,-3 6 0,0 0-180,0-2 0,0-1-90,0-7 0,0-2-134,0 12-271,5-27-89,-4-24-631,10-2 1440,-9-7 0,-2 7 0,-7 2 0</inkml:trace>
  <inkml:trace contextRef="#ctx0" brushRef="#br0" timeOffset="113970">12713 6756 7533,'-37'-8'2338,"5"-2"-1348,13 0 359,8 2-809,16 8-1,18 8-539,21 10-270,-11-8 1,3-1-361,1 5 0,1-2-225,-1-6 1,0-2-675,0 0 0,-2 0 1529,6 3 0,-29 3 0,-34 8 0</inkml:trace>
  <inkml:trace contextRef="#ctx0" brushRef="#br0" timeOffset="114366">12700 7003 7083,'-13'0'1709,"-4"0"-720,16-8 451,22-26-856,5 2 1,5-6-435,-2 3 0,3-2 0,1 1-450,0 2 0,2 0 0,-2 0-360,-1 1 1,0 0-1,-4 5 660,-3 6 0,-5 7 0,-4 7 0,-29 28 0</inkml:trace>
  <inkml:trace contextRef="#ctx0" brushRef="#br0" timeOffset="116449">13242 6720 7533,'-25'0'3276,"11"0"0,30-15-3082,30 11-1833,1-4 1,3 0 1194,-11 6 1,-3 4 0,-5 4 0,-7 4-1,-16 9 1</inkml:trace>
  <inkml:trace contextRef="#ctx0" brushRef="#br0" timeOffset="116816">13266 6879 7533,'-30'0'3276,"37"0"-3115,18-3 0,10-2-161,10 4 0,4 0 0,-15 1 0,1-1 0,-3 2 0,6 4 0,0 0 0</inkml:trace>
  <inkml:trace contextRef="#ctx0" brushRef="#br0" timeOffset="117665">13943 6456 9781,'-4'40'-30,"1"0"0,0 5 0,0 6-24,2-14 0,1 6 0,0 1 0,1-1 1,-1-4-7,2 2 0,0-4 0,0 1-210,-3 11 0,1 0 0,2-26-899,4-31 1169,-6-21 0,2 3 0,1-1 0,1 1 0,-1-1 0</inkml:trace>
  <inkml:trace contextRef="#ctx0" brushRef="#br0" timeOffset="118086">13943 6350 7533,'-7'-25'1638,"1"-1"0,5 3 303,46 7-2091,-19 29 0,3 10 0,-1 0-30,13-3 0,-5 5-600,-14 11 1,-5 7 0,-15-9 734,-20-18 0,-9-2-90,-5 20 0,-3-5 45,1-26 0,6-5 90,22 2 0,26-6 0,15-5 0,10-3 0,0 0 0</inkml:trace>
  <inkml:trace contextRef="#ctx0" brushRef="#br0" timeOffset="118599">14693 6244 7533,'0'-19'3058,"0"-13"-2428,-5 28-1350,-13-19 90,-13 36 405,-9 9 1,-2 7 553,17-4 1,3 2 0,-1 6 155,1-1 1,-1 5 0,0 3 0,2 0 0,3-3-307,0 9 1,4-1 0,4 3-450,4-8 0,1 5 0,2 0 1,3-3-1,3-4-240,5-2 1,4-5-1,2 0-583,5 3 1,2-2 0,1-6 366,18-1 0,-1-25 0,-20-9 1</inkml:trace>
  <inkml:trace contextRef="#ctx0" brushRef="#br0" timeOffset="119648">15161 6403 7803,'-5'-28'1978,"-2"3"-1708,-6 7-180,1 9-270,-16 9 0,0 17 300,1 2 0,-7 4 0,4 2 0,7-2 0,2 2 0,-1 3-115,-3 3 1,-2 4 0,0 1-1,5-1 145,-1 10 0,4 0 0,5 1-150,6-3 0,4 1 0,0-4-45,-5 5 0,12-10 203,35-15 0,7-16-158,-12-24 224,14 1 1,-4-5 495,-21-13-540,1 10-360,-17 27-2452,5 43 1687,-2-19 1,1 1 953,-2 3 0,5-3 0,32-8 0,-6-19 0</inkml:trace>
  <inkml:trace contextRef="#ctx0" brushRef="#br0" timeOffset="120121">15284 6773 7533,'-14'0'2158,"-2"-8"91,26-9-1799,3 5-630,24-4-1214,0 15 0,3 2 134,-11-1 1,-1 0 1259,11 2 0,-6 4 0,-20 12 0,-16 9 0</inkml:trace>
  <inkml:trace contextRef="#ctx0" brushRef="#br0" timeOffset="120365">15309 6879 7533,'-19'0'3276,"-5"0"-1335,27 0-3291,35 3 1,14 2 1349,-13 3 0,2 2 0,-3-3 0,3 2 0,-5 2 0,-11 7 0,1-1 0</inkml:trace>
  <inkml:trace contextRef="#ctx0" brushRef="#br0" timeOffset="121316">16035 6615 7533,'0'-18'989,"0"0"630,0 1-180,0-1-1259,0 8 540,0-5-540,0 13-1709,-22-6 1169,-16 23 360,2-11 135,6 18 0,4 3 45,10-1 149,7 11 1,3 11 0,3-6-420,4-13 0,5-1 120,11 15 0,9 4 0,5-17 779,-1-28 1,4-14 0,0 3-541,15 9 1,-4-8-405,-20-18 0,-4-11 0,-4-4 1,-6 6-91,-6 1 0,-10 1-705,-8-8 1,-6-3 0,-1 12-2310,-9 12 3239,1 19 0,6 8 0,27 25 0,9 13 0</inkml:trace>
  <inkml:trace contextRef="#ctx0" brushRef="#br0" timeOffset="122005">16392 6244 7083,'4'-12'1638,"17"32"0,5 17-546,-9-11 0,0 3 0,-1 4-838,-1 4 1,1 5 0,-2 3 0,-1 1-1,-4-4-187,-3 0 1,-3-1 0,-3-1-1,-1 2-90,-2 6 1,-3 3 0,-2-2-1,-2-7-157,-8 3 1,-5-8-1460,-6-9 1,1-9-1639,0-11 3110,-7 2 0,19 8 0,1 5 0,0 1 0,-1-1 0</inkml:trace>
  <inkml:trace contextRef="#ctx0" brushRef="#br0" timeOffset="131923">1535 8308 7713,'0'-10'3276,"7"-29"-1335,-5 31-2031,14-39 180,-6 35-270,0-5-270,-10 1-270,-26 14 540,-3 2 180,-4 3 0,-1 4 0,1 10 30,-3-5 0,-9 0 0,6 6-165,7 14 1,5 6 74,3-7 0,0 2 0,10 3 60,17 8 0,12 2 0,4 3 251,-2-11 1,4 2 0,1 1 0,-2-1 0,-6-1-5,-4 1 0,-4 0 1,-5-1-1,-4-1-562,-6 0 0,-5 0 1,-4-4-1,-4-5-495,-9-4 1,-6-7 0,1-6 134,-20-9 0,22-6 675,61 3 0,0-7 0,3-2 0,10 0 0,-1-1 0</inkml:trace>
  <inkml:trace contextRef="#ctx0" brushRef="#br0" timeOffset="132903">2011 8749 7533,'-10'-35'3148,"-13"7"-3058,19 11-270,-20 9 45,1 13 0,-3 5 135,1 1 0,-1 6-30,-6 16 0,-1 10 0,4-4 75,4-8 0,9 1-45,17 12 0,11 6 0,6-14 180,23-21 22,-8-27 1,9-14-1,-1-5 1,-10 4-159,-8 1 1,-4-3 135,2-6 0,3-9 0,-4 6 0,-15 18 630,-21 26-900,13 0-45,-6 14 0,2 9-345,8 4 0,5 6 1,3-3-1096,3 3 1,3 0 1574,-5 1 0,2 1 0,3-12 0,28-19 0,-7-32 0</inkml:trace>
  <inkml:trace contextRef="#ctx0" brushRef="#br0" timeOffset="133667">2293 8943 7533,'-10'-32'1638,"0"-1"0,3-2-1856,9 76 218,5-15 0,1 1 45,1 10 0,0-3-45,3-9 359,11-51 1,1-20-120,-15 14 0,-3-1 0,2 0-210,6-3 0,2 0 0,-3 4-165,-3-5 0,-2 17 45,1 39 0,-2 13 90,-5 5-120,4-4 0,5 4 0,3-11 210,23-16 360,-9-26 0,-1-9-135,-2-2 0,-5-5 539,-6-24 1,-2 18-676,11 67-1818,-12 7 1,-2 7 545,2-7 1,1 2 0,0-1 1035,1 10 1,1-7 0,20-7 0,-7-25-1</inkml:trace>
  <inkml:trace contextRef="#ctx0" brushRef="#br0" timeOffset="134682">3069 8890 7533,'-17'-25'1349,"7"13"-899,2 20-495,6 24 0,4 12 75,0-5 0,1 4 0,0 2-53,-2-3 1,-1 3-1,0-1 1,1-4 831,7 66-629,-8-106-90,0-122-72,2 82 0,1-4 0,2-2 0,1-1 0,1 3-499,2 2 1,1 0-1,1 1 1,1 1-1,-1 3 511,2-13 0,-1 3 0,6 9 105,13 0 0,3 21-45,-7 35 0,-3 15-135,-10-6 0,-3 5 195,3 5 0,0 5 0,-10-4-285,-17-5 0,-8-3 135,-4 12 0,-5-10 1638,2-28 0,0-6-3950,-16 6-965,60-35 3193,0 27 1,20-10-1,8-3 1,-11 7-1,1 0 1</inkml:trace>
  <inkml:trace contextRef="#ctx0" brushRef="#br0" timeOffset="135350">3634 8202 7533,'-10'-27'3148,"2"25"-3238,8 29 120,-2 2 0,-1 7 0,0 1-150,0 0 0,0 0 0,-1 3 7,0 3 1,-1 4 0,0 0-1,2-4 173,0-3 0,2-2 0,3 0-90,3 8 0,3 0 0,4-5-15,8-6 0,7-5 15,3-9 0,6-3 0,0-4 120,0-7 0,1-4 0,0-4 30,0-3 0,1-4 0,-3-7 419,1-13 1,-2-7 0,-10-4 29,-13 2 1,-8-2 0,-4 1-210,0-14 0,-11 18-1215,-24 48 1,1 21 314,27 0 0,14 5 540,11-4 0,11 5 0,5-3 0,1-10 0,6-14 0,3-9 0,3-3 0,-4-3 0,0 0 0,0 0 0,0-1 0,0 1 0</inkml:trace>
  <inkml:trace contextRef="#ctx0" brushRef="#br0" timeOffset="137532">6178 8202 6903,'0'-25'450,"0"13"1079,0-4-1439,0 16 1439,0 0-1079,0-8-360,-12 14-180,4-4 269,-5 24 1,-3 23 0,-1 8 0,2-7-23,4-13 1,2-2-1,0 0 1,-2 3-14,-1 6 0,-2 4 0,0 0 0,0-1 0,3-6-85,-1 1 1,3-5 0,0-6-1679,-4 2-989,13-33 2608,13-18 0,1-2 0,2-3 0,3-4 0,0-1 0</inkml:trace>
  <inkml:trace contextRef="#ctx0" brushRef="#br0" timeOffset="138349">6178 8290 7533,'2'-37'1092,"0"0"0,-3 9 0,4 5-770,15 7-142,0 48 89,-6-4 1,1 6-300,0 3 0,1 4 0,1-3 165,5 10 0,5-16-315,10-30 0,1-17 150,-10-11 0,-3-10 0,-2-2 434,-2 1 1,-2-3 0,0 0 0,0 2-345,2-4 0,-1 3 0,-1 6-150,0 4 0,-3 15 495,-4 37 0,-3 19-158,-2-2 0,-3 7 1,1 5-1,0 1-337,0-12 0,1 3 0,0 0 0,0 1 1,0-1-1,0-2 36,-1 2 0,-1-1 0,1-2 0,0 0 0,1-2-441,1 7 0,0 2 1,3-7-1,3-17-2782,13-20 3196,-3 9 1,-9-13 0,-13 10 0</inkml:trace>
  <inkml:trace contextRef="#ctx0" brushRef="#br0" timeOffset="154715">1464 9895 7533,'-8'-27'1259,"6"9"-270,2 3-359,10 13 270,0-14-451,-2 14 91,0-14-360,-7 7 0,7-1-270,-8 2 0,-8 0-180,-17 6-450,-4-6 315,-7 10 1,-3 4 314,6 6 0,-1 2 45,-2-5 0,0 3 270,-1 11 0,7 3 45,9 4-180,-3 13 179,32-8-89,2 0-30,5-9 0,6 2 0,0 1-285,4 9 0,1 2 23,-7-10 1,2 3-1,0 1 1,-4-2 141,-2 4 0,-2 0 0,-4 0 29,0 0 1,-3-1 0,-5 0 250,-10 11 0,-7-4 185,-4-8 0,-6-5-360,-6-5 0,-6-5-135,-6-7 0,0-6 0,6-4 0,1-4-630,-4-6 0,6-2-899,13-2 360,1-3 1169,60-1 0,-10 3 0,5-2 0,-1 0 0,0 0 0,1 0 0</inkml:trace>
  <inkml:trace contextRef="#ctx0" brushRef="#br0" timeOffset="155448">1834 10389 7533,'-9'-19'1889,"-7"-5"-450,14 14-900,-14 1 181,14-7-540,-13 14-450,5-6-90,-16 8 90,-1 0-179,-8 24 179,-1 5 270,14 3 0,1 5 180,5-2 0,3 2-1,-3 7 1,6 0-180,10-10 0,8-3-45,14-2 1,7-7-91,-1-10 0,3-6 225,8-3 0,0-6 179,-7-11 1,-3-6 90,-5-1 0,-3-5-1,3-15 1,-5-4-90,-8 11 0,-2 1 270,1 1 0,-4 4 269,-14 2-899,-2 42-855,1 7 1,0 7-1,3 9 1,3 4-405,0 2 0,6 0 1349,5-1 0,9-9 0,11-24 0,5-9 0,8-5 0,0 0 0</inkml:trace>
  <inkml:trace contextRef="#ctx0" brushRef="#br0" timeOffset="156383">2293 10530 7713,'-27'-17'3238,"9"-1"-2609,2 8-449,14 3 540,-13 30-1800,13 14 631,-6 10 314,7-20 0,2-3 135,-1 4 180,16-50-45,-3-3 0,1-7 104,3-11 1,2-7 0,-2 4-285,-2 5 0,1 6-225,5-1 1,-3 17-91,-8 40 0,-2 13 315,2-2 0,0 2 0,2 6 0,1-3 45,0-13 0,0-3 810,-2 6-181,5-44 1,0-13 0,-4-17-1,-4 1 1,1 6-180,-1 28-990,-7 32 0,-2 13-90,0 5 1,2 3-391,4-7 1,2 2 0,5-3-151,12 6 1,4-7 1169,-3-10 0,1-7 0,12-7 0,-1-8 0,8-20 0</inkml:trace>
  <inkml:trace contextRef="#ctx0" brushRef="#br0" timeOffset="157032">2910 10530 7533,'-25'6'899,"13"30"-674,4-7 0,1 6-1,4 4 1,4 8 0,0 0 0,0-5-180,-2 1 0,2 0 0,0-2 0,1 6 0,0-4 0,0-13 1035,0-15-1350,6-64 270,-7 9 0,-2-10 0,0-5 0,2 0-10,2 14 0,2-2 1,0-1-1,1 1 0,0 0 1,0 3 121,1-13 1,0 0-1,3 6 1,6 10 66,23-2 1,0 27 30,-21 32 0,-5 18 0,-3 2-30,2 4 0,-4 3 0,-12-5 239,-17-11 1,-10-4 0,-1-5-960,-8 3 1,5-17 539,12-41 0,41 6 0,19-3 0,0 8 0,1 0 0,0 0 0,-1 0 0</inkml:trace>
  <inkml:trace contextRef="#ctx0" brushRef="#br0" timeOffset="157632">3404 9807 7533,'-37'6'3276,"12"-10"-2756,18 32 1,6 15-641,-5 0 0,1 7 0,0 4 210,2-10 0,-1 4 0,1 2 0,3-1 0,6-3-252,4-3 0,4 0 0,3-2 0,4-4 1,3-7 565,8-4 1,5-6 0,1-7 0,-2-11 202,1-15 0,0-13 0,-2-6 0,-4 1 22,-3-8 1,-5-2 0,-2 17-3907,7 28 3228,-4 13 0,7 12 1,1 4-1,-2 0 1,-5-1-1,-2 2 1,1-2-1,6-3 0,9-13 1,0 0-1,1 0 1,-1 0-1,0 0 1</inkml:trace>
  <inkml:trace contextRef="#ctx0" brushRef="#br0" timeOffset="159869">3722 10425 7533,'-35'0'3276,"15"0"-2929,43-15 0,29-11 0,-2-4-167,-13-2 0,-3-5 0,1 2-135,2 6 0,6-1 0,-8 4 0,-22 11-675,-37 13 1102,19 26 0,7 20 1,3 6-1,-5-5-442,-11 0 0,-3-1 0,14-2-660,17-4 0,13 0 1,4-5-1,-2-14 630,7-19 0,-3-14 0,-8-6 0,-5-3 0,-8-12 0</inkml:trace>
  <inkml:trace contextRef="#ctx0" brushRef="#br0" timeOffset="166034">6067 9860 8882,'-19'-8'1889,"6"6"-1799,8 18-90,-1 29 0,4-3 0,0 9 0,-1-1 60,0-7 0,-1-2 0,-1 5-716,2-7 1,-1 4-1,0 1 1,1-2 0,0-7 167,-1 9 1,0-5 917,-2 10 0,1-20-1780,5-45-269,0-3 1619,11-24 0,-5 17 0,1-1 0,5-5 0,0 1 0</inkml:trace>
  <inkml:trace contextRef="#ctx0" brushRef="#br0" timeOffset="166601">6067 9895 7533,'-21'-27'3058,"5"2"-989,21-9-1170,19 20-764,-1-1 0,8-1-832,3 8 0,7 1 0,1 2 0,-5 0 22,3-2 0,-1 0 675,8-3 0,4 0 0,-27 6 0,-46 12 0,-13 2 0</inkml:trace>
  <inkml:trace contextRef="#ctx0" brushRef="#br0" timeOffset="167133">6042 10195 7173,'-26'18'3276,"9"-8"-1245,17-2-1312,17-8 181,31 0-1260,-2 3 0,5 1 0,-18 0 0,0-1 1,1 0-734,7 0 1,1 0 0,-5 1 991,-4 5 1,-6-2 0,-5-13 0,-37 4 0</inkml:trace>
  <inkml:trace contextRef="#ctx0" brushRef="#br0" timeOffset="168150">7519 10566 9781,'0'-31'292,"0"1"1,-4-13-1,-3-7 1,2 2-144,1 10 1,1 2 0,0-4 66,-1 1 0,0-5 0,-1-1 0,2 2 0,1 4 83,2 4 1,1 4 0,3-3-30,4-13 0,4-3 0,4 8-315,8 14 0,4 5 45,12-6 0,5 7-630,4 21 1,0 10-586,-5 3 1,-3 6 494,-4 2 1,-7 5 719,-13 0 0,-10 1 0,-18-4 0,-7 1 0,-6 3 0,1 1 0</inkml:trace>
  <inkml:trace contextRef="#ctx0" brushRef="#br0" timeOffset="168499">7531 10160 7533,'-46'18'3276,"12"-9"-796,56-9-2030,17-2-450,-5 2 0,10 1 0,1 1 0,-7 3 0,-2 8 0,-2 2 0,10 0 0,0 0 0,1 0 0</inkml:trace>
  <inkml:trace contextRef="#ctx0" brushRef="#br0" timeOffset="168934">7974 10372 8162,'-8'33'1979,"15"12"-720,19-6-989,-6-5 180,8-42 224,-17-21 1,-3-9-435,2 6 0,1-3 0,-1 0-375,2-14 0,2 2-1035,7 2 1,4 16-2108,20 44 3077,-19-5 0,0 4 0,2 14 0,-3 3 0,-6-9 0,-1 1 0</inkml:trace>
  <inkml:trace contextRef="#ctx0" brushRef="#br0" timeOffset="169399">8492 10301 11400,'-13'0'90,"6"0"-1079,-20 0 719,10 24 0,1 7 405,0-10 0,3 3-45,7 10 0,4 6 0,10-12 719,25-18 1,7-10-271,-9 4 1,-2-8-1401,0-24 1,-2-15-1,-8 4 906,-9 11 0,-7-1-345,-9-10 0,-6-4 0,-5 13-2977,-20 21 2763,10-8 0,10 4 0,34 23 1,31-2-1</inkml:trace>
  <inkml:trace contextRef="#ctx0" brushRef="#br0" timeOffset="170200">8885 10354 7443,'-19'-27'3058,"7"9"-2069,6 26-1708,6 35 719,0 6 0,0-14 0,6-9 1529,33-38-1349,-18-6 119,-3-8 1,3-9 0,-4 4-569,-2-12-1800,3 18 1889,-6 45 0,-2 12 360,-1 14 359,11-2 1,5-16-45,-3-48 0,1-11 584,18 8-2011,-16-7 1,-5-1 931,-6 9-945,2 47 1,2 13-585,10-1 1529,-11-9 0,4 4 0,-1-7 0,21-4 0,-14-14 0,-1 0 0</inkml:trace>
  <inkml:trace contextRef="#ctx0" brushRef="#br0" timeOffset="172285">10632 9860 7083,'0'-19'360,"0"3"359,0 0 1440,0 12-1619,0-11-270,0 15-720,0 15 450,0 5 0,0 15 0,0 17 0,0 4 0,0-7-120,0-11 0,0-2 0,0 4 192,1 7 0,0 9 0,0 1 0,1-6 0,-1-13-72,0 1-360,-1 8 90,-2-72 0,-1-29 1,1-2 403,1 15 1,1 0 0,-1-1 0,2-1 0,-1-5 0,1-1 0,1-1 0,2-1 170,1 4 1,3-3 0,0 0 0,2 3 0,0 6-126,1 1 0,1 5 0,6 2-30,10-7 0,6 3 0,3 14-360,-2 21 0,2 11 0,-2 6 60,3 6 0,-4 7 0,-11 5 210,-20 12 0,-15 7 0,-3-4-150,7-13 0,-2-1 0,-7-5-210,-20 2 0,-9-5 1,13-13-2978,19-14 2730,18-7 1,19 9 0,6 6 0,-3-3 0,0 1 0</inkml:trace>
  <inkml:trace contextRef="#ctx0" brushRef="#br0" timeOffset="172716">11555 9613 7533,'-5'-17'3276,"3"-1"-1065,-9 0-4280,-34 40 1889,18-6 359,4 4 1,-6 9 0,0 6 0,3 2 144,6 2 0,2 5 0,2 2 0,0 0 0,0-3-280,-4 0 1,-2-2 0,4 1 0,8 2-657,10 4 1,7 5-1,4 0 1,4-6-1,3-11 612,14-5 0,7-11 0,-3-6 0,6-2 0,0-3 0,-4-5 0,5-9 0,0 1 0</inkml:trace>
  <inkml:trace contextRef="#ctx0" brushRef="#br0" timeOffset="173464">12048 9860 7533,'-5'-43'2608,"3"6"-2518,-3 17-135,1 49 0,2 15-45,1 1-54,-1-10 0,0 12 0,-1 4 0,0-2 1,2-8 98,0 4 0,0-2-473,1-1 1,0 5 0,0-2 0,0-12 517,2-4 0,14-64 0,-9-7 0,0 0 0</inkml:trace>
  <inkml:trace contextRef="#ctx0" brushRef="#br0" timeOffset="173766">12072 9772 7982,'-12'-33'3276,"10"19"-1946,26-11 1,9 3-1691,-2 16 0,-2-3 0,7-4 1,0 4-734,2 3 1,1 4 0,-2 0 843,2-2 1,-5 6 0,1 23-1,-67-1 1,0-1 0</inkml:trace>
  <inkml:trace contextRef="#ctx0" brushRef="#br0" timeOffset="174000">11999 10072 8972,'-5'-8'779,"31"-4"1,24 0 0,-1 3-780,-3 3 0,2 4 0,-9-2 0,5 0 0,-3 2 0,-6 6 0,-6 15 0,-1-1 0</inkml:trace>
  <inkml:trace contextRef="#ctx0" brushRef="#br0" timeOffset="174802">13007 9631 7173,'-7'-18'3276,"2"16"-1065,5 12-2077,1 15 1,2 14 0,-1 6 0,-3-1-243,-2-5 0,-3 2 0,0 1 1,0 0-1,2 2-342,2-3 0,2 1 0,0 1 1,1 0-1,-1-1 0,-1-2-370,-2 7 1,-3 0 0,1-4 0,3-6 228,3 7 0,6-17 1,27-43-1,-1-4 1</inkml:trace>
  <inkml:trace contextRef="#ctx0" brushRef="#br0" timeOffset="175917">13303 10425 8972,'-7'19'2608,"13"-19"-2091,7-21 0,5-23 1,2-7-1,-3 6-517,-3 7 0,-3 0 0,2-3-180,2-3 0,2-7 0,-1-1 0,-1 3 1,-4 10-766,-3 0 1,-3 7 584,0-13-1279,6 74 1,0 17 933,-6-7 1021,9-3 1,6 6 0,1-9 222,20-5 271,-2-28 0,1-14-631,-8-15 1,-5-12-60,-9-2 0,-2-6 0,-2 7-300,-2 7 0,-1 17-210,-1 39 1,0 22-1,-1 1 210,-1-9 0,-2 0 0,2 5-476,-1 2 1,1 7-1,1 0 1,0-2 0,-1-11 0,2-2 0,0-7 655,2 8 0,-1-15 0,2-43 0,-1-7 0</inkml:trace>
  <inkml:trace contextRef="#ctx0" brushRef="#br0" timeOffset="176500">14226 9366 7533,'0'-19'2698,"5"3"-2009,10 32 1,6 22 0,-1 2-420,-1 0 0,-2 3 0,-1 7-697,-5-11 0,-1 5 1,0 3-1,-1 2 1,0-1-1,-2-1 1,0-3 318,0 1 0,0-3 0,-2-1 0,-2 0 0,-3 3-27,-3 4 0,-3 3 0,-2 2 0,-1-2 0,-1-5 0,-1-6 399,-2-3 0,-1-7 0,-2 1-264,-5 4 0,-1 0 0,5-6 0,3 7 0,17-11 0</inkml:trace>
  <inkml:trace contextRef="#ctx0" brushRef="#br0" timeOffset="184850">1517 11624 8612,'-10'-18'2429,"2"1"-2249,16 7-540,-6-6 360,6 6 180,-8 1-90,0 1-90,0 0-180,0 6-270,-16-14 0,-11 14 495,2-6 0,-3 1-45,-6 11 0,-3 5 135,-10-1 0,-2 4-135,18 3 0,0 4 0,1 0-30,-1-2 0,1 1 0,3 2 75,-4 12 0,9 4 45,13-1 0,8 1 90,8-5 0,5 1 0,5 1-135,6-2 0,6 1 0,2-1 0,-3-2 14,1 4 1,-2-2 0,2 2-38,-1-5 1,3 0 0,-3 1-1,-8 1 1102,-6 20 1,-16-4-855,-16-13 0,-7-3-270,2 10 0,-7-8 90,-10-22 0,-8-9 0,5-2 0,10 2 0,1-2-31,-4-1 1,-3-1 0,6-2-2308,-6-4 1978,14 1-3007,58 16 977,0-6 2300,-8 3 0,1-3 0,6-14 0,1-7 0,0-1 0,1 1 0</inkml:trace>
  <inkml:trace contextRef="#ctx0" brushRef="#br0" timeOffset="186122">1764 12294 11400,'18'0'1620,"7"-8"-1561,3-14 1,4-12 0,-2 2-375,-4 3 1,-1-2 224,4-5 0,1-4 0,-14 6-720,-34-9 451,-21 25 119,2 34 0,-6 17 0,7 4 689,15-3 1,6 3 0,0 2-91,-3 0 1,-2 4 0,4-1 0,13-3 120,20 5 0,15-3 0,4-13-1140,-3-17 0,4-10 1,0-1 659,6 5 0,1-2 0,-5-5 0,-4-16 0,-9 5 0,-13 22 0</inkml:trace>
  <inkml:trace contextRef="#ctx0" brushRef="#br0" timeOffset="186951">2417 11765 7173,'0'-17'1619,"0"-1"-450,0-8-89,0-1-990,0 7-450,0 5 720,0 23 179,0 1-269,0 1-540,0 6 90,-2 17 0,-1 13 1,0 2 89,-3 0 0,0 1 0,0 3 431,3-9 1,0 3 0,1 1 0,0-1 0,0-4-312,-1 4 0,-1-3 0,3-5-30,5 2 0,2-17 0,4-41 0,-2-9 0</inkml:trace>
  <inkml:trace contextRef="#ctx0" brushRef="#br0" timeOffset="187170">2328 11994 7533,'-49'-9'1638,"83"1"0,19 0-1657,-23 3 0,2 0-139,6 2 1,7 0 0,0 1 0,-8 0 0,-8 1 0,-3 2 0,-1 4 0,1 0 0</inkml:trace>
  <inkml:trace contextRef="#ctx0" brushRef="#br0" timeOffset="188983">4180 11853 7533,'-25'16'989,"13"4"-689,3 16 0,1 15 0,2-1-181,2-12 1,1-1 0,0 3-8,0 3 1,1 4-1,0-2 1,-1-5 607,-5 40-181,8-80-449,0-80-203,1 37 1,1-7 0,0-3 0,1 1-34,0 8 0,-1 0 0,2 0 0,0-2 0,1 0 221,0 4 0,1-2 0,1 0 0,0 0 0,1 2 0,2 2 149,2-10 1,0 2 0,4 4 0,7 7-87,14 4 1,9 8-1,-2 11-93,4 12 0,-4 18 0,-17 10 0,-1 11 0,-5 5 0,-9-2 45,-9 3 0,-10 0 0,-6 0-23,-3-2 1,-5 2-1,-4-3 1,-4-9-128,-13-8 0,-6-9 0,3-4-615,-2 1 1,6-10-965,11-17 1,13-4 1404,31 1 1,15 9 0,6 4-1,-6 6 1,-1 0 0</inkml:trace>
  <inkml:trace contextRef="#ctx0" brushRef="#br0" timeOffset="189649">4780 11977 7533,'-35'0'2698,"7"8"-1529,11-6 1,9 5-361,33-8 1,14-5-585,-8 4 0,3 2-315,4-3 0,3 0 0,1 1-1003,-3 1 1,1 2 0,-5-1-328,-4 0 0,-4 0 1420,7-1 0,-13 2 0,-49 7 0,-6 1 0</inkml:trace>
  <inkml:trace contextRef="#ctx0" brushRef="#br0" timeOffset="189916">4763 12224 7533,'-38'17'3276,"28"-7"0,38-10-3242,4-4 1,8-2 0,0-1-1128,-6 0 1,-1 0 0,2 1 1018,9-1 0,3 0 0,-4 3 0,1 6 1,-4 4-1,-6 4 0,-1 0 0</inkml:trace>
  <inkml:trace contextRef="#ctx0" brushRef="#br0" timeOffset="192169">6017 11606 7533,'0'-17'1169,"0"-9"1080,0 15-1710,-2 40 1,-1 20-540,0-20 0,-1 5 18,1 6 0,-2 10 0,0 5 0,0-2 0,0-6-138,0-4 0,0-5 0,0 2 52,1 3 1,-1 3 0,0-2-1,1-8-652,0-6 1,3-9-90,6-14-2250,8-32 3059,-5 11 0,-2-33 0,-13 18 0</inkml:trace>
  <inkml:trace contextRef="#ctx0" brushRef="#br0" timeOffset="192583">5623 11730 7533,'-46'0'3276,"33"-8"0,52-17-3002,-11 12 1,5 0-1,6 1-469,-3 3 0,6 0 0,3 0 1,0 0-1,-2 0 0,-5 1 105,7-2 0,-6-1 0,4 3-566,-2 2 1,5 0-1,0 1 1,-6 3 0,-13 5-2622,-6 15 3251,11-6 1,-39 3-1,-5-15 1</inkml:trace>
  <inkml:trace contextRef="#ctx0" brushRef="#br0" timeOffset="194140">5784 12330 7083,'-25'7'1799,"-10"-5"-1619,18 6-450,-10-8 180,26 0 360,-5 0 90,6-8 449,0 6 450,0-5 1260,6 7-1889,-5 0-181,5 0-89,21 0-360,-15 0 135,13 2 0,6 3-270,5 4 0,1 0 135,-8-3 0,1 0-180,10 4 0,-5-4-269,-16-14-2828,-19-2 2457,-3 0 1,-7 18 0,10 12 0</inkml:trace>
  <inkml:trace contextRef="#ctx0" brushRef="#br0" timeOffset="194983">5686 11889 7533,'-25'7'3276,"5"11"-796,19-6-1446,32-32 1,12-15-945,-23 20 0,1-3 108,6-8 0,6-9 0,3-3 0,-3 0 0,-6 6-423,0-8 0,-2 2-45,5 2 0,3 0 0,-9 4-179,-6-7-2828,-19 78 2082,-11-22 1195,7 12 0,3 7 180,-4 8 0,1 4-180,1-10 0,0 2 0,-1 4-90,1-4 0,-1 3 0,1 3 0,-2-1 0,1-4 157,-1 0 1,-1-3-1,0-1 1,1 2 134,-1 8 1,1 3-1,0-3 1,0-7-24,0-2 1,0-7 0,1 18 0,5-59 1863,5-25-4292,2 6-1028,0 3 2994,4 10 1,-4-1-1,5-11 1</inkml:trace>
  <inkml:trace contextRef="#ctx0" brushRef="#br0" timeOffset="195733">5746 12383 7533,'-42'15'3276,"10"-3"-1245,7 13-862,46-18 0,13-4-989,-11 2 0,3-2 90,6-3 0,7-3 0,2 0 0,-3 1-510,3 1 0,-2 1 0,-1-1-75,13-3 0,-4 0 45,-7 4 1,-18 0-541,-23 0-1709,-17 0 900,4 0 1619,-4-7 0,1 20 0,-2-1 0</inkml:trace>
  <inkml:trace contextRef="#ctx0" brushRef="#br0" timeOffset="199996">7273 12277 7533,'-19'-10'-1080,"6"2"4139,8 8-2520,10 0 91,8 16 359,1 19-449,-4-2 0,-3 5-226,-3-2 1,-6 2-435,-3-1 0,-4 3 1,-6-7-961,-14-8 1,-5-5-560,3 7 1,0-7 982,0-21 1,9 0-1,22 17 1,20 13 0</inkml:trace>
  <inkml:trace contextRef="#ctx0" brushRef="#br0" timeOffset="201227">8294 11730 7443,'-7'-10'-270,"-4"-6"270,10-1 1439,-5-26-1259,6 19 1304,0-12 0,0 2-1394,0 16 810,0-23-1890,-11 56 765,6 18 1,3 11 116,1-9 0,2 7 0,0 3 0,0-1 0,0-4-1,0 3 0,0-2 1,2 2 90,1-1 0,2 6 0,2-1 0,1-5 0,3-13 557,27-4-449,-5 7 240,-9-59 0,1-26 0,-5 5-375,-9 18 0,-2-2-113,3-9 1,4-8 0,-2 2-1,-4 13-1461,-3 9 1754,3 42 0,0 15-15,-3-3 0,-2 5 0,5 2 113,4 0 1,3 5 0,4 1 0,2-6 0,1-8 858,9-11 0,4-9 0,-1 2-805,1 12 0,0 0 1,-4-17-91,-12-24 1,-1-15 0,-3-9 0,-4-3 0,-6 4-1018,-9-5 1,-9-1 0,-2 0 0,6 3 713,11-5 0,6 2 1,-3 1-1,-10-6 1,-1 0-1,11 21 1,25 40-1,-1 0 1</inkml:trace>
  <inkml:trace contextRef="#ctx0" brushRef="#br0" timeOffset="201986">9119 12259 7803,'-14'0'3148,"3"-8"-2159,34-3 1,14-3-811,-3-4 1,2-2-180,4 0 0,3-3 0,-3-2-210,-8 0 0,-4-2 1,-4-1 74,-1-10 0,-10 1 45,-15 3 0,-10 7-360,-34 17 315,17 26 0,4 12 135,9 0 0,5 6 0,5 2 120,5 3 0,6 2 0,6-2-870,6-2 1,5-3 0,3-5 749,11 2 0,3-11 0,1-12 0,-3-10 0,-2-16 0</inkml:trace>
  <inkml:trace contextRef="#ctx0" brushRef="#br0" timeOffset="202249">9746 12065 7533,'-11'-27'3276,"9"9"-1965,-9 26-1941,8 17 1,6 9-945,4-1 0,2 2 1574,-1 8 0,5-5 0,9-21 0,4-7 0,-1-12 0,0 0 0</inkml:trace>
  <inkml:trace contextRef="#ctx0" brushRef="#br0" timeOffset="202865">9980 12100 7533,'-9'-24'1574,"-1"-1"0,-13-6-1934,10 64 45,4 8 0,5 4 0,6-1 1,7 1 284,3-11 0,2 0 0,2-6 839,16-1-224,-7-55 0,-5-18-630,-17 8 0,-5-1-675,3-15 1,3 20 764,3 56 0,2 21 292,-4-9 0,0 5 0,1 4 1,0-1-236,0-2 1,1 0 0,1 1 0,-2 1-1,-2-1 257,-3 3 1,-1 2 0,-2-1 0,-1-3 0,-2-5 270,-5 11 0,-9-8-31,-11-10 1,-9-4 0,3-11-331,5-19 1,0-8-1020,-3 0 1,-2-2 0,9-3-2220,5-24 2969,21 0 0,13-1 0,13 13 0,7 2 0,0 0 0,-1 1 0,0 0 0</inkml:trace>
  <inkml:trace contextRef="#ctx0" brushRef="#br0" timeOffset="203566">10361 11483 7533,'-18'-18'2248,"6"8"-2068,7 34 0,4 15-225,3-1 0,2 5 5,-3-2 0,0 7 0,0 2 0,2-1-5,3-5 0,1 1 0,2-2 0,-2-1 242,-1 5 0,0-2 0,4-6 432,6 3 1,3-19-495,3-43 0,-3-13-45,-1-4 125,-1-1 1,-1 5 144,-9 22 270,5 1-630,6 43-476,-3 8 0,0 6-514,-3-2 1,3-1-104,1-13 1,3-1 0,-2-5 918,7 0 1,-4-36 0,-1-11-1,-10-6 1,1-1 0</inkml:trace>
  <inkml:trace contextRef="#ctx0" brushRef="#br0" timeOffset="203915">10903 11659 9422,'-14'-9'1799,"3"32"-1844,7 12 0,3 8 45,0-8 0,1 3 0,0 1-383,-1 1 1,-1 3 0,0 0 0,2-4 22,2 12 0,1-4-1169,-1 3 0,3-10 1529,7-22 0,-6-34 0,0-14 0</inkml:trace>
  <inkml:trace contextRef="#ctx0" brushRef="#br0" timeOffset="204132">10805 11942 7533,'-15'-46'1638,"26"23"0,6 3 752,5 1-2390,9 8 0,10 2 0,-8 5 0,-1 10 0,5-5 0,0 0 0</inkml:trace>
  <inkml:trace contextRef="#ctx0" brushRef="#br0" timeOffset="204450">9882 11783 7533,'-35'-10'233,"30"2"1,54 0 0,-11 3 0,1 1 0</inkml:trace>
  <inkml:trace contextRef="#ctx0" brushRef="#br0" timeOffset="205949">11888 11765 7623,'-7'-17'989,"2"7"-359,5 2 449,0 0-449,-6 6 89,5 2-404,-3 22 0,2 13-585,2 1 0,0 4 157,1-1 1,0 5 0,0 1 0,2-2-188,0 1 0,2-2 0,-1-1-450,-2 0 1,0 0-1,2-9 750,13-1 0,-21-50 0,2-17 0</inkml:trace>
  <inkml:trace contextRef="#ctx0" brushRef="#br0" timeOffset="206365">11666 11942 7533,'-8'-20'3276,"20"20"-2450,13 13 1,10 11 0,-1-2-1187,7-1 1,3 3-339,-8 2 1,4 5 0,-2 0 0,-4-6-472,0-6 0,-5 0 1169,7 17 0,-16-8 0,-25-26 0,-9-4 0</inkml:trace>
  <inkml:trace contextRef="#ctx0" brushRef="#br0" timeOffset="206716">11703 12365 7533,'-27'-10'1638,"32"-24"0,17-10-819,3 15 0,9-1 0,1 0 0,-1-1-951,-6 0 1,-2-2 0,1 1-1,2 1 132,8-1 0,5 0 0,-2 3 0,-8 4 0,-8 2 0,-3 5 0,13 0 0</inkml:trace>
  <inkml:trace contextRef="#ctx0" brushRef="#br0" timeOffset="208066">12884 11642 7533,'0'-20'1079,"-5"-11"270,3 19-539,-3-6-540,10 65-270,-1-9 0,-1 9-18,-1-8 0,-1 8 0,1 2 0,-1 0 0,0-4-72,1 7 0,0-4 0,0 1-113,-2-4 1,0 4 0,0-4-1,0-10-246,0 6-901,0-48-898,0-21 2248,0 7 0,0-11 0,0 22 0</inkml:trace>
  <inkml:trace contextRef="#ctx0" brushRef="#br0" timeOffset="208567">12761 11395 7533,'17'-26'1092,"-1"1"0,28 9 0,8 8-565,-15 2 0,1 2 0,2 6-280,5 7 0,6 5 1,-4 6-1,-11 6 143,-13 14 0,-11 7 0,-1-1-420,6-6 0,-1-1 0,-13 0-105,-17-1 0,-11 1 0,-7-3 0,2-8-675,-16-8 1,0-7-830,6 7 1,4-2 1483,2-11 1,53 13 0,0-2 0,0-1 0</inkml:trace>
  <inkml:trace contextRef="#ctx0" brushRef="#br0" timeOffset="210967">13930 11307 7533,'0'-18'3276,"0"-15"-2685,0 19-1580,-5-18 629,3 31 0,-36 8 1170,14 21-563,0-3 0,-7 6 1,-1 4-1,6-3-217,4-1 0,4-1 0,0 5 30,1-1 0,-1 6 0,0 3 0,0 0 0,3-1 0,3-5-90,-1 9 0,4-4 0,4 4 48,5-1 0,2 6 0,2 1 0,1-2 0,1-7 12,0-6 0,2-5 0,2 3-233,5 5 1,3 4 0,1-1 0,-1-8 202,3-2 0,-1-5 0,2 4 0,-1-3 0,1-6 0</inkml:trace>
  <inkml:trace contextRef="#ctx0" brushRef="#br0" timeOffset="212483">14152 11677 7533,'-6'-10'2608,"-5"-6"-2248,9 38-420,0 7 0,0 8 0,1-3 60,0-7 0,2 3 18,0 7 0,1 10 0,1 3 0,0-4 0,-1-13 522,0 3-316,4 15 1,-1-16-674,-5-72-31,-2-1 0,-3-8 1,1 4 434,3 7 0,0 0 45,-2 1 0,-1-5 0,1-1 0,2 0 89,3-3 1,2-1 0,2 0 0,-2 4 30,-2 4 0,-1 2 0,5-1 239,7-7 1,5-4 0,3 5 0,0 17 180,20 22-390,-6 21 0,5 13 0,-6-1-375,-10-6 0,-8 3 165,-9 16 0,-7 8 0,-6-11-30,-17-6 0,-6-20 0,-12-1 0,-2-2 0,10-4-2968,-7 0 3058,3-3 0,14-2 0,46-2 0,17 0 0,-7 2 0,1-1 0,0 1 0</inkml:trace>
  <inkml:trace contextRef="#ctx0" brushRef="#br0" timeOffset="212959">14669 11818 7533,'-30'0'3058,"9"-8"-1079,14-9-1529,27 5-720,15 2 0,6 4-360,-6 5 1,0 2-211,-1-1 1,2 0-1,-5 0 840,10 0 0,-41 16 0,-41 3 0</inkml:trace>
  <inkml:trace contextRef="#ctx0" brushRef="#br0" timeOffset="213217">14632 11942 7533,'-25'8'1638,"-1"1"0,6 1 573,39-2-3201,15-10 1,6-4 989,2 0 0,1 2 0,-5 6 0,-1 2 0,-11 2 0,0 0 0</inkml:trace>
  <inkml:trace contextRef="#ctx0" brushRef="#br0" timeOffset="213598">15099 11642 7533,'-12'-36'3276,"6"17"-346,6 19-2120,12 74-1080,-3-32 0,1 4-550,-5-5 1,0 4 0,-1 0 0,1-5 119,1 3 0,0-2 190,-2-3 0,-1 1 1,1-12 509,3-15 0,6-4 0,-1-18 0</inkml:trace>
  <inkml:trace contextRef="#ctx0" brushRef="#br0" timeOffset="-213763.73">15789 11412 7353,'-14'0'1169,"-3"-7"-899,16 5 809,1-6-179,7 0-810,0 6-450,-2-14 270,-5 14 720,0-13-450,0 13 629,0-14-539,0 6-630,-5 0 900,3 10-271,0 20 1,0 24 0,1 13 0,1 2 0,0-9-210,0-2 0,0-4 0,0 7-153,0-8 0,0 8 1,0 4-1,0 1 1,0-2-1,0-5 1,0-8 301,0 1 1,0-7 0,0-1-30,0 6 0,0-2 0,0-12-90,0-18-2159,0-8 1080,0 0-2070,5 0 3059,2-8 0,11-2 0,1-7 0</inkml:trace>
  <inkml:trace contextRef="#ctx0" brushRef="#br0" timeOffset="-209245.73">16380 11642 7173,'-14'-28'3276,"3"11"-2325,17 1-681,-11 53-180,-2 12-113,1-16 1,-2 7 0,0 1-1,0-2 113,1-1 0,0-2 0,0 2 0,-5 11 0,-1 2 0,3-8-180,2 4-90,-3-16-360,11-31-1528,0-8 2068,11-1 0,6-20 0,2-7 0,7-2 0,0-1 0</inkml:trace>
  <inkml:trace contextRef="#ctx0" brushRef="#br0" timeOffset="-208330.73">16392 11677 7533,'-12'-27'3276,"5"1"-1875,7 8-771,12 9-3907,2 1 2572,3 8 1834,-10 0-139,-2 0-91,-5-8-719,0 6-180,0-6 90,0 8 2493,0 0-2583,6 16 90,6 3 44,0 8 1,1 5-450,5 8 1,1 1 134,-3-6 0,1-2 405,-2 2 0,0-11 224,-3-24-584,-3-25 1,-1-9-316,5-11 360,-4 10 0,1-7 0,1 5 135,5 6 0,0 2 629,-3-16 1,0 3-135,4 5-990,-11 29 270,-1 36 600,0 13 0,-1 13 0,0-2-271,0-16 1,1-1 0,0 4-294,-1-2 0,1 6 0,0 1 0,0-2 1,-1-7-172,2 8 0,1-7-495,1-6 1,2-11-2468,2-23 2859,1-14 1,4 18-1,3 10 1</inkml:trace>
  <inkml:trace contextRef="#ctx0" brushRef="#br0" timeOffset="-207496.73">17044 11113 7713,'0'-18'3276,"0"8"-1875,16 10-682,1 19 1,3 17 0,1 5-1,-3-2-509,0 4 0,-2-1 0,0 9-159,-4-11 0,1 5 1,0 4-1,-1 2 1,-2 0-1,-3 1 1,-4-3 230,-5-3 1,-5 1 0,-3 0-1,-1-1 1,-1 0 0,1-2 0,2-1-388,3 5 1,2-2-1,0-1 1,-2-1-1,-4-2 87,-5 4 0,-4 2 0,-1-2 0,1-10 0,4-16-521,1-16-2610,2 12 2610,6-16-2738,6 0 0,0 8 3229,6-6 0,-5 14 0,5-7 0</inkml:trace>
  <inkml:trace contextRef="#ctx0" brushRef="#br0" timeOffset="-169749.73">2910 13917 7533,'-9'-10'1709,"-7"-5"629,6 13-1708,0-6 90,3 0-1620,7 14 607,0 19 1,0 17 0,-1 4 0,2-8 292,-1-8 0,0 2 36,-1 10 0,0 10 0,-1 5 0,0-4 0,0-10 9,-3-3 0,0-3-135,1 3 0,1 2 0,0-5-360,-1-8 0,0-5-1259,4 2 1709,16-34 0,-12-27 0,4 7 0,0 1 0</inkml:trace>
  <inkml:trace contextRef="#ctx0" brushRef="#br0" timeOffset="-169432.73">2469 14252 7533,'-45'-15'3276,"34"-5"-1901,23-1 0,11-1-880,6-4 0,9-1-531,-2 7 0,9-1 0,4 0 0,-1 0 0,-5 2-234,3-4 0,-4 2 0,5 0-277,-10 7 1,5-2 0,2 1 0,-1 0 0,-2 3 0,-7 2-1,17-2 1,-8 6 0,-5 4 0,-7 4 0,-8 8 0</inkml:trace>
  <inkml:trace contextRef="#ctx0" brushRef="#br0" timeOffset="-169046.73">3263 14482 7533,'-17'9'2698,"7"7"-899,2-14-540,8-18-719,16-13-540,-11 0 0,1-3 45,6 5 0,2-1-315,-1-6 0,-1 0 90,-3 9 1,2 3-2430,22-14 990,-5 21 1619,15 15 0,-14 6 0,3 3 0,4 1 0,0 0 0</inkml:trace>
  <inkml:trace contextRef="#ctx0" brushRef="#br0" timeOffset="-168516.73">3739 14252 7533,'-9'-17'3276,"-7"7"-1245,14 2-1312,-14 0-1168,7 6-1,-1-6-180,-14 16-989,12 10 1394,-4 2 0,-1 3 225,7-1 0,1 3 135,-6 13 0,4 0 225,17 11-270,14-6-45,4-38 0,4-10 225,0-5 0,-1-7 449,2-7 1,-5-5-271,-8 2 1,-4-1 899,3-17-809,-15 12-1799,0 31-270,-7 12-540,5 25 180,2 10 854,10-17 1,5-3 1034,7 4 0,1-11 0,3-4 0,11-4 0</inkml:trace>
  <inkml:trace contextRef="#ctx0" brushRef="#br0" timeOffset="-167897.73">4163 14252 8342,'-10'-19'3276,"-6"-5"-2054,14 14-1132,-5 1-1260,-9 1 271,-4 23 269,-15 5 585,17 0 0,1 3 315,-2 3 0,2 1-45,3 0 0,1 1-135,-2 7 0,4-2-90,17 7-45,5-15 0,6-1-225,15-8 0,6-5 180,2 1 0,3-4 360,-5-7 0,3-4 0,-1-3-91,-2-3 1,-2-4 0,0-2 0,2-6 0,-2-3 0,-2-2-58,-8 0 0,-2-1 0,-4 0 147,6-6 1,-11 1 764,-16 0 1,-11 5-630,-13 18 0,-3 6-405,-9-2-135,-5 23 0,5 13-810,28-8 1,4 3 89,-6 8 1,5 2 89,17 0 1,11-3-91,15-7 1,7-5 854,-14-7 0,1-1 0,2-5 0,6-6 0,2-6 0,-2-2 0,-6-4 0,-1 1 0,1-1 0</inkml:trace>
  <inkml:trace contextRef="#ctx0" brushRef="#br0" timeOffset="-162146.73">2981 15293 8972,'0'-10'180,"0"2"90,0 0 449,0-1-539,8-1 90,-6 2 0,6 0-360,-8 6 540,7-13-450,-5 5 0,6 0 179,-8 2 181,0 8-270,0-8-360,0 6 90,0-6-89,0 8-631,0 0 1890,-8 0-361,6 0-269,-5 0-900,7 0 630,0 0 540,0-7-540,0 5 270,0-6-450,0 8 539,0 0-269,0-8-90,0 6 90,0-6-90,0 0 0,0 6-90,0-5-989,0 7-630,-47 15 1798,11 20 46,11-9 0,-7 5 0,0 3 0,6 1-1,8-1 1,6 2 0,0 1 0,-1-1-158,-5-1 1,-2 0 0,2-1-1,7 1-37,10 11 0,7 1 0,5-11-120,12-2-90,12-8 1,5-11 134,-12-23 0,1-8-45,6 0 0,0-7 389,-7-10 1,-2-8 0,-3 5 240,-6 11 0,-1 2 269,4-16 1,-9 15-271,-28 65-764,8-7 1,6 4-869,6-2 1,6 1 0,2-2-547,11 6 1,5-5 1520,8-1 1,3-13-1,-7-29 1,-1-10 0,-9-3-1,1 1 1</inkml:trace>
  <inkml:trace contextRef="#ctx0" brushRef="#br0" timeOffset="-160997.73">5390 15716 7533,'-25'0'3276,"6"0"-1425,12 0-1222,14-15-359,18-21-240,-9 11 0,2-4 0,1-3-1123,3-11 1,0-3 0,-1 2 993,-5 9 1,0 3 0,-1-1-958,2-3 0,0 1 0,-7 8 877,-8 9-451,9 34 900,-5 29-150,4-13 0,4 5 0,2-2-75,7 3 0,6-4 254,-1-7 1,4-3 0,-1-16 239,-4-25 1,-1-18 0,-2-6 0,-1 5-390,1 6 0,-1 2 0,-3-4-173,-3-7 1,0-7-1,-4 3 1,-4 12-68,-2 5 135,3 48 0,2 15-405,-5 0 0,1 5 726,2 1 1,2 4-1,2 0-1186,0-11 1,2 0 0,-1 0 0,-1-3 343,-2 14 1,3-4 115,4-12 1,4-1-1,-5-11 906,-3-11 0,5-23 0,1-9 0,-2 0 0,0-1 0</inkml:trace>
  <inkml:trace contextRef="#ctx0" brushRef="#br0" timeOffset="-159947.73">8959 15240 7353,'-7'-8'2698,"-4"-2"-1708,10-7-181,-5-1-1079,12 8-89,-5 10-271,4 41 630,-4-10 0,-2 3 30,0 3 0,-1 5 0,0 1-53,0-6 1,1 2-1,-1 0 1,0-3-248,-1-1 0,0-1 0,2-4 270,5 12 0,3-19 0,8-60 0,0 1 0,1-1 0</inkml:trace>
  <inkml:trace contextRef="#ctx0" brushRef="#br0" timeOffset="-159629.73">8946 15099 7533,'-13'-20'3276,"-4"-11"-616,32 27-2480,-11-12 630,42 16-630,-12 0-315,-6 0 0,4 0-958,6 0 1,3 0 0,-4 0-463,-9 0 0,-1 0 1555,13 0 0,4 0 0,-23 0 0,-28 0 0,3 0 0</inkml:trace>
  <inkml:trace contextRef="#ctx0" brushRef="#br0" timeOffset="-159446.73">8959 15293 7533,'-14'25'3276,"26"-13"-3079,15-9 0,11-4 0,0-1-197,-3 1 0,1 0 0,2-1 0,0 0 0,3-1 0,1 1 0,-1 1 0,-2 4 0,0-1 0,1 1 0,-1-1 0</inkml:trace>
  <inkml:trace contextRef="#ctx0" brushRef="#br0" timeOffset="-158596.73">12011 15275 7533,'0'-33'3276,"5"11"-2685,-3 28-950,3 41-121,-4-4 0,-1 9 1,-1-2 239,1-12 0,0-1 0,0 0-480,0 7 1,0 2-1,0-9 1,0 7 719,6-29 0,6-54 0,-3 15 0,0-1 0</inkml:trace>
  <inkml:trace contextRef="#ctx0" brushRef="#br0" timeOffset="-158261.73">12097 14905 7533,'22'-37'1638,"-1"-1"0,12 9-812,7 21 1,10 8 0,-3 8-947,-13 7 0,-4 6 1,-1 4 6,-1 2 1,1 6-1,-3-1 1,-3-3 67,5 2 0,-11-1 270,-21 3 0,-16-3-1045,-12-13 1,-13-5 0,-3-2 0,8 0 700,6 2 0,2 3 0,-12 7 0,-4 5 0,25-3 1,47-6-1,0 1 0</inkml:trace>
  <inkml:trace contextRef="#ctx0" brushRef="#br0" timeOffset="-156911.73">15407 15046 7533,'-12'-26'989,"5"15"540,1-15 0,1-3 630,4-12-4048,-5 56 1439,5 9 1,2 7 336,1 5 1,0 7-1,1 3 1,1-4 112,-2 7 0,1-1 0,11-14 240,17-17 0,10-11 0,-5-11-360,-12-17 0,-4-11 0,4 5 30,11 8 0,6 6 0,-1 7 240,-3 10 0,0 8 0,-3 7 29,-4 17 1,-4 10 0,8-10 639,9-15 0,9-6 0,-1-9 0,-8-14-424,-12-19 1,-8-16-1,-3-7 1,1 1-943,-3 14 1,1-3 0,-1-1 0,-1 0 0,-3 1 0,-3 2 490,-4-7 0,-5 0 1,0 5-1,2 9 0,13 1 1,-8 65-1,0 0 0,0 0 1</inkml:trace>
  <inkml:trace contextRef="#ctx0" brushRef="#br0" timeOffset="-156129.73">16601 15522 7533,'-14'-8'2608,"-2"-1"-989,58-9-1304,-9-1 0,5-3-518,-5 4 1,4-1 0,1-2-1,-3 0-7,2-3 0,-2-1 1,-5-4 209,-3-7 0,-5-3 0,-12 4 269,-13 7 1,-12 7 0,-26 9 0,-7 14-225,15 16 0,4 11 135,4 7 0,3 7 0,8 0 45,10 7 0,14-2-196,12-11 1,9-1 0,-1-7-210,-2-8 1,2-7-751,4-7 1,4-4-1,-4-5 930,-7-5 0,-3-4 0,-3-5 0,-1-3 0,0-3 0,0-1 0</inkml:trace>
  <inkml:trace contextRef="#ctx0" brushRef="#br0" timeOffset="-155863.73">17241 15258 7533,'-6'-26'3276,"5"22"-526,6 14-4099,4 35-180,4-11 0,3 3 1529,-4 2 0,7-6 0,11-20 0,6-10 0,2-7 0,1 0 0</inkml:trace>
  <inkml:trace contextRef="#ctx0" brushRef="#br0" timeOffset="-155129.73">17622 15311 9961,'-30'-20'450,"-1"4"-540,9 28 0,1 8 360,1 1 0,2 5-315,6 17 0,4 2 90,0-18 0,6-3 180,16 1 0,6-11-136,2-28 1,1-13-45,4-8 0,-2-3-225,-5 8 1,-3 0-361,-5-6 0,-2 15 450,-3 41 0,-2 15 135,3 8 0,-2 8-45,-2-12 0,-1 5 0,0 4 0,-1-1 0,-1-2 90,-2 2 0,-1-1 0,-3-1 0,-4 1 565,-4-2 0,-4 2 1,-2 0-1,0-4 0,0-6 112,1-2 0,0-6 0,-5-6-318,-18-5 1,-8-9 0,9-9-450,16-11 0,4-8-1639,-3-19 1,10-6-1,16 15 1,7 1 1169,2 2 1,5 1 0,17-6 0,5 2 0,-6 5 0,0 1 0</inkml:trace>
  <inkml:trace contextRef="#ctx0" brushRef="#br0" timeOffset="-154512.73">18016 14834 7533,'0'-25'3058,"0"5"-2878,-6 10-270,5 5 90,-4 36-180,4 0 0,1 7 0,1 1 60,-1 1 0,0 2 0,0 3 120,-1-3 0,1 4 0,-1 2 0,1-2 0,2-4 120,0 1 0,2-4 0,1-2 465,1 13 0,7-18-136,13-37-269,-7-28 0,-3-9 225,0 6 0,0 5-1305,15 6 900,-12 25-180,-9 22 0,-3 11-1459,1 13 1,2-2 1591,10-7 1,-6-12 0,2-9 0,9-27 0</inkml:trace>
  <inkml:trace contextRef="#ctx0" brushRef="#br0" timeOffset="-154175.73">18558 14905 7533,'-7'-16'1079,"1"12"1170,6-11-1350,0 46-1034,2-7 0,2 7-472,-1 7 0,0 8 0,0 2 0,0-4-23,0-3 0,0-2 1,-1 1 629,1 1 0,1 4 0,-1-3 0,-2-11 0,-1-4 0,0-31 0</inkml:trace>
  <inkml:trace contextRef="#ctx0" brushRef="#br0" timeOffset="-153946.73">18533 15134 7533,'0'-37'3276,"22"-4"-1676,17 28 0,9 6-2650,-13 1 1,2 0 0,-1 1 934,3-1 0,-1 0 0,0 2 1,-2 3-1,-1 1 0,-3-1 0,-3-3 1,0 0-1</inkml:trace>
  <inkml:trace contextRef="#ctx0" brushRef="#br0" timeOffset="-153394.73">17524 14905 7533,'-23'-30'1092,"25"15"0,44 25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5:40:15.803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9071" units="cm"/>
      <inkml:brushProperty name="height" value="0.09071" units="cm"/>
      <inkml:brushProperty name="color" value="#C00000"/>
    </inkml:brush>
  </inkml:definitions>
  <inkml:trace contextRef="#ctx0" brushRef="#br0">22718 8767 9871,'-7'-10'2249,"-4"-6"-1529,9 6-181,-3-7-269,5-9-360,5 7-270,-3-15-809,3 22 270,-16 5 629,-8 32 315,1-1 0,-1 5 90,-1 13 0,2 4-76,7-9 1,3 3 0,1-1-60,-1-2 0,1 0 0,5-1-45,11 10 1,4-4 178,-4-13 1,4-7 0,12-16 0,3-10 225,-5-7 0,-1-6-225,7-15 0,-3-6 0,-7-6 0,-5-2 14,-4 13 1,-1 0 0,-5 1-60,-6-11 0,-7 5-90,-1 12 0,-5 7-900,-9 11 1,-2 8 494,3 10 1,1 8 179,-7 13 0,5 6 270,11 0 0,4 1 135,-4 2 0,4 0-90,14 0 0,6-3 269,15 2 1,-3-27 0,3-7 0,0-10 0,-1-9-181,-1-10 1,-4-5-360,-2-5 1,-6-3-181,-9 5 0,-5 0 45,-6-9 0,-8 5-45,-5 17 1,-3 7-46,-7 3 0,0 10 270,-5 23 0,5 13 270,8 3 0,5 4-135,-3 1 0,8 0 45,13-8 0,11-5 0,9-11 0,7-7 135,5-9 0,2-8 134,10-10 1,-2-9-45,-8-3 0,-5-7 0,-9 0 0,-2-3 0,-8 0-135,-10-4 0,-8 2-945,-5-2 0,-8 7 135,-19 13 1,-7 13 359,8 13 1,1 11 284,6 6 0,1 6 0,4 2 90,10-1 0,5 1 0,1 1-30,-3 5 0,3 2 0,7-4-30,10 3 0,11-7 89,11-10 1,6-9 225,4-13 0,2-8-45,-4 1 0,-3-8 89,-9-8 1,-2-7 0,-5 1-45,-3-1 0,-6-1-540,-2-10 0,-10 4-135,-15 16 0,-6 7-90,-4 6 1,-3 8 44,-8 12 0,3 9 360,11 0 0,6 5 90,4 9 0,8 1 225,21 11-180,8-27 0,7-7 180,8-13 0,3-8-135,-3-3 0,-1-5 224,6-12 1,-6-5 135,-14 2 0,-7-3-46,-4 2 1,-8 2-900,-28-6-719,-20 36 764,19 7 1,0 6-91,3 10 0,4 5 315,4 2 0,7 3 135,7 0 0,9-2 90,9-5 0,6-7 315,9-10 0,1-10-180,-5-5 0,-2-7 359,1-11 1,-6-3 629,-6-20-1258,-20 2-1171,-30 11 631,-11 32 134,16 12 0,2 6 360,10 1 0,5 5 135,6 12 0,10 1 180,24 4-135,2-18 0,5-9 45,-4-16 0,1-8 449,2 0 1,-4-5-225,-9-4 0,-6-3-225,-18-19-450,-22 15-180,-7 17 1,-5 5 134,9 4 0,0 4 135,-2 4 1,4 5 269,9 25 269,21-15-224,14-3 0,9-4-45,2-14 0,3-6 180,2-1 0,0-4 45,-2-5 0,-5-5 179,-9-4 1,-7-3-45,-10-7 0,-9 1-270,-10 8 0,-4 3-90,-1-1 0,-4 5-180,-7 14 0,2 10-449,-1 30 359,7-3 225,38 5 0,12-2 135,10-17 0,8 1 0,2-7 179,0-29 181,-13-13 0,-6-7-225,-15 4 0,-8-3-360,-5-12 0,-7 0-135,0 17 0,-5 8-315,-20 10 1,-2 16 449,13 21 0,3 13 135,4-6 0,2 3 0,4 2 62,8 3 0,5 2 0,5-3 73,9 10 0,11-8-45,9-16 0,5-12 404,2-19 1,0-12-255,-12-2 0,-1-5 0,-4 1-150,2-4 0,-7-3-30,-11-5 0,-7-5 0,-10 9-870,-18 12 1,-8 5-181,-6-13 1,-2 7 989,0 20 0,3 14 0,13 10 0,7 9 0,11 5 0,1 0 0</inkml:trace>
  <inkml:trace contextRef="#ctx0" brushRef="#br0" timeOffset="2685">23124 9613 7083,'0'10'1349,"-6"-2"-629,5-8 449,-5 0-449,6 0 1798,0 0-2518,0-8 180,0-10-90,16-25-90,-6 17 0,1-3 0,2 0 0,1-3 0,1-1-60,1 0 0,1 0 0,-1-1-260,0-4 0,-1-1 0,0 1 170,-1 4 0,0 2 0,0 0 15,4-13 0,-1 3 315,-3 18 0,-2 1-180,1-3 0,-1 3 180,0 12-360,-6-5 0,-6 16-89,5 8 959,2 17-735,2 0 0,0 3 90,1 15 0,-1 2-15,-2-12 0,-1 1 0,1-1 0,-1 3 0,0-1 0,-1 0 105,-1 15 0,-1-4-46,0-12 1,-1-3 45,-2-4 0,0-3-494,0 1-91,0-15-2827,0-10 1337,5-2 1940,-3-6 0,-2 8 0,-7 0 0</inkml:trace>
  <inkml:trace contextRef="#ctx0" brushRef="#br0" timeOffset="2951">23308 9349 7533,'-21'0'3276,"5"0"-2595,54 7-1311,-5-5 1,4-2 629,2 4 0,3 0 0,-3-3 0,3-1 0,-2-1 0,8 1 0,0 0 0</inkml:trace>
  <inkml:trace contextRef="#ctx0" brushRef="#br0" timeOffset="11887">20133 6085 8432,'13'-9'450,"-2"1"-180,-11-8 269,0 12-449,0-11-90,0 7-269,-5-2-91,-13 0 360,-8 2 90,-16 8-90,18 7 0,-1 2 90,-3-1 0,0 4-45,-1 7 0,2 5 44,0 0 1,4 5-45,5 8 0,5 4 0,4-1 0,6 2-360,10 7 1,9-2 224,3-8 0,7-5 90,11-7 0,5-9 90,1-10 0,2-8 224,2-10 1,-1-8-135,-7-9 0,-3-6 180,-6 2 0,-6-3-91,-5-8 1,-7-2-135,-9 7 0,-5 1-135,-5 0 0,-5 2 45,-10-2 0,-5 3-810,-4 4 1,-2 3-136,7 2 1,1 3 899,-16-4 0,45 25 0,10 9 0</inkml:trace>
  <inkml:trace contextRef="#ctx0" brushRef="#br0" timeOffset="12567">20588 6191 7533,'-19'0'2158,"1"0"-1978,6 16-270,-1 11-270,4 6 1,1 3 269,1-7 0,0 1-135,-2 16 0,1 0-585,4-16 1,1-3 0,-3 18 809,12-22 0,11-62 0,-4 15 0,0-1 0</inkml:trace>
  <inkml:trace contextRef="#ctx0" brushRef="#br0" timeOffset="13120">20564 6191 7533,'0'-43'1709,"5"6"-1170,8 2-269,16 17-630,21 18 270,-19 11 1,0 3-181,4 0 0,-1 2 135,-4 1 0,-4 1-405,5 8 360,-25-9-719,-36 9 809,3-16 0,-2-1-45,-3 4 0,-1 0 315,-1 0 0,2-1 360,-7 8-91,27 13-89,37-5-135,-2-11 0,4 1 90,4 0 0,1-1 89,0 1 1,-2-1 225,8 11-720,-36 5-540,-41-5 45,1-7 1,-5 1-46,-1-3 1,0-1-91,4-3 0,4-3 720,7-2 0,10-4 0,18-6 0,16 0 0</inkml:trace>
  <inkml:trace contextRef="#ctx0" brushRef="#br0" timeOffset="14566">25080 6262 7533,'31'-10'989,"-12"-14"-719,-8 13 90,-11-7 90,0 2-91,-5 7 1,-2-1-180,-11-14-900,-6 20 181,-19-11 404,19 17 0,-2 4 180,-5 0 0,0 5 90,-6 12 0,2 5 89,7-5 1,2 3 0,0 14 0,5 4-225,7-3 0,10-1-135,11-2 0,8-2 0,6 2 0,8-7 255,4-19 0,6-7 0,-1-3 30,-5-2 0,0-3 0,0-3-60,10-7 0,0-5 0,-4-4-208,-10-4 1,-5-4 0,-1-2 87,1-3 0,-3-1 0,-4-1-90,-5-1 0,-4-2 0,-3 2-105,-5-12 0,-7 2-315,-9 2 1,-5 6 44,5 18 0,-2 5 495,-23-7 0,60 42 0,10 9 0</inkml:trace>
  <inkml:trace contextRef="#ctx0" brushRef="#br0" timeOffset="15201">25806 6456 9961,'1'-18'-629,"-18"8"539,-6 5 0,-4 3 359,-12 7 1,-2 5-225,2-2 0,0 4 105,8 2 0,-1 3 0,6 3-105,3 10 0,5 3 45,-3 2 0,8 2-315,16-1 0,10-1-45,8-6 1,7-6-211,4-10 0,4-5 0,0-1 480,12 3 0,-1-4 0,-13-9 0,1-3 0,-3-1 0,-2-3 0,0 0 0</inkml:trace>
  <inkml:trace contextRef="#ctx0" brushRef="#br0" timeOffset="18405">20428 11271 8342,'-12'2'2069,"5"-4"-1529,1-23-1,6 5-449,0-13-449,0 21-91,0-19-1349,-21 27 1169,-7-4 495,5 10 0,-3 6 450,-7 13 0,1 7-45,3-2 0,4 5-61,7 1 1,3 4 0,4-1-165,4 8 0,9-1-225,15 4 1,14-6 119,-2-22 0,5-6 0,1-5-86,14-2 0,2-10 236,-9-5 0,2-5 0,-5-5-1,-11-3 1,-3-5 0,-2-1-60,1 0 0,-2-1 0,-6-1-240,-9-3 0,-7-2 1,-5 2-196,-12-10 0,-11 5 315,3 16 0,-3 2 0,-2 3 45,-16-4 0,-1 10-533,5 20 1,5 8 577,11-2 0,7 3 0,8 9 0,9 1 0,17 16 0</inkml:trace>
  <inkml:trace contextRef="#ctx0" brushRef="#br0" timeOffset="18835">20760 11642 7533,'14'0'-720,"-9"23"1170,-22 14-450,6-3 0,1 3 225,-2 6 0,0 2-136,2 4 1,2 0-315,3-6 1,3-4-136,3-4 0,4-9-269,8-16 629,7-30 0,-10-4 0,-3-4 0,-1-4 0,0 1 0</inkml:trace>
  <inkml:trace contextRef="#ctx0" brushRef="#br0" timeOffset="19135">20760 11730 7116,'6'-39'90,"-1"-1"0,1-1 0,2 2 508,1 13 0,1 3 121,8-16 160,11 62-564,-13-2 0,1 4-45,7 13 0,1 4-270,-2 2 0,-3 2 45,-2-1 0,-4-2 17,-5-6 1,-6-3-153,-21 11-172,-1-26 0,-6-5-233,-5-7 0,-2-4 45,0 2 1,1-2-496,0-3 1,2 0 944,-4 0 0,15 0 0,20 0 0</inkml:trace>
  <inkml:trace contextRef="#ctx0" brushRef="#br0" timeOffset="20355">25154 11271 6633,'-13'10'450,"1"-2"0,-1-8 179,7 0 271,0-8-181,6-2 91,0-7-450,0 7 179,0 2-179,6 0-450,-5-2-90,4 1 0,-5 1-809,-5 8 180,-12 0 719,-4 15 0,-14 13 90,20-4 0,3 5 134,2 16 1,7 4-270,6-10 1,6 0 44,3-5 0,3 0 0,7-8 329,8-9 1,7-8 0,-1-5-89,-1-8 0,0-5 1,0-4-2,4-2 0,-1-4 0,-4-6-150,-7-6 0,-5-6 0,-4 2-90,-1-6 0,-9-1-150,-12 7 0,-6-1 0,-5 5-165,-9 3 1,-5 5-46,-13-7 0,-3 11 450,11 26 0,4 10 0,9 0 0,6 5 0,10 13 0,0 1 0</inkml:trace>
  <inkml:trace contextRef="#ctx0" brushRef="#br0" timeOffset="21035">25609 11889 7982,'14'-8'1350,"-9"6"-1530,-17-6-360,-7 16 0,-11 17 585,12-4 0,-1 3 225,-5 10 0,-1 3 0,-4 3 0,2 0-46,3 1 1,3-1-180,1-4 0,4-2 225,4 11 0,33-11-180,8-25 0,4-4 0,5-2-450,-1-2 0,2-2-45,4 1 1,1 0-541,-2 0 1,-3 0 944,-12 2 0,-4-4 0,-5-21 0,-26-7 0</inkml:trace>
  <inkml:trace contextRef="#ctx0" brushRef="#br0" timeOffset="21234">25572 12100 7892,'41'-17'180,"-5"11"0,1 2-180,-12 0 0,1 0 0,6 1 0,4 1 0,-3-1 0,0-2 0,0 0 0</inkml:trace>
  <inkml:trace contextRef="#ctx0" brushRef="#br0" timeOffset="21418">25769 11818 7533,'-9'0'3058,"39"0"-4697,9 0 1,4 0 1228,-6 1 0,1-2 1,-1-3-1,2-1 1,-1-2-1,1-2 0,0-1 1</inkml:trace>
  <inkml:trace contextRef="#ctx0" brushRef="#br0" timeOffset="23584">27516 9243 8432,'-13'-16'1080,"2"12"-631,11-27-359,0 27-90,0-12 450,-6 48-540,0 4 0,0 6-240,1-4 0,1 2 1,-1 2 49,1 5 1,0 2 0,1-2 9,0-9 0,1-2 0,1-3-315,2 5 1,4-7 584,6-6 0,14-64 0,-9 10 0,-1-1 0</inkml:trace>
  <inkml:trace contextRef="#ctx0" brushRef="#br0" timeOffset="23871">27566 9208 10141,'42'-20'270,"-12"7"0,1 2-360,-6 10 0,3 0-630,15-6 1,1-1 719,-11 7 0,-6 0 0,-4-7 0,-30 8 0</inkml:trace>
  <inkml:trace contextRef="#ctx0" brushRef="#br0" timeOffset="24105">27492 9419 7533,'-19'0'2968,"29"0"-2698,28 8-1485,0-3 1,4 0 1214,-8 0 0,2 1 0,0 0 0,3 0 0,0 0 0,0 0 0,2 0 0,0 0 0,0 0 0</inkml:trace>
  <inkml:trace contextRef="#ctx0" brushRef="#br0" timeOffset="25399">26926 9066 9781,'-7'0'990,"7"-7"-450,2-3-271,9-16-898,-10 15-181,-1-13-89,-12 14 539,-30 8 270,12 9 0,-3 4 270,-7 5 0,-2 5-30,13-3 0,-1 3 0,3 1 164,-4 8 1,5 3-180,4 5 0,8 2-180,13-7 0,8-1 180,8 4 0,7-4 0,7-10 0,4-7 134,12 1 1,2-6-90,-12-9 0,0-4 0,0-3 30,2-5 0,-1-5 0,-2 0-90,-3 1 0,-2 0 0,-1-4 299,-4-5 1,-1-3 0,-4 2-240,-4 1 0,-5 1-45,-4-12 0,-6 3-46,-14 1-134,2 6 1,-6 1-1595,-16 1 1,-2 2 578,16 5 0,0 1 1060,-16-3 0,14 3 0,49-1 0,21 6 0</inkml:trace>
  <inkml:trace contextRef="#ctx0" brushRef="#br0" timeOffset="28871">28944 12947 8162,'-7'-20'-180,"1"5"180,6 15 180,-5 0 90,4 0 180,-4 0-270,5 0-90,0-8 0,0 6 270,0-6 809,0 8-450,0-8 1,0 6-180,0-6-270,0 8-810,0 0 360,0-7-630,-6 5 631,-11-6-1,-4 8 45,-4 6 0,-2 3 135,-9 11-45,12-4 0,1 3 45,0 8 0,5 5 135,2 7 0,4 2-45,3 1 0,5 1-45,5 2 0,11-4 134,15-16 1,6-5-45,4 0 0,3-7 105,-7-13 0,3-6 0,-1-1-94,10-1 0,-1-6 93,-13-5 1,0-4 0,-3-4 30,-3 0 0,-2-3 0,-3-1-240,-4 1 0,-3-1 0,-2 0 15,3-14 0,-12 2-405,-22 5 0,-12 7 90,-2 13 0,-4 7-450,-4 3 1,0 8-920,4 15 1,5 5 1569,7 12 1,40-14-1,11-3 1,9-11 0,0 0-1</inkml:trace>
  <inkml:trace contextRef="#ctx0" brushRef="#br0" timeOffset="32354">23616 2981 7443,'-33'0'719,"9"0"-719,8 0 0,-31 0 0,14 0 60,3 7 0,-5 4 0,5 2 75,9 1 0,2 4-75,-6 6 0,0 5 0,6 2 30,8 13 0,12 2-120,4-12 0,5 0 0,5-2-161,8-2 1,5-3 0,3-4 280,8-3 0,3-6 0,2-4 30,3-8 0,1-6 0,-1-2-30,-5-1 0,-2-2 0,-2-5 60,1-7 0,-2-6 0,-5-1 29,-2-4 1,-8-3-90,-3-11 0,-10-2-90,-8 15 0,-8 1-315,-10 0 1,-7 4 134,0 7 0,-4 6-675,-3 7 1,-1 7 854,-12 10 0,54 35 0,8-17 0,0 0 0</inkml:trace>
  <inkml:trace contextRef="#ctx0" brushRef="#br0" timeOffset="33485">28846 2981 7533,'19'0'-180,"-1"0"2159,-11 0-1799,-2 0 179,-10-8-359,-8 6-359,-6-14 89,-16 15-90,11 3 0,-2 3 225,-10 3 0,-1 4 195,7 4 0,0 4 0,2 3 180,-2 5 0,2 5 0,4 2-213,4 3 1,4 2 0,7 1 61,9 5 1,8 0 0,7-4-30,3-11 0,6-3 0,6-5 120,7-6 0,7-4 0,3-5 0,-3-5-371,-2-7 0,-2-7 0,1-2 0,1 0 280,3 2 1,1 1 0,0-2 0,-4-6 0,-5-7 0,-1-5 0,-4-2 0,-5 1 0,-2 4 0,-5-1 0,-6-3-311,-8-13 0,-8-4 1,-8 5-5,-10 5 0,-9 5-495,-3 3 1,-7 1-1,3 6 720,3 9 0,3 8 0,-11 14 0,51 22 0</inkml:trace>
  <inkml:trace contextRef="#ctx0" brushRef="#br0" timeOffset="41220">24687 6809 6993,'0'-20'1349,"0"-4"-719,0 15-270,0-9-90,0 8-181,0 2-178,0 8-361,0 0 180,-12 32-45,-8 1 0,-6 4 165,7-5 0,0 2 1,-3 2-83,1-4 1,-3 2-1,-1 1 1,0 1-1,1-2 322,-5 5 0,1 0 0,-1 0 0,-1 1-173,4-5 1,-1 0 0,0 1 0,-1 0 0,1-2 307,-5 5 0,0-2 0,-1 0 0,2-1-203,1-2 1,1-1-1,0-1 1,-1 0-180,0 0 0,-1-1 1,1-1-1,-1 1 112,2-2 0,0 0 0,-1 0 0,1-1-43,0 1 1,-1 1-1,0-2 1,1-1 147,-5 2 0,1-3 0,0 1 30,6-1 0,0 1 0,2-3 339,-1 0 1,3-3-340,-7 6 1167,18-3-1347,6-22 850,17-2-1389,-3-2 297,5-14-747,-2 14 1079,-4-6 0,0 0 0,-2-1 0</inkml:trace>
  <inkml:trace contextRef="#ctx0" brushRef="#br0" timeOffset="41668">23431 8026 7353,'-25'0'1079,"1"0"-1169,-1 39 135,10-9 0,0 5 135,3 0 0,0 5 0,-1 0-265,-2 5 0,0 0 0,1-2 175,4-7 0,2-2 0,-1-2 141,-6 10 1,8-7 577,24-10 540,19-40-1034,-8-2 0,2-4-375,-4 2 0,0-2 0,1-1-408,2-2 0,-1 0 1,1 1-73,1 1 0,-1 1 1,0 1 553,7 0 0,-3 3 0,-4 3 0,-4 5 0,5 9 1</inkml:trace>
  <inkml:trace contextRef="#ctx0" brushRef="#br0" timeOffset="43071">20478 6967 7803,'17'26'22,"0"-1"0,10 7 1,6 3-1,1 0-45,-6-7 1,1-1 0,1 1 0,2 3-525,-3-1 1,2 3 0,1 2 0,1 1 0,-1-1 0,-2 0 489,-1-3 1,-2 0 0,0-1 0,0 1 0,0 0 0,0 1 71,3 2 0,-1 1 0,1 0 0,0 0 0,-1 0 0,0-2 30,2 4 0,-1 0 0,-1-1 0,0 0 0,1-2 8,-3-4 1,1-1 0,0-1 0,-1 0 0,-2 1 187,3 3 0,-1 0 1,-1 0-1,-2-1-151,5 7 0,-2 0 0,-3-1 0,-6-8 0,-1 0 0,-3 0 45,2 9 0,-2-2 1431,4 8-1836,-12-17 1180,0-21-1809,-1-32 37,2-4-307,0-7 1169,4 11 0,-10 15 0,5 2 0</inkml:trace>
  <inkml:trace contextRef="#ctx0" brushRef="#br0" timeOffset="43822">21930 8114 7533,'-12'18'809,"-1"-9"-629,6-1-360,2 8 720,26 11-450,-8-2 0,2 3 45,13 6 0,4 3-135,-9-6 0,-1 1 0,1 1-30,1-2 0,-1-1 0,0 1 0,-1 1 0,-1 1 0,-2-2 165,0 1 0,-2-1-1,-3-5 1,-4-1 45,-3 2 270,-2-9 180,-5-10-91,-11-8-718,-13-8 179,1 0 0,-4-2 89,-13-4 1,-4 1 0,-2 2 0,-4 2-30,3 2 0,-4 2 0,5 1-510,2 4 1,3 0-901,-6-3 1,8-2 1349,22 4 0,32-20 0,14-6 0,1 3 0,1 0 0</inkml:trace>
  <inkml:trace contextRef="#ctx0" brushRef="#br0" timeOffset="49553">22471 9525 7533,'19'-8'1079,"-1"-2"-719,-11 1 90,4-7-91,-4 6 91,-1 0 0,0 2-270,-6 8-450,0 0 270,-28 32-270,-2-4 0,-7 7-255,11-8 1,-3 4-1,-2 3 1,-1 2-1,-2-2 495,2-1 0,-2-1 0,0 2 0,-2 0 0,0 0 0,1 1 107,1-2 0,0 2 0,0 0 0,-1 1 0,1-1 1,0-1-1,1-1-2,-2 1 0,1-1 0,0 0 0,0-1 0,0 0 0,0 0 74,-1 0 1,0 0 0,-1 0 0,1-1 0,1 0 0,3-3-238,-5 5 0,3-3 0,1 0 0,0-1 155,-1-1 1,-1 0-1,2-2 1,4-2-23,-6 4 0,7-5-225,4-8-809,34-30-630,15-5 1564,13-7 55,3 1 0,-27 8 0,-5 1 0</inkml:trace>
  <inkml:trace contextRef="#ctx0" brushRef="#br0" timeOffset="49968">21351 10478 8342,'-19'-20'1979,"7"12"-2429,-10 49 315,10-14 1,-2 3 223,-5 7 1,-4 5 0,0-1-134,1-4 1,0 0 0,0 0 193,-5 5 0,0 0 0,2-2-61,6-9 1,2-2 0,2-1 216,-4 9 1,2-5-217,-1-3 0,23-5 90,13-24-270,14-10 0,8-4-270,-7 5 0,2 0 1,3-2 113,1-5 1,3-2 0,1 0 0,-1 1 0,-1 4-1,0 1 1,0 0 0,1 0 0,4-3 0,-1 1-1,1-1 1,0 0 0</inkml:trace>
  <inkml:trace contextRef="#ctx0" brushRef="#br0" timeOffset="50886">23172 9737 7533,'-25'0'809,"17"15"-854,26 1 0,11 4 105,3 5 0,6 4 0,3 3-607,-12-10 1,3 2 0,2 0 0,1 2 0,1 0 0,0 1 469,2 1 1,1 0-1,2 2 1,0 0 0,0 0-1,-1 0 1,-1 0-164,-3-4 1,-1 1 0,-1-1-1,0 1 1,1-1 0,-1 1 0,0 0 239,3 1 0,0 2 0,1-1 0,-1 1 0,-1-1 0,-1-1 0,-2 0 36,3 2 0,-3-1 0,-1-1 0,-1 0 0,-1 0 171,1 2 0,-2 0 0,-1 0 0,0-1-118,7 7 1,0-2 0,-7-2 45,-6 0 0,-6-3 405,9 8 678,-14-11-1218,-6-18 2587,-3-24-3756,9-4 0,-4-15 1169,-1 15 0,11-11 0,-3 11 0</inkml:trace>
  <inkml:trace contextRef="#ctx0" brushRef="#br0" timeOffset="51936">24723 10707 8342,'-14'0'810,"4"-8"-990,10 6 0,0 2 180,16 25 135,1 8 0,3 3-90,5 1 0,2 3-115,-2 0 0,2 5 1,-1-3 69,-6-10 0,-1-1 0,0 0 89,1-1 1,-1 0 0,-3-2 135,-2 4 0,-3-5 135,0-7 539,-11-5-269,-11-15-540,8-8-180,-14-1 29,10-9-208,1 0 359,-5 9 269,10 1 1,-4 8-540,5-8 270,0 6-180,0-6 720,0 8-180,0 0-720,-11 0-270,-20 0 630,-14-4 0,-9 0 30,17 3 0,0 1 0,-3-1-103,0 0 0,-2-2 0,0 1 1,2 0-378,-1 2 0,3-1 0,2 2-810,-8 3 1,8 0-1259,13-2 2428,37 6 0,34-16 0,-20 3 0,1 0 0</inkml:trace>
  <inkml:trace contextRef="#ctx0" brushRef="#br0" timeOffset="56201">20059 7373 7533,'-30'-8'1439,"4"6"-1259,6-6 0,9 32-225,10 4 0,2 5 15,2-3 0,1 3 0,0 4-511,1 1 1,1 4-1,1 4 1,-1 0-1,1 1 466,-1-4 0,1 1 0,-1 1 0,1 1 0,0 1 0,-1 1-90,0-6 0,0 1 0,0 1 1,0 1-1,-1 0 0,1 1 1,-1 0-1,-1-1 142,0 3 1,0 0-1,0 1 1,-1 0-1,-1 0 1,1-1-1,-1 0 1,1-1 73,-1 2 0,0 0 1,0-1-1,0 0 1,0-1-1,-2 0 1,1-1-52,-2 2 0,0 0 0,-1 0 0,-1-2 0,1 0 0,0 0 120,-1 3 1,1 1 0,-1-2-1,1-1 1,-2-2-9,0 0 1,-1-2-1,0-1 1,0 0-175,0 0 0,1 0 0,-1 0 0,2-1 92,0 9 0,1-1 0,0-1 323,-2-7 0,0-2 1,1-1-354,2 8 0,0-2 795,0-8 0,2-6-975,12-2 959,0-11-1409,-1-9 551,-1-8-820,-4 8-541,5-6 1440,1 6 0,-6 0 0,-2 2 0</inkml:trace>
  <inkml:trace contextRef="#ctx0" brushRef="#br0" timeOffset="56584">19997 10142 7533,'-26'4'719,"0"0"1,-14 14-720,35 5 0,8 5 135,4 10 0,5 4-75,3-5 0,2 3 0,1-1-216,0 1 1,1-1 0,1-1 155,1-3 0,2-1 0,0-5 180,7 4 0,1-13 102,0-18 0,0-12 347,2-16 1,-4-10-480,-9 5 0,-2-3 0,0-1-647,-1-3 1,-1-1 0,0 0 496,1 1 0,1-1 0,0 2 0,0 6 0,1 1 0,0 1 0,4 1 0,0-1 0,0 0 0</inkml:trace>
  <inkml:trace contextRef="#ctx0" brushRef="#br0" timeOffset="58918">23124 3845 7533,'-26'9'30,"1"0"0,-9 12 0,-2 7-150,4 3 0,0 4 0,-1 3-394,5-7 0,0 1 1,-1 1-1,-2 2 529,1-4 0,-1 2 0,-2 1 0,0 1 0,0-2 0,3-1-137,1-1 1,1-2 0,2 0 0,-2 1 0,-2 0 180,-3 2 1,-3 0 0,-1 2 0,0-1 0,0-1 0,1-1 66,0 0 0,0-2 0,1 0 0,0-1 0,-1 2-216,4-3 0,0 1 0,0-1 0,-1 1 0,0 1 0,1-1 75,-2 0 0,-1 1 0,1 0 0,0 0 0,0 0 0,1-1 51,-2 2 0,1-1 0,0 0 0,1 0 0,-1 1 18,0 1 0,1 1 0,-1 1 0,1-2 0,1-1 13,-4 1 1,1-2-1,2-1 1,1-1 192,1 2 1,1-2-1,4-2-305,-4 3 1,6-5-496,6-6-719,35-24 1143,10-13 116,-2 3 0,0-1 0,-6 0 0,0 0 0,16-17 0</inkml:trace>
  <inkml:trace contextRef="#ctx0" brushRef="#br0" timeOffset="59252">21289 5380 7533,'-31'0'1079,"1"0"-809,0 16-225,12 3 0,-1 5 90,-5 9 0,-1 6-75,3-2 0,-1 3 0,1-3 119,-5 3 1,0-2-30,8-7 0,-1 1 0,6-5-869,6 3 449,43-13 225,2-21 0,8-9-225,-9 2 0,4-2 0,4-2 0,0 0 1,-1 0 201,-2 2 1,-2 1 0,2-1 0,0-1 0,3-2-1,-6 1 1,2-2 0,1 0 0,1-2 0,0 1-1,1-1 1,-1 0 0,-1 1 0,2 0 0,0 0-1,-1-1 1,1 1 0,0-1 0,0 1 0,0-1-1</inkml:trace>
  <inkml:trace contextRef="#ctx0" brushRef="#br0" timeOffset="60704">23824 3969 6363,'15'25'225,"-1"1"0,5 6 0,4 5 0,1 3-189,-2-6 0,1 1 0,2 3 0,2 1 0,-1 2-446,-4-7 0,0 2 1,1 2-1,1 1 1,0 1-1,0-2 0,0 0 1,-1-1 114,5 4 1,0 0-1,0-1 1,0-1 0,1 0-1,0 2 320,-3-4 1,2 2 0,0 0 0,-1-1 0,1 0-1,-2-3 1,-1-3 184,6 5 0,-2-3 0,-1-3 1,0 1-122,5 4 1,0 0 0,-2-1 277,-3 0 1,-2 0-1,-3-3-232,-1 1 0,-4-1-90,-1-1 0,-4-1 225,-2 5 1905,-11-10-2355,0-15 937,0-2-1656,6-24-371,0 5 1270,1-15 0,-2 16 0,-5 3 0</inkml:trace>
  <inkml:trace contextRef="#ctx0" brushRef="#br0" timeOffset="61217">24748 5539 7533,'-43'-16'-90,"5"4"719,1-13-179,12 15-270,13 2-540,12 16 270,18 17 0,8 5 135,-1 3 0,3 0-45,-5-12 0,1 0 45,8 12 0,1 0 0,-2-12 0,0-5 90,-5-1 0,0-2 135,1-1 0,-1-8 449,11-36-494,-17 11 0,-3-5-135,-3-4 0,-2-6 0,-1-2-295,-2 3 0,-1-3 0,0 0 1,-2 0 84,2-7 0,-2 1 0,-1 0-180,0 1 0,-1 1 0,-2 6-645,-1 7 1,-2 7 944,1 6 0,17 24 0,3 2 0</inkml:trace>
  <inkml:trace contextRef="#ctx0" brushRef="#br0" timeOffset="63205">28108 4022 7533,'18'0'-270,"-5"0"450,-30 8-180,-2 6 0,-6 5 90,-2-2 0,-5 1 0,0 2-473,1 1 1,-1 3 0,-1 1-1,-1 1 329,2-2 0,-1 2 0,0 1 0,-1 0 1,-1 0-160,-3 3 1,-1 0 0,-1 0 0,0 1 0,0 1 182,6-4 0,-1 1 0,0 1 0,0 0 0,0 0 1,-1-1-216,-1 2 1,-1 0 0,0 0 0,0-1 0,0 1 0,0 0 199,0-2 0,1 1 0,0 0 0,0 0 0,0-1 0,0 1 30,-1 0 0,-1 0 0,0 1 0,0-1 0,2-2 1,2-1 14,-4 2 0,3-2 0,0 0 0,-4 2 77,8-5 0,-4 3 0,-2 1 0,0 0 0,1-1 0,3-1 0,2-2-70,-1 2 0,4-2 0,0-1 0,-3 2 29,-5 3 0,-3 3 0,-1 0 0,3-1 0,4-3 248,2 2 0,4-3 0,3-4-464,-12 5 768,21-11-857,21-16 868,2-8-599,5 6 0,0-22 0,1 5 0</inkml:trace>
  <inkml:trace contextRef="#ctx0" brushRef="#br0" timeOffset="63521">25732 5697 7263,'-48'6'674,"17"16"1,1 7-585,2 0 0,2 3 0,7-2 0,0 3 0,4-2-135,0-2 0,11-3 180,24-5 0,10-7-135,-6-11 0,5-6-430,5-3 0,6-4 0,2-3 0,-1-1 160,-3-2 0,0-2 1,0-1-1,1 0 270,5-1 0,0 0 0,1-1 0,-2-1 0,-3 0 0,-1-2 0,-1 0 0,-1 0 0,3-3 0,0 1 0,0-1 0</inkml:trace>
  <inkml:trace contextRef="#ctx0" brushRef="#br0" timeOffset="64500">24797 3104 7533,'-19'0'-540,"1"0"720,17 0 0,18 0 45,7 1 0,7-2-82,4 0 1,9-1 0,4 0 0,2 0 0,-2 2-800,-3 0 1,-1 1-1,1 0 1,2 1 0,5-1 647,-12 0 1,2 0-1,3 0 1,1 0 0,1 0-1,1-1 1,0 1 0,0 1-1,-1-1 1,-1 0-186,1 1 0,-1 0 0,1 0 0,-2 0 0,1 1 0,0-1 1,1 1-1,0-1 0,0 0 211,0 0 0,0 0 0,1 0 0,0 0 0,0 0 0,1-1 0,-1 1 0,1 0 0,0-1 0,-1 1 27,2-1 0,1 0 0,0 0 0,0 0 0,0 0 0,-1-1 0,0 1 0,0-1 0,-2 1 0,-2-1-236,3 1 0,-2-1 0,-1 0 0,-1 0 0,0 0 0,-1 0 1,0-1-1,0 1 216,2 0 1,-1 0 0,1 0-1,-1 0 1,-2 0 0,-1 0 0,-3 0-26,11 0 0,-3 0 0,-3 0 0,-3 0-90,1 3 0,-2 0 0,-2-1-405,11 0 0,-3-2 802,-8 1 1,-16-2-308,-44-9 0,-7-2 0,-8-1 0,0 4 0,0 0 0,-1-1 0</inkml:trace>
  <inkml:trace contextRef="#ctx0" brushRef="#br0" timeOffset="65277">25141 2928 7533,'39'-27'449,"-18"5"1,-1 2-360,0 7-90,9-19 360,-10 15-180,6-3-270,-11 3 270,-20 9-495,-22 19 0,-8 9 315,10-12 0,-2 0-150,-9 8 0,-4 4 0,-1 1-50,3-3 0,0-1 1,-1 0 199,-6 0 0,-2-1 0,2 0 0,8 2 0,3 0 0,-2-3 419,-5-2 1,-1-3 0,11 1 30,8 8-585,-2-3 0,9 2 225,32-1 0,15 1-180,1-3 0,7 1 0,2-1 0,-1 0 30,2 1 0,-1 0 0,4 1 22,-1-3 1,6 1-1,0 0 1,-1 0 0,-6 0-1,-1 3 1,-4 0-1,0 1 1,-1-1 0,-1-1-1,1 1 1,0 0 0</inkml:trace>
  <inkml:trace contextRef="#ctx0" brushRef="#br0" timeOffset="67670">28931 4039 7533,'-22'-41'629,"-4"10"-179,-6-4-270,7 19-90,2 24 90,8 12 0,0 9-135,-4 12 0,0 8-385,6-12 0,-1 4 1,0 3-1,0 0 394,2 0 0,0 1 0,0 1 0,-1 1 0,0 1-490,2-5 1,-2 2-1,1 0 1,-1 0-1,1 0 1,0 0 375,0 0 0,0 0 0,1-1 0,-1 1 0,1 0 0,-1 0 45,0 0 0,0 0 0,-1 0 0,1 0 0,0-1 0,1 0 105,-2 5 0,1-2 0,0 0 0,-1 1 0,1 0-90,0-2 0,0 0 0,0 1 0,0 0 0,0 0 0,0-1 0,-1-3 0,1-1 0,0 0 0,-1 0 0,0 1 0,0-1-45,0 3 0,0 1 0,0 0 0,-1-1 0,1 0 0,-1-1 9,-3 3 0,0 0 0,0-1 0,0-1 0,0-1-134,3-5 0,0-2 0,0 0 1,0 0-1,0 1 152,-2 4 0,-1 1 0,0 1 0,0-2 0,1-1 40,-1 2 1,2-2-1,-1-1 1,0 3 13,0-4 0,1 1 0,-2 1 0,2-1 0,0 0 99,-1 3 0,1-1 0,0 0 0,-2-1-234,-2 1 1,-1 0 0,0-1 0,1 1 75,1-2 1,1 1-1,0-1 1,-1-3 52,-3 4 0,0-2 0,0 1 15,5-3 0,1 1 0,1 0 0,0-2 339,1-3 1,0-2 0,1 1-325,1 3 0,1 2 0,0-3 731,-6 6 0,3-4-971,5 1 1154,-3-11-1424,11-18 174,0-8-714,0 0 1052,0-8 1,-6-2 0,-1-8 0</inkml:trace>
  <inkml:trace contextRef="#ctx0" brushRef="#br0" timeOffset="68035">27197 8096 7533,'-25'-10'3238,"6"10"-3598,-4 26 360,17 5 0,3 7-90,-1-5 0,-1 4 0,3 0 120,5 6 0,3 1 0,2-3 105,2 8 0,6-6 225,8-8 0,7-13 44,4-31 1,3-14-255,-10 5 0,0-4 0,-1-2-479,4-9 1,0-4-1,-2-1-361,-4-3 1,-2-1-1,-1 1-120,-1 9 1,0 2 0,-3 0 809,-3-6 0,-4 4 0,-1-2 0,-16 17 0</inkml:trace>
  <inkml:trace contextRef="#ctx0" brushRef="#br0" timeOffset="69777">25486 7161 7173,'-24'-17'1079,"-1"-9"-449,0-1 0,6-8-361,1 7-538,12 10-271,11 34 495,12 14 0,7 9 0,-4-8 0,2 4 0,2 2 0,1 1-251,-2-5 1,2 1 0,2 2 0,0 1 0,0-1-1,-1 1 296,2 3 0,-1 1 0,1 0 0,-1 0 0,1-1 0,1 1 30,0-2 0,1 0 0,0 1 0,0-2 0,0 0 0,-2-1-171,-1-1 1,0 0-1,-2-1 1,0-1-1,1 1 267,-2 1 0,1 0 0,0 0 0,-2-1 0,0-1-126,6 8 0,-2-2 0,0 1-39,-7-6 1,0 1-1,-1-1 1,0-2-22,0-1 0,-1-3 0,-1-2 60,0 2 0,0-5 90,11 10 2105,-16-32-2465,-5-12 628,-2-10-2337,-5-5 1245,6 15 734,-5-6 0,21-1 0,-1-11 0</inkml:trace>
  <inkml:trace contextRef="#ctx0" brushRef="#br0" timeOffset="70419">26139 8661 9152,'29'0'270,"3"15"-225,-7-6 0,3 2 0,3 13 0,1 3-1,0-7 1,0-1 0,1 7 0,0-1 45,-6-10 0,0-2-45,-1-4 0,-1-1 45,3-3 0,-1-2 180,16-3 270,-11-16 269,-3-3-314,-24-4 0,-2-5-271,4-6 1,-3-3-195,-7-1 0,-4-4 0,0 1-241,3 3 0,-1 0 1,0 0 150,-5-8 0,0-2 0,-1 5-435,1 0 0,2 4-360,-1 5 1,5 7-1664,10 9 2518,7 20 0,17 31 0,1 5 0</inkml:trace>
  <inkml:trace contextRef="#ctx0" brushRef="#br0" timeOffset="72922">26729 9737 7803,'7'-20'1079,"-2"-3"-1169,-10 13-270,-8 0 180,0 2 360,-5 0 180,0 6-360,10-6-90,-8 8 0,15-7 180,1-3-90,1 0 180,10 2 0,-10 8-90,-1 24-180,-13 7 0,-8 6-30,3-3 0,-3 2 0,-3 4-274,3-9 1,-4 3 0,-1 1-1,-2 1 1,0 0 0,1-2 285,-3 4 0,0 0 0,0-1 0,-1 0 0,-1 1 183,2-3 0,-1 1 0,-2 0 0,1-1 0,0 0 0,1-2 51,-1 0 0,0 0 0,0-2 0,1-1 0,1-1 8,0 2 1,2-2 0,0 0 0,-1-2 22,-3 1 1,-2-2-1,0 0 1,4-2-23,-8 10 0,3-3-135,0-8 0,4-3 90,8-5-630,28-22 270,15-3-629,5-8 1190,6 1-1370,-7 7 1079,-10 2 0,-20 24 0,-14 3 0</inkml:trace>
  <inkml:trace contextRef="#ctx0" brushRef="#br0" timeOffset="73252">25585 10707 8792,'-16'30'180,"0"1"0,6-9 0,1 3-61,0 12 1,1 7 0,3-4-30,3-9 0,1-1 0,-1 7 0,-1 4 0,8-11 180,26-11-405,-3-23 0,5-9-15,-4-5 0,3-4 0,0-1-580,5-2 0,1 0 0,-1 0 730,-4 3 0,0 1 0,-3 2 0,3 0 0,-5 4 0,0 8 0</inkml:trace>
  <inkml:trace contextRef="#ctx0" brushRef="#br0" timeOffset="75205">27110 9984 6813,'14'0'-90,"-3"7"630,-5 27-360,1 8 0,3 10-135,-2-18 0,1 3 0,0 2 0,2 4-481,-1-4 1,1 4 0,1 3 0,0 1-1,1 0 1,0 1 0,0-3 447,0-1 1,0-1 0,0-1 0,0 1 0,2 0 0,-1 1 0,1 1-13,1 0 0,1 2 0,0 1 0,0 0 0,1 0 0,1-1 0,-1 0 0,0-3 25,1 1 1,0-1 0,0-1-1,1-1 1,0 0 0,0-1 0,0 0 48,2 4 1,2 0 0,-1-1 0,1-1 0,-2-2 0,0-2-53,1 3 1,-1-4 0,0 0-1,1 3 83,-3-3 0,0 4 0,1 1 0,0-1 0,-2-2 0,-2-6 96,0 0 1,-2-4 0,1 2-202,2 7 0,2 6 0,0-3 0,-2-7-90,0-4 0,0-11 180,1-20 0,4-20-90,-9-23 2347,-2 6-2347,-6-6-265,-6 23-635,0 4-449,5 16 540,13 16 809,8-4 0,-3 7 0,1 3 0,2-4 0,-1 1 0</inkml:trace>
  <inkml:trace contextRef="#ctx0" brushRef="#br0" timeOffset="75938">28501 12259 7533,'-41'-16'719,"13"12"-359,4-8 0,1 1 0,-3 9-720,7 2 360,8 10 90,16 31 0,3-4 0,2 4 30,0-6 0,0 2 0,1 1-208,2 4 0,0 0 0,0-1 58,-1-1 0,0-2 0,1-2 75,3 6 0,-2-3 180,-7-11 0,0-4 315,4 2 269,-11-18-449,-6-16-180,-1-2-360,0 0 443,-3-5-83,3 5-180,-33-16 90,10 9 0,-3-1-90,-10 0 0,-3-1 180,7 2 0,-3 0 0,2 0-765,-6-2 0,1 1-674,3-2 0,5 4-1260,7 14 2519,26 6 0,20 11 0,13 4 0,-3-6 0,1 1 0</inkml:trace>
  <inkml:trace contextRef="#ctx0" brushRef="#br1" timeOffset="120001">20133 6279 5824,'7'-9'809,"-7"1"-629,-13 0-90,-1 6-90,-3-6 0,5 8-90,0 0 90,5 0-90,1 0 180,6 0-180,0 8 90,6 2 180,1 0 0,10-3-90,-3-7 0,3 0 0,-4-7-180,-6-3 90,-2 0-180,-10 2 180,-8 16 0,-1 2 0,2 15 90,6-13 180,6 4-90,6-16-90,6 0 0,-3 0-270,2-16-90,-11 12 0,0-12 270,0 16 0,-6 0 0,5 0 0,1 8 270,7-6-90,5 6-90,0-8-90,-5 0 0,-18 8 0,-9 2 0</inkml:trace>
  <inkml:trace contextRef="#ctx0" brushRef="#br1" timeOffset="121618">25068 6315 6543,'14'-18'-360,"-3"8"630,-17-5 0,-12 5-180,-2 0-90,-5 2-90,7 8 0,5 0-90,7 16 180,0-12 0,17 27 0,-3-27 90,16 12 0,-10-16 0,-2 0-90,-7 0 0,-5 8-270,0 1 270,0 9 270,0 0-270,6-9 630,6-1-630,2-16 90,-2-1-270,-7-1-90,-10-6 180,-7 14 0,-2 2 90,-4 10 90,12 15 270,6-13-180,6 4 0,12-16-90,-4-8-90,-2-2-720,-7 0 0,-5 3 720,0 7 0,-5 39 0,-1 10 0</inkml:trace>
  <inkml:trace contextRef="#ctx0" brushRef="#br1" timeOffset="129071">20366 11430 6813,'0'-10'630,"0"2"-630,0 8 0,0 0 360,0-7-91,-5 5 181,-2-14-450,1 14 90,-5-6-270,10 8 180,-5 0 180,12 0-90,6 0 90,12-8 180,0-3 0,0-3-271,6-16 1,-8 9 0,-4-1 0,-11-5-809,-2 9 539,-10 26 180,-2 19 0,0 11 360,12-3-91,9-17 91,10-11-180,-4-22-180,-8-13-180,-12-9 180,-1 2-809,-27 9-181,18 24 91,-14 20 899,35 11 0,19-16 0,10-6 0,9-4 0,0 0 0</inkml:trace>
  <inkml:trace contextRef="#ctx0" brushRef="#br1" timeOffset="130584">25166 11377 6183,'0'20'900,"0"-12"-450,6-26-180,1 6-91,-1-4-628,5 9 449,-9 5-90,3-6 180,1 0 0,-5 6 0,5-6 0,-12 8-90,-6 16-180,-7 3-90,-1 17 360,8-9 359,6-9-269,23-10 270,-2-24-90,15-11-360,-16 5-90,-3-17-540,-11 35 540,-5-4-90,3 18 360,-3 23 270,15-19 90,9 9-270,7-23 269,5-23-359,-12 9-629,-7-19-181,-28 31 540,-1 4-135,-4 16 0,1 5 225,5 0 90,6 4 0,7-5 90,31-18-630,-12 2 0,7-22 1,-2-9 449,-12-6 0,-10-2 0,-6-1 0,-8 7 0,0-1 0</inkml:trace>
  <inkml:trace contextRef="#ctx0" brushRef="#br1" timeOffset="136335">21130 6438 7533,'-5'20'-360,"3"19"990,-9-2-720,10-10 0,1 1 45,-3 6 0,0 1 0,3-4 0,0 0 90,0-2 0,0-3 314,0 10-359,0-21-89,0-23-91,0-1 180,0-9-90,0 8-270,0 2 180,0 0 180,0 7 180,6-15-180,-5 6 1169,5-23-674,-1 4 0,1-3 44,0-8 1,1-2-300,0 9 0,2 0 0,0 1-240,2-10 0,2 3 0,-2 10 0,3 5-720,11 7 450,4 27 180,3 25 180,-13-17 0,-1 1-45,-4 3 0,-2-1 135,6-1-180,-13 3-90,-27-5 0,0-6-90,-1-3 0,-1-3-1079,-4-6 360,0 8 899,21-6 0,18-10 0,9-11 0</inkml:trace>
  <inkml:trace contextRef="#ctx0" brushRef="#br1" timeOffset="137871">24206 6279 7533,'-19'0'1169,"-4"0"-539,4-7-450,5 5-180,3-6 90,22 16-180,-8 17 0,13 20-45,-14-14 0,-2 1-90,3 0 0,-1-1 180,-1-4 0,-2-1 45,1 17 0,0-24 450,0-3-270,0-40-180,6-5-45,-4 4 0,2-3 45,7-13 0,2-2-45,-1-3 0,1 0 135,-3 12 0,1 1 0,0 0 134,2-13 1,4 6-90,6 14 0,1 6-135,0 3 90,10 28 0,-1 11-90,-17-3 0,-2 3 45,11 16 0,-2 1 180,-11-15 0,-5-1-180,-6 4 0,-7-3-135,-15-5-495,-4-9 1,-3-4-406,-19-6 315,20-1 1,0 2 674,-10 7 0,29 2 0,11 7 0</inkml:trace>
  <inkml:trace contextRef="#ctx0" brushRef="#br1" timeOffset="139138">20416 11836 7533,'21'-10'1889,"-5"-6"-1260,-21 6-359,-2-7-630,-11 7 90,-7 2 91,-6 8-91,-12 0 270,-1 16 90,12-1 0,-1 5 89,3 5 1,1 5 90,-4 7 0,5 4-225,10 0 0,10-1-90,9-6 0,10-4-405,15-1 1,9-7 449,3-6 0,2-6 0,8-7 0,1-4 0,-6 0 0,0 0 0</inkml:trace>
  <inkml:trace contextRef="#ctx0" brushRef="#br1" timeOffset="140705">25129 11889 5824,'19'0'3148,"-1"0"-2698,-11 0-91,-2 0 91,-5 0-180,0-8 270,0 6-1,0-14-449,0 14 0,0-14 0,-5 7-719,-13-1 269,-8 2 135,-2 10 0,-3 4 270,0 4 0,-2 5 45,-8 9 0,1 5 269,4 6 1,4 3-180,10-3 0,6 2-270,5 3 0,11-3-180,19-16 1,9-3-811,5 5 1,5-5 1079,2-12 0,3-10 0,-9-5 0,0-6 0,-2-2 0,-5-5 0,1-1 0,-1 1 0</inkml:trace>
  <inkml:trace contextRef="#ctx0" brushRef="#br1" timeOffset="150622">26274 9172 10771,'7'-19'540,"-7"3"-361,-7 16-179,0-8 0,-4-2-449,4 1 179,-11-7-720,-12 14 900,8-6 1,-23 8 89,18 24 44,1-11 1,-1 3 45,0 12 0,3 5 45,1-2 0,1 0 90,2-3 0,4-1 0,5 3 0,5-1 45,4 8-91,15-9 91,7-5-989,21-13-990,-14 0 1709,3-2 0,-29-8 0,-9 0 0</inkml:trace>
  <inkml:trace contextRef="#ctx0" brushRef="#br1" timeOffset="151719">26274 9313 7533,'7'-9'1169,"-2"1"-1079,-5 8-360,0 0 180,-5 8-90,-2 17 270,-11 20-135,11-14 0,0 1 90,-2 0 0,0-1 0,3-4 0,0-2-45,-1 3 630,2-5-270,5-21-360,0-2 0,0-9 0,0-17 0,0 14 90,5-15 0,1-1-90,-4 19 134,11-34 1,2-8 45,-5 5-135,0 9 0,3-4 90,1-6 0,1 4-45,1 6-45,0 4 0,2 9-495,1 24 450,1 10-629,14 23 629,-18-19-45,4 5 0,-1 1 584,-3 0 91,2 7-90,-18 6-271,-18-5-358,-9-9 358,-9 5 181,-7-22-360,16 6-270,-2-8-1169,17 0-1260,5-8 2609,7 6 0,23 2 0,10 10 0</inkml:trace>
  <inkml:trace contextRef="#ctx0" brushRef="#br1" timeOffset="174988">19432 5662 7533,'-7'0'-1170,"-4"-8"1260,10-2 0,-5 1-90,6 1 0,0 8 360,0 0-360,6-8 0,-5 6 0,4-6 90,1 8 0,6 0 0,13 0 0,22 0-45,-16 0 0,1 0 0,13 1 0,2-2-210,-12-1 1,0-1 0,0 0 194,-2 2 0,0 1 0,2-1 0,11-1 0,2-1 0,-1 1 0,-9 1 0,-2 1 0,2 1 0,6-1 0,2 0 0,-2 0 30,-5 0 0,0 0 0,-2 0-137,11 0 1,-2 0 31,-5 0 0,0 0 45,6-1 0,-2 2 0,-14 2 0,0 1-30,6 0 0,3-1 0,-1 0 30,1 2 0,1 0 60,1-2 0,5 0 0,-1-1-30,-7-2 0,-1 0 0,0 0-30,-1 0 0,0 0 0,2 0 45,-3 0 0,3 0 0,-1 0 0,-1 0-193,7 0 0,-2 0 1,3 0 192,-6-2 0,2 0 0,0 0 0,-1 0-15,7 1 0,-1 1 0,2-1-30,-10-1 0,1 0 0,0 0 0,-1 0-30,8 2 0,-2 0 0,2 0 30,-6 0 0,1 0 0,1 0 0,-1 0 0,9 0 0,-1 0 0,0 0 0,-5 0 0,-1 0 0,1 0 0,-5 2 0,2 0 0,0 0 0,-2 0 60,5-1 0,-2-1 0,2 1-30,2 1 0,1 1 0,0 0 0,0-1 0,-2 1 0,0 0 0,-6-1 0,-2 2 0,2-1-60,5 2 0,1 1 0,0 1 0,0 1 0,1 2 0,-3-2 30,6-2 0,1-1-30,-7 3 0,3 1 0,-3-2 75,3-2 0,0 0 45,-10-2 0,1 0 0,0 0-142,2 2 0,1 1 0,0-1 22,3-1 0,1-1 0,-1 0 60,-6 0 0,0 0 0,1 1-75,3-1 0,3 2 0,-1-1 0,-4-1 45,10 2 0,-1 0-12,-7-1 1,5 0 0,0 0 0,-4 2 41,1 2 0,-3 2 0,2-3-8,-4-3 1,2-2-1,0 1 1,-1 0-23,7 5 0,-1 0 0,0 0 0,-2-5 0,0-1 0,0 2-115,2 4 0,0 2 0,-1-2 115,-6-4 0,-1-1 0,2 2 0,8 4 0,2 3 0,-3-2-30,-11-5 0,-1-2 0,2 1 52,2 1 1,3 2 0,0 0-1,-2-1 8,2 0 0,-1 0 0,2 0-8,0 0 1,2 1 0,1 0-1,-3-2-22,3 0 0,-3-2 0,2 1-23,-5 1 1,2 1 0,0 1-1,-2-1-7,0 0 0,-2 0 0,2-1-15,-1 0 0,3 0 0,0-1 0,-2 2 45,5 2 0,-1 1 0,0-1 0,-4-1 0,0 0 0,1-1 0,-1 0 0,7 0 0,-1 0 0,0 1-99,1 4 0,2 2 0,-1-3 99,-2-6 0,0-1 0,1 1 0,-3 5 0,1 2 0,0 0 0,-1-2 30,4-4 0,-2-2 0,1 2-19,-8 4 1,1 2 0,-1 1-1,-2-2 34,12-1 0,-3 1 143,-13 1 1,0 1 0,-2-2-234,3-4 0,-1 0 45,9 11 0,-3-2-90,6-11 288,-13 11 0,-4 1-198,-4-12 522,3 3 1,-1 1-343,-3 0 464,24 2-824,-18 8 224,13-8-44,-15-3 0,4-7 89,-17 0-178,4 0-181,-16 0 180,5 8 0,-1 2 90,-4 0-90,5 13 180,-6-3-90,0 23-180,-6 2 180,1-15 0,-2 1 0,-2 4 0,-1 0 135,-2 1 0,-1 1-90,-1 9 0,-2 2 45,1-3 0,-1 0-90,0 0 0,0 0 0,1 3 0,0-2-90,3-9 0,0-1 90,2 8 0,1-2 0,0-13 0,0-1 45,3 5 0,0 1 0,-3-7 0,0-1 44,-1 1 1,0 0-135,-1 0 1,-2-1-91,-2 8 0,0-1 135,0-5 0,-1 1 0,-8 14 0,0 0 0,7-10 0,0-1 90,-10 6 0,2 0-45,10-7 0,2 1-90,-10 10 0,0 2 0,8-3 0,2 0-15,0-9 0,-2 1 0,2-2 15,0 6 0,0-1 135,0-3 0,-1 2 0,0-3-135,-2 2 0,-1 1 45,4-3 0,1 4 0,1-3-45,-3 8 0,3-1 45,1 4 0,2 0-45,-1-4 0,0 0 90,3 4 0,-1-1-45,-2-15 0,0 0 0,3 6 0,0-1 90,-3-6 0,0-1-90,-1 5 0,1 1 45,-3 7 0,-1 0-45,-2-3 0,0 1-45,0 5 0,-2 2 0,-1-4 0,0 0-45,-1 4 0,1 0 120,3-9 0,1 0 0,0-1 15,1 4 0,-1 1-45,-1 4 0,-2 3 0,4-4 0,4-10 0,1 1 0,-2 6 0,-2 4 0,0-2 0,0 1 0,-1-2 30,3-5 0,0 1 0,-1-1 0,1-2 0,0-1 0,-1 1 0,-3 5 0,0 0 0,1-2-30,-4 6 0,1 0-60,0-3 0,0 2 0,0-3 150,-3 0 0,0 0-120,4-4 0,1 1 0,0-2 30,-4 8 0,-1-1-30,7-9 0,0 2 0,0-1 30,-4 5 0,0 0-45,1 1 0,0 1 45,0-1 0,0 0 45,4-9 0,1 1-90,-5 13 0,1-2-45,1-2 90,4-6 0,0-1 90,-3 7-45,4-13 0,-2 1 0,-1 3 0,-2-1 44,0-6 1,-1 1-315,-1 6 1,0 1 224,-4 14 90,-4-2 0,4 0 90,0-6-1,-5-2-89,5-9 90,-11 7-270,-1-3 90,8-9 0,-2 1 45,-5-4 0,-2-1 45,1 5 0,-1-1-30,2-8 0,-3-1 0,1 0-30,-1 2 0,0 1 0,-1 0-30,1-1 0,-1 1 0,-1-1 0,-9-1 0,-1-1 0,4 0-45,3 2 0,0-1 15,-1-2 0,-3-1 0,3 1 30,2 3 0,0-1 0,4-6 0,-3-1 0,3 3 0,-5 11 0,0-1 135,-9-12 0,0-2-90,11 7 0,0 1 0,-7-7 0,1-2 0,5 4 0,2 0-45,0-7 0,1 0 0,-6 6 0,1 1 45,4-6 0,0-2-90,-12 4 0,-1 0 45,7-4 0,-1 0-30,7 2 0,-2 1 0,0 0-118,2 0 1,0 0-1,0 1 88,-3 1 0,-1 1 0,0 0 30,-2 0 0,0 0 0,0 0 30,-1 0 0,1 0 0,-1 0 30,-2-1 0,-1 1 0,0 0-220,0 0 0,0 1 1,0-2 159,-2-2 0,-1 0 0,1 1 30,9 1 0,-1 1 0,1 1 0,-1-2 0,1-1 0,-1-2 0,0 1 0,1 0-23,0 1 1,1 0-1,0 1 1,-1 0 89,0-1 1,0 0-1,0 0 1,0-1-38,-8 1 0,1-2 0,0 2-30,-2 1 0,0 1 0,0 1-30,0-1 0,-1 0 0,2-1 0,6-1 0,1-1 0,-2 0 7,3 1 1,-2 0-1,0 0 1,0 0 22,1-1 0,1-1 0,0 0 0,0 1 0,-7 0 0,0 0 0,-1 0-23,9 1 1,-1 0-1,0 0 1,1 0-46,-1-1 1,0-1-1,1 0 1,-1 1 7,-10 2 0,0 2 0,-2-1 37,7-4 1,-2 1 0,1-1-1,1 0 23,-5 3 0,1 1 0,3-1 30,7-1 0,2-1 0,-2 0 15,1-1 0,-4 1 0,1-1 0,3 1-15,1-1 0,2 1 0,-2-1 0,-12-1 0,-2-1 0,3-1-42,10 1 1,1 0-1,0 0-18,-3 3 0,-1 0 0,0-1 30,2-1 0,0-1 0,-1 1-30,-3 4 0,-2 1 0,0-1 90,-4-1 0,-1-1 0,2 0-30,10 0 0,2 0 0,-2 0 30,-14 1 0,-2-1 0,4-2 30,10-1 0,0 0-180,-4 3 0,-4 0 0,5-1 90,6-1 0,2 0 90,-14 0 0,1-2 135,14-2 0,1-4 45,-4-5 0,2-1-91,-13-7-13,20 1 1,2-3-77,-4-15 330,8 11 0,-2-1-285,4-3 0,-1-1-90,-2 0 0,0-1-45,-1-6 0,0-2-30,6 11 0,0 0 0,-1-1 16,0-2 0,1-1 0,0 0 74,-1-4 0,1-1 0,-1-1-30,1 1 0,0 0 0,-1-1 29,-1-5 1,-1 0 0,1 0-150,5 7 0,0 1 1,0 0-91,-3-6 0,0-1 0,1 0 180,5 4 0,2 1 0,0-1 30,2 1 0,0-1 0,-1-1 30,0-3 0,-1-1 0,1 2 149,4 5 1,2 1 0,-3 1-240,-3-3 0,-1-1 0,0 2 30,1-8 0,0 0 90,0 9 0,-2-2 0,2 2-135,0-6 0,0 0 75,2 6 0,-2-3 0,2 2-30,-2-12 0,2 0 30,2 14 0,1 0 0,0-1 30,-1-2 0,1 0 0,1 1 30,1-10 0,0 2-60,-1 11 0,-2 0 0,2 0-240,0-1 0,0 1 0,1-1 0,1-4 0,1 0 1,1-1 179,0-4 0,2-1 0,1 1 30,-1 8 0,2 1 0,0-2 30,1-9 0,0-3 0,-1 3 0,-2 11 0,-1 1 0,0-3-30,0-3 0,-1-4 0,0 0 0,-1 2-249,1-5 1,-1 2 0,-1-1 308,-2 0 0,-1-1 0,-1-1-38,2 8 1,-1-1-1,0 0 1,0 3-23,0-1 0,0 2 0,0-3-135,0-2 0,0-3 0,1-1 0,0 3-75,2-4 0,1 2 1,1-1 209,-1 9 0,2 0 0,-1-1 0,0 0-45,-1-1 0,0 0 0,0 0 0,0 1 135,4-8 0,0 1 0,-1 0-165,-4-1 0,-1-2 1,0 1 44,3 1 0,1 0 0,0-1-120,0-1 0,1 1 0,-1 1 120,-2 11 0,0 1 0,2-1-120,3-10 0,1-3 0,-1 2 240,-4 11 0,0 2 0,-1-1 30,2-7 0,1-2 0,-1 2-90,-2 5 0,0 1 0,-1 0 0,0-2 0,-2-1 0,1 3-82,0-3 1,0 0-9,0 5 0,0-2 0,0 1-120,0-11 1,0 2 179,0 10 0,0-1-45,0-15 0,0 0 45,0 15 0,0 1 122,2-10 0,1-2-122,0 5 0,1 2 368,1 6 1,2 1-414,-1 5 0,0-1 175,3-7 1,0 1-131,5-8 52,1 1 1,-1-2-53,-6 13 0,-1 1 90,5-3 0,-1-1 0,-4-1 0,-2 0-180,7-14 45,-8 20 0,-1 1-135,3-17 0,-1 0 90,-3 13 90,5 5 0,2 1-90,5 3 90,0 0 0,2 1 0,15-8 45,-7 10 0,0 1-585,11-3-269,11 5-900,-9 15 1709,-4 7 0,3 19 0,-12 11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608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35037-D567-2324-AC0B-840794A2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ECS8052 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121E20-D04C-C416-E3F3-9645F0488B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Approximate Inference</a:t>
            </a:r>
          </a:p>
        </p:txBody>
      </p:sp>
    </p:spTree>
    <p:extLst>
      <p:ext uri="{BB962C8B-B14F-4D97-AF65-F5344CB8AC3E}">
        <p14:creationId xmlns:p14="http://schemas.microsoft.com/office/powerpoint/2010/main" val="2188175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382016-D0A9-3DDF-CAA9-710506F3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 Feedback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90D850-085A-1D3E-3F0C-83075F6DD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267097"/>
            <a:ext cx="4974771" cy="477928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Individual feedback has been released this morning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PROVISIONAL AND SUBJECT TO MODERATOR REVIEW</a:t>
            </a: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Some general comments: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Technically most submissions were at least competent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Nearly all submissions made a genuine and serious attempt.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Many excellent submissions.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The main issue with most submissions was lack of explanation/commentary.</a:t>
            </a:r>
          </a:p>
          <a:p>
            <a:endParaRPr lang="en-US" sz="2400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FACD86-CE3E-406A-E548-DAD3C4C53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890" y="1543385"/>
            <a:ext cx="6373598" cy="37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261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A24D4-9BF4-3C7D-7CF5-429DDECD8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3F92C7-58DE-7F01-E96B-42AF6047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 Feedback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9F28F3-01C3-B8B8-432B-7A1B4F665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071061"/>
            <a:ext cx="5257800" cy="497532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Follow the instructions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Point the code to where I tell you the data will be</a:t>
            </a:r>
            <a:endParaRPr lang="en-US" b="1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There were a small but significant number of submissions where the code did not run. This was mostly for trivial reasons such as mis-spelled variable names.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Part 5 (Logic) – quite a few solutions were overcomplicated (</a:t>
            </a:r>
            <a:r>
              <a:rPr lang="en-US" sz="2400" dirty="0" err="1">
                <a:solidFill>
                  <a:srgbClr val="FF0000"/>
                </a:solidFill>
              </a:rPr>
              <a:t>eg</a:t>
            </a:r>
            <a:r>
              <a:rPr lang="en-US" sz="2400" dirty="0">
                <a:solidFill>
                  <a:srgbClr val="FF0000"/>
                </a:solidFill>
              </a:rPr>
              <a:t> including additional predicates).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Many submissions included static graphs with poor layouts, overlapping nodes, failure to handle multiple edges </a:t>
            </a:r>
            <a:r>
              <a:rPr lang="en-US" sz="2400" dirty="0" err="1">
                <a:solidFill>
                  <a:srgbClr val="FF0000"/>
                </a:solidFill>
              </a:rPr>
              <a:t>etc</a:t>
            </a: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I will issue revised guidance on what is required for assignment 2.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CBCD19-C319-D8D0-19E2-2ECE69524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218" y="976849"/>
            <a:ext cx="5774007" cy="29865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12B78FF-9F4D-72D6-82F0-32D4F029D3BD}"/>
                  </a:ext>
                </a:extLst>
              </p14:cNvPr>
              <p14:cNvContentPartPr/>
              <p14:nvPr/>
            </p14:nvContentPartPr>
            <p14:xfrm>
              <a:off x="6135480" y="3994200"/>
              <a:ext cx="5875200" cy="1956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12B78FF-9F4D-72D6-82F0-32D4F029D3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9280" y="3978000"/>
                <a:ext cx="5907600" cy="198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706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Last we showed how to perform exact computations on Bayesian Networks</a:t>
            </a:r>
          </a:p>
          <a:p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Not efficient for very large systems of discrete variables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Not possible for networks with continuous variables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6495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D109D-4735-23AA-98B7-5185A146C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594CB8D-3052-EE56-DF18-9B35450C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009185" cy="632219"/>
          </a:xfrm>
        </p:spPr>
        <p:txBody>
          <a:bodyPr/>
          <a:lstStyle/>
          <a:p>
            <a:r>
              <a:rPr lang="en-US" dirty="0"/>
              <a:t>Approximate Inference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880AC6-36E2-0D10-B3D4-2825F925B4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Recap: Monte Carlo sampling approach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44E03CD-07DE-D4D0-26A4-5BF45A347574}"/>
                  </a:ext>
                </a:extLst>
              </p14:cNvPr>
              <p14:cNvContentPartPr/>
              <p14:nvPr/>
            </p14:nvContentPartPr>
            <p14:xfrm>
              <a:off x="1454040" y="1428120"/>
              <a:ext cx="9790200" cy="2989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44E03CD-07DE-D4D0-26A4-5BF45A3475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37840" y="1411920"/>
                <a:ext cx="9822600" cy="302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207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48675-0558-C8CE-255C-72E59F17D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2003594" cy="632219"/>
          </a:xfrm>
        </p:spPr>
        <p:txBody>
          <a:bodyPr/>
          <a:lstStyle/>
          <a:p>
            <a:r>
              <a:rPr lang="en-US" sz="4000" dirty="0"/>
              <a:t>How do we apply this to Bayesian Networks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F42AF-F357-4A17-FADC-935EEBFD1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2350B-6574-D57B-982B-3AE71724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DADCAB6-DAC1-688D-CB30-56F8C2F4509E}"/>
                  </a:ext>
                </a:extLst>
              </p14:cNvPr>
              <p14:cNvContentPartPr/>
              <p14:nvPr/>
            </p14:nvContentPartPr>
            <p14:xfrm>
              <a:off x="263160" y="1139400"/>
              <a:ext cx="11893680" cy="4811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DADCAB6-DAC1-688D-CB30-56F8C2F450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6960" y="1123200"/>
                <a:ext cx="11926080" cy="484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4808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DCFDA-8087-DF3A-F348-C719888EC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E4901-8354-DD61-8B47-82D415A6DD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F69EF-CDB6-35B6-7378-71CB65BCF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32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F8F69-AE94-91DF-FE89-9299A5714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005391" cy="632219"/>
          </a:xfrm>
        </p:spPr>
        <p:txBody>
          <a:bodyPr/>
          <a:lstStyle/>
          <a:p>
            <a:r>
              <a:rPr lang="en-US" dirty="0"/>
              <a:t>Importance Sampling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905DF-C995-4867-D4B7-710BED74DA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Discrete sampling indiscriminately samples the whole sample space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support multiple queries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for answer a specific question, very inefficient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Imagine we want to know P(M | P=True, G=False).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can sample the whole space and use rejection sampling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Many samples go unused…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just sample the subset that we want?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Yes – we can fix the </a:t>
            </a:r>
            <a:r>
              <a:rPr lang="en-US" sz="2400" dirty="0" err="1">
                <a:solidFill>
                  <a:schemeClr val="tx2"/>
                </a:solidFill>
              </a:rPr>
              <a:t>conditvariables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78129-2770-709A-F24A-32C7449AE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4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722B7-9B17-C535-5341-6C8EE22DA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798904" cy="632219"/>
          </a:xfrm>
        </p:spPr>
        <p:txBody>
          <a:bodyPr/>
          <a:lstStyle/>
          <a:p>
            <a:r>
              <a:rPr lang="en-US" dirty="0"/>
              <a:t>Likelihood weighting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AA9A80-A8C9-C28C-CE74-4E873799AD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Imagine we have some evidence that means some variables should be fixed – </a:t>
            </a:r>
            <a:r>
              <a:rPr lang="en-US" sz="2400" i="1" dirty="0"/>
              <a:t>evidence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evidence must by definition be consistent with the posterior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Sampling from the sample subspace that supports the evidence must take this into account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Not all evidence is equally well supported – we should account for the probability that a sample is more or less supportive of the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the principle behind likelihood weighting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667F0-A11C-390E-687F-A88311C48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96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06FCC-0D89-BF4D-6022-11FC57450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820400" cy="632219"/>
          </a:xfrm>
        </p:spPr>
        <p:txBody>
          <a:bodyPr/>
          <a:lstStyle/>
          <a:p>
            <a:r>
              <a:rPr lang="en-US" dirty="0"/>
              <a:t>The Likelihood Weighting 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3F562-BB4F-BE9C-F6CA-97A890CFF1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Fix all the evidence variables to their observed values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Sample non-evidence variables conditioned on the fixed evidence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Compute the probability that the sample you have just drawn would give rise to the evidence that you have fixed.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Include your sample in the trace, weighted by this probability.</a:t>
            </a:r>
          </a:p>
          <a:p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8AFDB-B718-3E8B-AEDD-99CD9EE93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239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7C220-1991-8F58-0B81-54185EE17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AA201-BE8B-B9A7-7AFB-21113F5E4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27941A1-D119-5673-362A-3E4ED84435A9}"/>
                  </a:ext>
                </a:extLst>
              </p14:cNvPr>
              <p14:cNvContentPartPr/>
              <p14:nvPr/>
            </p14:nvContentPartPr>
            <p14:xfrm>
              <a:off x="285120" y="741960"/>
              <a:ext cx="8751960" cy="5083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27941A1-D119-5673-362A-3E4ED84435A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920" y="725760"/>
                <a:ext cx="8784360" cy="511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68555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DE52-8B6F-96A0-1A9B-24027F26F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602037" cy="632219"/>
          </a:xfrm>
        </p:spPr>
        <p:txBody>
          <a:bodyPr/>
          <a:lstStyle/>
          <a:p>
            <a:r>
              <a:rPr lang="en-US" dirty="0"/>
              <a:t>Calculating from a weighted trace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2470B-9D87-7D63-BF82-4953D10271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A0403-489E-9837-9954-5854458F8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486F-CFDC-E164-4983-44A639D2E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90791" cy="632219"/>
          </a:xfrm>
        </p:spPr>
        <p:txBody>
          <a:bodyPr/>
          <a:lstStyle/>
          <a:p>
            <a:r>
              <a:rPr lang="en-US" dirty="0"/>
              <a:t>Why does this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A69E3-44A6-F398-647E-08466A7E2C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GB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A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ll of the samples generate have the observed values of the evidence variables and so all of the samples can be used.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0" dirty="0">
              <a:solidFill>
                <a:schemeClr val="tx2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Improved accuracy (more samples) or faster convergence for a given level of accuracy.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C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an be shown rigorously that weighting of the likelihoods in this way is fully consistent with direct sampling from the desired posterior distribution.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0DD8A-697A-A0E4-522B-E41310A5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47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48600" cy="632219"/>
          </a:xfrm>
        </p:spPr>
        <p:txBody>
          <a:bodyPr/>
          <a:lstStyle/>
          <a:p>
            <a:r>
              <a:rPr lang="en-US" dirty="0"/>
              <a:t>Markov Chain Monte Carlo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Discrete sampling and its variants all generate samples independently.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new sample in the trace has no knowledge of any previous samples that have been generated.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very common alternative treats the sampling as a *Markov Chain* in which the generation of the next sample depends on the current sample, but not on events prior to the current sample.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Markov Chain Monte Carlo (MCMC) sampling methods generate each successive sample by randomly modifying the current sample.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Gibbs Sampler is especially well suited for Bayesian Networks.</a:t>
            </a:r>
          </a:p>
        </p:txBody>
      </p:sp>
    </p:spTree>
    <p:extLst>
      <p:ext uri="{BB962C8B-B14F-4D97-AF65-F5344CB8AC3E}">
        <p14:creationId xmlns:p14="http://schemas.microsoft.com/office/powerpoint/2010/main" val="168166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48600" cy="632219"/>
          </a:xfrm>
        </p:spPr>
        <p:txBody>
          <a:bodyPr/>
          <a:lstStyle/>
          <a:p>
            <a:r>
              <a:rPr lang="en-US" dirty="0"/>
              <a:t>Gibbs Sampling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is a Markov Chain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States are generated by making modifications to the current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Begin by fixing all evidence variables to their observed values. These will not be changed through the sampling process.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2"/>
                </a:solidFill>
              </a:rPr>
              <a:t>Initialise</a:t>
            </a:r>
            <a:r>
              <a:rPr lang="en-US" sz="2400" dirty="0">
                <a:solidFill>
                  <a:schemeClr val="tx2"/>
                </a:solidFill>
              </a:rPr>
              <a:t> all of the non-evidence variables to random values.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Initial values must be supported by the distribution attached to the variable but there are no other requirements.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new state is created by sampling *one* of the non-evidence variables, chosen at random.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sampling of the chosen variable will be from its conditional probability distribution which is implicitly or explicitly conditioned on its </a:t>
            </a:r>
            <a:r>
              <a:rPr lang="en-US" sz="2400" i="1" dirty="0">
                <a:solidFill>
                  <a:schemeClr val="tx2"/>
                </a:solidFill>
              </a:rPr>
              <a:t>Markov Blanket</a:t>
            </a:r>
          </a:p>
        </p:txBody>
      </p:sp>
    </p:spTree>
    <p:extLst>
      <p:ext uri="{BB962C8B-B14F-4D97-AF65-F5344CB8AC3E}">
        <p14:creationId xmlns:p14="http://schemas.microsoft.com/office/powerpoint/2010/main" val="1352793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ED66-7E78-3CBD-F246-86329C1F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Blanket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9E2AB-3FE8-44DB-DF73-752B7C3139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3733799" cy="490562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T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he set of variables that are either parents or children of the chosen variable, or are co-parents of the variable's children</a:t>
            </a:r>
            <a:endParaRPr lang="en-US" sz="2000" b="0" dirty="0">
              <a:solidFill>
                <a:schemeClr val="tx2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Any variable is conditionally independent of all variables outside of its Markov blanket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BB4C2-174F-3C23-B314-30163FE09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16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C166601-4F51-CCBB-D5CA-FA97BCB79632}"/>
                  </a:ext>
                </a:extLst>
              </p14:cNvPr>
              <p14:cNvContentPartPr/>
              <p14:nvPr/>
            </p14:nvContentPartPr>
            <p14:xfrm>
              <a:off x="6784560" y="990720"/>
              <a:ext cx="3761280" cy="3803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C166601-4F51-CCBB-D5CA-FA97BCB796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8360" y="974520"/>
                <a:ext cx="3793680" cy="383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08666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7EBF-1132-CCAE-0F7B-3DCB1A722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Gibbs Sampling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580AB-C124-C78B-09D4-2D2433EE8C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determines its outcome by counting how many times it visits each state and </a:t>
            </a:r>
            <a:r>
              <a:rPr lang="en-US" sz="2400" dirty="0" err="1">
                <a:solidFill>
                  <a:schemeClr val="tx2"/>
                </a:solidFill>
              </a:rPr>
              <a:t>normalising</a:t>
            </a:r>
            <a:r>
              <a:rPr lang="en-US" sz="2400" dirty="0">
                <a:solidFill>
                  <a:schemeClr val="tx2"/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If it visits a state where 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 is True forty-five times, and 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 is False fifteen times, the resulting distribution is </a:t>
            </a:r>
            <a:r>
              <a:rPr lang="en-US" sz="2400" i="1" dirty="0">
                <a:solidFill>
                  <a:schemeClr val="tx2"/>
                </a:solidFill>
              </a:rPr>
              <a:t>P</a:t>
            </a:r>
            <a:r>
              <a:rPr lang="en-US" sz="2400" dirty="0">
                <a:solidFill>
                  <a:schemeClr val="tx2"/>
                </a:solidFill>
              </a:rPr>
              <a:t>(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|</a:t>
            </a:r>
            <a:r>
              <a:rPr lang="en-US" sz="2400" i="1" dirty="0">
                <a:solidFill>
                  <a:schemeClr val="tx2"/>
                </a:solidFill>
              </a:rPr>
              <a:t>F</a:t>
            </a:r>
            <a:r>
              <a:rPr lang="en-US" sz="2400" dirty="0">
                <a:solidFill>
                  <a:schemeClr val="tx2"/>
                </a:solidFill>
              </a:rPr>
              <a:t>) = 45/60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settle into an equilibrium in which it visits states according to a distribution that is equivalent to the posterior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Needs to reach that equilibrium – requires a </a:t>
            </a:r>
            <a:r>
              <a:rPr lang="en-US" sz="2400" i="1" dirty="0">
                <a:solidFill>
                  <a:schemeClr val="tx2"/>
                </a:solidFill>
              </a:rPr>
              <a:t>burn-in </a:t>
            </a:r>
            <a:r>
              <a:rPr lang="en-US" sz="2400" dirty="0">
                <a:solidFill>
                  <a:schemeClr val="tx2"/>
                </a:solidFill>
              </a:rPr>
              <a:t>period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Tricky to implement – we use a library: </a:t>
            </a:r>
            <a:r>
              <a:rPr lang="en-US" sz="24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pymc</a:t>
            </a:r>
            <a:endParaRPr lang="en-US" sz="24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1DB7D-E618-86DE-4665-F9E7BE79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2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13272</TotalTime>
  <Words>825</Words>
  <Application>Microsoft Macintosh PowerPoint</Application>
  <PresentationFormat>Widescreen</PresentationFormat>
  <Paragraphs>101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Courier New</vt:lpstr>
      <vt:lpstr>Office Theme</vt:lpstr>
      <vt:lpstr>ECS8052 Knowledge Engineering</vt:lpstr>
      <vt:lpstr>Assignment 1 Feedback</vt:lpstr>
      <vt:lpstr>Assignment 1 Feedback</vt:lpstr>
      <vt:lpstr>Recap</vt:lpstr>
      <vt:lpstr>Approximate Inference</vt:lpstr>
      <vt:lpstr>How do we apply this to Bayesian Networks</vt:lpstr>
      <vt:lpstr>PowerPoint Presentation</vt:lpstr>
      <vt:lpstr>Importance Sampling</vt:lpstr>
      <vt:lpstr>Likelihood weighting</vt:lpstr>
      <vt:lpstr>The Likelihood Weighting Algorithm</vt:lpstr>
      <vt:lpstr>Example</vt:lpstr>
      <vt:lpstr>Calculating from a weighted trace</vt:lpstr>
      <vt:lpstr>Why does this work?</vt:lpstr>
      <vt:lpstr>Markov Chain Monte Carlo</vt:lpstr>
      <vt:lpstr>Gibbs Sampling</vt:lpstr>
      <vt:lpstr>Markov Blanket</vt:lpstr>
      <vt:lpstr>Gibbs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 Artificial Intelligence</dc:title>
  <dc:creator>Iain Styles (Computer Science)</dc:creator>
  <cp:lastModifiedBy>Iain Styles</cp:lastModifiedBy>
  <cp:revision>5</cp:revision>
  <cp:lastPrinted>2023-11-27T07:54:23Z</cp:lastPrinted>
  <dcterms:created xsi:type="dcterms:W3CDTF">2023-11-22T06:43:35Z</dcterms:created>
  <dcterms:modified xsi:type="dcterms:W3CDTF">2025-11-20T07:13:06Z</dcterms:modified>
</cp:coreProperties>
</file>