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01" r:id="rId2"/>
    <p:sldId id="373" r:id="rId3"/>
    <p:sldId id="292" r:id="rId4"/>
    <p:sldId id="375" r:id="rId5"/>
    <p:sldId id="374" r:id="rId6"/>
    <p:sldId id="376" r:id="rId7"/>
    <p:sldId id="293" r:id="rId8"/>
    <p:sldId id="294" r:id="rId9"/>
    <p:sldId id="297" r:id="rId10"/>
    <p:sldId id="295" r:id="rId11"/>
    <p:sldId id="296" r:id="rId12"/>
    <p:sldId id="300" r:id="rId13"/>
    <p:sldId id="299" r:id="rId14"/>
    <p:sldId id="302" r:id="rId15"/>
    <p:sldId id="303" r:id="rId16"/>
    <p:sldId id="305" r:id="rId17"/>
    <p:sldId id="370" r:id="rId1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663F9-591D-EE44-B7DE-D31F881F9EBA}" v="4" dt="2024-11-26T12:48:23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77" autoAdjust="0"/>
    <p:restoredTop sz="96327" autoAdjust="0"/>
  </p:normalViewPr>
  <p:slideViewPr>
    <p:cSldViewPr snapToGrid="0" snapToObjects="1" showGuides="1">
      <p:cViewPr varScale="1">
        <p:scale>
          <a:sx n="127" d="100"/>
          <a:sy n="127" d="100"/>
        </p:scale>
        <p:origin x="344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18D663F9-591D-EE44-B7DE-D31F881F9EBA}"/>
    <pc:docChg chg="custSel modSld sldOrd">
      <pc:chgData name="Iain Styles" userId="befbdaae-53f8-4d26-a8dc-3366b09f768a" providerId="ADAL" clId="{18D663F9-591D-EE44-B7DE-D31F881F9EBA}" dt="2024-11-26T12:48:23.214" v="51"/>
      <pc:docMkLst>
        <pc:docMk/>
      </pc:docMkLst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470489183" sldId="293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470489183" sldId="293"/>
            <ac:inkMk id="5" creationId="{D8F15566-92E0-B7A3-9627-66009E38F1CC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411185995" sldId="295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411185995" sldId="295"/>
            <ac:inkMk id="3" creationId="{315A2E7B-499C-F620-E3D3-8B6C6665A062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032005304" sldId="296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032005304" sldId="296"/>
            <ac:inkMk id="3" creationId="{76B14CD5-5089-6726-0ABD-1EB51BB0ECA4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2457757937" sldId="297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2457757937" sldId="297"/>
            <ac:inkMk id="5" creationId="{29DE867D-7BA4-0D08-A870-E3EE1C7399E1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4015322719" sldId="298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4015322719" sldId="298"/>
            <ac:inkMk id="5" creationId="{B93955E0-4A4F-28DE-904C-365897C3545B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3755702930" sldId="299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3755702930" sldId="299"/>
            <ac:inkMk id="2" creationId="{1D9E8220-B6F0-CD17-2C94-C7FEB39E638F}"/>
          </ac:inkMkLst>
        </pc:inkChg>
      </pc:sldChg>
      <pc:sldChg chg="ord">
        <pc:chgData name="Iain Styles" userId="befbdaae-53f8-4d26-a8dc-3366b09f768a" providerId="ADAL" clId="{18D663F9-591D-EE44-B7DE-D31F881F9EBA}" dt="2024-11-25T15:02:18.139" v="1" actId="20578"/>
        <pc:sldMkLst>
          <pc:docMk/>
          <pc:sldMk cId="3481623430" sldId="300"/>
        </pc:sldMkLst>
      </pc:sldChg>
      <pc:sldChg chg="modSp mod">
        <pc:chgData name="Iain Styles" userId="befbdaae-53f8-4d26-a8dc-3366b09f768a" providerId="ADAL" clId="{18D663F9-591D-EE44-B7DE-D31F881F9EBA}" dt="2024-11-26T06:44:35.925" v="20" actId="20577"/>
        <pc:sldMkLst>
          <pc:docMk/>
          <pc:sldMk cId="532022837" sldId="306"/>
        </pc:sldMkLst>
        <pc:spChg chg="mod">
          <ac:chgData name="Iain Styles" userId="befbdaae-53f8-4d26-a8dc-3366b09f768a" providerId="ADAL" clId="{18D663F9-591D-EE44-B7DE-D31F881F9EBA}" dt="2024-11-26T06:44:35.925" v="20" actId="20577"/>
          <ac:spMkLst>
            <pc:docMk/>
            <pc:sldMk cId="532022837" sldId="306"/>
            <ac:spMk id="3" creationId="{E5F580AB-C124-C78B-09D4-2D2433EE8CEB}"/>
          </ac:spMkLst>
        </pc:spChg>
      </pc:sldChg>
      <pc:sldChg chg="modSp mod">
        <pc:chgData name="Iain Styles" userId="befbdaae-53f8-4d26-a8dc-3366b09f768a" providerId="ADAL" clId="{18D663F9-591D-EE44-B7DE-D31F881F9EBA}" dt="2024-11-26T08:05:09.375" v="49" actId="20577"/>
        <pc:sldMkLst>
          <pc:docMk/>
          <pc:sldMk cId="375445054" sldId="342"/>
        </pc:sldMkLst>
        <pc:spChg chg="mod">
          <ac:chgData name="Iain Styles" userId="befbdaae-53f8-4d26-a8dc-3366b09f768a" providerId="ADAL" clId="{18D663F9-591D-EE44-B7DE-D31F881F9EBA}" dt="2024-11-26T08:05:09.375" v="49" actId="20577"/>
          <ac:spMkLst>
            <pc:docMk/>
            <pc:sldMk cId="375445054" sldId="342"/>
            <ac:spMk id="3" creationId="{E3C905DF-C995-4867-D4B7-710BED74DA84}"/>
          </ac:spMkLst>
        </pc:spChg>
      </pc:sldChg>
      <pc:sldChg chg="modSp mod">
        <pc:chgData name="Iain Styles" userId="befbdaae-53f8-4d26-a8dc-3366b09f768a" providerId="ADAL" clId="{18D663F9-591D-EE44-B7DE-D31F881F9EBA}" dt="2024-11-26T08:04:36.369" v="29" actId="20577"/>
        <pc:sldMkLst>
          <pc:docMk/>
          <pc:sldMk cId="2668555977" sldId="345"/>
        </pc:sldMkLst>
        <pc:spChg chg="mod">
          <ac:chgData name="Iain Styles" userId="befbdaae-53f8-4d26-a8dc-3366b09f768a" providerId="ADAL" clId="{18D663F9-591D-EE44-B7DE-D31F881F9EBA}" dt="2024-11-26T08:04:36.369" v="29" actId="20577"/>
          <ac:spMkLst>
            <pc:docMk/>
            <pc:sldMk cId="2668555977" sldId="345"/>
            <ac:spMk id="3" creationId="{575BA74D-198C-7DE5-67EE-5DB97D9BFE38}"/>
          </ac:spMkLst>
        </pc:spChg>
      </pc:sldChg>
      <pc:sldChg chg="addSp">
        <pc:chgData name="Iain Styles" userId="befbdaae-53f8-4d26-a8dc-3366b09f768a" providerId="ADAL" clId="{18D663F9-591D-EE44-B7DE-D31F881F9EBA}" dt="2024-11-26T12:48:23.214" v="51"/>
        <pc:sldMkLst>
          <pc:docMk/>
          <pc:sldMk cId="2108666997" sldId="349"/>
        </pc:sldMkLst>
        <pc:inkChg chg="add">
          <ac:chgData name="Iain Styles" userId="befbdaae-53f8-4d26-a8dc-3366b09f768a" providerId="ADAL" clId="{18D663F9-591D-EE44-B7DE-D31F881F9EBA}" dt="2024-11-26T12:48:23.214" v="51"/>
          <ac:inkMkLst>
            <pc:docMk/>
            <pc:sldMk cId="2108666997" sldId="349"/>
            <ac:inkMk id="5" creationId="{25844112-4C2E-5DD1-D642-6A0E80D3EAAA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2217844794" sldId="370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2217844794" sldId="370"/>
            <ac:inkMk id="2" creationId="{21C0F5CA-C725-DD8C-5F75-E3CB7F01DFA3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12916658" sldId="371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12916658" sldId="371"/>
            <ac:inkMk id="2" creationId="{2985AA7D-74AC-5AE4-14E8-A099FC2FD584}"/>
          </ac:inkMkLst>
        </pc:inkChg>
      </pc:sldChg>
      <pc:sldChg chg="addSp">
        <pc:chgData name="Iain Styles" userId="befbdaae-53f8-4d26-a8dc-3366b09f768a" providerId="ADAL" clId="{18D663F9-591D-EE44-B7DE-D31F881F9EBA}" dt="2024-11-26T09:42:48.396" v="50"/>
        <pc:sldMkLst>
          <pc:docMk/>
          <pc:sldMk cId="1232051905" sldId="372"/>
        </pc:sldMkLst>
        <pc:inkChg chg="add">
          <ac:chgData name="Iain Styles" userId="befbdaae-53f8-4d26-a8dc-3366b09f768a" providerId="ADAL" clId="{18D663F9-591D-EE44-B7DE-D31F881F9EBA}" dt="2024-11-26T09:42:48.396" v="50"/>
          <ac:inkMkLst>
            <pc:docMk/>
            <pc:sldMk cId="1232051905" sldId="372"/>
            <ac:inkMk id="2" creationId="{17D6699E-03CB-1267-B65B-656C8B81B847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0:54:14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11642 5256 5824,'1'49'22,"-1"0"0,1 0 1,-1 0-1,1 0 1,0 0-1,-1 0 1,4-16-1,0-1 1,-1 16-1,1-1 1,-1 1-1,1-1 1,-1 1-1,1 0 1,-1-1-1</inkml:trace>
  <inkml:trace contextRef="#ctx0" brushRef="#br0" timeOffset="1040">11666 5345 7533,'5'-44'719,"-9"7"1260,3 2-540,-6 9 180,-3 17-1259,8 1 270,-3 24-270,5 3-630,5 24 180,-3-13 360,3 3-270,-5-15-90,0-9-360,0-9 360,-5-9-90,3-9-449,-3-8 359,5 7 180,0-14 180,5 21 989,-3-20 180,3 21-89,-5-7-541,0 18 1,0 33-315,0 0 0,0 5-196,0 4 1,0 6 0,0 1-258,0-9 0,0 1 0,0 1 1,0 0 451,0 1 1,0 0 0,0 0 0,0-2-75,0 5 0,0-2 0,0-2 209,1 4 1,-2-6-450,-4-3-90,3-13 90,-3-24-270,5 0 90,0-8 372,0 6-462,0-6 270,0 16 180,0-6-180,0 13-359,0-5-271,0 0-180,0-2-1708,0-24-759,0 12 3238,0-35 1,2 10-1,1-3 1,1-14-1,-1 0 1</inkml:trace>
  <inkml:trace contextRef="#ctx0" brushRef="#br0" timeOffset="1823">11654 5274 7533,'-12'-25'2788,"-6"-3"-1978,4 1 359,2-7 630,6 7-900,28 7 271,11 5-781,-3 11 1,8 5 0,0 2-360,0 2 0,1 4 0,1 0-327,-3-1 0,1 2 0,0-1 0,-2 1 327,2 2 0,-2-1 0,-3 6 0,-5 4 0,-3 4 0,-7 1 554,-7 2 1,-9 1-585,-7 1 0,-5 4 0,-5-2-120,-4 2 0,-5-2 1,-2 0 47,-5 0 0,-3-1 0,-1-4 132,0-5 0,0-3 0,-1-5 164,-8-2 1,1-8-180,10-7 0,4-6-584,-1-17 1942,19 9-4680,22 7 258,3 10 3019,11 18 0,5 9 0,1 8 0</inkml:trace>
  <inkml:trace contextRef="#ctx0" brushRef="#br0" timeOffset="4417">12688 5168 7533,'26'-27'1889,"-9"1"-1080,-6 9-179,-10-1-180,5 8-181,-6 2 181,0 8 270,0 0-360,-6 0-181,-1 0 1,-4 0-90,-2 0-450,1 8 271,-17 10 89,10 2 0,0 3 0,2-4 0,0 1 149,-3 5 1,-2 3 0,2 1 210,2 11 0,1 3-308,0-4 0,0 2 0,1 2 188,4 3 0,2 2 0,3-1 119,3-2 1,4 0 0,2 1-90,2 1 0,1 1 0,5-4-8,3-11 1,2-3 0,1-1-83,6 11 0,1-4-90,-1-12 0,-2-5-270,5 1 90,-13-4-629,-12-16-1508,-7-16-1050,0 4 3090,-3-13 0,13 7 0,-1 1 0</inkml:trace>
  <inkml:trace contextRef="#ctx0" brushRef="#br0" timeOffset="5541">12946 5415 5824,'-7'10'0,"2"-2"0,5-8 359,0-8 271,5-2-90,-3-7 89,3 7-179,-5-6-180,-5 14 360,3-14-271,-3 14 271,-1-5 360,5 7-451,-10 0-359,10 0 360,-5 0 629,12 7 270,17 19-989,0 2 0,3 5-241,1-5 1,3 2 0,-1 2-245,-6-3 0,0 3 0,-1-1 0,0 0 35,8 6 0,0 0 0,-3-1 150,-8-3 0,-3 0 0,-2-3-195,-1-1 0,-3-5 135,-4 1-180,-6-17-359,0-23-91,0 3-1259,0-14 1759,5 17-2659,-3-7 2699,9 6 0,-21 16 0,2 6 0</inkml:trace>
  <inkml:trace contextRef="#ctx0" brushRef="#br0" timeOffset="5923">12995 5997 7533,'-13'0'2608,"-3"0"-629,14-15 180,18-21-1440,6 3 1,6-4-301,-2 5 1,4-1 0,1 0-655,-5 4 0,1 0 0,0-1 0,0 2-125,7-6 0,0 1 1,-2 0-734,-8 3 1,-1 0 0,-2 4 34,-1 6 1,-5 3-1192,-9-7 2249,-8 24 0,-3 0 0,5 0 0</inkml:trace>
  <inkml:trace contextRef="#ctx0" brushRef="#br0" timeOffset="6407">13697 5098 6633,'0'-20'-809,"5"-19"4085,8 33 0,22 14-1650,-7 22 0,0 10-1446,-7-9 0,-1 2 0,-2 5-264,-5 0 0,0 6 0,-1 2 1,-3 0-1,-1-2 151,-3 2 1,-2-1-1,-2 1 1,-2 1-104,-2-1 0,0 3 0,-2-1 0,-2 0 0,-1-4-32,-2-1 1,-2-2-1,-2-3 1,-2-1 22,-6-2 0,-3-1 0,0-2 0,2-4-45,0 4 0,0-5-489,-14 4 1,7-15-2120,22-24-579,3-9 3196,11 5 1,18-4 0,1 16 0</inkml:trace>
  <inkml:trace contextRef="#ctx0" brushRef="#br0" timeOffset="7484">14435 5539 6183,'7'-8'1260,"-2"-2"719,-5 0-90,0-6 89,-5 15-1078,3-7 449,8 8-539,35 0-900,-3 0 0,5 0-390,-7 0 0,3 0 1,0 0-271,1-1 0,0 1 1,-1 1-241,7 3 1,-5 0-1170,7-3 2159,-37 7 0,-51 8 0,13-6 0,0 0 0</inkml:trace>
  <inkml:trace contextRef="#ctx0" brushRef="#br0" timeOffset="7799">14459 5786 7533,'-12'19'3276,"-5"-3"-76,8-16-861,26-8-1620,8 3 1,6 0-495,3-3 0,4-1-435,-1 2 0,4 2 0,-1-1-883,-1-1 1,-1 1 0,-1 1 768,8 3 1,-3 2 0,-10-1-1,-12 4 1,-29 15 0</inkml:trace>
  <inkml:trace contextRef="#ctx0" brushRef="#br0" timeOffset="8839">15899 5133 7263,'0'-20'2608,"0"5"-1708,0 15-1,0 0 1,0 23-406,0 8 1,0 7-285,0 4 0,0 6 0,0 3-554,-1-12 1,0 1 0,0 3 0,0-1 0,0 0 289,0-1 0,1 0 0,0 0 0,0-1 0,-1-1 9,0 1 0,-1-1 0,1-2 0,0-3 180,1 17 0,0-11 944,0-21-1528,0-27-2610,0-37 3059,2 9 0,1 0 0,-1-13 0,3 10 0</inkml:trace>
  <inkml:trace contextRef="#ctx0" brushRef="#br0" timeOffset="9246">15924 5115 7533,'0'-25'1574,"0"-1"0,0-13-765,6-4 271,22 25-451,12 18-89,0 12 0,3 10-360,-12 0 0,-1 5 0,-2 2-358,-1 0 0,-2 2 0,-5 3 328,-2 8 0,-4 2 0,-10 0-300,-10-7 0,-7-1 0,-5-2-240,-6-1 1,-5-3-1,0-3 210,-1 3 0,-3-7-429,-10-5 0,3-12-920,11-22-1,-2 4 1530,20-13 0,50 15 0,-12 6 0,0 0 0</inkml:trace>
  <inkml:trace contextRef="#ctx0" brushRef="#br0" timeOffset="10040">16822 4974 11580,'-7'-19'-180,"-14"11"-179,-11 33 583,2 5 1,-1 9-68,11-10 1,1 3-1,0 2 1,1 2-294,3-1 1,0 2 0,1 1 0,1 1 0,1 0 350,1 1 1,0 0 0,2 0 0,1 1 0,3-2-81,1 7 0,3-1 0,2 0 0,3-4-255,2 0 0,2-3 0,5-4-124,6-5 1,4-2 0,1-6-432,7-4 1,2-5-720,5 2 0,-2-4 1394,9-10 0,-11-8 0,-21-2 0</inkml:trace>
  <inkml:trace contextRef="#ctx0" brushRef="#br0" timeOffset="10499">17057 5292 7533,'19'-8'3276,"-8"6"-1605,-5 18-1041,-1 13-541,2 4 1,1 9 0,1-1-956,1-6 0,1 1 0,1 0 206,3 11 1,2 2 0,0-4 194,2 2 1,0-5-795,3-3 0,-3-4 1259,-3-3 0,-5 1 0,-18-25 0</inkml:trace>
  <inkml:trace contextRef="#ctx0" brushRef="#br0" timeOffset="10797">17007 5944 12660,'23'-36'364,"1"0"0,-1 0 0,0 0 0,0 0 0,0 1 0,0 0 0,0 1 0,1-1 0,2 0-221,2 0 1,2-1-1,2-1 1,0 1 0,-1 2-1,-2 2-963,3-4 1,-2 3 0,-1 2 0,-1 0-274,6-9 1,-2 2 0,-4 8-2185,7 2 3234,-34 20 1,-8 34 0,-12 11-1</inkml:trace>
  <inkml:trace contextRef="#ctx0" brushRef="#br0" timeOffset="11013">17721 5715 13289,'-18'35'-1639,"6"-6"1,0 1 1629,-9 11 1,2-4-1,-2 1 1,5-11 0,0 1-1</inkml:trace>
  <inkml:trace contextRef="#ctx0" brushRef="#br0" timeOffset="11806">18127 5186 11041,'6'-10'2069,"0"10"-1350,10 33-719,5 7-945,1-6 1,4 0-695,-4-9 1,1-3 1609,4 4 1,1-9 0,16-23 0,-2-15 0</inkml:trace>
  <inkml:trace contextRef="#ctx0" brushRef="#br0" timeOffset="12122">18570 5151 7533,'3'-20'3276,"-17"36"-1811,-7 11 0,-2 8-1435,4 2 0,0 5 0,1 3-652,2-3 0,0 3 1,1 0-1,1-1 532,1-5 0,2-2 0,0 0 0,0 1 22,1 2 1,1 0 0,0-1-1,2-5 299,-1 1 1,4-5-772,4 3-879,18-35 1419,7-39 0,7 17 0,-17 4 0,0-1 0</inkml:trace>
  <inkml:trace contextRef="#ctx0" brushRef="#br0" timeOffset="12639">18755 5027 7533,'13'-10'2698,"-2"-5"-269,11 36-1485,-6 3 1,1 5-706,1 0 1,2 4 0,-2 5-426,-6-3 0,-2 3 0,-1 3 0,-1 1 1,-2-2 229,0 9 1,-1-1 0,-3 1 0,-1 1-117,-3-5 0,0 3 0,-2-1 0,-1-1 1,-3-3 103,-2 1 1,-2-3 0,-2-2 0,-1-2-513,-4 4 0,-1-3 1,-2-5 29,-3-4 0,-1-5 450,-10 1 0,18-17 0,12-8 0</inkml:trace>
  <inkml:trace contextRef="#ctx0" brushRef="#br0" timeOffset="18572">15013 4674 11490,'-13'-9'2429,"2"1"-1440,11 8 271,22 0-721,21 8-479,-6-5 0,8 0 0,-2 0-235,-6 3 0,0 0 0,0 0 25,6 0 0,2 0 0,-6 0-120,-9-2 0,-6 1-1354,-2 11-984,-27-14-450,-2 6 3058,1-8 0,-16 0 0,1 0 0</inkml:trace>
  <inkml:trace contextRef="#ctx0" brushRef="#br0" timeOffset="19639">15112 4815 7803,'-12'-17'1888,"5"7"-1258,-4 2 180,4 8-271,1 0 1,-5 0 90,4 0 89,0 0 181,1 16 179,23 19-764,0 3 0,3 2-360,1-6 0,4 1-33,-5-4 1,2 3 0,1 1 0,-1-4 107,3 0 0,-1-3 0,0 2-120,2 7 0,0 2 0,-3-2 0,4 4 1,-6-3 628,-3 7-179,-13-20-450,-10-17-90,-2-8-180,-5 8 849,-1 2-399,-5 7-90,-1 9-45,5-6 0,-2 3-135,-4 14 0,-2 4 30,4-11 0,0 0 0,-2 2-62,0 3 1,-2 2-1,0 0 1,1-1 331,-4 6 0,1-3 0,1 2 59,4-8 1,-1 2 0,2-2 0,2-3 135,-2 9 0,4-5 180,4-7 0,4-5 494,6-12 0,5-3 1,19-22-451,-2 9 1,5 0-180,13-11 0,6 1-540,-7 10 0,3 3 0,0 0-347,2-3 1,0 0-1,1 2 437,-1 5 0,0 2 1,-2 1-271,7 1 0,-5 0 585,-12 0 0,-4 0-1215,-3 3-1888,-14-8 2058,-17 0 1,5 15 0,-5 5 0</inkml:trace>
  <inkml:trace contextRef="#ctx0" brushRef="#br0" timeOffset="40674">15235 6597 6183,'0'-10'720,"0"-6"-810,0 15 90,0-7 0,0 8 360,0-8 270,0 6-541,0-6 541,0 8 180,0-8 449,0 6-360,0-6-179,0 8-270,-6 0-360,5 0 0,-5 0 629,6 8 181,17 10-271,3 25-539,1-16 0,1 1-45,-3 3 0,0 1-180,0-5 0,-1-2 135,7 11 0,-13-19 90,-6-24-1079,-6-13-2069,0-15 629,0 15 2429,0 4 0,-11 48 0,-3 7 0</inkml:trace>
  <inkml:trace contextRef="#ctx0" brushRef="#br0" timeOffset="41339">15555 6615 7892,'7'-10'2339,"-2"-6"-1619,-5 14-91,0-6-89,0 8 809,0 0-1259,6-8-90,-5 7 270,5-7-360,-6 8-90,0 0 90,-11 15 0,-10 22 0,-5 9 180,7-13 0,-1 2 0,-1 2-112,2 0 0,1 2 0,-1 0 0,0-3 51,-2 0 1,-1-3 0,4-2 15,5 6 0,1-7 135,-5-12 0,17-18-450,6-2-989,1-22-90,5 20-361,0-11 990,-5 15 720,-1 0 0,-17 15 0,-3 5 0</inkml:trace>
  <inkml:trace contextRef="#ctx0" brushRef="#br0" timeOffset="72562">10338 7708 8342,'0'-10'1080,"0"-5"-541,0 5-269,-6 0 0,5-6-90,-5 7 180,6-1 89,0 2 181,0 8 809,0 0-1349,0 8 450,0 25 179,-5 14-419,4-12 0,1 6 0,-1 1-441,-3 2 0,-3 1 0,2 3 253,2-3 1,2 2-1,-1 1 1,-1-2-46,-1-6 1,-1 0-1,1-2 1,0-1-38,1 6 0,1-1 0,0-5 15,-4-4 0,1-6 45,3-9-540,-3-28-360,5-2-629,0-11-809,0 13-748,0 0 1827,0-5 1169,0 13 0,16-30 0,5 3 0</inkml:trace>
  <inkml:trace contextRef="#ctx0" brushRef="#br0" timeOffset="73172">10313 7743 7533,'-6'-27'1799,"-1"-6"-450,-5 13-90,5-5 0,2-1 181,21 14-361,21-3-629,-5 19 0,4 7-271,5 4 1,0 6 120,-12-3 0,-2 3 0,-2 2-435,4 16 0,-7 3-180,-9 2 0,-9 0-90,-12-3 1,-8-2-16,-3-8 0,-4-1 0,-2-4 330,-7-4 1,-3-3 59,4-3 0,-3-1 0,5-7 75,4-14 0,1-4-1125,-22-2-1798,45-13 2878,25 7 0,9 9 0,7 1 0,8-1 0,0 0 0</inkml:trace>
  <inkml:trace contextRef="#ctx0" brushRef="#br0" timeOffset="73803">11051 7673 7533,'7'-10'1799,"-2"2"-90,-5 0-450,0-1-270,0-1-269,0 2-360,0 8-270,-11 0-450,-13 16 135,3 3 0,-2 5 225,-5 6 0,0 4 240,7 1 0,0 3 0,1 1-147,2-1 0,1 1 0,2 2 199,5-5 1,1 1-1,2 1 1,1 0-143,1 8 0,3-1 0,4-1 149,2-4 1,4-1 0,4-2-600,6-6 0,4-1 1,-1-5 164,-3-4 0,2-5-990,12-1 1,-2-6 1124,-10-9 0,-17 0 0,-13 0 0</inkml:trace>
  <inkml:trace contextRef="#ctx0" brushRef="#br0" timeOffset="74671">11199 7902 7533,'6'0'270,"0"-8"2068,-6-1-989,-6-9-359,5 0-181,1 9-89,12 16 179,13 36-494,-10-16 0,1 3-225,-2 5 0,0 3 0,1-1-450,7 7 0,-1-2 120,-8-9 0,0 0 0,0-3-480,5-1 1,-1-5-1800,2 10 91,-1-25 2338,-11-1 0,-1-8 0,-6 0 0</inkml:trace>
  <inkml:trace contextRef="#ctx0" brushRef="#br0" timeOffset="74954">11261 8431 7533,'-14'0'1799,"-3"0"1477,10-15 0,17-28-2702,7 13 0,6-2 1,1-2-971,-4 3 1,1 0 0,1-2 0,3 0 89,2 0 0,4-1 0,1 0 1,-1 1-1,-2 1-514,-2 0 1,-2 1 0,-1 1 0,0 1-274,4-5 1,-1 1 0,-4 6 969,4-6 1,-54 48 0,-8 15 0</inkml:trace>
  <inkml:trace contextRef="#ctx0" brushRef="#br0" timeOffset="75901">11838 8237 5914,'7'-19'2878,"-1"-5"-989,-1 22-450,8-6-180,6 8-359,5 16-360,-10 12-810,-8 0 0,-7 4-450,-13 1 1,-6-1 89,2 5 0,-4-3 90,-8-10 1,-2-3 359,9-7 0,2-3-989,-9-3 1169,34-16 0,22-2 0,-1 1 0,0 1 0</inkml:trace>
  <inkml:trace contextRef="#ctx0" brushRef="#br0" timeOffset="76421">12109 7902 7533,'-14'0'1889,"-8"0"-270,15 0-720,-6 0-179,8 0-181,32 24-1168,13 5-271,-10-7 1,3 1-740,6 4 1,0-3 1555,-15-7 1,-1-4 0,24-11 0,-29-24 0</inkml:trace>
  <inkml:trace contextRef="#ctx0" brushRef="#br0" timeOffset="76721">12515 7832 8342,'0'-28'3276,"-5"11"-525,-8 32-2616,2 9 0,-2 5-45,-5 13 0,-1 6-547,7-13 1,-1 2-1,1 1 1,0-1 126,-4 8 0,1-1 0,1-1 194,2-3 1,2-1 0,0-3-135,-2 1 0,3-7 360,7-12-1709,2-26-540,13-12 2159,5 1 0,7-21 0,0 11 0</inkml:trace>
  <inkml:trace contextRef="#ctx0" brushRef="#br0" timeOffset="77103">12614 7549 7533,'0'-35'3276,"11"8"-166,19 40-2166,-5 17 1,0 11-616,-4-3 1,-1 4 0,-3 5-505,-5-4 1,-2 4 0,-1 3 0,-2 0 0,-1 0 156,-2-4 0,-1 1 0,-1-1 0,-3 1 1,0 0-133,-2-5 0,-2 1 0,0 0 0,-2-1 0,-1-1 0,-1-3-98,-3 4 1,-2-2 0,-1-3 0,-3-5-801,-15 8 0,-3-14-346,8-23 0,2-8 1394,0-7 0,9-11 0,17 13 0</inkml:trace>
  <inkml:trace contextRef="#ctx0" brushRef="#br0" timeOffset="80996">13278 7973 8522,'1'10'2699,"4"-3"-900,-16-7-180,9 0-720,-3 0-539,5-7 180,27-3-1215,-3 1 0,3 0 315,4 4 1,4 0-901,12-3 1,0 1 135,-13 5 0,-2 2 1124,-2-2 0,-5 4 0,-12 8 0,-28 7 0</inkml:trace>
  <inkml:trace contextRef="#ctx0" brushRef="#br0" timeOffset="81420">13290 8184 12210,'0'-17'3276,"23"7"-435,20 2-3561,-4 7 0,3 2-919,5 0 1,0-2 1374,-4-1 1,-4-4 0,-9-1 0,-5-3-1,4-18 1</inkml:trace>
  <inkml:trace contextRef="#ctx0" brushRef="#br0" timeOffset="83070">14411 7743 7892,'7'-9'1170,"-2"1"-630,-5 0-451,0 6-89,0-6 630,0 8 809,0 0-989,0-8-360,0 6-90,0-5 540,0 7 269,0 23-539,0 0 0,0 7-135,0 4 0,0 7 0,0 2 0,0 0-535,0-3 1,0 1 0,0 0-1,0 1 400,0 7 0,0 2 0,0-1 0,0-6 135,3 10 0,-1-10-45,0 3-180,3-62-1799,-5-28-1169,0 1 3058,0 12 0,0 2 0,0 8 0,0 4 0</inkml:trace>
  <inkml:trace contextRef="#ctx0" brushRef="#br0" timeOffset="83521">14411 7761 6633,'0'-35'3276,"0"0"-1155,5 15-502,13 4-360,24 32-944,-11-4 0,1 3 90,9 10 0,-1 3-226,-6-1 1,-4 1-270,-4 2 1,-10 1-316,-19-4 0,-10-1 90,-8-2 0,-5-3 45,-2-5 1,-2-5-226,-6-1 0,2-4-944,-6-6-1838,9 0 3084,14 8 0,50-6 1,8 6-1</inkml:trace>
  <inkml:trace contextRef="#ctx0" brushRef="#br0" timeOffset="84522">15088 7691 7533,'12'-20'1709,"-6"-11"-540,0 27-539,-12-12-181,5 16-269,-10 0-270,4 8 360,-5 2 90,0-1 90,-17 15-540,7-4 135,2-4 0,-1 3 90,-1 8 0,2 5 134,-1 2 1,2 4-30,7-4 0,1 2 0,2 0-60,1 0 0,2 0 0,4 0 29,6 0 1,4 0 0,2-2-435,2 8 0,3-4-135,6-6 1,2-3-856,-4-11 1,-1-1-1214,12 16 2428,-11-5 0,-6-1 0,-8-1 0</inkml:trace>
  <inkml:trace contextRef="#ctx0" brushRef="#br0" timeOffset="84970">15297 7902 7533,'0'-19'2788,"-6"3"-1529,-1 8-899,0 6 540,2 2 179,10 18-179,8 17-541,-4-10 1,1 3-270,2 6 0,0 3-720,3 3 1,1 0 269,-1-7 0,1-1-1279,2 0 1,1-6-392,12-6 2030,-6-4 0,-29-9 0,-11 3 0</inkml:trace>
  <inkml:trace contextRef="#ctx0" brushRef="#br0" timeOffset="85271">15297 8361 7533,'-36'0'3276,"3"0"0,2 0-1913,30-16-734,15-4 1,8-3-360,4-2 0,4-2 0,1-1-559,0-7 0,1-1 0,1-1-206,-2 6 0,3 0 1,-2 0-1,-3 0-598,-2-1 1,-3 1 0,-1 2-490,9-4 0,-5 6 1582,-11 3 0,-21 32 0,-2 2 0</inkml:trace>
  <inkml:trace contextRef="#ctx0" brushRef="#br0" timeOffset="85704">15887 7743 10501,'0'-19'3276,"0"11"-1695,0 34-1311,0 8 0,0 8-450,0-5 0,0 2 0,0 3-498,-1 5 0,-1 2 1,0 0 287,0-6 0,-1-1 0,1-2-420,-1 10 1,0-6 72,0-15 0,0-5-1331,-2 3 2068,3-11 0,2-16 0,7 0 0</inkml:trace>
  <inkml:trace contextRef="#ctx0" brushRef="#br0" timeOffset="87536">16207 7849 5914,'7'-9'-90,"-1"-7"90,-6 14 359,0-6 181,0 8 0,0 0 269,-6 0-89,5 0 539,-5 0 90,1 0-719,3 0-360,-3 0-90,-1 0-90,5 0 539,-5 0-449,6 0 270,0 0 0,0 8-90,6-6 89,-5 6 91,5-8 180,-1 8 89,8 9-719,17 18-675,-12-12 1,2 0 314,1-4 0,2-1-1124,7-1 0,-2-1-225,3 2-1530,8-9 3149,-32-1 0,-18-23 0,-10-5 0</inkml:trace>
  <inkml:trace contextRef="#ctx0" brushRef="#br0" timeOffset="87987">16589 7832 7533,'0'-28'3276,"0"11"-886,0 1-2300,0 14 360,-6 2-180,-1 25-360,-8 14 0,-4 7 479,5-11 1,-1 2 0,-1 2-359,-1-1 1,-2 3 0,0-1 0,0 0 80,2-3 1,-1 0 0,0-2-1,1-1 98,-2 4 0,0-2 0,2-2-120,-3 4 0,4-7-180,4-14-450,6-19-1888,12-7 629,1-7-270,5 6 2262,6 0 0,6-5 0,8 5 0</inkml:trace>
  <inkml:trace contextRef="#ctx0" brushRef="#br0" timeOffset="88688">16749 7655 7533,'0'-27'3276,"0"1"-1245,5 24-502,13 20-855,-4 12 1,-2 9-435,-1-4 0,0 4 0,-1 2-380,-4-3 1,0 3 0,-2 0 0,-2 0 251,-2 2 1,-2 0-1,-2 0 1,-1-2-233,0 9 0,-1-1 0,-4-4-40,-4-10 1,-4-2 0,2-5-426,0-4 1,-1-5-1125,-19-4-90,12-15-1259,10-7 3058,4 5 0,26-6 0,4 8 0</inkml:trace>
  <inkml:trace contextRef="#ctx0" brushRef="#br0" timeOffset="89754">17278 7832 7533,'-6'-18'2608,"5"0"-1438,-10 9-631,10 1 451,-5 31-496,6 5 1,0 5-345,-1 0 0,-2 4 0,2 1-201,0 3 0,1 2 0,-1 0 81,0 4 0,-2 1 0,2-4 14,1 4 1,0-4-135,0-7 1,0-5-1530,0-6-1,5-26-1168,-3-10 449,9-16 2339,-10 15 0,10-29 0,-4 11 0</inkml:trace>
  <inkml:trace contextRef="#ctx0" brushRef="#br0" timeOffset="90220">17228 7849 7533,'-13'-27'1092,"1"-1"0,1 1 0,4 3 759,7 5-952,23-5-179,16 30-361,-7-6 1,2 2 0,4 13 0,0 4-180,0-2 0,-1 3 45,-4 4 0,-5 5-360,-7 0 0,-10 2-225,-13-2 0,-7-3 180,-9 12-360,-13-16 1,-6-5 179,10-15 0,0 0 315,-10 10 0,1-1-315,9-9 1,3-2-1710,-6 8 450,24-8-990,35 0 2609,-11 8 0,11-4 0,4 2 0,13 11 0</inkml:trace>
  <inkml:trace contextRef="#ctx0" brushRef="#br0" timeOffset="90689">17893 7832 7533,'-7'-45'3276,"-4"17"-1785,-1 12-1221,-7 16-180,-5 8 0,-7 18-180,5 11 539,10-8 1,2 3 359,1 9 1,1 4-600,5-7 0,1 2 0,1-2-120,0 2 0,3 0-30,1 0 0,3 4 0,4-8-150,18 7-315,-9-8 0,2-2-1214,19-5-1349,-4-13 2968,-8-15 0,5-15 0,-3-5 0</inkml:trace>
  <inkml:trace contextRef="#ctx0" brushRef="#br0" timeOffset="91367">18127 7885 12120,'0'-10'2429,"0"2"-1890,16 24-89,16 19-900,-8-12 1,2 1-901,2-1 1,1-1-290,1-3 1,-1-5 1404,17-4 1,-21-22 0,-2-7-1,-5-6 1,1 1 0</inkml:trace>
  <inkml:trace contextRef="#ctx0" brushRef="#br0" timeOffset="91703">18582 7796 7533,'-5'-27'3276,"-2"9"0,-11 26-2999,3 10 0,0 7-337,-1 6 0,-1 5 0,1 1 30,-2 5 0,1 1 0,0 1 9,3-8 0,0 1 0,0-1 0,1-1 321,0 2 0,1-2 0,0-2-21,-1 5 0,2-7-1268,-2-4-1350,8-19 1260,10-18-2198,19-7 3061,-8-1 1,29 1 0,-12-1 0</inkml:trace>
  <inkml:trace contextRef="#ctx0" brushRef="#br0" timeOffset="92137">18816 7620 7533,'-6'-35'3276,"5"15"0,12 36-2685,2 11 1,0 9-382,-1 5 0,-1 7 0,-1 2-479,-3-9 1,-2 2 0,0 1 0,-3 0 268,0 5 0,-3 1 0,-2 0 0,-2-3-158,-1-7 1,-3-1-1,-1-1 1,-2-2 19,-4 7 1,-3-2 0,-2-5 182,-1-6 0,-2-6-1080,-6-1 1,2-4-495,1-2 1529,-9 9 0,18 9 0,0 10 0</inkml:trace>
  <inkml:trace contextRef="#ctx0" brushRef="#br0" timeOffset="105761">10226 9102 10861,'0'-10'1709,"0"-14"-810,0 20-269,0-19-540,0 13-270,0-8-90,0 9 360,0 1 450,0 8-450,0 0 359,-6 0-179,5 16 540,-9 19-630,8 12-1,1-17 1,-1 4 0,0 2 90,2 2 0,0 1 0,0 1-194,0 8 1,0 1 0,0-1 132,0-4 1,0-1 0,0-4-30,0 3 0,0-6-450,0-2-449,0-50-271,0-14-449,0-15-1838,0 10 1607,-5 17 1770,3 11 0,2 7 0,7 0 0</inkml:trace>
  <inkml:trace contextRef="#ctx0" brushRef="#br0" timeOffset="106244">10251 9137 6993,'-13'-45'1638,"7"19"0,0 1 1113,-6-12-1312,5-6-180,24 23-719,10 4 134,17 26 1,5 12-315,-13-1 0,-1 5-121,-4-2 1,-1 2 0,-6 4-15,-5 17 0,-14 2-1080,-20-3 1,-11-2 449,2-5 0,-7-5 15,1-15 0,-4-5 1,2-4-960,-2-8 0,4-4-810,-14-2-720,49-20 2879,8 15 0,24 3 0,9 2 0,-9 0 0,0 0 0</inkml:trace>
  <inkml:trace contextRef="#ctx0" brushRef="#br0" timeOffset="106703">11051 8961 7533,'0'-36'1638,"0"11"0,0-1-147,0-5-592,0-2-629,-6 25 540,-11 23-765,-3 5 0,-3 4 134,2 0 1,-3 3 0,1 2 240,-3 4 0,-1 2 0,3 5 11,7-5 1,1 3 0,2 3 0,2 0 0,3-2-544,4 1 1,3-1-1,3 0 1,1 0-317,0 2 1,1 2 0,4-3 0,6-6-666,12-2 1,8-6 0,-1-9 723,-1-8 0,-1-10 0,0-12 0,-7-8 0,-6-26 1</inkml:trace>
  <inkml:trace contextRef="#ctx0" brushRef="#br0" timeOffset="108479">11334 9084 9242,'-7'-10'1349,"2"2"-1259,5 8 90,-6 0 90,5-7 359,-5 5 361,6-6-541,0 8-449,-5 0 180,3 0 180,-3 0 90,5 0 449,0 0 271,5 15-496,8 5 1,3 4-181,8 13 1,3 6-435,-5-8 0,2 2 0,-1-1-90,-1-4 0,-1-2 0,-1 0-330,6 8 1,-4-8-1800,-3-12-1118,-2-20 0,-16-16 2824,5 9 0,-23 9 0,-3 9 1</inkml:trace>
  <inkml:trace contextRef="#ctx0" brushRef="#br0" timeOffset="108785">11322 9578 7533,'-41'0'3276,"17"-16"0,12-11-1638,30-2 0,12-3-657,-3 4 1,3-2-1,2 0-1226,-2 2 1,1 0 0,1-2 0,0 0-431,1-2 0,0-2 1,0 0-1,-3 1-418,3-5 1,-3 1 0,-3 2-547,5-4 1,-10 8 1486,-18 15 0,-23 36 1,-6 15-1</inkml:trace>
  <inkml:trace contextRef="#ctx0" brushRef="#br0" timeOffset="109045">11876 9384 10231,'-14'37'3276,"-3"4"-3584,5-5-2969,-7 1 2994,0 6 1,-4-16-1,4-1 1</inkml:trace>
  <inkml:trace contextRef="#ctx0" brushRef="#br0" timeOffset="110011">12232 9049 7533,'-18'-8'3276,"5"-10"0,6 7-1013,25 11-1364,26 19-1124,-16 2 0,1 1-1124,5-3 0,-1-1 44,-5 6 1,0-4-335,3-16 1,-2-4-751,5-4 2389,-12-18 0,-4-7 1619,-4-18 19,-5 15 0,-1 3 1638,-1-1-204,-18 30-2892,-2 27 0,-1 21 0,-1 1-660,-1-4 0,0 1 1,1 2 100,1-4 1,1 2 0,1 0 0,1-4-192,2-1 0,1-2 1,2-7-1410,0 11 1979,34-43 0,-5-19 0,1 1 0,0 0 0</inkml:trace>
  <inkml:trace contextRef="#ctx0" brushRef="#br0" timeOffset="110219">12774 9366 11580,'-13'-10'3276,"1"10"-5202,-6 42 287,9-19 1,-1 3 1537,0 13 1,1 0 0,3 8 0,7-6 0</inkml:trace>
  <inkml:trace contextRef="#ctx0" brushRef="#br0" timeOffset="111011">13069 9049 7263,'-19'0'3276,"1"0"0,11 0-2272,18 0-555,20 0-314,-4-1 0,3 2 135,6 3 0,1 0-90,-6-5 0,-3 4 764,2 5 1,-12 7-945,-35 20 0,-14 5-135,21-12 0,-1 0 75,-16 5 0,-6 1 0,8-1 240,12 3 0,5-3 89,-9 8 271,17-10 0,5-5-630,3-14 225,13 2 0,3-5 45,1-15-1350,17 3 1,1-3-90,-4-14-380,-6 7 1,-1 0 1400,-8 4 0,-44 9 1,-16 9-1</inkml:trace>
  <inkml:trace contextRef="#ctx0" brushRef="#br0" timeOffset="111253">13130 9349 7533,'-29'-26'3276,"8"14"0,3-3-743,13 15-1994,32 0-629,-4 0-1003,9 6 1,7 4 0,-2-3 545,-5-4 1,-1 0 0,15 7 0,-3-4 0,-9-16 0</inkml:trace>
  <inkml:trace contextRef="#ctx0" brushRef="#br0" timeOffset="111603">13524 8890 7533,'6'-20'3276,"0"20"-1638,18 20 0,3 11-1137,-13 0 1,-1 5-660,4 1 1,2 7 0,0 1 0,-5-4 381,-3 7 1,-6 2 81,-2-11 0,-2 6 0,-1 2 0,-1-3 0,-2-8-82,-3 1 1,-4-3-465,-7 12 0,-4 5 1,1-11-211,-4-7 450,1-7 0,6-11 0,16-22 0,2-13 0</inkml:trace>
  <inkml:trace contextRef="#ctx0" brushRef="#br0" timeOffset="112398">14201 9243 7533,'-31'10'3276,"7"-3"-1605,17-14 128,19-11-810,9 8 1,6 0-631,-2-3 1,3 1-675,18 5 1,2 4-991,-20 2 1,0 2-335,14 1 1,-3 6 1394,-10 17 0,-39 11 0,-11-14 0,-1 1 0</inkml:trace>
  <inkml:trace contextRef="#ctx0" brushRef="#br0" timeOffset="112630">14251 9384 7533,'-43'0'3276,"16"0"0,4 0-1733,45-8-1273,5 2 0,9 0 0,1 0-600,-3 0 0,0-1 0,3 1-490,1 2 1,3 1 0,0 1 0,-5 1 360,7-2 0,-8 8 1,-13 13-1,-9 5 0,-23 24 1</inkml:trace>
  <inkml:trace contextRef="#ctx0" brushRef="#br0" timeOffset="114529">15149 9084 9062,'0'-20'1529,"0"-3"-989,0 5-91,0 7 181,5-13 270,2 46-721,0-1 31,-4 11 0,-1 10 0,-1 0-270,-1-7 0,0 0 0,0 3-8,0 6 1,0 6 0,0 0-1,0-6 23,0 8 0,0-4 450,0 2 0,0-10-225,0-25-990,-6-30-629,5 3-1349,-10-21-91,9 5 2879,-3 9 0,16-28 0,3 7 0</inkml:trace>
  <inkml:trace contextRef="#ctx0" brushRef="#br0" timeOffset="114897">15161 8961 7533,'-3'-26'1638,"1"1"0,0-22 123,13 9-1042,13 26 1,6 9-315,0 11 0,1 9-106,0 0 1,1 4 0,-5 2 15,0 12 0,-7 4-375,-6-7 0,-3 1 0,-7-2-300,-14 7 0,-9-3-90,-2-2 1,-5-5-406,-7-12 1,-2-5 44,6-1 1,2-4-1800,-4-6 720,31 0 1889,15 8 0,11-7 0,5 0 0,-1 2 0,-1 1 0</inkml:trace>
  <inkml:trace contextRef="#ctx0" brushRef="#br0" timeOffset="115294">15875 8961 7533,'7'-20'1169,"-2"-4"1350,-5 15-1440,-5-9-629,-19 16-90,-14 28-46,8-2 1,-1 6 15,10 2 0,2 3 0,1 2-262,0 1 0,1 1 1,3 2 133,6-3 0,2 2 1,2 0-1,3-1-592,2 3 1,3-2-1,3-1 0,1-2 0,2-1 1,5-5-1250,13-1 1,4-9 1509,15-3 1,-20-26-1,-1-8 1,-7-3-1,-1-1 1</inkml:trace>
  <inkml:trace contextRef="#ctx0" brushRef="#br0" timeOffset="119203">16059 9084 9512,'-12'0'2068,"0"0"-718,5 0-361,1 0-629,6 0-900,0 0 450,0-8 450,6 6 584,19 27 1,6 13-990,-14-15 0,2 3-45,1 3 0,6 7 0,1 3 0,-2-1 0,-5-8 0,0 3 0,-2-3-150,3 7 0,2 1 1,-6-17-3038,-11-21 1786,-12-10 1491,-1 1 0,-11 16 0,-1 13 0</inkml:trace>
  <inkml:trace contextRef="#ctx0" brushRef="#br0" timeOffset="119586">16084 9578 7533,'-25'0'3276,"-4"0"-1785,2 0-142,20-8 270,25-25-750,8 6 1,8-5 0,1-3-709,-10 4 1,1-3 0,0-1 0,0-1 0,-1 3-982,2-1 1,-1 1 0,0 1 0,-2 0-274,7-15 1,-3 1 0,-10 15 684,-14 24 0,-4 18 1,7 15-1</inkml:trace>
  <inkml:trace contextRef="#ctx0" brushRef="#br0" timeOffset="120082">16626 9437 7533,'0'-10'2608,"-6"-21"-899,5 17-180,1-19-719,23 38-46,-4 20 1,-5 9-990,-13 11 0,-8 4-495,2-11 1,-2 0 0,-5-4 44,-18 5 0,-4-7-45,5-13 1,3-7 719,7-12 0,25-8 0,20-2 0</inkml:trace>
  <inkml:trace contextRef="#ctx0" brushRef="#br0" timeOffset="121169">17020 9084 10411,'-14'0'3276,"3"0"-1425,16 16-322,19 11-1169,-7-2 0,4 3-960,6-2 0,6 1 1,-4-2 14,-5 2 1,-1-3-1055,19 6 1,-5-11-1639,-22-19 3094,3-2 0,-18-21 0,-7 3 0</inkml:trace>
  <inkml:trace contextRef="#ctx0" brushRef="#br0" timeOffset="121595">17499 9084 7533,'7'-39'3276,"-2"7"-256,-5 32-2120,-5 0-541,-6 23 1,-1 9-450,-10 6 45,5-6 0,-3 11 0,-2 2 0,2-3 255,-1 4 0,1-2 0,-2 1-84,3-9 0,-1 1 0,-1 0 0,1-1 0,3-3-396,0 4 0,2-4 0,0-3-495,-5 1 1,8-15-675,17-26-360,2 0 1799,11-5 0,1-3 0,5-10 0</inkml:trace>
  <inkml:trace contextRef="#ctx0" brushRef="#br0" timeOffset="123367">17955 8978 7533,'0'-10'1439,"0"-5"-899,-6 5 89,5-8 91,-4 8-181,5-5 1,5 13 180,-4-6 179,10 32-90,-6 17 1,-3 10-570,1-17 0,-1 1 0,0 3-621,0 8 1,0 6 0,-1 0-1,0-6 381,-1-5 0,0-3 0,0 1 80,1 10 1,1 2-1,0-10 190,-1 0-809,4-9-631,-5-42-2107,0-8 168,6 1 3615,-5 7 0,21-29 0,-1-1 0</inkml:trace>
  <inkml:trace contextRef="#ctx0" brushRef="#br0" timeOffset="124369">18336 9137 8252,'-19'0'3276,"7"-31"-705,17 15-1941,20-25-496,-3 30 1,5 4 45,4 0 0,4 0 0,0 3-270,4 7 0,0 3 0,0-1 210,-4-3 0,1-2 0,-4 4 15,7 7 0,-8 4 135,-15 0 359,-38 11-988,6-13 44,-6 13 0,-2 3 180,-1-5 0,1-1 180,1 4 0,-1 3 157,2-2 1,-2 5-1,0 0 1,2-5-69,1-3 1,1 1 105,-2 7 0,-1 3 0,5-7-60,6-10-360,6-3 630,23-8 359,15-6-1169,6-2 1,7 0-31,-11-2 0,1-2 0,-1 0-105,9-5 1,0 0-1145,3 5 1,-7-2-1639,-23-1 2968,6 7 1,-60 15 0,14-5 0,0 0 0</inkml:trace>
  <inkml:trace contextRef="#ctx0" brushRef="#br0" timeOffset="124686">18447 9454 7533,'-45'-19'3276,"15"3"0,41 8-1103,22-1-2173,6 0 0,5 0-405,0-1 0,2 2-688,-6 4 1,3 1 0,-4 0 545,2 0 1,-3-1 0,-6 1 0,-5-2 0,-11-5 0</inkml:trace>
  <inkml:trace contextRef="#ctx0" brushRef="#br0" timeOffset="125068">19038 8925 7533,'12'-17'3276,"27"23"-256,-8 13-2571,-5 8 1,4 10 0,-5-1-270,-6 3 0,-5 4-126,-8-5 0,0 7 0,-3 3 0,-1-3 0,-2-7-54,-3 2 0,-6-2-324,-4-3 0,-4 7 0,-3 1 1,-1-6-1,1-11-1315,-6-14 1,-1-3 1340,-11 25 0,3-5 0,7-27 0,22 6 0</inkml:trace>
  <inkml:trace contextRef="#ctx0" brushRef="#br0" timeOffset="126494">19849 9066 7982,'13'-17'2879,"-1"-9"-2429,-5 7-91,-1 1 721,-6 2-900,0 30 0,0 6 29,-1 19 1,-2 15 0,1 0-240,0-13 0,-1 0 0,1 2-103,1 5 0,1 4 1,0 0-1,0-6 13,-2-9 0,0-4 0,2-3-555,4 3 1,3-7-1934,0-11 988,0-22 1620,4-11 0,-10-25 0,2 15 0,-1 1 0</inkml:trace>
  <inkml:trace contextRef="#ctx0" brushRef="#br0" timeOffset="126935">19837 8996 7533,'3'-28'1092,"0"1"0,28-5 0,10 13 463,-3 29 0,2 7-1405,-6-14 0,1-2 0,-2 7 29,-2 17 1,-4 9 0,-5-3 90,-5-7 0,-7 1-180,-2 21 0,-14 0-495,-21-14 1,-6-5 134,8 2 0,-3-5-390,-6-12 0,-3-4 1,5-4 119,0-4-2737,-13 0 3266,61 0 1,27 0 0,-4 0 0,-1 0 0</inkml:trace>
  <inkml:trace contextRef="#ctx0" brushRef="#br0" timeOffset="127380">20601 8925 7533,'-6'-43'3276,"-1"6"-1245,1 9-1941,-11 21 89,-3 27 1,-1 9-90,-10-2 300,5 3 0,-2 10 0,3 2 194,8-8 1,3 3 0,1 1-1,3 2-427,2 5 1,3 2-1,1 1 1,2 0-496,-1-1 1,0 0 0,3-1 0,7-6-756,11 0 1,6-5 0,1-8 991,1-6 1,0-11 0,22-17 0,-18-3 0</inkml:trace>
  <inkml:trace contextRef="#ctx0" brushRef="#br0" timeOffset="128462">20908 9049 12480,'36'-15'839,"0"0"1,7-2-1,1 3-974,3 12 1,0 2 89,-10-4 0,-3 0 269,-1 2 1,-8 4-135,-18 6-719,-18 18 224,-11-5 0,-6 3 315,3 0 0,-3 2 0,1 2 30,-5 4 0,0 1 0,1 0 420,0 1 0,1-1 0,3 0-180,0 4 0,4-2 89,5-4 1,8-5-90,16-6 810,17 13-181,15-21-719,-6-3 0,4-2-720,12-9 1,1-4-361,-6-3 1,0 0-650,5 4 1,-6-2-1292,-3-8 2930,-23 15 0,-61 0 0,15 0 0,0 0 0</inkml:trace>
  <inkml:trace contextRef="#ctx0" brushRef="#br0" timeOffset="128838">20872 9349 7533,'-7'-18'3276,"1"8"-1638,28 1 0,11 2 1254,2 6-3702,-2-2 1,7 0 0,-3 1-830,0 1 1,-2 2 1519,8-1 1,-5 0 0,-11 0 0,-25 0 0</inkml:trace>
  <inkml:trace contextRef="#ctx0" brushRef="#br0" timeOffset="129268">21548 8890 7533,'5'-29'3276,"19"36"-1638,1 25 0,-1 15-819,-10-7 0,-2 7 0,-1 1 0,0-1-735,-1-7 0,-1-1 0,-1 0 0,-4 2-402,-3 6 1,-4 3-1,-3-2 1,-5-7-178,-11 3 0,-8-8-598,2-11 1,-4-2 0,2-4 545,4-4 1,1-1 0,-4 6 0,8 2 0,15 5 0</inkml:trace>
  <inkml:trace contextRef="#ctx0" brushRef="#br0" timeOffset="141719">22249 9260 6183,'0'-17'2969,"0"-1"-1980,0 8 1,-11-5 629,3 13-450,-4-6 270,1 8 630,20 0-270,17 0-1079,18-8-316,1 7 1,5 0-405,-2-3 0,0 0-720,-10 4 1,1 0-1,-3 0-919,4 0 1,-5 0-1639,7 0 0,-48 8 3026,-4 2 1,-22 12 0,-8 5-1,3 1 1,0 1 0</inkml:trace>
  <inkml:trace contextRef="#ctx0" brushRef="#br0" timeOffset="141936">22299 9419 7533,'-19'0'3276,"6"0"0,46-8-1638,-6 3 0,5 1-2731,1 0 1,4 1 0,-2 0 1034,6-2 1,-2 2-1,-5 5 1,-4 4 0,-7 4-1</inkml:trace>
  <inkml:trace contextRef="#ctx0" brushRef="#br0" timeOffset="158768">23382 8925 5824,'0'-17'270,"0"7"89,0-6 181,0-1-90,0 5-180,0-12-1,0 14 271,0 1 270,0-7 269,-5 6 90,3 0-539,-3 3 180,-1-1-361,5 6-179,-10-6-180,4 8 180,0 0 90,2 8 539,-1 33-359,5-4 0,1 6-271,-2 1 1,0 4 0,0 1-332,2-9 1,0 1 0,0 0 0,0 0 218,0 0 1,0 0-1,0 0 1,0-3-98,2 0 0,0-1 1,0-4-106,-3 3 0,3-14 315,4-22-990,-12-19 540,-1-9-2248,0 3 574,-4-1-935,10 7 749,-5 1 2040,6 2 0,22 7 0,6-9 0</inkml:trace>
  <inkml:trace contextRef="#ctx0" brushRef="#br0" timeOffset="159885">23345 8767 7443,'0'-20'1439,"0"-4"-90,-6 7 360,0 5-539,-1-12-631,1 15 631,17-1-361,30 2-404,-5 14 0,3 4-360,8 2 0,2 3 284,-13-2 1,0 1 0,-4 4-150,4 15 0,-7 3 45,-10-9 0,-9 3-375,-15 2 0,-11 4 0,-3-4 60,-12 0 0,-6-4-58,4-1 0,-3 0 0,1-4 193,-3-2 0,0-7-225,1-7 0,3-4-719,1-5-2249,10-16-129,34 1 3061,-2 7 1,31-6 0,-8 6 0</inkml:trace>
  <inkml:trace contextRef="#ctx0" brushRef="#br0" timeOffset="166010">24170 8696 8882,'0'-10'1079,"5"-6"-719,-4 15 180,4-15-90,1 6-91,-5 0-89,5-5-360,-6 5-270,0 0 181,-22 18 89,-11 19 90,6-6 0,-2 3 179,-5 9 1,1 3 22,3 2 1,3 4-23,9-8 0,1 1 0,3 2 209,2 3 1,4 1 0,3 2-90,4 1 0,3 1 0,3-1-270,1-4 0,3-1 0,1-1 120,3-1 0,2-2 0,1-3 209,6 6 1,0-5-180,9 4-810,-7-13-2647,-18-24 0,-6-16 3094,-1 12 0,-10-19 0,5 13 1</inkml:trace>
  <inkml:trace contextRef="#ctx0" brushRef="#br0" timeOffset="168206">24329 8872 8072,'-7'-19'-359,"-4"3"538,10 16 811,-4 0 2286,5 0-1155,0 8-1222,11 17-594,4 7 1,8 13 0,4 6 0,-1-1 0,-5-10-1945,1 1 1,-1 0 982,1-2 1,5 9-1,0 0 1,-6-8 0,-12-17 629,-11-17 1,-20-6 0,-5 10-1</inkml:trace>
  <inkml:trace contextRef="#ctx0" brushRef="#br0" timeOffset="168688">24206 9472 6633,'-45'8'3276,"32"-22"-1638,35-11 0,20-9-983,-17 10 0,3-3 1,2-3-1,1 0 0,-1 0-66,0 1 0,1-1 0,0 0 0,0-1 0,-2-2-1245,1-2 1,0-4-1,-1 1 1,-2 2 0,-3 4-984,10-10 1,-9 8 1473,-15 2 1,-6 62 0,-3-4-1,0 1 1</inkml:trace>
  <inkml:trace contextRef="#ctx0" brushRef="#br0" timeOffset="169527">25043 8837 7533,'0'0'0</inkml:trace>
  <inkml:trace contextRef="#ctx0" brushRef="#br0" timeOffset="170542">25068 8767 7803,'-7'-18'2338,"-4"0"-2338,10 8 1080,-5 3-181,1 7 1440,3 39-1890,-3-7 1,-1 8-345,4-3 0,1 8 0,0 6 0,0 0 0,0-2 0,0-7 15,-1 4 0,0-4 0,-1 3 167,2 1 1,-1 9 0,1-1 0,0-8 0,1-16-18,0-12-3547,0-10 1427,0-8 1850,5-16 0,8-11 0,6-18 0</inkml:trace>
  <inkml:trace contextRef="#ctx0" brushRef="#br0" timeOffset="175810">25339 8908 6633,'-7'-10'1709,"-4"-6"-1169,4 6 0,-5-7-181,5 7 271,-4-6-540,4 14 989,0-6 451,-4 8-271,9 0 270,2 0 270,51 47-1709,-22-27 60,-3 2 0,4 5 0,-1-3-735,-3-4 0,0-3-1054,8-2 1,0-1-1,-10-1 1,-3-2 1230,8-3 0,-40-6 1,-9 5-1</inkml:trace>
  <inkml:trace contextRef="#ctx0" brushRef="#br0" timeOffset="176184">25683 8890 7533,'-6'-24'1638,"-1"-1"0,1 33 0,-2 19 0,-1 12-1546,2-4 1,-1 7 0,0 3 0,-1 1 0,0-4-183,-1 2 0,0-2 0,-1 0 0,0 1-135,-1 6 0,-1 2 0,0-2 0,2-6-45,-7 9 1,13-20 269,38-40 0,-2-15 0,2-3 0,0 1 0</inkml:trace>
  <inkml:trace contextRef="#ctx0" brushRef="#br0" timeOffset="176378">25843 9366 9781,'0'-19'3276,"-11"42"-1638,2 0 0,-1 3-3277,-6 17 1,0 2 1271,5-6 0,2-5 0,3-5 0,20-25 0</inkml:trace>
  <inkml:trace contextRef="#ctx0" brushRef="#br0" timeOffset="179786">26151 8961 10771,'1'-20'809,"3"4"-179,-9 16 90,0 0-271,3 0-359,-3 0 0,5 0 1529,32-8-1349,-18 6 0,31-5 239,-6 3 1,7 2 0,-2 0-330,-3 1 0,2 0-113,-4-1 1,4 0-1,-1-1 1,-7 2-68,-1-2 0,-12 6-90,-21 28-510,-17-3 0,-12 4 1,0 2 284,3 1 0,-2 2 0,0 1 1,0-1 358,-1 3 1,-2-1 0,1 1 0,3-2 405,0 5 0,4-1 0,3-5 314,3-8 1,11-7 1034,28-14-1574,13-11 0,4-4-405,-11-2 0,2 0-913,7 5 1,4 1 0,-7 0-2185,4-5 2621,-8 8 1,-12 0-1,-34 0 1,-7 0 0</inkml:trace>
  <inkml:trace contextRef="#ctx0" brushRef="#br0" timeOffset="180103">26372 9331 7533,'-30'-9'1638,"-1"0"0,-15 0 1472,16 1-951,63 8-2099,3 0 0,10 0 0,-2 0-600,5 0 0,2 0 540,-8 0 0,5 0 0,-2 0 0,-12 0 0,-6 0 0,8 0 0</inkml:trace>
  <inkml:trace contextRef="#ctx0" brushRef="#br0" timeOffset="180510">26939 8696 9242,'14'6'1638,"6"30"0,-1 18-819,-6-17 0,0 3 0,-1 3 0,-3 2-697,-4-7 0,-2 4 1,-2 1-1,-2 0 0,-2 0 1,-3-1-408,-3-2 0,-5 1 0,-1-1 0,-2 0 0,0-2 1,1-2 284,-1 6 0,0 0 0,-1-5 0,-2-5 0,-24 6 0,16-20 0,49-39 0</inkml:trace>
  <inkml:trace contextRef="#ctx0" brushRef="#br0" timeOffset="181734">27492 9155 7533,'-12'-34'-1709,"5"5"2428,2-14 361,5 7 2196,-6 1-256,5 8-2720,1 50 0,0 27 0,0 0-390,0-13 0,1-1 0,-1 5-566,1 2 1,-1 6-1,0 2 1,0-3 0,-1-6 646,0-2 1,-1-5 0,-2-6 1177,-8 10-1304,6-58 0,1-28 0,1-12 0,1 4-521,2 12 1,1 0-1,0-2 1,2 0 0,0-3 696,0 1 0,1-4 0,1-1 0,0 1 1,1 2-1,1 4 161,2-5 1,1 3-1,2 4 1,2 4-203,5 2 0,2 4 0,3 15 89,3 20 1,2 12 405,9 12 0,-1 8 597,-12-3 0,-2 3 0,-3 1-703,1 2 0,-3 0 1,-9-1-840,-13 7 0,-13-6-764,-12-11 0,-7-10-136,-2-14 1,0-4 449,9-2 1,7 6 1093,12 21 1,31-8 0,11 2 0,2 13 0,1 0 0</inkml:trace>
  <inkml:trace contextRef="#ctx0" brushRef="#br0" timeOffset="182158">28255 8555 7533,'0'-28'2698,"-27"19"-2248,3 11 29,-2 15 1,-6 12 0,4-3-345,10-8 0,0 3 332,-3 12 1,-5 11 0,0 5 0,1-1 0,7-6-139,7-5 1,4-4 0,-1 5-348,-4 4 0,-4 6 0,0 2 0,4-1 0,7-5-162,7 2 0,8-4 0,5-3-913,8-2 1,5-4 0,1-3-13,5 4 1,4-9 1104,7-12 0,-2-10 0,-3-19 0,-8-4 0</inkml:trace>
  <inkml:trace contextRef="#ctx0" brushRef="#br0" timeOffset="182837">28354 8943 7982,'-13'-10'2069,"6"-6"-90,-4 14 270,26 2-1080,11 26-2069,5 2 1,6 5-194,-9-8 1,1 0 0,1-1 804,-1-1 1,1-1-1,0-10 1,11-13 0,-3-14-1,-8-19 1,0 0-1</inkml:trace>
  <inkml:trace contextRef="#ctx0" brushRef="#br0" timeOffset="183118">28883 8837 7533,'-18'-18'3276,"4"9"-1946,-18 34 0,-3 12-1420,5-3 25,14-7 1,-4 12 0,-2 6 0,-1 5 0,2-1 0,3-3 0,4-8-656,4 3 0,4-5 1,-2 4 575,-7 5 0,-6 6 0,0 1 0,6-4 0,12-12 144,16-5 0,6-15 0,5-40 0,-1 9 0,1 1 0</inkml:trace>
  <inkml:trace contextRef="#ctx0" brushRef="#br0" timeOffset="183934">29154 8749 7982,'0'-20'1170,"0"5"-451,0 15 1800,0 0-1260,0 23-648,2 9 1,3 14 0,1 8 0,-1 0-1,-2-7-859,-3-6 1,-2-3 0,0 0 0,1 4 142,3 0 0,2 4 0,1 3 0,0-2 0,-2-4 0,-3-7-1534,-11 16 1,6-22 1243,14-30 0,-6-12 0,14-13 0</inkml:trace>
  <inkml:trace contextRef="#ctx0" brushRef="#br0" timeOffset="184920">29535 8925 7353,'-12'-17'3276,"-1"7"-76,6 2-2660,2 8 44,34 0 1,18 0-450,-19 0 0,2 0-68,10 1 1,8 2-1,2-1 1,-9 0 67,-2-3 0,-6 4 269,9 10 1,-15 5-495,-45 12-45,-2-6 0,-6 6 0,-2 2 1,3-3 193,3-1 1,1-2 0,-1 4 187,-4 10 1,-3 5-1,1 0 1,5-8-68,2-7 0,7-3 224,9 12 1,16-8-555,22-31 0,17-16 0,-3 1-435,-3 7 1,2 0-236,-5 1 1,6-3 0,-3 1 0,-12 2 163,-6-1 1,-22 24-1,-27-6 1,-1 0 0</inkml:trace>
  <inkml:trace contextRef="#ctx0" brushRef="#br0" timeOffset="185200">29572 9190 7533,'-32'-8'3276,"19"6"0,14-6-1913,40 24-1933,-9-9 1,6-1-1,-1 1-1069,9 3 1,1-1 1476,-9-1 1,2 0-1,-5-8 1,-5-13-1,-6-6 1,6-20 0</inkml:trace>
  <inkml:trace contextRef="#ctx0" brushRef="#br0" timeOffset="185618">30237 8608 7533,'16'-18'3276,"15"48"-2457,-13-2 0,0 9 0,-1 6 0,-3-1-259,-5-2 1,-2 1-1,-2 1 1,-2 2-1,0-1-722,1 4 0,0 1 0,-1 1 1,-4-1-1,-6-3-126,-6-1 0,-5-1 0,-3-1 0,-2-3 1,1-5 287,-6 2 0,0-6 0,0-4 0,-11 4 0,10-7 0,22-9 0</inkml:trace>
  <inkml:trace contextRef="#ctx0" brushRef="#br0" timeOffset="186580">30987 8802 7533,'0'-26'989,"0"7"-809,-11-7 0,8 16 3096,-13 10-2414,14 2 1116,-3 38-1708,7-12 0,1 6-270,-1 11 0,-2 6 0,0 0-338,-1-11 1,0-1 0,-1 1 0,0 0 44,1 1 1,-1 1 0,0-2 0,-1-2-743,-3 14 1,0-8-1395,0-3 270,12-41 2159,1-26 0,5-19 0,-6 14 0,0 0 0</inkml:trace>
  <inkml:trace contextRef="#ctx0" brushRef="#br0" timeOffset="186992">30913 8767 7533,'13'-45'1092,"0"1"0,9 12 0,8 7 0,3 15 0,6 7 0,0 7-488,2 8 0,0 7 1,-3 5-425,0 2 0,-4 4 0,-10 6-570,-17 10 0,-11 6 0,-6-5-15,-4-3 1,-10-6-416,-5-13 1,-10-2 0,0-4 0,5-4 433,6-5 1,2-4 385,-9 2 0,14 0 0,52 3 0,-9 2 0,1 0 0</inkml:trace>
  <inkml:trace contextRef="#ctx0" brushRef="#br0" timeOffset="187602">31812 8749 7803,'-6'-20'2158,"-12"-11"-1168,-8 27 314,-11 2 0,-7 12-819,17 11 1,0 11 0,-1 6 0,1 1 0,1-6-336,-7 0 0,2-3 0,3 8-375,9 2 0,0 9 0,1 5 0,5-1 0,7-4 0,9-9-868,21-2 1,12-8 0,0 2 953,-13 0 1,-1 4-1,1-3 1,3-9-1,11-9 1,4-8-1,-5-5 1,-10-7-1,-1 0 1</inkml:trace>
  <inkml:trace contextRef="#ctx0" brushRef="#br0" timeOffset="188669">32021 8890 7173,'-6'-18'2159,"5"1"-180,-10-1-1080,9 8 180,35-5-899,-1 12 0,6 4 180,8-7 0,5 1 0,-7 8-271,-11 18 1,-6 5-450,-3-10 1,-10 3 201,-26 12 1,-21 8 0,-7 3-1,5-7 158,5-8 0,1-4 0,0 6 108,6 1 0,-1 6 0,1 3 0,4-3 0,5-5 117,2 3 0,10-3 449,16 14 1,13-8-360,-2-24 0,6-8-1135,6-4 1,8-4 0,1 0 0,-7 0-241,-2 1 0,-3 0 1060,25-8 0,-22 4 0,-58 14 0,-4-3 0,-1 0 0</inkml:trace>
  <inkml:trace contextRef="#ctx0" brushRef="#br0" timeOffset="189051">31836 9155 10141,'15'-10'1638,"22"15"0,8 5-1837,2-6 1,3-2-622,-11 3 1,4 1 0,0-2 0,-6-3-820,3-9 1,-4-2 1509,2 7 1,-8-5-1,-25-32 1,-5 11 0</inkml:trace>
  <inkml:trace contextRef="#ctx0" brushRef="#br0" timeOffset="190046">32636 8696 8612,'-14'0'3148,"9"-8"-1510,27 21 0,12 11-263,-14-5 1,1 4-1084,0 3 0,3 7 1,-1 2-1,-4-2-292,-3 1 0,-4 0 0,-5 4-378,-6-1 0,-3 4 1,-3 2-1,-2-1 0,-1-5 168,-4 1 0,-2-5 1,-5 1-129,-2 1 1,-5 1 0,0-2-1,2-5-1011,-4-1 0,3-5 1349,-9 4 0,46-9 0,13-10 0</inkml:trace>
  <inkml:trace contextRef="#ctx0" brushRef="#br0" timeOffset="240217">9500 10530 7173,'-6'-9'989,"0"-7"181,6 6-900,0 0 1169,0-13-360,0 11-629,0-6-270,0 3 0,0 13 179,0 21 1,0 17-420,0-6 0,0 4 0,0 4-69,0 3 1,0 3-1,0 3 1,0-1 240,0 1 1,0 2-1,0-2 1,0-2-173,0 4 0,0-3 0,0-4 1049,1 6 1,-2-11-91,-5-22-809,5-25-1729,-4-17 1,-1-2-1639,5 9 3110,-5-27 0,12 47 1,1 0-1</inkml:trace>
  <inkml:trace contextRef="#ctx0" brushRef="#br0" timeOffset="240774">9500 10425 7533,'-40'-20'3276,"12"-4"-1638,57 23 0,18 8-546,-14 7 0,2 4 0,0-1-770,5-6 0,0-3 0,-7 11-188,-12 11 1,-6 9 0,-6 2 0,-7-6-270,-13-4 0,-10-2-225,-1 3 0,-6 5 1,-1-1-1,2-9 90,0-9 1,1-3-1370,-13 9 1,11-9-1639,26-15 3148,15 0 1,29-8-1,-13 3 1,-1 1 0</inkml:trace>
  <inkml:trace contextRef="#ctx0" brushRef="#br0" timeOffset="241323">10153 10442 7533,'13'-37'3276,"-2"4"-346,-11 23-1311,0 10-1349,-49 49-450,30-25 0,-2 3 337,0 1 1,-5 5-1,1 3 1,3 0-282,6 1 0,2 1 0,2 1 0,1 0 513,-5 8 1,3 0 0,5 2-339,7-6 1,3 3 0,4-3 0,4-8-1691,12-6 1,3-5 938,-2 7 0,0-8 700,12-23 0,-41 0 0,-7 0 0</inkml:trace>
  <inkml:trace contextRef="#ctx0" brushRef="#br0" timeOffset="242400">10461 10601 7623,'-14'0'2788,"-3"-16"-2248,16 12-180,-5-11 2518,1-1-2608,3 12 269,2 12-449,19 29 0,8 10-180,-12-11 0,2 3-293,3-1 1,3 7 0,1 0 0,-5-9-608,-2-5 1,-2-3-270,7 17 0,-5-10 1259,-11-27 0,-28 0 0,-5 2 0</inkml:trace>
  <inkml:trace contextRef="#ctx0" brushRef="#br0" timeOffset="242782">10338 11201 8252,'-20'-16'1638,"25"-7"0,11-5-546,2 0 0,5-2 0,4-2-549,4-2 0,4-2 1,1 0-1,-1 1-881,-6 5 1,0 2 0,-1 0 0,0 0-483,3-3 1,1 0 0,-2 1 0,-6 5-820,-6 3 1,-3 4 1477,12-13 1,-26 31 0,5 0-1</inkml:trace>
  <inkml:trace contextRef="#ctx0" brushRef="#br0" timeOffset="243302">11137 10530 7533,'-12'-27'3276,"5"25"0,2 29-2733,2 6 0,2 12 0,0 4 1,0-3-1364,1-7 1,0-1 0,-1 1 0,1 0-1,-2 4 1,0 3 0,1-3 0,0-5 803,3 13 1,2-23 0,3-46 0,5-9 0</inkml:trace>
  <inkml:trace contextRef="#ctx0" brushRef="#br0" timeOffset="244185">11457 10654 7533,'-30'-8'3276,"4"6"0,34 18-1463,27 13-1858,0-3 0,5 1-1594,-2-4 1,-1-1-1,-8-3 1,-2-3 1252,2 2 1,-17-26 0,-12-11 0</inkml:trace>
  <inkml:trace contextRef="#ctx0" brushRef="#br0" timeOffset="244660">11838 10601 7533,'0'-35'3276,"0"7"0,0 11-2542,-5 24 15,-9 26 1,-7 19-1,0 1-592,4-17 1,0 1-1,0 1 1,-1 2-140,3-2 0,0 3 0,-1 0 0,0 0 0,0-4 162,-8 9 0,-1-2 0,6-7-585,11-9 0,1-5-494,-10-6-2250,23-17 901,1-1 2248,5-7 0,6 8 0,1 0 0</inkml:trace>
  <inkml:trace contextRef="#ctx0" brushRef="#br0" timeOffset="245299">12011 10389 7533,'0'-47'3276,"0"14"-526,16 49-2255,0 6 0,0 9-316,-4 0 1,2 8 0,-1 4 0,-1 1 0,-2-2 67,0 7 1,-2-1-1,-2 1 1,-4 3 21,-3-6 1,-2 4 0,-3 1 0,-1-1 0,-2-3 0,0-4-1090,-3-3 1,-1-4 0,-1-3 0,-3-1-274,-10 5 1,-4-4 0,5-7 1021,-3-3 1,40-11-1,10 13 1</inkml:trace>
  <inkml:trace contextRef="#ctx0" brushRef="#br0" timeOffset="246115">12700 10830 14009,'34'0'1889,"6"0"-2159,4 0 0,6 0-823,-12 1 1,1-1 0,-2-1-547,8-3 1,-1 0 1365,2 3 1,-19 0 0,-37 1 0,-17 10 0</inkml:trace>
  <inkml:trace contextRef="#ctx0" brushRef="#br0" timeOffset="246482">12713 11042 9242,'-14'-8'3276,"-3"-2"-1155,16 1 757,7 1-1709,29 8-1139,-1 0 0,8 0 0,-1 0-930,-7 0 1,-1 0 0,2 0-194,13 0 1,2 0 0,-6 0 436,-12-2 1,-7 4-1,-7 13 1,-33 5 0</inkml:trace>
  <inkml:trace contextRef="#ctx0" brushRef="#br0" timeOffset="247433">14336 10478 7533,'-5'-20'2248,"4"-4"271,-5 62-2159,3-12 0,1 4-241,1 8 1,1 4 0,-1 2-278,-1-7 1,-1 1 0,-1 1 0,2-2-113,1 5 0,1-1 0,0-3-180,-2 11 1,4-11-2828,5-23 2866,0-19 411,4-35 0,-10-6 0,2 9 0,-1 0 0</inkml:trace>
  <inkml:trace contextRef="#ctx0" brushRef="#br0" timeOffset="247893">14336 10425 7533,'0'-36'1638,"11"10"0,6 1 1022,22 2-2240,-4 18 0,6 4 0,-4 7-286,0 9 1,-6 9-255,-5 4 0,-3 5 1,-13 0-61,-24 7 0,-16-3-180,4-11 0,-6-2 0,0-4-270,-14 0 1,2-7-1170,-17-5-1478,61-8 3208,17 8 1,12-3-1,5 0 1,-5 4 0,1 0-1</inkml:trace>
  <inkml:trace contextRef="#ctx0" brushRef="#br0" timeOffset="248518">15124 10283 10051,'-19'0'1979,"1"0"-1349,-5-7-540,3 5 45,-16 13 0,-2 9 44,16-2 1,3 5 269,-1 7 1,-1 6 0,2 3 0,4-3-360,1 10 0,7 2-54,6-10 0,2 6 0,2 1 0,2-2 0,4-7-711,12 6 1,4-3-196,-8-2 1,0 2-1,2-10 870,6-13 0,-3-8 0,-10-6 0,-7 6 0</inkml:trace>
  <inkml:trace contextRef="#ctx0" brushRef="#br0" timeOffset="248916">15186 10513 7533,'-12'-8'3276,"-1"6"-1155,34 33-2391,-9-13-823,10 15 1,9 10 0,-4-7 758,6-3 0,0-6 0,-3-13 0,-5-45 0</inkml:trace>
  <inkml:trace contextRef="#ctx0" brushRef="#br0" timeOffset="249235">15505 10530 7533,'0'-47'3276,"-10"77"-1676,-1 1 0,-3 8-1888,3-4 0,-2 7 0,-1 3 1,0-1-1,1-6 258,-2 1 0,0-4 0,0 1-180,-4 14 0,1 3 0,3-19-1139,4-24 1349,22-4 0,2-22 0,12 6 0</inkml:trace>
  <inkml:trace contextRef="#ctx0" brushRef="#br0" timeOffset="250225">15801 10513 7533,'7'-10'2518,"4"-14"-1618,-10 13 1798,5-7-2518,-6 18 630,0 41-631,-2-4 1,-2 7-383,1-5 1,0 5 0,0 2 0,0-3-8,0 2 0,1-2 0,-1 0 90,-2 3 0,0-1 0,4-8-239,6 2-2918,2-47 2326,0-2 951,4 1 0,1-23 0,8 3 0</inkml:trace>
  <inkml:trace contextRef="#ctx0" brushRef="#br0" timeOffset="250682">16084 10548 7533,'0'-35'3276,"0"15"0,0 5-1733,17 38-1228,-3 8 0,3 7-615,0-4 0,3 3 0,-1 1-520,-2-2 1,1 1 0,-1 0 0,-1-4-820,6 13 1,-2-5-1,-1-6 1,-6-15 1224,-13-22 0,-11-6 0,-3 8 0</inkml:trace>
  <inkml:trace contextRef="#ctx0" brushRef="#br0" timeOffset="251065">16097 11024 7533,'-39'-8'3276,"9"7"0,50-31-2184,3 14 0,7-2 0,3-3-896,2-4 1,3-5-1,2 0 1,-2 0-895,-2 3 1,0 0 0,-1 0 0,-2 0-396,5-7 1,-3-1 0,-7 6 539,-3-2 1,-42 27 0,-2 14-1</inkml:trace>
  <inkml:trace contextRef="#ctx0" brushRef="#br0" timeOffset="251808">16736 10354 9602,'-12'-27'3238,"5"9"-2609,2 26-539,5-4 540,0 19-360,0-21 719,0 6-1079,0 0 360,0-6-90,0 6-1169,5 0 1828,8 23 1,1 20-1,-6 2-480,-14-10 1,-8 3 0,-1 1 0,3-1-608,8 0 1,2 1 0,0 0 0,-5-3-203,-6-1 0,-5 1 1,-1-6-1,1-10-2827,-15-2 2634,33-17 1,11-1 0,2-8-1</inkml:trace>
  <inkml:trace contextRef="#ctx0" brushRef="#br0" timeOffset="252683">17143 10601 8882,'0'-20'1799,"0"-3"-1170,-3 47 1,0 13-450,2-6-54,-2 0 0,0 11 0,-1 5 0,0-2 0,1-8-126,1-1 0,1 0-495,-1 8 0,-1 9 1,1-4-1,4-18-2114,5-21 2609,5 1 0,-5-31 0,-1-13 0,0 2 0,0 0 0</inkml:trace>
  <inkml:trace contextRef="#ctx0" brushRef="#br0" timeOffset="253164">17155 10566 7533,'-3'-29'1092,"-1"1"0,6-17 0,13 10 546,27 28 0,8 19-1047,-8 13 1,-7 11-862,-17-7 0,-6 3 1,-6 1-61,-13 6 0,-9 2 0,-4-7 330,-9-5 0,-1-9 0,7-12 0,52-8 0,0 0 0</inkml:trace>
  <inkml:trace contextRef="#ctx0" brushRef="#br0" timeOffset="253721">17795 10442 7533,'0'-25'3276,"-6"13"-1965,-6-12-1131,-18 38 0,6-2 0,-2 4 134,1 8 1,-1 7 75,1-4 0,-1 4 0,5 5 37,10 0 0,5 5 0,1 0 1,-2-5-383,-12 10 0,4-1 134,12 3 1,7 4 0,7-9-270,11-17 1,2-5-361,3 18-1189,13-18 1,-1-11 1108,-21-18 0,12 6 0,-32-5 0</inkml:trace>
  <inkml:trace contextRef="#ctx0" brushRef="#br0" timeOffset="254269">17967 10530 10501,'-13'-9'2609,"7"1"-1800,18 23-240,2 15 1,2 12 0,1 0-1590,-2-4 1,0 0 0,3 0 1019,4 1 0,2-1 0,-4-3 0,-5 2 0,-2-16 0,2-46 0</inkml:trace>
  <inkml:trace contextRef="#ctx0" brushRef="#br0" timeOffset="254698">17893 10971 7533,'-19'0'3276,"-15"0"0,23 0 0,11-7-2524,21-11 1,13-6-618,-7 3 0,4-3 0,1-2 0,-1 1-555,4-4 0,0-1 1,0-1-401,-5 3 1,2-1 0,-2 0 0,-5 5-820,-5 4 1,-2 3 1320,15-6 0,-25 15 0,10-2 0</inkml:trace>
  <inkml:trace contextRef="#ctx0" brushRef="#br0" timeOffset="255049">18385 10389 7533,'0'-25'3276,"5"5"-616,24 10-2030,-7 27 0,1 8-541,5-4 1,-3 9 54,-12 4 0,-3 11 0,-2 5 0,-2-1 0,-1-8-144,0-5 0,-2-4 0,-4 4-18,-5 8 0,-3 8 0,-3 2 0,-1-6 0,1-11-252,-2-11 0,-2-5 270,-21 20 0,7-11 0,27-28 0,-1 6 0</inkml:trace>
  <inkml:trace contextRef="#ctx0" brushRef="#br0" timeOffset="257182">14276 11536 7533,'-18'-25'944,"1"1"1,-11-15-46,23 31 180,9 6-899,-3-6 360,39 16-450,-10-7 0,3 0 60,1 3 0,3 3 0,3-3-16,-2-2 1,3-1 0,2-1 0,-1-1 45,3 2 0,1-1 0,0 0 0,0-1 157,2 2 0,0-1 1,-1-1-1,-2-1-247,0-2 0,-1-2 0,3 1 125,-4 2 1,5 1 0,1 1 0,-3-1 0,-6 0-81,8-3 0,2 0-293,-14 4 1,5-1 0,6 2-1,3-1 1,1 0 0,1 1-1,-1-1 1,-4-1 259,2 0 1,-1 0 0,-1 0 0,1-1 0,-1 1 0,0-1 0,-1 2-103,-2 0 0,-1 0 0,-1 0 0,0 1 0,2 0 0,1-1 0,3 1 0,-6-1 0,2 0 0,2 1 0,2-1 0,1 0 0,0 0 0,-1 0 0,-1 0 0,-2 1 0,-2-1 0,-3 1-15,6 0 0,-5 0 0,-1 1 0,-1-1 0,2 1 0,4-1-332,0 0 0,5-1 0,2 0 0,1 0 0,1 0 0,-1 0 0,-1 0 0,-4 0 1,-5 0 328,5 0 0,-4 0 0,-2 0 0,-2 1 0,2-1-115,3 0 0,2 0 0,-2 0 0,-5 1 0,-11 3 133,3 9 0,-7 0 0,-5 1 0,-13-3-1080,4-2 900,-10-8 2479,5 0-2299,-6 0 0,-17 16 0,-3 3 0</inkml:trace>
  <inkml:trace contextRef="#ctx0" brushRef="#br0" timeOffset="258735">15505 11818 7443,'7'-39'3276,"-1"0"-2325,-12 37-1131,5 10 135,-2 23 0,0 12 285,0-3 0,-1 4 0,1-1-210,2-4 0,1-1 0,-2 3 172,-1 2 1,-2 3-1,0-1 1,2-8-114,2-8 1,1-2 270,-4 19 0,2-17 29,4-49 1,3-22 0,-1 2-525,0 4 1,0-5-522,1 0 1,1-9-1,0-4 1,0 3 0,-1 8 507,-1-3 1,2 2-69,3 6 1,3-6-1,1 3 1,-3 11 215,2 5-450,25 12 0,5 10 720,-14 17-222,3 17 1,5 12 0,-7-5-139,-8-1 480,-14-1 0,-6 8 0,-9-12-255,-13-23 0,-7-5-1774,-19 11 1,3 2 1526,12 0 1,48 11-1,23-11 1,0 1 0</inkml:trace>
  <inkml:trace contextRef="#ctx0" brushRef="#br0" timeOffset="259533">16145 11765 7533,'0'-17'3276,"0"-9"-1335,-5 14-2571,-13 12 720,-18 28 225,7 2 0,2 8-46,5-4 1,2 4 0,4 4 89,8-4 1,3 4 0,3 3 0,1-2 0,1-3-390,1 5 0,2-3 0,3 0 7,2-3 1,2 4 0,3-6-1,2-11-1686,27-10-1439,-17-24 3148,-2 6 0,-9 2 0,4 10 0</inkml:trace>
  <inkml:trace contextRef="#ctx0" brushRef="#br0" timeOffset="260315">16305 11942 8342,'-13'0'2699,"2"-8"-91,11 6-2338,0-6 270,0 8 2068,5 0-2428,2 8-1079,22 17-541,-2-3 1,3 3 0,-1-1 1079,1-11-630,-3 5 1,-3-4 989,-9-12 0,-2-2 0,-15-10 0</inkml:trace>
  <inkml:trace contextRef="#ctx0" brushRef="#br0" timeOffset="260767">16699 11783 10051,'-7'-10'3276,"2"-6"-2324,-6 22-1402,-5 24 0,-4 13 202,4-11 1,-3 4 0,0 2 0,0 1-352,3-2 1,0 3-1,0 0 1,0 0 0,1-3 575,-2 0 1,0-1-1,2-2 1,1-2 227,-7 23 0,9-24-3354,12-39 1620,11-9 1529,2 5 0,6-19 0,-1 11 0</inkml:trace>
  <inkml:trace contextRef="#ctx0" brushRef="#br0" timeOffset="261406">16859 11765 7533,'-12'-17'2878,"0"-9"-989,5 6-630,7 3 900,29 40-1979,-11-7 0,-1 16 0,3 14 0,-7 3-495,-9-4 0,-6 2 0,-2 2 0,1-1 247,3-5 1,0 0 0,0-1-1,-5 2 158,-1-3 0,-3 3 0,-2-1 0,-2-4 0,-2-8-405,-13 0 1,-2-7-451,7-2 0,1-3-2512,-12-1 978,27-9 2299,2 7 0,10 2 0,2 9 0</inkml:trace>
  <inkml:trace contextRef="#ctx0" brushRef="#br0" timeOffset="299973">14435 13229 8792,'7'-19'540,"-2"3"629,-5 8-809,0 6 539,0-14-719,0 14-450,0-13 450,0 13-180,-5-6 720,3 8-180,-3 0-271,0-8-89,3 6 0,-3-6-270,0 8 90,3 0 270,-3 0-270,5 0 1259,0 0-539,0 8-360,0 19 0,0 11-226,0-2 1,0 5 0,0 3 0,0-1 90,0-1 0,0-1 0,0 1 0,0 2-28,-1-1 1,0 2 0,0 1 0,-1-3 0,1-6-108,1 9 0,-1-8 630,-4 9-810,5-49-2159,-6-22-180,-1 13 2429,0-30 0,18-5 0,0 15 0,-1 0 0</inkml:trace>
  <inkml:trace contextRef="#ctx0" brushRef="#br0" timeOffset="300823">14435 13194 7713,'-5'-18'3276,"-2"1"-436,0-1-1221,2 0-270,21-7-629,32 13-1611,-16 13 0,5 2 1,-3 1 845,4-5 0,-1 8 162,-8 13 0,4 10 0,-6 3 0,-10-6 63,-15 10 161,-11-7 1,-5 10 0,-5 4 0,-3-4 0,0-10-73,-7-10 1,-3-8 0,0 3-293,1 7 1,-1 5 0,0-2-1,5-11-3254,-22-16 2621,54-7 1,24 32-1,-9-3 1,-1-1 0</inkml:trace>
  <inkml:trace contextRef="#ctx0" brushRef="#br0" timeOffset="312198">15161 13123 6723,'0'-9'2429,"0"-7"-1890,0 6 1170,0 0-359,0-5-631,0 5 1,0 0-450,0 2 0,0 8-720,-11 16 180,-8 19 405,-1 2 0,-2 4 0,2 1 0,0 1-1056,3-6 0,0 2 0,3-4 966,3-6 0,1 1 524,1 14 1,2 7 0,7-3-150,10-12 0,5-4 0,-2 2-390,-8 4 0,-3 0 0,7-2-1123,12-1 1,8-3 0,-7-13-328,-8-15-559,18 12-720,-32-16 3266,0-8 0,0-2 0,0-7 1</inkml:trace>
  <inkml:trace contextRef="#ctx0" brushRef="#br0" timeOffset="313049">15395 13317 10681,'-6'-25'2608,"5"13"-1168,-10-11-1081,4 21 91,0 2 719,7 25-675,10 8 1,8 12 0,3 4 0,-3-5-825,-1-4 0,-1-3 1,1 3-301,0 1 0,3 4 1,-1-3-1,-3-7 225,1 0 1,-6-17 404,-11-26 0,-6 8 0,-1 0 0</inkml:trace>
  <inkml:trace contextRef="#ctx0" brushRef="#br0" timeOffset="313424">15346 13847 7533,'-25'-16'3276,"23"-27"-2184,16 5 0,11-6 0,4-2-437,-8 14 0,2-1 1,1-1-1,1 1 0,-1-1-513,1-1 1,1-1 0,-1 0-1,0 1 1,0 2-953,2-2 1,0 1-1,-2 2 1,-4 4 854,1-6 1,-10 17 0,-16 33 0,-5 23-1</inkml:trace>
  <inkml:trace contextRef="#ctx0" brushRef="#br0" timeOffset="313981">15887 13653 5824,'7'-20'3276,"-2"12"0,1 49-1638,-3-13 0,1 1-76,-1 7 0,-5 1-3201,-12 3 1,-6-4-1639,-12-5 2735,7-10 0,3-10 0,9-27 0,15-4 0</inkml:trace>
  <inkml:trace contextRef="#ctx0" brushRef="#br0" timeOffset="314969">16244 13317 7623,'-13'-7'1439,"-9"-3"-899,13 0 1079,-9 2-1350,11 8 1980,-4 0-1349,10 0 719,12 16-1619,-1-4-630,11 8 0,10 8 1,-5-4-451,5 5 1080,-2-1 0,6 2 0,-9-15 0,-8-27 0,9-2 0</inkml:trace>
  <inkml:trace contextRef="#ctx0" brushRef="#br0" timeOffset="315442">16613 13247 8522,'7'-18'3276,"-1"1"-795,-6 15-1402,-17 35-779,-1 5 0,-4 9 0,-2 3-98,4-7 0,-2 1 1,1 1-1,-2 1-112,1-2 0,-1 1 0,-1 0 0,2-2 0,1-4-810,-3 3 1,2-4-1,4-6 720,-5 11 0,44-57 0,16 0 0</inkml:trace>
  <inkml:trace contextRef="#ctx0" brushRef="#br0" timeOffset="316848">16958 13176 6723,'0'-10'270,"0"3"-540,5 7 1080,-4-8-91,10 6 1080,-9-14 630,3 14-2249,-5-14 1979,0-1-2159,0 29 89,0-7 61,0 17 0,-2 15 0,0 10 0,0 6 0,0-2 0,-1-6 669,0 6 0,0-3 0,-1 0 0,1 3-766,1-8 1,0 3 0,-1 0-1,1 0 1,0-4 0,-1-6-1404,-3 26 1,2-30 1349,9-56 0,7-3 0,7 21 0</inkml:trace>
  <inkml:trace contextRef="#ctx0" brushRef="#br0" timeOffset="317862">17328 13300 5824,'-20'-10'2608,"8"2"668,-5 8-1874,15 0 1296,2 8-2158,24-6-540,20 6 0,11 0 329,-15-7 1,3-1 0,-2 1-300,-4 1 0,-1 1 0,-1-1 959,49-2-809,-84 0-3238,-67 94 3148,44-60 0,0 1 0,-1 2 0,1-1 134,-1-1 1,0 0 0,0-1 0,1 1-195,-6 10 0,2-1 0,9-12 1589,13-16-899,17-16-360,15-4 0,3 0-1530,16 2 77,-7-3 1,7-1 0,-6 1-547,-14 4 1,-1 0 1419,22-5 1,-15 5 0,-36 8 0,-11 3 0</inkml:trace>
  <inkml:trace contextRef="#ctx0" brushRef="#br0" timeOffset="318359">17376 13635 7533,'-42'0'3276,"14"0"-1245,5 0 847,29 0-809,24-8-1560,0 4 1,8 1 0,-1 0-1603,-3 0 1,0-1 0,2 1-1,13 0 1,2 0 0,-6 2-547,-7 0 1,-5 2 1535,-1-1 0,-13 0 1,-23 0-1,-5 0 1</inkml:trace>
  <inkml:trace contextRef="#ctx0" brushRef="#br0" timeOffset="319018">18028 13035 7533,'0'-35'3276,"0"7"-1065,0 11-323,17 56-1169,-7-1 1,1 10 0,-1 3-612,-3-13 0,0 1 0,-1 2 0,-1 1 0,-1 2-323,-2 2 1,-1 3 0,-1 2 0,-2 0-1,0-3 1,-1-3 191,-2 4 1,-1-2 0,-2-3-1,-3-2-221,-4-1 1,-2 1-1,-3-6 1,-1-8-1396,-10-6 1,-1-10 1378,-13-3 0,22-1 0,24-8 0</inkml:trace>
  <inkml:trace contextRef="#ctx0" brushRef="#br0" timeOffset="321412">18520 13529 11041,'-10'-27'3276,"18"1"-1638,21 15 0,10 4-2666,2 2 1,3 1-66,-5 0 1,3 1 0,-5 2 650,0 2 0,-13 6 0,-24 10 0,-34 11 0</inkml:trace>
  <inkml:trace contextRef="#ctx0" brushRef="#br0" timeOffset="321741">18520 13653 7533,'-36'9'1638,"54"-8"0,15-2 0,1 4 0,4 0-2731,-1-4 1,4-2 0,-3 1 796,10 6 1,-7 0 0,0-4 0,-16 0 0</inkml:trace>
  <inkml:trace contextRef="#ctx0" brushRef="#br0" timeOffset="322706">19530 13264 7533,'-19'-7'2788,"1"5"-2338,11-14 90,2 22 179,5 11-135,0 9 1,0 9-225,-1 8 0,-1 8 0,1 4 0,-1-4-826,0-10 0,1-2 0,-1 0 1,0 1 465,1 8 0,-1 4 0,1-5 0,-2-12-2609,-2-3 1530,-1-58 1079,4-14 0,3-2 0,3 17 0,3 1 0,3-11 0,1 1 0</inkml:trace>
  <inkml:trace contextRef="#ctx0" brushRef="#br0" timeOffset="323072">19505 13194 7533,'-9'-30'1638,"-1"-1"0,9 0 0,30 29 0,10 12-237,-10-2 0,-2 9-1289,0 10 1,3 10-1,-6 2 1,-16-5-893,-26-4 1,-15-3-1,5 3-313,16 8 1,5 2 0,-7-5-1,-23-11 1,-6-6 0,20-3 1090,43 3 0,3-9 0,5-1 0,9 1 0,0 0 0</inkml:trace>
  <inkml:trace contextRef="#ctx0" brushRef="#br0" timeOffset="323608">20182 13159 7533,'7'-44'3276,"-12"7"-616,-4 10-2255,-19 26 0,-5 10-405,4 12 179,1 5 1,-9 10 0,1 5 0,8 1 269,15 0 1,8 4 0,1 0 0,-4-1-383,-8-3 1,-5-1 0,2 0-1,9 1-157,14 9 0,9 3 0,4-4 0,1-13 45,0-16 1,4-5-1049,9 7 1,5 2 0,-6-8 272,3-7 1,7-2 0,-42-8 0</inkml:trace>
  <inkml:trace contextRef="#ctx0" brushRef="#br0" timeOffset="324173">20330 13317 8162,'14'0'3276,"-14"-7"-975,-3 5-502,-8 9-1799,11 5 540,11 29-765,-3-8 0,3 3-255,4-6 0,3 1 1,-3 0 434,-3 12 0,0-2-1594,17 0 1,-3-7 1625,-15-15 0,6-3 1,-18-16-1</inkml:trace>
  <inkml:trace contextRef="#ctx0" brushRef="#br0" timeOffset="324514">20305 13811 7533,'-26'20'3276,"14"-20"-2184,22-17 0,17-14 0,3-3-622,-6 3 1,2-2-1,2-3 1,0 1 0,-2 1-1169,4-3 1,-1 2 0,-1 0 0,0-1-123,3-3 1,2-3 0,-4 4 0,-8 8 626,-5-3 1,-21 33-1,-2 9 1</inkml:trace>
  <inkml:trace contextRef="#ctx0" brushRef="#br0" timeOffset="325475">21080 13176 7533,'-11'-25'2878,"3"5"-899,-4 10-1619,6 20 89,3 16 1,2 15 0,0 10 0,1 1-1,0-6-562,-1-3 1,1-2 0,0 0 0,-1 2 76,0 3 0,-1 4 0,0 1 0,1-6 0,2-7-1603,3 3 1,3-20 1287,7-46 1,5-18 0,-1 27 0</inkml:trace>
  <inkml:trace contextRef="#ctx0" brushRef="#br0" timeOffset="326456">21437 13317 8882,'-13'0'1889,"-9"0"-1709,19 0 539,-13-7 1350,15-3-1169,-5 0 89,17 2-1730,19 8 0,14 4 0,-6 0 921,12-2-447,-8 2 1,11 1-1,0 0 1,-13-3 356,-5-8 224,8 6 1,-13 6-1125,-54 11 1,-14 5 138,6 5 581,-7 1 0,-2 3 45,11 0 0,3 3 1137,6-6 0,2 3 0,-1 0-458,-3 1 1,1 0 0,2 0-293,-6 13 0,11-4 737,21-8-1124,28-32 0,12-9-1594,-1 3 1,1-2 545,-8-1 1,1-2 0,-4 2 729,1 0 1,-12 7 0,-24 16 0,-27 15 0</inkml:trace>
  <inkml:trace contextRef="#ctx0" brushRef="#br0" timeOffset="326997">21388 13617 9602,'-30'0'3276,"15"0"-3917,39-2 1,28-1 0,-8 0-1429,2 1 2245,-3-1 0,15-2 0,-2 2 0,-19 7 1,-18 11-1,5-5 0,0 0 0</inkml:trace>
  <inkml:trace contextRef="#ctx0" brushRef="#br0" timeOffset="328122">22126 13018 7533,'0'-10'629,"0"-6"181,0 6 719,0-7 360,6 7-1169,6 2 89,18 31-135,-2 10 1,-1 3-360,-8-10 0,-1 3-46,-3 4 1,-1 6 0,-1 2 0,-4-1-497,-6 3 1,-5 0-1,-2 2 317,1-2 0,-2 3 0,-2 0 0,-3-1-293,-4 1 1,-4 0 0,-2-3 0,-2-3 261,-2-3 1,-3-3 0,-1-3-630,-2-3 1,0-2-1,5-6 570,4-2 0,30-26 0,16-2 0,0 0 0</inkml:trace>
  <inkml:trace contextRef="#ctx0" brushRef="#br0" timeOffset="329659">22926 13159 10321,'7'-20'2789,"-7"12"-1980,-1 49-539,-5-7 269,6-4 1,1 7 0,-2 1-151,-1 2 1,-3 1 0,1 4-426,2-7 0,-1 3 0,0 2 0,0-1 0,1-2 96,-3 11 0,0-2 0,1-2-150,-1 4 0,1-1 0,2-28-3187,2-37 78,0-3 3199,-1-13 0,2-3 0,10-3 0,-4 11 0,0-1 0</inkml:trace>
  <inkml:trace contextRef="#ctx0" brushRef="#br0" timeOffset="330055">22914 13088 7533,'6'-33'819,"-1"-1"0,1 1 0,-1 8 0,5 1 691,14-19 0,9 14-491,1 37 1,3 20-1,-5 6-974,-15 1 0,-6 6 0,-3 3 0,4-3-195,11 6 0,2-2 1,-16 0-671,-22-3 1,-13 2 0,-6-4 0,5-11 795,3-13 0,0-7 1,-11 0-1,14-2 1,49 3-1</inkml:trace>
  <inkml:trace contextRef="#ctx0" brushRef="#br0" timeOffset="331014">23726 13123 7533,'0'-45'3276,"-5"18"-2325,-8 11-1176,-13 30 1,-5 11 583,8-10 1,1 4-839,-2 13 1,-3 10 0,1 2 0,4-8 568,1-7 0,4 1 202,2 11 1,0 9-1,4 3 1,7-7-433,11-6 0,7-3 0,-2 0 140,-7 2 0,-3 1 0,6-3-30,7-3 0,5-3 0,1-6-780,3-9 1,0-9-1979,13-13 2788,9 12 0,-34-13 0,-6 7 0</inkml:trace>
  <inkml:trace contextRef="#ctx0" brushRef="#br0" timeOffset="331414">23824 13370 7533,'-24'-10'3276,"11"3"0,29 30-4369,13-5 1,11 0 0,-4-1-547,-5 1 1,1-1 1522,6 3 0,4 1 1,-10-15-1,-7-29 1,0-7-1</inkml:trace>
  <inkml:trace contextRef="#ctx0" brushRef="#br0" timeOffset="331750">24280 13212 7533,'-19'-28'3276,"1"3"0,11 30-1823,-15 31-2273,9-1 1,0 12 0,-1 2 0,1-6 434,2-9 0,0-3 1,-1 4 456,-2 5 0,-1 6 0,-1 3 0,1-4 0,2-7 627,-1 4 1,1-6-1060,0 2 0,0-3-2917,-3 4 3084,21-47 0,8-2 1,6-7-1</inkml:trace>
  <inkml:trace contextRef="#ctx0" brushRef="#br0" timeOffset="332539">24576 13159 10141,'6'-20'3276,"-1"59"-2791,-7-5 0,-2 10 1,-2 3-1,2-1-868,2-5 1,2 0 0,-1 0 0,0 0-293,-1 6 1,-2 2-1,1-3 1,2-5-965,-1 6 1,5-14 1467,8-23 1,-5-10 0,6-10 0</inkml:trace>
  <inkml:trace contextRef="#ctx0" brushRef="#br0" timeOffset="333398">24883 13300 8342,'-19'-28'2609,"6"11"-1080,57 17-855,-20 4 1,3 1-375,8-4 0,4-1 0,-10 9 194,-16 24 1,-10 5-945,-1 9 450,-13-20 0,-8 3 0,-2-1 240,-8 2 0,-2 0 0,6-3 209,12-1 1,3-1-495,-19 10 0,8-3-674,32-8 719,8-1 180,24-20-720,-1 1 0,5-3-719,-6-5 0,0-3 44,6-3 1,-3 0 1214,-1-1 0,-49 10 0,-21 10 0</inkml:trace>
  <inkml:trace contextRef="#ctx0" brushRef="#br0" timeOffset="333930">24858 13600 8432,'-39'-20'2879,"10"-11"-2340,24 27 2737,5-12-1605,5 16-1086,28 0 0,7 0-855,-1 0-823,7 0 1,9 0 0,-9 0-2185,-7 0 3155,4 1 0,-13 6 0,-52 18 0,4-6 0,1 0 0</inkml:trace>
  <inkml:trace contextRef="#ctx0" brushRef="#br0" timeOffset="334731">25462 12929 7533,'-6'-35'3238,"5"15"-720,17 28-1348,11 22-781,-8-4 1,1 8 0,-4 6-67,-5 2 1,-4 8 0,-1 4 0,-1-2 0,0-5-1121,4 2 1,0-3 0,-3 4 832,-5-2 0,-1 6 0,-2 1 0,-3-4 0,-2-10 54,-5-3 0,-7-4-310,-3-1 0,-5 3 0,-1-1 0,6-4 1,7 0-1,0-1 0,-6-1 0,0 0 0,0-1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02:29.401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</inkml:brush>
  </inkml:definitions>
  <inkml:trace contextRef="#ctx0" brushRef="#br0">27923 3475 8252,'0'-26'2429,"0"15"-1889,0-5-91,5 16 451,-4 0-810,5 0 809,-6 0 450,0 0-1079,5-8 270,-3 6 90,3-14-810,-5 15 270,0-7-360,0 8 360,-5-8 539,-8-2-539,-6 0 0,-5 2 90,-23 8-135,19 0 0,-1 0-45,-5-1 0,-2 2 45,0 6 0,0 2-45,-4-1 0,1 4 270,1 7 0,0 5-61,8-8 1,-1 2 0,0 1-60,2 2 0,0 3 0,1 1 60,0 3 0,2 2 0,0 0-177,0 4 1,1 1 0,1 2 146,2 3 0,2 1 0,1 2-150,3 1 0,1 1 0,2-1 149,3-4 1,2-1 0,2 0-60,4-3 0,2 0 0,2-5 60,3-2 0,4-3 90,9 5 0,5-5-46,0-9 1,5-4-450,14 3 1,6-5 74,-12-12 0,3-5 0,-2-3 60,-2 1 0,0-2 0,-1-3-173,5-7 0,0-4 1,-5-1 172,-3-1 0,-4-2 570,8-6 0,-5-1 149,-15 7 1,-3 1 269,12-10-539,-19 13-630,-10 24 90,-2 24 268,-11 21 121,14-11 1,2 6 0,0-2-210,-5 3 0,3 0-120,3-4 0,3 1 0,2-5-1589,9 4 270,0-12-1838,5-25 0,-11-2 2734,-1-13 0,-28 13 1,-6-6-1</inkml:trace>
  <inkml:trace contextRef="#ctx0" brushRef="#br0" timeOffset="434">27443 4022 7533,'-19'0'1349,"-10"-8"900,8 6 989,2-14-900,13 14 451,46-6-1890,-7 8 1,4 0-541,0 0 1,3 0 0,1 0-810,4 0 0,1 0 1,0 0-644,0 0 1,1 0 0,-3 0-547,3 4 1,-5 0 982,-7-5 1,-12 4-1,-23 13 1,-13-6 0</inkml:trace>
  <inkml:trace contextRef="#ctx0" brushRef="#br0" timeOffset="1877">28033 3140 7713,'-14'-10'1799,"-13"-21"-720,18 9-809,0-6 0,-5-3 89,-14 2 1,-6 3 0,2 5 0,-4 3-459,-2 4 1,-3 2-1,-2 7 99,1 8 0,0 7 0,-2 0 0,3-2 0,-1 0 0,-2 2 0,1 2 0,4 1 0,0 2 0,0 2 0,0 0 0,1-1 180,-6 2 0,1-1 0,0 1 0,-1 3 53,2 2 1,-1 1 0,0 2 0,1 3 0,3 3 50,7-1 1,1 3 0,1 2 0,2 1 0,0-1 0,0-3-213,0-1 0,0-4 0,1 0 0,1 4 0,0 5 28,6 0 0,0 7 0,0 4 0,0 2 0,2 1 0,1 0 0,2-3 0,3-5 0,2-5-40,-1 10 0,6-6 0,5 7 9,3-11 1,2 7 0,1 5 0,3 2 0,1 1 0,3-1 0,1-4 0,3-5 0,1-7-34,9 0 0,3-9 0,4-4 0,2 0 0,3 4-328,-4-2 0,3 3 0,3 1 0,2 1 0,1-1 0,0 0 0,0-2 0,-3-4 0,-2-2 346,9 1 0,-4-3 0,-1-4 0,3-3 0,4-2 185,-9-5 1,5-2 0,2-2 0,2-1 0,0-1 0,-1-2 0,-3 0 0,-4-1-1,-5 0-95,15-2 0,-8-2 0,6-11 142,-18 2 0,4-4 0,3-4 1,2-4-1,1-2 0,1-2 0,-1-1 1,-2-1-1,-3 0 0,-3 0 1,-5 3-262,1-8 1,-6 1 0,-2 0-1,-3-2 1,-1 0 0,0-3 0,3-2-279,-3 5 0,2-2 1,0-2-1,1-2 1,0 0-1,-1-1 0,-1 0 1,-1 0-1,-3 2 1,-2 2-1,-3 3 253,1-13 0,-2 3 0,-4 2 0,-4 1 0,-6-1 0,-8 0-298,-2 12 0,-7-2 0,-4 0 0,-5-2 0,-2 1 0,-1 1 0,-1 1 0,0 2 1,3 4-1,3 2 0,4 5 45,-14-11 1,5 10 0,-5-6 0,5 3 0,-9-4 0,-3-4 0,1 0 0,6 2 0,12 4 0,15 6 0,29 0 0,0 1 0</inkml:trace>
  <inkml:trace contextRef="#ctx0" brushRef="#br0" timeOffset="9719">26962 5009 9512,'0'-9'629,"0"1"-359,0 0 270,0 6-91,0-6 1,0 0-90,0 6 0,0-5-360,0-1 90,-5 6 0,4-6 0,-5 8 359,6 0 91,-5 16 224,-5 9 1,-3 8-525,1 3 0,0 5 0,-3 6-424,3-10 1,-3 6 0,-1 2 0,-1 3 0,-1 0 0,1-1-1,2-2 109,-1 2 0,1-1 0,0-1 0,1 0 0,-2 2 1,0 2 243,2-8 1,0 3 0,-1 1 0,0 1 0,0 0 0,0 0 0,0-3 0,0-1 0,2-3-52,-4 8 0,0-4 0,1-2 0,0-1 0,2 0 174,-2 7 0,2 0 1,0-3-1,1-3-53,1-6 1,0-3 0,1-3-60,1-4 0,2-3-809,1 9-1350,1-31-36,6 0 1195,0 0 1,-11 16 0,-2 3 0</inkml:trace>
  <inkml:trace contextRef="#ctx0" brushRef="#br0" timeOffset="10557">26101 6279 7533,'14'-17'1529,"3"7"-630,-16-14 540,15 13-899,-13-15-180,7 24 450,-4 28-136,-3 3 1,1 4-451,2 7 1,0 3-135,0 2 0,0 5 0,0-2 30,0-10 0,0 0 0,1 2 172,2 3 0,0 5 1,1-2-1,-2-5-157,0 2 0,0-4 270,7 11 0,-3-12-45,-10-28 359,3-10-269,6-17-180,6-7 0,4-6 0,-1 1-270,-4 2 0,3-3 0,5 0 0,7-6 0,3-3 0,-1 0 0,-4 5-570,-2-2 0,-2 3 0,1-2-127,1 2 0,3-1 0,-2 0 0,-4 4-697,4-7 0,-10 7-855,-18 13 2249,-7 9 0,-17 16 0,-2 1 0</inkml:trace>
  <inkml:trace contextRef="#ctx0" brushRef="#br0" timeOffset="11794">25658 7620 8882,'0'-10'1709,"0"-5"90,0 13-720,0 23 1,0 20-721,-1-7 1,0 7 0,0 4 0,0 0 0,0-4-293,-1-1 1,0-3-1,1 1 1,-1 4-615,0 3 1,-1 6 0,1 2 0,0-1 0,0-6 0,1-9 148,0 0 1,0-5-208,-2 8 1,2-16-746,6-30 1350,-3-24 0,-4-4 0,2 16 0,0-21 0</inkml:trace>
  <inkml:trace contextRef="#ctx0" brushRef="#br0" timeOffset="12941">25695 7691 9332,'-8'-42'3058,"9"19"-2249,22-9 1,12 7-570,-4 26 0,6 10 0,0 3-270,11-2 0,1 3 0,-5 7 299,-10 7 1,-5 7 0,-8 0-450,-5 15 0,-20-4 337,-19-22 1,-12-3-1,-6-2 1,6-2-68,3-1 0,3-2 0,-2 0 179,-7 1 1,-1 0 0,15 3 1260,31 24-946,11-17 1,6 1-795,1 1 0,3 3 0,-2-4 120,3-5 0,0 1-180,4 9 0,1 5 1,-5-12-1170,-3-15-200,-8 13 1,-8 1 973,-12-14 0,-11 0 0,8-3 0</inkml:trace>
  <inkml:trace contextRef="#ctx0" brushRef="#br0" timeOffset="14174">26237 7250 7533,'19'-8'2968,"-1"-2"-989,-33-16-1485,-14 8 1,-8 1-360,5 5 0,-7 3-99,4 5 0,-6 1 0,-4 2 0,-1 3 0,2 4 36,2 4 0,0 5 0,0 2 0,1 1 0,-1-2-36,2-3 0,-1-2 0,1 0 0,0 2 0,2 4-121,-5 5 1,0 5 0,1 2-1,4 1 1,5 1 241,7 0 1,5 1-1,3 2 1,0 2-51,1 0 1,0 3 0,2 1 0,0 1 0,2-1-18,2 1 0,0 0 0,2 1 0,2 0 0,3 0-126,3 0 0,2 1 0,3 0 0,4-1 0,3-2 198,6-2 0,5-1 0,4-1 0,1-2 0,0-3-95,4 1 1,0-3-1,3-2 1,5-3-143,0-6 0,4-1 0,4-2 0,0-2 0,-1-2 0,-4-3 97,4-1 1,-3-3-1,0-3 1,3-3 171,-5-2 1,2-3 0,2-1 0,0-1 0,-3-2 0,-5 1 45,11-5 0,-5-1 0,-2-6 29,-5-2 1,0-4 0,-2-3 0,-4-4 251,-8 3 1,-2-3 0,-2-3 0,-2-1 0,-2-3-268,-2-2 1,-2-3 0,-2-3 0,-1 0 0,-1 1 0,0 3-166,3 1 1,0 1 0,-1 2 0,-3-2 0,-7-2-169,-4 4 0,-5-4 1,-3-3-1,-3 0 1,-2 2-1,0 3 0,0 6 1,0 8-192,-8-1 0,-1 10 0,-3-2 270,-2-6 0,-6-5 0,-1-1 0,3 7 0,6 11 0,-18 17 0,5 10 0</inkml:trace>
  <inkml:trace contextRef="#ctx0" brushRef="#br0" timeOffset="52835">25449 8714 10141,'-5'-20'3276,"-13"20"-2324,3 27-700,7-5 0,-1 10 0,-2 8 0,-1 6 0,-1 6 0,0 4 0,-1 1 0,0 2 0,0-1 0,1-2 0,1-4 0,0-5 0,2-6 146,-1 4 1,1-6-1,1-3 1,-1 1-1,0 2 1,-1 8-567,1-9 0,0 5 0,-2 4 0,-1 4 0,0 3 0,0 1 0,-1 1 0,0-1 0,1 0 0,0-2 1,1-4-1,0-3 0,2-5 0,1-5 0,2-8-642,-7 25 1,3-12-361,-4 16 1,10-19-90,13-38 1259,14-16 0,-20-19 0,4 7 0,-1 1 0</inkml:trace>
  <inkml:trace contextRef="#ctx0" brushRef="#br0" timeOffset="54099">24834 10019 7533,'-19'0'1529,"-4"-8"360,9-2-630,7 0-449,14 18-46,9 17 1,3 9-286,-3 3 1,-1 5 0,0 3-143,-2-6 0,0 2 1,-1 1-1,0 0-157,-1 0 0,-2 0 0,0-1 0,-1-3-61,-1 0 1,-1-2 0,-1-4-389,1 17 449,-6-41 179,0-16 136,14-9 0,10-7-190,-3-1 1,4-6 0,3-3 0,0-1 0,0 1-86,0-2 0,1-1 1,1 0-1,-1-1 0,0 2-274,-1-1 0,2 1 0,-1 0 0,-2 1 0,-2 2-696,7-10 1,-3 1 0,-13 15-2528,-16 20 2634,0 14 1,-11 3-1,-3 8 1</inkml:trace>
  <inkml:trace contextRef="#ctx0" brushRef="#br0" timeOffset="55335">24662 11060 7892,'7'-26'1530,"-2"7"-631,-5-15 180,0 22-539,0-3 0,0 15 179,6 8 271,-5 25-601,1 2 1,1 8 0,-2 4-174,-3-9 0,-2 2 0,0 2 0,0-1 0,1-2-242,2 2 0,0-1 1,1-1-1,-2 2 134,-2 0 0,-2 3 0,-1-1 0,1-3 0,1-8 297,1-4 0,0-3-450,-5 7 0,0-3-1844,2-14 629,2-32-1618,5-3 1259,0-5 1712,0 7 0,5 8 0,2 2 0</inkml:trace>
  <inkml:trace contextRef="#ctx0" brushRef="#br0" timeOffset="55939">24687 11201 7533,'-24'-43'1638,"21"12"0,2 1-687,-3-11-97,30 12 1,11 9-495,-7 15 0,3 8-61,2 5 1,3 6 0,-4 5-120,-6 2 0,-5 5 0,-2 1-90,-3 5 0,-4 2 0,-8 0-150,-15 0 0,-9-1 0,-2-4-255,-4 2 0,-6-7 15,-9-10 0,-6-6 1,7-4-1140,-7-6-200,11-5 1,12 4 1519,32 11 1,10 19 0,2-4 0,0-1 0</inkml:trace>
  <inkml:trace contextRef="#ctx0" brushRef="#br0" timeOffset="56843">25178 10936 7533,'0'-25'3276,"-11"-11"-1766,-1 9 0,-5 1-1285,-9 5 0,-5 3-360,-11-2 0,-7 7 345,3 13 0,-4 7 0,1 2-1,5-2 1,0 2 0,-1 4-264,10 1 0,-2 4 0,0 1 0,1 2 0,4-1 54,-7 6 0,5 2 0,1 4 0,7-1 0,0 5 0,2 1 0,1 1 0,4-3 60,1 4 0,4-1 0,4 4-541,6 1 1,3 6-1,3 2 1,2-3 0,0-7 570,5 6 0,4-2-45,0-6 0,3 4 0,3 0 0,2-8-105,2-5 0,2-6 0,9-5 464,2-9 1,9-4 0,4-4 0,2-1-1,-2-1 1,-5 0-180,-1 4 0,-3 0 0,0-4 0,5-8 44,-9-3 1,4-4 0,4-4 0,1-2 0,0-4 0,-2-1 0,-4-3 0,-4 0-1,-7-1-93,-2-11 1,-9-5 0,-6-2 0,-1 0-1,0 0 1,4 2-117,4 7 0,4 1 0,0 1 0,-2 0 0,-4-1 0,-6-2 209,-8-6 1,-5-4 0,-4-1 0,-5 2 0,-4 7 0,-4 10-68,-10 8 1,-6 10-1,-3 5 1,0-1-203,-3-2 0,-3 2 0,1 1 0,2 3 0,-2-1 0,2 3 0,7 9 0,10 19 0,-1 1 0</inkml:trace>
  <inkml:trace contextRef="#ctx0" brushRef="#br0" timeOffset="68991">23751 9243 6723,'-19'-8'3276,"6"-2"-1335,8-7-502,5 46-1079,0-11-90,-1 16 0,-2 12 0,1-5-270,0-9 0,3-5-540,21 2 270,-10-74 150,1 3 0,2-9 0,-3 5 255,-7 8 0,-2 4-135,0-1 0,-1 15 270,-2 47 0,-1 20 224,1-5 1,5-4-405,8-5 0,5-15-585,12-35 1,1-20 614,-11 5 0,-3-4 0,1 2 329,10-19 1,-2 23 89,-11 46 1,-2 13-750,-4 1 0,-4 5 1,0 0-884,1 3 1,1-1 0,-1-4 650,2-2 0,2-13 0,8-36 0,1-19 0</inkml:trace>
  <inkml:trace contextRef="#ctx0" brushRef="#br0" timeOffset="69967">24218 9084 7533,'-20'-18'1529,"3"9"-360,17 1-45,0 33 1,0 20-945,0-7 0,0 3 0,0 0-210,0-1 0,0 1 0,0-3 299,2 16 1,2-23-540,8-76 180,-8 19 1,0-3-181,4-9 0,1-9 0,2-2 0,0 6 330,2 6 0,0 4 0,0-2-90,0-10 0,0-2 0,3 5 390,10-5 0,4 14-90,8 29-91,-4-10 136,-6 29 0,-5 9 1124,-12 23-1799,-22-19 0,-7 2 1,-2 1 509,-1 2 0,-1 1 0,-2-3-1,-7-6 1,-2-2 0,8 3-15,3 17 0,20-4-855,41-20 1,11-6-920,-22 4 1,-1-1 1344,19-4 1,-14 0 0,-57 15-1,3-4 1,0-1 0</inkml:trace>
  <inkml:trace contextRef="#ctx0" brushRef="#br0" timeOffset="71131">24539 9419 11760,'0'-27'270,"0"-7"-180,0 15-90,0-12 0,0-3 90,0-1 60,4 2 0,2-5 0,0 3 254,-1 8 1,-1 1-405,5-6 0,0 3 720,2 6 539,1 62-1079,-4-13-150,6 13 0,3 13 0,-3-6 195,-8-18 0,1-1 224,9 8 1,6 2 0,-4-11-180,-2-19-330,3-28 0,2-20 0,-5 0 285,-4-2 0,-4-3-225,-1 8 0,2-6 0,-2 1 0,-2 6-1639,-4-4 1,-3 7-1639,-5 1 0,2 37 3126,5 29 0,11-5 0,2 7 1</inkml:trace>
  <inkml:trace contextRef="#ctx0" brushRef="#br0" timeOffset="71854">24908 9419 8252,'-7'20'3148,"12"-44"-2968,4-1 0,1-9 0,3-8 0,-2 4-90,-6 14 0,0-1-60,5-11 0,2-4 0,-1 2-30,-1 5 0,-1 2-180,4-3 0,1 3 360,10-12-180,-11 27 1349,3 32-1169,-8-12 270,1 20 0,-1 7-270,5 2-1,-8 7 1,-3 4-360,-2-3 1,0-1-1460,0 2 1,-2-2 591,-1-11 0,1-3-1202,2 5-1028,5-31 2994,-3 0 0,3 0 1,-5 0-1</inkml:trace>
  <inkml:trace contextRef="#ctx0" brushRef="#br0" timeOffset="72090">24981 9313 7533,'-19'-8'3276,"2"7"0,32-7-5421,23 8 2145,-4-5 0,1 2 0,-2 5 0,-1 2 0,-2-3 0,-1 0 0</inkml:trace>
  <inkml:trace contextRef="#ctx0" brushRef="#br0" timeOffset="78058">26458 8608 5824,'0'-10'90,"0"-6"-90,0 14 90,-5-13 359,3 13-89,-14-6-270,13 8 180,-13 0 449,9 0-359,-5-8 90,0 6-360,-1-14 270,6 14-270,-4-5 629,15 14-449,3 3-270,2 0 180,13 14 90,-20-13 449,15 30-269,-11-3-120,10-4 0,7 7 0,5 7-263,-9-15 0,3 2 1,2 3-1,1 3 1,1 1-1,1 1 1,0 2-1,-2 0-238,-4-8 1,0 3 0,0 1 0,1 2 0,-1 0 0,1 0-1,0 1 1,-1 0 0,1-1 0,0-1 0,-1-2 0,1-1 199,3 5 1,0-2 0,1-2 0,-1 0 0,0 0 0,0-1 0,0 1 0,-1 0 0,0 2-147,-1 0 0,0 7 0,0 3 0,0 1 0,0-2 0,-1-3 1,-2-6-1,-1-9 0,-3-10 0,-2-14 1826,14-41-1799,0 58 0,-5-3-1549,-20-50 1,-6-1-302,2 28-1337,-5 0 3196,1-7 1,-2 12 0,-6-3 0</inkml:trace>
  <inkml:trace contextRef="#ctx0" brushRef="#br0" timeOffset="79993">26975 10266 7263,'-14'0'629,"-2"0"1081,4-16-991,-2 12-89,2-11 269,6 15-89,6-8-900,0-2 0,6 0 449,15 18 1,3 8-360,-2-1 225,7 10 0,11 10 0,1 2 0,-8-6-90,-10-8 0,1 1-189,5 1 0,8 7 0,2 1 0,-3-2 0,-9-7 54,6 11 45,7-5 0,-9-11 315,-29-19-270,3-2 719,-5-6-539,0-7 180,1-10 0,4-9-55,2 2 1,3-7 0,2-3 0,0 0-1,-3 3-425,-1-10 0,-2 3 0,3-2-790,4 2 1,3-3 0,0 4 0,-5 8-2458,2-10 3206,-1 47 1,-5 8 0,-2 2-1</inkml:trace>
  <inkml:trace contextRef="#ctx0" brushRef="#br0" timeOffset="81318">27431 11289 7083,'0'-35'1799,"5"7"-720,2 3 720,5 7-360,-5 0-1439,-12 48-225,1-5 1,0 7 89,0 2 0,1 7 0,0 3 0,0-1 102,1 1 0,0 0 1,1 1-1,1-1 190,0-2 1,2 1-1,0-2 1,-1-3 22,-2 4 0,0-3 0,5-18-2159,1-21 1979,-5-23 0,2-2 0,2-1 0,2-9 0</inkml:trace>
  <inkml:trace contextRef="#ctx0" brushRef="#br0" timeOffset="81840">27455 11324 7533,'-35'0'2248,"13"-8"-539,-2-1-179,30-17-91,24 6-1439,4-5-60,-1 17 0,9 3 0,-3 0-75,0-4 0,2 1-675,3 3 1,3 3-1,-6-1-90,-12-2 1,-5 2 899,4 11 0,-59 10 0,9-5 0,-1 1 0</inkml:trace>
  <inkml:trace contextRef="#ctx0" brushRef="#br0" timeOffset="82116">27468 11571 7892,'-8'-10'3276,"53"-5"-2710,-16 6 0,4 0-566,5 2 0,3 0 0,-5 1 0,-6 1 0,-4 1 0,23 6 0</inkml:trace>
  <inkml:trace contextRef="#ctx0" brushRef="#br0" timeOffset="83005">27960 10883 7533,'-21'-31'869,"0"-1"1,-7 0-1,-5 4-689,-6 7 0,-4 4-90,10 4 0,-2 1 0,-1 4-300,-5 7 0,-2 6 0,0 5 187,6 3 1,-1 3 0,1 3-1,0 1 90,-2 1 1,0 0-1,1 3 1,2 7 34,9-3 1,1 6 0,1 2 0,0 3 0,1 0 0,3-1 0,1-4-126,-5 8 1,3-3-1,4 1 1,5 6 22,7-5 0,2 5 0,3 4 0,3 0 0,3 0 0,3-4 0,5-6-42,6 2 0,7-5 1,3-4-1,4 0 1,2-1 250,1-1 1,3 1 0,3-2 0,1-2 0,1-3 0,0-5-105,-2-4 0,0-4 0,1-2 0,0-3 0,1-3 0,-1-4-21,4-3 1,1-4-1,1-4 1,-1-3-1,-3-1 1,-4-3 238,-2-2 1,-2-3 0,-3-2 0,-2-3 0,-2-4-55,-1-2 1,-1-5 0,-2-2 0,-3-3 0,-5-1 0,-6-1-155,-8 3 1,-5-3 0,-5-1 0,-3 0-1,-2-1 1,-1 2 0,-1 2 108,-2-2 1,-3 0 0,-1 2 0,-2 1 0,-2 1 0,-1 2-705,-2 2 0,-2-1 1,-1 1-1,-1 3 0,-1 6 1,1 7 479,-13 2 0,-1 10 0,7 10 0,3 14 0,12 9 0,23 4 0,-1-1 0</inkml:trace>
  <inkml:trace contextRef="#ctx0" brushRef="#br0" timeOffset="96322">25449 11536 6453,'0'-20'1439,"0"-3"-899,0 21-90,-5-6-360,3 8 270,-9 0-270,10 0 809,-16 0-809,15 0 1079,-15 0-899,16 0-180,-10 0 0,9 0 450,-3 0-360,10-8-90,8 6 180,17-6 179,14 8-59,-14 1 0,5-1 0,0-1-211,11-2 1,7-2-240,-14 4 0,6 1 0,5 0 0,0 0 0,-1 0 1,-5-1-684,3 0 1,-4-2 0,0 1 0,3 1 742,1 0 0,2 0 0,1 1 0,-1 1 0,-6 0 83,4 0 1,-3 2 0,-8 0 6,-10 2 0,-3 0 0,10 0 0,-3 0 0,-4 3 0,-7-8 89,-2 0 2186,0 0-2365,9 0 173,11 0-263,-5 0 90,-13 0-1889,-2 0 1889,-21 8 0,2 9 0,-10 11 0</inkml:trace>
  <inkml:trace contextRef="#ctx0" brushRef="#br0" timeOffset="97364">26631 11324 7533,'-14'-19'1439,"-8"-5"-270,8-1 180,0 3-1079,3-3 540,17 25 989,23 33-1530,-4-14 1,6 1-150,6 5 0,6 3 0,-3-5-75,1-5 0,-1-2-90,9 7 0,-12-7 45,-32-16-90,-13 0 180,-4 0 90,1 0-270,-1 8 225,-12 10 0,-4 5 494,-2 4 1,0 3-780,6-6 0,0 1 1,2-2-526,-1 1 0,4-3-2602,2 3 0,23-16 3049,1-6 0,0 13 0,-2-5 1</inkml:trace>
  <inkml:trace contextRef="#ctx0" brushRef="#br0" timeOffset="128638">21536 10142 8342,'-7'0'990,"2"0"719,5-7-1170,0 5-359,0-14 90,0 14-90,0-6 630,0 8-541,5-8 91,-3 6 0,3-6-180,0 8-360,-3 0 540,8-7-270,-9 5 0,16-6-135,-18 37 0,-6 12 315,4 1-68,-8-3 0,-7 12 1,-3 1-1,3-8-157,1-6 0,-1-2-105,-5 7 0,-3 2 0,6-9 60,7-11 1709,2-17-1889,11-8 2249,0 0-1349,27 0-540,-9 0-330,12 2 0,12 0 0,-2 2 330,0 1 0,0 0-90,4-2 0,4 0 0,-7 0 44,-9 2 1,-5-2 45,11-3-1273,-49 0 1,-2 0 0</inkml:trace>
  <inkml:trace contextRef="#ctx0" brushRef="#br0" timeOffset="129821">21831 10019 7713,'7'-10'1889,"-2"-6"-270,-16-1-1260,8-3 1081,-13-13-541,4 5-89,-23-7-765,12 23 0,-5 5-45,-12 3 0,-8 5 0,2 2 119,12-1 1,2 1 0,-3 3-8,-10 5 1,-5 4-1,1 1 1,6-1-338,-1 3 0,4 5 90,7 3 0,-2 6 0,1 4 1,5 2 223,7 0 1,4 3 0,2 0 0,-1 1-164,-1 0 1,-1 1-1,2-1 1,2 2 73,1 1 0,3 1 0,1-1 0,4-3 29,1-2 1,4-3 0,7 0 60,10 5 0,9 0 0,7-5 144,-1-12 0,5-2 0,4-2 0,2-3 0,2-3 140,0-4 1,4-3 0,1-3 0,1-2 0,-1 0-1,-2 1-338,-1 1 0,-1 2 0,-1-2 0,0-4 0,1-6 92,-5-4 1,2-5-1,1-2 1,-1-4 0,-2-2-1,-4-1 1,-7-2 229,1-13 0,-9-5 0,-3-2 0,3 0-70,1 7 0,3-1 0,-1 0 0,-2-1 0,-5-2 71,-4 0 1,-3-2 0,-3-1 0,-5 2 0,-5 2-68,-8-2 0,-6 2 1,-5 3-1,1 3-172,0 3 0,-2 4 0,-5 2-940,-7 1 1,-6 1 0,1 4 0,5 8-820,6 13 1,2 2 982,-13-11 1,13 5-1,50 34 1,16-11 0</inkml:trace>
  <inkml:trace contextRef="#ctx0" brushRef="#br0" timeOffset="131804">22114 10777 7533,'-42'0'-900,"14"0"1440,0 0-270,21 0 179,1 0-359,6 0 630,17 0-630,-13 0 180,24 0 989,18 16-1169,-13-12-553,-2 3 1,10 5-1,6 1 1,-3 0-1,-8-3 553,0-1 0,0-1-90,-2 2 0,7 1 0,4 2 0,-1-1 0,-1-1-200,6 1 1,0-1-1,-1-1 1,-1 0 176,-7 0 1,-1 0-1,0-1 1,3 2 8,-1-2 1,2 1-1,3 0 1,0 0-1,-1 0 1,-2-1 121,-2 1 0,-1-2 0,-1 0 0,0 1 0,-1 2-490,9 3 0,0 2 0,-1 0 0,-2-2 472,2-3 0,-2-1 0,-1 1 701,3 5 0,0 2 0,-10-5-971,-6-9 315,12-1 1,0 1-856,-14 2 1167,9-5 1,2 0-134,-11 4 1,-2 0-540,1 0 1,-3-2 1351,3-3-4404,-27 0 3080,0 0 0,0 0 0</inkml:trace>
  <inkml:trace contextRef="#ctx0" brushRef="#br0" timeOffset="132956">24058 11077 7803,'-24'-19'3276,"0"-5"-2685,4 14 219,8 1-900,6 9 854,22 15 1,12 11-615,-4 3 0,2 5 0,1-1-240,0-5 0,1-1 0,-1 0 30,-1 3 0,-2 0 0,-3-6 600,1 0-360,-22-24-900,0-8 720,0 6 180,0-6-270,11 16 1799,-8 2-1799,8 0 270,-11-3 360,-6 1-833,-19 3 1,-18 2 0,-4 0-1,7-1-157,5 2 1,-1 0-207,2-2 1,-9 2-1,-1 1 1,3-2 0,10-3-2622,-10 2 3071,2 4 1,26 0-1,2 3 1</inkml:trace>
  <inkml:trace contextRef="#ctx0" brushRef="#br0" timeOffset="189132">12134 5309 10231,'-7'-9'1169,"2"1"-449,5 0 1259,-6-2-1799,5 0 719,-10 2-359,9 8-90,-3-7 674,10 37 0,6 16-764,-1-11-632,-3-2 1,1 12 0,1 6 0,0 0 0,-3-5 271,0-7 0,-2-3 0,0 1 0,-1 4 329,-1 2 1,0 5 0,0 2 0,-2 0 0,-1-2 0,-3-5-66,-2-2 0,-3-4 0,-1-2 0,-3-1-85,-6 13 1,-3-1 0,-7-16-270,-2-21 0,-5-10 0,1-7-390,-5-9 1,1-8-1,0-1-60,3 3 1,1 0-1,2-2-553,3-1 1,1-1 0,9 2-2185,8-16 2730,17 23 1,20-5 0,6-3 0,-7-3 0,-1 1 0</inkml:trace>
  <inkml:trace contextRef="#ctx0" brushRef="#br0" timeOffset="189436">11666 5521 7533,'-14'-25'1638,"1"1"0,0-17 0,1 6 0,7 1 0,19 10 0,13 3-819,9 3 0,11 1 0,5 1 0,-1 1-310,-11 2 0,1 2 1,1 0-1,1 0 1,1 0-1057,0 0 1,3 0 0,1 1 0,-1-1 0,-2 1 0,-4 0-274,2-2 1,-3 1 0,-2 0 0,-3 2 163,22-5 1,-18 10-1,-35 12 1,-1 12 0</inkml:trace>
  <inkml:trace contextRef="#ctx0" brushRef="#br0" timeOffset="190170">12675 5962 6633,'26'-35'3276,"-8"-8"-525,-13 13-1222,-27-3-899,-10 23-226,-11 16 1,-3 12-315,15 0 0,2 5 0,3 6 90,4 4 0,2 5 0,6 2 0,10-2-158,15-1 0,12-1 1,4-1-1,-3 0-188,-7 8 1,-1-2 0,9-9 52,18-15 1,12-8-1,0-9 1,-12-11 292,-18-14 0,-8-11 0,1 1-90,9 8 0,2 1 0,-13-5 179,-17-3 1,-11-7 0,-7-2 0,-3 5 0,0 8 224,-15 2 1,-7 9-855,5 2 0,-8-1 1,5 6-1,14 12-2917,19 35 3011,13-4 1,11-1-1,18-14 1,14-6-1,-1-3 1,-6-1-1,-1 0 1,1 0-1</inkml:trace>
  <inkml:trace contextRef="#ctx0" brushRef="#br0" timeOffset="190486">13082 5962 7533,'0'-41'3276,"0"17"0,5-25-1785,-4 77 0,0 11-1491,4-19-150,-4 11 0,-2 10 1,1 0-944,1-6 1,1-1 0,1-1-547,1 9 1,4-2 1531,2 12 0,4-17 0,12-51 0,-11-13 0,0-1 0</inkml:trace>
  <inkml:trace contextRef="#ctx0" brushRef="#br0" timeOffset="190938">13266 6033 7533,'0'-18'3276,"0"-8"0,0 15-1965,7 32 0,2 13-1131,1-9-780,2 9 1,4 6-1,1-18 1140,12-40 119,-9-7 1,1-9 0,-4-1 978,0-9 0,-5-2-1381,-2 0 0,-1-2 1,1 25 371,6 46-1709,-5 7 1,-2 9 0,2 0 509,-1-5 1,1 0-1,2 0-523,1 8 1,1 0 0,3-18-2185,25-46 2621,-21 2 1,-9-15-1,-4-4 1,-9-6 0</inkml:trace>
  <inkml:trace contextRef="#ctx0" brushRef="#br0" timeOffset="191202">13844 5486 7533,'7'-39'819,"0"1"0,1 55 0,0 23 0,-2 3-164,-3-7 0,-1 4 1,-1 2-1,-1 1 0,2 0-630,1 5 1,0 2 0,1 1-1,0-1 1,0-2-682,-1-3 1,1 1-1,-1-2 1,1-4 0,-1-7 200,0-2 1,3-9-2604,5-15 3097,-11-18 1,0-23 0,0 7 0</inkml:trace>
  <inkml:trace contextRef="#ctx0" brushRef="#br0" timeOffset="191402">13882 5891 7533,'-9'-43'1092,"0"0"0,2 17 0,5 1 546,16-18 0,11 6 0,0 26 0,6 6-2595,17-6 1,2 6 956,-9 15 0,-7 8 0,-14 6 0,-6 5 0,-10 2 0,0 1 0</inkml:trace>
  <inkml:trace contextRef="#ctx0" brushRef="#br0" timeOffset="191603">13082 5503 7533,'-32'-9'409,"0"-1"1,34-14-1,25 14 1,10 3-1,-1-3 1,0 1 0,0 0-1</inkml:trace>
  <inkml:trace contextRef="#ctx0" brushRef="#br0" timeOffset="192589">15309 5345 8702,'-6'-20'2159,"5"-11"629,-4 3-1798,5-1 899,-6 74-1740,5-16 1,1 5 0,0 7-619,-2-2 1,0 9 0,-1 4 0,0 3 0,0-1 0,0-3 0,2-5 224,1 2 1,1-5-1,0 0 1,0 3 168,-2 1 0,-1 8 0,0 2 0,1-6 0,3-11 0,3-18-2573,9-18-629,4-49 797,-11 0 2333,-4 8 1,-1 2 0,-2-1 0,0-9-1</inkml:trace>
  <inkml:trace contextRef="#ctx0" brushRef="#br0" timeOffset="192938">15284 5345 7533,'-3'-30'719,"1"1"1,-1-3-1,4-1 919,7-16 0,12 10 0,21 30 0,8 16-546,-10 9 0,2 8 0,-2 3-1010,3-1 0,-1 4 1,-9 8-407,-17-1 0,-5 8 0,-4 3 0,-5-4 1,-2-9-37,-4-3 0,-10-5-405,-14 2 1,-13 2-1,-3-4 1,6-10-181,6-14 1,1-8 944,-27-3 0,22-2 0,68 1 0,2 5 0,-1 0 0</inkml:trace>
  <inkml:trace contextRef="#ctx0" brushRef="#br0" timeOffset="193837">16059 5380 7533,'-19'27'655,"11"8"0,1 15 1,2 7-1,1 0 0,0-9 437,0-5 0,1-5 0,0 7-1090,1-3 0,-1 12 0,0 5 0,0-1 0,1-9 0,0-15 0,1-21-3279,1-38 0,0 19 2932,-1-17 1,-2-16 0,-1-10 0,0-2 0,-1 5 344,1-2 0,-2 0 0,1 0 0,0 0 0,0 8 0,1 1 0,-1-1 0,1-1 0,1 1 655,1-2 0,2-3 1,-1 1-1,2 5 0,1 5 983,0 1 0,6 6-614,15-4 0,9 2 0,2 16-305,3 29 1,2 21 0,1 0-540,-4-12 0,1 0 0,0 3 0,-3 4-715,-5 6 1,-2 6-1,-1 3 1,-2-2-1,-3-5 595,2-2 0,-3-3 0,-9 3 120,-9 9 0,-8 5 0,-6-1 0,-4-9-303,-3-13 0,-4-6 1,-4 2 77,-5 7 0,-6 4 0,-2-2 0,0-9-135,-7-7 0,-1-9 0,2-4-913,6-5 1,1-3 0,8-6-2185,1-24 2808,40-9 1,16 33 0,12 5 0,0 2 0,5-3 0,0 0 0</inkml:trace>
  <inkml:trace contextRef="#ctx0" brushRef="#br0" timeOffset="194503">16761 5415 7892,'-14'-8'1979,"-2"-1"-1079,20-25 179,-3 5 1440,12-14-2069,-6 23 1888,-2 51-1888,-6-1 0,-3 7-271,1 0 1,0 7 0,0 4 0,1 1 0,0-2-836,2-1 1,1 1-1,0-1 1,0 0 0,-1-1-67,-1 6 0,-1 0 0,1-2 0,2-2-371,5 8 1,2-2 0,2-28-1837,-2-33 2929,3-2 0,-6-39 0,-1 21 0,-1 0 0</inkml:trace>
  <inkml:trace contextRef="#ctx0" brushRef="#br0" timeOffset="194737">16736 5398 7533,'-4'-39'1092,"-1"1"0,18 7 0,9 3 546,13-5 0,8 6-546,-7 14 0,4 6 0,2 1-2185,5 0 1,2 3 0,-6 4-547,-5 9 1,-3 4 1352,5-6 0,-15 5 1,-46 18-1,-19 5 1,13-15-1,0 1 1,0 0-1</inkml:trace>
  <inkml:trace contextRef="#ctx0" brushRef="#br0" timeOffset="194914">16687 5662 7533,'29'28'819,"0"-21"0,10-2 0,4-3 0,-5 1-455,-3 0 0,-2-1 0,3 1 0,6 0 0,6-1 0,-3 2 0,-12 3 0,-3 12 0</inkml:trace>
  <inkml:trace contextRef="#ctx0" brushRef="#br0" timeOffset="197288">11678 7426 8342,'0'-20'3148,"-5"-3"-1259,-2 21-989,-5-6 269,5 47-854,2-6 0,-1 7-484,4-2 1,0 7 0,1 3 0,0 1 243,-1-9 0,0 1 0,-1 2 0,1 0 0,0 0 0,0-2-39,0 4 0,1-1 0,0 0 0,-1 0 0,1-2 166,0 10 1,-1 1-1,1-4 1,0-9-403,1-5 0,0-9-250,0-10-2827,0-57 2673,0 7 0,0 9 0,0-1 1,0 1-1</inkml:trace>
  <inkml:trace contextRef="#ctx0" brushRef="#br0" timeOffset="197735">11543 7373 7533,'-10'-40'1092,"1"0"0,8 7 0,6 3 546,10-2 0,7 5-282,9 12 0,8 9-2204,3 11 1,5 7 0,-5 2 937,-3-4 0,-3 9 565,-5 11 0,4 10 1,-2 7-1,-8 1 0,-14-5-383,-21-1 1,-15-2 0,-6-1 0,5 3-1093,7 5 1,4 2 0,-3-1 0,-8-8 163,-4-13 1,-6-3-1,-4-4 1,2-5 0,4-5 278,-24-6 0,24-12 0,55-9 1,22 13-1,-1 0 0</inkml:trace>
  <inkml:trace contextRef="#ctx0" brushRef="#br0" timeOffset="198578">12626 7144 7533,'-7'-18'3058,"-4"0"-1979,-6 9-359,-10 9-2359,-1 18 1,-2 5 1113,-7 2 704,15-3 1,-4 9-1,-4 5 1,0 2-1,2 0 1,3-5 67,0 2 0,3-2 1,1 1-1,-1 5-149,0 0 0,-1 4 0,-1 3 0,-1 2 0,2-1 0,3-3 0,2-5-9,-1 1 1,3-5 0,3 0 0,6 4 194,6 2 1,4 5 0,4 2 0,2-1 0,3-6 0,2-7-285,5-6 0,5-8 0,4 2-656,4 5 1,7 2-1,2 1 1,-1-4 0,-3-8 186,13-6 1,-2-9 0,-8-1 0,0-3 0,-12 0 0,-18 1 0</inkml:trace>
  <inkml:trace contextRef="#ctx0" brushRef="#br0" timeOffset="199369">13217 7497 7533,'0'-34'2518,"0"-3"-1079,0-8-989,0 10 1529,-16 9-1169,0 16 269,-30 10-899,17 10-240,-1 13 0,-5 9 0,5 1-75,4 2 0,2 5-48,4-5 1,-2 6 0,-2 3-1,3 1 1,4-2 429,5 0 1,3-1-1,2 0 1,0 1-69,-4 2 1,0 2 0,3-2 0,9-2-324,10-3 1,8 0-1,2-4 1,1-9-82,1-5 0,5-10 75,13-13 0,6-9 0,-7-7 195,-10-10 0,-6-8 1047,-5 0 0,-3-2 0,-3 7 44,-2 6-1451,-16 63 0,-2 20 135,6-29 0,4 3-640,5 11 1,4 10 0,3-3 0,2-16 163,26-13 1,-7 5-1,-2-9 1,-11-36 0</inkml:trace>
  <inkml:trace contextRef="#ctx0" brushRef="#br0" timeOffset="199685">13536 8096 7533,'-5'-35'3276,"37"31"0,-13 31-1650,4 3 0,-4 5-2719,-14-2 1,-6 4 0,-7-3-1,-7-4 1,-7-2 0,-1-2 961,-3 3 1,-1-1 0,0-6 0,-2-9 0,3-7 0,2-10-1</inkml:trace>
  <inkml:trace contextRef="#ctx0" brushRef="#br0" timeOffset="200503">14103 7585 7533,'0'-18'2698,"0"-15"-1259,0 35-780,-4 24 1,-3 21 0,1 1-600,4-7 0,2 1 0,-2 5-90,-1-5 0,-2 6 0,0 4 1,0 0-1,2-3 0,2-6-420,5 8 0,2-6 1,-1 0-601,-5 4 0,-2-1 0,8-20 1050,23-30 0,-17-24 0,-4-10 0,4-9 0,0-1 0</inkml:trace>
  <inkml:trace contextRef="#ctx0" brushRef="#br0" timeOffset="200972">14115 7567 7533,'0'-37'819,"0"0"0,14-2 0,8-2 0,8 7-985,6 15 1,9 6 0,1 3 0,-4-3 225,-3-10 0,-3-1 0,4 10 491,1 14 1,8 7-1,-1 6 1,-9 4 0,-16 3-1212,-27 15 0,-20 7 1,2 3 456,15-9 1,2 1 0,-2 1-1,-8 0 742,-10-4 1,-9 1 0,-6 1 0,-1-2 0,2-2-1,6-3 167,-3 3 1,4-4-1,3 6-436,2 8 0,-1 8 0,7-2 0,14-10 44,15-15 1,12-3-971,7 0 1,11 2-1,5 0 1,-1-4 0,-7-6-984,2-8 1,-1-4 1366,4 5 0,8 2 1,-4 0-1,-13-2 1,-15-3-1,-1 5 1</inkml:trace>
  <inkml:trace contextRef="#ctx0" brushRef="#br0" timeOffset="201206">14841 8026 7533,'30'-8'3276,"2"29"0,-12 17-1785,-10-4 0,-8 4-2584,-13-6 1,-6 2 0,-1-4 798,0 2 1,-2-5 0,-5-2 0,0-9-1,4-18 1</inkml:trace>
  <inkml:trace contextRef="#ctx0" brushRef="#br0" timeOffset="202469">15518 7514 7533,'0'-17'629,"0"7"1710,0-14-2159,0 12 2608,-11 34-2428,3 11-396,2 2 0,-1 13 0,-1 7 0,1 0 0,1-5-32,1-3 1,1-3 0,1 1-1,-1 2 86,-2 1 0,0 4 0,-1 0 0,1-3 0,2-5-348,1-1 0,2-4 1,-2-14-2100,-3-17-179,17-35 2608,-6 2 0,-1-3 0,2-3 0,0-1 0,-3-3 0,-1 0 0</inkml:trace>
  <inkml:trace contextRef="#ctx0" brushRef="#br0" timeOffset="202954">15420 7497 7533,'-12'-35'1092,"0"1"0,3-5 0,3-2 508,0-10 0,11 4-566,18 9 1,12 9-736,2 16 1,7 8 0,0 5-60,4 6 0,1 7 0,-2 8-114,-12-1 0,1 4 0,-1 4 0,-7 3 0,-10 1-284,-15 8 1,-13 4-1,-5 1 1,4-2 127,11 5 0,2-1 0,-14-5-42,-15-10 0,-14-2 0,-5-3 0,2-4 0,9-5-333,7-6 1,3-5-2873,-20 1 2730,55-10 1,30 10 0,8 8 0,-14 3 0,-1 1 0</inkml:trace>
  <inkml:trace contextRef="#ctx0" brushRef="#br0" timeOffset="203768">16145 8079 14639,'14'17'2968,"-3"1"-3373,-16 16 0,-12 4-1234,-8-10 1,-4-1 848,5 13 0,-3-1 790,-4-20 0,-6-4 0,9 0 0,5 12 0,4-9 0,1-1 0</inkml:trace>
  <inkml:trace contextRef="#ctx0" brushRef="#br0" timeOffset="205003">17032 7338 7533,'19'-16'3276,"-1"-11"-436,-12-3-2840,0 5 270,-6 17-690,-12 24 0,-10 20 1,1-2 284,0-6 0,-4 5-46,3-3 1,-5 8-1,-2 5 1,-3 3-1,0 0 1,2-3-1,2-5 612,1-2 1,2-4 0,1-1 0,-1 0 0,-1 4 17,-3 3 1,-1 4 0,-1 2 0,0-2 0,3-3 0,3-5-191,-3-1 1,3-4-1,13-5 461,23 7-226,15-27 1,11-8-16,-1 1 1,6-3 0,3 0-984,-8 2 0,4 0 1,1 0-1,-1 0 1,-3 0-590,11-3 1,-3-1 0,0 4 1071,-6 3 1,2 2 0,-3 2 0,-9 1 0,1 10 0,-21 19 0</inkml:trace>
  <inkml:trace contextRef="#ctx0" brushRef="#br0" timeOffset="205269">17315 8026 9422,'19'-30'1638,"11"31"0,1 14-803,-15 26 1,-3 6-1376,13-18 0,-6 1-330,-22 8 1,-11 5 0,-6-14-300,-24-21 1169,5 14 0,3 3 0,14-14 0,12 15 0</inkml:trace>
  <inkml:trace contextRef="#ctx0" brushRef="#br0" timeOffset="206019">18053 7373 7533,'13'-27'3276,"-7"1"-706,-6 32-1761,-2 35 1,-2 16-720,-2-15 0,0 2 0,0 5-335,1-9 0,1 5 0,0 2 0,0 0 0,0-1 0,0-4 65,0 3 0,0-3 0,0-1 0,1-1-45,-2 1 0,0 0 0,1-2 1,1-9-3053,3 9 3241,6-70 0,2 2 1,2-5-1,-2 1 0,1 0 1,0-1-1</inkml:trace>
  <inkml:trace contextRef="#ctx0" brushRef="#br0" timeOffset="206287">18066 7285 7533,'-4'-26'1638,"1"1"0,-3-6 0,20-3 0,10 3-12,7 17 0,8 4-1851,-4 0 0,5-1 0,1 0 1,0 2-596,-1 2 1,1 0 0,-1 3 0,-4 5 573,5 6 0,-2 5 1,-13 6-1,-14 5 1,-12 5-1,-28 7 1,0 0-1,0 1 1</inkml:trace>
  <inkml:trace contextRef="#ctx0" brushRef="#br0" timeOffset="206495">18041 7585 7533,'-30'35'3276,"15"-15"-1638,43-10 0,21-5-2731,-5-5 1,6-4 0,-1 0 1019,-4 3 1,-1 1 0,1-1 0,5 0 0,0 0 0,-11 3 0,-8 8 0</inkml:trace>
  <inkml:trace contextRef="#ctx0" brushRef="#br0" timeOffset="207235">18890 6826 7533,'-6'-43'1638,"0"0"0,5 0 1022,29 35-2030,-5 29 0,1 15-469,-3-4 1,3 7 0,0 5 0,-1 2 0,-4 1-476,-5-3 1,-3 3-1,-2 2 1,-1 1 0,-1 0-1,1 0 455,-1-7 0,2 1 1,-1 0-1,-1 1 1,-1-1-1,-3 1 1,-4-1 37,-4 5 1,-3 1 0,-4 1 0,-1-1 0,-2-2 0,-1-4 0,0-4-90,-2 1 0,-1-6 0,-3-2 0,-4 1-210,-2-5 0,-5 1 0,-3 0 0,1-3 0,1-2 0,5-6-751,-9 2 1,1-4 870,-2 1 0,-2 3 0,19-4 0,28-1 0,27-6 0</inkml:trace>
  <inkml:trace contextRef="#ctx0" brushRef="#br1" timeOffset="280316">8688 9825 6813,'-25'10'900,"11"-2"-271,-7-8-269,18 0 540,-18 0-631,18 0 3007,-25 0-2324,24 0 487,-12 0-809,16 0 449,22-8-1169,-1 6 30,13-7 0,11-4 0,-4 3-255,-8 7 1,0 0-226,13-4 0,5-3 1,-9 4-1800,-6 6-629,-2 8 2968,-47 9 0,-6 11 0,-6 7 0</inkml:trace>
  <inkml:trace contextRef="#ctx0" brushRef="#br1" timeOffset="280916">8602 10072 9422,'-18'-10'3276,"-12"10"0,36 2-2093,-12 6-1003,32-6 0,16-4 314,6 2 1,3 0-1365,-9-1 1,3 1 0,-3 1-770,6 2 1,-3 2-1,-6-2 1,-13 3 1567,-26 4 1,-16-2-1,-5-8 1</inkml:trace>
  <inkml:trace contextRef="#ctx0" brushRef="#br1" timeOffset="289666">9746 9402 6543,'6'-20'1170,"-5"4"-271,5 16 360,-6-8-989,0 6 270,0-13-270,0 13-90,0-14-540,0 14 630,0-14-270,0 15 449,0-7 1,0 8-180,-6 0 0,-1 15-90,0-11 90,-4 28 179,10-13-224,-1 7 0,-1 7 134,0 5 1,2 5 0,-1 3-747,1-2 0,1 2 1,0 1-1,0-1 499,-2-5 1,1-1-1,-1 0 1,1 1-58,1 7 1,0 1 0,0-2 0,0-10 124,0 8 269,0 10-449,0-55-1529,-5 0-899,3 0 890,-3-16 1538,10 4 0,3-10 0,2-5 0,3 4 0,0-1 0</inkml:trace>
  <inkml:trace contextRef="#ctx0" brushRef="#br1" timeOffset="290684">9734 9490 7533,'-7'-20'2338,"-14"-3"721,11-11-2700,-7 11 720,57 5 1,18 18-720,-30 25 0,-5 15 0,-5 1-1453,-5-7 1,-5 1 0,-1 2 557,3 6 0,-3 2 0,-13-8-348,-32-9 0,-16-9 1,17-11-2395,27-10 3219,-20-6 0,76 0 1,0-1-1</inkml:trace>
  <inkml:trace contextRef="#ctx0" brushRef="#br1" timeOffset="291500">10497 9331 7353,'-18'-35'3276,"-17"7"-1605,-10 34-1372,13 10 1,-4 9 0,4 3-90,8 0 0,3 4 0,0 4 113,2 0 1,-2 4 0,1 3 0,2 0 0,3-3-24,2 6 0,4-2 0,4 5 41,3-4 1,3 7 0,1 0 0,3-2 0,0-8-372,0-6 0,3-5 0,3 0-900,13 12 1,6 0-1,-3-15 930,1-21 0,-7-1 0,-48-4 0</inkml:trace>
  <inkml:trace contextRef="#ctx0" brushRef="#br1" timeOffset="293041">10608 9701 7533,'19'-7'1709,"-7"5"-180,-6-22-1169,-12 20-91,-1-12-89,-5 24-135,5 13 0,2 7 135,-4 8 0,0 3-90,6-4 0,1 2 0,-1-1 135,-3 3 0,1-4 135,5 14-585,5-79 0,1-18 90,0 19 0,2-3 157,0-8 1,2-9-1,2 0 1,-1 5 7,-2 7 0,1 5 0,5 1 209,13-5 1,7 2 0,-1 8-15,-5 5 0,2 10 15,14 16 0,5 10 0,-18 6-420,-31 7 0,-5 1 180,23-5 0,-5 1 404,-32 5 1,-21 5 0,-5-1 0,11-7-135,1 2 112,9 2 0,-5 11 1,7 1-1,16-8-292,26-11 0,16-6 0,-5 3-1729,-8 16 1,1-2 1539,9-16 1,4-5-1,-12-8 1,-19-6-1,-16 0 1</inkml:trace>
  <inkml:trace contextRef="#ctx0" brushRef="#br1" timeOffset="293744">11261 9454 7803,'6'-19'3276,"-1"11"-1066,-5 33-1581,1 3 1,2 6 0,-2 4-396,0 1 0,-1 4 0,0 3 0,0 0 0,1-2-1054,0 7 1,1-1 0,-1-1 0,0 1 350,-1 1 1,0 2-1,-1-4 1,2-12-2631,5 2 2470,1-54 629,5-27 0,-5 33 0,-1 1 0</inkml:trace>
  <inkml:trace contextRef="#ctx0" brushRef="#br1" timeOffset="295214">11654 9578 5914,'14'-18'1349,"-4"8"-630,-10-5 1710,0 5-1170,0 0-269,6 2-91,-5 8-539,5 0-180,-6 0-900,-17 40 451,8-23-356,-5 14 1,-5 15-1,-4 7 1,2-2-1,4-10 715,1-7 0,2 0 473,-2 6 0,-2 11 0,0 2 0,2-6 0,5-14-293,6-8 1368,45-15 0,18-12-2731,-18-5 1,2-5 0,0 0 873,2-2 1,0 0 0,-4 4-1,5 6 1,-17 8 0,-57 26 0</inkml:trace>
  <inkml:trace contextRef="#ctx0" brushRef="#br1" timeOffset="297417">11986 9366 7533,'-25'-17'1349,"12"-1"-719,1 0 629,12 9-90,28 1-225,1 27 1,4 17-676,-8-6 1,1 6 0,0 3 0,-2 3-270,-4-4 0,-2 4 0,-1 1 0,-3 1 0,-2 2-117,-4-1 1,-3 3-1,-2 0 1,-2 1 0,-2-1-1,-1-4 279,-4 0 0,-1-2 0,-3-1 0,-1-2 0,-1-3-132,-5 12 0,-3-3 0,-3-8-345,-13 0 0,6-19-225,25-24-2068,-17 4-669,33-8 3151,-3 2 1,16 16 0,-6 2 0</inkml:trace>
  <inkml:trace contextRef="#ctx0" brushRef="#br1" timeOffset="298660">12552 9507 6903,'-12'-9'1439,"5"1"180,-4 0-1529,10 6 1080,-10 25-991,9 9 23,3 2 1,0 11-1,1 3 1,0-5-323,0-5 0,1-2 0,0 2 97,1 6 1,1 4 0,0-1-1,-1-8 158,0 0 0,-1-7-675,2 1-449,-5-25-2288,0-16 2416,0 6 861,0-13 0,17-11 0,3-11 0</inkml:trace>
  <inkml:trace contextRef="#ctx0" brushRef="#br1" timeOffset="299220">12528 9490 7533,'-9'-30'1638,"0"1"0,1-12-623,11 10 1,10 3-342,16 14 1,9 8-346,-2 7 1,4 5 0,-2 3-210,-2 3 0,-2 3 0,-4 5-180,-5 9 0,-5 5 0,-10-1-525,-22 10 1,-15-2 494,-1-7 0,-6-1 0,0-6-720,-7-5 1,1-4-226,1 2 1,15-9 1034,36-19 0,15 6 0,22-6 0</inkml:trace>
  <inkml:trace contextRef="#ctx0" brushRef="#br1" timeOffset="299950">13278 9331 8162,'7'-20'2789,"-2"5"-2160,-10 15-449,-18 0-540,1 0 450,-8 22 0,-8 13 0,5-6 180,-3-8-1,18 6 1,-3 14 0,-1 7 0,1 2 0,4-3 0,6-9-180,4 6 0,5 1 72,-1-3 0,0 9 0,0 3 0,3-3 0,5-10-207,12 1 0,6-6-1594,4 9 1,2-8 1467,9-17 1,-26-4 0,-20-16 0</inkml:trace>
  <inkml:trace contextRef="#ctx0" brushRef="#br1" timeOffset="300993">13549 9578 7803,'0'-28'2788,"0"11"-2338,0 9-360,-6 16-495,-1 13 0,-3 7 345,-5-1 0,-4 4 0,-1 1 599,-2 9 1,-2 3 0,0-2 209,0-6 1,-1-1 0,2-4-211,-7 6 1,7-7-360,16-14 900,48-16-811,-8 0 1,5 0-780,-2 0 1,2 0-1,-1 0-583,-2-1 1,-1 0 0,-2 3 758,9 5 0,-6 1 0,-6-4 0,-31 12 0</inkml:trace>
  <inkml:trace contextRef="#ctx0" brushRef="#br1" timeOffset="301450">13967 9490 7533,'0'-32'1638,"0"1"0,6 2 1638,1 31-2891,-2 23 1,-3 22 0,-2 8 0,0-4-341,-1-12 0,0-1 0,-1 1 0,0 4-592,1-3 1,0 4 0,0 2 0,0 0 0,-1-3 0,0-4-547,-2 11 1,-1-6 0,2-2 909,-2 5 1,4-10 0,7-19-1,0-20 1</inkml:trace>
  <inkml:trace contextRef="#ctx0" brushRef="#br1" timeOffset="304300">14521 9490 7533,'20'-16'2608,"-8"-4"-1798,-17-7-1080,-9 2 45,-27 37 0,-9 13 135,21-15 0,1 7 344,6 7 1,-4 10 0,0 5 0,1 3 0,3-4 0,5-5 15,-4 10 0,12 0-135,10-1 0,6 8 0,4-5 0,5-19 1754,33-34-1395,-1 0 1,-4 0-225,-22 6-1979,-15 26 1709,12 22 0,2-8 0,-14-34 0,20 4 0</inkml:trace>
  <inkml:trace contextRef="#ctx0" brushRef="#br1" timeOffset="305259">14718 9278 7533,'-6'-27'719,"5"1"2070,1-15-1440,26 43 0,4 4-1169,-5-24 71,-7 35 1,4 21 0,0 11 0,-4 5 0,-9-6-288,-11-3 0,-8 1 0,-6 1 0,0 0 0,2 1-511,5-3 1,1 1 0,0 2 0,0-2 0,-2-1 0,-3-2-110,-1 0 1,-3 0-1,-1-3 1,-1-4 0,-2-6 10,-25 3 0,16-11 0,39-13 1,0 9-1</inkml:trace>
  <inkml:trace contextRef="#ctx0" brushRef="#br1" timeOffset="306750">15174 9507 9332,'-14'10'1169,"-3"37"-1169,13-9 0,1 5 0,1-1 0,0 4 0,0 1-23,0-7 1,0 2-1,0-1 1,2-4 966,3 14 1,0-5-900,-2-6 0,-1-18-540,-2-42 0,-2-17-45,-1 0 1,-2-5-1,1-2 630,1 6 0,1-1 0,0-2 0,2 0 112,-1-4 1,2-2-1,1 0 1,4 2 134,1 5 0,3 1 1,2 2-1,4 4-38,6-1 1,5 5 0,3 8 285,16 3 0,1 18-286,-16 18 1,-2 12 0,-6 2-180,-7 2 0,-5 2 0,-7 0-300,-7 5 0,-7 0 0,-9-9-1459,-24-13 1,-4-9 1374,17 6 1,5-6 0,6-16 0,48 20-1,0-1 1</inkml:trace>
  <inkml:trace contextRef="#ctx0" brushRef="#br1" timeOffset="307234">15838 9296 7892,'-41'-3'546,"0"0"0,16 23 0,-1 12 0,3 8 0,1 4 0,6-2-163,5-3 1,5 2-1,3 2 1,1 1 0,-1 0-1,-2-2-491,-7 7 0,-5 1 0,2-1 0,4-1 1,11-3 107,10-2 0,9 1 0,4-3 0,1-8 0,-4-14 0,14-19 0,-3 0 0,0 0 0</inkml:trace>
  <inkml:trace contextRef="#ctx0" brushRef="#br1" timeOffset="308317">16220 9543 7533,'17'-26'2069,"-8"7"-91,2-23-1438,-33 29-630,11-11 0,-35 24-240,14 15 0,-3 9 1,4 8 576,10 5 0,4 9 1,2 1-1,-3-3-157,-6-10 0,-2-3 0,2 1 0,9 4-36,11 7 0,7 6 0,5 0 0,3-5 0,-1-11-54,15 4 209,11-44 1,12-16 0,-10-2 2399,-5-10-2489,-12-3 0,2-7 0,-4 24-1739,-7 57 0,-4 16-20,2-28 1,0-1 1614,-2 14 1,2 5-1,4-15 1,29-25-1,-6-14 1</inkml:trace>
  <inkml:trace contextRef="#ctx0" brushRef="#br1" timeOffset="309971">16601 9454 7173,'0'-9'-270,"0"-7"-270,0 6 630,0-15 270,0 13 719,-6-4 900,5 8-1709,-10 6 90,10-13 1799,-5-3-1799,6 6-181,2 31 1,0 23 0,0 7-195,-2-7 0,0 7 0,0 4 0,0 1 0,0-2 0,1-4 123,1-6 0,0-2 0,1-2 0,-1 1 0,0 2-198,-1 14 0,-2 9 0,0-3 0,1-15 0,2-27-539,4-33 629,-6-11 0,0-1 0,6 13 0,0-1 0</inkml:trace>
  <inkml:trace contextRef="#ctx0" brushRef="#br1" timeOffset="310400">16945 9525 7533,'0'-25'1638,"0"-1"0,0 65-1086,0-1 1,0 11 0,0 3 0,0-3-688,0-10 0,0-1 0,0-1 0,0 2 135,1 11 0,0 5 0,1-7 0,0-18 0,-1-23 0,2-37 0,0 0 0</inkml:trace>
  <inkml:trace contextRef="#ctx0" brushRef="#br1" timeOffset="310713">16945 9543 7533,'-12'-45'1638,"22"18"0,12 3-1940,9 11 0,10 6 0,2 2 1,-7 0 301,0-1 0,-2 2 0,10 5 0,2 2 0,-22 5 0,-48 10 0,1-1 0</inkml:trace>
  <inkml:trace contextRef="#ctx0" brushRef="#br1" timeOffset="310928">16934 9719 7533,'-29'39'1638,"62"-27"0,17-8-1432,-16-5 0,3-2-206,12-3 0,5-1 0,-11 4 0,-9 11 0,-20 2 0</inkml:trace>
  <inkml:trace contextRef="#ctx0" brushRef="#br1" timeOffset="311582">17413 9190 7173,'-7'-26'3276,"24"22"-2240,7 26 1,4 20 0,-4 6-768,-13-12 1,-4 5 0,-2 3 0,-1 2 0,-1 0 0,1 0-521,2 2 0,1 2 0,-1 0 0,-1 1 0,-2-1 0,-4-1-34,-3-1 0,-2 2 0,-2-1 0,-3-1 0,-1-3 1,-1-5 284,-5 2 0,-2-4 0,-2-4 0,1-7 0,-7-2 0,0-7 0,-12 8 0</inkml:trace>
  <inkml:trace contextRef="#ctx0" brushRef="#br1" timeOffset="312827">17893 9525 7533,'-14'-20'2428,"-7"-11"-179,18 11-1709,-8 1 494,10 40 1,2 13-856,-1 15-374,0-17 0,0 9 0,0 6 1,0 1-1,0-3 0,0-7-315,2-1 0,0-4 1,-1 2 374,0 14 0,-1 9 0,1-9 0,4-24-3142,2-25 3133,4-47 1,-10 8 0,-1-3-1,3-2 1,0 0 0</inkml:trace>
  <inkml:trace contextRef="#ctx0" brushRef="#br1" timeOffset="313204">17832 9402 7533,'-7'-30'1092,"0"1"0,0-10 0,9 7 1928,43 26-2346,-8 9 1,2 10-495,-9 9 0,2 8 0,-4 4 0,-10 0-675,-14 13 0,-12 4-105,5-2 1,-3 2 0,-10-10-271,-15-24 1,-9-8-1,10 2 870,11 20 0,67-29 0,2 2 0,0 0 0</inkml:trace>
  <inkml:trace contextRef="#ctx0" brushRef="#br1" timeOffset="313600">18545 9190 7533,'7'-18'3276,"-12"8"-2846,-18 20 1,-6 12-11,-2 6 0,-1 7 0,0 6 101,7-6 1,0 3 0,0 4-1,4 2 1,6 0-1069,9-1 1,4 3 0,4 1 0,2 0 0,0-2 0,0-2 320,-2 7 1,0-3-1,4-1 1,6-5 0,9-1-1,6-1 1,3-8 0,-4-13-1,-1-24 1,1 0-1</inkml:trace>
  <inkml:trace contextRef="#ctx0" brushRef="#br1" timeOffset="314396">18779 9402 7533,'-11'-36'1799,"8"17"539,-18-13-1438,18 36-136,-5 16 1,0 9-436,4 8 1,2 6 0,1 3-263,-2 0 1,1 5 0,0 0-1,2-1-450,1-6 1,2 0 0,0-2 0,1-4 382,1 17 0,5-14 0,14-23 0,-6-61 0</inkml:trace>
  <inkml:trace contextRef="#ctx0" brushRef="#br1" timeOffset="314691">18767 9384 7533,'-12'-18'3276,"27"-15"-256,23 19-3170,-6 1 0,5-2 0,2 4-943,-3 9 1,1 4 0,-3 2 1038,7-3 1,-10 8-1,-24 28 1,-39-11 0,0 1-1</inkml:trace>
  <inkml:trace contextRef="#ctx0" brushRef="#br1" timeOffset="314900">18718 9613 7533,'-25'8'3276,"22"-6"-1638,39-1 0,24-2-1047,-13 0 1,3 0-592,-11-1 0,4-1 0,0 1 0,-5 1 0,5 4 0,-4 2 0,-11 0 0,1 0 0</inkml:trace>
  <inkml:trace contextRef="#ctx0" brushRef="#br1" timeOffset="316649">19419 9243 8162,'-6'-20'2159,"0"-11"-720,6 11-539,6-15-271,0 8 91,1 40-293,-4 19 0,-2 17 1,-3 7-1,0-5-360,0-10 1,-2-2-1,0 2 1,2 3-223,2-4 1,0 6 0,1 2 0,0 1 0,1-3 0,0-5-1,0-7-1284,2 8 0,1-6 1439,8 13 0,0-19 0,-6-48 0,-15 30 0</inkml:trace>
  <inkml:trace contextRef="#ctx0" brushRef="#br1" timeOffset="331989">19726 9437 6363,'0'-10'450,"0"-6"180,0 7 449,0-9-899,0 8 1259,0 2-1259,0 8 450,-5-15 989,-7 11-1259,4-12 89,-8 16-89,14 0-180,-9 23 404,9 23 1,3 8-495,-1-16 0,0 0 0,0 4 90,1-3 0,0 4 0,0 1 0,1-2 0,0-4 59,0-1 1,0-4 0,1-1 165,2 18 0,-5-20-1215,-11-50-2467,3-25 2994,-4 8 1,17-12-1,9 12 1</inkml:trace>
  <inkml:trace contextRef="#ctx0" brushRef="#br1" timeOffset="332440">19714 9454 7533,'0'-37'1092,"0"0"0,26 10 0,3 1 546,-18-9 0,2 9-546,21 32 0,10 17 0,-9 3-340,-19-3 1,-8 5-1473,-8 6 1,-5 7-1,-5 0 1,-2-8 494,-6-7 0,-6-5-868,-7 2 1,-4-1 0,8-12-1927,9-20 3019,25 0 0,23 3 0,9 7 0</inkml:trace>
  <inkml:trace contextRef="#ctx0" brushRef="#br1" timeOffset="332987">19997 9049 7533,'0'-28'1638,"-1"1"0,46 15-819,-23 31 0,0 15 0,-1 9 0,-3 0-367,-4-6 0,-2 2 0,-1 3 0,-1 1 0,-3 1 0,-1 0-497,-1 5 0,-2 1 0,-2 1 0,-2 0 0,-2-1 1,-3-3-612,-3 3 1,-3-1-1,-3-1 1,-1-4 0,-3-6 511,-9 6 1,-3-8-1,1-10 1,-16-10-1,41-16 1</inkml:trace>
  <inkml:trace contextRef="#ctx0" brushRef="#br1" timeOffset="334116">20564 9243 7533,'-7'-10'1259,"1"2"1799,6 16-2518,0 10-61,-1 19 1,-1 14 0,0-2-450,1-16 0,1-1 0,-1 5-228,0 5 0,-2 8 0,0 1 0,1-2 1,0-8 152,2 5 0,-1-6-810,-3 15 1,2-22-945,8-42-1478,-5-27 3268,10-1 1,-9 8-1,-2-1 1,2 3-1,1-1 1</inkml:trace>
  <inkml:trace contextRef="#ctx0" brushRef="#br1" timeOffset="334534">20539 9331 7533,'-3'-26'1638,"0"1"0,7-22 932,14 2-2030,7 30 0,5 12 119,-2 20 1,1 14 0,-4 2-795,5 6 0,-9 6-225,-16-2 0,-8 4 0,-6-6-450,-13-4 1,-8-11-830,-8-14 1,2-8-751,6-8 2389,32-12 0,27 24 0,9 2 0</inkml:trace>
  <inkml:trace contextRef="#ctx0" brushRef="#br1" timeOffset="335042">21093 9172 7803,'-18'-43'2968,"10"22"-1529,-25-11-989,17 38-181,-9 3 1,-2 8 389,0 13 1,0 10 0,3-1-450,3-6 0,1-1 0,2 5-13,2 0 1,-1 5 0,2 3 0,3-1 0,8-4-1291,11 10 1,10-3 0,-3-1 865,-8-4 0,-3-1 1,7-4 226,15-6 0,5-4 0,-12-7 0,-20-10 0,4 7 0</inkml:trace>
  <inkml:trace contextRef="#ctx0" brushRef="#br1" timeOffset="335741">21166 9331 7443,'-7'-20'3058,"2"5"-1439,5 15 90,0 31-1574,-2-2 0,-1 5-255,-1 6 0,0 6 0,0-1-150,1-8 0,0-1 1,1-1-601,-2 2 1,-1 0-1,3-9 528,2-11 0,0-52 0,0 3 1,0-1-1</inkml:trace>
  <inkml:trace contextRef="#ctx0" brushRef="#br1" timeOffset="336210">21142 9454 7533,'0'-31'1092,"0"0"0,5 3 0,1 3 2018,2-3-2166,19 32 1,2 8-585,-7 4-315,9 18 0,-6 4-585,-23-12-764,-20 8 0,-9-4 1034,-3-16-1369,-11 7 1,3-3 147,22-14 1491,0 12 0,39-16 0,9 0 0</inkml:trace>
  <inkml:trace contextRef="#ctx0" brushRef="#br1" timeOffset="336701">21376 9190 9961,'0'-18'3276,"11"16"-1155,-8 4-1626,17 28 0,3 13-450,-15-17 0,-2 3-45,7 10 0,2 6 0,-3-4 90,-6-7 0,-6 1-570,-9 8 0,-6 4 0,1-6 390,8-16 0,-4-1-730,-9 5 1,-7 4 0,-1 0 0,5-8 413,-7 2 0,3 2 0,6-1 0,15-11 0</inkml:trace>
  <inkml:trace contextRef="#ctx0" brushRef="#br0" timeOffset="555226">19690 12524 8702,'0'-20'810,"-5"-4"-271,3 23 361,-3-7-91,5 8-89,0 0-180,-6 0 89,5 0-449,-10 0 0,10 0 90,-5 0-360,1 0 270,3 0-90,-3 0 270,-1 31-1,5-6 1,1 5-300,-3 6 0,-2 6 0,2 1-322,1-2 0,0 2 0,1 0 1,-1-1 440,-1-4 1,0 0 0,0-1 0,-1 1 67,1 1 1,0 1-1,0-2 1,0-2 426,-3 11 1,0-6-495,-1 6-360,2 0 180,5-35 90,0 5-720,0-1 418,0-14-1946,0 6 2158,0-24 0,0 4 0,0-13 0</inkml:trace>
  <inkml:trace contextRef="#ctx0" brushRef="#br0" timeOffset="556133">19665 12506 7623,'-19'0'1529,"1"0"-810,6 0 271,-1-8 359,7-2 0,-5 1-89,9-7-361,-3 6-269,10-8-450,19 9-90,19 1 134,-9 17 1,1 5 0,3-5 0,-1 4 135,2 15 0,-4 3-91,-11-12 1,-3 1-180,-1 8 0,-5 3 360,-12-2 0,-5 2-315,-4 5 0,-6 1-46,-3-5 1,-4 0 0,-2 0-420,-2 0 0,-3-2 1,-2-2 269,2-4 0,-2-3 0,1-1 375,-13 8 0,1-7-46,13-14 1,2-4 180,-18-3-2968,17-10-759,13 0 0,12 2 3130,18 8 1,24 16-1,-13-6 1,-1-1 0</inkml:trace>
  <inkml:trace contextRef="#ctx0" brushRef="#br0" timeOffset="557011">20514 12506 7533,'6'-20'2878,"0"-11"-1259,7 27-270,-6-19 1,-2 21-991,-5-6 631,0 8-540,0 8-360,-11-6-180,-8 13-630,-12-5 630,-11 16-45,20-7 0,0 5 45,-1-2 0,-3 3 0,3-2 90,2 1 0,-1 3 180,-1 3 0,-3 5 0,0 1 0,5-2 60,4-3 0,3-2 0,0 4-395,-2 2 1,0 3 0,0 1 0,4-3 483,1 1 1,4-3 0,2 1 108,2 5 1,2 1 0,5-4-79,6-1 0,3-2-90,-2 11 0,5-5-270,7-20 0,2-5-900,3 3-1349,6-3 3577,-21-13-4605,5 14 2457,-11-6 1,-2 7 0,-5 1 0</inkml:trace>
  <inkml:trace contextRef="#ctx0" brushRef="#br0" timeOffset="558093">20933 12771 7892,'0'-10'1799,"0"-6"360,0 6-1169,0-7-271,0 7 271,0-6 359,-11 6-450,2 1-899,-8-7-179,-1 14 89,5-6-540,-11 8 450,0 8 450,-3 2-180,-8 15-90,-2 3 45,21-8 0,-1 3-135,-10 6 0,2 3 90,13-5 0,1 2 180,-7 3 0,-4 4 0,6-4-46,9-2 1,2 1 195,-6 4 0,-2 4 0,4-5-150,7-8 0,2-1 134,-1 17 1,2-2-495,6-9 135,6-4 0,3-5 45,1-10-225,15-1 1,3-6 224,-8-21 0,15 1 0,1-5 90,-27 2 0,-1-3 269,15-13 1,-2 1 360,-13 2 314,-6 5 1,-2 3-496,-7 11-719,-5 4-89,3 18-766,-3 24 1,-1 4 224,5-6-180,-1 0 1,-1 7 0,2-6-720,7 0 1709,12 10 0,2-66 0,-5-2 0,0 1 0</inkml:trace>
  <inkml:trace contextRef="#ctx0" brushRef="#br0" timeOffset="559177">21118 12506 7533,'0'-10'989,"0"-6"-89,-6-1 179,5-3 90,-5 3 91,6 9-361,0 8 270,6 0 181,11 8-1170,-7 1 179,11 13 1,1 5-180,-9-1 0,-2 5-45,0 7 0,1 9 0,-1 3 0,-2-2-468,-5-5 0,-1-1 1,-2 1-1,-1 3 459,-1 1 0,0 3 0,-1 1 0,-2-1 0,-2-3 9,-2 0 0,-3-2 0,-1-1 0,-1-2 99,0-1 1,-2 0 0,-1-3 0,-2-3 94,-3-2 1,-2-3 0,-1-1-270,3 1 0,0 0 0,0-5-60,-4-6 0,1-1-1259,-6 15-1260,17-23 825,13-2-1095,7-16 1007,11-2 1782,-4 0 0,-13 2 0,-9 8 0</inkml:trace>
  <inkml:trace contextRef="#ctx0" brushRef="#br0" timeOffset="611384">16638 12594 6813,'-19'-10'1709,"1"3"-1439,11 7 540,-4 0-271,10 0 271,-5-8 179,6 6-629,0-6 719,-5 0-359,3 6-360,-3-6-540,5 0 360,0 6 539,0-13-269,0 13-630,0-6 270,0 8 90,0 8 180,0 9 89,0 18 1,0 5-495,0-14 0,0 3 38,0 11 0,0 6 0,0-1 126,0-6 1,0 0 0,0 1 120,0 5 0,0 1 0,0 0 119,0 2 1,0-1 0,0-3-270,0-1 0,0-4 450,0-6 0,0-7-91,0-8-359,-6-10-719,5-8-1,-10 0-449,9 0 741,-3 0-2631,5 0 2313,0 0 1,5-55-1,-1 20 1,-1 1 0</inkml:trace>
  <inkml:trace contextRef="#ctx0" brushRef="#br0" timeOffset="612060">16528 12647 7533,'-20'-18'2518,"2"1"-2068,12-9 270,6 7 809,12-7-540,7 9 450,5-1-899,6 0-180,-4 9 269,21 1-449,-22 17 0,1 5-135,8 3 0,0 3 45,-3 13 0,-5 5 45,-4 2 0,-7 0 180,-9-3 0,-6-1-270,-6 3 0,-8-2 224,-15 1 1,-6-5 90,5-7 0,-1-3-495,-7 0 0,2-5-1394,-6-10-1748,24-8 347,12 0 142,12 0 2788,-5 0 0,38-16 0,2-3 0</inkml:trace>
  <inkml:trace contextRef="#ctx0" brushRef="#br0" timeOffset="612721">17253 12541 7533,'-25'-17'3276,"12"7"-706,2 2-2210,5 0-450,0 6 90,-12-6 270,-7 16-90,-6 10-135,9 5 0,1 5 270,-1 2 0,1 4-76,6-4 1,3 3 0,0 0 90,1 6 0,1 2 0,1 1 29,1 2 1,2 2 0,3-1-1221,3 4 0,2 0 0,-1-4 951,-3 3 0,2-4 135,9 0 0,4-7-45,6-8-270,-4-7 0,2-1-450,1-2 1,0-2-1980,14 2-758,-8-3 4044,-6-8 1,-11 17 0,-1 12 0</inkml:trace>
  <inkml:trace contextRef="#ctx0" brushRef="#br0" timeOffset="613684">17376 12912 8702,'-14'-20'2429,"-2"4"-2519,14 16 0,-3 0 270,5 0-270,0 16 1799,-5 27-1125,1-5 1,1 5-525,1-8 0,0 1 0,0 0-150,-1 12 0,0-4 45,3-5 0,0-9 855,0-20-271,0-38-359,0-19-270,3 11 0,0-4 90,0-4 0,0 0-135,3-2 0,0 0 135,2 1 0,2 1 135,0 8 0,5 4 0,2 12 0,2 3-135,2-1 0,2 2 0,4 5 0,1 5 90,0 3 0,0 4 315,1-2 0,-2 4-136,-1 8 1,-2 3 270,7 14-990,-13-1 1080,-29 14-1530,-26-11 1035,15-9 0,-2 1 315,-9-1 0,0 1 89,4 3 1,2 3-135,3-1 0,3 1-360,3-3 0,6 2-135,9 3 0,6-1-180,10 10-135,3-16 0,4-2 46,18 4-2250,6-7-668,-2-8 2972,-16-3 0,3-14 0,-10-3 0</inkml:trace>
  <inkml:trace contextRef="#ctx0" brushRef="#br0" timeOffset="614667">18041 12647 7533,'-6'-25'3276,"5"13"-1605,-5-12-1041,6 22-271,6-5 361,1 22 89,5 28-494,-7 1 0,-3 8-371,0-15 0,0 2 0,-1 2 1,0 1 122,-2 6 0,-1 2 1,0 1-1,1-2-67,1-4 0,-1 0 0,1-2 0,0-2 240,-2 6 0,0-2 0,0-7-240,1-8 0,2-9 180,5-13-1349,-5-26-2108,5-17 0,-6 13 3206,0-1 0,5 23 1,2 0-1</inkml:trace>
  <inkml:trace contextRef="#ctx0" brushRef="#br0" timeOffset="615534">18582 12735 7533,'-5'-27'3276,"3"1"-975,-3 17-2032,5 1 181,0 8-270,0 0-90,0-8 270,-6 6-360,-6-6-540,-18 24 360,8-12 90,0 13 0,-1 5 0,-4 7 0,0 8 0,0 3 180,7-12 0,0 3 120,6 0 0,0 4 0,0-2 239,-5 8 1,3 1-120,8-8 0,1 2 0,1 0-60,-4 9 0,3 0-360,7-5 0,5-2-270,2-9 0,5-5 135,8-8 0,3-4 225,1-6 0,2-5-45,5-10 0,0-7 0,3-5 0,-2-3 135,-5-3 0,-1-1 225,-1 1 0,-3 1 405,3-9 629,-12 9-989,-8 16-720,-5 10-989,-5 42 359,3-1 90,-1-3 1,1 0-810,2 9-90,0-4 1799,0-25 0,0-10 0</inkml:trace>
  <inkml:trace contextRef="#ctx0" brushRef="#br0" timeOffset="615988">18435 13194 9242,'-20'-20'3276,"8"-3"0,6 21-1733,17-6-1453,14 8-180,19 0-1169,1 0-380,-13 0 1,0 0 1377,15 0 1,-9-8 0,-16-2 0</inkml:trace>
  <inkml:trace contextRef="#ctx0" brushRef="#br0" timeOffset="616693">18878 12577 7533,'-12'-36'1619,"5"9"-540,1 1-359,6 17-1,0-7 1,6 14 179,1-6-89,15 16 449,10 25-1079,-5-9 239,-8 2 1,1 8 0,-3 2-240,-5 1 0,-3 1 0,0 4-449,2 2 0,1 3 0,-1 2 0,-2 0 161,-4-9 0,-2 2 0,0-1 0,-2 1 0,-1-2-95,-2 8 1,-1-1 0,-3-1 0,0-1 516,-2 0 1,-1 0 0,-1-2 0,-2-3-180,-3-3 1,-3-4 0,1 1-436,-1 6 0,0 1 0,-1-7 120,-1-11 0,1-4-1459,4 3 1,1-3 1490,1-11 1,2-16-1,4-2 1</inkml:trace>
  <inkml:trace contextRef="#ctx0" brushRef="#br0" timeOffset="695311">13759 12665 6993,'-14'0'2968,"3"0"-2248,5 0 449,5-8-269,-10-2-810,10 0 539,-5 2 91,6 8-1170,0-7 450,0-3 360,0 0-90,0 2 90,0 0-91,0-1 91,0-1-450,-5 2 540,-2 31-90,0 1 0,1 5-151,2 5 1,0 5 0,0 2-359,0 6 1,-1 2 0,1 0 283,1-11 0,0 1 0,0-1 0,1 0 134,-1 8 1,1-2 0,0-3 135,-4 2 0,1-5 1034,4 5-1169,-5-28 89,6-15-808,-5-7-1080,3-3 625,-9 0-985,10 2 719,-5 8-1438,1 0 809,4 0 1799,6 0 0,11-25 0,3-13 0,7-1 0,0 0 0</inkml:trace>
  <inkml:trace contextRef="#ctx0" brushRef="#br0" timeOffset="698539">13684 12700 7533,'0'-18'-1260,"0"9"1260,0-7 90,-5 6 270,3 0 90,-3 2 269,5 8-89,0-7 719,0-3 630,0 0-360,5-14-449,-3 13-1,14-23-899,4 15-270,6 1 135,10 14 0,2 8-45,-3 14-45,8-2 0,-1 3-315,-14 18 315,-6-1 0,-8 3 359,-17-7 1,-9 2-75,-5 3 0,-4 2 0,-3-3 74,-6 5 1,-4-5-165,4-14 0,-4-1 0,5-4-60,-10 7-720,3-24-1979,23-8-758,19-2 2457,-3 0 1,24 18 0,-6 12 0</inkml:trace>
  <inkml:trace contextRef="#ctx0" brushRef="#br0" timeOffset="700451">14299 12488 7533,'0'-17'1889,"0"-1"-1080,0 0-89,0 9-540,0 1 89,0 8-89,0 0 270,-5 15-90,-13-3-270,1 7 0,-2 3-90,-3-4 0,-1 2 30,0 3 0,0 3 0,3 1 15,-2 5 0,3 3 104,1 6 1,2 5 0,3 0 120,6-8 0,3-1 0,2 2-90,-1 4 0,2 3 0,5-2 29,6 1 1,5-1 0,1-6-345,-2-6 0,3-3-45,12 6 1,0-5-631,-9-13-1798,-2 1 2608,-13-8 0,-5-2 0,0-8 0</inkml:trace>
  <inkml:trace contextRef="#ctx0" brushRef="#br0" timeOffset="703094">14349 12788 8342,'-7'-19'1529,"1"-5"-899,6 22-540,0-6 180,0 8-90,0 0 539,0 24 91,0 21-675,0 0 0,0 6-135,2-10 0,0 1 0,0 0-30,0-3 0,0-1 0,1-3 30,0 7 0,1-6-270,1-4-1799,-5-40-629,0-10 2698,0-9 0,-2-1 0,-1-3 0,-1-1 0,1-1 0</inkml:trace>
  <inkml:trace contextRef="#ctx0" brushRef="#br0" timeOffset="703452">14361 12788 7533,'0'-25'1638,"0"-1"0,0-21 842,11 2-1760,9 12-270,22 39-91,-14 5 1,0 5-450,-1 9 0,-2 5 180,-2 0 0,-4 3-315,-8 2 1,-10-2 224,-24 7 45,-3-14 0,-4-3-1,6-16 1,-1-3-225,-5 5 1,2-2-2070,10-7-1028,5 0 2904,13 0 1,23 8-1,10 2 1</inkml:trace>
  <inkml:trace contextRef="#ctx0" brushRef="#br0" timeOffset="704435">14755 12524 8252,'-5'-10'1439,"3"-14"-359,-3 13-271,10-23 1,-3 15-180,9-7-1,-5 32-179,-1 17 0,-3 13-271,-1 3 1,-3 8 0,0 4 0,0 0-462,0-6 0,-1 1 0,0 2 0,0 0 0,0 0 237,1-3 0,-1 0 0,1 2 0,-1-1 0,1-2 1,0-2 246,0 6 0,1-3 1,-1-2-1,2-3-22,0 15 0,1-10 539,5-10-1888,-6-17 539,0-10-2647,0-32 0,5 11 3604,-3-21 0,14 9 0,-2-3 0</inkml:trace>
  <inkml:trace contextRef="#ctx0" brushRef="#br0" timeOffset="705827">14976 12806 9512,'-7'8'1439,"7"25"-1259,2 14-90,3-5 0,1 2-1,-3-2 1,1-1 180,-1-4 0,1-2 450,1 8-1,-10-19-359,3-30-450,-9 4-180,10-31 270,-5-5-360,6-1 1,0-6 359,0-1 0,0 0-30,1 13 0,0 0 0,3-1 209,3-4 1,4 0 0,0 4-135,-1 7 0,3 3 0,13-12 0,6 8 225,-2 22 0,1 8-180,-4-3 0,0 4 45,5 7 0,-5 7 90,-14 7 0,-6 3-46,-2 12-494,-16-9 1,-7-1-91,-3-5 0,-3-3 495,-6 1 0,-3 1 360,-1 6 0,1 1 44,9-7 1,3 1-315,3 2 0,6 1 0,12 16-90,35-8-135,-10-24 0,3-2-135,3 4 0,0-3-900,-3-8 1,-1-2-2198,15 8 3062,-10-8 0,-18 8 0,-10 2 0</inkml:trace>
  <inkml:trace contextRef="#ctx0" brushRef="#br0" timeOffset="706078">15444 13070 7533,'0'-19'3276,"0"3"0,0 16-3082,0 16-1833,-2 7 1,-1 5-1,-1 1 1,1 1 1002,-1 5 0,1 0 636,1-3 0,-1-13 0,-3-23 0,-1-10 0</inkml:trace>
  <inkml:trace contextRef="#ctx0" brushRef="#br0" timeOffset="706635">15751 12753 7533,'6'-35'2788,"-5"7"-1169,5 11-1169,-1 9 90,-3 8-271,3 23-89,-5-9-810,-6 16 1,-4 5 179,-5 6 360,3-13 0,-2 5 0,-1-2 360,-6 6 0,-1 0-120,5-7 0,0 0 0,0-1 839,-6 8 1,2-4-720,-4 4 179,14-13 271,22-32 90,30-2-810,-15 0-1639,14 2 1,-2 1 147,-18 5 1491,11-5 0,-5 6 0,-22 17 0,5 3 0</inkml:trace>
  <inkml:trace contextRef="#ctx0" brushRef="#br0" timeOffset="707394">15998 12383 7533,'-6'-18'2428,"0"-15"-899,6 11-359,11-11-631,8 31 811,18 35-811,-18-8 1,-1 5 0,-1 3-338,-3 3 0,-2 3 1,-1 3-1,-1 0-330,1 2 1,-1 0 0,-1 2 0,-2 2 22,-5-7 0,-1 2 0,-2 2 0,0-1 0,-2 0 0,-1-4-210,-2 6 0,-2-3 0,-1 0 1,0-1 21,-3 5 1,0 0 0,-1-1-1,-1-7-742,-6 5 1,-4-10 1034,-2-13 0,0-7 0,-8 2 0,-14-16 0</inkml:trace>
  <inkml:trace contextRef="#ctx0" brushRef="#br0" timeOffset="720887">21757 12788 6813,'0'-27'1259,"0"9"-809,0 2 450,0 14-271,0-5 181,0 7-1,0 0-179,0 7 180,0 3 179,0 16-269,0 17-720,0-3 0,0 6 59,1-4 1,-1 3 0,-1 1-60,-1-4 0,-1 1 0,0 1 0,0-2 330,2 9 0,1-1 0,-1-4-60,-5 6 0,1-8 179,-1-5-539,5-39-3187,-5-16 0,6-3 747,0-16 2530,0 15 0,6-19 0,1 9 0</inkml:trace>
  <inkml:trace contextRef="#ctx0" brushRef="#br0" timeOffset="721452">21782 12788 7533,'-26'-35'3276,"3"7"-1155,16-5-862,7 21-270,18-11 181,18 21-676,-6 1 1,2 2-225,11 5 0,0 6-360,0 3 0,-2 5-45,-4 4 0,-6 5-45,-8 4 0,-11 4-360,-22 7 1,-12 1 314,-3-7 0,-5-2 75,3-9 0,-3 0 0,0-5 330,-13-1 0,1-4 45,12-3 0,2-3-1664,-9-3-1440,32-16 631,13 6 2248,26-14 0,5-1 0,-11 3 0,0 0 0</inkml:trace>
  <inkml:trace contextRef="#ctx0" brushRef="#br0" timeOffset="721952">22483 12682 7533,'0'-37'3276,"5"-4"0,-3 21-2902,3 3 75,-10 9-359,-13 16-315,-2 6 1,-2 5 134,-9 10 0,-1 5-231,5-4 0,0 3 1,1 2 387,5-4 1,2 1-1,0 2 1,2 0 66,2 1 1,2 1 0,1 0 0,2 0-315,-1 12 0,2 0 1,5-1 51,5-4 0,3 0 0,4-5-862,5 1 1,5-6-361,5-5 1,4-7 1349,18-11 0,-14-18 0,-14-11 0</inkml:trace>
  <inkml:trace contextRef="#ctx0" brushRef="#br0" timeOffset="723062">22693 12876 7443,'0'-27'3148,"0"9"-2159,0 10 181,0 1-181,0 5-179,0-6-451,0 8-898,0 0 629,0 8 180,0-6 269,-6 5-89,5-7-180,-5 0-360,1 0 0,3 0-90,-3 0 270,5 0 270,0 0-1080,-11 32 270,0-7 1,-2 5 329,-2 2 0,-2 5 0,-1 0-29,0 1 1,-1 2 0,-1-1 538,0 0 0,-1 0 0,0-1 89,4-7 1,0-1 0,2-3 194,1-3 1,2-3-225,-5 3-270,17-24-180,0 0 809,11 0 91,14 0-96,24 0-1074,-18-3 0,2-2-405,6-3 1,1-2-965,-7 0 1,-2 0 1286,-1 2 0,-5-1 0,-11-7 0,-17 6 0</inkml:trace>
  <inkml:trace contextRef="#ctx0" brushRef="#br0" timeOffset="723719">22889 12700 7533,'0'-20'2069,"0"-3"-720,0 13-360,6 0 900,23 34-1125,-7 3 1,1 9-465,-5 0 0,0 6 0,-2 3-969,-4-1 1,-2 4 0,-2 0 0,-1-4 788,-1-2 0,-1-4 0,-5 4-188,-6 3 1,-5 5 0,-3-2-1,0-7-564,-7-3 0,-2-4 92,-2 3 1,-1 2-1,-1-3-1099,-5 2 1,2-5 1627,10-13 1,1-3 0,-10 7 0,23-24 0</inkml:trace>
  <inkml:trace contextRef="#ctx0" brushRef="#br0" timeOffset="749163">10153 12647 7533,'-6'-10'1619,"5"-13"-720,-10 19-269,9-28 89,-3 21-179,5-15-360,-6 16 0,5 3 270,-5 7-1,1 7-269,3-5 0,-9 22-90,10-20 540,-9 35-90,3-2-151,3-7 1,0 5 0,0 2-480,0 8 1,0 3 0,-1 2 313,1-6 1,-1 2 0,0 0 0,1-1-180,2-5 0,0-1 0,0-1 0,0-1 135,-2 7 0,0-3 0,1-6-270,3 10 270,0-29-90,0-26-3367,-5-39 0,3 31 386,-3-29 2891,5 37 0,11 8 0,3 4 0</inkml:trace>
  <inkml:trace contextRef="#ctx0" brushRef="#br0" timeOffset="749704">10067 12594 7533,'-18'-43'2968,"10"6"-1934,1 11 1,3 1 314,9-5 180,29-3-1079,-4 23-181,1 17 1,6 9 0,-2 1-360,-1 2 1,-3 5 119,0 3 0,1 5 0,-10 3-270,-13 1 0,-7 2 0,-5-1 105,-4 9 0,-9-3 225,-9-7 0,-7 0 0,0-6 180,1-9 0,-1-5-225,-11 0 0,4-9-3322,12-15 0,5 14 3116,33-4 1,8 24-1,12 1 1</inkml:trace>
  <inkml:trace contextRef="#ctx0" brushRef="#br0" timeOffset="750213">10731 12506 7533,'-12'-20'3276,"0"-11"0,-1 27-2722,-5-12-734,-7 32-270,0 3 0,-3 5 405,-1 6 0,0 5-996,0 1 1,0 4-1,2-4 1086,2-6 0,2 2-424,6 3 0,-1 7 0,3-1 1,3-8 1007,1 12-437,5-7 1,0 10 0,2 2 0,4-9-463,10-6 0,3-2 180,-5 2 0,0 1 1,4-5-361,8-6 0,2-9-1979,10-6 3006,-2 6 1,-17-14 0,-2 6 0</inkml:trace>
  <inkml:trace contextRef="#ctx0" brushRef="#br0" timeOffset="750618">10768 12700 7533,'-19'-27'3276,"6"9"-436,8 18-2975,1 37 0,3 22-105,-1-19 0,-1 2 1,1 1-9,0-2 1,0 1 0,0 0-1,1-2-322,1 4 1,0-3-1,0-4 570,0-4 0,1-8 0,5-15 0,-6-12 0</inkml:trace>
  <inkml:trace contextRef="#ctx0" brushRef="#br0" timeOffset="750980">10707 12788 7533,'-13'-15'3276,"1"3"-1875,5-6 38,1 2 1080,39-1-2160,2 3 1,4 0-765,-4 4 1,1 1-226,-1 0 0,1 0 1,-3 3-1710,13 4 2339,-3 2 0,-58 41 0,-3-12 0,1-1 0</inkml:trace>
  <inkml:trace contextRef="#ctx0" brushRef="#br0" timeOffset="751220">10768 12947 7533,'-37'0'3276,"17"8"0,3-6-923,50 6-3973,-4-11 1,5-2-20,8 0 1,0 0 803,-5 0 0,-4 0 835,13-3 0,-34 0 0,0-1 0</inkml:trace>
  <inkml:trace contextRef="#ctx0" brushRef="#br0" timeOffset="752069">11248 12453 7803,'0'-20'3276,"0"-11"-1156,0 12-860,0-9 179,6 10-855,-2 48 1,-2 19-585,0-10 0,-2 6-453,-1-10 1,-1 5 0,0 4 0,-1 2 0,1-2 0,-1-2 249,0 8 1,-1-3 0,0 1 0,0 1-32,1-2 0,-1 3 0,0-1 0,0-2 1,1-5 23,1 0 0,0-6 0,1-4-2129,1 15 2339,-6-59 0,0-21 0,-7 5 0</inkml:trace>
  <inkml:trace contextRef="#ctx0" brushRef="#br0" timeOffset="753401">11530 12771 7533,'0'-10'2518,"-5"-6"-1079,4 6-809,-4 8-270,5 20-270,-3 9 0,0 7-330,3 1 0,0 4 0,-1 0 90,-1-1 0,0-1 0,1 2-30,0-1 0,0 3 1,2-1-1,0-6-315,1-1 0,1-3-405,-2 12 1,5-14 899,6-34 0,0-19 0,0-22 0</inkml:trace>
  <inkml:trace contextRef="#ctx0" brushRef="#br0" timeOffset="753988">11543 12788 7533,'-12'-43'3276,"5"22"-975,29-11-2301,-10 30 224,14-2 1,4 0-90,4 7 0,-1 2-180,1 3 0,1 2 0,6-2 0,-4 3-45,0 23 0,-31-7-360,-16-6 1,-9 1 329,-7 6 0,-4 2 0,1-3 435,2-5 0,-1 3 269,2 3 1,-4 6 0,2-1-1,6-9-224,2-2-180,-2 22 0,15-2 360,53-26-1170,-17 17-1009,14-26 1,3-6 1591,-4-1 1,-13-3 0,-1-2 0,13-5 0</inkml:trace>
  <inkml:trace contextRef="#ctx0" brushRef="#br0" timeOffset="754152">12072 13070 11131,'-7'-19'3276,"-4"3"-6283,-1 55 2468,4-21 539,-4 23 0,2 6 0,11-21 0,1-1 0,-4 18 0,0 0 0</inkml:trace>
  <inkml:trace contextRef="#ctx0" brushRef="#br0" timeOffset="754871">12392 12700 7533,'0'-18'2158,"-5"9"-1168,3 1-450,-3 23-271,4 14 1,2 9-360,-2 3 0,-1 5 0,-1 0-134,1 1 1,0 0 0,0 2-25,0-2 1,0 2 0,0-1 0,1-5-293,-2 3 0,0-4 58,1 3 1,4-16 481,4-29 0,1-19 0,5-17 0</inkml:trace>
  <inkml:trace contextRef="#ctx0" brushRef="#br0" timeOffset="755404">12380 12700 7533,'-6'-35'3276,"11"15"-2774,-10 4 127,27 20 1,6 8-180,-1 8-271,11 3 1,4 5-315,-8 1 1,-4 4 628,-5 7 1,-8 1-630,-9-12 0,-11-1-720,-28 4 1,-12-8 764,14-16 0,-2-4-1259,-14 9 0,6-2 809,24-9 540,9 6 0,53-16 0,-14 3 0,-1 0 0</inkml:trace>
  <inkml:trace contextRef="#ctx0" brushRef="#br0" timeOffset="756095">12724 12294 10861,'23'13'404,"0"0"1,0 13 0,4 11 0,0 5 0,-2 1-1,-4-7-1105,-6-4 1,-3-2-1,0 6 765,1 2 0,2 7 1,1 6-1,-1 2 0,-1-1 1,-4-3-1,-4-6-208,-5 1 0,-5-5 1,-3-1-1,0 4 219,1-2 0,-1 3 0,-1 2 0,0 0 0,-2-1 0,-1-4-53,-5 6 1,-2-3-1,-2-2 1,-1-1-843,0-2 1,-1-1 0,-1-2 0,2-4 660,-9 9 1,1-7-1,5-9 1,3-9 0,8-15-1</inkml:trace>
  <inkml:trace contextRef="#ctx0" brushRef="#br2" timeOffset="1.03363E6">1129 5468 7173,'-18'0'0,"1"0"90,-1-8 0,8-9 0,-6-3 90,7-5-90,-1 7 179,-6 0 631,14 1 269,-6-1 180,1 8 540,5 2-1079,-6 8 269,8 0-359,0 0 179,-8 8-449,5 20 0,4 14 0,-1 0-121,-5-6 1,-1 1 0,1 4-401,4-2 0,0 5 1,2 1-1,-1 0 1,-1-3 317,0-1 0,-2-2 1,1-1-1,1-1 53,0 7 0,1-2 0,1-5-31,-1-3 1,0-7-360,0-3 270,0-24-809,-8-24-541,6 3 540,-2-7 1,0-3 221,3 0 0,2-1 3,-1 0 1,0-1-46,0 2 0,0 2-899,0-14 629,0 23-2248,0 36 719,0 15 1979,0 14 810,0-19 1619,0-42 359,0-14-2698,0 1 1,0-2-361,0 3 0,0 1-2737,0-18 3174,0 19 0,8 58 1,2 17-1</inkml:trace>
  <inkml:trace contextRef="#ctx0" brushRef="#br2" timeOffset="1.03456E6">1482 5539 7533,'-16'-20'3276,"12"-4"-706,-19 23-1760,21-7-91,-6 8-359,8 0-720,-16 8 1,-4 1 314,-8 16 0,-2 7 404,8-4 1,3 3-120,1-1 0,0 3 0,3 0 120,0 11 0,4 0-46,5-3 1,2-1-90,3 0 0,2-2-135,2-10 0,4-1 179,11 5 1,5-5-539,16-6 314,5-15 0,5-12-255,-17-12 0,-2-8 0,0 2 165,5 2 0,-2-3 45,-3-13 0,-2-8 0,-7 2 315,-11 5 0,-7 0 404,0-2 1,-3-2-1,-9 3 0,-9 10 1,-8 2 0,0 4-675,-1-6 0,-3 9-855,-17 15 1,6 12-2468,21 14 977,3 7 2300,32-1 0,23-9 0,-7-8 0,0 0 0</inkml:trace>
  <inkml:trace contextRef="#ctx0" brushRef="#br2" timeOffset="1.03557E6">1923 5062 7263,'0'-25'3276,"0"5"-76,-16 10-3200,-4 28-90,-4 3 0,-3 3 540,2 2 0,3 3 134,1 7 1,13-3 44,27-16 1,11-3-135,14 0 0,0 3-76,-17 6 1,-3 5 0,-12 0-2059,-22 5 1,-10 0 1502,7-2 0,-1 1 0,-4-4 1,-20 1-1,14-11 0,53-18 0</inkml:trace>
  <inkml:trace contextRef="#ctx0" brushRef="#br2" timeOffset="1.0361E6">1923 5098 7533,'-28'-26'3276,"18"-1"-1638,29 15 0,11 4-2503,13 1 0,7 2 0,-3 1 865,-4 2 0,-2 4 0,8 8 0,-20 4 0,-53 1 0,-1-1 0</inkml:trace>
  <inkml:trace contextRef="#ctx0" brushRef="#br2" timeOffset="1.0456E6">1958 5186 6993,'0'-20'899,"0"-3"541,8 21-451,2-22-179,7 20-271,-7-11-539,6 7 540,-7 6-90,1-6 179,-2 8-269,-8 0 1619,0 0-2159,0 8 0,0-6 360,0 6 360,0-8-90,0 0-360,-8 0-90,-2 0-270,-7 7 0,-9 3 90,15 0-180,-21 14 180,11-4 0,-1 3 180,2 0 0,-1 3 90,-6 6 0,-4 4 0,7-4-90,11-10 0,0 1 150,-7 7 0,-4 3 0,5-8 929,6-9-719,-13 15 540,18-31-810,8 0 719,0 0 540,16-8-449,27 6-1305,-16-1 0,3-2 345,9 0 0,5-1 0,-2 2-150,-6 3 0,-2 1 1,2-3 59,11-8 0,2-4 0,-6 2 105,-3 2 0,-5 0 135,-3-5 0,-15 5 270,-25 11-270,-4 11-810,-13 23-989,7-15-1568,16 7 0,4-32 2644,16 10 0,-16-43 1,-4 9-1</inkml:trace>
  <inkml:trace contextRef="#ctx0" brushRef="#br2" timeOffset="1.04634E6">2064 5221 7083,'-9'-26'1638,"0"-1"0,-1-2-327,2-3-501,8 30 359,0-5-809,0 7 1709,0 23-1889,0-1-499,0 7 0,0 14 1,0 6-1,0-1 1,0-10 273,0 0 0,0 1-18,0-2 0,0 11 1,0 4-1,0-2 1,0-6-1,0-12-926,0 3 179,0-27 810,0-34 0,-7 1 0,2 50 0,0 1 0</inkml:trace>
  <inkml:trace contextRef="#ctx0" brushRef="#br2" timeOffset="1.05667E6">882 7885 7443,'-10'-10'1169,"2"-6"-809,8 6-540,-8 1 180,7 1 270,-7 8 270,0 0 719,6 0-809,-6 0 1798,8-8-1258,0 6-361,-8-6-629,6 8 720,-13 16-540,11 13 0,5 13 0,0 0-31,-4 3 1,0 0 0,1 3 7,1-6 1,1 3-1,1-1 1,-1-3 171,0 0 1,0-2 0,0-7 570,0 1-1710,0-27-2158,-8-22-309,6 6 2972,-6 1 0,32 1 0,5 8 0</inkml:trace>
  <inkml:trace contextRef="#ctx0" brushRef="#br2" timeOffset="1.05763E6">1235 7990 7803,'-18'-17'3276,"8"7"-436,2-6-1491,8 7-989,0-1 270,-7-6-900,-3 14-630,-8 2 541,-15 26 763,10 4 1,1 8-1498,5-1 1,2 3 0,0-1 944,-6 1 1,6 2 213,17 2 0,7 3 0,4-11 114,12-8-60,15-12 0,12-3 0,-6-17 374,-20-15 1,-5-13 0,-1-5 0,-1 2 324,3 0 0,2 0 0,-5-1 0,-10 1-1912,-13-5 1,-12 0 0,-3 4 838,-8-13 0,-5 20 254,-9 46 0,10 13 0,33-11 0</inkml:trace>
  <inkml:trace contextRef="#ctx0" brushRef="#br2" timeOffset="1.05885E6">1623 7497 8792,'17'-8'3276,"-7"-2"0,-2-8-3262,-16 1-643,-2 7 404,-16 10 0,-4 8 225,-6 11 494,13 9 1,11 3-45,36-3 0,11 1-181,-10 6 1,-1 0 450,12 0 0,-13-1-1125,-43-1 0,-11-3 405,11-9 0,0-3 0,-10 1 0,11-7 0,31-12 0</inkml:trace>
  <inkml:trace contextRef="#ctx0" brushRef="#br2" timeOffset="1.05952E6">1605 7497 9152,'-29'-8'3276,"5"-2"0,71 0-2010,-23 6 1,3 0-2360,15-1 1,7-1 0,-5 2 545,-9 2 1,-3 0 0,8-9 0,-15-2 0,-37 3 0</inkml:trace>
  <inkml:trace contextRef="#ctx0" brushRef="#br2" timeOffset="1.06985E6">847 10301 8432,'-10'0'2429,"-6"0"-1350,14 0-89,-13 0-631,13 0 361,-6-16-450,8 13 0,0-21-90,0 22 179,0-14 541,0 14-900,0-5 90,0 30 60,0 9 0,0 9 0,0 2 59,0 3 1,0 2 0,0 3 6,0-9 0,0 3 0,0 1 0,0-1 0,0-4-67,0 6 1,1-3 0,-2-3-465,-3 11 1,0-14-2963,2-30 3174,-6-10 0,32-14 0,5 6 1</inkml:trace>
  <inkml:trace contextRef="#ctx0" brushRef="#br2" timeOffset="1.07089E6">1376 10425 7533,'-18'-18'3276,"1"-8"-1515,7 15-1311,2-13 269,-16 22-809,-1 15 0,-3 6 180,6-6 0,1 7 233,4 10 1,-2 11 0,2 6 0,7-1 0,9-8-264,16 2 0,12-5 0,5-8 749,4-7 1,5-8 0,-2-11-61,3-18 1,-2-14-1,-9-9-803,-16 3 0,-6-7 0,-5-3 0,-4 1 1,-4 8 53,-6 2 0,-6 6 0,-3 4 0,-17-4 0,11 17 0,41 38 0</inkml:trace>
  <inkml:trace contextRef="#ctx0" brushRef="#br2" timeOffset="1.07205E6">1834 9913 9152,'8'-29'3276,"-6"5"-1335,-10 32-2391,-13 13 0,-9 7 810,2-5 0,-3 2 0,0 1 179,-1 5 1,0 0 0,2 0 314,-8 6 1,6-4 944,8 0-180,34-25-1799,31-8 90,-17-8 0,6 7 0,4 0-945,4-3 1,3 1 374,-8 2 1,3 1-1,-3 1-979,2-1 1,-2 0 982,0-3 1,-13-2-1,-36-5 1,7-8 0</inkml:trace>
  <inkml:trace contextRef="#ctx0" brushRef="#br2" timeOffset="1.07264E6">1817 9984 8342,'-10'-28'3276,"2"11"-345,8 17-1042,8 49-1590,-6-17 1,-2 4 0,0 1-600,0 1 0,1 1 1,-2 0-211,-1 8 0,-2 1 0,0-6-524,-1-10 0,0-7-945,5-1 1979,2-36 0,6-6 0,-8 10 0</inkml:trace>
  <inkml:trace contextRef="#ctx0" brushRef="#br2" timeOffset="1.07954E6">988 12647 7892,'-10'-10'3059,"-6"-5"-900,-1 5-1260,5-8-449,-12 32-360,22-8-681,0 24 0,0 21 1,0 5-1,1-11 636,0-14 0,2 1-115,-1 3 0,0 9 0,0 6 0,0-1 0,0-5 1,0-11 249,0 14-660,0-13 0,0 6 0,0-11-2797,0-11 0,7-8 2869,3-2 0,24-24 1,3-4-1</inkml:trace>
  <inkml:trace contextRef="#ctx0" brushRef="#br2" timeOffset="1.08032E6">1358 12823 7533,'0'-17'3276,"0"-16"-526,-8 3-1131,6-5-1169,-21 17-1170,19 10 900,-20 8 90,7 0-855,-8 18 1,-1 11 614,5 2 0,2 5 0,2 3-564,4-3 1,1 2 0,0 0 0,2-1 623,-5 5 0,2-2 0,10 0 60,14 5 0,12-1 0,5-14-60,13-21 0,5-16 629,-6-5 1,3-8-1,-7-7 30,-7-11 1,-8-8 0,-6-3-301,-9 9 1,-5-3 0,-4 0 0,-5 5-1543,-9-2 1,-7 4 0,0 6-547,-1 0 1,1 13 818,-7 24 1,56 3 0,13 8 0</inkml:trace>
  <inkml:trace contextRef="#ctx0" brushRef="#br2" timeOffset="1.08169E6">1799 12330 9961,'0'-20'2519,"0"4"-1620,0 8-359,0-1-180,0-1-450,0 2 450,0 8-630,-8 0 0,-1 8 90,-25 2 360,5 23-45,3-19 0,1 1-90,9 6 0,2 2 45,-1-2 0,5 1 180,26 23 89,4-22 1,5-1 45,6 4 0,2-1 44,-3-11 1,-5 1 449,-5 13 1,-14 1-1665,-30-8 1,-9-3-361,14 2 1,-1-3-225,-16-1 0,5-8 1349,23-8 0,34-24 0,11-5 0</inkml:trace>
  <inkml:trace contextRef="#ctx0" brushRef="#br2" timeOffset="1.08201E6">1782 12347 7533,'5'-27'1092,"26"12"0,17 5 0,-5 1-918,-12 3 1,1 1-1,10-2 1,5-1-1,-23-1 1,-28-1-1</inkml:trace>
  <inkml:trace contextRef="#ctx0" brushRef="#br2" timeOffset="1.08459E6">1041 14905 11490,'-10'-20'1979,"2"-3"-1349,8 13-1350,0 0 451,0 10 628,0 120-688,0-95 0,0 3 463,0 10 1,0 10 0,0 3 0,0-4 255,0 5 0,0-2 0,0-3-91,0-10 1,1-2 0,-2 1-330,-1 8 0,-1 1 0,0-13-3247,1-16 0,-6-16 3251,16 0 1,10-24-1,9-5 1</inkml:trace>
  <inkml:trace contextRef="#ctx0" brushRef="#br2" timeOffset="1.08526E6">1446 15064 7533,'-22'-27'1638,"-1"1"0,-4-4 1638,3 7-2632,15 23-1004,-25 15 135,15 11 0,1 7 540,-7 6 0,5 7-68,17-2 0,7 8 1,2 0-1,-1-6-292,-10 1 0,12-8 359,21-13 1,17-3 0,2-6 0,-9-13-90,-6-19 0,-3-15 170,-3 2 1,4-9 0,-1-4 0,-5 2 0,-9 4-216,-13-8 0,-12 2-1273,-8-6 1,-8-2 0,-1 13 436,3 25 1,1 5-1,0-8 1,72 12 0</inkml:trace>
  <inkml:trace contextRef="#ctx0" brushRef="#br2" timeOffset="1.08608E6">1940 14570 7533,'0'-28'3276,"-8"3"-886,-9 7-2120,-11 16-990,-12 17 1,-2 11 674,14 6 0,1 3 315,2-10 0,-2 0 0,11-1 44,13 4 1,13-5 764,32-4 1,10-6-810,-9 0 0,-1 1 629,5 6 1,-16 5-1485,-43 10 0,-19-1-359,-11-11 0,-4-5-695,0 7 1,8-9 1411,14-24 1,55-11 0,0 1 0,-1 1 0</inkml:trace>
  <inkml:trace contextRef="#ctx0" brushRef="#br2" timeOffset="1.08632E6">1834 14640 7533,'2'-30'273,"0"0"0,28 11 0,17 5 0,4 3 0,-8 0 0,-5-5 0,0 2 0,10 11 0,-1-1 0,1 1 0,-1 0 0</inkml:trace>
  <inkml:trace contextRef="#ctx0" brushRef="#br2" timeOffset="1.0902E6">2787 14058 7533,'-10'0'3276,"2"-15"-2774,8 3 847,0-6-810,0 10 1170,0 8-1169,0 0 270,8 63-945,-7-23 0,0 6 135,1-8 0,0 4 0,0 1 0,0 1-180,-2 3 0,0 3 0,-1-3 0,2-5-1459,3 3 1,0-4 96,-3 10 1,0-21 1541,3-56 0,0-13 0,-4 13 0,0-23 0</inkml:trace>
  <inkml:trace contextRef="#ctx0" brushRef="#br2" timeOffset="1.09057E6">2734 14252 7533,'-15'-29'1092,"1"-1"0,23-10 0,13 0 0,2 13 0,6 2 0,0 1 0,0-1 0,1 2 0,4 2-1526,9 2 1,8 1 0,-2 3 0,-10 2-1186,-9 3 0,-3 3 1619,30-2 0,-20 10 0,-73 30 0,3 0 0,-1-1 0</inkml:trace>
  <inkml:trace contextRef="#ctx0" brushRef="#br2" timeOffset="1.09085E6">2893 14270 7533,'-28'10'3276,"3"13"0,31-19-1638,34-9 0,10-6-1752,-11 4-979,6-6 1,9-3 0,-12 5 629,-14 9 1,15 10-1,-37 12 1</inkml:trace>
  <inkml:trace contextRef="#ctx0" brushRef="#br2" timeOffset="1.09136E6">3334 14217 7533,'-36'-20'3276,"9"20"-1766,13 18 0,3 7-1915,-1 17 1,6 5 134,7-14 0,4 2 0,3-1 150,2 2 0,5 0 0,5-10-240,19-14 1,4-19 1451,-10-20 0,-2-16 0,-5 0 0,-7 12 0,-4 0 0,-2-1-488,-2-14 0,-4 0 1,-3 24-2244,-10 50 1,2 19-1,14-10 1,3 2-1,-6 11 1,2-4 1169,7-19 1,1-15 0,-4-29 0,-2-13 0,-1 1 0,0-1 0</inkml:trace>
  <inkml:trace contextRef="#ctx0" brushRef="#br2" timeOffset="1.09174E6">3669 14323 7533,'-8'-28'1638,"7"50"0,0 9 1638,-7-5-3899,24 9 1,7-11 891,-7-43 1,2-13 269,4 7 1,3-1 0,-4-2 552,-6-5 0,-4-3 0,1 7-230,13 0-1955,-20 49 1,-4 20 0,1 0-547,6 5 1,0 2 1366,-6-2 0,0 3 0,5-14 0,19-18 1,-9-45-1</inkml:trace>
  <inkml:trace contextRef="#ctx0" brushRef="#br2" timeOffset="1.09238E6">4269 14288 7982,'-8'-36'1638,"-17"14"0,-7 9 0,6 15 0,-1 8-1181,-15 8 0,6 11-337,19 0 0,7 7 0,9-1-240,14 1 0,11-1 0,4-6-1519,14-4 1,6-11 1507,-9-7 0,2-4 0,-3-11 0,-6-17 0,-4-12 0,-4-1 0,-10 1 0,1-1 0,-1 1 0</inkml:trace>
  <inkml:trace contextRef="#ctx0" brushRef="#br2" timeOffset="1.09281E6">4480 14005 7533,'-4'-36'819,"0"0"0,5 56 0,2 25 0,-1 1-1639,1-9 1,-1 2 0,1 1 0,-1 1-1,3 10 1,2 4 0,-3-5 0,-8-14 4095,-27-4-150,11-75-2107,19-4 1,8-10-1,8 16-1919,6 26 1,7 6 899,7-4 0,8-2 0,1 0 0,-7 3 0,-2 2 0,-3-1 0,12-11 0,0 0 0</inkml:trace>
  <inkml:trace contextRef="#ctx0" brushRef="#br2" timeOffset="1.09339E6">4848 14235 7892,'-7'-10'2339,"1"2"937,5 8-1785,-8 23-1940,7-1-644,2 9 1,0 10 0,7-7 853,9-10 0,5-5 1,3 3-1,2-11 1,7-36-1,1-1 1</inkml:trace>
  <inkml:trace contextRef="#ctx0" brushRef="#br2" timeOffset="1.09405E6">5094 14305 7533,'-23'-33'3276,"14"19"-3475,-4 39 0,4 13-161,24 7 270,-3-6 0,2 5 0,3-19 810,16-45 899,-16-10 0,-6-7-1079,-12-2 0,-2-2-1395,7 0 1,2 8 674,0 17 449,20 18 1,4 12 494,-11 5 1,-4 5-540,5 11 0,-1 2-810,-3-1 1,2-13 764,18-37 1304,-16-18 0,-1-6-3013,2 3 0,2 7-1748,18 16 2943,-21 48 0,1-3 0,4-2 0,15-3 0</inkml:trace>
  <inkml:trace contextRef="#ctx0" brushRef="#br2" timeOffset="1.09441E6">5833 14093 7533,'-29'-25'3276,"-3"13"-2216,8 23 1,4 10-2456,11 12 1,9 8 1963,4-5 1,6 2 0,1-2 329,10 11 1,1-4 89,-4-11 1,-10-5-4267,-45-2 3269,8-18 1,-4-4 0,-9-1 0,0-4-1,8-3 1,1 0 0</inkml:trace>
  <inkml:trace contextRef="#ctx0" brushRef="#br2" timeOffset="1.09458E6">4984 13935 7533,'-42'-15'655,"0"0"0,14-11 1,14-3-1,42-10 0</inkml:trace>
  <inkml:trace contextRef="#ctx0" brushRef="#br2" timeOffset="1.10728E6">1199 16916 7533,'20'8'-900,"4"-7"1080,-22-1-180,-2-9-360,-10-17 1,-16-1 538,14 7-179,-3-3-269,7 21 269,14 2 0,-12 25 0,14 12 0</inkml:trace>
  <inkml:trace contextRef="#ctx0" brushRef="#br2" timeOffset="1.10785E6">1182 16880 5824,'0'-9'90,"0"-7"179,-16 6-358,12 0 358,-11 34 451,15-16 2556,0-47-2744,-1 57 0,-1 28 0,0 12 0,0-5 1,1-19-623,-1-16-180,1 9 0,0 17 0,1 12 0,0 5 0,1 3 1,-1-5-1,0-8 0,1-13-135,-1-4 0,2-4 405,0 12 0,1 3 0,0-24 0,-3-40 0,0-15 0,0-13 0,0 0 0</inkml:trace>
  <inkml:trace contextRef="#ctx0" brushRef="#br2" timeOffset="1.10826E6">1147 16986 7533,'21'-45'546,"1"0"0,-1 0 0,1 0 0,19 49 0,5 19 0,-18 7 1009,-39 12 0,-9 10-1825,28-15 0,10 6 0,2 2 1,-6-4-1,-15-9 270,-39 0 0,-16-11 0,26-13 0,46-18 0,12-6 0,4 2 0,0 1 0</inkml:trace>
  <inkml:trace contextRef="#ctx0" brushRef="#br2" timeOffset="1.10876E6">1958 16651 7533,'-31'22'468,"-1"0"0,1 0 0,-1 0 0,6 11 0,3 4 0,3 4 0,3 5 0,6-5 0,2 4 0,1 4 0,2 1 0,1 0 0,2-3 0,0-4-297,0 9 1,2-3-1,4-3 1,6-4-1,16 8 1,7-5-1,-9-27 1,-13-43-1</inkml:trace>
  <inkml:trace contextRef="#ctx0" brushRef="#br2" timeOffset="1.10937E6">2240 17410 7533,'-35'-10'562,"23"10"0,14 2 0,26 6 0</inkml:trace>
  <inkml:trace contextRef="#ctx0" brushRef="#br2" timeOffset="1.10957E6">2540 17374 7533,'-27'-9'467,"32"1"1,25 8 0,1 0 0,1 0-1</inkml:trace>
  <inkml:trace contextRef="#ctx0" brushRef="#br2" timeOffset="1.10972E6">2734 17427 7533,'-10'-10'389,"26"10"1,13 10 0</inkml:trace>
  <inkml:trace contextRef="#ctx0" brushRef="#br2" timeOffset="1.11042E6">3351 16581 7533,'8'-26'3148,"-6"-1"-1799,23 36 0,5 17-944,-7 10 0,-3 12-706,-7-11 1,1 8 0,-1 4 0,0 3 0,-3-2 0,-2-3 12,-3-1 0,-3-2 0,-1 0 1,-3 0-1,0 2 452,-2 1 1,-1 3 0,-2 1 0,-1-2 0,-3-4 0,-1-7 69,-8 2 1,-4-8 0,-1-4-1874,-14 10 1,2-13 973,9-23 0,20 6 0,18-8 0</inkml:trace>
  <inkml:trace contextRef="#ctx0" brushRef="#br2" timeOffset="1.11191E6">1288 16916 5824,'9'-10'0,"-1"-6"270,-8 6 539,0 1 450,-15 1-359,3 8-450,-14 0 89,17 0 451,-15 0 449,12 0-180,-13 0-269,7 0-1,24-8-450,12-5 1,7 0-45,17 1 0,6 3-405,-12 3 0,2 1 0,-2 6-90,-1 6 0,-1 5 0,-5 4-270,2 14 0,-9 5 45,-14 4 0,-8 2 225,-6 3 0,-8-1 90,-9-3 0,-5 0 405,2 2 0,-3-4-1,0-6 1,-4-9-225,0-15 0,-3-7 0,5 0-360,-8 1-90,-5-14 0,9 0-3097,31 12 0,-4 0 2457,18 0 1,23-15 0,5-5 0</inkml:trace>
  <inkml:trace contextRef="#ctx0" brushRef="#br2" timeOffset="1.11314E6">4251 16616 7533,'0'-43'1799,"0"21"-180,0-9-1170,0 60-134,1-4 0,-2 5-225,-3 5 0,-3 6 0,0 5 0,1 3-221,3-9 1,1 3 0,0 2 0,0 2 0,1 0 0,-1 0 0,1-3 264,-1 3 1,0 0 0,0-1 0,0 0 0,1-1 0,0 1-61,0-2 1,0 2 0,0 0-1,1-3 1,2-4 0,3-7 689,10 16 1,3-25-645,-3-44 0,-1-23 0,0 1 60,2 0 0,0-2 67,-2 5 0,2-6 1,-1 2-1,-4 7-157,-5 4 0,2 13 269,27 31 1,1 18-675,-25-5 1,-3 7-506,6 6 1,4 8 0,0 0 0,-3-8 272,-2-7 1,1-5 0,7 1 0,2-11 0,22-36 0</inkml:trace>
  <inkml:trace contextRef="#ctx0" brushRef="#br2" timeOffset="1.11366E6">4984 17392 7533,'-6'-39'1092,"-1"0"0,-1 6 0,-7 9 2018,-33 20-3650,23 26 0,0 14 1,1 2 928,1 0 1,2 2 0,7 1-480,8 5 0,7 0 0,10-14 450,33-22 30,-10-26 0,4-12 0,-6-3 629,-11-2 0,-5-2 1,1 7-2459,17 5-200,-28 49 1,-2 16 545,5-7 1,4 2 0,-1-1 781,-2 19 1,6-16 0,12-39 0,1-16 0,-13-13 0,0 0 0</inkml:trace>
  <inkml:trace contextRef="#ctx0" brushRef="#br2" timeOffset="1.11397E6">5402 16828 7533,'-13'-48'3276,"2"54"-2476,8 18 0,6 16 0,3 8 0,-1-1-1190,-3-8 0,0 2 0,0 1 1,0 2-1,0-1 0,1-1-266,2 7 1,0-1-1,0 1 1,1-2 0,-2-1 632,1 8 0,1 1 0,-3-7 1,-3-15-1,-6-15 0,-14-40 0</inkml:trace>
  <inkml:trace contextRef="#ctx0" brushRef="#br2" timeOffset="1.11416E6">5267 17445 7533,'5'-41'819,"0"1"0,0-1 0,6-4 0,12 4-604,11 15 0,12 3 1,4 4-1,-3 3-215,-2 3 0,-1 5 0,-1 1 0,4 1 0,-1 0 0,-5 3 0,-10 3 0,0 0 0</inkml:trace>
  <inkml:trace contextRef="#ctx0" brushRef="#br2" timeOffset="1.11652E6">5378 17339 7533,'-25'-18'2968,"12"9"-1709,2-15 360,33 4-765,17-1 1,9-1-735,-17 9 0,1 1 0,2 0-8,3 2 1,3 1-1,1 1 1,-3 0-263,0-1 0,-2 0 0,-2 1 285,7 4 0,-7-1 2563,-5-11-3283,-63 10 1,-17 2 404,7-6-72,11 11 0,-11 4 0,-4 2 1,3 5-1,10 2 731,8 10 1,6 5 0,2 1-300,-4 3 0,0 2 0,7 1-180,5 10 0,15-4 135,34-16 0,8-3 179,-14 5 1,-4 1 0,-7-5 0,-2 3 45,5 16 0,-8 0-270,-19 4 1034,-20-16 0,-10-5-405,-4-16 1,-3-7-2114,-3-1 0,0-4-245,3 2 1,8-5-1639,19-19 2457,18 24 1,34-8 0,-6-2 0</inkml:trace>
  <inkml:trace contextRef="#ctx0" brushRef="#br2" timeOffset="1.11853E6">6855 17304 8072,'-14'0'3276,"-8"0"-705,19 0-1987,22-17 1,11-5-585,-4 4-210,2 0 0,5-3 1,-3 3-61,9-2 45,-11 9 0,-1 5 1035,6 22-451,-13 3 1,0 7-1311,-1 4 0,1 4 1,0-2 950,-3-2 0,5-5 389,17-4 1,9-5 0,-6-14-2029,-10-32 1,-1-9-1,13 16 1,-4-1 1527,-15-13 1,-17 9 0,-30 36 0,-5 12-1</inkml:trace>
  <inkml:trace contextRef="#ctx0" brushRef="#br2" timeOffset="1.11904E6">6940 17798 7533,'-36'0'3276,"10"-8"-1766,28-14 0,11-5-701,14-7 1,8 1-630,-8 8 0,2 1 0,2 7 209,2 8 1,2 6 0,-1 5 29,0 5 1,0 5 0,0 2-180,-3 3 0,-1 2 0,4-8-1060,2-14 1,3-8 0,0-3 0,-4 3 683,7 3 0,-3-2 0,-7-10 1,-1-5-1,-9 15 0,-11 30 0</inkml:trace>
  <inkml:trace contextRef="#ctx0" brushRef="#br2" timeOffset="1.11988E6">8294 16775 7533,'-5'-36'2788,"3"9"-1169,-9-6-629,10 21-1620,-21 35 630,13 3 157,-4 9 1,-4 13-1,-1 3 1,4-9-24,5-11 1,2 3 109,1-2 0,-1 9 0,0 6 1,1 2-1,1-1 0,2-2 0,4-7 745,8 12 1,5-5 0,-1 0-1283,-9-7 1,-2 3 0,0-3-1,3-4-22,14 11 1,-6-22 314,-24-57 0,31 25 0,2 8 0</inkml:trace>
  <inkml:trace contextRef="#ctx0" brushRef="#br2" timeOffset="1.12052E6">8688 17127 7533,'-3'-26'1092,"1"-1"0,2-4 0,-2 2 1298,-20-3-3019,-15 32 719,11 26 0,0 11 179,5-4 1,2 3 0,4 3 60,3 9 0,5 3 0,10-1-300,10-3 0,9-3 0,8-6 127,0-14 0,6-3 1,3-6-1,0-8 630,1-9 0,1-7 0,0-6 0,-4-4-293,1-8 1,-2-6 0,-5-5 0,-8-3-279,-9-1 0,-7-5 0,-4-1 0,-6 0 0,-5 5 211,-9 0 0,-7 3 0,-5 3 1,1 2-833,2 5 0,-2 1 0,0 4 1,-1 7-689,-8 7 1,-1 7 0,9 10 545,7 37 1,36-21 0,10-1 0,7 1 0,1 1 0</inkml:trace>
  <inkml:trace contextRef="#ctx0" brushRef="#br2" timeOffset="1.12542E6">9094 16457 6723,'-7'-10'540,"2"2"1439,-1-7-270,-1 3 0,6-21-900,8 13-449,21-2 0,7 3-360,12 5-180,2 5 0,0 3 360,-12 7 450,2 23-900,-44-4-120,-16 5 0,-11 7 0,0 1 450,9-4 0,1 0 0,-3 1 60,-8 3 0,-2 0 0,6 1 554,7 10 1,10-6-585,13-16 1394,29-7 1,7-7-1126,-5-8-1452,5-2 1,8-1 0,-9 0-2081,-12 2 3145,15-6 1,-6 6 0,-29 9-1,12 1 1</inkml:trace>
  <inkml:trace contextRef="#ctx0" brushRef="#br2" timeOffset="1.12642E6">9611 16404 6903,'-19'-35'3276,"6"15"-525,13-11-593,24 19-1438,9-13-46,12 17 1,3 6-495,1 2-720,-5 6 1,-15 6-586,-44 4 1,-12 3 899,9-2 0,1 3 135,-10 17 0,3 1 0,5-3 989,49-10 1,23 2 0,-20 1 449,-42 4 0,0-1-1349,52-4 0,-5-3-45,-58 1 0,-17-1-1594,-7-5 1,4-7 1106,23-6 0,-15 9 0,10 1 1,48-6-1</inkml:trace>
  <inkml:trace contextRef="#ctx0" brushRef="#br2" timeOffset="1.20493E6">22151 14058 7263,'-14'0'1259,"-2"0"-269,15 0 179,-5-8 1170,6-9-810,0 5-270,0-12-539,0 15 269,6-1 180,-5 26-989,4 5 45,-6 9 0,-3 7 74,0 3 1,0 5 0,-1-3-210,1-2 0,0 0-30,-2 10 0,0 4 0,2-13 210,2-15 899,-3 5-1708,0-56 269,3 3-2069,-3-3 900,5 9 719,0 14 451,0-14-1081,0 15-1618,0-7 1799,0 8 1169,0 0 0,16 8 0,5 1 0</inkml:trace>
  <inkml:trace contextRef="#ctx0" brushRef="#br2" timeOffset="1.20576E6">22471 14164 7533,'-7'-20'2788,"2"-11"-1888,0 27-1,3-19-629,-3 21-90,5-6 629,0 8-89,0 0-450,-6 0-360,-1 8-90,-11 1 180,-6 17 360,-8 9-225,16-9 0,1 1 44,1 0 1,4 1 90,1 10 0,5 0-45,2-9 0,4-1-270,5 4 0,4-3 45,20 6 45,-7-23 0,2-6 0,4-7 0,1-6 449,-2-8 1,0-5-90,2-5 0,-3-5 179,-4-12 1,-4-2-225,-3 11 0,-2-1 134,-3-12 1,-7 0-315,-8 17 0,-5 1-540,-4-4 0,-7 3-495,-7 12 1,-4 7-765,1 7 0,1 6-1658,-16 17 0,26 7 3071,20-2 1,37-7 0,8 0-1</inkml:trace>
  <inkml:trace contextRef="#ctx0" brushRef="#br2" timeOffset="1.20669E6">23000 13882 8612,'7'-20'3276,"-2"5"-1695,-5 7-861,0 6-1260,0-6-179,-16 8-1,-4 0 720,-17 8 0,0 9 360,5 3 180,13 13 449,19-13-90,30 5-359,10-15-225,-5 2 0,1 0 224,12-1-314,-24 4 0,-6 4-495,-12 8-359,-20 1 269,-7-7 0,-4-1-359,-16 1 404,16-7 0,0-2-405,-5-4-629,18-8-450,6 0-809,12 0 2608,1 0 0,5 0 0,0 0 0</inkml:trace>
  <inkml:trace contextRef="#ctx0" brushRef="#br2" timeOffset="1.20709E6">23025 13917 7533,'0'-27'3276,"0"1"0,16 1-1823,21 13-2892,-9 3 0,2 2 584,4 10 1,0 2 854,-8-4 0,-2 0 0,17 7 0,-16-8 0</inkml:trace>
  <inkml:trace contextRef="#ctx0" brushRef="#br2" timeOffset="1.21274E6">19702 14093 7533,'0'-9'1349,"0"-7"-1079,0 14 0,0-14 359,0 14 91,0-13-91,0 13-89,-5-6-90,3 8-540,-3 0 360,5 0 90,-5 0 89,3 0 361,-3 8-720,5 2 270,0 7 179,0 17-314,0-9 0,0 2 45,0 9 0,0 1-180,0 7 0,0 0 0,-3-6 0,0-3-180,3-7 0,-1-3-180,-5 0 90,6-17-90,0-8-2069,0 0 810,6 0 360,-5 0-990,10 0 2159,-9 0 0,14-24 0,-3-5 0</inkml:trace>
  <inkml:trace contextRef="#ctx0" brushRef="#br2" timeOffset="1.21356E6">20034 14217 7533,'-12'-27'2788,"5"1"-2428,-4 16 0,10 2-360,-5 1 359,1 5 361,-2-6-450,0 8-270,-4 0-450,-1 0 90,-1 8 270,-11 9 450,5 11-135,9-4 0,1 3 135,-4 12-180,9-2 0,3 0-180,5-12 0,3-1-90,-3 8 0,6-3 135,13-13 0,6-5 314,13 5 136,-9-24 0,-1-7-181,-5-2 1,-4-4 90,-3-8 0,-2-4 404,2-6 1,-4-1-405,-7 12 0,-4-1-360,-4-6 0,-8 4-675,-30 9-360,9 9 1,-1 3-495,2 8 0,2 4-1793,-17-2 3122,35 0 1,36 15 0,-5-5 0,-1 0 0</inkml:trace>
  <inkml:trace contextRef="#ctx0" brushRef="#br2" timeOffset="1.21439E6">20478 13970 8522,'0'-18'3238,"5"1"-1978,-3-9-451,3 14-89,0-11-630,-3 13-990,-8 0-179,-13 10 719,-23 18 90,2 9 180,18-9 0,2 0 90,1 9 720,13 6-360,29-5-360,-1-1 134,6-9 1,1-2 225,1 3-90,-2-7 0,-3 2 809,-11 11-449,-3-5-1080,-39 5 0,-12-7 270,15-12 1,-1-2-631,-16 4-269,18-8-540,6-8-1658,11 6 3151,7-6 1,29 0 0,10-2 0</inkml:trace>
  <inkml:trace contextRef="#ctx0" brushRef="#br2" timeOffset="1.21463E6">20428 14005 7533,'-12'-27'3276,"5"-6"0,12 5-1103,31 8-2668,-7 8 0,5 1-1034,14 5 0,2 2 1529,-15 1 0,0 0 0,-3-1 0,2 0 0,-3 1 0,13 3 0</inkml:trace>
  <inkml:trace contextRef="#ctx0" brushRef="#br2" timeOffset="1.21921E6">20564 13864 7982,'-14'0'1440,"3"0"-451,16 0 0,2 0 271,11-8-541,-10 6 1,9-5-360,-10 7-90,0-8-91,3 6-268,-8-14-181,3 14 0,-5-6-270,-11 16 450,-3 2-629,-21 23 539,2-3 0,2 1 0,-2 4 135,6-6 0,1-1 45,-2 3 0,0 1 270,0-1 0,4-3 179,7-7-179,-5 3 270,22-24 1079,0 0-270,6 8-269,6-7-361,23 7-944,-5-7 0,2-2-405,3 1 1,1 0 314,1 0 1,0 0-46,-3 1 0,-3-2-270,9-7-539,1-1-270,-27-17-450,-8 14 1889,-24 5 0,2 24 0,-7 11 0</inkml:trace>
  <inkml:trace contextRef="#ctx0" brushRef="#br2" timeOffset="1.21971E6">20649 13917 7533,'-18'-35'2878,"5"15"-1978,8 5 179,5 15-90,5 0 1,-3 15-91,8 20-674,-8-9 0,-2 3-165,-3 8 0,-1 4 0,0-1-420,-3 9 0,-1 0-90,2-8 1,-1 2-1,1-6-315,0-7 1,1-5 44,5 7-1438,6-56 1348,0 10 810,1-11 0,4 9 0,-4 7 0</inkml:trace>
  <inkml:trace contextRef="#ctx0" brushRef="#br2" timeOffset="1.23894E6">17167 13882 13289,'-6'-20'360,"0"5"-90,6 15 540,0 0-631,0-8 541,0 29-180,0 24-585,-2 1 0,-2 6 225,2-8 0,0 2 0,0-2-1,-2-8 1,-1-2 0,1-1 135,1 13 0,-1-7-45,-1-14 0,5-25-3547,0-17 0,0-3 0,0 2 2833,0 11 1,11 7 0,3 0 0</inkml:trace>
  <inkml:trace contextRef="#ctx0" brushRef="#br2" timeOffset="1.23969E6">17413 14041 7533,'0'-28'3276,"0"3"-2145,0 7 488,6 0 90,-5 9-989,5-7-270,-12 14-720,5-6 90,-10 8-630,-2 0 540,0 8 181,-16 10 178,12 20 1,3 6 135,2-16 0,2 1-195,2 3 0,2 4 0,3-4-345,7-4 0,5-3 540,3 0 0,6-5 539,21-17 1,4-10-315,-15-1 0,-2-8 269,4-16 1,-1-11 0,-12 1 179,-21 0 1,-7 1-1080,4-5 0,-5 6-990,-11 20 1,-2 9-2108,0 11 2457,18 8 1,25 1 0,14 9 0</inkml:trace>
  <inkml:trace contextRef="#ctx0" brushRef="#br2" timeOffset="1.24084E6">17844 13811 8972,'-12'-19'3276,"5"3"-616,2 8-1850,5-2-90,5-7-1,-4 7-449,5 2-1799,-6 0 450,-11 6 989,8-6 90,-24 16-180,11 2 360,-19 16 449,3 9-314,18-14 0,3 3 44,2 3 1,5-1-270,11 3-90,29-5 0,-13-32-90,5-7 1,0-3 178,-5-14 406,-4 10 0,-2 1 224,-5-4-89,-7 7-2069,-10 16 1079,3 4 810,-3 24 0,0 13-181,4-6 1,0 2-270,-4 14 0,0 0-135,4-11 0,0-5-314,-4 2-2828,5-19 0,5-40 3004,-3 18 0,8-17 0,-3 23 0</inkml:trace>
  <inkml:trace contextRef="#ctx0" brushRef="#br2" timeOffset="1.25804E6">14213 13794 9242,'-6'-10'3276,"6"-22"-1605,1 19-1851,4-13 630,-5 73 179,-5-9-404,4 2 0,1 13 0,0 2 0,0-9-180,-3-10 0,0 0-135,2 3 0,1 8 0,1-3 0,-1-13 90,0-10-2429,6-21 91,-5-21-939,4-7 3061,1 13 1,17 15 0,11 0 0</inkml:trace>
  <inkml:trace contextRef="#ctx0" brushRef="#br2" timeOffset="1.25872E6">14472 14005 8072,'0'-10'2159,"5"-5"180,2-11-1260,6-3-1259,-6 1 0,-7 13 270,-7 15 810,-17 0-630,9 0-540,-13 8 180,14 9-90,-15 11 90,19 2 0,5 6 90,4 9 0,6 1 0,4-1 0,9-4 120,7-14 0,7-4 0,1-12 569,-3-20 1,1-12 0,-1 2-510,11 5 0,-4-6 337,-19-11 0,-5-12 0,-4 0 0,-4 9-157,-7-1-390,-7 1 0,-6-5 0,0 8-1409,-10 10-200,-1 8 1,1 8-1639,10 15 206,-1 9 3071,21-1 0,24-2 0,10-7 0</inkml:trace>
  <inkml:trace contextRef="#ctx0" brushRef="#br2" timeOffset="1.25953E6">15026 13723 7533,'7'-20'1529,"4"-3"-810,-10 13 1620,21-7-1170,-18-1-269,13 8-270,-17 10-810,-11 10-630,-3 8-179,-22 15 989,15-15 0,-1 1-135,-6 3 0,-1 1 944,-2 7 1,1-1-451,6-9 1,3-1-180,-9 16 0,24-11 180,19-22 719,17 6-629,3-16-315,-7 7 0,0 0-315,9-15-449,11 14-361,-20-6 450,5 1-1438,-12 5-721,-7-14 1350,-6 14-900,-6-6 1260,0 8 989,0 0 0,0 8 0,0 2 0</inkml:trace>
  <inkml:trace contextRef="#ctx0" brushRef="#br2" timeOffset="1.26006E6">15051 13741 12750,'7'8'899,"4"33"-899,-10-8-1574,2 12 0,-1 0 854,-2-10 720,3 3 0,-6-11 0,-8-31 0,-2 0 0</inkml:trace>
  <inkml:trace contextRef="#ctx0" brushRef="#br2" timeOffset="1.26059E6">14878 13723 6363,'0'-10'3276,"0"-5"-2504,-5 13-232,3-6-91,-3 8 91,5 0-90,0 0 539,-6 39-899,3-13 0,-1 5-240,-1 13 0,-2 8 1,2-3-571,1-1 0,0-2-854,-3 3 0,3-14 1574,4-31 0,0-31 0,0 1 0</inkml:trace>
  <inkml:trace contextRef="#ctx0" brushRef="#br2" timeOffset="1.27433E6">10620 13917 9602,'-7'-20'1259,"2"5"-1079,5 7 1079,0-2-360,0-15 181,0 13-900,0-4 629,-5 48-539,3-1-30,-1 11 0,-1 12 0,0-3 29,4-2 1,-1 0-360,-1-2 0,-1 2 1,3-8-271,5 2-1619,-4-37-1298,10-23 2657,-9 7 0,14 10 0,-3 10 0</inkml:trace>
  <inkml:trace contextRef="#ctx0" brushRef="#br2" timeOffset="1.27502E6">10928 13970 5914,'-7'-8'2878,"1"6"-1889,6-6 900,-5 1-1439,3 5 0,-19 2 44,0 13 1,-1 7-495,0 9 0,2 5-30,3-4 0,0 3 0,8 2 0,11 2 0,8 1 0,6-6-15,18 5 0,9-15 1439,4-22 1,-1-17-706,-14-12 1,-4-11 0,-9-1-181,-12 0 1,-7-1 0,-6 1-331,-2 4 1,-4 0 0,-3 7-1819,-8 5 1,-1 9 818,1 16 1,48 10 0,20 8 0</inkml:trace>
  <inkml:trace contextRef="#ctx0" brushRef="#br2" timeOffset="1.27588E6">11248 13794 7083,'0'-38'3276,"0"-3"-1785,0 29-142,-5-3-899,-2 15 180,0 8 269,1-6 451,6 5-1171,0-7 1081,6 8-451,-5 41-1259,2-5 1,0 2-496,-3-9 1,0-1-695,-3 8 1,6-16 1602,8-35 1,8-13 0,12-15 0</inkml:trace>
  <inkml:trace contextRef="#ctx0" brushRef="#br2" timeOffset="1.27662E6">11617 13758 9332,'-7'-19'3276,"2"3"-2145,5 16-591,0 0-540,-6 0-180,-12 16 0,-13 11 315,-1 6 0,-2 3 1034,12-11 1,1 1-676,-8 5 1,6-3 135,16-11-91,14-9 181,23-8-1440,-2 0 1,4 0-1,0-3 1,2-2-1,11 1 0,0-2-919,-11-2 1,-4-1 1310,8-1 1,-50 2-1,-35 8 1</inkml:trace>
  <inkml:trace contextRef="#ctx0" brushRef="#br2" timeOffset="1.27696E6">11642 13776 7982,'-26'16'1638,"13"28"0,8 10-488,3-16 1,4 2-1151,1 7 0,1 3 0,1-12 0,4-14 0,2-22 0</inkml:trace>
  <inkml:trace contextRef="#ctx0" brushRef="#br2" timeOffset="1.28552E6">12922 13970 7443,'0'-10'3276,"-6"-21"-2774,5 25-323,-5-10 631,6 42-360,0 11-360,0-1 0,0 4-1729,0 6 1,0-1 1599,0-6 1,0-2-1,0-8 1,0-7-1,0-16 1</inkml:trace>
  <inkml:trace contextRef="#ctx0" brushRef="#br2" timeOffset="1.2858E6">12761 14217 7533,'-19'-20'2788,"-4"-3"90,9 5-1348,24-1-1351,1 1-831,17 10 0,15 4 0,4 2 0,-9 0 427,-11 1 0,1 0 24,8-2 1,8-1 0,-1 2 0,-11 3 0,1 15 0,10 4 0</inkml:trace>
  <inkml:trace contextRef="#ctx0" brushRef="#br2" timeOffset="1.28666E6">16011 13882 7533,'-7'-10'3276,"1"10"-2396,7 23 1,4 11-1331,-4-5 0,-1 3 450,5 6 0,0 5 0,-4-5 0,-7-10 0,-3-3 0,2 3 0,-1-1 0</inkml:trace>
  <inkml:trace contextRef="#ctx0" brushRef="#br2" timeOffset="1.2869E6">15789 14146 7533,'-23'-17'3276,"13"-1"-2184,36 3 0,22 1 0,-2 2-905,-8 3 0,2 2-350,5-1 0,8-1 0,1 0 0,-9 4 0,-1 4 0,-5 2 0,3-1 0,0 0 0</inkml:trace>
  <inkml:trace contextRef="#ctx0" brushRef="#br2" timeOffset="1.2877E6">18828 13970 7533,'-7'-8'989,"2"6"2249,10 41-3238,8 5-1093,-8 1 1,-2 10 0,3-7 1008,3-11 1,0-3-1,-6 19 1,0-8 0,3-29-1</inkml:trace>
  <inkml:trace contextRef="#ctx0" brushRef="#br2" timeOffset="1.2879E6">18644 14305 7533,'-12'-33'3276,"32"3"-3084,7 17 1,12 1 0,4 2 0,-3 2-193,3 2 0,-1 2 0,3 3 0,2 0 0,4 2 0,-2 2 0,-5 3 0,-10 7 0,-1-1 0,0 1 0</inkml:trace>
  <inkml:trace contextRef="#ctx0" brushRef="#br2" timeOffset="1.28857E6">21376 14041 7533,'0'-20'2428,"0"4"-2218,-1 38 0,-2 25 0,2-6-1020,-1 2 158,0-6 0,0 10 0,-2 1 0,1-11 652,-4 8 0,-16-2 0,-3-47 0</inkml:trace>
  <inkml:trace contextRef="#ctx0" brushRef="#br2" timeOffset="1.28882E6">21105 14323 7533,'-18'-18'3276,"48"-7"-1065,2 13-2211,-1 7 0,13 0 0,5 1 0,-2 2 0,-8 2 0,4 7 0,-1 2 0,3-4 0,-1 0 0,1 0 0,-1 0 0</inkml:trace>
  <inkml:trace contextRef="#ctx0" brushRef="#br2" timeOffset="1.29076E6">24034 14288 8162,'-35'0'3276,"12"-8"0,17-2-2642,28-9 1,23-6 0,-4 4-591,-17 9 1,1 3-315,18-7 0,9 1 1,-9 14 359,-12 37 0,0 5-1183,4-32 1,5-7 0,-4 4 1081,0 22 1,-5-7 0,7-40 0,-79 13 0</inkml:trace>
  <inkml:trace contextRef="#ctx0" brushRef="#br2" timeOffset="1.29119E6">24095 14517 7533,'-30'-8'3276,"4"6"-706,8-14 399,23-1-1800,21 5-405,15 2 1,5 4-630,-14 8 0,2 4-375,7 2 0,5 1 0,-6 0 150,-14-1 0,0-3-1003,16-11 1,6-8 0,-9 3 650,-11 5 0,6-13 0,-8 9 0,-40 47 1</inkml:trace>
  <inkml:trace contextRef="#ctx0" brushRef="#br2" timeOffset="1.29202E6">25018 13988 7533,'0'-38'3276,"0"5"0,0 47-2280,0 18 1,0 12-1627,1-6 0,1 6 1,0 0-1,-1-1-30,-1 2 1,0-1-1,1 0-390,2 9 1,1 0 0,0-12 1049,3-14 0,17-42 0,2-24 0</inkml:trace>
  <inkml:trace contextRef="#ctx0" brushRef="#br2" timeOffset="1.2925E6">25400 14129 7533,'0'-47'3276,"-6"13"-1425,-6 19-1581,-24 44-1,10 9 1,2 10 0,11-12 0,1 3 0,3 2 0,2-2-510,2 11 0,4 0 0,11-7 330,13-7 0,8-6 0,2-17 224,-3-25 1,3-16 0,-1-7 0,-3 0 44,-4 4 1,-1-2 0,-4-2 0,-7-1-225,-9-8 0,-6-5 0,-7 3 0,-5 10-1774,-14 4 1,-8 11 982,-14 4 1,11 17-1,45 39 1,34-20 0</inkml:trace>
  <inkml:trace contextRef="#ctx0" brushRef="#br2" timeOffset="1.29327E6">25720 13723 7173,'-7'-8'3276,"2"6"-975,5 18-1627,0 18 1,0 8-810,-1 1 0,2 3-465,-1-3 1,2 3-1,1-6-345,2-8 1,3-5 944,16 4 0,-4-66 0,-8 7 0,0 1 0</inkml:trace>
  <inkml:trace contextRef="#ctx0" brushRef="#br2" timeOffset="1.29406E6">26114 13811 7533,'0'-17'2968,"0"-9"-1619,5 7 90,2-7-269,0 16-1260,-1 10-930,-20 14 1,-18 11 0,1 1 974,0 5 0,-1 1 254,-1-3 1,-4 1 0,3-1 959,-1 3 1,6-5-900,8-8 3006,65-3-2666,-12-18 1,5-4-1301,7 6 1,5 0-1,-2-2-403,-7-5 1,-2-2 0,-1 2 488,5 6 0,-8-2 0,-12-13 1,-49 16-1</inkml:trace>
  <inkml:trace contextRef="#ctx0" brushRef="#br2" timeOffset="1.29435E6">26187 13829 7533,'-24'-37'3276,"10"19"-1638,8 48 0,2 20-2173,-1-11 0,2 3 0,0 1 535,1 7 0,2 2 0,-1-5 0,-4-1 0,4-12 0,8-24 0</inkml:trace>
  <inkml:trace contextRef="#ctx0" brushRef="#br2" timeOffset="1.32554E6">10965 17110 7533,'-14'0'-450,"-19"-16"540,28 12 2339,-28-19-2340,25 21-89,-14 34 0,10 14 0,39-16 0,12 1-90,-23 0 0,-2 4 1,13-5-59,1-17 0,7-4 0,7-2 1,5-3-1,4-1 0,3-2 0,2 0 1,1-1-1,-1 0 0,-2 1 243,-10 0 1,1-1 0,2 0 0,1 0 0,0-1 0,1 0 0,1-1 0,0 1 0,0-1 0,1 0 0,-2 0 0,1 0 0,-1 1 0,-1-1 0,0 1-250,2 0 0,-2 1 0,0-1 1,-1 0-1,0 1 0,-1-1 0,1 1 1,1-1-1,0 0 0,2 0 0,2 0 1,1-1-1,2 1 169,-12-1 0,0 1 0,2-1 0,1 0 0,0 0 0,2 1 0,0-1 0,1-1 0,0 1 0,2 0 0,-1 0 0,1-1 0,1 1 0,-1-1 0,1 1 0,0-1 0,0 0 0,0 1 0,0-1 0,-1 0 0,1 0 0,-1 0 0,0 0 0,-1 0-112,-2 0 0,-1 0 1,2-1-1,-1 1 1,0-1-1,1 1 1,0-1-1,0 1 1,0-1-1,-1 0 1,1 0-1,0 0 1,0 0-1,0 0 1,0 0-1,-1 0 0,1 1 1,-1-1-1,0 0 1,-1 0-1,0 0 1,0 0-1,0 0 1,-1 1-1,0-1 1,-1 1 82,6-1 1,-1 0-1,-1 1 1,-2-1-1,0 1 1,0 0-1,-1 0 1,-1 0-1,1 0 1,0-1-1,0 1 1,0 0-1,2-1 1,0 1-1,0-1 1,2 0-1,2-1 1,0 1-1,3-1 1,1-1 17,-14 2 1,1 0-1,2-1 1,1 0-1,2 0 1,1 0-1,1 0 1,1-1-1,1 0 1,1 0-1,1 0 1,0 0-1,1 0 1,0 0-1,1-1 1,0 1-1,0-1 1,0 0-1,1 1 1,-1-1-1,0 0 1,-1 1-1,0-1 1,0 0-1,-1 1 1,-1-1-1,-1 1 1,0 0-1,-2 0 1,0-1-1,-2 1 1,-1 1-1,-2-1 1,-1 1-1,-2-1 1,-1 1-1,-2 0 1,-3 1-1,-1-1 1,-2 1-87,28-4 0,-8 2 0,-8 0 1,-3 0-1,-1 1 0,0-1 1,5-1-1,5 0 0,10-3 96,-28 5 1,4-1-1,1 0 1,3-1 0,2 0-1,2-1 1,2 0-1,2 0 1,1-1 0,1 0-1,2 0 1,0-1-1,2 1 1,1-1 0,0 0-1,0 0 1,1 0-1,1-1 1,-1 1 0,0 0-1,0 0 1,0-1-1,-1 1 1,0 0 0,-1 0-1,-2 0 1,0 1-1,-1-1 1,-2 1 0,-2 0-1,-1 0 1,-1 1-1,-3 0 1,-2 0 0,-2 1-1,-3 0 1,-2 1-51,23-5 0,-8 2 0,-5 0 0,-3 2 0,-3-1 0,1 1 0,0-2 0,4 0 0,5-1 0,7-1 30,-19 3 0,2 0 0,3-1 0,3-1 1,1 0-1,2-1 0,2 0 0,2 0 0,0-1 1,3 0-1,0 0 0,0 0 0,2-1 1,0 0-1,0 0 0,0 0 0,0 0 0,-1 1 1,0-1-1,0 0 0,-1 1 0,-2-1 0,-1 1 1,-1 1-1,-2-1 0,-1 1 0,-3 1 1,-1 0-1,-4 0 0,-1 1 0,-3 1 86,20-6 0,-6 2 0,-6 1 0,-2 1 0,-2 0 0,0 0 0,3-1 0,4-1 0,5-2-15,-13 4 0,2-1 1,4-1-1,1 0 1,3-1-1,1 0 1,2-1-1,1 0 0,1-1 1,0 1-1,0-1 1,-1 0-1,1 1 1,-2 0-1,-1 0 0,-2 0 1,-2 1-1,-2 1 1,-3 0-1,-3 2 1,-3 0-1,-4 1-191,22-7 0,-10 3 0,-5 1 0,2 0 0,6-2 162,-6 2 0,6-2 0,4-1 0,2-1 0,1 0 0,-2 1 0,-3 0 0,-4 2 0,-7 1 0,-8 3 327,7-3 0,-8 2-363,10-5 0,-15 7 0,-35 16 0,-1 1 0</inkml:trace>
  <inkml:trace contextRef="#ctx0" brushRef="#br2" timeOffset="1.32624E6">24341 15363 7533,'23'-22'569,"0"-1"1,3 0 0,7 3-1,10 8 1,8 3 0,-3 3-450,-14 1 0,-2 2 0,2 1-61,10 2 1,2 1 0,-8 8 75,-9 10 0,-7 5 405,-3 15-780,-36-1 0,-17 6 0,0-4-165,4-10 1,-2 0 404,2 3 0,-5 5 0,4 0 0,12-7 0,14 4 0,14-12 0,0 1 0</inkml:trace>
  <inkml:trace contextRef="#ctx0" brushRef="#br2" timeOffset="1.32729E6">11309 17074 7533,'30'-25'1079,"7"5"-179,-4-5 89,3 7-269,-23 8-810,-29 10-420,-12 19 0,-8 12 1,0 0 568,6-9 1,-1-1 0,-2 2-101,0 2 0,-4 3 1,-2 1-1,2 0 1,2-4 309,-3 2 1,1-3 0,0-1 60,-10-3 0,-2-1 0,23 3-285,42 12 0,10-3-45,-18-14 0,13-4 0,16 2 0,11 2 0,4 1 0,0-1 0,-5-1 0,-10-2 0,7 6 0,-2 1 0,2-1 0,0 0 0,-1 0 0,1 0 0,0 0 0</inkml:trace>
  <inkml:trace contextRef="#ctx0" brushRef="#br2" timeOffset="1.32876E6">17241 17357 7533,'-18'-10'539,"10"-6"1890,-14-9-2159,19 11-90,-7-17 1529,15 13-1889,-3 6 135,1 37 0,-1 21-105,-3-5 0,-1 6 0,0 4 222,0-9 0,1 4 0,-1 1 0,1-1 0,0-2 40,0 1 1,1-2-1,0-1 1,-1-3-233,-2 8 0,-1-3 0,7-19-3157,8-25 1607,-9-6 1670,3-18 0,-5 40 0,0 3 0</inkml:trace>
  <inkml:trace contextRef="#ctx0" brushRef="#br2" timeOffset="1.3296E6">17893 17339 7533,'-6'-26'989,"-1"-1"1,1-2-451,0 5-179,6 71-113,-1-11 0,-1 9 1,0 3-1,2 0-202,0-1 0,2 0 0,-1 1 0,0 0-832,-2 1 0,-1 1 0,1-2 0,1-5 787,2 18 0,1-28 0,-3-51 0,0-9 0</inkml:trace>
  <inkml:trace contextRef="#ctx0" brushRef="#br2" timeOffset="1.3302E6">17881 17692 7533,'-13'-26'1049,"0"1"0,15-4 1,11 3-601,22 5 1,9 11-660,-8 11 0,1 7 1,-3 8 179,0 13 0,-3 8 0,-11 5-30,-14 6 0,-12 4 0,-7-5 60,-3-11 0,-6-3 0,-5-6-720,-6-7 1,-5-7-1,5-9-584,4-12 0,7-7 1304,11-19 0,37 42 0,18 12 0</inkml:trace>
  <inkml:trace contextRef="#ctx0" brushRef="#br2" timeOffset="1.33093E6">18484 17657 8072,'-7'-10'1799,"-4"2"-809,10 24-810,-5 19-1125,6 6 1,0 4-406,0-5 1,0-2 1349,-1 1 0,2-7 0,5-16 0,1-36 0</inkml:trace>
  <inkml:trace contextRef="#ctx0" brushRef="#br2" timeOffset="1.33112E6">18484 17498 7533,'-25'-20'67,"23"5"1,20 22-1,27 3 1</inkml:trace>
  <inkml:trace contextRef="#ctx0" brushRef="#br2" timeOffset="1.33148E6">18779 17286 7982,'-20'45'2789,"3"-10"-2664,13-3 1,2 11 0,1 6 0,2-1 0,0-6-1219,3 2 1,3-4 0,-3 3 436,-3-1 1,-3 4-1,0 1 1,1-3 0,4-9 355,7 7 1,1-21 0,2-62 0,-4 12-1,1 1 1</inkml:trace>
  <inkml:trace contextRef="#ctx0" brushRef="#br2" timeOffset="1.33176E6">18964 17268 7533,'-13'0'3276,"1"32"-2531,8-7 1,1 5-536,0 10 0,1 6 0,2 5-866,0-10 1,3 5-1,-1 0 1,1-1 0,0-4 547,-1 6 0,0-5 1,2 1-1,1 10 1,3 1-1,2-28 1,9-46-1</inkml:trace>
  <inkml:trace contextRef="#ctx0" brushRef="#br2" timeOffset="1.33202E6">19149 17692 7533,'-11'-26'3276,"8"15"-2774,-3 26-2141,13 14 1,4 5 1449,-1 0 1,1 1-1,-1 4 1,-1-2-1,1 6 1</inkml:trace>
  <inkml:trace contextRef="#ctx0" brushRef="#br2" timeOffset="1.33237E6">19222 17586 9691,'-21'-37'809,"21"11"1,21 18 0</inkml:trace>
  <inkml:trace contextRef="#ctx0" brushRef="#br2" timeOffset="1.33346E6">19481 17692 7533,'-6'-18'1619,"-1"1"-720,-5-1-179,-6 8-990,-6 10-629,-13 33 1168,11 0 1,3 5-225,3-1 0,11 2-675,18 11 1,15-13 224,11-35 0,5-14 1214,0-9 1,-5-9-61,-15 1 1,-4-4 0,-8 1-525,-17-7 0,3 7-1754,25 17 1349,3 31 0,4 11 899,7 0 1,1 3-225,-3 5 0,-3 0-406,-11-11 1,0-11-405,3-29 1,2-15 1213,2-3 1,-1-4-181,-5-12 1,2 15-1440,13 51-373,-15 12 1,-1 10 0,0 0 838,-4-4 0,-1 0 1,2-2-1,6 2 0,3-2 1,-1-10-1,8-14 0</inkml:trace>
  <inkml:trace contextRef="#ctx0" brushRef="#br2" timeOffset="1.3348E6">20847 17851 7533,'-21'23'1574,"0"1"0,4-13-1259,-1 25 0,8-9 764,21-54-1169,-3 19-225,2-17 0,-2-9-165,-5 0 1,-2-4-1,2 2 255,3 1 0,5 2-135,10-15 1,10 11 89,12 33 0,8 10 450,-13-2 0,3 1 0,1-1 0,-3-3 359,0-5 1,-1-4 0,-4-4 134,12-9 1,-17-8-181,-39-16 1,-18 9-900,-13 39 1,-2 20-226,13 7 1,4 10-1,15 1 630,22-5 0,14 2 0,6 0 0,-6-3 0,-8 5 0,-1-2 0,8-10 0,20-23 0,0-1 0,0 0 0,0 1 0</inkml:trace>
  <inkml:trace contextRef="#ctx0" brushRef="#br2" timeOffset="1.33568E6">21831 16986 7533,'-15'26'509,"0"-1"1,7 6 0,0 8-1,2 4 1,1 1 0,1-3-690,1 5 0,1 0 0,1-1 0,-3 0 540,0 6 0,-2 3 0,-2-6 0,-4-12-316,-7-15 1,-4-9-90,-23-9 1,-3 4 193,17 13 1,2 9 0,10 2-195,12 17 0,17-2 285,11-19 0,7-4 0,4-10 299,9-18 1,4-14 0,-5-6-330,-6-6 0,-4-5 0,-6 7-3449,4 3 2610,-23 48 898,11 12 1,7 7 0,3-18 1349,12-43 1,3-15-676,3 15 0,-2-3-2293,-10-21 0,-6 13-1928,9 67 3102,-21 5 0,2 6 0,7-14 0,5-1 0,1-5 0,10-5 0,1-1 0</inkml:trace>
  <inkml:trace contextRef="#ctx0" brushRef="#br2" timeOffset="1.33635E6">22557 17692 7623,'0'-26'1638,"0"1"0,-11 1-327,-13-15-2166,-15 53 1,-4 17 584,7 3 0,11 7-60,19-3 0,7 6 1,10-7-764,10-10 1,7-5 0,2-2 789,6 3 0,3-3 1,0-12-1,-1-18 1,0-12-1,-6-1 1,-10-2-1,0 1 0</inkml:trace>
  <inkml:trace contextRef="#ctx0" brushRef="#br2" timeOffset="1.3368E6">22926 17145 7713,'-12'-10'1169,"9"36"0,5 19-1079,-2-12 0,0 5 0,0 2 0,1 2-594,1 1 0,1 3 1,0 2-1,0-1 0,-2-2 459,2 5 0,0 0 0,-4-5 1,-8-12 673,-15-6 1,-4-18 1008,0-41 0,5-21-811,5 14 0,3-4 0,13 4-648,22 1 1,14 4 0,7 8-1000,-2 13 1,5 6 0,3 4 0,-1-2 513,-2-2 1,0 1-1,-1-1 1,-2 2-1,8 1 1,-2 1 0,-10 0-1,-3-5 1</inkml:trace>
  <inkml:trace contextRef="#ctx0" brushRef="#br2" timeOffset="1.33747E6">23357 17551 7533,'-12'-43'3276,"0"21"-2595,5-1 939,7 54-1620,1 0-1050,2 8 1,2 10-1,-2-5-254,-3-13 0,1 0 1304,3 7 0,1 2 0,3-12 0,5-18 0,12-12 0</inkml:trace>
  <inkml:trace contextRef="#ctx0" brushRef="#br2" timeOffset="1.33845E6">23641 17657 7533,'-6'-26'3148,"-1"6"-2788,-16 3-720,8 9-405,-8 23 1,1 9 1124,4 2-136,-2 13 1,6 4-495,18 6 405,24-26 0,7-9 225,-3-16 179,-9-20 1,1-14 0,-9 2-675,-14 5 0,-4-1-195,9-3 0,2-4 1,-1 9 329,0 9 629,27 21 1,4 11-630,-16 11-60,-2 2 0,3 8 0,-4-4-120,-4 15 495,14-18 0,3-11-315,-4-27 389,3-18 1,5-12 0,-8 3 285,-16 9 0,0 5-1125,23 0 0,-5 14-359,-26 24-284,10 22 1,6 14 0,-4-8-2185,-8-9 3220,12 9 1,-8-12-1,-28-37 1,-5-13-1</inkml:trace>
  <inkml:trace contextRef="#ctx0" brushRef="#br2" timeOffset="1.33881E6">23480 17304 7533,'-16'-24'0,"-1"1"0,11-6 0,5 1 0,17-9 0</inkml:trace>
  <inkml:trace contextRef="#ctx0" brushRef="#br2" timeOffset="1.34711E6">16528 17568 7533,'-36'-15'2338,"19"11"-989,-3-16 1,7 1-541,21 13-449,33 21-1453,-14 1 1,2 4 0,-1 1 647,11 11 1,-8 3 0,-16-1 0,-13-2 0,-26-14 0,-1 0 0</inkml:trace>
  <inkml:trace contextRef="#ctx0" brushRef="#br2" timeOffset="1.3473E6">16490 17886 7533,'-49'4'819,"57"-26"0,20-16 0,7-4 0,-6 7-1378,-1 0 0,2 1 245,-2 4 1,6-5 0,2-1 0,-3 5 0,-7 10 0,4 5-1,-6 16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28:42.061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29756 1782 7533,'0'-26'2698,"0"6"-2698,0-5 1439,6-1-1439,-5 15 90,5-13 450,-1 22-270,-4-13 0,5 5 89,-6 0-448,-17 2-271,-19 8 405,6 3 0,-4 2-135,-13 2 0,-3 4-60,17 1 0,-1 3 0,0 1-83,-5-1 1,0 0 0,1 2 172,4 1 0,2 2 0,-2 3 150,2 2 0,-2 3 0,1 1 0,2-4 90,-6 4 0,2 1-31,4 8 1,0 5 0,7-2 452,8-5 0,7 0-332,10 13 0,8 0-1,6-2 1,9-4-270,6-5 0,9-5 180,-4-12 0,4-4 0,1-4-300,1-7 0,2-6 0,-2-2-30,-1-2 0,-1-3 1,-1-2 14,10-7 0,-6-7 90,-15-5 0,-8-3 0,-10 1 0,-4-1 135,0 3 0,-4 0 224,-8-1 1,-4 5 495,-15 6 149,-6 36-914,17 5 0,6 7-59,7 12 1,7 4-737,1-13 1,3 1 0,3-1-890,14 10 1,3-4 1537,-6-5 1,1-9 0,17-23 0,-23-14 0</inkml:trace>
  <inkml:trace contextRef="#ctx0" brushRef="#br0" timeOffset="2063">29301 3104 6543,'0'-27'2429,"0"-6"-1350,0 21-269,0-19-360,-5 27-1,3-20-449,-9 22 180,5 10 90,-6 24 0,0 10-210,4-10 0,-1 2 0,0 4-365,0 2 0,-2 6 0,0 2 1,0 0-1,0 0 305,-1-2 0,0-1 0,-1 1 0,0 1 0,0 0 150,0-3 0,0 0 0,-1 2 0,1-1 0,-1-1 0,0-1 28,-1 3 1,0 0 0,-1-2 0,1-1 0,1-2-67,0 0 1,1-2-1,1-2 1,0-3-248,-5 9 0,6-6-2293,16 2 1978,4-46-2827,19-27 2056,-18 3 1637,6-4 1,-49 19 0,-8 16 0</inkml:trace>
  <inkml:trace contextRef="#ctx0" brushRef="#br0" timeOffset="2557">28747 3986 7533,'-12'-19'1799,"-6"-5"-1170,4 14 631,-9 24-361,4 16-629,11-2 0,3 7 0,-1 4-355,1-2 0,0 2 0,1 2 0,0 0 242,3 1 1,0 1-1,1-1 1,1 0-91,-1-1 1,0 0-1,2-1 1,3-3 112,2 3 0,4-3 0,6-13 296,24-20 0,7-17-326,-15 1 0,1-5 0,-1-5-240,0-6 0,0-5 0,0-4 0,-4 1-406,-4 3 1,-2-2-1,-2 1 1,-2 1 75,0-2 0,-3 2 1,-2 1 14,2-6 0,-10 10-2872,-22 18 3151,11 20 1,-11 17 0,16 8 0</inkml:trace>
  <inkml:trace contextRef="#ctx0" brushRef="#br0" timeOffset="3914">28415 5345 7533,'-6'-20'1169,"5"-4"-90,-5 15-179,6-1-270,0 26-361,-2 7 1,-1 6-330,-2 4 0,-1 3 0,-1 1-120,-2 9 0,-2 3 1,0-1-31,0 1 0,0 1 0,0-4 150,0-7 0,0-3 0,3-3-255,4 1 0,1-9 226,-1-17-181,15-10-450,-10-22 90,10-3 271,-4-10 134,-2 6 0,2-5 225,2 1 0,1-3 0,0-1 58,-1-1 1,-1 0-1,2-3 234,2-1 1,1-2-1,1-1 1,1 4-165,2-5 1,1 2-1,3 2 292,2 3 0,2 2 0,1 4-61,7-5 1,3 11-180,1 19 0,-1 10 45,-5 6 0,-1 8-106,-1 9 1,0 7 0,-3 1 105,1 7 0,-4 3-248,-1-3 0,-1 4 0,-6-3-67,-10-1 0,-9-1 69,-5-6 0,-5 1 0,-4-3-189,-6-5 0,-4-3 1,-2-2 209,1 1 0,-1-1 0,-2-3 149,-6-1 1,-1-2 0,3 0 749,0 3 1,2 2 217,-3 2 1,6 5-713,11 8 0,9 4-270,12 0 0,9-1-90,12 0 0,6-2-855,6 2 1,4-3-830,2-6 1,-1 1 1425,-6 8 0,-10 4 0,-17-1 0,-8 3 0,-7 7 0,0 0 0</inkml:trace>
  <inkml:trace contextRef="#ctx0" brushRef="#br0" timeOffset="4708">28292 6791 7533,'-32'-37'1619,"14"11"-720,7 18 1,5 40-316,3-7 1,-1 5-315,-2 8 0,-2 6 0,-1 3-617,0-2 0,-2 3 1,0 2-1,0 1 422,1-12 0,0 2 0,-1 0 0,0 0 0,0 0 0,0-1-129,-1 4 0,-2-1 0,1-1 0,1 0 0,-1-1 43,0 6 0,1 0 1,-1-2-1,2-6-259,-5 4 1,3-6-91,9-9 0,1-5-989,-2-5-360,5-10 270,0-8 1800,0-8 0,-6 6 0,0-6 0</inkml:trace>
  <inkml:trace contextRef="#ctx0" brushRef="#br0" timeOffset="5158">27800 7655 7533,'-30'-15'2248,"9"19"-1798,4-10 719,11 55-629,7-15 0,4 4-121,1 1 1,2 3 0,1 1-444,-1-3 1,0 0 0,3-1 232,4 1 1,1-1 0,0-4 23,0 0 0,1-7 577,19-3-676,-10-52 1,0-18-765,-4 1 1,-2-3 269,-1 4 0,0-4 1,-2 4-901,-1-1 1,-2 8-2018,4 10 3208,-11 46 1,-1 14-1,-1 8 1,-1 4 0,-1 0-1</inkml:trace>
  <inkml:trace contextRef="#ctx0" brushRef="#br0" timeOffset="6025">27554 8802 7533,'-25'0'1079,"6"0"-539,6 39-136,9-6 1,3 7-165,-1 5 0,0 6 0,0 1-356,-1-11 1,0 0 0,0 1-1,0-1 116,1 0 0,0 1 0,0-2 0,0-2-90,-4 14 0,1-6 1057,5 3-68,-16-65-899,12 2-225,-10-24 0,0-4-314,11 13 233,2-3 0,-2-12 0,1-6 0,1 0 0,3 4 62,3 4 0,2 1 0,1 1 0,1-3 289,-3 3 0,0-2 0,1-1 0,0-1 0,1 3 0,3 2 202,5-9 0,4 3 1,1 3-1,1 6 225,2 6 1,1 5-1,3 8-202,19 5 0,1 14 89,-8 9 1,-3 9-344,-9 1 1,-1 3 0,-3 2 207,6 8 1,-4 2 23,-2 4 1,-5-1-519,-6-14 0,-7-1 532,-18-1 1,-9-5-1522,-28-18 719,6-8 0,-1-2-539,9 5 0,2-2 1169,-10-16 0,80 13 1,-2 1-1,-1 1 1</inkml:trace>
  <inkml:trace contextRef="#ctx0" brushRef="#br0" timeOffset="7808">29277 6121 8072,'21'31'409,"1"0"1,0 1-1,0-1 1,3 3-1,2 0 1,2 2 0,0 1-1,2 0-286,-6-4 0,2 0 0,0 2 0,1-1 1,-1 1-1,1-2 0,0 0-471,1 0 0,1 0 0,0-1 1,0 0-1,0 0 0,0 0 542,3 1 1,0 2 0,1-1 0,0 0 0,-3-2 0,-3-2 105,7 8 0,-5-3 0,0 3-121,-3-1 1,1 2 0,-3 1 0,-5-1 226,-3 4 1,-6-1 0,-2 1-317,-1-1 0,-2 0 0,-2-3 0,-1 3 1,0-4-1531,-1-9 1,1-7-450,-2-12 450,10-4 916,-4-22 523,0 14 0,-1 10 0,-6 12 0</inkml:trace>
  <inkml:trace contextRef="#ctx0" brushRef="#br0" timeOffset="8364">30408 7426 7533,'-25'-26'3276,"7"15"-2235,23-5-141,26 40-451,-10-7 1,2 3-135,8 13 0,0 4-76,-10-11 1,0 1 0,-1 1 0,-2 3 0,-1 2 0,-2-1-420,4 6 0,-6-2-225,-9-8 1,-8-3-226,-21-3 0,-10-5 225,1-5 1,-5-4 291,-1-1 1,-3-1-1,0 1 353,5-1 0,0-1 0,0-1-1,-1-2 1,-2-2 0,4-2-150,-4-2 0,5 0-1439,-10 2-1928,62 2 3163,18 2 1,1 12-1,3 4 1,0-4 0,0 1-1</inkml:trace>
  <inkml:trace contextRef="#ctx0" brushRef="#br0" timeOffset="8964">30790 8149 7533,'0'-35'2788,"0"7"-1798,0 19 359,0 50-1124,-2-7 0,-2 6-203,-1-2 0,-2 6 1,-1 1-1,0-1-369,0-5 0,0-2 0,-1 1 1,-1 1 188,-1 3 1,-2 2-1,0-2 1,2-4-608,-4 10 1,4-8 820,0 2 1,28-58-1,9-13 1</inkml:trace>
  <inkml:trace contextRef="#ctx0" brushRef="#br0" timeOffset="9241">30802 8149 7533,'-1'-27'1092,"1"-1"0,8 1 0,7 3 193,7 8 0,7 5-1435,10 2 0,8 3 1,-3 3-1021,1 5 1,-1 4 299,-7-2 1,2 1-1,-10 6 870,-6 32 0,-51-6 0,4-15 0,1-1 0</inkml:trace>
  <inkml:trace contextRef="#ctx0" brushRef="#br0" timeOffset="9447">30667 8414 11760,'35'0'-383,"1"0"1,4 2 0,5 1 0,-4 0 382,1-4 0,-1 4 0,-6 4 0,1 3 0,-10 4 0,-10 15 0</inkml:trace>
  <inkml:trace contextRef="#ctx0" brushRef="#br0" timeOffset="10225">28550 7920 7533,'-24'0'2248,"16"0"-988,47 0-631,-6 6 1,7 4-361,-4-3 1,5 1 0,3 1 0,2 2-753,-7 0 1,3 1-1,1 1 1,1 1-1,0 0 1,-1 0 437,0 0 0,0-1 0,1 1 0,-1 0 0,1 0 0,2 1 45,-1 1 0,2 2 0,2 0 0,-1 0 0,-1 0 0,-1-2 0,-4 0 19,-1-1 1,-2-2 0,-2 0 0,-1 0-1,-1 2 48,7 3 1,-2 3 0,-1-2-1,-6-3-22,0-1 0,-6-2-135,-2 4-90,-14-9-899,-11-8 300,0-8 779,-6 6 0,-1-6 0,-5 8 0</inkml:trace>
  <inkml:trace contextRef="#ctx0" brushRef="#br0" timeOffset="10808">29978 8220 7533,'-30'-8'2698,"9"6"-1798,14-6 89,32 24-629,11-7 0,6 1-270,-10 6 0,0 2 0,1-1-90,9-2 0,0 2 29,-3 5 1,2 5 0,-8-4 60,2 3 90,-1 7 0,-5-2-90,-16-17 900,-19 25-1080,-2-35 0,-20 11 0,-6 2-180,-5-6 210,-2 2 0,-9 3 0,4-4 15,9-4 0,-1-2 22,1-1 1,-5 0-1,0-1 1,7-2-113,7-1 0,2-4-1504,-15-12 1,9-1-752,25 10 2390,13-18 0,29 16 0,-9 3 0,0 1 0</inkml:trace>
  <inkml:trace contextRef="#ctx0" brushRef="#br0" timeOffset="12275">25535 5715 7353,'14'-27'1439,"-3"1"-899,-11 16-360,5 2-90,-3 8 179,3 8 1,-5 2-270,0 16 180,-11 1 0,0-3 0,-2 3-90,-7 3 0,-4 3-60,1-3 0,-1 3 0,-1 0-64,-2 2 1,-1 1 0,0 1 153,1-2 0,-1 1 0,1 0 59,2-1 1,-1 0 0,5-1 135,0 8 0,3-3-135,2-11 0,9-2 404,30 2 1,14-7-90,-4-13 0,5-4-525,7 2 0,6 0 0,-2-2 0,-7-3 0,-2-2 0,-1 1-330,-4-1 0,-1 1 0,-3 1-2917,18 7 2997,-40 1 0,-55 1 0,17-6 0,-1 0 0</inkml:trace>
  <inkml:trace contextRef="#ctx0" brushRef="#br0" timeOffset="13264">26249 6932 7263,'-30'-25'989,"-1"5"-719,-6-5 180,11 7 269,2 8 271,18 2-810,22 32 179,11-3 1,6 3-210,-6-2 0,0 3 0,4 0-447,3 2 0,4 1 0,1 0 0,-1 1 274,0 0 1,0 1 0,-1-1-1,2 1 90,0-1 1,1 1 0,-1-1-1,0 0-6,-3-2 0,0 0 0,-2-1 0,-1-2-1,0-1 0,-2-3 0,-2 0 75,6 7 0,-3-3-180,-6-9 0,-4-3 45,4 6 180,-8-10 1497,-7-16-1408,-10 6-372,5-6-1606,-1 8 90,-3 0-360,9 0-359,1-8 2338,2 6 0,4 2 0,-6 10 0</inkml:trace>
  <inkml:trace contextRef="#ctx0" brushRef="#br0" timeOffset="14443">27185 7373 7533,'12'-25'1799,"-16"-3"-990,-4 1 1,-17 1-271,6 16-449,12 18 90,14 20 45,8 0 0,5 4 225,4 7 0,3 3-512,-5-8 0,1 2 0,0 0-28,0-3 0,1 1 0,-2-1 90,-4-3 0,-2 0 0,0-2 45,3 4 0,-2-3 224,0-2 991,-10-19-990,-2-18 719,-5 0-2968,0-5 2525,-16 13-726,-21 2 360,2 3 0,-11 3 0,-4-1 0,4-2-428,6-4 1,0-3 0,1 0-1,-1 1-22,-6 6 0,-1 2 0,2-1 1,8-6 269,-3-10 0,20 1 0,59 11 0,-5 0 0,0 0 0</inkml:trace>
  <inkml:trace contextRef="#ctx0" brushRef="#br1" timeOffset="57322">30654 1834 7982,'0'-9'3149,"0"-23"-3149,0 26 539,0-9-1133,-3 35 1,-2 32-1,-2 13 1,0-2-1,2-18-2284,-2 0 2878,2-2 0,-1 18 0,-1 2 0,1-13 0,3-30 0,3-51 0,11 13 0,3-9 0</inkml:trace>
  <inkml:trace contextRef="#ctx0" brushRef="#br1" timeOffset="57852">30631 1852 7533,'20'39'-180,"-19"-64"0,10 55 0,5 32 0,1-11 0,3-14 0</inkml:trace>
  <inkml:trace contextRef="#ctx0" brushRef="#br1" timeOffset="61015">30716 1729 7173,'-12'-10'-90,"-1"-6"-270,1 14 900,0-6 539,5 0-629,1 7 539,6-7 630,0-8-269,-5 4-1260,3-5 539,-8 9 721,-2 47-856,7-6 1,2 6-113,-2 1 0,-1 6 1,0 2-1,1-1-157,2-4 0,1 1 0,1-1 0,-2-1-248,-1-2 1,-1 0-1,1-1 1,0-5 291,1 17 1,-1-22-180,-2-36-719,6-5-2610,0-14-38,17 9 2730,-8-1 1,14-5 0,5-3 0,-5-2 0,0-1 0</inkml:trace>
  <inkml:trace contextRef="#ctx0" brushRef="#br1" timeOffset="61684">30704 1782 7623,'-21'-28'1638,"1"8"0,2-1 303,7-8-502,6-1 0,3 1-1169,6 5 539,40 28 1,6 16-720,-25 9 30,4-3 0,7 4 0,-13 4-30,-22 4 0,-12 4 0,2-4-270,9-1 0,-6-4-600,-17-1 1,-10-1-1,4-11-29,-2-16 809,3-22 0,11 2 0,32 26 0,13 8 0,7-2 0,1 1 0</inkml:trace>
  <inkml:trace contextRef="#ctx0" brushRef="#br1" timeOffset="62772">31344 1764 8252,'0'-20'2969,"0"-11"-1620,-6 19-270,-6-21-539,-2 21-180,-9-11-270,-23 28-45,12 15 0,-2 9 157,9-6 0,-3 3 1,1 3-1,4 1 247,2 6 1,4 3 0,2 1 0,1 0-46,1-1 1,2 1 0,2-2 0,3-2-315,1 11 0,7-4-720,15-2 1,3-11-2648,-2-24 2457,8 17 1,5-46 0,-4-7 0</inkml:trace>
  <inkml:trace contextRef="#ctx0" brushRef="#br1" timeOffset="63781">31577 1887 7533,'13'-25'1079,"-1"13"-1259,-16-4 720,1 16 1799,-9 0-181,1-7-2068,9 5 1080,-14-14-1170,3 6-720,-23 0 270,-2 26 330,17 10 0,0 10 0,3 2 450,2 0 0,2 1 0,3 2-91,-2 5 1,3 1 0,8-5-105,12 0 0,10-16-180,10-38 0,4-9 1124,-5 23 1,-3-2-1035,0-28 0,-6 7-585,-16 58 1,-3 12-2738,15-17 2621,-10 5 1,3-8-1,21-37 1,-5-21 0</inkml:trace>
  <inkml:trace contextRef="#ctx0" brushRef="#br1" timeOffset="64725">31812 1817 7533,'-7'-18'1799,"-4"-7"-4311,10-11 2691,-5 15 3097,33 29-1635,-15 0-1079,3 21 0,2 20 1,-1 6-1,-7-8-382,-8-14 0,-5-2 0,-3 5 71,-2-1 0,-3 8 0,-3 4 1,-2 1-1,0-3 0,0-5 1,0-8-1891,-14 6 1,-2-6 1169,1 2 1,-5 5 0,6-6 0,18-19 0,29-30 0,28 26 0</inkml:trace>
  <inkml:trace contextRef="#ctx0" brushRef="#br1" timeOffset="66784">24194 4710 7533,'-7'-18'1889,"-9"-8"-1080,13 15 30,1 31 1,0 27 0,1 3-715,0-12 1,0 4 0,0 2 0,0-2 0,1-2-1219,1 10 1,1-3 0,-1 1 789,-1 0 0,-1 6 0,1-10 1,1-25-1,5-58 0,6 29 0</inkml:trace>
  <inkml:trace contextRef="#ctx0" brushRef="#br1" timeOffset="68580">24231 4692 7443,'-14'-10'719,"3"-6"91,5 15-450,-1-7 629,1 8 1170,0-8-1799,6-2 89,0 0 360,32 0 1,18 5-698,-15 7 1,5 4 0,0 2-1,-3-3 8,6-6 0,-2-1 0,-10 11-60,-9 24 0,-10 13 0,-13-5-420,-17-9 0,-16-2 360,3-5 0,-9 2 0,-3 1 0,2-3 0,9-4 0,4 0 0,2-5 45,-27-3 0,18-10-3322,44-13 2057,-10 0 1220,33 26 0,-11 5 0,-2 1 0,-1-1 0</inkml:trace>
  <inkml:trace contextRef="#ctx0" brushRef="#br1" timeOffset="69934">24895 4727 7533,'7'-19'180,"4"3"2788,-4 0-2788,0 12 1529,-7-11-1709,-1 15 360,-5 0 629,1 0-719,-8 0 0,5 0-540,-30 15 180,20 5 112,1 5 1,-5 10-1,0 2 1,4-5 67,2 0 0,3 3 125,1 2 1,-1 9 0,0 4 0,2-4 0,4-8-261,5-1 0,3-1 494,1 13 1,2 5 0,2-10-180,9-3-360,4-10 0,1-5 90,-3-14 0,12 3-1978,-11-30-1299,-10-5 2477,3 1 0,-11 11 0,0 18 0</inkml:trace>
  <inkml:trace contextRef="#ctx0" brushRef="#br1" timeOffset="70831">25141 4886 7533,'6'-26'2968,"1"7"-809,5-14-1080,-5 29-269,-7 13-1080,-9 18 0,-5 7-360,-4 10 1,-3 2 749,3-10 0,-1 1 0,0-2 329,4-4 1,0 0 0,0-3-181,-4 5 1,3-5-360,4-2 2069,28-19-1259,17-14-1125,6 1 0,5 2-405,-7-1 1,0 0-830,1 1 1,-2 0 1243,-1-4 0,-24-2 0,-11-7 0</inkml:trace>
  <inkml:trace contextRef="#ctx0" brushRef="#br1" timeOffset="71548">25449 4780 7533,'0'-41'3276,"0"25"-2055,0-15 398,17 31 0,14 23-1034,-7 7 0,-3 9-361,-8-6 1,-2 4 0,-2 3 0,-3-1-518,-4-1 1,-3 1 0,-1-1 0,-2 0-428,0 12 1,-3-1-1,-5-7-315,-8-3 1,-4-11-1484,0-13 2068,13-15 450,17 0 0,-5 8 0,4 2 0</inkml:trace>
  <inkml:trace contextRef="#ctx0" brushRef="#br1" timeOffset="73449">27885 9825 7713,'-24'-10'3276,"11"2"-1875,2 8-1041,11 0 539,-6 16-629,0 16 0,0 10-293,2-5 1,1 6-1,-1 1 1,1-1-68,0-3 0,-1 0 0,1-1 0,1 1 90,1 1 0,1 1 0,0-2 0,1-8-1169,0 9-2108,-1-45 2994,-1-14 0,1-21 1,7 0-1</inkml:trace>
  <inkml:trace contextRef="#ctx0" brushRef="#br1" timeOffset="74185">27885 9860 7263,'2'-34'1638,"1"0"0,-1-8 0,15 18 0,6 7 715,22 25-2039,-9 6 1,-3 7-315,-7 8 0,-11 5-630,-17 3 1,-13-1 764,-14-2 0,-9-6-405,-2-8 0,1-4-3007,2-1 2621,32-15 1,24-3-1,12-2 1,9-4 0</inkml:trace>
  <inkml:trace contextRef="#ctx0" brushRef="#br1" timeOffset="75098">28391 9772 7533,'5'-18'3276,"7"-7"-975,-4-3-1942,3 9-898,-22 19 359,-13 22 0,-4 15 330,9-7 0,1 4 0,-1 2 232,1-3 0,-1 3 0,2 0 1,3 2-91,3-1 0,3 1 1,3 0-1,4 0-202,6 0 0,3 1 0,3-1 0,1-5-1729,5 10 1,4-7 1573,8-2 1,1-13 0,0-31 0,-6-8 0</inkml:trace>
  <inkml:trace contextRef="#ctx0" brushRef="#br1" timeOffset="76022">28710 9984 8162,'-14'-18'2969,"-2"8"-2070,14 18-135,0 21 1,-1 9-675,3 3 0,0 4-360,0-2 0,0 3 1,0-4-181,0-2 0,0-3-989,2-2 0,1-14 269,-1-21 1170,9-9 0,-4-25 0,5-3 0</inkml:trace>
  <inkml:trace contextRef="#ctx0" brushRef="#br1" timeOffset="76505">28735 9948 7533,'10'-47'3276,"10"22"-1638,14 31 0,3 13-957,-11 2 1,-7 5-997,-2 13 1,-14 1-721,-33-10 1,-9-3-605,14-4 1,-1-3 1627,-11-10 1,14-5 0,48-5 0,14 0 0</inkml:trace>
  <inkml:trace contextRef="#ctx0" brushRef="#br1" timeOffset="77131">29141 9860 7533,'-12'-19'3276,"-1"34"-2184,7 13 0,3 12 0,0 2-1156,0-2 0,-1 2 0,1 1 0,1-1 64,-1 4 0,1 0 0,0-1-540,-2 3 1,1-1-1,4-15-2428,5-20 2968,6 4 0,7-16 0,6 0 0</inkml:trace>
  <inkml:trace contextRef="#ctx0" brushRef="#br1" timeOffset="78544">29412 10001 7173,'-7'-17'3276,"2"54"-1605,5-33-1192,-2 31 1,-2 25 0,-1-6-570,-2-13 0,0-2 30,1 0 0,0 3 0,4-7-3217,7 4 2634,0-43 1,11-27 0,-16 11 0</inkml:trace>
  <inkml:trace contextRef="#ctx0" brushRef="#br1" timeOffset="79247">29412 10089 7533,'0'-26'1638,"0"0"0,11-20 0,-1 20 0,4 1-1137,6 4 1,4 5-502,14 7 0,2 6 225,-10 6 0,-4 6-540,5 22 0,-14 7-629,-33-1 0,-13 0 1363,9-7 1,-2 0 0,0-1 164,-15 6 1,8 0 269,21 0 1,12-1-1800,11-9 1,6-3 944,6 1 0,1-3 0,8-3 0,-11-9 0</inkml:trace>
  <inkml:trace contextRef="#ctx0" brushRef="#br1" timeOffset="79585">29818 10301 9422,'-23'14'575,"-1"0"1,5 13 0,8 20-1,39-25 1</inkml:trace>
  <inkml:trace contextRef="#ctx0" brushRef="#br1" timeOffset="80432">30150 10001 7353,'0'-35'3276,"-22"55"-2270,6 8 1,-1 10 0,1-1-797,1-4 0,1-1 0,0 1-30,-6 11 0,-2 1 0,6-8-270,3-4 359,7-17-629,31-12 1,18-6-1,-6 2 90,0 8-780,9-11 1,10-4 0,-14 1 1049,-22 2 0,-2-12 0,-41 16 0</inkml:trace>
  <inkml:trace contextRef="#ctx0" brushRef="#br1" timeOffset="81165">30483 9860 7533,'0'-19'2788,"5"-21"-1709,2 34 1710,16 30-1950,-12 10 1,-4 12-1,1 3-569,-1-3 0,1 2 0,-1 2 0,-3 0-288,-2-6 0,-2 0 0,0 1 0,-3-2 0,0-1-410,-2 1 1,-2-1 0,-2-3 0,-3-4-666,-5-3 1,-3-4 0,-1-4 847,-3 0 1,-2-7 0,-21-5 0,16 4 0</inkml:trace>
  <inkml:trace contextRef="#ctx0" brushRef="#br1" timeOffset="82599">29473 4798 7533,'-19'-26'1439,"7"7"989,12-15-1663,1 57 0,0 13-586,1-9 1,1 3-158,-2 11 1,-1 11 0,-1 1-1,1-5 38,0-5 0,0-4 0,0 1-120,0 0 0,0 0 0,0-9-1109,0-1-2108,5-64 2702,-4 21 0,16-19 0,-4 22 0</inkml:trace>
  <inkml:trace contextRef="#ctx0" brushRef="#br1" timeOffset="83335">29510 4763 7533,'-12'-20'1169,"5"-19"1799,12 1-2158,15 7-331,10 36 1,10 13 0,-13 6-885,-30 11 1,-7 5 254,18-4 0,4 3 0,-11-7-1379,-32-2 0,-5-9 1529,7 1 0,62-28 0,-2 10 0,1 0 0</inkml:trace>
  <inkml:trace contextRef="#ctx0" brushRef="#br1" timeOffset="84298">30077 4692 6903,'-13'-45'1638,"-11"62"0,-2 17-758,5-1 1,3 8-719,5-4 0,0 8 0,1 3 0,2 0 0,3-4-42,5 7 0,4-2 0,3 0-368,0-9 1,2 2-1,2-3 1,4-7-1392,8-2 1,4-9 1467,16-14 1,-28-24 0,-8-11 0</inkml:trace>
  <inkml:trace contextRef="#ctx0" brushRef="#br1" timeOffset="85597">30237 4939 6633,'-13'-20'3276,"6"20"-1425,2 43-1851,5-1 30,0-8 0,0 7 0,0-3-30,0 3 0,0-1 0,-1 8 0,2-6 180,4-17-630,2-46 585,4-22 0,1-6 90,-2 10 0,1-1 104,-1 0 1,2-4 0,1 1-180,2 3 0,1 1 0,1 2-150,5-8 0,3 4 135,6 4 0,3 15 314,-2 28 1,-2 14-180,-2 9 0,-4 6-270,-1 2 0,-9 1-1080,-15-10 1,-9-3 1214,-7-8 0,-6-3 899,-13 0 1,-2-3-855,10-1 0,3 2 224,-1 10 1,10 5-180,21-1 0,7 1-675,3 2 1,4-1-1126,11 4 1,2-3-65,-9-14 1,-1-3 905,14 4 1,-24-24 0,-6-2 0</inkml:trace>
  <inkml:trace contextRef="#ctx0" brushRef="#br1" timeOffset="86482">31000 4780 7173,'0'-27'3276,"0"-7"-1425,0 23-322,5 26-765,-3 19 1,-3 11-450,0-3 0,-3 6 0,1 3 0,0-2-383,2-6 1,0-1-1,0 0 1,0-1-46,-1 1 1,0 0-1,1-3 1,1-5-563,2 7 1,4-19-2603,6-38 2949,-6 12 0,-1-27 1,2 11-1</inkml:trace>
  <inkml:trace contextRef="#ctx0" brushRef="#br1" timeOffset="87931">31639 4886 7623,'0'-18'1259,"0"9"270,0-7-360,0 14 1,0-14-1080,-5 6-810,-8-7 450,0 7 180,-11 14 0,-3 8 405,3 3 0,0 7 14,-4 10 1,-2 7 0,3 0-150,9-10 0,2 1 0,2 1 60,-1 6 0,1 2 0,9-3-465,12-1 0,10-10-360,11-17 1,5-12 314,12-11 0,-1-7 1349,-9-2 1,-8 13-1170,-16 42 90,10-7 0,-3 3 0,-24 7 0,3-5 0,38-28 0,0 0 0</inkml:trace>
  <inkml:trace contextRef="#ctx0" brushRef="#br1" timeOffset="89166">31824 4780 7533,'-12'-35'3276,"-1"7"-796,23 11-1401,9 42 1,4 12-900,10-11 395,-16 6 1,1 14 0,-2 8 0,-6-1-1,-10-9-1235,-18 0 1,-12-5 0,6 4-161,18 2 1,6 5 0,0-2 0,-9-7 272,-18-7 1,-7-6 0,16-10 0,19-10 0,18-8 0</inkml:trace>
  <inkml:trace contextRef="#ctx0" brushRef="#br1" timeOffset="90300">31553 8625 7623,'0'-19'3276,"-5"-13"-1638,2 54 0,-1 7-365,-3-15-1929,0 16 1,-3 18-1,0 8 1,0-1 0,3-13-852,2-4 1,0-1 686,-2 4 1,-2 9 0,2-6 0,8-18-1411,9-22 2393,5-21 0,-1-8 1,-6-12-1,-2 11 1,-1-1-1</inkml:trace>
  <inkml:trace contextRef="#ctx0" brushRef="#br1" timeOffset="90837">31418 8520 7533,'-12'-30'3276,"32"15"0,14 40-2582,-2-7 0,7 2 1,-3 3-381,1 8 1,-7 4-450,-7 8 1,-15 1-811,-24-7 1,-12-4-586,-4-11 1,-3-5-110,6-1 1,7-8 1445,16-10 1,18 2-1,8 10 1</inkml:trace>
  <inkml:trace contextRef="#ctx0" brushRef="#br1" timeOffset="91819">32045 8555 7533,'0'-20'3276,"-5"-11"-2235,-2 27-231,-22 4-675,5 15 0,-1 5-1,-2 2 1,0 3 405,0 8 0,-2 6 0,4-3-136,2-1 1,3 3-23,5 1 0,1 7 1,1 1-1,3-7-337,-1 0 0,8-2-1138,14 5 1,8 3 0,0-11 560,7-6 0,7-16 0,-3-10 0,-19-13 1</inkml:trace>
  <inkml:trace contextRef="#ctx0" brushRef="#br1" timeOffset="92582">32070 8767 7533,'-7'-20'3058,"-4"-4"-180,4 69-2698,1-33 120,-2 19 0,1 14 0,0-1-31,0-9 1,2 0 0,1-1-270,5 9 0,1-4 0,-4-6 0,4-13 0,27-57 0</inkml:trace>
  <inkml:trace contextRef="#ctx0" brushRef="#br1" timeOffset="93042">32033 8802 7533,'-14'-45'3276,"20"2"-1638,21 26 0,10 6-3025,8 0 0,2 5 1387,-7 3 0,-5 6 0,3 14 0,-65 11 0</inkml:trace>
  <inkml:trace contextRef="#ctx0" brushRef="#br1" timeOffset="93440">32045 8908 7353,'-33'9'3276,"32"-1"0,50-8-3274,-4 7 0,-1 2 1,-16-4-1,-4 2 1,17 18-1</inkml:trace>
  <inkml:trace contextRef="#ctx0" brushRef="#br1" timeOffset="94052">32488 8714 7892,'6'-32'1638,"0"1"0,1 9 0,-5 43 0,-4 17-914,-2-6 1,-3 3 0,1 4-613,0 6 0,-1 5 1,1 0-1,-1-5-532,-2-6 0,0-3 1,1-1-1220,-1 17 1,5-14 1333,6-32 0,10-24 0,1 1 0</inkml:trace>
  <inkml:trace contextRef="#ctx0" brushRef="#br1" timeOffset="95565">32746 8837 8972,'0'-20'3276,"0"-3"-1875,0 13-1401,0 0-270,0 3-899,-5 46 1259,2-6 0,-1 6 382,0-5 0,-3 4 1,1 2-1,0-3-352,1 6 0,0-1 0,0-1-210,-1-1 0,0-1 0,0-7 270,1 2-2519,16-52 2339,-3 4 0,21-25 0,-4 20 0</inkml:trace>
  <inkml:trace contextRef="#ctx0" brushRef="#br1" timeOffset="96348">32759 8925 7533,'-18'-17'3276,"5"-17"-2055,12-3-1176,20 12 0,8 5-360,-3 14 0,2 8 765,14 15 0,-7 11 494,-20 5 1,-11 3-810,-13 5 0,-10-4 854,-6-15 1,-6-9-2629,1-6 1,1-6-1292,-4-3 2930,46-6 0,33 8 0,-9 0 0,-1 0 0</inkml:trace>
  <inkml:trace contextRef="#ctx0" brushRef="#br1" timeOffset="96918">33017 9172 10501,'0'-19'3276,"-11"19"-4915,-10 32 1,1 10 1188,11-9 1,-2 3-1,8-9 1,42-37-1</inkml:trace>
  <inkml:trace contextRef="#ctx0" brushRef="#br1" timeOffset="98667">33214 8890 7892,'-6'-27'2969,"0"9"-1980,6 18-809,0 18 270,6 19 0,-1 8-226,-5-10 1,-3 2-180,1-1 0,-1 4 0,0 1 0,-1-7-180,-1 0 0,-1-3 135,-16 41 1619,22-72-1529,0-1-989,5-39-90,2 9 1123,1 1 1,4-8 0,0-3 0,1 3-606,3-3 0,0 1 0,0-1 411,-1-3 0,-1-1 0,4 7-1091,12 2 1,-5 17 1061,-20 23 178,14 28 1,1 7 450,-11-10-315,-2 5 0,-2-1-135,-6-16 450,-12-1 629,-21-6 1840,16 7-2784,-7-7 0,0-2 659,8 2-164,-11 6-720,21-7 450,18 25-630,-1-5 689,6-1 1,6 5 0,-4-4-600,-3 10 180,9-3 0,-5-7 360,-17-21-1710,3-16 1260,0-2 0,2 16 0,6 6 0</inkml:trace>
  <inkml:trace contextRef="#ctx0" brushRef="#br1" timeOffset="99650">33559 8767 9512,'-14'-10'3276,"-2"-14"-76,15 20-3470,1-4 360,23 42 719,-6-10 1,-1 7-23,-5 1 0,0 6 0,-2 3 0,-2-1-225,-2-3 0,-2 1 1,-2 1-1,-2-1-293,-1 5 1,-2 2 0,-2-2 0,-2-3-390,-3 1 0,-3-2 1,-1-7-421,-3-8 0,-1-5-629,-4-4 1079,16-15-989,2 0-2198,5 0 2457,0 0 1,27 8 0,7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35:01.712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21856 2434 6993,'0'-10'360,"0"-5"0,0 5 449,0-8-179,0 8 1349,0-13-1799,0 19 359,0-12-449,-6 16-180,-1 0 180,0 0 180,2 8 809,-1 2-1169,5 0 360,-5-2-180,1-8 360,4 0 180,-4 0 719,5 0-1619,-5 0 764,3 19 1,2 16-237,-1-4 1,-1 9 0,-1 6-1,0 5 1,0 1 0,0-1 0,-1-4-1,1-6 394,-2 7 0,0-5 0,-1-1 1,1 5-1122,3-2 1,0 7 0,1 3 0,-1 0 0,0-6 0,-2-8 0,-3-14 162,-15-4 1,26-72 0,-3 22 0</inkml:trace>
  <inkml:trace contextRef="#ctx0" brushRef="#br0" timeOffset="1299">21893 2575 7533,'-25'-27'2428,"11"1"-449,-2 9-360,20-17-809,8-3-361,13-1 1,9 0-135,2 8 0,6 9-285,-5 11 0,3 5 0,-1 8-60,-3 12 0,-1 8 0,-5 4 240,-4 1 0,-4 5 0,-5 2-61,-3 6 1,-5 4 0,-10-4-360,-14-8 0,-8-4 1,-3-1 59,-3 1 0,-2-1 0,-1-4 270,0-6 0,-1-4 0,1-1-120,-18 0 0,7-3-180,8-2 540,7 10 539,22 1 540,6-1-809,22 21-675,3-5 0,5 3-135,-6-9 0,2 0 0,2 2 45,1 0 0,2 2 0,1-1 1,-4-5-46,5 2 0,-1-5 90,6 3 0,-15-5-720,-28-13-2467,-9-6 2882,0 6 0,-3-47 0,11-10 0</inkml:trace>
  <inkml:trace contextRef="#ctx0" brushRef="#br0" timeOffset="2366">22336 2170 7713,'-25'-36'1638,"9"18"0,-3 1 0,-11 2 0,-6 3-1064,0 3 0,-3 3 1,-3 3-463,5 2 1,-3 3-1,0 1 1,0 1-91,2-1 1,0 1-1,0 3 1,-1 6-203,2 5 0,-3 5 0,0 5 0,0 2 0,2 1 0,2 2 210,3 1 0,1 3 0,2 1 0,1 2 0,1 1 0,0 0-90,2-3 0,0 0 0,0 1 0,1 1 0,2 0 0,1 2 0,3-1 85,1 3 1,0 0 0,2 2 0,2 0 0,5 0-1,4-2 1,6 0-1,7-2 1,6 1 0,6-1 0,3-1 0,2-1-1,1-3 1,0-2-11,1-1 0,1-2 0,1-2 0,3-2 0,3-3 0,4-1 45,0-5 0,5 0 0,4-1 0,2-2 0,2-2 0,-1-3 0,-1-2 0,-2-3 0,-3-5 179,4-4 1,-3-5 0,-1-4 0,-1-4 0,0-1 0,2-1-196,-4 2 0,2 0 0,1-2 0,0-1 0,-2-2 0,-1-3 0,-4-2 0,-4-3 200,-2-7 0,-3-4 0,-4-3 0,-3-3 1,-2-1-1,-2-1 0,0 1 82,-4 3 0,-1-2 0,-1-1 0,-2 0 0,-2-1 0,-1 1 0,-3 0 0,-1 0-95,-3-3 0,-1-1 1,-2 0-1,-2 0 1,-4 2-1,-3 2 1,-5 1-701,-4 3 1,-5 0 0,-4 2 0,-2 1 0,-1 4 0,-1 3 0,2 5 140,-7-1 0,-1 6 0,-1 5 1,-1 4-1,-6 2 0,-4 5 1,6 3-1,14 5 0,14 7 1</inkml:trace>
  <inkml:trace contextRef="#ctx0" brushRef="#br0" timeOffset="19649">26101 2540 9512,'25'0'3058,"-6"0"-2429,-1-8-449,-12 6 0,0-6 900,-6 1-181,0-3-629,-6-8 270,-28 0-450,-7 9-210,6 6 0,-6 3 0,1 3 345,-2 7 0,-1 5 134,-3-3 1,-3 2 0,4 5 179,11 4 1,5 3 0,1 4-61,-4 8 1,2 4 0,6-1-210,10-8 0,5-1 0,5 1 149,4 8 1,5 1 0,10-7-31,11-12 1,8-5 0,3-4-390,7-1 0,3-4 0,0-4-1093,1-5 1,0-5 0,-3 0 436,6-1 1,-7-2-1,0 1 1,-51 26 0</inkml:trace>
  <inkml:trace contextRef="#ctx0" brushRef="#br0" timeOffset="20666">26397 2452 7533,'-12'-29'819,"-1"1"0,-15 6 0,-10 2 0,-2 5 273,-2 5 0,-2 5 0,-3 1-437,10-1 0,-2 2 1,-2-1-1,0 1 0,-1 0 0,-3 0 0,-3 0 1,0 1-1,1 1 0,1 2-1012,5 3 0,1 1 0,1 2 0,0 1 0,0-1 177,-7-2 0,-1-2 0,3 6 0,6 14 265,17 3 1,1 10-1,2 7 1,2 5 0,3 2-1,4 2 1,3-3-1,4-2 1,5-6-26,7 2 0,9-4 0,6-2 0,2 0 0,1 2 0,-2 3-140,-7-3 0,-1 6 0,-1 3 0,0 0 0,2 0 0,1-2 0,3-6 0,4-6 0,4-8 304,10-7 1,5-7 0,5-7 0,3-4 0,0-5 0,0-3 0,-2-2 0,-4-2 60,-2-3 0,-1-3 0,-1-4 0,-2-2 0,-1-4 0,-1-1 0,-1-3 79,-6 4 0,1-4 0,-1-1 0,-1-1 0,-2-2 0,-1-2 0,-2 1 0,-4-1 0,-3-1-177,-1-6 0,-2-4 1,-3-1-1,-3 0 0,-6 1 1,-5 4-1,-5 3-843,-12 0 1,-11 3-1,-4 4 1,-1 1 0,5-1 290,4-7 1,4-2 0,-2 7 0,-6 13 0,-25 21 0,-7 16 0,32-1 0,69-5 0</inkml:trace>
  <inkml:trace contextRef="#ctx0" brushRef="#br0" timeOffset="24733">30433 2540 7083,'0'-20'1619,"0"-3"-989,0 13 269,-11-8-899,8 9 180,-13 1 180,14 8 90,-9 0-271,10 0 1,-10 0 360,5 0-630,-1 0 270,2 0-270,-1 0 630,5 0-270,-5 0 89,6 8 181,0 1 209,3 22 1,1 14 0,0-1-391,0-1 1,0 4-985,-1-4 1,1 8 0,0 2 0,0-2-1,-1-8 580,1 5 0,-2-4-75,0 7 0,-1 4 1,2-18-1141,2-23-179,8-14-1838,-5-6 2994,3-17 1,-16 7-1,-2-4 1</inkml:trace>
  <inkml:trace contextRef="#ctx0" brushRef="#br0" timeOffset="25449">30273 2611 6723,'-6'-36'1638,"3"11"0,0-1 753,1-21-1582,15 10 270,24 26 1,12 14-833,-15 11 1,3 9-1,0 4 1,0-1-91,3 0 0,0 1 1,-1 2-1,-5 5-103,-6 0 0,-1 4 0,-3 2 0,-7 1 0,-8-2-144,-11 3 0,-9 1 0,-7-3 0,-4-2 0,-4-4 0,-5-2 0,-4-4 1,-1-5-181,-3-5 0,-2-5 0,0-4 0,3-6-1369,-18-7 1,15-13 1265,24-22 1,44 13-1,22 28 1</inkml:trace>
  <inkml:trace contextRef="#ctx0" brushRef="#br0" timeOffset="26876">30950 2417 7443,'7'-28'989,"4"-5"360,-4 5-539,-6-7-630,3 8 314,-17-2 1,-7 1-1034,-8-6 329,5 15 0,-4-2 0,-5 3 300,-8 4 0,-5 2 0,-2 3 0,2 1-30,-2-2 0,1 3 0,-6 2-209,10 4 0,-6 2 1,-2 1-1,-1 1 1,3 2-1,4 1 149,1 1 0,4 1 0,0 3 0,-3 4-13,4 0 0,-3 2 0,-2 3 1,0 2-1,0 1 0,2 2 0,5 2 117,-1 4 0,4 2 0,2 2 0,1 2 1,1 1-1,0 1 50,1 0 0,1 1 0,0 1 0,1 1 1,1 1-1,3 0 0,3-1-124,1 3 0,2 0 0,1 1 0,4-1 0,5 1 0,4 0 8,4-4 1,4 2-1,4 0 1,2 0 0,4-1-1,2-3 1,4-3-104,3-3 1,4-3 0,3-2 0,3-2 0,2-1-1,2-1 1,1-1 84,-4-3 0,3-1 0,1 0 0,2-1 0,1-2 0,0-1 0,2-3 0,-1-1 0,1-3-76,-1-3 1,1-1 0,0-2 0,2-2 0,0-1 0,0-3 0,0-1 0,-1-2 0,0-2 0,-2-2 127,1-2 0,1-2 0,-1-2 0,1-2 0,-2-2 0,0-1 0,-2-3 0,-1-1 0,-2-2 0,-3-2 17,-2-1 1,1-3 0,0-2 0,-2-2 0,-2-2 0,-3 0 0,-4-1 0,-3-1 0,-6 1 0,-5 0-455,-7-2 1,-6-2 0,-6-1 0,-3-1 0,-5 1 0,-1 1 0,-3 1 0,0 3 0,-1 3 351,-4-2 1,-2 3 0,-2 2 0,-3 2 0,-2 2 0,-1 2 0,-1 2 0,-5-1-1,-3 0 1,-3 3 0,-1 2 0,1 3 0,2 6 0,4 5 0,-6 18 0,0 0 0,-1 0-1,1 0 1</inkml:trace>
  <inkml:trace contextRef="#ctx0" brushRef="#br0" timeOffset="53882">25178 6473 9422,'-6'10'809,"0"-2"-89,6-8 539,0 0-539,0-8-630,0 6 269,0-6 181,6 8-405,1-17 0,4-13-180,5-3 0,6-7 0,1-2 0,-4 5-328,0-8 0,2-1 391,-5 12 0,4-4 0,1-3 0,1 1 0,-2 3 229,2 1 1,-1 1-1,0 2 1,-1 0-368,2-4 0,0 2 0,1-1 240,2-6 0,2-1 0,-3 19 599,9 27-180,-23 26 1,-6 18 0,-2 10 0,1-1-211,3-11 1,1 3 0,1 3 0,0-1 0,-1 0 0,0-2-258,-1 0 0,0 0 0,-1-2 0,1 1 0,0-1-193,-1 3 0,1 4 1,0-2-1,0-9 0,-1-14-868,1-12-1980,-6-24-89,0 6 3058,0-14 0,-12-9 0,-1-12 0</inkml:trace>
  <inkml:trace contextRef="#ctx0" brushRef="#br0" timeOffset="54267">25412 6279 7533,'-27'-7'3276,"38"5"-2184,15-3 0,11-1 0,1 1-338,3 3 0,2 2 1,0 0-1848,2-3 1,1-1 0,-4 3 436,4 3 1,-16 4-1,-30 4 1,-27 7 0</inkml:trace>
  <inkml:trace contextRef="#ctx0" brushRef="#br0" timeOffset="55294">25966 5733 7533,'0'-26'1638,"0"1"0,6-15-263,-6 15 0,1 0 1144,4-19-5796,-32 7 3202,14 10 271,-15 17 1,-14 5-1,-4 4 164,2 4 0,-5 3 0,-1 2 0,2-1-338,5-4 1,1 0-1,-1 2 1,-1 5-216,6 3 0,-4 4 0,-2 3 1,1 2-1,3 2 0,3 0 0,7 1 238,2 7 0,7 1 0,4 3 0,-2 2-28,-3 4 1,-1 4-1,1 1 1,4 0-1,6-1 118,6-1 0,5 0 0,6-1 0,4 0 113,4-2 1,5 2 0,3-2 0,4-1 0,2-6 88,8-2 0,4-5 1,4-2-1,0-1-247,-5-2 0,1 2 0,2-2 0,1-4 0,2-9 14,-1-10 1,2-7 0,3-5 0,-2-3 0,-2-1 0,-4 1 232,1-1 1,-4-1-1,-2-3 1,0-4 317,0-2 0,2-3 1,-2-4-1,-4-2 0,-7-2 0,-8-5 0,-7-3 1,-4-2-1,-3-1 0,-2 2-344,-1 5 0,-3 0 1,-3 0-1,-1 1 1,0-2-387,0 1 0,-1-2 0,-1-1 0,-1 2 0,-3 2 0,-1 5-578,-10-3 1,-6 5 0,3 2 0,6 1 652,5-13 0,13 4 0,14 11 0,11 3 0,19 4 0,0 0 0,1 0 0</inkml:trace>
  <inkml:trace contextRef="#ctx0" brushRef="#br0" timeOffset="62383">30212 6279 8792,'-6'-19'2698,"5"-5"-1978,-4 7 269,5 5-89,0-19-540,5 27-540,-4-12 719,0 38 1,-1 27 0,-1 5-420,0-15 0,-1 5 0,-1 3 0,1-1 0,0-2 0,0-5-120,1 6 0,1-6 0,-2 5 0,-1 2 0,-1 9 0,-1 0 0,1-14 0,0-25 0,-1-43 0,1-1 0</inkml:trace>
  <inkml:trace contextRef="#ctx0" brushRef="#br0" timeOffset="63031">29818 6279 7533,'-41'0'1092,"58"-10"0,23-5 0,7 1-1009,-8 8 1,8 2 0,4 1-1,1 0 1,-1 0 0,-5-3-84,-5-3 0,-3-2 0,-1 0 0,1 0 0,2 2 0,5 3 0,7 3 0,0 1 0,-4-1 0,-12-1 0,-19-4 0,-22-9 0</inkml:trace>
  <inkml:trace contextRef="#ctx0" brushRef="#br0" timeOffset="64916">30766 5944 8882,'0'-19'1529,"0"3"-180,0 0-449,0 5-361,-6-23 451,-23-1-900,12 13-270,-5 6 0,-7 1 120,-4 5 0,-5 1 0,-1 3 60,4 0 0,-1 2 0,-5 0-18,-1 1 0,-6 0 0,-2 1 0,2 1 0,6 2 48,5 1 0,5 1 0,-4 4-102,-2 2 0,-5 3 0,-1 2 0,3 1 0,8-1 27,0 6 0,1 4 171,1 0 0,-7 6 0,-2 4 0,1 0 0,4-2-445,5 0 0,3-1 0,1 1 0,-2 1 427,1-2 0,-2 0 0,1 2 0,0 2 0,1 3-301,5 0 0,1 5 0,1 3 0,0 0 0,2-2 0,1-2 0,1-7 163,-5 5 0,3-7 0,7 8-114,7-1 1,3 8 0,3 6 0,3 0 0,3-2-1,4-8 1,4-11 503,13-5 0,7-12 0,8 1-320,-12-2 0,4 3 0,5 2 0,2 0 0,2 0 0,1-1 0,-1-2 0,-3-3 0,-2-4 79,5-3 1,-2-5 0,-1-2 0,0-1 0,0 0 0,1 2-60,5 3 0,1 3 0,0 0 0,0-1 0,-2-2 0,-3-5 209,6-3 1,-4-4 0,-1-5 0,-1-9-18,-10-3 0,0-9 0,-1-5 0,0-3 1,-2 1-1,0 3 0,-3 6-207,4 4 0,-3 4 0,0 0 0,0-7 22,-2-1 1,2-5-1,2-4 1,-1-2-1,-1-2 1,-4 1-1,-5 1 1,-7 2 550,-7-7 1,-9 1 0,-6 0-1,-1 2 1,2 1-777,1-1 1,-1 3 0,-1-1-1,-3-1-389,-2 2 1,-3-3 0,-1-1 0,-1 2 0,1 5 0,1 8 501,-4-2 0,0 9 0,-2 1 0,10 7 0,51 16 0</inkml:trace>
  <inkml:trace contextRef="#ctx0" brushRef="#br0" timeOffset="75049">25129 8731 6723,'0'-10'630,"0"3"-91,0 7 91,0-8 1079,0 6-1349,0-14-180,0 14 449,0-6-179,0 8 630,-6-8-271,-1 7-269,-4 16 89,4 22-494,4-1 0,2 11 0,0 4 0,1-4-165,0 1 0,0-1 0,0 5-101,-3-7 1,0 6-1,-2 2 1,1 1-1,0-5 1,1-7 100,1-2 0,1-5 0,-2-1-360,-6 14 0,-2 0 0,4-26-329,5-32-2558,-3 0 3104,10-21 1,24-6 0,-10 6 0,1-1 0</inkml:trace>
  <inkml:trace contextRef="#ctx0" brushRef="#br0" timeOffset="75633">25104 8872 7533,'-19'-27'1529,"7"1"1747,7 9 0,26-1-2415,15 4 1,11 3-1682,-12 5 1,6 1 0,0 1 0,-3-1-274,2-1 1,-2 0 0,1 0 666,8 1 0,-1 0 0,-22 8 1,-45 20-1,0-8 0,1 0 1</inkml:trace>
  <inkml:trace contextRef="#ctx0" brushRef="#br0" timeOffset="76150">25104 9137 7533,'-24'8'1304,"0"0"0,-4 3-494,-1 7 1798,35-10-1034,17-6 0,11-4-1424,-3 2 0,3 0 0,2 0-1243,10 0 1,3 0 0,-4 0 436,5 1 1,-7-2-1,-5-7 1,-72-2 0</inkml:trace>
  <inkml:trace contextRef="#ctx0" brushRef="#br0" timeOffset="77383">25633 8643 7533,'-12'-35'3058,"0"7"-1439,-5-5-1079,-8 13-450,-7 3 0,-6 1 89,1 8 1,-5 4 112,1 3 1,-6 0-1,-2 2 1,4 0-84,0 2 1,3 0 0,-4 3-66,3 1 0,-4 3 0,-2 0 0,3 1 0,4 0-324,2 0 0,4 0 0,0 6 22,-3 8 1,-2 6 0,2 5 0,8 4 193,13-4 0,4 6 0,4 1 0,1 0 0,-1-4-239,-2 0 1,1-4 0,0 2 0,3 1 166,3 4 0,0 3 0,3 0 0,4-1 0,4-4-32,7-4 1,5-3 0,3-2-1,1 0 333,4 6 1,2 0-1,3-2 1,4-1-140,1-3 0,4-1 0,3-2 0,1-3 0,2-5-111,-3-7 0,1-3 0,2-3 0,1-2 0,-1-4 0,-1-2 128,-1-3 0,-1-3 0,0-2 0,0-3 0,-1-2 0,-1-3 396,2-3 1,1-2 0,-1-3 0,-2-2-1,-3-4 1,-3-3-104,-8 1 1,-2-4 0,-2-2 0,-3-2 0,-2-2 0,-2 0 0,-2 1-193,-3 0 0,-1-2 0,-3 0 1,-2-1-1,-3 1 0,-3 1 0,-4 1-791,-7-4 1,-6 0 0,-3 2 0,-4 1 0,-1 2 0,0 5 459,0 0 0,-3 3 1,-1 3-1,-2 4 0,-1 8 1,-10 5-1,-3 7 0,0 7 1,6 5-1,-3 16 0,0 1 1</inkml:trace>
  <inkml:trace contextRef="#ctx0" brushRef="#br0" timeOffset="88399">25424 11712 8342,'-6'-10'1799,"0"-5"-1079,6 5-270,0-8 89,6 9-449,-5-7 360,10 14 90,-10-14-91,5 14-539,-12-6-89,-33 8 179,-9 0 112,12 9 0,-9 6 1,-1 1-1,6-1-67,-4 1 0,3 6 0,5 1 0,-6 7 0,8 2 0,20-2 472,28-3 0,18-1 1,8 1-1,-5 1-360,-5 2 1,1 0-1,-2 3 1,-1 1 165,-2 1 1,3 4 0,-3 1 0,-9-4 0,-13-7-324,-37 0 0,-15-3 0,24 5 0,1 3 0,-5-11 0,-12-31 0,0 0 0,0 0 0</inkml:trace>
  <inkml:trace contextRef="#ctx0" brushRef="#br0" timeOffset="90016">25609 11448 7533,'-5'-43'3276,"4"13"-796,-5-19-2210,-27 28-180,5 11 0,-7 1 0,-3 2 292,0 3 0,-3 2 1,-2 1-1,-1 0-184,2 1 0,-1 0 0,-2 2 0,1 0 0,-1 2-342,2 1 0,-1 2 0,1 0 0,0 3 0,1 2 3,0 3 0,0 1 0,2 3 0,0 3 0,2 2 216,6 1 0,1 1 0,1 3 0,0 2 0,2 1 0,1 2-80,2-1 0,0 2 0,2 1 1,0 1-1,1 2 0,2-1 1,1 0 4,-2 6 0,0 1 0,2 1 0,3-1 0,4 2 0,6-1 45,7 2 0,5 2 0,4 1 0,4-2 0,4-2 0,2-4 8,5 0 1,4-3 0,4-4 0,3-2 0,4-3-131,-4-8 0,3-1 0,3-3 0,2-1 0,1-3 0,1-2 0,-1-3 133,-3-3 0,2-3 0,1-2 0,1-1 1,-1-3-1,0-1 0,-2-1 0,-1-1 4,4-4 0,-1-1 0,-1-3 0,-1-1 0,0-3 0,-1-1 94,-3 1 0,1-1 0,1-2 1,-2-1-1,-2-2 0,-2-2 1,-4-2 159,-2-3 1,-4-4 0,-2-1 0,-2-2 0,-2 0 0,-1-1 104,-1-1 1,-2 0 0,-2-2 0,-1 0 0,-4 0 0,-3 1 137,-4-9 1,-3 0 0,-4 0 0,-5 0 0,-4 4-1214,-6 0 1,-5 2-1,-5 1 1,0 3 0,2 4 449,1 3 0,1 2 1,-1 4-1,-1 4 1,-14-2-1,-1 5 1,19 15-1,27 24 1</inkml:trace>
  <inkml:trace contextRef="#ctx0" brushRef="#br0" timeOffset="119194">25880 3704 6723,'-7'-10'1259,"-4"-5"91,10-3-541,-5-9-449,6 7 450,0-11-721,0 19 451,0-14 180,0 17-360,0 1-270,0 8 359,0 0 541,-5 31-541,-2 8-389,3-7 0,0 7 0,0 0 0,-1 2 0,1 0 0,0 4 84,1-4 0,1 4 0,-1 1 0,1 1 0,0-2-139,0-3 1,1-1 0,-1 0 0,1 0 0,0 0 66,0 0 0,0 1 0,0 0 0,0-2 0,0-1-42,-1 12 0,0-3 0,0-2-30,2-10 0,0-2 0,-1-1 270,-5 13 0,1-1-180,2-11 0,1 2 0,0-3-315,-1 5 0,-1-1 135,-1 6 0,0-2 90,3 6 584,-6-5 1,0-1-225,5 2 30,-3-17 0,1-1-750,5-2-89,-5-13-1170,3 15-1658,-3-5 3106,5 6 1,5-1 0,2 2 0</inkml:trace>
  <inkml:trace contextRef="#ctx0" brushRef="#br0" timeOffset="120617">25499 5133 7533,'-12'-16'2968,"-1"12"-2069,1-11-179,5 15 629,-4-8-629,9 6-1080,-3-14 270,-1 14 1080,5 2 449,-5 2-360,6 6-495,25 15 1,11 9-495,-10-2 0,1 4 0,0 2 157,-3-6 1,0 1-1,-1 0 1,0 0-248,3 9 0,-1-1 0,-7-4-495,-7-7 0,-5-5 315,-6-7 450,5-24 270,2-2-360,0 0 270,14-13-241,0-4 1,5-8 0,3-1-233,0 0 1,4-1 0,0-1-1,-1 0-112,-6 3 0,-1 0 0,-1 0 1,1 3-959,10-10 1,1 3 0,-13 14 989,-18 19 0,-5 8 0,0-4 1</inkml:trace>
  <inkml:trace contextRef="#ctx0" brushRef="#br0" timeOffset="150033">25572 6844 7533,'13'-16'1709,"-6"4"-1260,-2-13 1171,-5-8-631,0 3-449,-5-5-630,3 10-180,-9 15 720,10 2 989,-10 24-1349,9-13 269,-3 19 1,-1 11-60,2 5 0,0 6 0,0 2-143,1-10 0,-1 1 1,1 2-1,-1 4-112,2-4 1,-1 4 0,1 2 0,-1 2 0,1 1 0,-1-2 0,1-3 260,-2 8 0,1-2 0,-1-1 0,0 1 0,1 1-202,0-1 1,1 2 0,0 0 0,0 0 0,0-2 0,0-4-128,-2 2 1,1-4 0,0-2-1,0 1 0,2-2 1,0 0 0,0-1-1,-1-2 53,-3 1 0,-1-2 0,0-2 15,-1 10 0,-1-2 90,-4 7 0,-1-7-675,1-21-1618,6 3 757,1-24 1401,3-16 0,-8 4 0,3-13 0</inkml:trace>
  <inkml:trace contextRef="#ctx0" brushRef="#br0" timeOffset="151083">25203 8149 7533,'-16'-21'1304,"1"-1"0,-5-15 135,4-6 720,14 23-1349,-3 4 629,10 32-360,10 10 1,5 7-631,-2 4 1,2 5 0,-1 2-203,-1-2 0,0 1 1,0 2-1,-1-2-112,-1-5 0,-2 1 0,0-2 0,-2-2 15,0 3 0,-2-2 0,-3-8 839,-2-5-2158,-5-25 539,0-6 1080,0 8-180,0 0 180,39-39-428,-16 13 0,4-6 1,2-3-1,0 1-45,3-2 1,2-1 0,1 0 0,-2 0-271,0 0 1,-1-1 0,0 1-1,-2 4-800,4-2 1,-2 3 0,-8 11-2185,-9 11 2487,1 2 0,-43 31 0,-7 7 0</inkml:trace>
  <inkml:trace contextRef="#ctx0" brushRef="#br0" timeOffset="162084">25400 9931 6993,'0'-28'90,"-6"11"1169,5-7-539,-10 12 1169,4-21-1080,-5 6-719,6-1 540,-5 11 0,4 17-181,-1 23 1,3 18-271,2-6 1,0 7 0,1 4 0,0 2 0,0 1-165,0-7 0,0 1 1,1 2-1,-1 1 1,0 1-1,1-1 0,-1 0 203,-1 2 1,1 0-1,0 1 1,-1-1-1,1 0 1,-1-1-1,0-2-98,-1 2 0,0-1 0,0 0 0,0-3 0,-1-3 0,1-5-165,-2 19 0,-3-14-45,-12-16-809,14-26-900,0-6-270,1 8 630,6 0-1547,6 0 2986,1-8 0,16-2 0,2-7 0</inkml:trace>
  <inkml:trace contextRef="#ctx0" brushRef="#br0" timeOffset="163099">24970 10795 7263,'-20'0'1709,"8"0"-450,7 0-539,10 0 989,12 16-1439,-1-5 179,0 10 1,2 7-91,-5 1 1,-1 3 0,0 2-90,1 0 0,0 2 0,0-1-60,0 0 0,0-1 0,-2-3-31,-1 1 1,-2-7 90,-3-9-719,-5-6 628,-5 7 361,3-7-270,2-2-225,16-20 0,16-18 0,4-7 0,-3 6-165,-6 9 0,0 2 0,2-4-276,4-6 0,4-5 1,2-2-1,-2 2 0,-6 5-369,5-6 1,-6 5 764,2-1 0,-13 13 0,-35 43 0,2 0 0,1 1 0</inkml:trace>
  <inkml:trace contextRef="#ctx0" brushRef="#br0" timeOffset="185116">30383 3916 6543,'20'-10'-270,"-2"-6"1350,-11 14 359,-2-5-1079,-5 7-90,0 15-61,-2 17 1,-2 14 0,-1 6-300,2-16 0,-1 5 0,0 3 0,0 1 0,-1 2 0,0 0 1,0-2 150,-1 4 1,0 0 0,-1 0 0,0 1-1,0 0 1,1 0 0,0 0-17,1-4 0,0 2 0,1 1 0,-1-1 0,1-1 0,0-1 0,0-2 0,1-3-270,-3 15 0,1-4 0,1-4 0,2-6 135,5 0 0,3-8 900,6 5-450,-17 4-1080,-4-1-359,2 1 1079,3-43 0,10-20 0,-6-15 0</inkml:trace>
  <inkml:trace contextRef="#ctx0" brushRef="#br0" timeOffset="185916">30077 5292 7173,'-20'-10'3238,"8"-14"-2878,12 13 269,7-7-179,5 34-90,6 21-90,-7 1 0,0 10 0,2-1-91,4-4 1,1-1 0,-2 1 0,-3 3 0,-2 1 0,1-5-45,7 0 0,-5-10 404,-14-16 271,0-24-181,9-16 1,9-9-1215,4 1 1,7-6-1,2-1 1,-3 1 584,-4 6 0,-2 1 0,0 0 0,2 0 0,5-5 0,3-1 0,-1 2 0,-4 8 0,-4 7 0,0 0 0</inkml:trace>
  <inkml:trace contextRef="#ctx0" brushRef="#br0" timeOffset="208375">25916 8925 7623,'-29'8'1092,"36"-25"0,18-15 0,10-3-971,-12 15 1,5-2-1,5-1 1,3-2 0,4-1-1,2-1 1,3-2 0,1 0-1,1 0 1,1-1 0,-1 0-1,1-1 1,-2 1-138,-10 6 1,1-1-1,0 0 1,2 0 0,0-2-1,1 1 1,0-1-1,1-1 1,0 1 0,1-1-1,-1 0 1,1 0-1,0 0 1,-1 1 0,1-1-1,-1 0 1,0 1 0,0 0-1,-1 0 1,0 0-1,-1 2 71,3-3 0,0 0 0,-1 1 0,0-1 0,0 1 0,0 0 0,0 0 0,0 1 0,-1-1 0,0 0 0,1 1 0,-1-1 0,0 1 0,0 0 0,0-1 0,0 1 0,0 0 0,1-1-34,1 0 0,3-2 0,1 0 0,1-1 0,1 0 1,0 0-1,0 0 0,0 0 0,-2 1 0,-1 0 1,-3 2-1,-1 1 0,-4 1 0,-3 2 0,-3 2 0,-5 2 1,-4 3-202,17-21 0,-10 7 229,-3 9 0,1 0 1,3-2 309,7-3 1,4-2 0,1 1 0,-7 2-360,0 2 0,-2-1-351,0-3 0,5-8 1,-6 6-1,-19 17 351,-25 25 0,-18 17 0,24 1 0,1 0 0</inkml:trace>
  <inkml:trace contextRef="#ctx0" brushRef="#br0" timeOffset="209687">28685 6809 7173,'-45'-10'2069,"5"10"-2159,26 2 1079,3 6 270,11-8-1169,0 0-449,22 0 568,15-12 1,12-7 0,-4 3-75,-11 6 0,2 0 81,2-1 0,9-3 0,3 0 0,-4 0 0,-10 2 278,-7 2 1,-3 1 44,21 0 1,-8 0-450,-29 1-2788,-17 8 1618,13 0 2070,7 0 1349,6 0-2070,-12 0-1888,-9 8 1799,-10 10 270,4 4 0,-2 7-241,0 3 1,-2 4 0,-1 0-150,0-2 0,0 1 0,0 1 120,-1 0 0,0 3 0,0-2 0,1-4-315,-5 4 0,3-5-1504,2 0 1,2-7 174,6-17 1284,5-8-630,0 8-1618,0-7 629,11 7 1799,-3 0 0,37-14 0,2 4 0</inkml:trace>
  <inkml:trace contextRef="#ctx0" brushRef="#br0" timeOffset="229285">29843 7355 7803,'19'-17'1349,"-2"-1"-989,1 1-360,-10 7 90,9 2 764,-32 22 1,-12 11-766,8-2 1,1 4 0,-5 3-78,0-3 1,-3 3 0,-3 3 0,-2 2 0,0 0 0,0 0 0,2 0-482,2-2 1,0 0 0,1 1 0,0-1 0,0 2 0,-2 0 0,-1 1 428,2-2 0,-2 1 1,0 1-1,-1 1 0,-1 0 1,0 0-1,0 1 0,0-1 1,-1 1 39,1-1 0,-1 1 0,-1 0 0,0 0 0,0 1 0,0-1 0,1 0 0,0 0 0,0-1 0,2-2-117,-2 3 0,2-2 0,1-1 1,0-1-1,0 1 0,-1 1 1,0 1-1,-2 2 132,4-4 0,-2 2 0,0 1 0,-1 2 0,-1 0 0,0 0 0,1 1 0,-1-1 0,2-1 0,0-1 0,2-1 0,1-3-41,-5 8 0,3-3 1,1-2-1,1 0 0,-1 0 1,-1 2-1,-3 2-12,6-7 1,-2 3-1,-2 1 1,-1 1-1,0 1 1,-1 0-1,1 0 1,0-1 0,1-2-1,2-1 1,2-3-1,1-3 38,-6 10 0,3-6 0,2-2 0,-1 1 0,-5 5 117,4-7 0,-1 2 0,-4 3 0,0 1 0,-2 1 0,0 0 0,1-1 0,0-2 0,3-2 0,1-2-65,-3 1 1,2-2 0,2-3 0,-1 0-1,0 2 1,-3 2-93,4-2 0,-1 2 0,-1 2 0,-1 0 0,0 1 0,0 0 0,0-1 0,0 0 0,2-3 1,-4 3 1,-1-1-1,1 0 1,1-2-1,0 0 1,1 1 0,2-1 109,-6 7 1,1 1 0,3-1 0,0-1 0,3-4-624,-6 4 1,2-4 0,5-2 596,5-2 0,2-3 1050,2-7 1,-1-5-736,-23-3 64,17 5 0,1 3-514,-1-3 0,1 0 195,-11 12-2984,30-11 3698,7-16 0,11 0 0,1 0 0</inkml:trace>
  <inkml:trace contextRef="#ctx0" brushRef="#br0" timeOffset="229836">26187 11236 7533,'-14'-37'2069,"3"11"-2069,11 34 269,-7 21 1,-8 17 0,-1 1-1,1-9 1,-2 1 0,0 3 0,2 1 143,3 3 1,-1 3 0,3 1 0,4-2 0,6-7 275,8 0 1,7-6 0,9-12-1510,13-18 1,12-15 0,4-8 0,-3 0 693,-6 0 1,-2-4 0,0-1-1,-1 2 1,0-1 0,1-2-1,-5 6 1,-12 15 0,-19 30 0,0-1-1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1:40:21.488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1640 4128 7803,'-7'-28'2968,"5"-5"-2249,-6 13-269,8-5 270,-8 7 809,6 8-1169,-6 2 89,0 8-89,-1 0 584,2 28 1,4 15-526,-2-3 1,-1 5 0,1 5-150,2-8 0,0 4 0,0 4 0,0-1 0,0 0 0,0-5-293,0 6 1,1-4-1,-1-1 1,0 1 66,-2 5 1,1 4 0,-1-7 0,3-16-3322,2-17 0,0-40 2457,0 3 1,16-3 0,3 17 0</inkml:trace>
  <inkml:trace contextRef="#ctx0" brushRef="#br0" timeOffset="867">1676 4233 6543,'-8'-27'1638,"3"-1"0,0-1 843,-5-12-1822,10 10 1,2-6 0,4 5-346,4 3 1,8 5-135,8 3 0,7 4 0,0 12-120,5 25 0,-1 17 0,-8 4-150,-15-8 0,-7 2 0,-5 3 202,-4 3 1,-5 5-1,-5 0 1,-6-7 291,-10-9 1,-8-5 0,1-1 0,10 3 314,13 11 1,10 3 0,7-2-930,7-6 0,6-2 0,4-1-120,10 2 0,3 0 1,-5 2 329,-11 3 0,-4 1 0,-12-13 0,-19-21 0,-15 3 0</inkml:trace>
  <inkml:trace contextRef="#ctx0" brushRef="#br0" timeOffset="1768">2081 3881 7533,'-7'-42'3276,"-3"3"-1991,0-2 0,-6-2-700,-8 5 0,-11 9-585,-3 19 0,-9 7 0,-4 5 0,3 1 67,7 1 1,1 2-1,-1 4 1,-1 6-211,4 1 0,-2 5 1,-1 3-1,-1 3 1,2 2-1,3 2 1,4 0 172,2 5 0,3 2 0,3 2 0,3 2 0,0 2 0,1 1 104,3-6 1,1 2 0,0 1 0,0 2 0,3 0 0,1-1 0,3 1 0,3-2-135,1 1 0,3 0 0,3 0 0,1 0 0,3-1 0,3 0 0,3-2-142,4 2 1,2 0 0,3 0-1,3-2 1,2-2 0,2-4 0,2-4 123,9 1 0,4-6 0,2-4 0,3-4 0,3-4 159,-5-6 0,4-2 1,2-4-1,1-2 0,-1-3 1,-2-3-1,-4-1-51,3-6 0,-3-2 0,-2-4 0,-2-4 0,1-3 102,-7 0 1,1-3 0,0-3 0,-2-2-1,-2-2 1,-4-1 0,-5-1 241,-3-7 1,-5-3 0,-5-3 0,-3 0 0,-4 1 0,-3 1 111,-3 4 0,-3-1 0,-4 1 0,-2 1 0,-2 1 0,-2 2-276,0 2 0,-2 0 0,-2 1 0,-1 2 0,-2 3 0,0 2-270,-10-3 0,-3 3 0,0 5 0,6 3 0,-5 3 0,13 1 0,35-6 0,0-1 0</inkml:trace>
  <inkml:trace contextRef="#ctx0" brushRef="#br0" timeOffset="3700">5107 4163 11850,'5'-20'1638,"9"-3"0,-4-1-1316,-32 1-112,-9 25 0,-10 11 0,2-1-210,1-7 0,-3 6-547,7 7 1,-6 10 0,-3 4 0,1 2 0,6-3 0,9-6 328,4-2 1,7 3 872,-3 7 0,-3 10 1,3 4-1,6-4 0,15-11-801,27-9 0,15-10 0,-5 6-304,-17 14 1,-6 5-1,7-9-643,21-14 1,7-11 0,-9-7 1079,-3-15 0,-11-1 1,-13-7-1</inkml:trace>
  <inkml:trace contextRef="#ctx0" brushRef="#br0" timeOffset="4374">5292 3916 7533,'-34'-24'546,"1"-1"0,0 1 0,-7 12 0,-3 4 0,-4 4 0,-2 7-78,11 3 0,-2 3 0,-2 4 0,-1 2 0,1 3 0,0 1 0,2 1-252,-1 1 0,0 2 0,1 2 0,1 2 0,1 2 1,2 4-1,4 3-77,4 0 1,1 5 0,0 4 0,3 1 0,2 3 0,2-1 0,3 0 0,4-1 0,5-4-102,2 2 1,4 0-1,3-1 1,3-1 0,5-1-1,4-2 1,5-1-319,3-3 0,5 0 0,4 1 0,4-1 1,2-3-1,3-3 0,0-4 0,1-6 0,-1-7 433,2-7 1,2-6 0,3-6-1,0-4 1,1-4 0,0-3 0,-2-3-1,-2-1 1,-2-1 55,-1-3 1,0-3 0,-2-3 0,0-3 0,-3-1 0,-1-3 0,-2 0 0,-3-1 0,-3-1-41,-3 1 1,-1-2 0,-2-3 0,-2 0 0,-2-1 0,-3 1 0,-4 0 0,-4 1 0,-5 3-639,-6-4 1,-6 0 0,-6 0 0,-3 2 0,-2 3 0,-1 2 0,1 5 310,-7-7 0,-3 3 0,-1 9 0,0 11 158,-12 18 0,-1 12 0,23 4 0,50 13 0,-5-5 0,0-1 0</inkml:trace>
  <inkml:trace contextRef="#ctx0" brushRef="#br0" timeOffset="5637">8233 4198 0,'-18'-35'2129,"5"7"1147,0 3-1502,2 7 535,10 24-1770,-2 15 1,0 9-480,1 5 0,0 4 0,1 3-150,0-5 0,1 2 0,0 1 0,-1-1-120,0 11 0,-2-1 1,2-3-106,0 3 0,2-10-2424,4-16 2739,8-50 0,1-10 0,3-7 0</inkml:trace>
  <inkml:trace contextRef="#ctx0" brushRef="#br0" timeOffset="6053">8184 4198 7533,'4'-38'1638,"0"0"0,23 2-546,2 29 0,8 6 0,-2 9-797,-5 10 1,0 8 0,-3 4 0,-3 2-26,-2 2 0,-3 3 0,-4 2 0,-7 0-113,-9 5 0,-8 3 1,-4-2-1,-2-4-187,1-3 0,-3-3 0,-8-7-790,-12-8 1,-11-6 0,1-5 0,12-3-2458,6-2 3155,-4-10 0,12-3 0,57 1 0,-7 3 0,0 0 1</inkml:trace>
  <inkml:trace contextRef="#ctx0" brushRef="#br0" timeOffset="6832">8700 3916 7533,'-31'-12'1092,"0"0"0,7 2 0,-3-1-1235,-15-2 0,-10 0 0,-2-1 1,9 3 231,6-1 1,0 2-45,-4 2 0,-8 0 0,-2 4 0,5 9 214,5 11 0,2 8 0,2 4 1,0 0-328,2-5 1,2-1-1,0 3 1,0 7 63,8-4 0,-2 5 0,0 3 1,2 2-1,1 1 0,4 1 0,4-2 34,4 3 0,4 1 0,3 0 0,3 1 0,2 1 0,4-1 0,2 5 0,3 2 0,3 0 0,3-1 0,5-2 0,3-3-195,4-3 0,7-2 0,2-2 0,3-2 1,-1-2-1,-1-2 147,-4-2 0,-1-1 0,1-3 0,2-4 0,5-5 95,1-5 0,6-4 0,3-4 0,1-2 0,-1-5 0,-3-3 0,-6-4 318,-2-7 1,-5-6 0,-3-5 0,1-2 0,2-2-24,1 3 1,3-3 0,2 0 0,-1-3-1,-2-2 1,-3-1 0,-7-3 36,-7 3 1,-2-4-1,-4-2 1,-2-1-1,-2 0 1,-3 0 0,-1 2-1,-3 2-101,-1-3 1,-3 1-1,-2 0 1,-3 3-1,-5 2 1,-4 4-309,-12-3 0,-7 3 0,-4 4 0,-1 6 0,5 7 0,0 6 0,3 8 0,-1 6 0,1 11 0,0 0 0,0 0 0</inkml:trace>
  <inkml:trace contextRef="#ctx0" brushRef="#br0" timeOffset="7882">4639 5309 7533,'-18'-25'1799,"9"5"269,1-13-1798,16 21 810,1 44-721,-3 8 1,-2 10-270,-1-11 0,-1 5 0,0 4 0,-1 5-374,-1-10 0,-2 4 1,0 4-1,0 2 1,0 0-1,-1 0 1,0-3-1,1-2 479,0 0 0,1-2 0,-1-2 0,0 0 0,0 1 0,0 4-36,-1-5 1,1 3 0,-1 2 0,0 2 0,1-1 0,-1-2 0,-1-2 0,1-4 0,0-5-130,-3 14 0,0-8 0,0-2-1425,3 16 1,-3-22-585,-2-39 1979,10-19 0,4-7 0,-4-9 0,5-2 0</inkml:trace>
  <inkml:trace contextRef="#ctx0" brushRef="#br0" timeOffset="8332">4357 6491 7533,'-37'-10'3276,"35"42"-2184,8 1 0,4 9 0,3 2-347,-1-3 1,1 2 0,1 0-1,2-1-430,0-4 0,1 0 0,0-2 0,1-5 269,9 12 1,1-21-563,-6-40 1,0-22-1,-1-8 1,-1 3-721,-4 6 1,-2 1 0,0-1 0,0 0-123,2-3 1,0-1 0,-1 2 0,-1 6 233,5-10 0,-4 21 0,-6 58 1,-1 3-1</inkml:trace>
  <inkml:trace contextRef="#ctx0" brushRef="#br0" timeOffset="9349">4198 7867 7533,'-18'0'2069,"1"16"-1710,7-12 451,2 11 719,8-7-630,16-45-988,3-4 89,-6 8 0,3-9 0,0-2 0,-2 4 0,0 1 0,-1 2 0,1-1 0,3-6 0,0-2 0,0 15 1079,9 15-225,-5 39 1,-1 17-466,-6-1 1,-2 6 0,1 2-368,0-7 1,1 2 0,0-1-1,-2-1-142,-1 3 0,-2-2 0,-1-2-1519,1 14 1,-3-23-1639,-6-32 2869,0-10 0,0-12 1,0 15-1</inkml:trace>
  <inkml:trace contextRef="#ctx0" brushRef="#br0" timeOffset="9649">4286 7832 7533,'-19'-18'3276,"-5"0"0,69 9-3944,-13 4 1,3 2 667,0 2 0,4 2 0,-3-1 0,3-3 0,-4-2 0,12-5 0</inkml:trace>
  <inkml:trace contextRef="#ctx0" brushRef="#br0" timeOffset="10357">4657 7250 7533,'-32'-19'819,"1"1"0,0 0 0,-9-5 0,-5 10-164,9 18 0,-7 7 1,-2 5-1,2 2 0,5-1-291,-3 2 1,6 1-1,-3 7-514,7-4 0,-4 4 0,-1 3 0,2 2 1,4 1-1,6 0 117,3 10 0,7 2 0,5 1 1,4 2 139,2-3 1,2 3 0,4 0 0,3 1 0,4-3-213,3-7 0,2 1 0,2-1 0,4-1 1,3-4-1,2-3 75,5-3 0,3-2 0,3-2 0,3-5 0,0-3 0,0-5 155,8-6 1,2-6 0,1-6 0,-1-3 0,-3-2-22,-6 2 0,-1-1 1,-2-4-1,-3-4 0,-3-9 260,-8-3 0,-2-8 0,0-6 0,-3-4 0,-2-2 0,-2 0 0,-4 1 0,-3 4 0,-4 5-30,-7-3 0,-6 4 1,-4 2-1,-1-1 0,1-3-503,4-1 1,1-4 0,0-3 0,-1 1 0,-2 3 0,-3 7 0,-5 10 168,-23 2 0,-8 14 0,5 7 0,6 2 0,14 8 0,25 5 0</inkml:trace>
  <inkml:trace contextRef="#ctx0" brushRef="#br0" timeOffset="11466">4233 8573 7533,'-9'-40'3276,"9"32"0,1 30-2672,2 15 0,0 15 1,-1 4-605,0-12 0,-1 4 0,1 1 0,-1 1 0,1 0-254,1-7 1,0 0 0,0 1-1,0 0 1,0 0 0,0-1 238,-1 0 0,1 1 0,-1 0 0,0-1 0,-1-3 0,1-3-87,-1 10 1,0-4 0,-3-8-3137,-10 10 3238,-14-19 0,9-26 0,-1-10 0</inkml:trace>
  <inkml:trace contextRef="#ctx0" brushRef="#br0" timeOffset="11950">4039 9578 7533,'-17'-10'819,"17"31"0,9 22 0,5 7 0,0-7 273,-2-6 0,1-3 0,5-1 0,10 9 0,5-2 0,2-20-711,-2-29 1,0-17 0,-3-6-1202,-8-1 1,-4-7 0,-1-1 0,1 2 350,5-5 1,1 2 0,-3 7 0,-3 6 0,-1 11 0,9 18 0</inkml:trace>
  <inkml:trace contextRef="#ctx0" brushRef="#br0" timeOffset="12733">4092 10425 7533,'-10'-20'3276,"3"4"-1335,7 16-1402,0 87-569,-1-51 0,1 1 0,1 5-60,-1-3 0,2 5 0,-1 1 0,1-1 1,0-4-781,1 6 1,0-3-1,1-5 870,5 4 0,0-19 0,-3-49 0,-2-21 0,-2 5 0,1-1 0,0 1 0</inkml:trace>
  <inkml:trace contextRef="#ctx0" brushRef="#br0" timeOffset="12999">4092 10442 7533,'-19'-29'3276,"50"-3"-3070,7 32 0,6 6-1845,5-2 1,-2 2 1502,-1 4 0,-13 8 0,-31 6 0,-12 3 1,-15 0-1,1 0 0</inkml:trace>
  <inkml:trace contextRef="#ctx0" brushRef="#br0" timeOffset="13271">4163 10672 8522,'-43'0'1638,"65"1"0,12-2-1284,10-15 0,-10 13 1,7 4-1,-3-3 1,1-6-1,-1 0 1</inkml:trace>
  <inkml:trace contextRef="#ctx0" brushRef="#br0" timeOffset="14299">4392 10125 7533,'-8'-31'1092,"0"1"0,-24 7 0,-10 7 546,-3-1 0,-6 8-1230,8 11 0,-6 6 1,-1 4-1,4 0-348,-1 0 0,3 2 0,0 9-390,10 2 0,0 7 0,-1 4 1,2 2-1,2 0 0,5-4 442,3 1 1,4-3-1,2 3 1,2 5-582,3 0 1,1 8 0,1 3 0,2 2 0,1-2 0,1-4 0,3-6 3,2 4 0,3-6 1,3 2 509,-1 6 0,1 5 0,6-2 0,10-7-360,7-15 1,10-4-1,5-4 1,2-1-1,-3-1 1,-7-1 284,0 5 0,-6-2 0,9-5 195,1-10 1,8-1 0,7-4 0,3-2 0,0-3 0,-3-3 0,-7-3 0,-10-4 149,-3-9 0,-9-6 0,-4-4 0,3-5 38,-1 5 1,4-3 0,0-5-1,1-1 1,-1-1 0,-4-1-1,-3 2 1,-7 2-10,-4-3 1,-5 2 0,-4-1 0,-3 1 0,-3 0 0,-2 0-151,-4-5 1,-4-1 0,-4 0 0,-2 2 0,1 2 0,1 4-218,1 1 1,1 2 0,-3 4-1,-6 7 23,-16 4 0,-11 6 0,3 8 0,15 7 0,13 15 0,-4 2 0,1 1 0</inkml:trace>
  <inkml:trace contextRef="#ctx0" brushRef="#br0" timeOffset="15283">4163 11501 7533,'-10'-18'3276,"-6"-23"-2595,14 25 1028,-5-31-1934,2 78 1,2 28 448,0-22 1,0 6 0,0 3 0,0 3 0,0 1 0,0 0-576,1-4 1,0 3 0,1 0-1,-1 0 1,1 1 0,-1-1-1,0 0 376,0-3 1,0 2 0,-1-1 0,1-1 0,0 0 0,0-2-1,0-2 173,0 7 0,0 2 0,1-3 0,-1-9 0,1-12-1498,-1-12-1977,-6 17 2702,0-32 0,-2-8 0,-7-2 1</inkml:trace>
  <inkml:trace contextRef="#ctx0" brushRef="#br0" timeOffset="15703">3898 12506 8072,'-17'0'1638,"16"22"0,7 11-713,2 7 1,4 4-544,4-8 1,5 3-1,0 1 1,-3-4-294,-1 13 1,4-8 599,8-14 1,6-4 0,-5-18-1191,-10-36 0,-7-22 0,3 6 96,12 16 1,1-1-252,-14-3 1,0-10-1,-2-3 1,1 4 0,1 10 412,9 7 1,-1 3-1,-7-6 1,-1-4-1,1 6 1,5 12-1,-1-1 1</inkml:trace>
  <inkml:trace contextRef="#ctx0" brushRef="#br0" timeOffset="16556">4004 13511 7533,'-27'-27'1638,"3"13"0,-1 2-57,-22 3-1941,15 23 0,1 3 360,-6-7 270,32 33 0,17 8 269,20-18 1,7 3 22,-16-2 0,0 6 1,-2 2-1,-2-4 247,3 0 1,-3-3 0,-11 0-481,-15 0 1,-9-1 0,-6-9-1589,-12-11 0,-6-12-380,-11-8 1,8-8 982,17-5 1,52-21-1,-3 26 1,1-1 0</inkml:trace>
  <inkml:trace contextRef="#ctx0" brushRef="#br0" timeOffset="17466">4322 13106 7533,'-36'-18'3276,"-7"8"-2145,6-5-367,-8 12 1,-8 4-1221,17-2 0,-3 1 1,0 0-1,2 1 606,-1 0 0,1 0 0,-4 6-30,6 3 0,-5 2 0,-2 3 0,1 2 0,2 3 0,5 2-252,3 5 1,4 4 0,3 2 0,1 2 0,-1 2 28,1-2 0,0 1 0,-1 3 1,2 1-1,1 1 0,2 1 1,4 1 349,2 0 0,2 1 1,2 1-1,2 2 0,2-1 1,2 1-1,4-2 1,3-1-261,4 5 0,4-1 0,4 1 0,3-2 0,3-2 0,3-1 1,2-4 37,3-4 1,5-2 0,3-2-1,2-2 1,0-3 0,0-1 0,-2-2-44,3 4 0,0-1 0,-1-4 0,2-7 0,3-10-106,-5-10 0,4-6 0,3-7 1,0-4-1,-1-3 0,-3-3 1,-4-2-1,-8 0 318,-3-5 1,-8-3 0,-4-3 0,-2-2 0,0-1 0,2-2 214,2 4 1,1-2-1,0-2 1,0-1-1,-1 0 1,-2-1 0,-5 0-1,-3 2 0,-6 1 1,-2-1-1,-3 0 1,-2 0-1,-3 0 1,-1 2 0,-3 2-1,0 2-257,-6-4 0,-3 2 1,-2 2-1,-2 2 1,0 3-1,-1 2-152,-6-3 0,-1 2 0,-1 6 0,2 5 0,-12 0 0,10 14 0,22 16 0</inkml:trace>
  <inkml:trace contextRef="#ctx0" brushRef="#br0" timeOffset="20102">8073 9543 7533,'-5'-18'-630,"3"-7"720,-3 5-540,5 2 810,0 3 1169,0 5 180,0-16 270,0 7-1709,0 1 1169,0 26-944,-5 22 0,-1 14-271,2-3 1,1 5 0,0 3 0,-1-2-135,-1-6 0,0-1 0,0 0 0,1 1-113,0 7 1,1 3-1,0-3 1,0-8-563,0-4 1,1-12-2693,2-16 2612,0-27 0,-6-9 0,-1 3 0</inkml:trace>
  <inkml:trace contextRef="#ctx0" brushRef="#br0" timeOffset="20456">7777 9490 7533,'-17'-24'1092,"-1"1"0,41-12 0,16 5 2184,6 14-2621,-13 7 0,10-2 1,4-2-1,0 2 0,-6 0-1443,4 1 1,-3 1-1,0-1-305,5-2 1,1-1 0,-5 1 488,7-5 0,-20 8 0,-36 17 1,-12 12-1</inkml:trace>
  <inkml:trace contextRef="#ctx0" brushRef="#br0" timeOffset="21204">8331 9013 7533,'-38'-14'1092,"0"-1"0,-8-3 0,-1 5 238,10 11 0,-3 10-1986,2 7 1,-8 10-1,-2 3 1,1 0 0,7-5 280,5-6 1,3-3-1,-2 10 429,9 0 0,-4 7 0,-2 6 0,-2 4 1,0 2-1,1 0 0,1 0 0,4-4 1,3-4-1,6-6-24,-1 2 0,6-5 0,0 7 187,-3 1 1,-4 7-1,-1 4 1,1 2-1,4 1 1,8-3-1,10-3-500,12-4 0,10-1 1,8-1-1,3-2 0,3-1 1,-2-3-1,-3-3 35,7 6 1,-2-3 0,3-5 0,7-7 264,-9-10 1,6-1 0,5-2 0,2-3 0,0-3 0,0-3 0,-3-3 0,-6-5 0,-6-4 491,0-11 1,-6-8 0,-4-5 0,-4-4 0,-2-4-1,1-1-212,-6 11 1,0-3 0,-1-3 0,0-2 0,-1-1 0,-1-1 0,-2 1 0,-1 0-1,-1 2 1,-3 3 0,-1 3-575,-2-7 1,-4 2 0,-2 3 0,-2 1 0,-2 1 0,-1-2 276,-3-4 0,-4-3 0,-2 0 0,0 4 0,2 5 0,3 8 0,0 6 0,2 3 0,2-8 0,1-1 0</inkml:trace>
  <inkml:trace contextRef="#ctx0" brushRef="#br0" timeOffset="22117">8294 5627 933,'6'-41'1079,"-5"6"0,-1-1 559,1 5 0,-2 1-829,-2-2 0,-1 13-689,2 38 0,-1 24 0,1 7-199,1-14 0,0 5 1,0 3-1,0 4 0,1 2 1,-1 2-1,1 1 0,0-1-71,0-10 1,1 1 0,-1 1-1,1 1 1,0 0 0,0 2 0,1 0-1,-1 1 1,0 0 0,0 0-1,0 0 1,-1 1 0,1-1 196,-1-2 1,0 0 0,0 1 0,0 1 0,0 0 0,0 0 0,0 1 0,-1-1 0,1 1 0,0-1 0,-1-1 0,1 1 0,0-2 0,-1 0 0,1 0 27,0 3 0,0 1 0,0-1 0,0 0 0,1-1 0,-1 0 0,0-1 0,0 0 0,0-1 0,-1 0 0,1 0 0,-1-1 41,0 3 1,-1 0 0,1 0 0,0-1 0,-1 0 0,0-1 0,0-1 0,-1-3 0,1-1 0,-2-2 171,-1 11 1,-1-3 0,0-3-1,-1-2 1,2 0-19,-1 5 0,2 0 0,-1-3 0,-1-6 1091,-5 10 1,-1-15-1542,5-25-719,2-1-1,-1 11 1461,5-6-3170,1-12 2609,1-12 0,10 26 0,-4 17 0</inkml:trace>
  <inkml:trace contextRef="#ctx0" brushRef="#br0" timeOffset="22449">8159 8590 7533,'-33'-19'3276,"4"11"-1638,25 43 0,13 18-824,1-14 0,6 1 1,4-3-905,6-6 0,4-3 0,2-11 45,16-15 0,-2-20-775,-17-11 1,-2-15 0,-3-3 0,-4 3 529,-5 2 0,-5 1 0,-1 2 0,5-16 0,-6 24 0,-15 60 0</inkml:trace>
  <inkml:trace contextRef="#ctx0" brushRef="#br0" timeOffset="23389">4657 10883 7353,'-10'8'539,"10"2"203,23-10 0,22-9 0,9-5 1,-1 0-564,-13 3 1,1-2 0,2 0 0,2-1 0,1-1 0,3-2-478,-11 5 0,1-2 0,2 0 0,0-1 0,2 0 0,1 0 0,1-2 0,0 1 1,0-1-1,1 1 0,-1-1 266,-3 1 1,1 0 0,1 0 0,0-1-1,1 0 1,1 0 0,-1-1 0,1 1 0,-1-1-1,0 1 1,-1-1 0,-1 1 0,-1 0-1,-2 1-4,7-4 0,-2 1 0,0-1 0,-2 1 0,0 0 0,-1 0 0,1 0 0,-1 0 1,0 1-1,1-1-34,5 0 0,1-2 0,2 1 0,0 0 0,-2 0 0,-2 1 0,-2 1 0,-6 1 0,-4 1 508,12-7 1,-9 2 0,-7 4-439,2 2-803,-55 27 1,-14 9 802,10-6 0,0 1 0,-6 3 0,4-3 0,5 0 0</inkml:trace>
  <inkml:trace contextRef="#ctx0" brushRef="#br0" timeOffset="23738">6744 10019 7533,'-17'-16'3276,"15"12"-2457,21-3 0,24-3 0,9 2 0,-4 2 0,-6 4 0,0 4 0,0 0 0,0 0-533,6-5 0,3-2 1,-5 4-1,-14 12-46,-16 17 0,-11 11 0,-10 0-1060,-13-4 1,-12 0 0,-6 0 0,3 1 563,2 0 1,-1 0-1,1 0 1,3-1-1,-3 5 1,2-2-1,18-8 1,38-7-1</inkml:trace>
  <inkml:trace contextRef="#ctx0" brushRef="#br0" timeOffset="24600">7642 10672 7533,'19'-46'3058,"-12"19"-1889,-30 19-1192,1 18 1,-8 12-1,-8 8 1,-3 7 0,-3 3-1,-1 1 1,2-2-1,4-5-387,4-5 0,2-2 1,1 0-1,0 0 1,-2 1-1,-1 1 0,-3 3 1,-4 4 477,13-11 0,-2 2 1,-2 2-1,-2 1 0,-2 2 1,-1 2-1,-1 0 1,-2 1-1,0 1 0,0 1 1,-1 0-1,0 0 0,1-1 1,-1 1-1,2-1 1,0-1-1,1 0 0,1-2 1,2-1-1,2-1 0,2-3 1,2-1-24,-9 8 0,3-3 0,3-3 0,2-1 0,1-1 0,-1 1 0,1 0 0,-3 1 0,-2 4 0,-3 2 20,9-8 0,-2 3 1,-3 2-1,-1 1 1,-2 3-1,-1 0 0,-1 2 1,0 0-1,-2 1 1,1 0-1,0 0 1,0-1-1,1 0 0,1 0 1,1-2-1,1-1 1,2-2-1,2-2 0,3-2 1,2-2-1,3-3 1,3-3 106,-14 15 1,9-9 0,1-1 0,-4 7-303,2-3 0,-5 7 0,-3 4 0,-2 2 0,2 0 1,1-3-1,4-5 0,7-6 0,7-10 220,0 1-1899,8 3 730,6-13 1079,-6 15 0,8-28 0,0-1 0</inkml:trace>
  <inkml:trace contextRef="#ctx0" brushRef="#br0" timeOffset="24971">4815 13159 7533,'0'-45'1638,"0"-1"0,0 5-803,-5 7 1,-5 11-405,-5 39 1,-4 24 0,-4 13 0,1 2 0,3-11-73,-4-3 1,1-5 0,12 3-1180,14 1 1,9 4 0,5-4 0,0-11-1954,21-8 2773,-6-29 0,12-13 0,5-6 0,-4 2 0,-11 10 0,12 9 0,-9 0 0,0-1 0</inkml:trace>
  <inkml:trace contextRef="#ctx0" brushRef="#br0" timeOffset="47812">13180 2540 8612,'-19'-27'2249,"6"-7"-2069,8 22 359,5-19 451,0 19-990,0-5 719,0 9-719,0 8 540,0 8-90,0-6 299,-2 26 1,-1 20 0,2-7-840,5 2 51,-3-11 0,-2 11 1,0 7-1,0 4 1,0-1-1,0-5 1,1-10-7,3 11 0,0 0 389,-3-9 1,1 9 0,-2 5 0,1-4 0,0-10 0,0-14-3134,0-15 2789,0 13 0,2-47 0,1-13 0,4-9 0</inkml:trace>
  <inkml:trace contextRef="#ctx0" brushRef="#br0" timeOffset="48775">13130 2540 7533,'-31'-33'3276,"12"11"-6096,25-19 3090,-2 21 1368,18 1 0,11 5-1391,8 18 0,7 12 0,-2-1-277,-9-5 0,-2 0 0,1 6 514,1 7 1,2 5 0,-3 3 0,-13-2-440,-10 2 0,-15-1 45,-17-2 0,-14 2 0,-6-1 0,3-4 539,3-5 1,0-4 0,-2 1 128,0-1 0,-3 2 0,2-2 0,8-4-3007,-7 4 1429,44-20 1,15 4 0,1 20 0</inkml:trace>
  <inkml:trace contextRef="#ctx0" brushRef="#br0" timeOffset="49902">14078 2417 7533,'0'-20'989,"-5"-4"900,3 7-989,2-3 809,7-5-1350,0 15 181,-29 26-360,4 0 0,-3 5-60,-3-1 0,-2 3 0,2 4 104,4 3 1,2 3 0,1 3 0,2 1-68,0 2 1,2 2-1,1 1 1,1 0-91,1 4 1,2 1-1,1 1 1,3 1 165,4-3 1,1 3 0,3 0 0,-1-3 0,0-6-189,0 10 0,4-2 202,4-6 0,4 7 1,3-5-1,0-15-67,15-15-855,2 17 1,-1-7-2603,-1-40 2477,-3 4 0,-18-13 0,-6 7 1</inkml:trace>
  <inkml:trace contextRef="#ctx0" brushRef="#br0" timeOffset="51483">14386 2663 6903,'0'-9'1259,"0"-7"-359,0 6 449,-5 0-1169,3 3-90,-3 7 629,-1 0-89,5 7 134,-4 21 1,-1 9-645,3-1 0,1 3 0,0 4 217,0 3 0,0 5 1,1 0-1,-1-3-157,0 0 0,0-3 0,0-1 179,1 3 1,-1-1 0,0-25-1079,1-29 134,-3-25 0,2-11 405,4-1 1,2-6 111,-1 11 1,0-4-1,2 0 1,1 2 157,4-4 0,2 3 0,3 0 67,0 7 0,1 0 1,2 1-1,1 3 23,2 1 0,2 4 0,3 5 135,19-2 0,1 13 269,-7 14 1,-3 11-405,-8 8 0,-4 3-135,-4-5 0,-6-1-585,-19 21-90,-35-19 1,-10-1 764,15 3 0,-2 3 194,-6-3 1,-5 1 0,15 7 179,24 6 1,12 5 0,2-3 299,-3-5 1,7-2-720,13 3 0,9 1 0,-1-9-855,-3-10 1,-2-6 134,12 7 630,-20-11 0,-17-14 0,0-3 0</inkml:trace>
  <inkml:trace contextRef="#ctx0" brushRef="#br0" timeOffset="52351">14853 2275 7533,'-12'-27'2968,"5"2"-809,12 7-990,15 8-179,17 26-391,-10 15 1,2 14 0,-3 2-286,-8-9 1,-1 1 0,-2 2 0,-1 4-296,-1-4 0,-1 4 1,0 1-1,-1 2 0,-3-2 1,-2-2-56,-3 0 0,-3-1 0,-2-1 0,-1 0 0,-2-1-189,-2 9 0,-3 1 0,-1-4 0,-2-5 195,-1-8 0,-1-5 0,-1-2-960,-12 13 1,0-7-2288,-1-12 3107,-2 5 0,9-10 0,15-7 0</inkml:trace>
  <inkml:trace contextRef="#ctx0" brushRef="#br0" timeOffset="98345">15616 2858 7443,'-13'0'-1619,"2"0"2158,11-8 811,0-2 988,0 0-179,0-6 90,0 7-1080,0-1-90,11-6-719,24 13 0,9 4-810,-6-5 1,3 0-331,8 3 0,4 2 1,-6-1 329,-13 0 0,-4 0-989,5 0 0,-15 0 1394,-21 0 0,-32 0 0,-1 0 0</inkml:trace>
  <inkml:trace contextRef="#ctx0" brushRef="#br0" timeOffset="98952">15592 3104 7623,'-33'0'1092,"-1"0"0,58-7 0,22-1-795,-10 5 1,5 3 0,2 0 0,-2-1 0,6-2 0,0-1 0,-3 3 0,-5 4-1,0 1 1,0-1 0</inkml:trace>
  <inkml:trace contextRef="#ctx0" brushRef="#br0" timeOffset="101465">17081 1993 7533,'19'-27'1079,"-1"-7"-359,-6 15 359,-5-6 0,-1 1-629,0 8 0,0-23 270,-17 37-720,-3-6 89,-16 24 91,4 0 0,-1 3-45,3 7 0,0 3-75,-3 1 0,-2 2 0,3 0 30,4 1 0,2 3 0,2-7 0,-2 3 0,0 2 0,4 2-669,1 8 1,4 3 0,1 0 0,-1-3 608,-3-3 0,1-4 0,0 7-213,6-6 0,0 6 1,1 5-1,0 1 0,1-3 1,1-6-1,1-8 228,1-2 0,2 0 179,-1 6 1,1 10 0,0 5 0,0 2 0,2-3 0,2-8-45,4 7 0,3-5 0,2 2-54,-3-8 0,0 3 0,2 2 0,0-2 0,-1-4-186,4 9 0,-1-3 0,4-3 209,5-5 1,2-1 0,-5-8-1679,0-2 2096,7 14 0,-34-39 0,-5 0 1</inkml:trace>
  <inkml:trace contextRef="#ctx0" brushRef="#br0" timeOffset="102634">17511 2170 8882,'6'-28'1889,"1"-5"-1170,0 21-179,-2-11-270,-5 13 180,-27 0-1,-13 10-449,4 11 0,-2 3 0,-9 0 135,17 11 0,4-3-45,11-16 330,1 24 0,3 18 0,7-1-301,10-7 1,7-1 0,-2 2-180,-8 7 0,-2 0 0,10-3 127,9-12 1,8-2 0,3-5-1,-2-10 338,6-12 0,1-14 134,-5-7 1,3-8 0,-2-5 0,-4 2-211,-5 1 1,-5-1 0,-3-5 209,-5-4 1,-2-6 0,-3-3 0,-3 2-1,-4 8-404,-9-5 0,-7 4-1095,-4-4 1,-7-1 0,2 11-2318,-17 12 2923,4 26 1,45 16 0,8 7 0,4 11-1,-1 1 1</inkml:trace>
  <inkml:trace contextRef="#ctx0" brushRef="#br0" timeOffset="103129">17881 2381 9062,'-21'0'3276,"5"8"-1695,38 2-1221,-6 0 1169,20-10-450,-28-26-899,-4 12-3457,-27 22 1517,19 0 1760,16 39 0,11-59 0,19 9 0</inkml:trace>
  <inkml:trace contextRef="#ctx0" brushRef="#br0" timeOffset="103883">18127 2117 8792,'-21'-10'3276,"16"-6"-795,24 14-2481,18-6 0,7 1 90,-7 5 0,2 2 89,9-3 1,5 0 0,-6 1-135,-12 1 0,-3 2 270,14 2 0,-9 2 1394,-23-3-900,-1 5-809,-13 25-120,-7-3 0,-4 7 1,0 1-151,1 0 0,1 2 0,-1 2 0,0 2 0,-2 3 0,1-1 1,2-6-91,-2 3 0,3-6-2068,-3 11 2428,16-51 0,2-27 0,6 11 0</inkml:trace>
  <inkml:trace contextRef="#ctx0" brushRef="#br0" timeOffset="104276">18287 2417 7892,'-25'-10'3276,"1"-6"0,10 14 0,47 2-3254,-2 1 0,8-1 1,0 1-683,3 0 0,1-1 1,1-1-434,4-1 1,1-2 0,-6 0 723,1 0 1,-20-2 0,-41-1 0,-10 7-1,0 0 1</inkml:trace>
  <inkml:trace contextRef="#ctx0" brushRef="#br0" timeOffset="106285">17462 3246 7173,'-6'-10'3276,"1"-14"-1155,-1 20-2211,5-11 225,-24 22 0,-5 17-90,18 8 0,5 11 0,1 2 0,-3-8 0,-21-3 0,11 0 170,27 1 1,13 9 0,8 1 0,1-11 0,-3-19 833,5-37 1,-1-27-1,6 8-757,1 28 0,7 7 1,-4-2-1,-13-10 292,-19-24 1,-15-13 0,-8-2 0,-3 13-1889,-4 12 0,-7 7 211,-6 4 1,-5 3 0,7 10-2185,7 22 2788,43 19 1,27-23 0,-11-6 0,0 0 0</inkml:trace>
  <inkml:trace contextRef="#ctx0" brushRef="#br0" timeOffset="106784">18041 3440 9242,'-21'31'3276,"16"-15"-2684,7 17 397,20-49-180,-24-13-1078,11-1-1350,-36 7-1658,11 46 2763,-4-9 0,49 20 0,-2-26 0,0 1 0</inkml:trace>
  <inkml:trace contextRef="#ctx0" brushRef="#br0" timeOffset="107734">18262 3140 7533,'-30'-16'3276,"15"-4"-1065,-1 1-1042,37 5 0,13 4-719,-9 8 0,1 2-450,11-4 0,2 1 0,1 5 0,-1 3 90,-9-1 0,-1 2-900,13 12 90,-43 7 585,-24-7 1,-9 0-226,-3-1 0,3 3 45,9 8 0,11 3 46,28 8 328,9-19 1,8 0 0,0-1 884,11 3 1,-2 1-270,-3 1 0,-11 5-720,-21 1 0,-13 0-135,-19-4 0,-9-5-90,4-1 0,-1-4-855,-6-9 1,1-7 1124,-7-9 0,19-1 0,17 2 0</inkml:trace>
  <inkml:trace contextRef="#ctx0" brushRef="#br0" timeOffset="108784">19001 1799 7533,'-7'-10'1619,"-4"-13"-1709,10 19 1619,33-20-1079,-17 22 89,22-4 1,4 12-805,-21 18 0,-3 14 1,-3 7-1,1 0 1,0-6 234,8-2 0,-1-2 0,-1 10 30,-12-10 0,0 7 0,-1 5 0,-1 5 0,-1 2 0,0 2 0,-1 0 0,-1-1 0,-1-2 0,0-5 0,-1-5-27,0 11 0,-2-7 0,-1-2 0,-2 3 1,-1 7 299,0-13 0,0 4 0,-2 4 0,0 4 0,0 0 0,-1 2 0,-1-1 0,0-1 0,-1-3 0,0-3 0,-1-5 0,0-6-395,-7 14 0,-2-9 0,-2-3 0,0 3-213,3-2 1,0 6 0,-2 0 0,1-3 0,-1-9 0,-1-11 19,-10-14 1,1-11 314,2 1 0,4 0 0,8 9 0,-6 12 0</inkml:trace>
  <inkml:trace contextRef="#ctx0" brushRef="#br0" timeOffset="114809">19591 2364 8612,'-13'0'1079,"2"0"-179,11 0 899,0 0-900,-5 0-359,3-8 270,-3 6-990,5-6-360,0 8 360,0 0 360,5 0 539,19 0 1,8 0-630,4 0 0,2 0 60,2 0 0,4 0 0,-5 0-105,-2-2 0,-5 4 1844,11 21-1529,-51-9-1999,0 17 1,4 3 1085,4-9 1,6 17-1,7-35 1</inkml:trace>
  <inkml:trace contextRef="#ctx0" brushRef="#br0" timeOffset="115567">20243 2152 7892,'-12'-20'2519,"6"5"-1799,0 15 539,6 23-899,0-9 44,0 25 1,0 10-450,0-2 0,0 0-45,0-3 0,0 0-765,2 5 1,-4-9-2423,-9-21 2882,9 7 0,-9-32 0,11-6 0</inkml:trace>
  <inkml:trace contextRef="#ctx0" brushRef="#br0" timeOffset="116467">20256 2205 7083,'-7'-35'3276,"1"-1"-705,17 1-2122,-2 8 360,23 2 1,8 8-900,8 27 90,-5 2 0,-8 6-179,-27 25-136,-22-8 0,-10-6 719,-2-20 1,-3-6-405,4 4 0,1 2 1440,-3 14-991,47 22-359,-8-13 0,4 1-660,5-3 1,5 0-1,-1-4-1069,-3-3 1,0-4 1484,2-3 0,-9-1 0,-32 6 0,-16 1 0</inkml:trace>
  <inkml:trace contextRef="#ctx0" brushRef="#br0" timeOffset="117602">19751 3334 6993,'0'-20'2249,"0"4"-450,0 1-1350,0 11-89,0-12 360,0 32-540,0 11-90,0 4 0,0 8 0,0-1-405,0 12 0,0 0 0,0 2 0,0-4-2113,0-1-271,0-57 2339,6-7 360,-5 7 0,-1-6 0,-7 6 0</inkml:trace>
  <inkml:trace contextRef="#ctx0" brushRef="#br0" timeOffset="118335">19776 3387 7533,'-25'-26'2428,"11"-1"-1348,9-9 539,34 1-1619,0 24 0,3 3-90,14-8-270,2 16 0,-2 8 630,-13 9-270,-8-7 0,-2 0 360,-7 8 90,-38 13-540,-1-20 0,-3 0 270,-1 9 0,-1 3 44,-4-1 1,4-1-225,3 0 630,42 26-136,3-31 1,5-2-1709,7 8 0,0 1 899,-8-9 0,-3-1-1754,12 11 2069,-31-14 0,-8 23 0,-8 4 0</inkml:trace>
  <inkml:trace contextRef="#ctx0" brushRef="#br0" timeOffset="155584">23800 2452 7713,'-12'-20'3058,"5"-11"-540,2 3-1258,-1-9-631,-6 10-359,4 3 90,-9 14-90,16 1 629,-5 56-719,6-2 59,0-12 1,-1 12 0,0 7 0,0 1 0,0-4 0,0-7-90,-1-1 0,0-6 0,-1 5 30,0 6 0,0 9 0,-1 1 0,0-7 0,0-12-360,-4 0-3097,-3-45 0,11-15 3094,1-7 1,3 1 0,9 7-1,6-1 1</inkml:trace>
  <inkml:trace contextRef="#ctx0" brushRef="#br0" timeOffset="156361">23764 2364 7173,'-31'0'3276,"0"-16"0,10-4-473,37-23-1724,14 28 0,9 9-1049,-6 6 0,2 5 0,0 5-570,6 6 1,-1 4-1,-15 9-112,-27 8 0,-18 8 0,-4 2 0,7-5 652,16 2 0,-7-4 179,-25-7 1,-16 1 0,1-8 0,16-17-3418,19-29 3238,9-7 0,38 25 0,-7 8 0,0-1 0</inkml:trace>
  <inkml:trace contextRef="#ctx0" brushRef="#br0" timeOffset="157551">24464 2240 12120,'-25'39'409,"0"0"1,0 0-1,-1 0 1,1-1-1,0 1 1,-4-3 0,2-5-1,4 8 64,8 2 1,1 9-1,2 3 1,3 1-1,4-7 1,5-10-699,7-2 0,8-5-375,5 5 0,6 1 1,-3-9 239,10-5-1279,-1-8 1,-2-5 818,-15-9 1,3 8 0,-13 2 0</inkml:trace>
  <inkml:trace contextRef="#ctx0" brushRef="#br0" timeOffset="158218">24822 2611 7533,'0'-36'3276,"0"17"-975,0 3-952,-6 8-1349,-34 22 314,9 4 1,-2 7 254,3-1 1,-1 4 0,3 2 89,0 5 1,4 2 0,12-1-390,25 13 0,17-8-1909,7-22 1,6-8 982,8-2 1,-4-9-1,-8-17 1,-73 19 0</inkml:trace>
  <inkml:trace contextRef="#ctx0" brushRef="#br0" timeOffset="158851">24945 2399 7533,'5'-27'1092,"1"1"0,-1-1 0,3 1 546,5-1 0,4 9 1638,31 30-3892,-25 19 1,-2 14-1,-2-2 676,-3-12 0,-2-2 0,-2 5 30,-2 8 0,-1 8 0,-2 2 0,-6 0 0,-6-7 65,-10-3 1,-7-4 0,-4-2 0,3 1-786,6 2 0,1 0 1,0-1-1,-5-3-190,-3-4 1,-5-1 0,1-5 0,3-5 244,-18 4 0,31 1 0,13 12 0</inkml:trace>
  <inkml:trace contextRef="#ctx0" brushRef="#br0" timeOffset="167553">25720 2575 7533,'-36'0'2608,"-2"0"-1888,5 0 2158,5 8-1439,43-22-1319,18 5 0,13 0 0,-5 0-885,-10-3 1,1 0 67,13 2 0,10 0 0,-1 2 0,-14 5-1462,-6 11 989,6-1 1,-7 4 1169,-28 0 0,-33 21 0,-6-13 0</inkml:trace>
  <inkml:trace contextRef="#ctx0" brushRef="#br0" timeOffset="168035">25633 2822 7533,'-13'0'2968,"-20"0"308,28 0-1785,-6-8-1071,37 2 0,28 1 0,0-1-1513,-14-3 1,-1 0 0,2-1 905,1 3 1,3 0 0,-1 1-1,-8-1 1,2-2 0,-18 0 0,-31 1-1</inkml:trace>
  <inkml:trace contextRef="#ctx0" brushRef="#br0" timeOffset="169464">26852 1923 7533,'-23'-34'2338,"8"13"-1618,-19-5-540,2 18-180,0 24 0,-10 4 135,24-2 0,0 7 254,-5 9 1,-2 6 0,1 1-270,3-1 0,1 1 0,-1 4 44,6-9 1,-2 4 0,0 2 0,1 1 0,1-2 0,1-4-105,-2 11 0,2-4 0,2 5 149,2-9 1,1 4 0,0 2 0,1 1 0,2-1 0,3-2-174,3-2 0,4-1 0,1-1 0,1 1 0,-1 0 108,-1 8 0,-1 1 0,0 1 0,4-1 0,5-3 155,4-8 1,4 1 0,3-2 0,1-2 0,0-2 0,-4-5-1393,3 4 1,-3-5 0,4-5 1008,11-1 1,3-4-1,-13-13 1,-20-14-1,-19 1 1</inkml:trace>
  <inkml:trace contextRef="#ctx0" brushRef="#br0" timeOffset="171240">27221 2099 7353,'0'-10'90,"0"-5"-180,0 13 90,0-6 270,0 8 3006,0 0-3134,0-8-322,-5 6 180,3-14 90,-8 6-360,3 1 180,-18 12 0,-6 9 270,-2 11 0,-1 7 44,3-4 1,-3 5 0,1 1 0,4 1 45,-1 6 0,4 2 0,10 2 44,13-3 1,6 4 0,6-3 0,9-11-135,16-9 0,11-12 0,3-10-383,-3-8 1,3-9 0,-1-6-1,-7-5 158,-7-4 0,-3-6 0,-7-3 0,-7-1 112,-8-3 1,-9-5 0,-5 2-1,-5 9-1596,-16-5 0,-7 18 1529,4 24 0,6 12 0,28 32 0,17-17 0,1 1 0</inkml:trace>
  <inkml:trace contextRef="#ctx0" brushRef="#br0" timeOffset="171485">27591 2328 7533,'-21'-19'67,"16"3"1,18 0-1,12-3 1</inkml:trace>
  <inkml:trace contextRef="#ctx0" brushRef="#br0" timeOffset="172430">27972 2099 7533,'0'-25'2698,"0"-3"-2068,0 9-91,-16 3-539,-16 16 45,5 6 0,-2 4 315,-1 4 0,2 7 134,4 12 1,10 4-180,20 1 0,10-1-495,5-4 0,7-11 30,9-27 0,7-15 1,-5-2 418,-7-2 1,-4-3 315,7-21 0,-14 17 224,-30 49-330,1 19 1,-1 16 0,2 2-548,2-13 1,1 2 0,1 0-1,1-2-952,0 11 1,2-2 0,2-6 29,2-1 1,6-17 989,14-33 0,-15-10 0,-5 26 0</inkml:trace>
  <inkml:trace contextRef="#ctx0" brushRef="#br0" timeOffset="173532">27209 3104 7443,'2'-17'3148,"-32"7"-3148,1 2 225,-13 19 0,-3 10 44,16-4 1,2 5 240,0 7 0,0 7 0,9 1-61,8 7 1,16-2-390,16-12 0,13-3 0,2-12-360,3-17 0,3-14 0,-2-5 210,4-4 0,-2-5 1,-20-5 418,-26-5 1,-18-5 0,-7 10-540,-2 16 0,-6 7 0,1 6-1429,-6 5 1,13 12 1354,27 18 0,18 3 0,9-18 0,12-6 0,4-1 0,-2-1 0,7 3 1,1-1-1,-1 1 0</inkml:trace>
  <inkml:trace contextRef="#ctx0" brushRef="#br0" timeOffset="173720">27479 3351 7533,'2'-41'787,"4"26"0,36-9 0,-5 34 0</inkml:trace>
  <inkml:trace contextRef="#ctx0" brushRef="#br0" timeOffset="174135">27885 3104 7533,'-6'-27'3276,"0"49"-1638,5 17 0,2 10-1614,1-4 0,2 4 0,1-4 1,3-1-1,3-6 0,5-13 1,0-1-1</inkml:trace>
  <inkml:trace contextRef="#ctx0" brushRef="#br0" timeOffset="174934">28477 1764 9691,'11'35'929,"1"-4"1,5 7 0,0 7-706,-6-11 1,0 5 0,1 4 0,1 2 0,-2 2 0,0 0 0,-1-1 0,-1-2-610,-2 1 1,-1 0 0,-1 0-1,-1-1 1,0 2 0,-1 0-1,0 2 295,0-2 0,2 2 0,-1 2 0,0 1 0,-1 0 0,-1-2 0,-3-1 1,-2-3-1,-4-4-240,-6 3 0,-3-2 0,-3-2 0,-2-4 1,-1-2-1,2-4-592,-9 7 0,-1-7 0,0-5 922,-12 2 0,8-17 0,18-29 0,22-7 0</inkml:trace>
  <inkml:trace contextRef="#ctx0" brushRef="#br0" timeOffset="176468">29116 2328 7803,'-19'-19'899,"7"3"-809,1-7 720,9 9-271,-3-12 361,5 19-630,0 7 629,11 0-449,19 0-720,16-1 0,8 2 0,-13-2 0,1 1 1,0 1 328,-6 0 1,0 2 0,-2 0-60,9-1 0,-13 6 810,-32 25-720,-5 5-1215,1-11 1,1-1-2153,4 3 3084,1-5 1,23-40-1,10-4 1</inkml:trace>
  <inkml:trace contextRef="#ctx0" brushRef="#br0" timeOffset="177151">30039 2152 7533,'0'-20'2698,"0"-3"-989,-5 5-1439,-8-1-720,-11 1 0,-11 17 1,-5 10 674,2 8 0,1 9 554,5 5 1,1 6-1,6-1-689,4 1 0,10 0-510,16-2 0,8 1 1,7-9 419,11-14 0,7-9 0,-2-1 0,-1 2 0,-2-2 0,5-8 0,1 0 0</inkml:trace>
  <inkml:trace contextRef="#ctx0" brushRef="#br0" timeOffset="178636">29473 3157 7533,'12'-17'899,"-5"7"271,10-6-1530,-14 6 720,-3-7-271,-3 7-268,-41 2 298,14 22 1,-4 9 0,2-5 15,2-11 0,0 0-45,-3 9 0,-2 6 0,9 2 629,6 9 1,17-1-360,29-4 0,14-1-360,-13-2 0,1 1 0,3-6 0,1-10 0,4-5 0,-2-5 0,10-10 0,1 1 0</inkml:trace>
  <inkml:trace contextRef="#ctx0" brushRef="#br0" timeOffset="184156">12405 5274 7173,'0'-10'1349,"0"-13"450,0 19-630,0 19-809,0 17-45,0-1 0,0 10 0,0 3 0,0-5-271,-3 6 1,0 2 22,3-4 1,0 5 0,0 1-1,-1-7-202,-2 3 0,0-6 45,3-5 1,0-5-3188,0-5 1876,0-26-218,0-6 1619,0 8 0,11-32 0,3-7 0</inkml:trace>
  <inkml:trace contextRef="#ctx0" brushRef="#br0" timeOffset="184935">12368 5221 6903,'-13'-19'3276,"6"3"-615,35 16-2571,-9 8 179,10-1 1,5 3-180,-3 7 0,2 4 0,-2 0-180,1-2 0,-7 5 0,-19 21 0,-12 10 0,-2-10 90,-9-6 0,-7-10 0,-12 6 0,-1-3 0,7-10-2068,-7-8 2068,37-4 0,22-22 0,20-6 0,1 1 0</inkml:trace>
  <inkml:trace contextRef="#ctx0" brushRef="#br0" timeOffset="185586">13082 5151 7533,'0'-28'1638,"5"-4"0,1-1-237,-4 6-951,4-22-810,-40 57 360,14 4-360,-8 11 0,-7 11 1,4 5 718,10 0 1,4 6 0,2 2 0,-2-2-136,-3-3 1,-1-1 0,2 1 0,6 4-330,9-4 0,4 5 0,3 2 0,2-1 0,3-5 1,3-8-1535,13 9 1,7-8 1437,-3 5 1,3 0 0,-3-21 0,-3-30 0,-5-11 0,-8-18 0</inkml:trace>
  <inkml:trace contextRef="#ctx0" brushRef="#br0" timeOffset="186486">13340 5415 7533,'0'-17'989,"0"-25"-809,0 27 720,0-17 1438,6 32-1258,-5 8-496,2 34 1,-1 12-855,-4-12 0,-1 2-315,2-2 1,1 7-1,0-2 1,0-6-586,-1-2 1,2-6 1169,1 2 0,2-15 0,3-39 0,-1-17 0</inkml:trace>
  <inkml:trace contextRef="#ctx0" brushRef="#br0" timeOffset="186953">13328 5380 7803,'-9'-37'3276,"49"27"-2184,-8 19 0,5 11 0,-1 2-548,1 2 0,-2 4 1,-8 4-1115,-11 7 0,-9 3 1,-7 1-31,-10-3 0,-7 0 1,-7-5-91,-7-9 1,-5-4-1,6-3 690,0 12 0,44-43 0,13 0 0,-1-1 0</inkml:trace>
  <inkml:trace contextRef="#ctx0" brushRef="#br0" timeOffset="187419">13734 4974 8072,'11'-19'1638,"17"43"0,7 22-546,-13-16 0,0 1 0,-2 8-1550,-6-1 0,0 6 0,-1 4 0,-2 1 0,-1-1 0,-2-4 300,-1 1 1,-2-2-1,-4-1 1,-4 2-383,-5 2 0,-4 3 1,-4 0-1,-2-4 0,0-9-231,-10 2 0,-4-9 771,-9 0 0,7-11 0,21-18 0,15 0 0</inkml:trace>
  <inkml:trace contextRef="#ctx0" brushRef="#br0" timeOffset="188722">14374 5486 10141,'5'-34'1638,"34"20"0,11 7-2961,-13 1 0,2 2 273,-2 3 1,2 2 0,-4 3 1049,-2 4 0,-14 2 0,-46 5 0,-21-5 0</inkml:trace>
  <inkml:trace contextRef="#ctx0" brushRef="#br0" timeOffset="188921">14423 5592 7533,'-31'13'1638,"-1"1"0,-1 19 1638,51-21-3362,19-11 1,15-5 0,0-1-905,-11 4 1,0-1 0,1-1 675,-1-2 1,1-3-1,-1 1 1,-9 4 0,11 11-1,-47 1 1</inkml:trace>
  <inkml:trace contextRef="#ctx0" brushRef="#br0" timeOffset="190270">15851 4692 7533,'-13'-35'629,"6"7"-89,2 11-270,-6-7 90,-9 12-270,-16 3 89,11 21 1,0 9-135,-8 6 0,0 11 63,13-7 0,1 7 0,1 4 0,0 0 0,1-3 94,-1-3 1,0-3-1,1 2 1,2 6-197,3-3 0,1 4 0,1 4 1,1 1-1,0 0 0,2-3 1,0-3 82,0 8 1,2-4 0,1 0 0,2 3 90,2-5 0,0 3 0,2 2 0,0 0 0,1-3 0,1-3-23,3 1 1,1-3-1,0-1 1,1-2-129,-2 6 1,1-2 0,5-4-390,7-5 1,4-4-1,-1-7-2917,14-6 3266,-5 1 1,-3-8 0,-9-26 0,-10-9 0</inkml:trace>
  <inkml:trace contextRef="#ctx0" brushRef="#br0" timeOffset="191123">16022 4974 7443,'-5'-27'2069,"-2"-7"-1800,1 23-359,-22 3 630,-5 41 59,13-8 1,-3 5 0,5 1-390,3 2 0,4 2 0,7 1-360,5 8 0,9 2 0,7-12 15,22-13 0,9-17 584,-9-11 1,1-10 0,-5-8 359,-10-4 1,-5-8 0,-4-3 0,-7 1-91,-8-6 1,-8 1-1,-5 2-1812,0 5 1,-3 3 0,-4 11-547,-7 14 1,1 10 982,6 13 1,33 5-1,12 3 1,14 5 0</inkml:trace>
  <inkml:trace contextRef="#ctx0" brushRef="#br0" timeOffset="191353">16343 5168 7533,'-18'-27'1169,"15"-7"-1169,-7 23 0,21 26 0,-4 25 0</inkml:trace>
  <inkml:trace contextRef="#ctx0" brushRef="#br0" timeOffset="192099">16736 4974 9152,'-5'-25'3276,"3"5"-3494,-14-5-142,-30 38 900,9-1 0,2 6-765,7 7 0,12 5 450,21 4 0,14 0 494,14-5 1,7-3-361,3 0 1,-5 1-225,-18-6 0,-12 1-1484,-34 5 0,-12-3 629,1 0-2557,-25 7 2837,62-31 0,18-8 0,8-2 0</inkml:trace>
  <inkml:trace contextRef="#ctx0" brushRef="#br0" timeOffset="192330">16699 4974 7533,'0'-27'3276,"33"1"-2929,-4 18 0,7 3 0,0 1-347,1-2 0,0 0 0,0 0 0,-1-1 0,-1-2 0,-5-1 0,-6-3 0,0-1 0</inkml:trace>
  <inkml:trace contextRef="#ctx0" brushRef="#br0" timeOffset="193252">16022 5786 8072,'-19'-8'3059,"-3"-2"-2430,2 0-224,-5 18 0,-2 8-225,-10 15 59,16-1 1,1 7 0,2-4-195,6-10 0,4 1-135,-2 22 0,14-4-315,26-20 1,9-14 404,0-19 0,-2-14 479,-8-1 1,-3-6 0,-8-4-31,-13-7 1,-9-3 0,-4 2-600,-1 6 0,-2 3 0,-5 10-3127,-26 11 2730,40 38 1,26 4 0,10 1 0,-5-11 0,1 1 0</inkml:trace>
  <inkml:trace contextRef="#ctx0" brushRef="#br0" timeOffset="193469">16232 5944 10321,'-21'-19'180,"16"3"0,35 24 0,15 2 0</inkml:trace>
  <inkml:trace contextRef="#ctx0" brushRef="#br0" timeOffset="194085">16626 5821 9781,'-24'-35'3149,"-23"31"-3689,4-8 315,11 27 0,5 9 495,12 5-90,5 9 314,31-14 1,9 1-405,-5 0 0,-1 3 450,3 3 0,-7 2-361,-18 0 1,-11-3-1214,-12-10 0,-6-5 764,-19 1-1619,7-16 1889,54 0 0,6-16 0,23-3 0</inkml:trace>
  <inkml:trace contextRef="#ctx0" brushRef="#br0" timeOffset="194335">16564 5838 7533,'0'-43'1638,"23"28"0,3 1 1638,-8-12-4369,21 19 1,15 6 0,-9 2 831,-7-1 0,-5-2 0,6 0 0,-9-2 0,-5-6 0</inkml:trace>
  <inkml:trace contextRef="#ctx0" brushRef="#br0" timeOffset="195262">17130 4692 7533,'-12'-35'1638,"10"4"0,8 3-327,24 2-682,-2 30 1,6 11 0,0 6-563,-7 2 1,-1 5-1,-1 5 1,-2 4-219,-7-3 0,0 4 0,-1 4 1,-3 1-1,-1 2 0,-3 0 1,-3 0 239,-4-2 1,-4 1 0,-2 1 0,-3 0 0,-1 0 0,0 0 0,0-1 0,1-2 8,0 7 1,1-2 0,-1 0 0,0-1 0,-4-1-1,-3-1-645,-6 3 1,-5 0 0,-4 0 0,1-3 0,2-6 0,6-8-739,0-2 1,2-7 1284,-9 2 0,12-7 0,39-16 0,11 0 0</inkml:trace>
  <inkml:trace contextRef="#ctx0" brushRef="#br0" timeOffset="213938">12184 7779 6363,'0'-28'1619,"0"3"1657,-6-24-1245,5 16-1671,-5-11 125,4 61 1,1 24 0,0 13 0,0 4 0,1-8-351,-1-3 0,2-2 0,-1 1 0,-2 0-135,-1-3 0,-2 2 0,0-1 0,2-1 0,3-6 0,8 25 0,3-28 0,-3-71 0,1-1 0</inkml:trace>
  <inkml:trace contextRef="#ctx0" brushRef="#br0" timeOffset="215286">12220 7673 6633,'-19'-10'3238,"-4"-6"-1798,9 7 1348,13-17-2248,20 14-241,10 10 1,10 3 0,-3 0-300,-9 0 0,0 2-23,9 4 1,6 3 0,0 1-1,-11 1 23,0 9 45,-5 3 0,-12 3 0,-38 7 0,-18 1 112,15-13 1,-4 2-1,-1-1 1,2-2 21,-3 1 1,1-2 0,0-1-315,-17 12 1,13-15-2745,31-26 2879,17 16 0,1 5 0,5 25 0</inkml:trace>
  <inkml:trace contextRef="#ctx0" brushRef="#br0" timeOffset="216469">13118 7461 7263,'-13'-8'2518,"-3"-1"-1438,-2-9-451,-3 8-719,-9 10 450,-6 18-90,9 8 0,-1 7-45,2-2 0,-1 4-16,3-2 1,-1 3 0,3-1 120,6-6 0,1 0 0,1 3 142,1 4 0,0 4 0,1 0 1,2-5-293,-2 4 0,4 1 179,6-3 1,2 6 0,2-1 0,3-4 44,6 7 1,6-3-495,-1-4 0,3 2 0,0-3-90,3 3 1,1-7-586,2-12 0,-2-9-1303,-2-14 2068,-5-16 0,-16 16 0,0 4 0</inkml:trace>
  <inkml:trace contextRef="#ctx0" brushRef="#br0" timeOffset="217530">13266 8396 8072,'-14'0'990,"4"0"-630,10-31-91,5-8-179,0 9 0,0-5 0,3-2 180,1-4 0,2-3 0,1-1 0,-2 2-61,0-4 1,0 1 0,0-2-75,1 2 0,1-4 0,0 3 0,-2 6-45,0 1 0,-1 5 45,0 3 0,1 6-45,3 8 1709,3 26-810,-2 27-749,-3 4 0,2 9 0,-2-2-270,-3-11 0,-1-2 0,0 5-626,0 2 1,1 6-1,-1 1 1,0-2 0,-2-7 597,0 2 1,-1-2 57,0 3 0,0 3 0,-1-9-2609,-3-6 1260,0-9 1349,0-14 0,0-32 0,0-1 0</inkml:trace>
  <inkml:trace contextRef="#ctx0" brushRef="#br0" timeOffset="217802">13290 8114 8612,'-26'-18'3276,"42"1"0,5 7-3601,13 5 0,13 3 0,-6 1-1314,-11 1 1,-1 0 1614,6 0 1,4 0-1,-8 0 1,1 0-1,-15 0 1</inkml:trace>
  <inkml:trace contextRef="#ctx0" brushRef="#br0" timeOffset="218602">13955 7514 7533,'0'-37'3276,"0"27"-2081,0 27 0,0 17-836,-2 3 1,-1 10 0,-1 6 0,0-2 0,1-6-504,-1-1 0,2-5 1,-2 8 168,1-5 1,-1 8 0,-1 4 0,1 2-1,-1-4 1,1-6 0,0-11-251,0-1 0,0-5-1414,1 20 1,1-18 1279,4-43 373,5-28 0,-4 8 1,-7 34-1,3-6 1</inkml:trace>
  <inkml:trace contextRef="#ctx0" brushRef="#br0" timeOffset="219803">14521 7832 7173,'0'-28'2788,"0"11"-899,0 1-1709,0 14 90,-11-14-180,-2 14 360,-18-6-540,3 13 0,-2 6-45,2 4 0,1 5 315,-3 6 0,-1 4 0,3 1 314,1 6 1,7 4 74,4-1 1,3 5 0,11-5-1,14-9 1,9-3 0,4-2-720,4-1 0,4-2 0,3-7-943,5-7 1,4-8 0,-4-3 545,4-2 1,-8-7 0,-12-6 0,-12 0 0,-20 9 0</inkml:trace>
  <inkml:trace contextRef="#ctx0" brushRef="#br0" timeOffset="220770">14743 7408 7803,'0'-19'719,"0"3"919,26 25 0,8 21-1195,-20 2 1,-4 13-1,-2 7 1,-1 2-1,1-3 1,3-8-354,12 1 0,2-6 0,-7 9-240,-13-11 0,-4 8 0,-2 6 0,-3 2 0,-1 1 0,-2-2 0,-2-4 0,0-6 0,-1-9 15,-17 11 1,-5-6 134,3 0 0,-5 5 0,1-3 0,6-10 0,-9-4 0,10-17 0</inkml:trace>
  <inkml:trace contextRef="#ctx0" brushRef="#br0" timeOffset="247677">15457 7955 9152,'-7'-10'1889,"1"3"-180,1 7-1439,4 0 1349,-11-8-1439,11 6 1169,-10-6-1169,10 8-270,39 0-225,-6 4 0,1 0 225,-2-4 0,1 2-90,3 2 0,2 3 0,-9-3 91,-11-2-2790,27 6 2429,-44-8 450,0 0 0,0 8 0,0 2 0</inkml:trace>
  <inkml:trace contextRef="#ctx0" brushRef="#br0" timeOffset="248220">15482 8184 7353,'-39'0'3276,"3"0"0,17 0 0,7 0-1894,31 0 1,16 0-1923,6 0 0,4 0-553,-5 0 1,2 0 0,-2 0-418,10 4 1,-7 0-1729,-2-2 3238,-42 6 0,-18-8 0,-5 0 0</inkml:trace>
  <inkml:trace contextRef="#ctx0" brushRef="#br0" timeOffset="250404">16663 7285 7443,'0'-20'2338,"5"-11"-1888,-4 27 989,4-27-719,-5 27-270,0-12-360,-27 32 179,8 3 1,-2 5-60,0 0 0,-3 4 0,1 0-60,3-1 0,1 0 0,1 3 164,0 6 1,2 4 0,0 2 0,2-3-135,-1 4 0,2-2 0,1 1-150,0-1 0,2 0 0,1 4 59,3-6 1,0 4 0,2 0 0,0-2 0,2-7-180,0 1 0,2 1 126,0-1 0,-1 7 0,1 2 0,2-1 0,3-6 114,4-2 0,4-5 0,0 1 30,4 13 0,2 2 0,3-4-90,2-12 0,2-3 0,-1-2-45,1 8 0,0-7 269,1-15 1,-3-5-675,-9 2 270,3-16-2068,-13-1-1119,-10-1 2949,-2 10 0,-11 25 1,-1 13-1</inkml:trace>
  <inkml:trace contextRef="#ctx0" brushRef="#br0" timeOffset="252841">19542 7214 10141,'0'-9'900,"0"1"179,-5 0 990,4-10-1350,-10-1-1078,9 1 269,-3 10 314,19 27 1,10 17-23,-6-1 1,1 7-1,0 2 1,0-2-263,3 0 0,1-2 0,-2 9-185,-10-12 1,1 6 0,0 4 0,-1 2 0,0 0 0,-2-3 0,-2-4 0,-1-8 469,1 13 0,-6 0 1,-1-6 0,-2 9 0,-2 4 1,-1 1-1,-3-5 0,-2-8-196,-7-1 0,-3-7 0,-1 3-8,1 5 1,0 4 0,-1 0-1,-1-4-52,-3 2 0,-2-4 0,0 0-330,2-4 0,0-1 1,3-5 179,4-7 0,0-4-426,-20 12-2671,37-41 3092,-5 0 1,17 10-1,3 10 1</inkml:trace>
  <inkml:trace contextRef="#ctx0" brushRef="#br0" timeOffset="254983">20010 7497 7263,'-14'0'899,"3"0"-359,5 0 899,0 0 90,-1 0-899,-3 0 180,8-8 89,-9 6-989,10-14 180,-5 14 1349,6-6-719,11 16-990,15-3 0,6 0 315,3 3 0,4 2-195,0-3 0,3-1 0,-2-2 1139,4-6 1,-3-2-450,-9 4 0,-4-4 719,-7-13-1979,-37 32 45,6 13 1,0 5 224,-4 5 1,2 1-766,1-2 1,4-2-2063,12 6 2589,-2-41 1,19-10 0,-8-7-1</inkml:trace>
  <inkml:trace contextRef="#ctx0" brushRef="#br0" timeOffset="257513">20625 7708 8342,'-14'0'2519,"-2"8"-900,15 2-1169,-5 0 899,6-3-180,6-22-1079,1-5-653,5-14 1,7-15 0,1-2 0,-4 9 562,-3 11 0,0-1-90,1-6 0,4-11 0,1-2 0,-1 6 1,-4 14 269,2 10-180,-2-15 0,1 9 90,-3 33 89,1-12 810,-3 24 1,-2 11-495,-1 16 0,-1 6-495,0-8 0,1 1 0,-2 1 30,-2-2 0,-2 1 0,1-4-165,1 2 0,0-8-2744,2-10-398,2-24 2927,0 0 0,-1 0 0,-6 0 0</inkml:trace>
  <inkml:trace contextRef="#ctx0" brushRef="#br0" timeOffset="257836">20724 7585 7533,'-25'0'1638,"51"3"0,16 2-983,6 4 0,-1-9 1,-2-6-1,-7-5 0</inkml:trace>
  <inkml:trace contextRef="#ctx0" brushRef="#br0" timeOffset="258904">20256 8767 7803,'-19'0'2338,"7"0"-2158,6 0 899,17-48-449,3 5-495,-3 14 0,3-7 0,2-3 0,0 2-68,1 0 1,0-1-1,2 1 1,-1 2-38,4-3 0,1 2 0,-1 1 59,-1-3 1,-1 2 0,-3 15 0,-5 21 810,-1 16-361,-2 12 1,-1 11-1321,-3 4 1,-1 9-1,-1 1 1,1-5 810,2-10 0,0-3 0,0 3-345,-2 13 0,1 7 0,-3-7 1,-8-20 314,-10-26 0,6 25 0,-14-28 0</inkml:trace>
  <inkml:trace contextRef="#ctx0" brushRef="#br0" timeOffset="259219">20293 8643 7533,'-14'-25'3276,"36"13"-1638,12 2 0,6 4-3277,6 9 1,1 2 1515,-1-4 0,-4 0 0,-1 7 0,-37-8 0</inkml:trace>
  <inkml:trace contextRef="#ctx0" brushRef="#br0" timeOffset="260736">16515 9366 6813,'-14'0'1079,"-2"8"-449,15-6 1439,-11 6-1260,11-8 541,-4 0-721,5 0 631,5 0-811,21 3 1,10 2-495,-1-4 0,5 0-165,5 1 0,4 1 1,-4 0 523,-2-3 1,-4 0 270,2 2 0,-13-4 134,-28-14-809,-3 12-450,-13-12 405,10 47 1,5 17 134,-3-20 0,1 2-360,0 7 0,2 3 0,-1-5-1259,2 10 1619,0-37 0,6-12 0,1-12 0</inkml:trace>
  <inkml:trace contextRef="#ctx0" brushRef="#br0" timeOffset="261503">17364 9243 10591,'12'-35'3276,"-5"15"-256,-12-11-4459,-20 27 1079,-11 18 1,-4 11 763,7 2 1,1 7 89,8-3 1,-1 6 0,2 2 0,6-1 134,6 0 1,5 0 0,7-1-600,8 1 0,7-2 0,1-4-120,-1-2 0,5-9-1394,27-15 0,-1-12 1484,-23-6 0,6-13 0,-26 7 0</inkml:trace>
  <inkml:trace contextRef="#ctx0" brushRef="#br0" timeOffset="262854">18632 9260 8252,'0'-9'1439,"0"1"360,0-8 540,5 4-1349,2-5 269,0 1-1259,-7 14-540,-18-6-45,-14 20 1,-6 8 584,4-3 0,-2 5 449,2 3 1,-3 4 0,6 3-180,8-1 0,3 2 0,5 1-1,0 12 1,11 0 90,16-10 0,8 0 0,2-6-315,-1-6 0,6-7-45,16-6 0,6-5 0,-22-7 0,-30-5 0,16-18 0</inkml:trace>
  <inkml:trace contextRef="#ctx0" brushRef="#br0" timeOffset="300569">18422 7408 7533,'0'-19'2338,"0"3"-1618,0 8 179,0 6 1530,-5 2-2429,-2-6-270,-11 12 90,-12-14 540,4 16 0,-2 8-31,0 0 1,0 4 0,3 5 0,1 10 0,5 5 0,11 0-300,17 2 0,11-1 0,6-10 689,17-8 1,6-21 99,-19-19 0,1-13 0,-3-5 0,-8 0 273,-8-2 0,-7-1 0,-8-1-2185,-9-10 1,-9 0 0,-2 18 436,-18 27 1,55 29-1,22-16 1,0 0 0</inkml:trace>
  <inkml:trace contextRef="#ctx0" brushRef="#br0" timeOffset="301054">18681 7655 7533,'-26'0'3276,"8"-15"-2949,23 11 1,9-20 0,11 14 0</inkml:trace>
  <inkml:trace contextRef="#ctx0" brushRef="#br0" timeOffset="302020">18976 7391 10681,'-7'-30'3276,"2"7"-4303,-22 31 1416,10 21 1,3 15 0,-1-6-480,-2-16 0,3-1 60,8 19 0,6 7 0,7-22 660,30-56-1,-6 5 1,-2-5-450,-13-6 0,-6-1-1529,7-7 1708,-16 66 1,-2 15-60,1-3 0,0 3 0,0 1-270,0 4 0,0 1 0,0-3-885,0 4 1,0-10-2423,0-19 3084,5-24 0,2 18 1,6 11-1</inkml:trace>
  <inkml:trace contextRef="#ctx0" brushRef="#br0" timeOffset="303020">19296 7461 9332,'0'-27'3276,"0"1"-1245,0 9-2301,-11 7-540,3 2 1,-26 32 1888,1 13-629,13-3 0,2 2-405,3-7 0,5-1-450,7 7 0,6-3 45,11-3 720,27-19-450,-7-30 540,-6-18 0,-3-8 404,-10 7 1,-2 0-496,-1-5 1,-1 15-1349,-6 29 1438,-5 41-389,0-1 0,0 9 0,0-4-510,0-2 1,0-2-271,0 10 1,0-8-2558,0-19 3016,0-26 1,-5 2 0,-2 9 0</inkml:trace>
  <inkml:trace contextRef="#ctx0" brushRef="#br0" timeOffset="304620">18374 8308 8882,'-14'-10'1619,"-3"2"-540,10 0-719,0 6 360,2-5-91,-6 7-449,-24 23 90,4-1-180,4-3 0,2 5 0,12 12 0,6 2 270,0 7-136,21-5 1,13-5 135,11-20 0,6-11 539,5-6 1,-1-11-226,-6-10 1,-9-9 269,-15-12 1,-12-2-1035,-13 7 0,-7 3-1549,-1 3 1,-3 7 928,-7 17 0,36 26 0,17 21 1</inkml:trace>
  <inkml:trace contextRef="#ctx0" brushRef="#br0" timeOffset="304837">18755 8573 7533,'-15'-26'1092,"16"6"0,25-5 0</inkml:trace>
  <inkml:trace contextRef="#ctx0" brushRef="#br0" timeOffset="305870">19074 8361 7892,'20'-18'3276,"-8"8"-1334,-7 3-953,-10-1-809,4 6 180,-10-6-1080,4 8 450,-11 0 450,-5 23 0,-1 9 135,2-7 0,2 3-255,3 6 0,3 6 0,7-3-195,7 5 0,12-9 494,17-16 1,5-13 0,-2-14 0,-2-11 314,3-16 1,-13-8-615,-23 10 0,-9-2 0,0 5-1699,2 4 1,-2 5 1091,-12-3 1,7 13 0,35 46 0,1-9 0,1-1 0</inkml:trace>
  <inkml:trace contextRef="#ctx0" brushRef="#br0" timeOffset="306470">19320 8361 10321,'-13'-8'-630,"13"6"3906,8-14-975,4 14-772,-6 2-1978,-12 49 179,3-14 0,-1 5 0,-1-1-420,1-4 1,-1-1-1,1-1-704,-3 18 0,2-8 1394,5-14 0,1-44 0,4 5 0</inkml:trace>
  <inkml:trace contextRef="#ctx0" brushRef="#br0" timeOffset="324019">16736 7444 7533,'-13'-18'2338,"2"0"-1708,11 9-360,0 1 90,0 8-270,5 0 0,-4 0 179,5 8 271,-6 1 629,0 17-584,1 8 0,-2 6-405,-4 2 0,-1 3-240,5-5 0,1 4 0,-2-5 105,-5 0 0,3-11-2474,10-21 2159,1-16-2069,-1-38 2339,5 37 0,-9 16 0,3 5 0</inkml:trace>
  <inkml:trace contextRef="#ctx0" brushRef="#br0" timeOffset="324299">16872 7708 7533,'-20'-15'819,"30"3"0,-4 18 0,23 15 0</inkml:trace>
  <inkml:trace contextRef="#ctx0" brushRef="#br0" timeOffset="324971">17167 7514 8252,'0'-17'3276,"0"-17"-975,0 20-2661,-22-9 90,3 40 1,0 13 628,-1 1 1,4 5-360,10-2 0,3 5 0,6-5-315,6 4 1,10-9 583,24-12 1,3-18 1169,-15-33 1,-4-11-1306,6 18 1,-7-2 405,-24-7 0,-11-4 0,-6 12-2179,-15 20 1,-5 8 1434,0-5 1,1 4-1,7 9 1,7 5 0,17 21-1</inkml:trace>
  <inkml:trace contextRef="#ctx0" brushRef="#br0" timeOffset="325937">16798 8273 7533,'-5'-20'2428,"3"-11"-1078,-9 27-811,5-12 91,-1 16 0,-10 8-990,3 2 720,-16 15 134,18-1 1,4 3-270,4 5 0,6 1-270,10-2 0,8-5 225,12-7 0,4-13 494,-1-22 1,-4-11 224,-5-4 1,-8-5-676,-12-5 1,-14 2-45,-18 8 0,-8 9-1819,8 14 1,1 6 1286,-11 14 0,56 16 0,8-16 0,1 1 0</inkml:trace>
  <inkml:trace contextRef="#ctx0" brushRef="#br0" timeOffset="326137">17044 8361 7533,'-19'-8'2698,"18"-2"-2698,3 0 0,21 18 0,-4 12 0</inkml:trace>
  <inkml:trace contextRef="#ctx0" brushRef="#br0" timeOffset="326993">17328 8308 7443,'0'-10'3276,"0"-6"-2145,0 14-321,-6-5-630,-1 7 0,-11 0 719,-1 15-359,0 5 44,5 7 1,4 5-900,6 0 0,5 0-270,7 2 1,8-3 539,9-4 0,7-11 674,9-25 1,0-13 180,-3 0 0,-6-7 209,-13-1 0,-5-5 1,-10 4-526,-16 0 1,-10 5-1305,-3 2 1,-6 7 809,-16 17 0,8 0 0,27-22 0,26 1 0</inkml:trace>
  <inkml:trace contextRef="#ctx0" brushRef="#br0" timeOffset="339771">11851 10513 6903,'-13'0'2429,"6"-8"847,2 29-1785,5-22-1221,0 24 180,0-23 89,-6 329-509,7-286 0,1-7 0,0 7 82,-2-5 1,0 7-1,0 6 1,0 2-1,0-2 1,0-3-1,1-9 1,-1-9 696,1 13-1438,3-43-1170,-15-12-1478,10-21 2056,-4 21 1221,5-12 0,5-1 0,2-12 0</inkml:trace>
  <inkml:trace contextRef="#ctx0" brushRef="#br0" timeOffset="340737">11851 10601 7533,'-30'-24'3058,"4"11"-2159,13-12 1,1 1 269,0 10-45,22-11 1,13 3-451,17 26 1,11 10-608,-11-11 1,5-2-1,1 2 1,-3 3-98,5 9 0,-2 5 0,-2 0 270,4-2 0,-1 1 0,-20 5-240,-35 13 0,-17 2 359,1-8 1,-5-1 0,-4 0-68,-1-6 0,-5 0 1,0-1-1,2-2-712,-4 3 1,3-2-1,1-6-1219,-7-4 1,9-8-1639,19-8 2554,30-12 1,5 24-1,-1 2 1</inkml:trace>
  <inkml:trace contextRef="#ctx0" brushRef="#br0" timeOffset="343121">12971 10372 7623,'0'-18'3276,"0"-7"-526,0 13-2120,-38 20-720,22 5 45,-8 5 0,-11 7 0,-2 4 0,6 3 269,7 7 1,6 4 0,1 3 0,0 3-75,2-9 0,-1 2 0,1 2 0,1 0 0,1 0 0,2-2-96,1 3 0,1-1 0,2-1 0,4 0 0,4-2 58,7 8 1,6 1-1,4-5 1,0-9-68,3-9 0,1-7-540,-1 0 0,0-6-2782,-5-14 2457,-16-10 1,6-8 0,1 1 0</inkml:trace>
  <inkml:trace contextRef="#ctx0" brushRef="#br0" timeOffset="343821">13130 10619 7533,'-10'-34'3276,"7"21"-2145,-7-11 308,10 71-1289,-3-5 0,-2 9 0,1 1-285,3-8 0,0 2 0,1 1 0,0-2-270,-1-1 0,1 1 1,0-3-1,1-6 405,1 6 0,4-19 0,6-41 0,-10-11 0,1-1 0</inkml:trace>
  <inkml:trace contextRef="#ctx0" brushRef="#br0" timeOffset="344211">13094 10601 8882,'-15'-27'1638,"35"9"0,10 2 0,-4 5 0,3 3-2458,6 0 1,8 1 0,-1 0 0,-6 3 351,-4 1 0,-5 4 0,4 6 0,-12 4 1,-37 7-1,0 1 0</inkml:trace>
  <inkml:trace contextRef="#ctx0" brushRef="#br0" timeOffset="344548">13094 10918 8432,'-21'0'3276,"65"0"-2351,-11-3 1,4-1-926,3 3 0,4 2 0,-5-3 0,-6-6 0,-5 0 0,14-2 0</inkml:trace>
  <inkml:trace contextRef="#ctx0" brushRef="#br0" timeOffset="345154">13647 10389 7533,'-6'-19'3276,"6"34"-2457,-1 12 0,-2 13 0,1 5 0,-2 0-583,1-1 1,-1 2 0,0 2 0,0 0-1,0-1-290,0 0 0,0 0 0,-1-1 0,1 0 0,-1-2-36,-1 6 0,-1 0 0,0-4 1,4-10-3188,3 5 2994,1-33 0,16 0 1,-4 2-1</inkml:trace>
  <inkml:trace contextRef="#ctx0" brushRef="#br0" timeOffset="346071">14103 10672 7892,'-7'-20'3276,"1"-11"-1784,17 27-1402,-2-12 449,-7 44 1,-3 15-540,-2-10-144,-4-1 0,-5 12 0,-2 6 0,-1-2 1,2-7 322,-1-3 1,1-5 0,0 2-225,-1 4 0,0 4 0,0-2 0,1-9-944,-9 7 989,33-66 0,3-10 0,11-6 0</inkml:trace>
  <inkml:trace contextRef="#ctx0" brushRef="#br0" timeOffset="346709">14103 10707 7533,'0'-34'1619,"-6"21"450,5-19-540,-5 30-1259,17-5-540,-2 7 450,14 7 989,-4 19-405,-1 11 1,0 10-698,-6-7 1,1 5-1,-1 1 1,-1-2-38,2 2 0,-2-2 0,1 1-98,-1-5 1,0 3-1,-1-4 1,-2-12-832,-1-10-2378,-7-13 0,-7-19 2936,0 15 1,-4 0-1,5 0 1</inkml:trace>
  <inkml:trace contextRef="#ctx0" brushRef="#br0" timeOffset="347021">14078 11077 7533,'-45'-8'3276,"15"-1"-256,52-9-3245,3 8 0,7 2 225,10 6 0,5 3 0,-3-2 0,-5-6 0,-2 1 0,11 5 0,-1 0 0</inkml:trace>
  <inkml:trace contextRef="#ctx0" brushRef="#br0" timeOffset="347706">14559 10354 7533,'-17'-43'2428,"13"14"-1618,-13 3 1529,50 57-1665,-15 1 1,0 9-460,-4-3 1,2 9 0,-1 4 0,0 0 0,-3-3-134,-1 1 0,-3-3 0,-1 2 0,-3 3-187,-1-4 0,-2 5 0,-1 1 0,-1 0 0,-3-4 1,-2-7-194,-6 5 0,-4-7 1,-3-2-796,-7 4 1,-4-3 0,1-6 918,1-9 1,2-5-1,3-1 1,5 2-1,7 23 1</inkml:trace>
  <inkml:trace contextRef="#ctx0" brushRef="#br0" timeOffset="348587">15211 10918 7533,'0'-9'1979,"0"1"1297,5 0-1066,18 6-1670,26-6-900,-6 7 1,6 2-734,-9 4 1,3 1 0,-2-1 891,-6-4 1,-2 0 0,-1 1 0,10 6 0,-7-1 0,-13-7 0</inkml:trace>
  <inkml:trace contextRef="#ctx0" brushRef="#br0" timeOffset="348983">15235 11148 7982,'-16'-8'1638,"39"3"0,17 0 0,-3-1 0,6 2-1497,-3 6 1,7 1-1,-1 3 1,-8-1 0,-5 1-1,-3 2 1,5 8-1,0 1 1</inkml:trace>
  <inkml:trace contextRef="#ctx0" brushRef="#br0" timeOffset="358288">16515 10266 6273,'7'-10'720,"4"-6"269,-10 7 181,9-9 1618,-3 0-2158,0 1 179,4-1 1,-9 8-1,3-5-1258,-5 13 449,-5 2 90,-8 9 0,-17 25 359,6-9 1,-1 3-135,-1 6 0,0 4 164,4 0 1,-1 3 0,2 0-360,7-10 0,1 0 0,1 3 14,2 5 1,0 5 0,2 0 0,1-5-45,-3 7 0,2 0-18,5-8 0,1 4 0,1 3 0,0 0 0,1-3-117,1 0 0,0-1 0,0-2 0,1 2 67,1 0 1,-1 1-1,2 0 1,1-1 89,3 3 1,1 2-1,2-3 1,2-5 426,9 7 1,1-4-495,-3 2 0,0-4-45,-3-11 0,0-7-3277,1-5 1517,-10-14 1760,3-10 0,-17 4 0,0-11 0</inkml:trace>
  <inkml:trace contextRef="#ctx0" brushRef="#br0" timeOffset="360881">16453 12188 7353,'-14'0'1259,"-2"0"0,14 0-989,-3 0 450,5 0 269,0 0-179,-5 0 1079,4 0-990,-4 0-269,5 0-720,5 0 135,21-3 0,9-1-90,-10-1 0,3 0 135,9 0 0,9 1 0,0 0 0,-8-1-90,-8 0 0,-2 0 1034,25 4 0,-19 2-1034,-37 1 0,-8 6 180,11-8-1259,-5 8 899,2 23 0,4 17 0,-1-7 0,-5 4 180,2-8 0,1 5 0,7-17 0,11-29 0,5-22 0</inkml:trace>
  <inkml:trace contextRef="#ctx0" brushRef="#br0" timeOffset="361754">17068 12506 7533,'-13'0'3276,"18"-24"-2081,9-10 0,4-8-1015,-2 7 0,1-3 0,0-1-60,0-6 0,0-1 0,0 2-210,4-4 0,0 6-135,0 9 0,0 9 1485,1 14 89,1 2-1439,-17 8 0,-6 0 360,5 8-31,-3 28 1,-3 20 0,1-5-555,2-10 1,1 1 111,-2-2 1,1 6 0,-1-1-1,0-10-3074,1 8 3196,-2-27 1,-12-32 0,-7-3 0</inkml:trace>
  <inkml:trace contextRef="#ctx0" brushRef="#br0" timeOffset="361972">17204 12347 7533,'-32'-17'3276,"19"-1"-1638,33 12 0,11 2-1901,-6 0 0,3 0 263,4 3 0,5 2 0,-5-1 0,-5 0 0,-2 0 0,21 0 0</inkml:trace>
  <inkml:trace contextRef="#ctx0" brushRef="#br0" timeOffset="363390">18447 12383 9781,'-14'-10'1709,"3"-6"-899,11-9-675,10 3 0,2-2-90,1-8 0,1-6 292,2 3 0,3-6 1,0 1-1,-1 5-247,1 1 0,0 1-30,-3-7 0,-1-4 0,-1 19-330,-3 25 540,1 7-90,2 11 269,9 10-89,-9 15-120,-9-9 0,-2 7 0,1-1-300,2-3 0,0-1 0,-1 1 180,-2 11 0,-1 2 0,1-7-1759,4-8 1,-2-7-1639,-5 1 3184,-1-37 0,-21-7 0,1-5 0</inkml:trace>
  <inkml:trace contextRef="#ctx0" brushRef="#br0" timeOffset="363691">18545 12330 7533,'-30'-16'3276,"48"-4"-1638,7 9 0,8 3-2756,14-2 1,4 4 1117,-15 5 0,1 1 0,-5 1 0,-4-1 0,-5 0 0,-3 0 0</inkml:trace>
  <inkml:trace contextRef="#ctx0" brushRef="#br0" timeOffset="365279">19308 10160 7533,'0'-18'1979,"-5"1"-1350,4 7 810,-10-14-629,4 13 1169,16 32-1889,-5-3-140,2 5 0,2 13 0,3 10 0,1 7 0,1 3 0,0 0 0,0-2 0,-3-6 0,-2-9-106,2 9 0,-2-8 0,-1 12 335,-2-17 1,0 6 0,2 6 0,-1 4 0,1 3 0,0 3 0,-1 0 0,-1 0 0,0-1 0,-2-3 0,-2-3 0,-1-5 0,-2-6-127,-6 12 1,-4-9 0,-3-2 0,1-1 0,3 5-67,4-2 0,2 3 0,2 2 1,-1 0-1,-1-1 0,-2-5 1,-4-5-378,-15 14 0,-6-7 0,7-17-2887,13-18 258,-10-8 3019,40 0 0,19-31 0,-12 11 0,1 1 0</inkml:trace>
  <inkml:trace contextRef="#ctx0" brushRef="#br0" timeOffset="366526">19972 10301 8342,'-13'-10'720,"3"2"89,4 1 451,-1-11-1080,0 6 359,-4-3-89,10 22 180,-5 19-451,5 5 1,1 11 0,1 2 0,-1-6-225,0-5 0,0 0 67,0 7 1,0 9 0,0-3-1,0-14-382,0-11-899,0-11-2018,6-21 2904,-5-9 1,16-4-1,-3 15 1</inkml:trace>
  <inkml:trace contextRef="#ctx0" brushRef="#br0" timeOffset="366905">19924 10336 7713,'-21'-35'3276,"16"8"-1638,42 7 0,16 6-1496,-13 8 0,2 1-962,-6-3 1,5-1 0,-1 0 0,-8 3 502,13 2 1,-22 12 0,-45 7 0,0 0 0</inkml:trace>
  <inkml:trace contextRef="#ctx0" brushRef="#br0" timeOffset="367433">19961 10530 5914,'-14'0'2428,"-2"0"-1168,9 0 1078,0 0 1,12 0-2114,23 0 0,7 0-1260,-9 0 1,2 0 1034,8 1 0,4 0 0,-6-3 0,4-5 0,6-3 0</inkml:trace>
  <inkml:trace contextRef="#ctx0" brushRef="#br0" timeOffset="368430">19530 10425 9062,'-14'0'1799,"3"0"-810,6-8-269,3 6 719,13-6-1079,15 7 0,7 2-630,9-5 0,1 0 225,-2 3 0,-3 0-45,0-5 0,-13 4 990,-23 10-361,-11 2-269,-10 8-540,1 23-3007,6-2 1247,5 6 2030,7-12 0,18-39 0,8-5 0</inkml:trace>
  <inkml:trace contextRef="#ctx0" brushRef="#br0" timeOffset="369353">19936 11395 6633,'-7'-20'2339,"2"4"-180,-1 1-1440,5 11 541,-5 4-721,1 43-569,3-7 0,0 6 0,-1 0 60,-1-6 0,0 0 0,0 1-120,1 8 0,1 1 0,0-7-1709,-4 6-1478,6-24 3264,6-36 0,1-3 1,5-9-1</inkml:trace>
  <inkml:trace contextRef="#ctx0" brushRef="#br0" timeOffset="369787">19899 11412 7533,'-12'-25'3276,"-1"13"0,12-4-1283,13 16-1679,14 1 1,7-2-1954,8-2 1,2-1-1,-3 3 1,-1 0 1581,4-10 1,-16 6 0,-30 11 0,-14-4-1</inkml:trace>
  <inkml:trace contextRef="#ctx0" brushRef="#br0" timeOffset="370137">19887 11642 7533,'-20'0'3276,"13"0"0,25 0-3134,17-4 0,7 0-142,-1 3 0,0 0 0,2-3 0,-4 0 0,-13 4 0,-1 0 0</inkml:trace>
  <inkml:trace contextRef="#ctx0" brushRef="#br0" timeOffset="407171">18251 11342 9871,'-7'-10'810,"1"2"-270,6 8-1,0-8 91,0 6-360,0-13-360,0 13-90,0-6 90,0 8 0,0 0 270,-11 0 180,3 8 0,-21 2-91,8 23-359,-9-4 225,17-5 0,2 3-45,1 0 0,1-1 90,-4 21-180,11-21 0,4-1-90,16 18-180,-1-23 0,3-3 315,4-1 0,3-4-270,6-5 1,1-6 673,-5-11 1,-1-6-45,1-4 0,-3-5-46,-6-4 1,-3-5 180,-5-4 0,-5-2-181,-4 3 1,-6 2 0,-13 2 0,-4 3-270,4 6 0,-4 5-135,-14 4 0,-1 4-1394,-1 1-1838,1 18 0,29 4 2981,8 14 1,30-1-1,2 2 1</inkml:trace>
  <inkml:trace contextRef="#ctx0" brushRef="#br0" timeOffset="407404">18497 11553 7533,'-20'-35'3276,"8"16"-3764,6 3 488,17 24 0,3 17 0,11 12 0</inkml:trace>
  <inkml:trace contextRef="#ctx0" brushRef="#br0" timeOffset="409171">18742 11359 7443,'-13'0'539,"2"0"-179,11 0 720,0 0-1,-6-7 450,5-3-539,-10 0 449,9 2-810,-9 0-179,10 6-810,-4-13-269,5 13 899,16 2 269,10 10-404,0-2 0,3 1 0,-3 3 0,0 2-225,5-1 0,-2 1-270,4 14-90,-10-3 1,-23-15-1,-13-2 540,-17-1 360,-8 3-1,0 0-808,8 6 89,17-6-90,13 7 450,18 1 270,14-1 0,6 9 269,-1 1-89,-13 17-270,-17-15-90,-24 4-540,-16-7 270,9-20 0,-1-1-540,-19 11-1079,12-16 180,10 0-540,15-8 2069,1-1 0,17-9 0,3 0 0</inkml:trace>
  <inkml:trace contextRef="#ctx0" brushRef="#br0" timeOffset="410038">18570 11642 8252,'-14'0'2339,"-2"0"-1530,14 0 451,-3 0-721,5 0 1,0 0-720,5 0-90,2 0-89,0 0 359,-1 0 90,-6-8 89,0 6-268,0-6-541,-6 32 1260,10-19 89,-8 19 1,10-32-271,-6-2-269,-6 1-2248,5 1 2068,-5 8 0,23-16 0,3-4 0</inkml:trace>
  <inkml:trace contextRef="#ctx0" brushRef="#br0" timeOffset="412361">18226 10283 9691,'7'-19'2879,"4"-12"-2879,-10 19-1170,-34 10 1560,9 30 0,0 14 0,19-14 1248,50-43 0,2 0-488,-52 48 1,-3-5-1151,27-46 0,11-23 0,-10 8 0,-15 13 0,-43 15 0</inkml:trace>
  <inkml:trace contextRef="#ctx0" brushRef="#br0" timeOffset="414226">18238 10301 8252,'-7'-8'2699,"2"6"-1260,-12-6-1439,8 16 539,-24 25 1,-2 7-270,18 1-120,-2-10 0,-2 5 0,6-5 120,14 6-315,2-11 0,3-1 495,20 12 44,-1-18 1,4-2 134,6-2 1,2-5-450,0-6 0,0-6-450,5-4 0,-2-6 270,-8-4 0,-2-5 180,-4-3 0,-5-5 584,-7-4 1,-6-2-495,-4 6 0,-5 1-315,-10-4 0,-3 3-225,-11-6-225,-2 16 1,-1 5 44,-11 2-675,13 3 1,2 2-2153,0 7 2904,9 0 1,22 24-1,9 5 1</inkml:trace>
  <inkml:trace contextRef="#ctx0" brushRef="#br0" timeOffset="414974">18607 10566 12750,'7'0'1439,"-1"0"-2429,-6 8 271,-6 1 269,10 1 630,3 6 2249,1-38-2339,3 16-3367,-16-19 0,3 17 3251,-3 8 0,27 8 1,5 2-1</inkml:trace>
  <inkml:trace contextRef="#ctx0" brushRef="#br0" timeOffset="416116">18804 10354 7533,'-19'0'3276,"1"0"-2505,11 0-321,2-8 90,10 6-90,13-13-405,12 8 0,4 4 314,-5-2 1,-1 0-270,9 0 0,-1 2-450,10 3 1080,-31 0 89,1-8-1168,-16 14-91,-5-4 360,4 24 360,-9 17-1,4-2 1,-1 4-225,-2 2 0,-1 0-45,0 3 0,1-2 135,-1-11 0,2-5-315,1-5-719,1-11 359,6-16-116,0 0 1,11-39-1,-4 14 1,0 1 0</inkml:trace>
  <inkml:trace contextRef="#ctx0" brushRef="#br0" timeOffset="416559">18865 10548 8702,'-13'-8'3276,"7"6"0,35 10-1733,5 4-1543,7-8 0,0-6 0,-1-18 0,-12-2 0,0-1 0</inkml:trace>
  <inkml:trace contextRef="#ctx0" brushRef="#br0" timeOffset="456744">16564 11254 12210,'-7'0'630,"1"0"449,6-8-1169,0 6 90,0-6-719,-16 8 898,-15 16 1,2-5 180,6 14 0,-2 9 0,6-4-360,4 3 60,3 9 0,0 11 0,9-13 30,17-16-330,7 4 0,8 4 0,0-14 420,3-30 0,2-11 89,-2 11 1,3 0 0,-6-5 180,-7-9 0,-7-6 0,-8-1 539,-14-5 0,-10-1 1,-3 5-765,1 5 0,-5 5-136,-7 0 1,-5 1 0,8 15-3367,6 31 2730,31-17 1,15 13 0,8 2 0,5-12 0,1 1 0</inkml:trace>
  <inkml:trace contextRef="#ctx0" brushRef="#br0" timeOffset="456941">16736 11536 7533,'-20'0'3276,"-13"-8"0,29 6-2457,4-14 0,26 7 0,18-9 0</inkml:trace>
  <inkml:trace contextRef="#ctx0" brushRef="#br0" timeOffset="457839">16934 11359 6633,'-7'-17'3276,"1"7"-1335,1 2-2391,-8 16 675,-2 13 0,0 7 270,1 7 0,6 4-765,7 9 0,12-3-135,11-17 0,8-9 405,2-14 0,-2-14 1092,-16-18 0,-5-12 0,-7 3-122,-5 6 1,-6 1-2610,-12-21 1,4 20 1404,16 37 1,17 6 0,11 2 0,11 7-1,0 1 1</inkml:trace>
  <inkml:trace contextRef="#ctx0" brushRef="#br0" timeOffset="458358">17180 11465 7533,'-15'-33'1638,"1"0"0,-24 31 0,16 22 0,9 11-1544,23-2 1,10 3 0,-2-3-5,-10-2 0,3-7 719,40-19 1,-8-20 359,-57-18 0,-11-8-1169,25 13 0,-1 1-1639,-32-10 1,4 19-1639,32 46 2457,5-2 1,29 5 0,6-11 0</inkml:trace>
  <inkml:trace contextRef="#ctx0" brushRef="#br0" timeOffset="458772">17426 11359 8162,'0'-27'3276,"0"2"0,11 23-2182,-8 19-1274,-1 16 0,0 13 0,-1-1-420,-3-9 1,-1-2-1,1 2 600,3 3 0,2 2 0,2-14 0,5-15 0,5-44 0,0-1 0</inkml:trace>
  <inkml:trace contextRef="#ctx0" brushRef="#br0" timeOffset="460472">16576 10389 8342,'-7'-8'1170,"2"7"-901,5-7 901,0 0-810,0 6-540,-11-6 270,-14 24 0,-2 3 269,4 15 1,5 7-315,12-11 0,8 1 225,11 15 0,9-6-1,2-25 1,3-9 180,13-10 0,-2-11-90,-16-11 0,-6-5 314,-1-4 1,-7-1-271,-7 5 1,-7 2-360,-12 0 0,-5 5-1934,-8-6 1889,-5 22 0,48 28 0,21 15 0</inkml:trace>
  <inkml:trace contextRef="#ctx0" brushRef="#br0" timeOffset="460923">16822 10566 11490,'-19'-10'697,"13"-6"0,12 22 1,13-4-1</inkml:trace>
  <inkml:trace contextRef="#ctx0" brushRef="#br0" timeOffset="461930">17057 10407 7803,'0'-27'3058,"0"1"-2968,0 8-450,-11 16 180,-14 12 810,-3 26-226,12-15 1,2 3-135,2 21-720,39-18 360,9-35 180,-13-7 0,-1-7 629,-4-10 1,-8 1-1979,-10 8 1888,0 61 1,-1 22-540,1-30 0,0 2-248,0 5 1,-1 7 0,2-2 0,0-12-1193,5-8 1350,-1-6 0,2-34 0,6-9 0</inkml:trace>
  <inkml:trace contextRef="#ctx0" brushRef="#br0" timeOffset="462789">17303 10425 7263,'-7'-28'3276,"-4"3"-2774,9 15-592,-14 2-90,2 8-90,-11 24 1169,1 13-764,16-10 0,2 1-225,1 17-719,34-20 1169,0-33 359,-2-14 1,-2-7 89,-3-14-899,-8 9 0,-6 10 90,-8 22 990,-5 45-1260,1-1 0,1 6-30,2-9 0,1 2 1,0-4-151,1 4 0,5-5 450,18 3 0,-3-66 0,-10 4 0,1 1 0</inkml:trace>
  <inkml:trace contextRef="#ctx0" brushRef="#br0" timeOffset="464239">17672 10407 7533,'0'-18'3058,"0"1"-2249,-6 7 1,-1-6-1080,-5 14 900,-11-13-630,13 13-450,-23-6-2827,13 39 3342,-6-23-65,13 13 0,3 5 1169,-3 17-1169,12-2-45,9-6 0,7-11 0,14-44 0,4-11 405,7 13 732,-20-13 0,-2-9 0,-7 21 553,-11 39-1105,0 16 0,0 8-630,-1-6 0,1 1 0,1 0-960,1-3 1,2-2 0,1-4 1049,9 9 0,-12-35 0,-4-10 0</inkml:trace>
  <inkml:trace contextRef="#ctx0" brushRef="#br0" timeOffset="483144">11765 13600 6633,'0'-20'630,"0"-4"-180,0 15-720,0-1 809,-6-6 91,5 6 180,-4-7 809,5 7-990,0 2-269,-6 8 630,5 0-811,-5 0 991,6 0-720,-5 31-361,3 1 181,1-1 0,0 12 0,0 5 0,-1-1 0,2-6-180,-1-5 0,1-4 0,1 5-368,-1 7 1,2 7 0,-1 2-1,0-3 1,0-10 637,0-4 0,0-4-46,2 9 1,-1-7-45,-2-23 0,0 3-1529,-5-53-990,3 15 0,-9-19 2197,10 18-3097,-5 15 3149,12-6 0,6 22 0,8-4 0</inkml:trace>
  <inkml:trace contextRef="#ctx0" brushRef="#br0" timeOffset="483886">11765 13529 7623,'-6'-18'3276,"0"1"-2595,-1-1 489,-4 0-181,9 1 720,13-1-1619,-1 8 270,24 3-180,-4 13 0,5 8 0,-3 5-91,-7 6 1,-4 5 0,-2 3-90,3 6 0,-2 2 0,-11 0 270,-13 0 0,-10 0 0,-6-5 119,-11-5 1,-8-5 0,2-7-1604,-2-9 0,6-2 1214,4 14 0,51-11 0,2 7 0,1 0 0</inkml:trace>
  <inkml:trace contextRef="#ctx0" brushRef="#br0" timeOffset="484670">12577 13335 7533,'-7'-25'3276,"2"5"-1335,-1-6-1312,-6 17-359,-29 9-450,15 15 0,0 11 225,-1 7 0,-1 9 0,0 4 0,4-1 90,7-6 0,3 0 0,2 2 0,0 3 0,1-2 0,0 4 0,0 3 0,1-1 0,4-2 0,5-5-450,5 1 0,5-4 0,2-2 0,1-1-778,4 9 1,2-2 0,2-8 436,5-10 1,1-7-1,14-1 1,-21-6 0</inkml:trace>
  <inkml:trace contextRef="#ctx0" brushRef="#br0" timeOffset="485507">12909 13688 7533,'7'-20'629,"-1"-3"541,-6 5 269,0 6 1079,-6-19-1978,-1 35-360,0 33 0,2 14-270,0-13 0,3 4-203,2 4 1,1 8 0,1 0 0,0-8-338,2 3 0,1-6-494,3 10 0,1-13 1124,-2-33 0,-18-34 0,-9-18 0</inkml:trace>
  <inkml:trace contextRef="#ctx0" brushRef="#br0" timeOffset="485806">12663 13741 7533,'-42'-26'3276,"47"-1"0,24-1-2457,1 17 0,10 2 0,5 2 0,-2 1-1050,1 2 0,1 1 0,0 1 1,-1-1 230,1-2 0,0-2 0,-1 0 0,-4 3 0,-1 3 0,-4 2 0,-9-3 0,-13-6 0</inkml:trace>
  <inkml:trace contextRef="#ctx0" brushRef="#br0" timeOffset="486610">13561 13282 7533,'0'-20'1709,"0"-3"-360,0 21-225,3 28 1,0 19-886,-2-14 1,-1 4 0,0 4-628,1-1 0,0 6 0,0 4 0,0 0 0,0-2 0,0-5 118,-1-1 0,0-3 1,-1-1-1,2 2-343,-1 10 0,1 4 0,0-6 1,2-14 612,4-14 0,11-20 0,1-16 0</inkml:trace>
  <inkml:trace contextRef="#ctx0" brushRef="#br0" timeOffset="487774">14078 13582 9781,'0'29'1889,"6"20"-2159,-4-14 0,-1 7 1,1 2-1,-1-4 0,3 10 0,-1-2-630,0-4 1,-1 2 0,-1-12-540,-1-17 1439,0-19 0,4-18 0,3-9 0,0 1 0,0-1 0</inkml:trace>
  <inkml:trace contextRef="#ctx0" brushRef="#br0" timeOffset="488190">14078 13564 7533,'-11'-33'2518,"8"11"-1438,-8-3-361,33 14 1,11 6-316,-6 9 1,4 6-90,2 2 0,7 3 0,0 3 0,-6 4-196,1 8 1,-6 4 0,-6 6-188,-10 0 1,-4 5 0,-6 1 0,-7-3-248,-7-7 0,-7-3 0,-4-1 0,-3-2 135,-6 0 0,-3-1 0,-2-4 1,1-5-914,0-5 1,1-4 0,9-4 1009,9-1 1,57-14 0,-4 8 0,-1 0 0</inkml:trace>
  <inkml:trace contextRef="#ctx0" brushRef="#br0" timeOffset="488524">14657 13935 13379,'0'33'-1093,"-7"-2"1,-4 5 0,1-3 860,5-6 1,-2-1 0,-12 9 0,-7 4 0,-2-9 0,-2-16-1,0-1 1</inkml:trace>
  <inkml:trace contextRef="#ctx0" brushRef="#br0" timeOffset="490047">15088 13564 8792,'-6'-19'2069,"5"3"-1260,-5 16-179,6-8-540,-5 6 60,-1 24 0,3 20 0,0 4-263,-1-3 1,0 5-1,1 0 1,0-1 157,0-5 0,0 0 0,0-2 0,-1 1-585,0 4 0,-2 5 1,2-11-1,2-22 540,5-43 0,-2-21 0,9 12 0,-1 0 0</inkml:trace>
  <inkml:trace contextRef="#ctx0" brushRef="#br0" timeOffset="490496">15051 13600 7533,'29'-41'1638,"0"1"0,-12-7-1351,23 29 0,15 8 0,-7 7-287,-20 8 0,-4 6 0,6 0 0,-10 5 0,-33 29 0</inkml:trace>
  <inkml:trace contextRef="#ctx0" brushRef="#br0" timeOffset="490728">15063 13829 7533,'33'-13'327,"0"1"1,0 0 0,10 1-1,6 0 1,-3 3 0,-11 4-1,-5 10 1,16 0 0,0 0-1</inkml:trace>
  <inkml:trace contextRef="#ctx0" brushRef="#br0" timeOffset="491380">15543 13159 7533,'5'-30'1092,"1"1"0,28 42 0,6 21-56,-21-8 1,-3 5 0,-1 6-1584,-3 2 1,0 9 0,-1 4 0,-1 0 0,-1-2 0,-2-7 51,0 2 1,-1-5-1,-7 4 325,-7-1 0,-4 6 1,-5 2-1,-1-1 0,0-6 1,2-10-911,-6-5 1,-1-3 1213,-7 12 0,-2 4 1,6-9-1,1-5 0,14-3 1</inkml:trace>
  <inkml:trace contextRef="#ctx0" brushRef="#br0" timeOffset="513510">16257 13653 6903,'-14'0'540,"-19"0"899,22 0-90,-18-8-989,17-2 719,0-8 1260,-1 8-1529,17 3-945,30 4 0,12 6-360,-5-3 0,4 0-157,-5-1 0,6 1 0,0 0 0,-6 1 112,2 1 0,-4 3-629,4 10 0,-12 4 1169,-26 4 0,-26 18 0,2-23 0</inkml:trace>
  <inkml:trace contextRef="#ctx0" brushRef="#br0" timeOffset="514124">16257 13811 7533,'-36'0'-180,"8"0"1619,-7 0 1799,10 0-1799,7 0-179,5 0 269,35 16-1170,17-12 1,11-4-960,-13 3 1,3 0-1,2-1-142,0-3 0,5-2 0,-1-1 0,-5 2-562,9-1 0,-4 4-181,-3 5 1,-14 6 1484,-30 1 0,-6 3 0,2-26 0</inkml:trace>
  <inkml:trace contextRef="#ctx0" brushRef="#br0" timeOffset="514840">16576 13458 6993,'-19'-27'3276,"-10"9"0,14 11-1913,19 22-1393,21 3 0,16 1 1,3 3-7,-10-4 0,3 2 0,1 0 0,1 1 0,-1 0 72,-1 1 0,0 1 0,0 0 0,-1-1 0,-1 0 783,6-1 0,1-2 0,-7 1 0,-18 0-344,-26 8 1,-17-1-589,-2-10 1,-8-3 0,-4 0-1,0 0-707,-2 1 1,-2-1 0,1 1 0,1 1 745,5 2 0,1 1 0,2-1 1,3-2-1,-11 2 0,17-3 0,26-7 1</inkml:trace>
  <inkml:trace contextRef="#ctx0" brushRef="#br0" timeOffset="518023">18620 13159 8252,'0'-20'3276,"0"-4"-2414,0 23 37,0-15-719,-11 22-180,-9-4-90,-3 19 0,-2 7 315,5-9 0,-1 3-165,-5 10 0,-3 7 0,4-2-15,2-4 0,2 4 170,6-4 1,0 7 0,0 2 0,1 0 0,3-3-36,0 9 0,2-3 0,2 3-72,1-8 0,0 2 0,1 1 0,1 0 0,2-3-108,1 11 0,2-2 0,4 0 90,2-6 0,2 0 0,2 1 0,3-3 157,3-6 0,2-2 1,1-1-1,-1 1-67,4 13 0,-1 0 0,2-7-180,7-5 0,-4-7-3059,-11-4 3059,-21-23 0,-2-23 0,-4-7 0</inkml:trace>
  <inkml:trace contextRef="#ctx0" brushRef="#br0" timeOffset="519676">20908 13176 6993,'-13'0'1889,"-3"-8"-540,9 6-449,-6-13-91,6 13-89,2-14 539,5 6-809,0-7-360,0 7-360,0 2 540,5 8 1259,18 16-1170,-4-2 1,1 7-234,-3 5 0,2 6 0,1 6 0,-2 4 0,-4 0 53,-3 0 1,-4 3 0,-1 4 0,-1 0 0,-1 1 0,1-2 0,0-1-105,2-2 0,2-1 0,0 0 0,-2-1 0,-2 2 0,-4 2-42,-4-1 1,-3 5 0,-2 1 0,-2 1 0,-2-1-1,0-4 1,-1-5 0,0-8-94,-5 3 0,-2-9 0,-3 2 6,0 0 0,-5 3 0,-1-1 0,1-1 0,5-7 189,-4 2 0,2-5-360,-12 1 0,4-3-2023,14-4-631,8-16 2879,11-8 0,11-2 0,3-7 0</inkml:trace>
  <inkml:trace contextRef="#ctx0" brushRef="#br0" timeOffset="525425">19678 12594 9602,'-7'-10'1619,"1"-5"-1350,6 13 271,-5-6-540,4 8 630,-5-8 989,6 6-1619,0-6 0,0 0 360,0 6 89,0-5-359,0 7 450,0 7-226,-3 25 1,-4 20 0,2 2 0,4-17-315,7-18 0,-6 20 0,-4 17 0,1-3 0,8-28 0,19-47 0</inkml:trace>
  <inkml:trace contextRef="#ctx0" brushRef="#br0" timeOffset="526274">19665 12594 7443,'-20'-19'3276,"-2"-13"0,42 20-2312,10 15 0,8 7 0,-2-1-1054,-3-7 0,-1 6 292,1 13 1,4 11-1,-4 3 1,-12-4-203,-17-2 0,-9 1-90,0 9 0,-3 4 0,-7-7 540,-17-9 0,-6-7-945,6-1 0,0-5-2782,-10-14 3039,25-2 1,17-6-1,0 8 1</inkml:trace>
  <inkml:trace contextRef="#ctx0" brushRef="#br0" timeOffset="527730">19049 12735 7263,'-13'0'3276,"-3"-8"-2864,15 6 577,-10-5 181,9-1-91,-3 6 0,5-6-809,0 8 360,0 0-1,5 0 1,8 0-450,0 0 90,5 0-90,-1 0-90,19 0 224,-11 0 1,1 0-225,20 0-45,-17 0 0,0 0-270,4 0 0,0 0 225,12 0 495,-16 0 0,-6 0-855,-18 0 360,-17 24 0,4-19 45,-3 20 0,0 5-675,-3 9-1438,0 9-1209,9-15 3039,11-33 0,7-10 1,-1-8-1</inkml:trace>
  <inkml:trace contextRef="#ctx0" brushRef="#br0" timeOffset="531265">21401 13335 7533,'-14'0'1439,"-8"-8"-360,14 6 181,-16-6 988,10 8-2068,2 0 180,1 0 1169,5 0-719,-7 0-181,1 0-809,6 0 900,0 0 89,17 0-179,30 8-585,-16-7 0,3 0-135,7 2 0,5 0 0,-3-1 45,2-1 0,-1-2 270,9-4 0,-6 2 1034,-14 9-1888,-29 20-990,-7 13-20,-1-4 1,3-2 995,18-1 1,8-24-1,12-38 1</inkml:trace>
  <inkml:trace contextRef="#ctx0" brushRef="#br0" timeOffset="531757">22089 13247 9512,'-12'-18'3276,"5"8"-976,2 50-2255,5-2 0,0 6-1138,0-3 1,0 3 0,0-2 723,1 8 1,-2-6 0,-3-13 0,-3-13 0,-6-29-1</inkml:trace>
  <inkml:trace contextRef="#ctx0" brushRef="#br0" timeOffset="532090">21856 13282 7533,'-27'-27'3276,"43"9"-2184,20 14 0,14 7 0,0-2-2185,-11-5 1,0-2 0,1 2 965,10 5 1,0 2 0,-12-3 0,-10-8 0,-56 18 0</inkml:trace>
  <inkml:trace contextRef="#ctx0" brushRef="#br0" timeOffset="533145">21672 14323 7533,'-7'-20'3058,"1"5"-360,17-17-2068,-3 24-90,4-7-360,-9 52 0,-6 24-270,1-28 0,0 0 0,-1 3-450,1 9 0,0 2 1,0-6-1100,-2-12 1,3-5-932,6-5 2570,-4-50 0,-1 11 0,-6-15 0</inkml:trace>
  <inkml:trace contextRef="#ctx0" brushRef="#br0" timeOffset="533557">21474 14323 7533,'-31'-28'2698,"6"3"578,40-1-795,20 15-1662,0 7 0,12 1 0,3 2 0,-5 1-1252,-6 0 1,-3 0 0,1 2-311,2 0 1,4 1 0,-3 0 0,-9-3 742,2-8 0,-46 14 0,-12-4 0</inkml:trace>
  <inkml:trace contextRef="#ctx0" brushRef="#br0" timeOffset="535764">18435 15152 8072,'-14'0'720,"3"0"899,11 0-1259,0 0 2608,-6 0-2698,5 0 1169,-5 0-1439,6 0 1170,28 0-1036,15 3 1,3 2-90,-20-5 0,1 2 15,13 2 0,5 3 0,-13-3 120,-19-2 360,20-10-1080,-33-3 0,0-7 450,0 10 1260,0 8 89,0 0-1259,0-8-809,0 6 179,0-5 630,0 7 90,0 0 270,0-8-810,6 14 360,-5 3-45,2 31 0,-1 11 270,-1-10 0,-2 0-675,2 7 1,-2-6-2738,-4-11 2949,4-35 0,1-11 1,6 15-1</inkml:trace>
  <inkml:trace contextRef="#ctx0" brushRef="#br0" timeOffset="536257">18939 15064 7533,'0'-34'3276,"0"21"0,0 44-2415,0 14 1,0 10-1462,1-10 1,2 3-1,-2-2 120,0-9 0,-1-2 1,1-5-2798,4 9 2814,-5-45 1,6-33-1,1 19 1</inkml:trace>
  <inkml:trace contextRef="#ctx0" brushRef="#br0" timeOffset="536623">18951 15046 7533,'-12'-26'1638,"0"-1"0,14-2 1638,25 5-1785,7 18 0,5 4-3110,3-2 0,0-1 360,-8 0 0,-4 0 1259,4-3 0,-68 31 0,8-8 0,-1 0 0</inkml:trace>
  <inkml:trace contextRef="#ctx0" brushRef="#br0" timeOffset="536956">18939 15240 9512,'-14'0'3276,"25"0"-1638,13 0 0,7 0-3277,5 0 1,1 0 1450,0-2 1,-5 4 0,-7 14-1,-34 3 1</inkml:trace>
  <inkml:trace contextRef="#ctx0" brushRef="#br0" timeOffset="537977">20072 15064 7533,'0'-28'2338,"0"3"-1708,0 15 0,-6 2-91,5 8 271,-10 31-301,7 1 1,2 6 0,1 2-270,-2 4 0,1 2 0,0-1-240,0 2 0,-1 0 0,2-3 45,4 13 0,0-24-3284,-2-39 2070,5 0 1169,-1-35 0,-3 21 0,3-5 0</inkml:trace>
  <inkml:trace contextRef="#ctx0" brushRef="#br0" timeOffset="538473">20047 15046 5914,'-32'-8'3276,"13"6"0,8-14 0,49-1-2299,-3 6 1,6 2-1998,-6 3 1,2 0 0,0 1-74,-2 1 1,0 1 0,-4 2-547,2 0 1,-6 2 1185,-5-1 1,-60 15 0,14-5 0,0 0 0</inkml:trace>
  <inkml:trace contextRef="#ctx0" brushRef="#br0" timeOffset="538890">20120 15240 6094,'-20'8'3276,"15"-6"-1638,25 2 0,17 0-867,4-4 1,2 0-772,5-2 0,-4 4 0,0 13 0,-50 5 0</inkml:trace>
  <inkml:trace contextRef="#ctx0" brushRef="#br0" timeOffset="586940">19972 14235 7263,'-13'-10'3276,"3"2"-1155,4 0-1222,5-2 630,-10 1-1349,4 1-270,0 8 90,-4 0 360,-7 0-90,-13 8-180,6 0 0,0 1 0,-14 11 45,8 6 0,4 5 314,4 10 91,6-3 0,6 0-540,11-6 360,12 15-270,7-36 89,11 23-179,7-23-90,-7-5 1,0-4 89,7-4-135,-5-5 0,-2-1-135,-9-2 270,20-16 450,-15 15 89,-7-12 1,-2-1 359,4 0-179,-11-5 0,-2-1-91,-3 1-179,-11 4 0,-4 1-270,-11 2-135,1 1 0,-2 1-315,-11 8-810,-3-11-1258,11 21-631,6-6-308,12 16 2457,9-6 1,32 21 0,6-3 0</inkml:trace>
  <inkml:trace contextRef="#ctx0" brushRef="#br0" timeOffset="587260">20219 14411 11940,'-20'0'2789,"-2"0"-3329,20 0-2737,2 0 2457,2 0 1,25 0 0,0 0 0</inkml:trace>
  <inkml:trace contextRef="#ctx0" brushRef="#br0" timeOffset="588276">20403 14217 7533,'-19'-8'2698,"2"-2"-1529,10 1 1890,2 9-2160,5 1-89,0 7-630,21 0-540,-4-6-180,12 2 0,4 0 451,10-4 898,-12 1 1,-2-2 449,3-7-899,-20 6-990,-19 2 135,-5 22 1,0 13 344,-1-2 0,0 5 0,2-1 449,3-4 1,1 1 0,0-1-750,-6 19 1,4-12-2828,9-32 2457,0-12 1,5-20 0,2 14 0</inkml:trace>
  <inkml:trace contextRef="#ctx0" brushRef="#br0" timeOffset="588812">20416 14411 7263,'34'9'655,"0"0"0,-19-7 1,30-3-1,-1 0 0</inkml:trace>
  <inkml:trace contextRef="#ctx0" brushRef="#br0" timeOffset="598624">19826 13300 8522,'0'-10'2699,"-6"-6"-1620,5 6 360,-10 1-1079,9 1 0,-9 8 0,-7 0-181,3 0-538,-30 15 718,16-3-224,8 7 0,0 3 90,6 0 0,5 1 135,12 16 0,6 1-181,-2-10 1,5-1 210,10-5 0,7 0 0,-2-6-300,14 2-60,-8-20 0,5-6 0,-5-4 329,-8-7 1,-3-5 239,1-2 1,2-3 0,-5 0 389,-2-5 1,-9-1-316,-12-3 1,-8 3-405,-5 12 0,-6 5-1909,-24 3 1,-2 8-1639,7 15 2621,-1 10 1,86-2-1,-15-15 1,1 1 0</inkml:trace>
  <inkml:trace contextRef="#ctx0" brushRef="#br0" timeOffset="599024">20219 13476 10141,'-13'0'3276,"-4"-8"-2414,16-2-862,1 1 0,17-7 0,9 6 0</inkml:trace>
  <inkml:trace contextRef="#ctx0" brushRef="#br0" timeOffset="600258">20416 13282 7443,'7'-20'989,"-2"5"540,-5 15 990,0-8-810,-5-2-450,-2 0 360,-6 3-90,12 7-2068,46 0 314,-13 3 0,3 1 585,9-2 0,-10 6-2159,-30 25 1799,-22-3 179,-14-13 1,5 1-449,30 15 269,21-13 989,7 3 0,-2 3 271,-11 13-1665,-23-4 0,-10-1 675,-4-16 0,-5-5-630,-17 2 0,0-6-2917,5-11 3151,2 2 1,50 10 0,12 7 0</inkml:trace>
  <inkml:trace contextRef="#ctx0" brushRef="#br0" timeOffset="611609">18644 13370 9062,'-19'-8'3276,"7"6"-1155,6-21-1582,6 19-89,-5-12-720,3 9-449,-14 5 1438,-4-6-899,-22 31 1,2 7 313,20 9 1,4 6-45,3-11 0,8 1 45,15 14 0,13-4-180,1-22 0,5-7 405,12-6 0,0-12 1124,-2-26 0,-10-13-90,-16-4 0,-11-4-2743,-9 1 0,-7 4-290,0 10 1,-3 9 818,-10 17 1,50 18 0,10 8 0</inkml:trace>
  <inkml:trace contextRef="#ctx0" brushRef="#br0" timeOffset="612042">18828 13582 10321,'-13'10'3276,"2"-2"-3044,11-8-232,0 0 0,16-16 0,5-4 0</inkml:trace>
  <inkml:trace contextRef="#ctx0" brushRef="#br0" timeOffset="612911">19087 13388 7533,'-18'-35'3276,"10"15"-1605,-20-11-1671,5 44 0,-2 9 360,-12-4 44,9 13 1,9 6-315,19 8-630,30-9 361,10-27 628,-6-32 1,-3-10 0,-1-7 134,-12 0 1,-8 6-945,-12 24 315,-8 46 0,-2 24-105,10-26 0,1 0 1,0 2 149,-5 7 0,-1 2 0,3-6-1639,9-1 1,2-11 818,-5-21 1,9-14 0,-11 8 0</inkml:trace>
  <inkml:trace contextRef="#ctx0" brushRef="#br0" timeOffset="613741">19296 13406 7533,'-6'-30'3276,"0"-9"-526,6 35-3110,0-19 1,0 13 89,-16 0 540,0 18 134,-2 10 1,1 7 269,2 10 1,4 2-855,-1-3 1,5-1-406,8 5 0,9-9 315,23-25 540,11-24 360,-21-5 0,-3-5 179,-6-2 1,-4 1-900,3-6 180,-13 69-360,-3 6 0,-1 8-510,1-9 1,0 1-1,2-1-859,0 2 1,2-6 1468,6-4 0,5-70 0,1-6 0</inkml:trace>
  <inkml:trace contextRef="#ctx0" brushRef="#br0" timeOffset="614958">18668 14235 7533,'0'-26'449,"0"14"1530,0-27-719,0 33-1,0-17 360,0 15-1259,-5 6-810,-7-6-90,-24 24 450,2 19 495,8-3 0,10 7-195,25-1 0,14 4 0,2-9 59,-1-11 1,4-10 359,8-10 1,5-6 0,-9-10 89,-8-22 1,-15-10-990,-15 7 0,-8-1 1,-3 9-3008,-19 1 2730,7 19 1,8 9 0,39 43 0,-2-18 0,1 1 0</inkml:trace>
  <inkml:trace contextRef="#ctx0" brushRef="#br0" timeOffset="615141">18914 14376 13649,'-19'-8'-787,"7"6"0,23-6 0,9 8 0</inkml:trace>
  <inkml:trace contextRef="#ctx0" brushRef="#br0" timeOffset="615758">19062 14288 7803,'0'-48'3276,"-6"15"0,5 25-3539,-19 20 0,-4 16 263,11 17 0,6 6 135,-1-8 0,8-2 494,16 1 1,9-16 1008,9-42 0,-2-21-1072,-15-5 0,-7-4-2205,-3 3 1,-8 4 1052,-16 8 0,3 15 0,18 32 0,11 3 0</inkml:trace>
  <inkml:trace contextRef="#ctx0" brushRef="#br0" timeOffset="616166">19333 14182 7533,'-6'-28'3276,"5"3"0,-5 23-474,12 19-2592,-3 15 0,-1 10 0,0 0-1050,-2-7 1,1-1-1,-1 1 840,3 10 0,0 0 0,-5-12 0,-9-15 0,4-59 0</inkml:trace>
  <inkml:trace contextRef="#ctx0" brushRef="#br0" timeOffset="621970">27295 12365 7713,'-14'0'1349,"-2"-8"-720,15 6-359,-5-6 1169,6 8-1349,0 0 180,0 8-180,0-6 1080,0 14-181,0 17-719,0 3 0,0 9 0,0-1-241,0-6 1,0-1 0,0 2-75,0 0 0,-1 4 0,1-3 1,1-7-2475,5 14-758,0-35 3151,1-32 1,-1-3 0,-6 13 0</inkml:trace>
  <inkml:trace contextRef="#ctx0" brushRef="#br0" timeOffset="622463">27221 12471 7533,'-7'-26'3276,"41"14"-2184,1 27 0,8 14 0,-3-2 546,4-8 0,-6 7-1217,-13 9 0,-1 10 1,-9 1-1,-14-9-1051,-24-12 1,-14-6-1,2 1 630,10 5 0,1 1 0,-1-8 0,-18-9 0,15-12 0,63-25 0</inkml:trace>
  <inkml:trace contextRef="#ctx0" brushRef="#br0" timeOffset="624466">25535 13212 6633,'0'-10'720,"0"2"1259,-5 0-1709,3 6 1079,-3-14 720,5-1-1890,0 5-89,0-19-1079,-11 19 899,-8-6 315,-6 26 0,-3 8-45,1-3 0,0 5-91,-6 13 1,-2 8 0,3-1-135,5 0 0,3 4 279,4-4 0,0 8 0,-1 2 0,2 2 0,3-2-109,6-8 1,2 0 0,1-1 0,2 2 0,-2 0-51,-1 1 0,0 0 0,0 2 0,1 0 0,0 0 0,3-1-611,1 1 1,2 1 0,2 0 0,0-1-1,0-4 1,0-3 565,-2 3 0,1-5 0,5 4 383,7 5 1,6 8 0,4 1 0,2-7 0,-2-12-234,7-14 0,1-3-1273,1 22 1,0 8 0,-2-15 272,10-24 1,-17 9 0,5 11 0</inkml:trace>
  <inkml:trace contextRef="#ctx0" brushRef="#br0" timeOffset="626025">28944 13053 7533,'-6'-10'2518,"5"-29"-899,-5 15-809,6-19-720,11 26 899,25 24-674,-10 17 0,0 11-16,-2 0 1,-1 6 0,-1 7-516,-8-10 1,1 5-1,-2 3 1,0 1-1,-1 0 1,-1-2 287,-1 2 0,-1 0 0,-1-1 0,0 0 0,-1 3 30,0-7 1,0 2 0,0 1 0,0 0 0,-2 0 0,-1-2-1,-1-1-33,-3 5 1,0-1 0,-3-2 0,-2 0 0,-4 2 19,-2-5 1,-3 1 0,-3 1 0,-1-1 0,0 0 0,1-2 0,3-3-90,-1 5 0,4-4 0,-3 0 0,-5 2 64,-5-2 0,-6 4 1,-4 2-1,-1-1 0,0-3 1,3-5-1,6-8-154,-7-1 0,0-3-730,3 4 1,-3 6 0,0-2 0,8-9-851,-4-4-1388,24-10 3058,21-8 0,4-24 0,17-5 0</inkml:trace>
  <inkml:trace contextRef="#ctx0" brushRef="#br0" timeOffset="628058">29510 13247 8612,'-19'-10'1889,"1"-6"-1529,11 14 0,2-5 539,5 7 2069,0 0-3417,11 0 449,30 15 224,-13-9 1,3 0-195,1 2 0,3 2 0,0-3 285,14 0 0,-2-4 224,-4-1 1,-4-4-899,9-8 179,-32 1 360,-16 1-180,0 8 179,0 0 991,0 8-720,0 17-675,-4 4 0,-3 3-135,3-2 0,0-1-1124,-3-1 0,2-3 1484,5-2 0,23-31 0,10-2 0</inkml:trace>
  <inkml:trace contextRef="#ctx0" brushRef="#br0" timeOffset="628731">30396 13070 7533,'-6'-17'3276,"0"23"-1766,1 21 0,3 12-1300,0-2 0,1 4 0,-1 1-300,0 2 0,0 1 0,1-3-1215,1 12 1,-2-12 1304,-3-26 0,-6-46 0,4 4 0,0 0 0</inkml:trace>
  <inkml:trace contextRef="#ctx0" brushRef="#br0" timeOffset="629208">30089 13159 7533,'-37'-8'3276,"16"6"-1638,47-5 0,19-2 0,-4 4 0,6 0-1553,-8 0 0,8-3 0,2 0 1,-2 1-1,-5 2-625,0 2 0,-4 2 1,0-1-554,9-4 1,0 0 0,-10 4 854,-9 12 0,-32-2 1,-4-8-1</inkml:trace>
  <inkml:trace contextRef="#ctx0" brushRef="#br0" timeOffset="630176">29916 14746 8162,'0'-25'3059,"0"5"-361,0 26-2428,-5 31-1363,4-3 1,1 6 0,-1-2 335,-1-1 0,-1 0 413,2 7 1,2 2 0,-1-14-2934,0-22 1337,0 25 1940,0-59 0,-6-1 0,0-12 0</inkml:trace>
  <inkml:trace contextRef="#ctx0" brushRef="#br0" timeOffset="630692">29658 14817 7533,'-25'-18'3276,"-10"-7"0,18 5-1785,37 6 0,15 2-997,-3 6 1,5 1 0,4 2 0,-1 0-585,6 0 0,0 0 0,2 1 0,-2 0-135,1 0 0,0-1 1,-2 1-1,-6 1-540,5 2 1,-10-2-1215,-13-7-1298,-28-9 2747,7-3 0,1 10 0,4 12 0</inkml:trace>
  <inkml:trace contextRef="#ctx0" brushRef="#br0" timeOffset="632842">25708 15540 7623,'-7'-18'2518,"1"8"-1438,6 3 1798,-5-1-2698,3 6 449,-3-6 271,5 8-630,11 0-180,35 16-225,-20-14 0,3 0 195,5 3 0,4 1 0,-3-2 120,-3-3 0,-1-2 89,0 1 1,-4 0-90,-11 0 630,-21 0-1440,-3 25 0,0 19 1,1-3 494,-1-12 0,0 1 135,-1 10 0,1 5 0,2-13 0,0-16 0,17-12 0,3-10 0</inkml:trace>
  <inkml:trace contextRef="#ctx0" brushRef="#br0" timeOffset="633498">26310 15311 7533,'0'-38'3276,"0"13"-76,0 41-3170,-3 15 0,-4 13 0,1 4-686,3-9 1,0 3-1,0 2 1,1 0 0,-2-3 119,0 0 0,-1-2 0,0-1 0,0 0-557,1 21 1,-1-2 0,3-31 205,2-38-12,0-14 899,0 17 0,6-15 0,1 4 0</inkml:trace>
  <inkml:trace contextRef="#ctx0" brushRef="#br0" timeOffset="633908">26274 15416 7533,'-28'-27'3276,"28"9"0,44 3-1638,-9 9 0,5 2-2426,1-1 1,3-1-1,-3-1-851,4-7 1,-5 3-1,-6 13 1,-8 0 1401,-15-14 1,-31 27 0,-11 9 0,-9 5 0</inkml:trace>
  <inkml:trace contextRef="#ctx0" brushRef="#br0" timeOffset="634274">26262 15646 7533,'-32'0'3276,"18"0"-1638,32 3 0,15 2-1092,10-4 1,5-1-547,-9 3 0,2-1 0,-4 1 0,-2 0 0,-6 2 0,-12 5 0</inkml:trace>
  <inkml:trace contextRef="#ctx0" brushRef="#br0" timeOffset="635209">27578 15416 7533,'-12'-9'3238,"5"-15"-1799,2 4-450,16 1-1034,-11 52 1,-3 20-46,5-18 0,0 3 45,-4 2 0,-1 6 0,-1 2 0,1-6-225,-1 8 0,1-6-630,0-10 1,0-5 899,3-8 0,6-38 0,1-1 0</inkml:trace>
  <inkml:trace contextRef="#ctx0" brushRef="#br0" timeOffset="635646">27554 15452 7533,'-7'-28'1638,"23"14"0,11 3-1969,19 0 1,3 4 285,-9 2 0,1 0-555,-4 1 0,2-1 1,-3-1-1040,-3-3 1,-5 0 818,10-3 1,-16 20 0,-49 21 0</inkml:trace>
  <inkml:trace contextRef="#ctx0" brushRef="#br0" timeOffset="635926">27652 15628 7533,'-21'-10'3276,"38"10"-1638,11 1 0,7 0-1389,-3 2 0,3 1 0,-1-3 0,7-7 0,-3-4 0,-3 1 1,-1-1-1</inkml:trace>
  <inkml:trace contextRef="#ctx0" brushRef="#br0" timeOffset="648190">27615 14411 5824,'-12'-10'0,"5"-6"180,2 7 1439,5-9-1170,0 8 181,0 2 2518,0 8-2878,0 0 1619,-6-7-2968,-17-3 1079,12 0-360,-22 19 0,-5 13 765,14 12 0,2 5-256,1-11 1,-1 0 0,3 2 30,2 1 0,3 1 0,10-1 599,17 4 1,11-2 0,5-9-421,7-17 1,5-9 0,-1 3-330,-5 15 0,-1 4 0,-2-17 352,-1-30 0,1-21 1,-10-4-1,-18 13-1042,-28 20 1,-15 7-1,6-6 600,16-28 0,8-8 0,-6 19 60,-22 34 0,12 9 0,62-4 0,3 4 0,-1 0 0</inkml:trace>
  <inkml:trace contextRef="#ctx0" brushRef="#br0" timeOffset="648539">27935 14711 7533,'-28'-20'3276,"1"5"-2499,53 7 1,-8 6-1,30-6 1</inkml:trace>
  <inkml:trace contextRef="#ctx0" brushRef="#br0" timeOffset="649509">28206 14464 7533,'-13'-20'3276,"1"-11"-1605,0 19-1851,-11-5-90,-20 32 270,13-1 45,5 20 0,5 4 135,11-2 135,28-2 0,12-9-181,-3-35 1,3-10 315,11 1 0,-3-5-135,-10-11 0,-11-3 314,-18-5-1079,-8 59 600,2 23 0,3 18 0,0-4-750,2-17 1,2-2-1,-1 2-210,0 13 1,-1 3 0,4-10 809,8-5 0,0-60 0,8 3 0</inkml:trace>
  <inkml:trace contextRef="#ctx0" brushRef="#br0" timeOffset="650408">28562 14464 7263,'-12'-28'3276,"5"3"-616,2 15-2660,-6 2-629,-3 16 449,-6 7 0,-1 3 360,-2 14 135,0 7 0,7 4-495,15-17 0,4-1 135,-1 7 0,5-3 225,18-4 179,10-44 1,-1-17 315,-19 9 0,-1 0 224,14-1 1,-6 14-271,-22 22-989,-1 24 0,-2 17 1,0-2-721,0 0 1,-1-2 224,-1 6 1,5-8 854,11-20 0,8-40 0,13-11 0</inkml:trace>
  <inkml:trace contextRef="#ctx0" brushRef="#br0" timeOffset="652058">27701 13229 6723,'0'-19'990,"6"3"629,1 8-540,0 6-269,-2-14 89,-5 14-989,0-5-180,-11 7-719,-25 15 899,1 13 270,7-8 0,2 5 269,7 18 1,7 6-270,4-7 0,8 2-90,6 0 0,7 1 0,9-12 509,15-22 1,9-13 0,-2-3-286,2 0 1,-6-12 90,-14-11 0,0-11 0,-7-3 0,-11 4-181,-20-9 1,-15 4-1318,3 13 1,-4 2 0,3 11 830,-6 19 0,36 18 0,30-7 0,0-1 0</inkml:trace>
  <inkml:trace contextRef="#ctx0" brushRef="#br0" timeOffset="652242">28108 13476 7533,'-20'-16'697,"19"13"0,9-13 0,17 16 0</inkml:trace>
  <inkml:trace contextRef="#ctx0" brushRef="#br0" timeOffset="653092">28427 13353 7173,'-17'-26'3276,"8"7"-795,-1-7-2481,4 16-270,-12 2 0,-8 16-180,-16 10 450,23 4 0,5 7 180,2 10 0,11 2-420,10-9 0,8 0 0,3-4 690,15 9 0,4-17 944,5-36 0,-5-17-809,-18 2 0,-10-6-1305,-9-1 0,-7-2 1,-3 6-920,-8 9 1,-2 7 860,-5 2 1,51 24 0,13 2-1</inkml:trace>
  <inkml:trace contextRef="#ctx0" brushRef="#br0" timeOffset="653769">28760 13264 7263,'-14'-7'3276,"8"5"0,13 33-2685,-3-2 1,-1 7-1412,1-1 1,0 6 0,1 1 0,-1-5 272,-1 5 1,2-4 0,5 6 0,3-18 0,6-65 0</inkml:trace>
  <inkml:trace contextRef="#ctx0" brushRef="#br0" timeOffset="666162">25904 14340 9242,'-6'-9'989,"1"-15"-989,5 12 180,0-5 720,5 1-990,-4 14 629,-29-14-449,-12 22-135,7-3 0,-3 4-15,6 7 0,-1 5 0,4-1 60,6-2 0,2 1 45,-17 14 0,6 3 315,26-8 0,4 1 44,-7 8 1,3 2-135,14 8 0,9-1-90,5-5 0,8-6-150,-1-15 0,5-6 0,1-5-90,5-6 0,1-8 0,-2-4 150,-5-3 0,-2-5 0,-6-5 329,-2-12 1,-7-6 0,-10 0-150,-16 7 0,-9 0 0,-4 1-450,-5 0 0,-4 1 0,-2 10-1459,-7 14 1,3 9 1149,-6 9 1,50 15 0,14 1 0,6-16 0,0 0 0</inkml:trace>
  <inkml:trace contextRef="#ctx0" brushRef="#br0" timeOffset="666493">26139 14658 8522,'-14'0'450,"3"0"-450,16 0 0,13 16 0,7 3 0</inkml:trace>
  <inkml:trace contextRef="#ctx0" brushRef="#br0" timeOffset="667275">26606 14411 7083,'-11'-18'3276,"3"-7"-6553,-10 5 2655,11 3 1941,-4 9-1409,-1 8 859,-24 31-814,11-6 0,0 5 195,4 4 0,2 6 0,1 0-60,3-6 0,1 0 0,5 2 120,6 5 0,6 2 0,8-8 329,17-4 1,7-13 1098,5-19 0,-1-14-411,-2-15 1,-11-8-1318,-14-1 0,-13 1 90,-19 7 0,-4 13 0,4 36 0,-5 19 0</inkml:trace>
  <inkml:trace contextRef="#ctx0" brushRef="#br0" timeOffset="668428">25893 13300 7533,'-13'-18'2698,"6"8"-2158,-4-5-180,4 13-810,-5-6 180,0 8-180,-12 0 630,-2 15 0,-10 4 0,-3 6 0,10 5 0,1 4-120,2-6 0,-2 1 0,9 2 30,13 6 0,8 2 0,5-3-46,8 3 1,11-7 45,6-16 0,10-4 0,3-5 0,-5-7-90,-1-9 0,-3-7 0,-1-6 67,1-2 1,2-5-1,-5-2 1,-10-1 561,-8-15 1,-17-2-330,-16 9 0,-11 1 0,-2 11-1560,-8 16 1,-1 8 1259,-2-6 0,15 8 0,59 37 0,13-17 0,1 0 0</inkml:trace>
  <inkml:trace contextRef="#ctx0" brushRef="#br0" timeOffset="668614">26175 13547 7533,'-19'-26'742,"7"14"0,17 12 0,8 20 0</inkml:trace>
  <inkml:trace contextRef="#ctx0" brushRef="#br0" timeOffset="669394">26643 13353 8252,'-5'-20'3276,"3"4"-1874,2 9-2122,2 5-179,-13 2 314,-10 22 0,-6 12 345,-2-5 0,-4 3 1,2 0 658,3 0 1,1 0 0,-1 0-1,0-5 1,0 0 0,8-5 1019,7 2-359,44-40-900,-3 10 0,7 0-660,2-2 0,5-1 0,-1 1-180,-3 1 1,0 1-1,-2 1 0,-1 1 1,0 1 0,-5 0 659,3-3 0,-14 4 0,-30 18 0,-16 4 0</inkml:trace>
  <inkml:trace contextRef="#ctx0" brushRef="#br0" timeOffset="669726">26741 13335 7533,'0'-27'3276,"0"9"-1811,-2 44 0,-1 18-1420,-3 2 0,-1 6-701,5-14 1,0 5-1,1 2 1,-1-1 0,1-6 186,-2 0 1,0-3 0,4-2 0,4 25 0,7-22 0,15-55 0</inkml:trace>
  <inkml:trace contextRef="#ctx0" brushRef="#br0" timeOffset="673441">26532 14623 5824,'-13'-8'719,"2"-2"271,16 0-361,2 2-809,22 8 1530,-8 0 359,4 16-1350,-14-4 1530,-22 5-1799,8-9 630,-14-16-1260,16 6 450,-20-5 180,5 14 0,-13 3 0,5 3 0,1 0 0,-1-1 0,-16 11-540,22-21 1,10 14 449,8 9 0,19 5 0,-4-9 0,1 1 0</inkml:trace>
  <inkml:trace contextRef="#ctx0" brushRef="#br0" timeOffset="675316">26495 14499 8342,'-14'0'0,"3"0"1170,11 0 898,0-16-808,23-11-1530,-1 5 0,5-1-45,0 0 0,1 1 540,-2 3 0,-3 3 675,-1-2-1080,-28 10-900,-1 24 1260,1-12 0,-5 11-360,4-15-180,-11 16 1,-7 4 179,-4 8 0,-1 2 225,11-9 0,0 0 45,-9 4 0,-3 4 0,5-1 134,9 1 1,3-1-135,-9-5 0,5 1 809,14 4 1,8-1-450,20 10-360,-7-6 0,4-4 0,2-7 180,-7-16-136,8 5 1,4-2-90,-2-10 0,-1-2 135,10 3 225,-10-12 0,-6-3-315,-16 3 359,3-22 1,-1 0-270,-11 16-450,2-14 1,-4 5 538,-12 25-179,1-11 0,-20 15-629,15 0-2520,-22 0 990,25 0 2069,3 0 0,35 15 0,10 5 0</inkml:trace>
  <inkml:trace contextRef="#ctx0" brushRef="#br0" timeOffset="681879">11432 16828 6633,'-7'-38'540,"2"-3"-90,5 22 179,0-7 271,-6 8 2158,0-15-2158,-6 19 89,5-25-1169,2 35 764,3 29 1,4 21-226,-2-10 1,0 7 0,0 4 0,0 0 0,0-3-113,-1 5 1,-1-2-1,1 0 1,-1 0-230,1-3 0,0 2 0,1 0 0,-2-5 0,-1-8-558,-2 2 0,-2-15 540,0-20-2878,1 0 0,6 0 2878,6-16 0,6-19 0,-2 8 0,0-1 0</inkml:trace>
  <inkml:trace contextRef="#ctx0" brushRef="#br0" timeOffset="682441">11359 16686 7533,'-13'-38'1638,"1"0"0,-2 3-263,7-3 0,9 5 784,32 19-1575,-13 1 1,5 1-135,14 10 0,9 8 0,-4 6-570,-12 4 0,-2 5 0,-1 2-150,6 0 0,-2 2 0,-13 4-240,-22 11 1,-15 6-1,-8-5 510,-3-11 0,-7-5 0,0-1-60,-1 0 0,-1 0 0,3-4-1579,-10-3 1,18-2 1376,41 2 0,18 3 0,-3-7 0,0-1 0</inkml:trace>
  <inkml:trace contextRef="#ctx0" brushRef="#br0" timeOffset="682992">12134 16616 7533,'5'-30'1092,"1"1"0,0-4 0,2 1 418,2 7 0,-1 1 199,-13-15-1664,-22 59 0,-7 15 45,1-11 0,-1 5 89,10 0 1,-3 6 0,0 4 0,3 1 0,4-1 45,4 5 0,4 0 0,3 1 0,2 1-117,1-5 0,1 1 0,1 1 0,3-1 0,2-3-228,6 13 0,4-4 0,5-7-1519,15-2 1,2-11 1490,4-4 0,-8-15 1,-12 9-1</inkml:trace>
  <inkml:trace contextRef="#ctx0" brushRef="#br0" timeOffset="683620">12614 16828 7533,'-4'-33'1092,"1"1"0,3-11 0,0 4 2184,-10-3-2775,-22 22 1,-10 13-502,12 16 0,0 11 0,0 2 30,0 1 0,1 3 0,8 3 30,9 8 0,8 3 0,12-3 344,13-12 1,11-2 0,5-3 0,-6 0-315,-1 1 0,-3-2 0,-4 4 989,5 22 1,-17 0-1485,-21-21 0,-12-3-688,-15 2 1,-11-2 0,8-6-1117,2-7 2209,8-12 0,11-2 0,50 4 0,14 4 0</inkml:trace>
  <inkml:trace contextRef="#ctx0" brushRef="#br0" timeOffset="684174">12946 16528 7982,'-13'-36'3276,"7"32"0,13 48-2457,-5-6 0,-2 11 0,0 5 0,-1-1-1202,0-10 1,0 2 0,0-1-1,-1 1 1,0-1 144,1-2 0,-1 0 0,1 0 1,-1-2-1,0-2-212,-3 15 0,-1-3 1,6-18 477,6-22 1,6-18 0,7-12 0</inkml:trace>
  <inkml:trace contextRef="#ctx0" brushRef="#br0" timeOffset="685851">13340 16863 7533,'-7'-35'2788,"2"-1"-2608,5 17 270,0-5-90,0 22 719,5-6-809,-3 8-720,3 0 180,-5 0 1889,0 0-1349,0 8-360,-5-6 90,3 14 360,-3-14-270,5 6-1169,-6-8 539,5 0 1349,-5 0-1078,6 0-361,0 0 450,0-8-540,0 6-1798,0-14 2248,0 14 270,0-6 0,11 8 0,3 0 0</inkml:trace>
  <inkml:trace contextRef="#ctx0" brushRef="#br0" timeOffset="687498">13401 16686 7533,'-19'-17'2428,"7"7"-1258,7 2-91,5 24 0,5 27-854,-2-9 0,0 9 0,0 3 0,0-3-195,1 3 0,1-1 0,0 2-75,-1 0 0,1 4 0,0-3 0,-2-6-90,1-2 0,-1-10-495,3-14-539,-6-28-1349,0-21 2518,0 6 0,0-17 0,0-1 0</inkml:trace>
  <inkml:trace contextRef="#ctx0" brushRef="#br0" timeOffset="687875">13365 16757 7533,'-17'-27'1638,"-1"-1"0,18-7 0,39 16 0,17 6-1574,-9 8 1,4 3 0,-2-2-1158,-4-5 1,-1-2 0,-4 5 815,3 5 1,-16 8 0,-46 15 0,-20 7 0,1-1-1,0 0 1,-1 0 0</inkml:trace>
  <inkml:trace contextRef="#ctx0" brushRef="#br0" timeOffset="688092">13401 16951 7533,'-27'20'3276,"16"-5"-1638,37-16 0,16-6-1814,-9 4 1,2 0 0,1 0 175,5-2 0,1 0 0,-2 5 0,-5 4 0,-2 4 0,-4 3 0,-3 9 0,0 0 0</inkml:trace>
  <inkml:trace contextRef="#ctx0" brushRef="#br0" timeOffset="688354">13992 17110 7533,'27'-6'3276,"-20"-12"-3559,6 39 1,3 24-1,-12-1-737,-25-7 1,-14-2 0,5 1 1019,14 0 0,5 2 0,-6-4 0,-12-3 0,-4-3 0,6-17 0,7-30 0</inkml:trace>
  <inkml:trace contextRef="#ctx0" brushRef="#br0" timeOffset="688842">14521 16775 7533,'-12'-10'3276,"0"49"-2210,7-6 1,1 6 0,0 3-1887,2-6 1,0 2 0,1 1 0,-1-1 82,0 6 1,1 0-1,-1-3 737,2 16 0,-6-18 0,-6-35 0,-7 2 0</inkml:trace>
  <inkml:trace contextRef="#ctx0" brushRef="#br0" timeOffset="689096">14263 16898 7533,'-25'-18'1092,"1"1"0,6-5 0,8 1 2184,22-9-2184,16 16 0,15 4 0,3 1-1526,-4 1 1,3 2 0,1 0 0,1 0 385,-6 2 1,2 0-1,-1 1 1,-1-1-1,-3 0 1,10-2-1,-3 0 1,-6 0-1,-10 2 1,0 0-1</inkml:trace>
  <inkml:trace contextRef="#ctx0" brushRef="#br0" timeOffset="689992">15099 16422 7533,'-30'-34'2338,"10"5"-700,37 9 0,9 5-416,5 13-743,-8 17 1,7 13 0,3 8 0,0 5-1,-4 1 1,-7-4-390,-6 7 0,-7 0 0,-4 3 0,2 6-455,-2-15 1,1 5 0,0 3 0,0 2 0,-1 0 0,-1 0 0,-1-2 0,-2-3 0,-2-5-336,-4 15 0,-2-6 0,-4-3 0,-5 1 352,-3-3 1,-6 4-1,-1-2 1,0-7 0,5-10-1093,-13 2 1594,2-12 1,12-5-1,36-11 1,19 6-1</inkml:trace>
  <inkml:trace contextRef="#ctx0" brushRef="#br0" timeOffset="690743">16441 16986 7533,'-31'-17'3276,"33"7"-2184,24 6 0,19 5 0,-1 2-278,-5-1 0,1 2 1,4 0-1471,-3-2 1,6 0-1,1 0 1,-3-1 0,-6 1 108,15 1 1,-10 2 0,-5 11 0,-64-6 0,1 0 0</inkml:trace>
  <inkml:trace contextRef="#ctx0" brushRef="#br0" timeOffset="690975">16515 17233 7533,'-31'0'1638,"66"4"0,25 0 0,-13-3 0,6 0-1493,-17 1 1,7 0 0,3 0 0,0 1 0,-3 0-1,-7 1 1,1 1 0,-5 1 0,-1 0 0,3 3-1,-1 1 1,1-1 0</inkml:trace>
  <inkml:trace contextRef="#ctx0" brushRef="#br0" timeOffset="696376">18385 16263 6363,'0'-10'1170,"0"-5"-811,0 13 991,0-14-811,0 14 271,0-6-720,0 0 719,0-1-269,0-1-810,0 2 90,0 8-179,0-8 359,0 6 719,0-6-449,0 8 1619,0 0-1709,-5 8-180,-24 10-90,8 5 0,-3 5 45,-9-2 0,-2 4-68,13-2 1,0 4 0,1 2-1,1-2 113,-1 0 0,1-1 0,1 4 337,1 7 0,0 6 1,2 1-1,3-4-37,3-3 0,2-2 0,1 4-174,2-4 0,1 4 0,0 2 0,1-1 0,1-3-37,-1 7 1,1-3 0,2 4 0,1-9 0,1 5 0,1 2 0,1 0 0,-1-3 0,0-6-628,0 1 1,0-4 0,0 1 672,1 4 0,0 4 0,2-1 0,3-5 35,6-2 0,4-3 0,-2-5 55,-4-7 0,1-1 284,5 10 1,2 3 0,-3-13-510,-5-19-990,-1-2 91,-12-2-2378,0-21 2457,0 19 1,11-20 0,2 14 0</inkml:trace>
  <inkml:trace contextRef="#ctx0" brushRef="#br0" timeOffset="700042">21672 16281 7533,'-14'-8'2338,"-8"-2"-1708,14 0-360,-10-5 809,11 5-719,-4 0 1889,9 2 269,24 32-2338,-4-3 119,-2 3 1,6 10 0,3 7 0,0 3 0,-2-1 0,-5-5-188,-4-1 1,-3-3-1,-2 2 1,-2 8-243,-2-7 0,0 6 1,0 5-1,-1 4 0,-1 0 1,-1 2-1,-1-2 1,-2-2-1,-1-3 0,-3-6 256,-3 9 0,-4-6 0,-2-2 0,-2-1 0,-3 3-332,0-2 0,-4 3 1,-1 2-1,-2-1 1,1-3-1,1-5 1,3-7-1434,-12 14 1,1-15 1091,-4-17 1,13-11 0,62-25 0,-16 8 0,1 1 0</inkml:trace>
  <inkml:trace contextRef="#ctx0" brushRef="#br0" timeOffset="704696">19432 15981 7533,'-25'0'2698,"6"0"-2248,6 0 1169,8 0-1439,5 0 90,0 0 2698,5-8-2248,-3 6-1,9-6-719,-4 8 720,11-8-181,0 6 181,29-5-720,-6 7-225,0 0 0,6 0-315,3 0 1,-1 0 359,-7 0 0,-2 0 315,-1-2 0,-8 4 675,-15 5-541,-21-5 1,3 6 90,-3-8-900,5 0 360,0 0-449,-16 32 134,11-6 0,0 2 405,-12 16-1394,12-9 0,4-8-855,1-23 2339,0 12 0,11-16 0,2 0 0</inkml:trace>
  <inkml:trace contextRef="#ctx0" brushRef="#br0" timeOffset="705604">20145 15928 7083,'0'-10'3148,"0"-6"-2428,0 7 449,0-17 450,6 14-180,-5 52-1439,-1-11 0,-1 2 0,-1 11 0,0 2 0,0-8-135,-1-4 0,-1-1-105,2 7 0,0 5 1,1-9-121,1-6-2917,0-28 2792,0-12 0,11-29 0,2 4 0</inkml:trace>
  <inkml:trace contextRef="#ctx0" brushRef="#br0" timeOffset="706009">20133 15893 7533,'0'-26'3276,"-6"14"0,10-11-923,9 21-2084,16-2 1,6 0-630,-5 4 1,3 0-361,2 0 0,3 0 1,-4 0-631,-6 0 1,-2 0-1529,21 8 2878,-36-6 0,-27 21 0,-5-3 0</inkml:trace>
  <inkml:trace contextRef="#ctx0" brushRef="#br0" timeOffset="706309">20219 16087 7533,'-27'-8'3276,"37"-2"0,32 0-4214,2 5 1,2 2 937,-14 2 0,-2 2 0,-1 5 0,-5 4 0,-8 10 0</inkml:trace>
  <inkml:trace contextRef="#ctx0" brushRef="#br0" timeOffset="708577">22126 16404 7083,'-13'0'1529,"-9"0"-629,14 0 1798,-10 0-899,12 8-180,0-6-1439,12 6 270,5 0-630,26-7 0,6 0 0,-4 6 135,5-6 0,3-2-45,-16 5 0,-4 0 90,1-2 1799,16 22-1979,-55 11-855,6-4 1,1 1 45,-3-7 0,2-1-2288,10 25 2724,-2-39 1,14-3-1,-10-7 1</inkml:trace>
  <inkml:trace contextRef="#ctx0" brushRef="#br0" timeOffset="709096">22828 16369 7533,'-12'-39'3276,"5"7"0,-15 32-4169,-7 12 1,-1 8 1117,2 8 0,4 6-450,4 7 0,13 3 704,17-12 1,10 1 0,2-2 179,2-5 1,3-1 0,-7 2-1335,-8 18 1,-13-4-965,-11-17 1,-8-5 1304,-17 7 0,-1-4 0,4-7 0,35 5 0</inkml:trace>
  <inkml:trace contextRef="#ctx0" brushRef="#br0" timeOffset="710009">22447 17621 7533,'-19'-35'3276,"-10"8"-526,13 9-2750,-18 10-450,-11 12 1,-1 8 224,23 4 0,4 3 675,-15 6 0,11 5 269,37 3 1,18 5-1,0 1-359,-8-2 0,-1 0 0,-1 0-91,0 1 1,-2 0 0,-13-4-1080,-27 5 1,-17-9-151,0-19 1,-6-8 0,1-2 959,7-1 0,1-1 0,3 0 0,-2 3 0,14 4 0,36 14 0</inkml:trace>
  <inkml:trace contextRef="#ctx0" brushRef="#br0" timeOffset="711163">18447 18450 7533,'-35'-25'2788,"18"13"-2068,-4-4 1169,21 16-900,0 0-89,10 0 449,37 8-990,-14-3 1,5 0-330,0-1 0,4-1 0,0 0-90,-6-1 0,-1 1 0,-3 0 240,7-2 0,-8 5 270,-11 20-1215,-32 2 1,-7 5-875,12 4 1,3 0 38,-3-7 1,6-3 1599,18-2 0,7-11 0,10-37 0,-10 8 0,0 0 0</inkml:trace>
  <inkml:trace contextRef="#ctx0" brushRef="#br0" timeOffset="711509">19222 18415 7533,'0'-49'3276,"0"18"-1721,0 60 0,0 22-3084,2-7 0,2 2 959,-2-7 0,0 2 1,0-3 569,4 4 0,-5-16 0,-6-26 0,-9-29 0</inkml:trace>
  <inkml:trace contextRef="#ctx0" brushRef="#br0" timeOffset="711847">19013 18397 7533,'-38'-19'3276,"35"-5"-1638,40 16 0,19 6-1747,-20-2 0,3 0 0,1-1 0,1 1-711,1-1 1,2 1 0,-2-1 0,-1 1 529,6 2 0,-2-1 0,-6-2 0,-4-5 0,-6-3 0,2-7 0</inkml:trace>
  <inkml:trace contextRef="#ctx0" brushRef="#br0" timeOffset="712560">20576 18327 7533,'-5'-18'3276,"3"8"-886,-9 34-2360,7 8 0,3 11 0,-1-1-510,-2-4 1,-1-1-1,2 2-340,1 1 1,2 4 0,0-1 0,0-7-820,0 0 1,2-8 1245,10-4 0,6-59 0,-8 7 0,-1 1 0</inkml:trace>
  <inkml:trace contextRef="#ctx0" brushRef="#br0" timeOffset="712825">20391 18362 9332,'-16'-27'3276,"46"9"-1638,9 12 0,10 4-1600,-4 2 1,7 1 0,1-1-1,-5-1 1,-5-3 0,-3-2-1,2 0 1,0 2 0,-1-1-1,1 0 1,-1 0 0</inkml:trace>
  <inkml:trace contextRef="#ctx0" brushRef="#br0" timeOffset="731529">20318 17427 8522,'0'-17'1619,"0"7"360,0 2-630,0 0-1529,0 6-89,0-14-1,0 15 180,-11-7-270,-9 23 315,2 2 0,0 2-45,-4 4 450,3 19 0,5 2 89,11-6-359,0 0 0,6 0-45,14-9 0,7-7 135,12-15 0,3-8 539,-4 3 1,-1-8-31,-6-16 1,-2-10 0,-5 2-510,-8 7 0,-5-1 809,-9-20 1,-6-8-1,-2 12-809,-5 15-225,-14-18 0,-5 8-3232,4 33 0,-2 9 2730,20 5 1,23 8 0,10 1 0,1-2 0,0 0 0</inkml:trace>
  <inkml:trace contextRef="#ctx0" brushRef="#br0" timeOffset="731909">20674 17674 9602,'-14'0'3276,"-2"0"0,15 0-3205,-5-8 0,28-1 0,6-9 0</inkml:trace>
  <inkml:trace contextRef="#ctx0" brushRef="#br0" timeOffset="732692">20895 17427 8972,'-18'-19'3276,"6"-13"0,17 21-2272,14-7-1589,8 15 0,5 6 675,1 5 0,-1 2 135,0-5 0,-5 1-1035,-3 10-1618,-61 0 1978,0 3 675,13 8 0,7 5 314,14-4 1,6 1-225,2 2 0,3 1 359,6-2 1,-3-2-45,-14 2-990,-28 3-810,-1-23 1170,3-3 0,8-6 0,23-17 0,1-4 0</inkml:trace>
  <inkml:trace contextRef="#ctx0" brushRef="#br0" timeOffset="733871">20379 16492 7803,'-7'-41'3276,"1"26"-2306,5-13 1,2 1-342,-1 13-989,-16-12-269,-10 26 629,-4 16 0,0 10 359,12 1 1,2 7 0,2 1-270,0 1 0,2 2 0,7 1-60,10 8 0,9 2 0,8-13 509,23-13 1,6-21 89,-19-22 1,-2-13 0,-4-2-360,-3 5 0,-4 0 0,-7-2-1363,-11-5 1,-7 0 0,-6 11-2185,-16 16 2730,0 43 1,40-12 0,9 0 0,0 2 0,-1 1 0</inkml:trace>
  <inkml:trace contextRef="#ctx0" brushRef="#br0" timeOffset="734091">20637 16722 10951,'-15'-40'427,"1"9"0,41 31 0,0 0 1</inkml:trace>
  <inkml:trace contextRef="#ctx0" brushRef="#br0" timeOffset="734710">20859 16492 10051,'-14'-19'3276,"20"-5"-2216,35 16 1,15 6-1121,-21 1 0,0 0 0,0 1 1049,19-1 1,-9 12-1920,-25 22 1,-9 14 0,-7-5-16,-10-9 1,-5 0 944,0 6 0,0 4 0,5-9 0,11-3 0,2-21 0</inkml:trace>
  <inkml:trace contextRef="#ctx0" brushRef="#br0" timeOffset="734992">21043 16651 7533,'-27'-27'1019,"55"15"0,24 5 1,-6 0-1020,2-3 0,1 7 0,8 0 0,-29 2 0,-38 1 0</inkml:trace>
  <inkml:trace contextRef="#ctx0" brushRef="#br0" timeOffset="745129">18374 17463 7263,'6'-10'1799,"-1"-6"-630,0 14 360,2-21-1709,0 19 270,-1-12-449,-6 16 448,-33 16-1695,8 4 0,-2 3 1606,3-7 0,-1 1 45,-6 13 0,6 5 360,18-5 0,6 0-180,1 4 0,5-1-46,7-2 1,8-7 809,19-10 1,5-12-630,-11-7 0,-2-10 149,-1-12 1,0-9 0,-8 1-285,-7 6 0,-9-1 186,-9-6 0,-6-5 0,-3 11-3688,-8 8 2781,-14 16 0,57 41 0,-3-12 0,0-1 0</inkml:trace>
  <inkml:trace contextRef="#ctx0" brushRef="#br0" timeOffset="745543">18718 17709 7533,'-26'-27'819,"19"17"0,20 4 0,19 14 0</inkml:trace>
  <inkml:trace contextRef="#ctx0" brushRef="#br0" timeOffset="746459">19013 17515 7353,'0'-35'3276,"0"8"0,6-7-2722,-5 7-2173,-17 7 269,-17 36 1710,-7 8-45,20 7 0,4 4 135,4 12-271,22-17 1,8-7 540,23-19-450,-12-19 0,-1-7-46,-7-2 1,-5-3-45,-4-9 0,-8 13-899,-15 45 584,6 14 0,2 8 90,-3 4 0,0 2-285,5-6 0,1 1 0,1-7-659,6 4-2288,5-21 2904,-6-33 1,0-3-1,-6 15 1</inkml:trace>
  <inkml:trace contextRef="#ctx0" brushRef="#br0" timeOffset="747343">19284 17515 7803,'-12'-27'3276,"5"2"-3044,1 15-232,-5 2 0,-8 16 179,-7 17-89,2 5 90,16-6 0,4 3-270,4 18 360,17-8 899,20-43-989,-3-18 360,-11-12 0,-5-4-450,-9 12 0,-4 7-1799,-5 17 1259,-3 53 330,-1-16 0,0 5 0,1-1-30,5-2 0,2-1 0,1-3-1489,1-1 1,2-5-572,11 4 2210,-7-37 0,-12 16 0,-7 2 0</inkml:trace>
  <inkml:trace contextRef="#ctx0" brushRef="#br0" timeOffset="748160">19555 17568 8612,'0'-17'3058,"0"-1"-2608,5 8-270,2-21 180,0 25-1170,-2-25-449,-27 37 1349,-5 19 359,6 0 1,4 5-630,4 6 1,6 0 44,4-5 0,8-7 944,36-6 0,-20-38 1,-1-11 269,6 1 1,-3-1-1170,-9-1 0,-3 9-360,0 25 210,-7 23 0,-6 17 1,0 1-481,1-4 1,1 1-1,1-1-373,0-1 1,1 0 0,0-5 899,5 14 0,5-66 1,1-16-1</inkml:trace>
  <inkml:trace contextRef="#ctx0" brushRef="#br0" timeOffset="749576">18447 16492 7443,'-6'-17'989,"5"7"1,-27-21-631,18 17-269,-13-12 90,12 19 0,4 14 630,-16 19-720,13-5 269,-18 13-89,23-4 0,2 4 45,-3 0 0,5 1 74,13-1 1,7 1 0,1-6-120,1-4 0,5-11 329,9-20 1,7-13 0,-9-7-16,-7-15 1,-12-8-525,-4 7 0,-5-2 0,-9 7-1699,-16 2 1,-8 15 1250,-20 30 0,43 31 0,25-7 0,1 0 0</inkml:trace>
  <inkml:trace contextRef="#ctx0" brushRef="#br0" timeOffset="749760">18681 16704 10231,'-13'-29'674,"6"-11"1,18 52 0,10-8 0</inkml:trace>
  <inkml:trace contextRef="#ctx0" brushRef="#br0" timeOffset="750394">18964 16563 7533,'-7'-35'3276,"1"15"-2325,6-3-771,0 21-360,-16 2-135,-2 16 1,-1 9 628,1 10 1,0 2 0,-3-3 0,7 1-285,16 0 0,7 2 0,7-11-30,15-23 0,3-4 90,-5 21 0,0-7 659,-3-31 1,0-16-1,-12 0 16,-19-1 0,-9-1-1890,4-9 1,-4 6 1124,-14 14 0,24 48 0,20 7 0,1 1 0</inkml:trace>
  <inkml:trace contextRef="#ctx0" brushRef="#br0" timeOffset="751043">19247 16616 8072,'-7'-28'3149,"2"-5"-2430,5 21-179,-12 4-1530,-6 26 1395,-1 2 0,1 3 134,4 3 1,6 3-1125,10 8 1,12-3-1,14-9 1,8-11 1258,8-22 1,-3-15 719,-12-16 0,-11-9-1574,-13 13 0,-5-2 1,-4 5 179,-7 3 0,-2 13 0,2 32 0,22 19 0,-1 1 0</inkml:trace>
  <inkml:trace contextRef="#ctx0" brushRef="#br0" timeOffset="751663">19542 16492 7713,'0'-19'899,"6"-5"270,-5 22 990,10-13-450,-9 13-1394,3 21 0,0 17-1305,-4-3 1,-1 4 0,1 2-104,3 8 1,3 1 0,-2-2 903,-4-7 1,-1-1-1,1-7 1,10 8-1,-11-58 1</inkml:trace>
  <inkml:trace contextRef="#ctx0" brushRef="#br0" timeOffset="756778">27000 16228 6183,'-14'0'0,"3"0"180,5 0 0,5 0 720,-10 0-540,10 8 89,-5-6-359,1 5 810,4-7-630,-4 0 89,-1 8-269,5-6 0,-5 21 0,1 9-45,3-1 0,2 5-293,0 1 1,-1 6 0,1 1 0,1-6 247,2 5 0,1-5-1440,1-4 1,2-13 1439,5-41 0,-8-8 0,-1-1 0,2 12 0</inkml:trace>
  <inkml:trace contextRef="#ctx0" brushRef="#br0" timeOffset="757394">26950 16334 6903,'-19'-10'1619,"2"2"540,10-8-1799,1 12 989,23-27-765,8 20 1,3 2-675,7-10-585,7 9 1,4 4-965,-10 5 1,-2 2-1,-8-1 1,0 0 1065,11-1 0,-14 2 0,-44 7 0,-1 2 1</inkml:trace>
  <inkml:trace contextRef="#ctx0" brushRef="#br0" timeOffset="757852">27000 16475 6273,'-21'0'3276,"-6"8"-1245,46-6-2031,6 2 0,5-1 0,6-9 0,3-3 0,-3 2 0,0 1 0,0-1 0</inkml:trace>
  <inkml:trace contextRef="#ctx0" brushRef="#br0" timeOffset="759594">24933 17004 7353,'5'-18'2069,"2"-15"-1800,5 11 541,-5-19-810,-1 29-90,-12-3 0,-34 30 180,11 5 0,-1 4-180,-3 2 0,0 4 120,9-6 0,0 2 0,3 3 150,2 11 0,4 5 0,0 3-1,-2-5 1,0 1 0,0 2 0,1 1-126,4-6 0,1 1 0,1 0 0,-1 1 0,1 1 111,1-4 0,-1 1 0,0 1 0,1 0 0,1 0 0,1 0-76,2 2 1,0 0 0,2 1 0,0-1 0,1-1 0,1-2-68,-1 3 1,2-2 0,0-1-1,2 2 14,0-1 0,2 3 0,0-1 0,3-4 0,1-7 369,7-1 0,2-5-270,-1 5 0,0-5-315,7-10-1529,-16-17 1709,4-25 0,7-5 0,-5 9 0,0-1 0</inkml:trace>
  <inkml:trace contextRef="#ctx0" brushRef="#br0" timeOffset="760760">25018 18680 7353,'-19'-8'3238,"2"6"-3328,10-6 450,7 16 179,34 2-149,-4-6 0,6-2 0,-1 1-120,3 2 0,1-2-315,13-2 0,-6-2 224,-23 1 181,-17 16-809,-12 27-1890,5-2-719,12 2 3058,4-43 0,7-10 0,3-7 0,-3-6 0,0 1 0</inkml:trace>
  <inkml:trace contextRef="#ctx0" brushRef="#br0" timeOffset="761143">25695 18680 7533,'-19'-10'3276,"7"18"-3655,6 18 0,6 6-2898,17 13 3194,-14-11 1,3-9 0,18-25 0,-12-19 0</inkml:trace>
  <inkml:trace contextRef="#ctx0" brushRef="#br0" timeOffset="761549">25547 18680 7533,'-27'-18'3276,"55"8"-1856,-5 6 0,4 0-2240,6-2 1,7-2 0,1-1 0,-3 1 767,-1 0 1,-3 1 0,0-2-1,3-2 1,-1-2 0,-5 2 0,13-5-1</inkml:trace>
  <inkml:trace contextRef="#ctx0" brushRef="#br0" timeOffset="762360">27098 18609 8162,'-13'0'2699,"2"16"-2879,7 11 0,3 5-45,-1-3 0,2 2-1414,0 18 1,0-4 1423,2-5 0,8-17 0,-4-33 0</inkml:trace>
  <inkml:trace contextRef="#ctx0" brushRef="#br0" timeOffset="762610">27012 18609 7533,'-45'-18'3276,"47"40"-3610,33-19 0,16-6 334,-11 7 0,2 1 0,1-6 0,-7-8 0,1-6 0,0-3 0,-3-1 0,-4-4 0,0 0 0,-1 0 0,1 0 0</inkml:trace>
  <inkml:trace contextRef="#ctx0" brushRef="#br0" timeOffset="764132">27947 16969 7533,'-19'-26'1079,"7"-17"-899,12 12 404,4-2 1,4 9 135,11 34-90,1 11-463,-10 6 0,0 12 0,1 10 0,-1 6 0,0 3 0,-1 0 0,-2-5-156,-2-5 0,-1 0 0,-1 1 1,-1 0-1,-1 1 0,0 1 1,1 0-1,-1 1-202,0-8 1,1 1 0,-1 1 0,0 1 0,0 0-1,0 0 1,0 0 0,-1 0 0,0-2 0,-1-1-1,-1-1 213,1 5 1,-1 0-1,0-1 1,-1 0 0,-1-3-1,-1-1 1,-2-4-1,-3-2-22,-9 11 0,-4-5 0,-1-5 0,2-9-180,2-7 1,-1-6-46,-3-1 0,2-9-3052,8-22 2837,9 15 0,33-15 0,12 6 0</inkml:trace>
  <inkml:trace contextRef="#ctx0" brushRef="#br0" timeOffset="765060">28341 17145 7713,'-21'-20'3276,"5"-3"-6553,38 21 2654,-11-6 1852,34 8-1319,-11-2 0,5-1 0,-2 0 880,-3 2 0,0 0-311,2-2 1,2-1 0,-8 3-390,-9 9 719,-26 2 829,-1 16 0,0 5-2884,1-6 0,2 1-194,-1 6 1,3-1 1439,7 10 0,6-24 0,0 1 0</inkml:trace>
  <inkml:trace contextRef="#ctx0" brushRef="#br0" timeOffset="765710">29129 17022 7533,'0'-18'3276,"0"8"-2235,0 2 668,5 0-1709,-3 6 360,3-5-1259,-21-1 179,-32 6 315,20 7 0,1 5 585,0 6 0,9 6 450,18 8 0,12 2 44,12 0 1,6-1-91,2 3 1,-5 1-765,-18-4 0,-11 0-765,-14-1 1,-8-5-695,-6-5 1,-1-4 1340,1-5 0,12-7 0,35-12 0,24-1 0</inkml:trace>
  <inkml:trace contextRef="#ctx0" brushRef="#br0" timeOffset="766760">28931 17939 8252,'-6'-10'3276,"12"-14"-1515,2 13-861,9-7-1170,-15 2-719,-36 30 1168,-2-2 1,-4 4 45,-1 5 0,2 5-225,4-2 0,14 4 495,26 6 0,14-1-136,15-4 1,5-1 30,-10-1 0,-1 2 0,-8 1 104,-8 8 1,-14-3-495,-19-8 0,-13-7-720,-12-8 1,-4-9-920,9-2 1,6-6 982,7-10 1,63 30-1,-5-5 1,-1 0 0</inkml:trace>
  <inkml:trace contextRef="#ctx0" brushRef="#br0" timeOffset="784345">26827 17992 12750,'-6'-20'-90,"-5"4"-90,10 16-180,-16-7-2917,-19 20 2123,12-17 1028,-13 33 0,1 5 126,15-22 360,3 15 0,-1 12 0,11-3 44,22-5 1,4-2-450,-19 10 0,6-3 225,29-15 0,14-8 0,-9-6-90,-13-9 202,1-13 0,8-11 1,-2-6-1,-12 1 427,-20-1 1,-10-2 0,3-2-660,11-6 0,4-3 0,-8 5 1450,-15-4 1,-8 14-3310,-12 30 1302,18 11 497,-2 23 0,58-30 0,-10-2 0,0 1 0</inkml:trace>
  <inkml:trace contextRef="#ctx0" brushRef="#br0" timeOffset="784728">27110 18168 8792,'-23'-10'1092,"21"-5"0,40 5 0</inkml:trace>
  <inkml:trace contextRef="#ctx0" brushRef="#br0" timeOffset="785650">27295 18027 7443,'-7'-10'2788,"2"-13"-1079,10 11-180,-3-21-1619,3 13 180,-5 2-1259,-16 18 764,0 17 0,0 7 1170,-4 4 0,1 1-316,2 4 1,8-1-630,13-2 0,9-9 0,9-26 0,3-12 990,8-5 0,-3-5-451,-12-3 1,-4 2-990,1 10 450,-18 44 1,-6 19 239,6-10 0,0 3 0,2 0-330,2 0 0,2 0 0,-1-4-1304,-2 0 0,3-7 1574,13-6 0,-4-29 0,7 8 0</inkml:trace>
  <inkml:trace contextRef="#ctx0" brushRef="#br0" timeOffset="786466">27591 18080 7533,'-19'-35'3276,"6"7"-2145,8 11-1491,5 1 720,-6 14-270,-17 18 0,6-3 360,-13 25 0,10 5-540,45-6 629,13-57 360,-10 9 1,1-5-840,-7-13 0,-2-6 0,-6 15 300,-9 20-360,-2 35 0,-6 14-180,3-6-913,5 5 1,2 9 0,3-29 1068,18-69 1,0 43-1,-21-37 1,0 1-1,1-1 1</inkml:trace>
  <inkml:trace contextRef="#ctx0" brushRef="#br0" timeOffset="787921">24933 18027 8072,'-7'-10'2159,"1"-13"-1619,6 11-360,0-6-450,0 10 180,0 8 180,-16 0 180,0 0-90,-19 0-90,4 28 0,3 7-90,1-4 359,8 3 1,1 9 0,11-6-90,14-10 0,8-3-91,11 14 1,8-7-135,1-19 0,4-13 524,-6-12 1,1-9 0,-4-1-300,-3 0 0,-8-3-561,-9-11 0,-7-6 0,-5 9 291,-9 9-180,-7 2 0,-3 6-3097,-5 17 0,0 0 3229,14 16 0,30 4 0,15 15 0</inkml:trace>
  <inkml:trace contextRef="#ctx0" brushRef="#br0" timeOffset="788244">25264 18274 7533,'-34'-10'819,"23"2"0,37 0 0,18-1 0</inkml:trace>
  <inkml:trace contextRef="#ctx0" brushRef="#br0" timeOffset="789244">25585 18080 9422,'-20'-8'2518,"8"-2"-2788,-5-15 540,4-3-630,-6 1 1,2 17 1168,-7 51-629,18-17 0,2 3-210,-1 8 0,0 5 0,4-5-15,8-6 0,4-5 135,21 9-225,-5-48 0,1-15 495,-9 2 0,-3-3 44,4-4 1,-6 2-854,-14 5 89,-1 13 719,-2 37 1,0 18-585,2 2 1,2 3-226,2-10 0,0 1 0,2-4-1169,1-1 0,2-9 1619,5-12 0,-2-43 0,-11 15 0</inkml:trace>
  <inkml:trace contextRef="#ctx0" brushRef="#br0" timeOffset="790244">25929 18080 7533,'-13'-20'3276,"7"5"-1605,0 15-1311,6-8-450,-5-2 90,-2 0-990,-21 10 990,0 41 180,11-13 0,2 1-225,8 4 0,8-1-135,23 11 180,21-59 540,-17-12 0,-5-6-226,-5-1 1,-4 1-495,-4 0 0,-4 15 630,-6 52-495,3 10 0,0 6-45,-3-14 0,0 1 0,1-3-1439,4 9 0,1-5-989,1-6 2518,0-31 0,4-8 0,-4-2 0</inkml:trace>
  <inkml:trace contextRef="#ctx0" brushRef="#br0" timeOffset="791427">25093 17145 7533,'-13'-18'2069,"6"9"-900,-4 1-989,-7 8-270,9 0-90,-24 8 360,2 25 269,9-9 1,4 7-270,14 6 0,6 7 0,2-6-180,-6-7 0,6-3 0,13 4 0,9 0 0,0-17 899,8-43 1,0-15-585,-6 20 0,-6-3 194,-15-18 1,-11-9 0,-3 9-870,-6-3 360,-16 38 0,7 10 0,56 21 0,-7 10 0,-1 0 0</inkml:trace>
  <inkml:trace contextRef="#ctx0" brushRef="#br0" timeOffset="791628">25363 17410 7533,'-19'-16'449,"12"12"1,25-4 0,14 18 0</inkml:trace>
  <inkml:trace contextRef="#ctx0" brushRef="#br0" timeOffset="792231">25695 17268 9422,'-37'-27'1034,"5"27"0,0 6-1034,-1 0 180,-2 14 0,3 9 180,17 3 0,8 4-360,8 6 0,12-7 944,24-19 1,7-15 89,-7-12 1,-5-13-1125,-12-3 0,-6-7 0,-7 1-1549,-9-7 1,-12 10 982,-23 22 1,56 37-1,7-2 1,0-1 0</inkml:trace>
  <inkml:trace contextRef="#ctx0" brushRef="#br0" timeOffset="792568">25941 17233 8252,'-14'-45'3276,"14"33"-885,14 55-3411,-5-12 1,-1 5 0,0-3 569,-1 4 0,0-1 450,1 22 0,0-22 0,-1-69 0,6 7 0</inkml:trace>
  <inkml:trace contextRef="#ctx0" brushRef="#br0" timeOffset="793643">26877 17163 7533,'-13'-10'1079,"1"-14"1080,-1 13-1530,1-15-359,-5 16-629,3 10 44,-13 14 0,-2 6 315,2 11 239,4-5 1,-3 6 0,6 0 30,10 6 0,9 1 180,15 6 0,12-8 404,12-23 1,5-9-810,-2 1 0,-2-12 314,-10-18 1,-3-12 0,-14 0-360,-22-3 0,-11 0-300,8 5 0,-1 0 1,-2 10 299,-10 12 0,32 32 0,17 5 0,0 1 0,1-1 0</inkml:trace>
  <inkml:trace contextRef="#ctx0" brushRef="#br0" timeOffset="793831">27098 17392 7533,'-38'-18'2338,"19"9"-2338,15 1 0,38 23 0,5 5 0</inkml:trace>
  <inkml:trace contextRef="#ctx0" brushRef="#br0" timeOffset="794477">27418 17180 7533,'-12'-17'3276,"-1"7"-1425,1 2-2211,0 8-90,-17 16 630,4 2 0,1 7 0,-3 12 0,6 6-225,11 3 0,5 0 45,-2-11 0,10-5 135,36-1 0,11-19 629,-14-34 1,-3-15-106,-7 15 1,-1-2 0,-3-2-570,6-14 0,-13-2 59,-19 9 1,-10 0 0,-2 9-3427,-8 10 2799,-1 0 0,44 36 0,4-2 0,-1-1 1</inkml:trace>
  <inkml:trace contextRef="#ctx0" brushRef="#br0" timeOffset="795077">27775 17074 8522,'-7'-9'2429,"1"1"179,1 8-1888,4 0-810,-5 23-90,3 19 0,1 8-600,1-7 1,1 1-1,0 1-313,-1-3 1,1 1 0,1-5 1045,0 8 1,4-17 0,7-33 0,1-31 0</inkml:trace>
  <inkml:trace contextRef="#ctx0" brushRef="#br1" timeOffset="1.00055E6">13720 12562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2:26:34.003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12095" units="cm"/>
      <inkml:brushProperty name="height" value="0.12095" units="cm"/>
      <inkml:brushProperty name="color" value="#A020F0"/>
    </inkml:brush>
  </inkml:definitions>
  <inkml:trace contextRef="#ctx0" brushRef="#br0">1270 635 7533,'20'0'90,"3"0"719,-21-8-449,6 6 90,-16-6-180,6 8 179,-6-15-89,8 11 0,0-20-90,0 14-90,0 1 0,0-7 89,-8 6-179,-9-7-90,-18 7 45,5 8 0,-1 4-180,-5 4 0,-1 5 180,-3 5 0,0 4 135,-4 0 0,2 5-180,4 7 0,3 4-30,11-12 0,-1 0 0,4 1-15,-4 14 0,5 2 135,1-2 0,4 1 180,9-5 0,2 0-135,-1 0 0,3 1 89,4-1 1,3 0-180,3-3 0,2-1-45,2-3 0,3-3-45,6-10 0,2-3 45,14 12-809,6-22-181,-8 13-89,1-13-720,-1 6 0,0-8 900,-8 0 899,-1 0 0,-8-8 0,-1-1 0</inkml:trace>
  <inkml:trace contextRef="#ctx0" brushRef="#br0" timeOffset="632">1429 1147 7982,'0'-18'1799,"0"-8"-1439,-8 7-180,-2-7-90,-15 9-270,5 7 180,-13 2-629,-3 24 539,-1 11 135,15-5 0,1 1 44,2-1 1,3 1-45,4 7 0,4-1 225,0 10-90,21-8 0,8-3-45,0-11 0,5-4 0,12 2 0,2-5-45,-11-11 0,-1-6 89,8-7 1,-5-7-45,-18-5 0,-5-3 0,5-6 0,-2-1-135,-8 1 0,-6 0-90,-8 2 0,-2 3-539,-8-15-181,-7 20-899,12 17-720,16 23 2429,16-3 0,19 22 0,-7-21 0,-1 1 0</inkml:trace>
  <inkml:trace contextRef="#ctx0" brushRef="#br0" timeOffset="1082">1605 1111 7533,'28'0'1889,"-11"0"-1170,-17-8-179,-10-9-450,-7 5-450,-1-4 0,1 16 180,-1 24 90,8 13 225,8-3 0,4 3 90,7 4 0,8-2 0,10-11 0,6-7-225,0-4 0,1-10 135,6-23 0,-2-12 44,-8-1 1,-7-6 0,-9-12 0,-8-2-180,-7 6 0,-8 3-45,-14 5 0,-7 8-45,-1 14 0,-3 8-540,1 7 1,4 8-900,8 9 0,6 5 1529,8 13 0,40-17 0,14-14 0</inkml:trace>
  <inkml:trace contextRef="#ctx0" brushRef="#br0" timeOffset="2182">2170 600 5914,'0'-18'1349,"-8"0"-1079,-2 9 0,0 1-360,2 8 449,0 31 1,7 16-180,0-9 0,1 6 0,1 2-113,-1-9 1,0 2-1,0 0 1,1 0-188,3 3 1,0-1-1,0 1 1,0-2 209,0 9 0,-2-1 0,2-6 45,0-5 0,2-11 584,2-18-944,-7-28 0,-2-13 45,3-7 1,3-2 44,3-8 0,2 2 225,2 5 0,4 5 90,-1 9 0,5 5 373,5 11 1,1 9-464,13 21-135,-12 4 0,-3 3 135,-12-1 0,-5 1-225,1 6 0,-8-1-45,-25 8 45,4-15 0,-3 0 405,-11 4 0,-1-2 45,7-8 0,1 0 89,1 8 1,3 1 315,7 2-271,25-7-269,35 3-180,6-21-90,-11 3 0,0-2-720,-10-6 1,-1-2-540,8 1 0,-1-1 1349,-10-3 0,-1-2 0,12-16 0,-19-1 0</inkml:trace>
  <inkml:trace contextRef="#ctx0" brushRef="#br0" timeOffset="2482">2663 1058 7533,'10'-8'2248,"-2"7"-1528,-8 1-630,-8 9-270,6 32-629,-6-1-1,8-6 0,0 0 271,0-2 539,8 15 0,10-83 0,9 3 0</inkml:trace>
  <inkml:trace contextRef="#ctx0" brushRef="#br0" timeOffset="2932">2769 1111 6633,'20'0'3238,"-4"0"-2428,-16 16-270,0 11-181,0 18-539,7 1-89,3-11-271,16-33 0,1-38 450,-8 10 0,-3-4 90,-5-13 0,-2-1 270,4 15 0,-2 2 899,-10-17-719,7 44-270,-8 36-135,0-10 0,0 3-360,3 14 0,2 0-45,3-13 1,2-1-721,1 7 1,5-6-1080,27-10 2159,-13-20 0,-5-24 0,-1-11 0,-6-7 0,1 0 0</inkml:trace>
  <inkml:trace contextRef="#ctx0" brushRef="#br0" timeOffset="3483">3246 1058 7533,'9'-17'2338,"-1"7"-1888,-23 18-90,3 19-270,2-2 0,2 3-270,2 3 0,4 1-225,12 0 0,4-1 46,7 6-181,22-37 495,-27-22 0,-4-9 90,2-5 0,-3-3 90,-5-2 0,-2 2 0,1 5 0,-2 15 674,-3 25-449,0 20 0,0 11-121,2 2 1,1 6 0,0 4-523,0-10 0,1 2 0,-1 2 0,1 0 1,0 1 461,-2 2 1,0 1 0,0 1 0,0-1 0,1 0 0,2-2 0,0-1 0,1 1 0,-1-2 0,-2-3-1,-3 14 1,-2-3 0,-2-7-45,-2-4 0,-6-13-225,-33-27-360,6-21 1,0-9 134,5-1 0,1-5-225,7 6 1,-1-3-1,4 0-585,-2-11 1,5 0-180,1 3 0,2 2 1304,7 12 0,3-1 0,5-12 0,4 0 0,3 6 0,0 1 0</inkml:trace>
  <inkml:trace contextRef="#ctx0" brushRef="#br0" timeOffset="3650">2858 847 7533,'-16'-36'539,"12"17"-539,-12-5 0,32 22 0,4-6 0</inkml:trace>
  <inkml:trace contextRef="#ctx0" brushRef="#br0" timeOffset="10449">811 3122 6543,'0'-10'1799,"0"2"-1529,0 8 270,-7 32-360,5-4 0,2 7-31,-3 4 1,1 6 0,-1 2-305,1-9 0,-1 1 0,1 0 0,1 0 65,1 10 0,0 0 0,-2-2 150,-4-9 0,-2-3 0,-2-4 37,-2-6 0,-3-7-277,-22-10-180,14-21 0,3-8 0,7-1 1,6-3 89,3-10 0,8 0 315,10 2 0,7 3 90,12 2 0,5 3-75,-9 7 0,1 1 0,1 1-30,2 1 0,0 1 0,-1-2 239,-4-3 1,-1-1 0,-2-2 45,9-8 0,-7-3-45,-11 2 0,-4 0-91,-2 4 1,-5 1 517,-20-17-607,11 31-180,-12 30 180,10 9 0,4 8-60,1-2 0,0 3 0,1 1-319,-1 6 0,1 2 0,1 0 199,4 3 0,1 1 0,1-3-60,-1-4 0,0-3 0,1-2-300,6 6 1,0-8-1440,-3-9 1889,13-28 0,-11-23 0,13-3 0</inkml:trace>
  <inkml:trace contextRef="#ctx0" brushRef="#br0" timeOffset="11299">1376 3598 7533,'0'-45'809,"-8"18"-269,-2 11-630,-15 24-90,-3 17 45,13 0 0,3 3 225,1 7 0,4 3 0,5 2 0,4 0-90,4-2 0,6-5-45,8-11 0,3-7 45,8-7-45,-8-21 0,-5-9 0,-13-4 0,-8-3 90,1-10 0,-5-1 180,-10 3 0,-2 2-90,8 10 0,1 3-45,-14-17 180,48 60-1,21 1-179,-14-4 0,3 1 45,9 0 0,0-5 225,6-12-225,-22-8 0,-5-5 135,-12-11-180,-3-11-360,-22 31 90,3 19 135,-1 4 0,1 3 0,4 10 0,6 3-135,4 0 0,4-1 135,1-7 0,5-4 45,23 9 180,9-50-135,-25-7 0,-1-7 225,4-5 0,-1-4 44,-6-10 1,-3 2 135,2 13 0,-2 3-180,-2-12-180,-10 66-360,-2 18-225,-3 1 0,2 3-405,5-9 1,4 0-135,2 0 0,1-1 1034,-1-4 0,4-9 0,29-34 0,-4-21 0</inkml:trace>
  <inkml:trace contextRef="#ctx0" brushRef="#br0" timeOffset="12216">2328 3404 7533,'-31'-5'629,"0"1"1,3-2 0,3 4-630,-3 17-270,13 13 225,19 7 0,7 6-45,-1 0 0,0 2-71,-1-3 0,0 3 0,0-4 296,1 1 0,-2-4 170,-4 1 1,-8-7-216,-22-12-180,5-26-90,-12-4-360,31-13 360,19 7 0,11 8 1,5 2 89,4 1 0,0-3 225,8-9 0,-1-3 44,-6 0 1,-6-3 475,-10-9 1,-7-3-206,-2 4 0,-10 3 0,-28-7 89,-13 45-269,18 11 0,3 9-225,1 14 0,7 4-360,8 0 0,10-2-585,12-1 1,9-5 89,4-8 1,6-7 742,1-14 0,0-9 0,-4-6 0,-5-7 0,-11-10 0,1 1 0</inkml:trace>
  <inkml:trace contextRef="#ctx0" brushRef="#br0" timeOffset="12932">3404 3810 7533,'10'25'180,"-2"-13"629,-8-12-539,0-35 0,1 5 0,-2-3-225,-6-2 0,-2-2-165,4 2 0,0-3 0,-4 1-95,-8-2 1,-5 0 0,2-1 244,3-4 0,1-2 0,0 1 180,-2 5 0,-1 1 0,3 3 149,0-6 1,6 5 0,10 2 0,26 11-90,19 15-181,-8 0 1,4 0-45,7 3 0,2 2-309,-14 1 0,1 0 0,-2 1-231,12 1 0,-4 2-141,-9 1 1,-7 4-1523,-9 12 2158,-28 9 0,-19-2 0,-9 1 0,10-8 0,0 1 0,0-1 0</inkml:trace>
  <inkml:trace contextRef="#ctx0" brushRef="#br0" timeOffset="13149">3351 3387 7533,'0'47'2878,"0"-14"-1709,16-25-809,12-8-630,0 0 0,4 0-270,7-1 1,3 2-945,7 6 0,0 2 1429,-11-8 0,-2 1 1,-4 10-1,-5 0 1,-2-2-1</inkml:trace>
  <inkml:trace contextRef="#ctx0" brushRef="#br0" timeOffset="13334">3916 3493 8162,'-8'25'3276,"-10"10"-3250,5-9 0,-1 1-251,3 0 1,2 1 224,1 4 0,8-3 0,34-8 0,13-7 0</inkml:trace>
  <inkml:trace contextRef="#ctx0" brushRef="#br0" timeOffset="14365">4286 3669 7623,'2'27'1889,"4"7"-1530,-22-7-89,7 1-270,-1-11 0,-6-17-450,14-33 271,-6-6 89,11 13 0,2-1 135,2-1 0,4 5 224,32 1-179,-14 9 0,5 3 0,13 12 0,2 4-45,-7-5 0,0-1 180,3-2 0,-4-3 225,4-15-271,-25-3 1,-6-5 360,-5-19-360,-6 20 0,-6 1-180,-14-1-360,-19 35 675,12 17 0,3 10-90,5 2 0,3 3-46,-4 8 1,10 0-270,22-6 0,10-6-180,-3-14 1,5-5-271,18 0 0,5-10 90,-5-16 1,-1-8-361,-9 4 1,-4-3-271,-7-2 1,-7 1 1079,-6-1 0,-49 18 0,-10 10 0</inkml:trace>
  <inkml:trace contextRef="#ctx0" brushRef="#br0" timeOffset="14567">3986 3140 7533,'-19'0'0,"27"-8"0,21-2 0</inkml:trace>
  <inkml:trace contextRef="#ctx0" brushRef="#br0" timeOffset="20634">24194 141 6633,'-14'-8'1979,"4"-2"-1169,10-7-91,0-9-89,0 7-270,0 1-270,0 2 89,-6 22 1,-1 12-90,1 9 0,0 7-120,2-2 0,0 4 0,0 2-236,-1-3 1,1 2 0,-1 2-1,1 0 468,-2 8 1,0 1-1,0 2 1,-1-1-448,0-5 0,0 0 0,-1 1 0,0-1 0,1 1 371,0-1 0,1 1 0,-1-1 0,1 1 0,-1 0-346,0 3 1,-1 1 0,1 0 0,0-1-1,1 1 310,0 0 0,1 0 0,0 0 0,1 1 0,-1 0-226,1-4 0,-1 1 0,1-1 0,0 2 1,0 0-1,1 0 213,0-5 0,0 1 0,0 0 0,0 0 0,1 0 0,-1 1 1,0 0-226,0 2 0,0 1 1,0 0-1,0 0 1,-1 0-1,1 0 0,-1 0 135,1 1 0,0 0 0,-1 0 1,1 0-1,-1 1 0,0-1 0,1 1-44,-1-4 1,1 0 0,-1 0 0,0 0 0,0 0 0,0 0 0,0 1 0,-1-1-47,0 0 1,-1 1 0,0-1 0,0 0 0,0 1 0,-1-1 0,1 1 0,0 0 124,0 2 0,1 0 1,-1 1-1,1-1 1,0 1-1,-1 0 1,0-1-1,0 1 18,0-6 0,-1 0 0,0 0 0,0 0 0,0 0 0,0 1 0,1-1 0,-1 0 0,1 1-20,0 0 0,1 1 0,0 0 0,0 0 0,0 0 0,0 0 0,1 1 0,-1-1 0,0-1-71,-1 1 0,1-1 1,-1 0-1,1 1 0,-1-1 1,0 0-1,1 0 1,0 1-1,1-1 41,0 1 0,1 0 0,-1-1 0,2 1 0,-1 0 0,0 0 0,1 0 0,-1 0 0,1 1 10,-1-1 0,0 1 0,0 0 0,1 0 0,-1 0 0,0 0 0,1-1 0,-1 1 0,1 0 30,0-1 0,1 0 0,-1 0 0,1 0 0,0 0 0,0 0 0,-1 1 0,1 0 0,0 0-74,0 1 1,1 0 0,-1 1-1,0 1 1,1-1 0,-1 1-1,0-1 1,1 0 0,-1-1-1,1-2 10,-1 6 0,0-2 1,0-1-1,1 0 0,-1 0 1,0 0-1,1 0 0,0 2-11,-1-5 0,1 0 0,0 2 0,0-1 0,0 1 0,0 0 0,0-1 0,0 0 1,0 0-1,1-2-3,-1 4 0,1 0 1,-1-1-1,1-1 1,0 0-1,0 0 0,-1 1 1,1 1 37,-1-3 0,0 1 0,0-1 0,0 1 0,0 1 0,0-1 0,0 0 0,1 1 0,-1-1 50,0 1 0,1 0 0,-1 0 0,1 0 0,0 0 0,-1 0 0,1 0 0,0 0 0,-1-1-8,0 1 0,0-1 0,0 0 0,1 0 0,-1 1 0,-1-1 0,1 0 0,0 0 0,0 1-22,0-1 0,-1 1 0,0 0 0,1 0 0,-1 0 0,0 0 0,1 0 0,-1 0 0,1 0-39,0-1 0,0 0 0,0 0 0,0 0 1,0 1-1,0-1 0,-1-1 0,1 1 1,0 0-22,-1 0 0,0-1 0,0 0 0,0 0 0,-1 0 0,1 0 0,0 0 0,-1 0 0,1 1 30,0-1 0,0 1 0,-1 0 0,1 0 0,0 0 0,-1 0 0,1 0 0,-1 0 0,1-1 10,-1 0 0,0-1 0,0 0 0,0 0 0,0 0 0,0 1 0,-1-1 0,1 0 0,-1 1 30,0 0 0,0 1 0,0 0 0,0 0 0,-1 0 0,1 0 0,-1 0 0,1-1 0,-1 1 20,1-1 0,-1 1 0,1-1 0,0 0 0,-1 0 0,1 0 0,-1 0 0,1 0 0,-1 1-30,0-1 0,-1 1 0,0 0 0,1 0 0,-1 1 0,0-1 0,0 0 0,0 0 0,0 0-30,0 0 0,1 0 0,-1 0 0,0 0 0,0 0 0,1 0 0,-1 0 0,0 0 0,0 0 10,-1 0 0,1-1 0,0 0 0,-1 0 0,1 0 0,-1 0 0,0 1 0,1-1 0,-1 0 10,1 0 0,-1 0 0,1 0 0,-1 0 0,0 0 0,1 0 0,-1 0 0,1-1 0,0 1 10,0 0 0,1-1 0,0 0 0,-1 0 0,1 0 0,0 0 0,0 0 0,0 0 0,0 0 46,-1 5 0,0 0 0,0 0 1,-1 0-1,1-1 0,0 1 0,0 0 1,0-1-46,0-1 0,0 0 0,1-1 0,-1 1 1,0 0-1,1-1 0,-1 0 0,1 0 57,0-1 0,0-1 0,0 1 1,0-1-1,0 0 0,0 0 0,0 0 1,-1-1 20,0 3 1,-1-1 0,-1 0 0,1 0 0,0-1 0,0 0 0,1-1 150,0 4 1,1 0 0,0 0-1,0-2 1,0 1 0,-1-2-98,-1 6 1,0-1 0,0-1 0,-1-1 0,2-1-180,1-5 0,-1 0 0,2-2 0,-1 0 0,1 0-77,0 8 1,0-1 0,0-1 0,0-3 222,-1 4 0,0-2 0,1-1-410,2-5 0,1-2 1,-1-2 209,-2 2 0,1-3 1460,2 1 1,0-2-652,-6 15 187,3-15 1,-1 0-1177,-8 14 227,5-17 1,2 1-318,1-1 1,1 1 565,-1-1 0,2 2-71,2 11 0,0 1 359,-2 0 1,-1 2-375,1-12 0,-1 2 0,1 0 330,-2-1 0,0 0 0,0 0-450,0 1 0,0-1 0,0 0-120,-1 3 0,1 0 0,1 0 0,0-4 0,1-1 0,0 0-30,-1 2 0,1 0 0,1-1 105,4 10 0,0 0 135,-3 4 0,1 0 0,2-2 0,0-2 45,-3-3 0,0-1-360,-3-4 0,0-4 135,-4 5 1439,-5-3-719,5-25-1350,1-1-2557,6-8 618,-5 0-40,4 8 2699,-5-6 0,6 22 0,0-5 0</inkml:trace>
  <inkml:trace contextRef="#ctx0" brushRef="#br0" timeOffset="41799">13882 617 7533,'35'0'719,"-13"-7"361,6-3-541,-21-8-89,-1-7-90,-12-3 0,-6-7-90,-18 7-405,2 14 0,-4 3-45,-3 4 0,-1 4 270,-12 8 0,-1 6 0,3 1 0,4 5-90,5 7 0,5 5-45,5 0 0,11 3 90,19-1 0,11 1 134,10 4 1,9-2-60,-5-11 0,5-3 0,0 0-140,3 1 1,2-1 0,-1 0 108,-4-5 1,-1-1 0,-3 2 90,6 9 0,-7 1 180,1 11-360,-38-8 0,-11 1-135,-6-6 0,-5-1-15,2-2 0,-2 0 0,-2-2 60,-2-5 0,0-2 1,-1-1 268,-12 3 1,2-3 90,8-5 0,2-4-90,-6-10-571,24-2-1048,24 1-540,13-7 630,7 14 1349,14-6 0,-12 24 0,8 3 0</inkml:trace>
  <inkml:trace contextRef="#ctx0" brushRef="#br0" timeOffset="42385">14189 1005 6903,'0'-33'540,"0"12"449,0-13-809,0 24 450,0 18-91,-6 20-314,3 3 0,0 6 0,-1 7 0,1 2-346,-1-4 0,1 3 1,-1 0 149,2 0 1,0 0 0,-1 0-60,1-2 0,0-1 1,0-2 29,-2 7 0,2-5-360,2 1-450,0-28-539,0-22-450,0-11 1799,6-2 0,0-13 0,7 6 0</inkml:trace>
  <inkml:trace contextRef="#ctx0" brushRef="#br0" timeOffset="42866">14213 917 7173,'-6'-27'1079,"0"1"-179,12 9-91,17 23 1,15 5-496,-13 13 1,1 3-90,2-4 0,-1 1-45,-7 6 0,-2 1 0,-3-8 0,-6-1-180,-25 21-225,-2-24 0,-4-2 180,-11-3 0,-2-1-135,3 1 0,1-3 135,3-4 0,2-4-45,-6-3-809,15-2 179,22-6-1348,14 1 359,18 5 1709,-10-6 0,13 8 0,-15 0 0</inkml:trace>
  <inkml:trace contextRef="#ctx0" brushRef="#br0" timeOffset="43818">14447 1235 7533,'19'19'2518,"-6"-3"-1888,-8-24-540,1-25-630,1-14 450,-1 5 0,0-2 0,0-2 0,0 1 45,5 3 0,1 2 45,0 10 0,2 7-90,23 8 180,-13 20 0,0 7 0,-1 2 0,-1 0 45,3-4 0,-1-1 765,8 7 89,-14-16-89,-12 0-631,-12 0-179,-1 0-809,-5 0 359,-1 8 450,1 17 0,5 12-90,3-3 0,3 1-45,7-3 0,4 1-225,4 4 0,3-4 0,2-11 0,2-7 45,6-6 1,0-10-136,6-26 225,-14 3 0,-3-5 135,-5-6 0,-3-1 0,-1 8 0,-2 0 405,-1-4 0,-2 5 134,-2 7-359,0 20-90,0 28-135,2-3 0,1 3 45,4 19-45,3-20 0,3-3 45,8-5 0,14-27-45,-20-11 0,-3-7 135,6-9 0,-1-2 270,-4-4 0,0 1 179,-1 11 1,1 3 180,4 1-630,-4 58-45,-7-6 0,0 3-720,2 13 0,2 2-964,1-3 1,2-3 1569,-1-7 1,2-9 0,22-29-1,-21-15 1,1 1 0</inkml:trace>
  <inkml:trace contextRef="#ctx0" brushRef="#br0" timeOffset="44967">15518 653 7892,'-13'-18'-719,"1"-7"629,6-3 1169,-5-15-449,10 21 180,-5-9-361,6 37 1,0 12-225,0 19 0,0 10-90,0-1 0,0 4-300,1-12 1,1 3 0,-1 2 0,1-2 254,-2 6 0,0-2 0,1 0 149,1-4 1,0-2 0,0-2-15,0 5 0,1-7 315,-2-10-271,10-40-718,-5-23 179,0 4 0,1-2 180,1 0 0,2-1 373,-1-3 1,1 2-239,1 13 0,3 3-45,16-11-180,1 40 450,6 13-45,-17-4 0,-3 3 404,3 17-269,-4-9-360,-37-2-270,-1-7 270,-20 0 315,20-3 0,1 3 45,-6 11-180,4-1-270,23 11-540,23-25 180,15 11-360,-11-19 1,2-4-765,-1-5 0,0-2 1574,-2 2 0,-3-4 0,4-18 0,-11-2 0</inkml:trace>
  <inkml:trace contextRef="#ctx0" brushRef="#br0" timeOffset="45383">15924 512 7533,'0'-26'1889,"0"-1"-1260,0 7 271,0 28-451,0 29-134,0-4 0,0 5-105,-2-5 0,0 2 0,0 1-31,2 2 1,0 1 0,-1 1-90,-2 7 0,-2 1 0,2-2-270,2-8 0,1-1 1,0-2-271,-3 7 0,0-6-989,3-2-270,0-26 360,6-8 1349,1 0 0,-1-8 0,0-2 0</inkml:trace>
  <inkml:trace contextRef="#ctx0" brushRef="#br0" timeOffset="46201">15949 1111 9332,'31'0'1079,"10"0"-809,9 0-45,-16-10 0,0-3-46,-4 4 1,-1-4 90,0-17 0,-5-6 0,-10 8 0,-3-1-45,-6-10 0,-4-1 89,-2 7 1,-4 4 135,-15-9-630,-9 15-809,2 39 584,9 3 0,1 5 360,5 2 0,3 4 225,-1 13 0,3 1 0,2-4 0,4 0-225,4 1 0,5-2-315,2-10 0,5-3 45,2-2 1,4-7-226,22-7 360,0-18 450,-12-11-180,-6-16-360,-7 15 180,-11 4 180,4 16-90,-4 16 90,5 4 270,6 7 449,1-9-269,5-26-450,-8-10 0,-1-7-135,3-17 0,0-5 90,-1 4 0,-1 0-180,4-3 0,1 6-675,-3 19 1,1 7 89,19 14-270,-14 8 1,0 3 989,-2 3 0,0 0 0,16 3 0,-2-9 0</inkml:trace>
  <inkml:trace contextRef="#ctx0" brushRef="#br0" timeOffset="46650">14792 776 7533,'-38'-8'629,"24"-9"-629,17-3 0,25-7 0,12-3 0,0 2 0,-1-1 0</inkml:trace>
  <inkml:trace contextRef="#ctx0" brushRef="#br0" timeOffset="47201">17266 1058 7533,'-25'-27'1889,"-5"17"-2339,14 26 0,0 9-225,-5 6 1,0 5 674,8-3 0,2 2 0,2-5 0,-5 3 0,17-23 0</inkml:trace>
  <inkml:trace contextRef="#ctx0" brushRef="#br0" timeOffset="47966">17733 582 7533,'-14'-20'-630,"-2"-3"1979,10 13-1349,-1 0 0,1 34 360,6 1 0,0 5-121,0 2 1,0 4 0,0 2-320,2 5 0,0 2 1,0 0 49,-2 0 0,0 1 0,1-2-210,2-3 0,2-2 0,-2-3-120,-2-2 0,-1-6-899,6 4 270,-6-40 989,0-2 0,-6-23 0,0-4 0</inkml:trace>
  <inkml:trace contextRef="#ctx0" brushRef="#br0" timeOffset="48602">17820 529 7533,'0'-31'689,"0"-1"1,8 1 0,5 2-151,20-9-404,-2 18 0,5 7 180,6 16 0,2 8-225,-4-2 0,-2 3-135,-2 9 0,-5 3 179,-11-3 1,-4 2 45,-4 20-449,-28-6-136,-6-10 0,-5-3 270,-3-9 0,-1-1 90,-8 10 0,0 1 450,10-7 0,2 2 89,3 8 1,4 4-495,3-1 0,4 1 180,9 7 0,7 0 90,1-2 0,5-1 44,8 0 1,4-2-270,-4-5 0,4-5-495,5-4 1,1-4-676,-4-2 1,-1-3-1484,16-1 2608,-4 6 0,-31-14 0,1 5 0</inkml:trace>
  <inkml:trace contextRef="#ctx0" brushRef="#br0" timeOffset="49249">18484 970 7533,'0'-35'2338,"0"7"-1528,-5 3-630,-8 15-270,-12-6 180,-6 22-360,0-4-90,10 12 0,1 6 270,-13 17 225,14-15 0,1 1 180,4 2 0,3 1-45,-1 19-90,18 0-270,13-10-90,12-9 270,6-24 0,5-12-135,-22-9 0,-1-5 45,3-2 0,-2-3 135,-3-6 0,-2-1 314,-2 8 1,-2 2 270,1-10-810,-12 28-180,-12 42-270,4 13 135,2-17 1,1 2-361,3 3 1,4-1-136,5-6 1,2-1 899,-3 3 0,3-7 0,27-19 0,-5-18 0</inkml:trace>
  <inkml:trace contextRef="#ctx0" brushRef="#br0" timeOffset="49549">18730 1023 8702,'0'-18'3238,"0"9"-3508,0 1-179,0 23-271,0 5 315,0 4 0,0 3-1663,6 20 1258,-1-20 1,2-1 809,12 9 0,11-41 0,1-15 0</inkml:trace>
  <inkml:trace contextRef="#ctx0" brushRef="#br0" timeOffset="50019">18939 988 7982,'-19'15'1889,"7"21"-2024,15-10 1,5 3 268,-2-1 1,3-2 0,7-2 0,3-4 225,13-3-540,-1-40 45,-12 1 0,-2-3 45,-3-10 0,-2-3 315,0 2 0,0 2 225,-2 6 0,-2 3-181,-1-3-359,4 28-359,1 28 224,-3-3 0,1 3-270,2-5 1,1 1-271,-1 6 0,0-2 765,2-6 0,-25-14 0,-16-28 0</inkml:trace>
  <inkml:trace contextRef="#ctx0" brushRef="#br0" timeOffset="50216">18853 723 7533,'-22'-13'1638,"0"1"0,-4-8-4285,26 2 2647,43 18 0,-7 14 0,3 6 0,-6-5 0,1 1 0,-1 0 0</inkml:trace>
  <inkml:trace contextRef="#ctx0" brushRef="#br0" timeOffset="50416">19542 1041 7533,'0'45'135,"-2"-11"0,-1-2-135,2 2 0,-4 1 0,-1 2 0,-1 10 0</inkml:trace>
  <inkml:trace contextRef="#ctx0" brushRef="#br0" timeOffset="51916">20268 529 7533,'-4'-35'2968,"-20"15"-2968,-5 28 0,9 17 0,4 11 30,10-4 0,5 5 0,1 2-240,2-3 0,2 2 1,1 1-1,2-1 180,5 7 0,3-2 0,2-2-120,2-5 0,2-2 0,2-8-29,8-7 1,1-13-137,-4-15 0,-2-9 270,-2-8 0,-5-3-45,-5 1 0,-2 1 270,11-16 450,-16 41 746,4 45-1196,-1-11 0,3 3-45,3 10 0,6-2-90,9-7 0,6-9 269,-6-12 1,1-11 0,6-15 0,-3-13-255,-15-1 0,-4-6 0,-1-3-217,1-8 1,-2-3-1,-2-1 179,-5 7 1,-2-1 0,-1 0-1,-1 0-82,0-10 0,-1 1 0,-2 3 0,-1 8 0,-1 1 1,-1 4-346,-3-4 0,0 15-2203,-1 30 2608,2 29 0,8 4 0,4 5 0,-2-13 0,-1 0 0,0 1 0</inkml:trace>
  <inkml:trace contextRef="#ctx0" brushRef="#br0" timeOffset="52699">20982 1094 10051,'29'1'120,"0"0"0,-5-5 0,1-2 105,17-5 0,-1-6-90,-11-6 0,-3-5-90,0 2 0,-4-2 0,-8-3 0,-6-1 44,-6 0 1,-6 3 0,-16-8 90,-18 19-540,4 28 45,9 12 1,2 7 314,9 2 0,4 3 270,-2 5 0,5 2-91,11 3 1,7-2-225,5-8 0,5-3-315,6 0 1,5-9 314,1-16 0,0-10 90,2-14 0,-4-9 15,-7 1 0,-3-5 0,-1-3-115,-2-7 1,-3-3 0,-1-2 204,0-1 0,0 0 0,-2-2 7,-6 11 0,-1-1 1,-1 1-1,1 2-7,0 0 0,1 2 0,-2 2 479,-1-5 1,-1 8-1259,-3 13-181,-2 39 630,-3 2 0,-1 3 315,5 15 0,1 5-135,-2-9 0,0 3 0,0 0-60,3 5 0,1 1 1,1-2-241,2-5 0,1-1 0,1-1-120,0-3 0,2 0 1,1-4 441,5-3 0,1-6-562,3 3-1259,-8-18 1799,-11-8 0,-11-24 0,-2-5 0</inkml:trace>
  <inkml:trace contextRef="#ctx0" brushRef="#br0" timeOffset="52918">21548 776 7533,'-19'-35'3276,"18"0"0,31 7-3539,-4 14 0,5 3-1356,13 4 0,4 4 1619,2-1 0,0 0 0,-8 0 0,-1 0 0,-3-1 0,0 0 0</inkml:trace>
  <inkml:trace contextRef="#ctx0" brushRef="#br0" timeOffset="54249">22483 547 7533,'25'-24'1169,"-11"3"-899,-9-15 449,-12 11-179,-11 7-540,-1 9 270,-5 1-270,-6 8 90,-7 8-270,-7 9 90,19-8 0,1 2 135,-6 12 0,0 3 135,1-4 0,0 3-60,6-1 0,1 2 0,0 2 29,2 1 1,1 0 0,2 1 30,1 2 0,1 1 0,2 0-121,2 4 1,0 2-1,3-1 1,2-2 0,2 0 0,2 0-90,0 0 0,2 0 0,2-2 30,5 4 0,4-4-135,3-5 0,3-7-45,21-4 270,11-26-360,-11-19 180,-16 5 0,-2-2 1,-6 2 1,-2-1-362,11-20-540,-11 24 361,-5 3-271,4 39 91,2 7 809,-4-1 0,1 3 135,2-4 0,0-1 764,8 10 90,-3-14 1,-10-23 269,4-15-269,-4-29-451,5 3-134,-4 1 0,2-2-495,1 13 0,2 1-90,3-4 0,0 1-585,-1 7 1,1 5-1125,20 10-360,1 18 1125,-15 4 0,0 2 1124,10 4 0,3 13 0,-16-13 0</inkml:trace>
  <inkml:trace contextRef="#ctx0" brushRef="#br0" timeOffset="54833">22828 1041 6183,'14'0'3276,"-9"-8"-2234,-11-2-1132,-18-8-270,-2 9 810,-16 1 180,-2 23-361,18 1 1,3 4-90,2 5 0,3 5 0,4 12 0,4 2-270,5-15 0,5 1 0,5 9 0,7-4-270,20-5 180,11-13 45,-18-22 1,0-7 44,-2-8 0,-2-6 180,-2-8 0,-2-2 449,-1 3 1,-2 1 44,-6 4 1,-2 3-225,-1 8-360,-17 34-719,-1 21 44,6-9 0,1 2-90,2 1 1,3-1 44,2-3 1,3-1 44,1 0 1,3-3-675,16-5 1349,2-3 0,15-39 0,-2-7 0</inkml:trace>
  <inkml:trace contextRef="#ctx0" brushRef="#br0" timeOffset="55635">23148 1111 7533,'-10'-27'1092,"1"-1"0,0 2 0,0 1 309,-3-2-1581,5 9-270,2 26-89,5 35 584,2-16 0,1 3 0,0 12 0,1 2-45,4 4 0,1 0 0,-2-5 0,0-1 0,0-5 0,-2-4 1259,-10 8-270,-14-46 181,-7 1-1080,1-30-1530,13 15-1078,6-7 269,28 1 1440,17-3 494,-7 11 0,4-1 315,4 1 0,1-1 539,0-3 1,-2-1 314,-5 0 1,-5-1-315,-8 1 0,-5-2 449,-6-5 1,-9 0-361,-19-3-89,-8-1-630,0 25-180,3 32-90,16 21 135,11-14 1,3 2-1,4 14 0,4 0 45,9-5 0,2-1 270,-4 1 0,0-4 180,-3-14 0,-6-3 719,-19 3-809,-10-24-180,-30-8-989,13-2-361,-4 0-1348,18 2 2698,8 8 0,33 16 0,5 4 0</inkml:trace>
  <inkml:trace contextRef="#ctx0" brushRef="#br0" timeOffset="85383">24981 494 7533,'7'-45'1799,"-2"2"-1170,-5 23-179,0 4-720,0 16 360,0 0 0,0 24-180,-10 5-90,2 7 0,-3 5-270,-9 2 1,-3 4 123,9-14 1,-1 2-1,-1 1 1,0-1 325,-2 0 0,0-1 0,-2 0 0,1 0 45,-3 4 0,1 0 0,-1-1 0,0-1 320,-1 5 1,0-1 0,0-5 39,-3-1 0,3-3-136,6-4 1,11-7 180,11-18 0,19-2-360,9-2 316,-7-2 1,1 0-1127,19 4-34,-17 3 0,2 2-865,0-1 0,-1 1 1619,17 13 0,-16-16 0,1-2 0,12-2 0</inkml:trace>
  <inkml:trace contextRef="#ctx0" brushRef="#br0" timeOffset="85918">25228 1005 7533,'-11'-45'3148,"-3"10"-2518,-16 17-181,4 18-1798,-10 26 809,17-5 1,1 3 629,1-1 0,2 1 89,-2 9 1,3 1 90,2 5-225,14-8 0,7-3-315,17-7 90,23-13 315,-20-18 0,-1-7-135,-2-8 0,-2-3 270,-1 1 0,-4-1 90,-5 1 0,-3 1 89,1-9-449,-6 25-270,-6 35-179,11 22-136,-3-16 0,3 1-225,3-1 1,3-1 134,1-6 1,1-3-405,13-2 1079,-8-20 0,-10-27 0,-4-11 0,-1-3 0,1 0 0</inkml:trace>
  <inkml:trace contextRef="#ctx0" brushRef="#br0" timeOffset="86366">25547 635 7533,'9'-45'3238,"-5"17"-3058,-11 13 449,1 46-674,6-6 0,0 5-315,2 7 1,0 6-1,0-1 30,0-7 0,0-1 1,1 2-301,0 12 0,2 2 1,-1-5-226,3 0 1,-1-5 854,-2-6 0,-1-6 0,-3-12 0,-18-59 90,7 12 0,1-3 944,-3-13 0,1-2 604,4 4 0,4 0-1027,1 8 0,6 2 378,13-1 1,8 5-1350,0 14 0,5 5-390,1 1 1,4 2-1,-1 3-889,14 8 1,0 4 1554,2-2 1,-5 4 0,-18 4-1,-5 1 1,5 5 0</inkml:trace>
  <inkml:trace contextRef="#ctx0" brushRef="#br0" timeOffset="86783">25843 988 10231,'41'0'405,"-14"1"0,2-2 224,8-9 1,1-4-270,-1-2 0,-4-5-226,-5-12 1,-7-5-225,-8 2 1,-8 0-226,-10 6 0,-8 5-585,-31 7 900,16 31 0,-1 10-45,-2 5 0,6 8-315,12 2 1,5 4-1,3-2-315,2 0 1,7 0 14,8 0 0,5 1 1,2-6 659,3-7 0,4-7 0,11-4 0,2-7 0,-7-12 0,-1 0 0</inkml:trace>
  <inkml:trace contextRef="#ctx0" brushRef="#br0" timeOffset="86950">26470 988 13379,'-6'27'-135,"-1"1"0,-1 11 0,0 6 0,2 0 0,1-1 1,0 1-1,1-1 0</inkml:trace>
  <inkml:trace contextRef="#ctx0" brushRef="#br0" timeOffset="88800">27283 953 7533,'-11'-26'1349,"-14"-9"-629,-8 5-541,7 8 1,-1 3 90,-7 7-540,-7 12 180,31 22 0,6 7 270,0 10 0,3 5-150,2-7 0,2 2 0,0 0-313,-1 2 0,1 1 1,-2-1 222,1-4 0,-1 0 0,-4-3 105,-6 0 0,-5-4 225,-1-6 0,-3-9 179,-25-30-359,17-13-359,15-9 269,24 15 0,8 1 64,0 3 0,4 1-64,16-5 0,3 1 45,-3 2 0,0 0 135,1 1 0,-3 1-135,-12 5 0,-4 6 405,6 22-316,-26 10 1,-6 9-75,0 3 0,-2 4 0,1 1-134,-1 2 0,0 1 0,1 3 74,0-5 0,1 4 0,0-1 0,1-6-135,0 7 0,4-6-315,8-1 1,3-17 538,-2-48 1,0-19-120,0 3 0,-1-6 1,-1-3-467,-4 8 0,-1-2 1,-1-2-1,0-1 1,0-1 480,0 4 0,0-2 0,0 0 0,0 0 0,0 0 0,0 2 140,0-4 1,1 2 0,0 0 0,0 1 0,0 3 121,0 0 1,-1 0-1,2 4 1,2 7 292,16-9 139,2 76-679,-9 7 0,-1 6-90,-5-14 0,-1 1 0,-2 0-150,1 5 0,-1 1 0,-4-2 285,-3 10 0,-5-4 270,-3-14 0,-3-6 404,-10-1 1752,-3-18-3100,18-8 89,11 0 450,25-8-45,2 0 0,3-2-105,-4-2 0,1-3 1,0-1-4,4-3 1,0-2 0,-2-2 182,-1-2 0,-1-1 1,-4-3 89,-4 1 0,-4-2 0,-2 0 59,1-11 1,-8 2 45,-10 5 0,-8 5 495,-30 1-630,12 33 0,-1 8-180,-12 10 0,3 9 120,17-3 0,3 4 0,2 1 180,-2 1 0,2 1 0,5 1-70,10 4 1,6 1 0,4-2-81,3-2 0,4-1 0,5-4 179,7-3 1,5-4 0,2-10-720,-1-10 1,1-9-1,0-5 570,1-8 0,-1-7 0,-4-5-58,-11-1 0,-4-4 0,-2-3 0,-1 1 237,-1-1 1,-2 0 0,-1 0 0,-4 1 419,-2-5 1,-3 2 0,-6 6 929,-15-13-1888,-15 82 29,19-8 0,2 5 0,6 3-763,10 9 1,7 4 0,0-5 756,-4 3 1,8-8-1,17-12 1,12-6-1,-1-7 1,-8-16 0,0 1-1,1-1 1</inkml:trace>
  <inkml:trace contextRef="#ctx0" brushRef="#br0" timeOffset="89983">28710 441 7533,'-3'-28'1304,"-1"-1"0,-1-12-854,16 72-1,-2 6 1,1 7-360,-1-9 0,0 2 0,-1 2-314,1 9 1,-1 3-1,0-3 254,-2-7 0,0-2 0,-1-1-120,0 13 0,-3-4 47,1-13 1,-6-7-587,-20-10-181,-10-19 675,4-10 0,-2-1 405,0 6 0,-1 2 224,0-1 1,1 4 288,2 12 0,3 6-603,-5 13-540,19 3 0,6 3 540,12 14 0,5-13 0,8-4-135,9-10 0,6-6-90,5 0 0,3-7-165,-6-14 0,1-8 0,0 0-139,0 1 1,-1 0 0,-3-5 318,-1-9 0,-2-5 0,-3 1 300,9-6 0,-6 0 179,-14 8 1,-7 1 270,-9-6-630,-8 25-1080,-16 39 540,10 1 405,6 4 0,4 4 388,7-11 0,5-1-478,5 4 0,5-3 45,6-12 0,3-7-90,4-10 1,-1-8 89,0-7 0,-3-7 90,-4-8 0,-3-3 359,0 2 1,-4 0-225,-8-1 0,-2 3-405,5-1-449,-11 15-720,0 48-360,0-2 1439,1-5 0,3-1 360,19 18 0,7-30 0,6-4 0,9 3 0,0 0 0</inkml:trace>
  <inkml:trace contextRef="#ctx0" brushRef="#br0" timeOffset="90466">29608 1041 7533,'13'-34'1619,"-12"5"-450,-8-6-269,-12 25-271,-11 43-629,15 8-450,5 0 1,4 3-271,12-11 1,4-2 179,4 3 0,4-5 360,8-6 0,4-11 315,2-22 0,-1-11 180,-1-2 0,-4-5 404,-5-12 1,-5 0 1079,2 2-360,-24 64-1439,2 11 0,0 8 120,0 1 0,-1 5 0,1 1-376,2-10 0,1 1 1,0 0-1,0 0 8,1 0 1,0 1 0,0-2-1,0-1 38,-1 4 0,-1-2 1,-1-5 119,0-2 0,-6-12 90,-26-26-90,-5-27-225,8 5 0,-1-3-899,1 1 0,0-1 1214,7 5 0,-1-2 0,4 0 0,-1-12 0,5-1 0,1-2 0,1 0 0</inkml:trace>
  <inkml:trace contextRef="#ctx0" brushRef="#br0" timeOffset="90684">29104 653 7533,'-26'-10'1638,"0"0"0,-4-6-3655,53 24 2017,7 10 0,6 1 0,3 5 0,-7 3 0,1 1 0</inkml:trace>
  <inkml:trace contextRef="#ctx0" brushRef="#br0" timeOffset="90900">30298 1182 7533,'-19'20'327,"0"1"1,0 8 0,2 5-1,3-2 1,1 4 0,-1 2-1,-1 3 1,0 1 0,-1 0-1</inkml:trace>
  <inkml:trace contextRef="#ctx0" brushRef="#br0" timeOffset="93166">30962 476 6543,'7'-10'720,"-1"10"-1,-12 34-89,0 8 0,0 10-428,1-17 0,0 3 1,0 1-1,1 2-565,-1-2 0,1 2 0,1 2 1,-1-1-1,1-1 205,-1 5 1,1 1 0,0-2-1,0-1-82,1 8 0,0-2 1,1-5-417,1-3 0,0-6-333,0 7 295,0-25 1,-5-26-1,-2-12 1</inkml:trace>
  <inkml:trace contextRef="#ctx0" brushRef="#br0" timeOffset="93583">30839 1058 7533,'0'-17'1889,"-5"-9"269,3-1-898,8 7-811,35 5-449,-9 13 0,6 4-360,-5-4 1,3-1-1,0 0-510,-1 0 1,1 0 0,0-1-256,12-4 1,-4-2 359,-10 2 1,-6-1 764,2-9 0,-19 16 0,-22 4 2158,3 23-538,-10 11-946,11-11 1,2 3-451,1 9 1,1 4-90,0 3 0,1 2-810,1 4 1,2-2-630,6-6 0,2-3 1304,6 6 0,26-61 0,-22-9 0,1 1 0</inkml:trace>
  <inkml:trace contextRef="#ctx0" brushRef="#br0" timeOffset="94353">31860 1005 6633,'20'-35'2969,"-8"16"-2790,-17 3-269,-9 16-269,-10 0-541,-7 0 271,-5 23 808,-8-1 316,13 10 0,1 3-136,7-15 1,0 1 90,-3 15 0,4 2-135,11-14 0,3-1-226,5 4 1,6-1-180,9-2 1,6-5-181,22 1-540,-11-10 1,2-4-676,1-13 1,-2-2 1484,10 5 0,-11-17 0,-1-5 0,-12 6 0,0 1 0</inkml:trace>
  <inkml:trace contextRef="#ctx0" brushRef="#br0" timeOffset="96070">32119 635 7533,'-7'-27'314,"1"2"1,1 1 495,4-8-810,-5-3 0,6 27 360,0 49-46,3-7 1,0 5-135,-2 4 0,-1 4 0,0 2-397,-1-11 1,0 1-1,0 0 1,-1 0 261,-1 1 0,0 1 0,-1 0 0,0-3 74,-1 6 1,-2-1 0,0-6 240,-2-2 0,0-7 0,3-13-630,17-58-90,2 12 0,5-2 210,-3 1 0,2-1 1,2 1 59,3 6 0,3 2 0,0 0 180,7-15 0,0 9 0,0 24 0,-2 9 179,7 18 119,-26 4 1,-5 5-254,-1 1 0,-4-1-405,-18 7 180,4-15 0,-5-3 0,-6-11 0,-3-4 405,-1 3 0,0 2 44,3-1 1,1-1-450,-2-3-90,21 20-359,40-22 224,-10 2 0,2-1 135,12-1 0,1-4 180,-1-5 0,-2-1 90,-5 3 0,-2-2 45,-3-9 0,-5-1 405,-4 5-540,-18-4 180,-18 32-450,-8 19 629,7 4-539,20-12 1,8-3 89,30-4 90,-1-27 0,3-10-45,-4-4 0,-2-7 27,-8 1 0,0-5 1,-3-5 39,-4 1 1,-2-5-1,-1-1 1,-1 1 44,-1 3 1,-2 0-1,0-1 1,0 1 201,-1-3 1,0-1 0,-2 1 0,-1 4-45,5-16 0,-11 20 45,-21 41-315,4 15 0,2 11-225,1 0 0,1 5 0,-1 1-500,1 6 0,0 1 0,1 1 95,3-10 0,1 1 1,0-1-1,1 0 75,0 9 1,-1-2-1,2-2 330,-1 10 0,2-10 270,8-15 384,-5-56-159,2-12 0,0-8 434,-3 11 1,0-3 0,0 0-70,-1-7 0,0-1 1,3 2 98,3 5 1,2 1-1,3 3-59,3-7 0,7 8-281,11 13 0,5 12-844,-4 20 0,0 8-360,0-4 1,-2 5 854,-8 10 0,-8 3 0,-7 6 0,-15 6 0</inkml:trace>
  <inkml:trace contextRef="#ctx0" brushRef="#br0" timeOffset="96286">31331 882 7533,'-17'-32'213,"-1"-1"1,3 6-1,10 3 1,23 10 0,10 3-1,2 2 1,-1 0 0</inkml:trace>
  <inkml:trace contextRef="#ctx0" brushRef="#br0" timeOffset="97349">25154 2205 7533,'-27'-9'1124,"0"0"0,-8-1-1034,9 2 0,0 1-360,-5 5-225,5 0 1,-2 4 314,-10 11 0,-3 7 360,8-2 0,-1 4 0,0 1-6,-5 5 0,0 2 1,5 2-115,6-1 0,4 3 0,4-1-195,-3 11 0,12 0 0,25-3 0,13-3-450,8-5 1,7-4 584,-3-8 0,4-3 0,-2-4 0,6-2 0,-1-4 0,1-5 0,-1 0 0</inkml:trace>
  <inkml:trace contextRef="#ctx0" brushRef="#br0" timeOffset="97833">25375 2505 7533,'0'-36'2698,"0"9"-2248,-11 2-1170,3 15 361,-20 10-1,-4 17 450,10 10 0,0 5 0,5-8 0,1 3 29,5 5 1,2 5 0,6-6-300,20 12-45,-1-10 1,6-9 44,8-26 0,2-10 180,6-3 0,-1-7 45,-4-7 0,-4-7 269,-5-7 1,-4 0 270,-6 17 0,-5 3 44,-14-10-539,-9 43-90,4 12 0,2 7-360,0-6 1,3 3-541,4 12 1,8 0-585,8-9 0,5-3 1484,2 0 0,3-7 0,2-18 0,1-8 0,-4-9 0,0 1 0</inkml:trace>
  <inkml:trace contextRef="#ctx0" brushRef="#br0" timeOffset="98220">25769 2558 7533,'0'-36'1889,"0"17"-1080,0 3-449,0 55-360,5-13-135,0 3 0,3 1 225,11-3-360,17-33 0,-4-31 90,-10-4 1,-1-6 388,-8 11 1,-1-1 0,0 2 60,1-10 0,0 6 539,10 3-89,0 66-1035,-8 7 0,2 6-315,-1-11 1,3 1-1,0 0-463,1 1 1,1-1 0,1-2 909,10 4 1,-1-5-1,-9-10 1,0-7 0,6-15-1</inkml:trace>
  <inkml:trace contextRef="#ctx0" brushRef="#br0" timeOffset="99050">26162 2611 7533,'-24'-18'1259,"11"8"-629,2-13-1,27 11-494,1-7 0,3-3-135,10 0 0,3-1-60,-5-2 0,2-2 0,-2 0 0,-2 2 0,0 0 0,-2 1 105,9-10 0,-4 5 405,1 4 180,-19 50-361,-9 8 1,-4 5-225,2 3 0,0 2-270,-1 5 1,2 0-451,3-11 0,3-4-315,3-8 1,5-4 989,23-4 0,-14-22 0,1-7 0,0-7 0,0 0 0</inkml:trace>
  <inkml:trace contextRef="#ctx0" brushRef="#br0" timeOffset="99683">26766 2558 7533,'-12'-10'1439,"5"-6"-540,7 6-449,29-7-270,10-9-270,-6 13 0,1-1 135,-2-3 0,-1-1 0,-4-3 0,-4-2 45,8-14-135,-35 11 0,-9 1-135,-7 8 0,-5 5 45,-8-1 0,-3 8 90,-3 13 0,4 10 0,6 10 0,7 6 45,8 6 0,9 3 135,12 5 0,10 0-135,2-19 0,5-2 0,2-3 45,13 4 0,5-9 105,-8-11 0,2-5 0,-4-6 120,2-13 0,-5-5-1,2-2 1,-7-1 90,-8-19 0,-12 25-90,-12 10-270,-1 8-360,-5 0-90,5 0 270,40-31-180,-14 12 1,4-1-361,3-1 1,3-1-1,1 2-315,10-5 1,0 5 988,-4 8 1,-2 6-1,-3 8 1,-2 6 0,-7 6-1,-1-1 1</inkml:trace>
  <inkml:trace contextRef="#ctx0" brushRef="#br0" timeOffset="100133">27701 2346 7533,'33'-26'2428,"-5"7"-1618,-21-14-1,-7 5-269,-17-7-540,-20 15-225,13 17 0,-2 6-180,-8 11 1,0 8 224,4 6 0,3 6 450,0 5 0,5 3-135,7 2 0,10 0-180,13-9 0,8-6 45,4-7 0,6-8-90,13-17 0,2-12 90,-5-5 0,-3-7 359,-3-11 1,-4-2 449,-6 14 1,-4 3 1079,-9-11-1259,-9 44-1035,0 16 0,3 7-1234,4 4 1,8 0-1,15 2 1,4-3 1482,-11-3 0,3-7 0,22-17 0,4-8 0,-17-2 1,-1 0-1</inkml:trace>
  <inkml:trace contextRef="#ctx0" brushRef="#br0" timeOffset="100250">28206 2575 7533,'38'0'787,"-2"8"0,-18 2 0,0 8 0</inkml:trace>
  <inkml:trace contextRef="#ctx0" brushRef="#br0" timeOffset="753562">1058 1940 7533,'26'-17'-270,"-7"-9"810,-1 7-181,-2-7 1,-14 8-90,6 9 180,-24-7-270,4 14 0,-29-6-450,-4 16 180,15-4 0,-3 2 0,-13 9 0,-2 3 90,10-4 0,0 2 90,-7 5 0,3 1-90,14-9 0,3 1 0,-2 19 270,27 11-90,27-5 89,-2-3 1,3 2 0,3-9 0,1-1-180,-10-3 0,0 2 0,-3-1-45,1 10 0,-3-1 0,-2-7 0,-6-1 0,-13-1 0,-8-1-180,-11-2 0,-5-3-45,4-4 0,-3-3-90,-19-2 0,0-4 0,-3-1 135,18-16 1,3-4-496,8 3-809,20-15 1439,36 8 0,-3 12 0,4 3 0,8-1 0,0 0 0</inkml:trace>
  <inkml:trace contextRef="#ctx0" brushRef="#br0" timeOffset="754293">1094 2417 7533,'17'-44'-180,"-7"7"1529,-2 2-719,-8 17-720,0 10 270,-8 32-90,6-3-45,-2 11 0,0 3 134,4 14-89,0-17 0,0-3-360,0-2 181,8-19-181,2-41 135,3 7 0,-1-3 90,-6-8 0,0 1 90,7 12 0,-2 1 135,-9-16 90,5 45-91,-7 12-179,0 11 45,7-3 0,2-1-45,3 4-90,13-3 90,1-26-90,-12-21 1,-1-7-46,1 3 0,0-1 135,4-14 0,-3 2 180,-3 0 359,11 23-269,-13 48-405,2-10 0,2 1 0,-5 3 0,1 1-630,6 10 1,2-2-1484,9 6 2248,-14-13 0,1-7 0,20-36 0,-7-18 0</inkml:trace>
  <inkml:trace contextRef="#ctx0" brushRef="#br0" timeOffset="754693">1693 2364 7533,'10'-18'1709,"-2"8"-1799,-24 2 180,5 24-45,-3 4 0,2 3 90,6 4 0,2 3 179,-1 9 1,2 0-225,9-2 0,4-3 90,18 5-270,-3-38 0,2-10 45,-1-11 0,-5-9-15,-6-2 0,-3-6 0,-3 1-30,-2-6 0,-6 0-45,-10 0 0,-8 6-90,-4 18 1,-3 8-586,-23 20 810,12 19 0,34-4 0,10 1 0,5-3 0,1 0 0</inkml:trace>
  <inkml:trace contextRef="#ctx0" brushRef="#br0" timeOffset="756059">2064 1923 5914,'0'-10'1169,"0"-6"-989,0 14 90,0-6 0,0 24 179,0 27-269,-4 2 0,0 6-90,3-6 0,2 4 0,-3 0-92,-3-7 1,-2 2-1,0-1 1,2-1 120,4 6 1,1-2 0,-2-3 15,-7 6 0,2-12 45,7-21-630,0-51 180,0-12-90,-1 13 1,2-1 224,5-1 0,4 1 270,-2 10 0,3 1 138,8-8 0,5 8-93,2 19 0,1 6 90,20 1-180,-23 9 0,-5 5 179,-1 19-89,-18 8-450,-15-20 1,-3 0 224,3-1 0,-2 1 90,-8 2 0,-1 1 44,11-4 1,3 1 90,-6 14-90,34-4-90,5-23 0,18-4 0,5-4 0,-14-8 0,1-4 60,1 3 0,4-2 0,-3-2-105,6-13 0,-5-5 45,-1-1 0,-3-3 0,-5-6 0,-7 0 0,-15 10 0,-4 1 45,-2 0 0,-6 5 135,-34 13 180,16 23 0,1 7-315,4 3 0,5 3-180,-1 17 0,10 1-225,16-14 0,10-4-390,6-3 1,7-3-1,0-4 750,8-3 0,2-6 0,-4-4 0,1-3 0,-3-3 0,0-7 0,1 0 0</inkml:trace>
  <inkml:trace contextRef="#ctx0" brushRef="#br0" timeOffset="756859">3316 2469 7533,'18'-25'-900,"-8"5"1530,-3-13-450,-14 21 90,-11-3 89,-10 15-539,-15 15 180,6 5 0,15-4 0,1 3 180,2 2 0,3 1 180,-4 23-90,12-7-360,26-5 0,25-23 0,-4-18 45,-9-3 0,-1-6 180,-5-8 0,-3-2-90,-1 3 0,-3 0 270,-1-1 0,-6 7 44,-10 16-269,-2 6-90,-4 28 0,4 9-989,18 4 134,-4-5 1,3-4 854,15-8 0,4-31 0,4-10 0,-5-6 0,1-1 0</inkml:trace>
  <inkml:trace contextRef="#ctx0" brushRef="#br0" timeOffset="757376">3881 1817 7533,'9'0'539,"-1"15"-134,-10 18 0,-4 9-165,5-10 0,1 3 0,-1 2-511,0 4 1,-2 3 0,1 2 0,1-3 300,0 8 0,1-2 0,1-2-150,-1-3 0,0-2 0,0-4 1,0-1 1,0-6-1321,0 3 881,0-25 558,7-1 0,11 0 0,9 2 0</inkml:trace>
  <inkml:trace contextRef="#ctx0" brushRef="#br0" timeOffset="757959">4180 2487 7533,'10'-20'-90,"-2"-11"1259,-8 12-629,0-9-180,0-5-270,-16 13-1,5-5-268,-15 15-91,-7 18 90,14 10 0,1 7 270,-2 2 0,2 3-45,0 4 0,3 2 0,4-1 0,4-1 359,8-6 1,4-1-360,6-3 0,6-3-90,4-5 0,5-7 45,4-9 0,1-8-225,0-10 1,-2-7 89,-4-1 0,-3-5 270,6-8 0,-5 0 89,-12 14 1,-2 3 225,7-11 180,-32 33-630,12 33-360,-20-2 90,21-6 0,4 1-810,2 0 1,2-1 270,15 15 89,1-21 1,1-3 719,0-1 0,17-38 0,-20-6 0</inkml:trace>
  <inkml:trace contextRef="#ctx0" brushRef="#br0" timeOffset="758409">4533 2593 8342,'8'25'1080,"-6"-5"-721,6-2-359,-8-11-359,0-7 89,0-23-540,8-14 675,-8 3 0,2-3 135,9-3 0,1 0 135,-7 2 0,2 3-45,8 6 0,3 5-540,2 7-179,5 27-271,1 17 181,9 8 719,-6-7 0,5-11 0,-17-9 0</inkml:trace>
  <inkml:trace contextRef="#ctx0" brushRef="#br0" timeOffset="759025">4815 2417 5824,'12'-30'2968,"-3"7"-2248,-9 30-541,0 27-179,-1 5-180,0-9 1,1 1 134,-1-4 0,2-1 45,11 3-540,14-21 315,-10-25 0,0-9 225,6-1 0,-1-3-135,-4-13 0,-3 0 270,0 10 0,-3 1 180,-4-1 0,-2 5-225,1 16 0,-12 24-45,5 16 0,1 5-45,-5 16-45,13-10 0,6-4 45,7-3-135,7-19 0,3-9-225,-7-14 0,-2-7 180,7-9 1,-3-3 179,-6 2 0,-3-1 269,-4 1 1,-1 3 630,0 5 809,-12 34-1170,-7 17-494,1 8 0,0 4-630,4-14 1,3-1-765,8 15 0,5-4 1349,3-9 0,12-22 0,4-10 0,-9-13 0,-1-1 0</inkml:trace>
  <inkml:trace contextRef="#ctx0" brushRef="#br0" timeOffset="839091">5746 6121 8162,'13'-10'1529,"-1"-6"-269,-5 14-721,4-13 991,-4 13-451,6-14-629,-7 14 89,0-6 271,-1 0-360,-3 6-91,-2-5-538,-18-1 358,-14-2-179,6 1 0,-2 0 45,-8 3 0,-2 2 0,-3 6 0,0 4-15,5 5 0,-2 4 0,4 2 0,6 3 0,2 1 0,0 3 30,-3 4 0,-1 1 0,6 2 390,2 12 0,6 2 89,2 3 1,4 0 44,5-2 1,5-1-90,8 4 0,6-2-181,-1-17 1,6-3 90,17 1 0,7-7-45,3-16 0,2-9-900,-14 1 0,0-4 0,-1 0-1099,13-6 1,-5-4-1,-12 0 1,-4-1 818,5 1 1,-34 24 0,-11 13 0</inkml:trace>
  <inkml:trace contextRef="#ctx0" brushRef="#br0" timeOffset="839874">6092 5821 7533,'-9'-27'1092,"0"1"0,-7-5 0,-4 1-302,-5 2 1,-6 1-522,2 5 1,-4 1 0,-2 4-653,-5 3 1,-4 5 0,-2 2 449,5 2 1,-2 2-1,-1 2 1,0 2-295,0 4 1,1 3-1,-1 2 1,-2 3 298,3 0 0,-2 2 0,0 2 0,0 3 0,2 1 62,6-1 1,1 2 0,0 1 0,1 2 0,0 0 0,1 1-120,-1 0 0,1 2 0,0 0 0,0 1 0,2 1 0,2 1 90,0 3 0,1 1 0,2 2 0,1 0 0,3 0 0,2 1 56,3 2 1,3 1 0,2 0 0,4 1 0,2 0-36,3 1 0,2 2 0,4-1 0,3 0 0,4-1-36,3 0 0,5-1 0,3 0 0,3-2 0,1-3-108,-1-4 0,2-1 0,1-3 0,3-1 0,4-3-27,0-3 0,4-1 0,2-3 0,2-1 0,1-4 0,0-2-173,5-4 0,2-4 1,1-2-1,1-4 0,0 0 1,-1 0 172,-1-1 0,0-1 0,0 0 0,0-3 0,-1 0 0,0-1 45,-1-2 0,1 0 0,-1-2 0,-1-1 0,-2-1 0,-2-2 377,-2-1 1,-2 0 0,-1-3 0,-4-1 0,-2-3-67,-1-6 1,-4-3 0,-2-2-1,-3-2 26,-2 0 1,-2-2-1,-2-1 1,-5-2-213,-4 1 1,-2-3 0,-4-1 0,-1 0 0,-2-1-218,-1 5 1,-2-1 0,-1 0-1,-2 0 1,0 0 0,0 1 163,-3-8 0,0 1 0,-2 1 0,-1 1 0,-2 1 17,0 4 1,-1 1 0,-1 1 0,-2 2 0,-1 5-522,-9-5 0,-3 6 0,0 8-468,-11 10 1,1 13-740,-1 14 1,6 9 1169,17-4 1,5 3 0,2 11 0,7 3 0,8-8 0,1 1 0</inkml:trace>
  <inkml:trace contextRef="#ctx0" brushRef="#br0" timeOffset="841891">1958 9490 6633,'0'-20'1259,"0"-3"-179,0 5-450,0-9 179,0-9 360,0 1-179,0 8-450,0 1 89,-8 40-449,-4 15 0,-1 10-90,2-4 0,0 3 0,0 4 0,-1 2-416,1-6 1,-1 3 0,0 1 0,0 1 0,0 0 0,0-1 370,1 1 0,0 0 0,0 0 0,1 0 0,-1 0 0,0-1 153,-1 5 0,0 1 0,-1-2 0,1-1 0,1-2 63,-1-1 1,1-1-1,0-3 1,1-4-37,0 5 0,1-6-135,-1-3 0,4-11-900,6-17-269,0-11-1,0-19 1302,8 4 0,0-3-717,-7 1 1,2-3 14,8-3 0,4-3 1,-2 0 209,-2-10 0,-1-4-135,3 8 0,3-5 0,0-3 0,-2 1 405,-3 9 0,-2 0 0,0-1 0,0 0 0,0-2 54,2-5 0,0-2 0,0-1 0,-1 1 0,0 1 269,0 4 1,-1-1 0,0 2 0,-1 1 0,-1 3 275,0-9 1,-1 4 0,1 2 30,6-8 0,-3 10-271,-8 19-628,30 21 628,-17 24 1,-1 12-210,1-5 0,0 2 0,0 3-225,-1 3 0,-1 4 1,0 2-1,-2 1 147,-2-7 0,-1 2 0,-1 1 0,0 0 0,-1 0-54,1 0 0,-2 2 0,0-1 0,0 1 0,1 0-18,0 4 0,1 2 0,-1 0 0,0-2 0,0-3 129,-1-3 1,0-2-1,0-1 1,0-1-190,1 10 0,0-1 0,1-5 15,6-4 0,-2-7-405,-9-4 90,6-11-629,-8-32-28,-8-3-1142,6-9 2271,-22-5 0,-3 29 1,-18-2-1</inkml:trace>
  <inkml:trace contextRef="#ctx0" brushRef="#br0" timeOffset="842161">1764 10107 7041,'-45'-18'3276,"2"1"0,31-1-1400,22 1-1385,16 10 0,8 4-431,-3-5 0,2-1 0,1 2-540,5 5 0,0 2 1,1-2-614,4-3 1,1-1 0,-3 2 837,3 3 0,-5 2 0,-11-1 0,-7 0 0,-16 0 1</inkml:trace>
  <inkml:trace contextRef="#ctx0" brushRef="#br0" timeOffset="842757">2240 9190 7533,'-10'-33'819,"-1"1"0,1-1 0,-10-14 0,-7 6-352,-4 16 0,-5 5 0,-1 2-778,2 3 1,-1 3-1,-3 4 356,1 4 0,-3 4 0,-1 4 0,0 4-448,-1 6 0,1 6 1,-1 4-1,1 2 349,2-1 0,-1 3 0,0 1 0,2 5 0,4 3 118,9-4 0,3 2 1,1 4-1,1 1 0,1 1 1,2 0-1,1 0-174,1 0 0,0 1 0,2 0 0,1 1 0,2 1 0,2 0 0,2 0 161,1 3 0,3 1 1,1 0-1,3 1 1,1-1-1,2 0 1,2-1-1,1-2 0,2-1 1,2 0-1,1-1 1,2 0-1,2-2 1,1-1-297,3 3 1,2-1 0,2-1-1,2-3 1,2-2 0,3-3 94,2-4 0,3-1 0,2-4 0,2-2 0,1-4 0,0-4 195,3-2 0,1-5 0,1-3 0,2-3 0,-1-3 0,-1-4 109,-2-3 0,0-4 0,0-3 1,1-2-1,-2-1 0,-1-2 0,-2 1 71,2-1 0,-2 0 0,-1-2 0,-1-1 0,-2-2 0,-1-2 29,-3-2 1,0-1 0,-1-3 0,-3-1 0,-3-1 0,-3-1-4,-1-8 1,-5-1 0,-2-2 0,-4 0 0,-2 1-19,-3 4 1,-3 1 0,-2-1 0,-2-1 0,-1-1-183,-1 4 1,-1-1-1,-1-2 1,-2 0-1,-1 0 1,-1 1-1,-1 3-36,-3-2 0,-2 2 0,-2 0 0,-1 2 0,-1 0 0,-1 1 105,-2 0 0,-1 0 0,-2 2 0,0 0 0,0 2 0,0 2-269,-6-7 0,0 3 0,0 3 0,-1 6-944,-8 2 1,-2 7 0,7 9 1034,-11 17 0,24 11 1,32 6-1</inkml:trace>
  <inkml:trace contextRef="#ctx0" brushRef="#br0" timeOffset="844257">8725 9490 7533,'-7'10'270,"2"-3"719,-1-14-269,-1-3 179,1-8-89,-5 0-181,4 1-179,-6 38-270,1 20 0,1 12-90,4-13 0,1 4 0,0 3 0,-1 3-348,2-10 0,-1 3 1,1 2-1,-1 0 1,1 1-1,0-1 1,0-4 113,1 7 0,0-3 0,1 0 0,1-1 0,0 0 90,1 0 0,0 2 0,0-1 0,2-5 0,3-5-306,4 4 1,4-12-1080,13-17 179,-7-20 1260,-8-15 0,-3-9 0,1-12 0,-2-6 0,0 7 0,0 0 0,0 0 0</inkml:trace>
  <inkml:trace contextRef="#ctx0" brushRef="#br0" timeOffset="844540">8627 9578 7533,'-19'-45'3276,"6"2"-1605,35 7-772,10 13 1,8 3-630,4 4 0,5 3-685,-13 4 1,4 0 0,1 1 0,-3 1 84,2 0 0,-1 1 0,-1 1-180,-1 1 0,-1 0 1,-3 2-603,2-1 0,-11 6 1112,-23 15 0,-32 17 0,2-12 0,0-1 0</inkml:trace>
  <inkml:trace contextRef="#ctx0" brushRef="#br0" timeOffset="844760">8615 9825 7533,'-22'21'1638,"1"1"0,-7 15 573,33-9-1492,15-25 1,10-6-571,3-2 1,5-2 0,2-1-808,7-1 0,1 0 0,1 0-435,-1-1 1,0 1 0,1 2 1054,-9 4 1,2 2 0,-1 1-1,-3 2 1,-3 2 0,-3 2-1,1 2 1,2 4 0,0 1 0,0-1-1</inkml:trace>
  <inkml:trace contextRef="#ctx0" brushRef="#br0" timeOffset="845308">9488 9102 7533,'-30'-19'254,"1"1"1,-1 0 0,-8-4 0,-5-1 0,-2 1 0,0 6-53,5 9 0,0 3 1,-2 3-1,-1 2-835,-3-2 1,-3 1-1,-1 2 1,-1 4 0,1 6 688,11 2 0,-1 4 0,0 3 1,0 2-1,1 2 0,0 1 0,1 1 1,2 0-242,-1 1 0,2 1 1,1 1-1,2 2 0,-1 1 1,1 2-1,0 3 311,3-3 0,0 2 0,0 2 0,-1 2 0,1 1 0,1 0 0,1 2 0,2-1 0,3 0 0,2-1-73,1 4 1,2 1 0,3-1 0,1 1 0,3 0 0,1 1-1,2 0 1,1 1-34,2-3 0,2 2 0,1 1 0,1 0 0,2 0 0,2-1 0,1-1 0,2-1 0,2-3-59,3 4 1,2-1-1,1-1 1,3-2-1,3-2 1,3-3-1,3-2-316,5-1 0,3-2 1,4-1-1,3-4 1,1-3-1,2-5 1,1-5 219,-2-6 0,3-6 0,1-4 0,2-3 0,0-3 0,0-1 0,-1-1 0,0 1 146,-3 0 0,1 1 1,-1-2-1,-1-1 0,1-1 1,0-3-1,0-2 0,-1-3 41,-5-1 1,1-1 0,1-3-1,0-3 1,-1 0 0,0-2-1,0-1 1,-2 0 0,-1 0-1,-3 0 1,-1 0 93,3-5 0,-3 0 0,-1-1 0,-2-1 1,-2 0-1,-1-1 0,0-1 0,-2 0-34,1-1 1,-1 0-1,-1-2 1,-1 1-1,-2-2 1,-2 0-1,-2-1 1,-4 0 47,-2-2 0,-3-1 0,-3-1 1,-1 0-1,-3 0 0,-2 0 1,-1 2-1,-3 2-175,-1-3 0,-3 2 0,-3 1 0,-2 0 0,-3 1 0,-2 0 52,-2 1 1,-2-2 0,-4 0 0,-1 1 0,-1 3 0,-1 2 0,1 5-182,-4 1 0,0 3 0,-1 4 0,-1 2 0,-2 4 223,-11-1 1,-3 4-1,0 6 1,4 7-1,-1 11 1,2 9 0,3 3-1,3 8 1,1-1-1,-1 1 1</inkml:trace>
  <inkml:trace contextRef="#ctx0" brushRef="#br0" timeOffset="869624">4798 7126 7443,'10'0'270,"5"-8"269,-11-2 91,9-15-180,-5 5-1,5 3-179,-6 1-180,-2 14-180,-5-6 270,0 16-90,0 2 360,-5 0-180,-2 5-90,-6-5-1,-3 0-89,9 6-90,-18-7-90,-3 25 90,-9-5 90,5 5 0,-3 7-30,5-8 0,-2 2 0,-2 2-434,6-4 0,-1 0 0,-1 2 1,-2 2 358,4-6 0,-1 1 0,-2 2 0,0-1 0,0 1 0,1 0 60,-1-1 0,1 0 0,0-1 0,0 1 0,0 0 0,0 1-60,1-1 0,0 0 0,0 0 0,1 1 0,-1-2 0,1 1 33,-5 2 0,-1 1 0,1-1 0,1-1 0,1 0 4,-1 3 0,1 0 1,2 0-1,-2-1-160,-2 0 0,0-1 1,-1 0-1,2 0 138,4-2 0,0-1 0,1 0 0,1-2 0,-7 7 0,1-2 0,1-1-35,2-5 0,1-1 0,0 0 125,1 0 0,1 1 0,-1 0-30,-3-1 0,0 0 0,0 0-213,-2 3 0,-1 2 0,2-1 183,1 0 0,0 0 0,2-2-90,2-4 0,2-2 0,1 1 680,-6 11 1,5-2-621,-1 1 1352,17-19-1532,8-16-3097,0 0 0,15 0 3314,-11 0 0,17-9 0,5-5 0,14-16 1</inkml:trace>
  <inkml:trace contextRef="#ctx0" brushRef="#br0" timeOffset="870157">3016 9031 7533,'-17'-19'-270,"7"-13"1799,-6 13-1259,14-17 0,-6 17-360,8-5 270,0 22 359,0 2 631,0 18-721,-13 9 1,-5 5-315,7 0 0,-2 2-75,-11 4 0,-6 3 0,2 0-167,10-6 0,3-1 0,-3-1 167,-4-2 0,-3-1 0,4-1 210,1 3 0,4-5-90,-1-10-180,17-1 180,9-6 809,33 0-270,-6-12 1,6-4-840,2-5 0,5-4 1,-1-2-420,-3-3 0,-1-3 1,0 1-555,1 0 1,0 0 0,-5 1 1068,2-8 1,-16 15-1,-30 38 1,-7 0-1,-1 1 1</inkml:trace>
  <inkml:trace contextRef="#ctx0" brushRef="#br0" timeOffset="878505">6079 7020 6543,'15'34'1799,"7"-5"-1840,-5-12 0,6 5 0,5 5 0,6 2 0,2 4 1,3 2-1,2 1 0,-1 0 0,0 1 0,-1-2 0,-4-1-233,-3-2 1,0 0 0,0 0 0,0 0 0,-1 1 0,1 0 0,0 1 0,0 0 0,0 0 0,1 0 0,0 1 0,1 0 244,-1-1 0,1 1 0,1 0 0,0 0 0,0 1 1,1 0-1,-1 1 0,1-1 0,0 1 0,-1-1 0,0 0 1,-1 0-1,-1 0 0,0-1 74,2 2 0,-1 2 0,0 1 0,0 0 0,-1 0 0,0-1 0,0-1 0,-2-1 0,0-2 0,-1-2 0,-1-3 0,-1-3 146,11 7 1,-3-4 0,-1-4 0,-1-3 0,2-1-395,5 0 1,2-2 0,-2-4-1,-2-4 609,-2-5 1,-2-3 0,-6 1 222,10 17-314,-37 5 0,-8 5-405,-3-4 0,1-4 90,8-8-476,6-41 476,1 3 0,0-3 0,-2 17 0</inkml:trace>
  <inkml:trace contextRef="#ctx0" brushRef="#br0" timeOffset="879313">8122 8696 6903,'-12'-18'2249,"-12"1"-1710,4 7 136,22 34 0,9 15-226,5 2 1,4 6-270,-1-10 0,3 4 0,2 1 0,-3-3-180,0 0 0,-1-1 0,0-4-45,8 8 0,-4-7 135,-12-12-450,-12-23 90,-1-8 270,-5 6 540,1-13 89,-8 13-269,-15 2 0,-11 3 0,0 2-91,2 0 1,1 2 0,-4 0-563,-5 0 1,-5 1 0,0-1 0,7-1-113,-8 2 1,13-7-2873,12-18 2978,58-5 1,3 8 0,1 3 0,7 3 0</inkml:trace>
  <inkml:trace contextRef="#ctx0" brushRef="#br0" timeOffset="888110">7704 10372 6183,'9'-32'1079,"1"1"1,-9-6-990,-30 22 0,-16 6-45,6 6 0,-6 4 0,-4 1 0,-1-2 0,9-1 0,-1-2 0,-2 1 0,0-1 0,-1-1 0,-1 2-200,1-1 1,0 0 0,0 1-1,-2-1 1,0 0 0,-2 0-1,-1 0 164,8 0 0,-2 0 0,-2-1 0,0 0 0,0 1 0,-1-1 0,-1 0 0,1 0 0,0 1 0,0 0-209,0-1 0,-1 1 1,1 0-1,-1 1 1,0-1-1,1 0 1,-2 0-1,1 1 1,-1-1-1,0 1 183,1 0 1,0 0 0,-1 0-1,1 1 1,-2-1 0,1 0 0,0 1-1,-1-1 1,1 1 0,-1 0 0,1 0 7,0-1 1,0 1 0,-1 0 0,0 0 0,1 0-1,-1 1 1,1-1 0,0 0 0,0 1 0,1 0 0,0 0-92,-1 0 0,0 0 0,1 1 0,0 0 0,1 0 0,-1 0 0,1 0 0,1 0 0,0 0 0,0 0 120,0-1 0,0 0 0,1 0 0,0 0 0,0 0 0,1 0 0,0 0 0,1 1 0,-1 0-23,-1 0 1,-2 1-1,1 0 1,1 0 0,0 0-1,2 0 1,1 0-1,3 0-33,-6 0 0,4 0 0,1 0 0,1 0 0,0 0 240,-10 0 0,-1 1 0,2-1 1,1 1-93,7-1 0,1 0 1,1 0-1,0 0 473,-9-2 0,0-1 0,4 2-1440,-9 1 1,10 3 1182,8 13 0,50-37 0,14-5 0</inkml:trace>
  <inkml:trace contextRef="#ctx0" brushRef="#br0" timeOffset="888760">3457 10072 7533,'-8'-26'180,"-1"15"89,-20 4 1,-7 6-180,11 8 0,-3 3-68,-4-3 1,-6-1-1,-3 0 1,3 3 67,-8 6 0,0 4 0,-1-2 0,4-5 0,-3 0 0,0 0 0,3-1-60,-7 2 0,1-1 0,4 0-60,10 0 0,2 0 0,5-5 300,-7-5 269,45 14-209,22-5 0,17-1 0,1 2-1050,-7 5 0,2 4 1,1 0-1,-1-1 360,-3-4 0,0-2 1,-1 1-1,-2 2 282,1 3 0,0 2 0,-5-1 0,-13-1 0,-12 7 0,-12-1 1</inkml:trace>
  <inkml:trace contextRef="#ctx0" brushRef="#br0" timeOffset="895591">670 11606 8252,'0'-19'360,"-8"3"719,6 0-899,-5 13 1260,7-5-1261,0 17 181,0 17 67,-2 11 0,0 16 1,0 3-1,0-10-1241,1-8 1,0 0 795,-1-1 0,1 6 0,-1 3 0,0-2 0,1-6-122,1 17 0,0-10 95,0-19 1,0-1-451,0 19 0,0-8-404,0-28-900,0-8-900,0-23 2429,0 9 519,8-19 0,2-16 1,-2 20-1,1 1 0</inkml:trace>
  <inkml:trace contextRef="#ctx0" brushRef="#br0" timeOffset="896043">617 11677 7533,'-7'-29'1638,"-1"-1"0,12-3 573,29 0-1672,-2 39 1,5 13-211,-4 0 1,1 4 0,-8 6-720,-12 6 1,-9 5-1,-6 0 0,-7 1 0,-9 0 1,-4-3 299,-6-2 0,-6-3 0,0-4-2429,-46 22-359,80-51 2878,25-4 0,18-14 0,5-3 0,-11 6 0,0 0 0</inkml:trace>
  <inkml:trace contextRef="#ctx0" brushRef="#br0" timeOffset="896498">1235 11624 7533,'12'-26'1638,"1"-1"0,-1-2 842,4-10-1850,-40 35-720,0 5 0,-5 5 330,-3 10 0,-2 7 0,2-1-195,0 2 0,1 5 202,4 5 0,-3 7 1,4 2-1,8-8-157,10-9 0,6 3 36,0 6 0,2 11 0,2 3 0,1-5 0,2-10-666,14 9-280,5-12 1,9 7 0,2-3 0,-7-14 197,5-17 0,12-4 0,-2-8 0,-15-21 1</inkml:trace>
  <inkml:trace contextRef="#ctx0" brushRef="#br0" timeOffset="897842">1446 12153 7533,'-9'10'1439,"1"-2"-630,8-8 91,-8 0-360,6-8-271,7-27 1,6-10-225,-1 1 0,1-3-158,-1 11 0,1-5 1,1 0-1,-2 3 203,0-4 0,-1 3 0,0 2-135,-1-6 0,1 6-135,15 3 0,-12 44 720,3 15 0,3 11 0,-2 1-211,-4-2 1,-3 0 0,1 3-330,-1-2 0,0 3 0,0 0 0,-1-2-840,4 6 1,-1-1-1,-2-6-149,-7-5 1,0-5 988,13 13 0,-46-70 0,11 12 0,1-1 0</inkml:trace>
  <inkml:trace contextRef="#ctx0" brushRef="#br0" timeOffset="898042">1588 12065 6633,'-27'-15'1638,"1"1"0,-4-10 1473,15 24-4641,40-8-109,7 7 1,5 0 1522,3-3 0,4 0 1,-3 7-1,3 4 1,0-1-1,-2 1 1,0-1-1,0 1 1</inkml:trace>
  <inkml:trace contextRef="#ctx0" brushRef="#br0" timeOffset="898193">1958 12047 7892,'-18'38'1638,"3"-11"0,-3 2-937,-1-1 0,1-1-2340,2-2 1,2-1 1286,-1 17 0,48-56 0,-10 0 0,1 0 0</inkml:trace>
  <inkml:trace contextRef="#ctx0" brushRef="#br0" timeOffset="898724">2452 11712 8882,'-16'-37'3276,"-19"12"-3160,5 31 0,-3 11-86,4-2 0,-1 3 0,1 4 329,-2 12 1,3 5 0,5 2-270,5-7 0,3 0 0,8 1-870,10 4 1,7 1-1,5-7-209,8-6 0,7-7 989,6-4 0,6-4 0,-5-8 0,-6-14 0,-1-4 0,12-1 0,0 1 0</inkml:trace>
  <inkml:trace contextRef="#ctx0" brushRef="#br0" timeOffset="898898">2540 12065 7803,'-27'16'2878,"9"3"-4587,10 17 1709,8-9 0,24-2 0,5-7 0</inkml:trace>
  <inkml:trace contextRef="#ctx0" brushRef="#br0" timeOffset="899407">2875 11783 8342,'0'19'900,"-8"5"89,6 9-674,-5-4 0,-1 5-825,4-1 0,1 4 1,0-1 239,-2 7 0,0 0 270,-1 8 0,-4-10 0,-7-27 0,-11-10 0</inkml:trace>
  <inkml:trace contextRef="#ctx0" brushRef="#br0" timeOffset="899726">2822 11818 7533,'-17'-37'3276,"7"4"-166,33 7-3200,24 14-1003,-14 7 1,4-1 0,-3 2-373,-2-1 1,-1 2 1464,14 1 0,-18 2 0,-40 0 0,-9 10 0</inkml:trace>
  <inkml:trace contextRef="#ctx0" brushRef="#br0" timeOffset="899943">2858 11959 7533,'-18'8'3276,"0"2"-975,24 0-2976,27-1 0,9-3-1214,1-4 1466,6 0 1,-2-4 0,-20-8 0,8-7 0</inkml:trace>
  <inkml:trace contextRef="#ctx0" brushRef="#br0" timeOffset="900276">3193 11501 7533,'-10'-28'3276,"10"10"-1638,24 46 0,9 23-1364,-15-21 1,0 1-1,-1 8-743,-5-4 1,1 6 0,-1 4 0,0 3 0,-1-1 0,-1-2 0,-2-4 97,0 5 1,-1-4 0,-3-1-1,-3 4 191,-4-3 0,-2 3 0,-3 2 1,0-1-1,-2-5 0,0-7-135,-6 8 0,-5-10 481,-11-3 0,0-7 0,6-6 1,-1-16-1</inkml:trace>
  <inkml:trace contextRef="#ctx0" brushRef="#br0" timeOffset="901107">3739 12065 7533,'-17'-8'2338,"-1"6"-898,1-13-811,7 5 271,18 0-361,35-6-674,-13 10 1,4 2-766,14 3 1,0 0-361,-9 1 1,-3 2 1259,5 8 0,-14 6 0,-46 19 0,-3-12 0,1-1 0</inkml:trace>
  <inkml:trace contextRef="#ctx0" brushRef="#br0" timeOffset="901331">3757 12188 7533,'-25'0'3276,"21"0"0,13 8-3482,21-3 1,13-3 0,0 1 205,-8 3 0,-2 2 0,3-4 0,12-6 0,4-3 0,-5-2 0,0-4 0,0 0 0</inkml:trace>
  <inkml:trace contextRef="#ctx0" brushRef="#br0" timeOffset="902976">4910 11800 10591,'-7'40'449,"2"-18"1,-1 5-585,2 14 0,1 11 0,1 3 1,-1-5-196,0-8 0,1-2 0,-1 1-490,0 2 1,-1 3 0,2-2 0,0-8-2458,2 13 1442,0-49 1835,0-49 0,-3 13 0,0-3 0,1 1 0,0-1 0,-1 0 0</inkml:trace>
  <inkml:trace contextRef="#ctx0" brushRef="#br0" timeOffset="903312">4815 11800 7533,'4'-33'989,"0"0"1,0 4-1,7 9-270,30 23 1,11 17-570,-14 0 0,1 5 0,-2 1-240,4 0 0,-2 2 0,-10 4-270,-16 5 0,-8 3 1,-12-5-241,-13-12 0,-10-5 1,-3-2 329,-1 0 0,-3-2 0,3-3 270,-3-5 0,16-4 0,30-2 0,34 0 0</inkml:trace>
  <inkml:trace contextRef="#ctx0" brushRef="#br0" timeOffset="903848">5538 11765 7533,'12'-33'3276,"-38"19"-2801,2 7 1,-4 6-1016,-13 18 1,-1 9 539,12-7 0,0 3 0,3 2 60,4 4 0,2 4 0,4 4 344,6 6 1,4 7 0,2 0 0,2-5-405,-1-5 0,2-4 0,4 3-608,4 7 1,5 6 0,2-3 0,3-12-473,7-12 1,2-7 423,-1 4 1,-3-10-1,7-37 1,-28-11 0</inkml:trace>
  <inkml:trace contextRef="#ctx0" brushRef="#br0" timeOffset="904413">5833 12047 7533,'-18'-27'3276,"-6"1"-2235,-13 17-1670,9 1 659,0 19 0,-5 10 0,6 2 329,9 1 1,3 5-150,-8 9 0,0 8 0,11-3-300,18-10 0,8-2 0,2-1-450,3 10 1,6-7-1100,20-11 1,3-13 1569,-4-27 1,-19-1-1,-4-5 1,-16-3-1,1-1 1</inkml:trace>
  <inkml:trace contextRef="#ctx0" brushRef="#br0" timeOffset="904925">5956 11765 7892,'18'-19'1638,"0"32"0,0 13-661,-4 0 0,-1 5 0,-1 4-977,-1 0 0,-1 5 0,-1 2 0,-1 0 0,-2-1-113,-1 3 1,-2-1 0,-1-1-1,-4 1-90,-2 4 1,-2 2 0,-4-3 0,-2-7-293,-9 1 0,-5-8-1144,-7-8 1,0-9 1423,0-15 0,4 16 0,17 4 0</inkml:trace>
  <inkml:trace contextRef="#ctx0" brushRef="#br0" timeOffset="905959">6523 11977 7623,'-7'-20'-1080,"-4"5"1530,4 7 1349,-11 37-810,4 18-809,7-5 0,2 6 22,4-11 1,1 2-1,0 2 1,1-5 21,-1 14 1,1-6 315,4-2 0,-4-15-360,-7-27-570,-1-28 0,2-26 0,-1-1 210,1 12 0,0-1 1,0 0-1,0 0 180,0 4 0,-2 0 0,3 1 0,6-1 224,6-4 1,6-2 0,4 4 0,4 12-45,17 10 0,5 10-90,-9 2 0,1 1 0,1 7 479,6 11 1,1 8 0,-10 0-210,-4 8-405,-35 14 0,-14-2-180,-1-25 0,-6-4 105,-9 4 0,-4 1 0,3-3-1094,9-3 0,4 0-495,-10 8-1529,39 17 3238,12-21 0,6 1 0,3-4 0,11-10 0</inkml:trace>
  <inkml:trace contextRef="#ctx0" brushRef="#br0" timeOffset="906963">7138 11730 9422,'-14'0'1079,"-8"0"-449,8 0-181,-16 8 210,4 22 1,-3 15 0,4-1-615,4-4 0,3 5-81,4-4 0,-3 8 0,0 4 0,5-2 0,5-6-153,10-2 1,7-4-1,-1 0-21,-4 9 0,1 0 1,6-7-1217,19-6 0,3-11-642,-5-6 2068,11-10 0,-33-16 0,-2-2 0</inkml:trace>
  <inkml:trace contextRef="#ctx0" brushRef="#br0" timeOffset="907921">7286 12488 7533,'-14'10'1979,"3"-18"-1440,16-35-404,-2 17 0,1-5-90,3-6 0,2-8 0,0-2 0,0 4 45,-1 0 0,-1 3 0,1-3 67,3-1 0,1-5 1,0 2-1,0 7-247,0-1 1,2 10-451,21-1 810,2 66 269,-9 5-377,-19-8 0,1 11 0,-2 5 0,-1-3 0,-1-6-702,-1 2 1,-1 0 539,0-1 0,1 9 0,0 2 0,-4-7 0,-5-15 0,-14-11 0,-8 13 0</inkml:trace>
  <inkml:trace contextRef="#ctx0" brushRef="#br0" timeOffset="908143">7359 12277 7533,'-14'-10'3276,"31"-14"-3880,17 20 1,10 4 603,2-8 0,2 1 0,-14 6 0,0 1 0,-2 1 0,3-1 0,0 0 0</inkml:trace>
  <inkml:trace contextRef="#ctx0" brushRef="#br0" timeOffset="908705">7876 11800 7533,'-4'-35'1638,"1"0"0,-3 53-819,5 9 0,1 13 0,1 6 0,-1 1-772,-1-4 0,-1 4 1,0 3-1,0 0 0,0-2 1,1-2-444,0 0 0,1-2 0,0-1 1,-1-1-1,0-1-424,-1 5 1,-2 1 0,1-5 0,2-10 806,1-5 0,10-52 0,3 7 1</inkml:trace>
  <inkml:trace contextRef="#ctx0" brushRef="#br0" timeOffset="909649">8380 12012 7533,'12'-37'3276,"-5"11"-1695,-1 19-951,-6-9-990,-11 4-405,-13 5 1,-4 4 764,-6 5 377,5 13 1,-7 10 0,-4 5 0,2 1 0,8-4-19,-1 5 1,5 4 125,4 0 1,-3 8 0,1 2 0,4-2 0,8-10-396,7-6 0,11-5-910,20-2 1,17-2 0,4-4 0,-8-7-736,-6-11 0,0-6 1555,7 3 0,9 0 0,-3-1 0,-11 1 0,-5-4 0,3 2 0</inkml:trace>
  <inkml:trace contextRef="#ctx0" brushRef="#br0" timeOffset="909921">8515 12347 9062,'7'-29'3276,"4"37"-4915,-10 23 1,-6 8-880,-2 8 2158,-7-6 1,-7-11 359,-13-36 0,13-4 0,19-17 0</inkml:trace>
  <inkml:trace contextRef="#ctx0" brushRef="#br0" timeOffset="910405">8861 12012 7533,'-14'-20'3276,"-3"5"-1875,16 30-1266,-2 19 0,0 7-270,0 1 0,1 4-360,1-4 0,1 6 1,0 0-1,0-7 270,-4-1 0,2-2 225,6 15 0,3-20 0,-1-51 0,2-13 0,4-2 0,1 0 0</inkml:trace>
  <inkml:trace contextRef="#ctx0" brushRef="#br0" timeOffset="910654">8861 11977 7533,'-10'-24'1638,"0"1"0,14-26 1638,28 37-4439,10 3 1,6 2-477,-7 6 1,0 2 1599,6-4 1,-15 6-1,-36 21 1,-17-9 0,0-1-1</inkml:trace>
  <inkml:trace contextRef="#ctx0" brushRef="#br0" timeOffset="910874">8836 12153 7533,'-28'20'3276,"39"-5"-1695,36-22-1581,-3 5 0,3 2 0,-10-1 0,-1 2 0,2 4 0,1-1 0</inkml:trace>
  <inkml:trace contextRef="#ctx0" brushRef="#br0" timeOffset="911323">9303 11695 10411,'25'42'611,"0"1"1,0-1 0,-8-5 0,-4 0-1,-1 5-773,-2 2 0,0 7 0,-2 2 1,-2-1-1,-5-5 42,-6 4 0,-6-4 0,-6 0 7,0-9 1,-4 1 0,-3-3-1,0-6-472,-12 0 1,-2-7 584,-7-2 0,3-1 0,18-7 0,3 1 0,-3 4 0,0-1 0</inkml:trace>
  <inkml:trace contextRef="#ctx0" brushRef="#br0" timeOffset="912376">9784 11959 7263,'-6'-10'1439,"5"3"180,-10 7-450,9 31-989,1 7 0,-2 10 0,2-1-360,0-11 0,1 0 0,1 2-607,0 8 0,0 5 0,1-2 0,-1-11-1731,1 5 2518,3 0 0,-5-82 0,0 10 0</inkml:trace>
  <inkml:trace contextRef="#ctx0" brushRef="#br0" timeOffset="912793">9709 12012 7533,'-2'-33'819,"1"-1"0,-1 1 0,5-10 0,9 8 819,14 15 0,7 12-1514,-3 15 1,4 9 0,-1 2-335,4 0 0,0 1 0,-7 5 0,-8 9 0,-7 4 0,-12-3-240,-25 1 1,-14-5 89,8-8 0,-3-2 1,0-3-1280,-15-4 1,11 1 1539,31 11 1,27-17-1,12-6 1,9 2-1,-1 0 1</inkml:trace>
  <inkml:trace contextRef="#ctx0" brushRef="#br0" timeOffset="913188">10386 11889 8612,'0'-26'1638,"0"1"0,-21-15-1882,-12 36 0,-6 12 289,1 10 0,0 13 494,16-1 1,0 8 0,0 6 0,1 2 0,3-2 0,4-5-780,-1 9 0,6-3 0,5 4 240,6-4 0,3 8 0,4-1 0,3-6 0,4-13 0,13-12 0,7-11 0,0-6 0,1 0 0,-1 0 0</inkml:trace>
  <inkml:trace contextRef="#ctx0" brushRef="#br0" timeOffset="913847">10559 12012 7803,'0'-20'3276,"0"5"-2505,-6 38-651,1 9 0,-2 9 0,1 2-300,2-5 0,0 2 0,1 2 0,-1-1-135,0 2 0,0 1 1,1-2-1,2-3-1324,0 19 1,9-22 1554,11-42 1,-8-17-1,-3-8 1,1 0 0,0 1-1</inkml:trace>
  <inkml:trace contextRef="#ctx0" brushRef="#br0" timeOffset="914153">10559 12118 7533,'-2'-33'819,"0"-1"0,0 1 0,27 4 0,4 1 819,-14-12 0,5 6-1574,14 22 1,8 8 0,-2 4-1704,5 2 1,-5 4 1091,-4 0 1,-12 5 0,-25 25 0,-29-14 0,0 1 0</inkml:trace>
  <inkml:trace contextRef="#ctx0" brushRef="#br0" timeOffset="914350">10546 12188 7533,'-20'0'3276,"14"0"-256,47 0-3290,-11-3 0,5-1-823,0 3 1,4 1 0,-4-1 545,-2-4 1,-1 2 0,11 5 0,-3 4 0,-8 3 0</inkml:trace>
  <inkml:trace contextRef="#ctx0" brushRef="#br0" timeOffset="914691">11100 11853 7533,'-7'-9'3276,"-4"9"-1515,5 41-1510,3-8 1,2 10 0,0 5 0,0-1 0,0-5-462,-1 2 0,0-5 0,0 6-135,2-5 0,-1 7 1,2 3-1,-1-2 0,0-6 1,0-9-916,0-4 1,0-5 539,0 31 720,0-55 0,11-23 0,3-7 0</inkml:trace>
  <inkml:trace contextRef="#ctx0" brushRef="#br0" timeOffset="915498">11630 12100 7533,'12'-25'3276,"-16"13"-2415,-10-4-546,-15 20 0,-6 8-315,-3 0 0,-2 3 389,4 5 1,-1 3 0,4 3-30,8-1 0,2 2 0,6 3 89,4 7 1,6 3 0,9-3-720,14 4 0,13-6-600,6-10 1,8-4 0,-1-8-91,-6-8 1,0-6-1,0-3 960,5-1 0,0-4 0,-8-4 0,-9-8 0,-10-3 0,-9-3 0,-1 1 0</inkml:trace>
  <inkml:trace contextRef="#ctx0" brushRef="#br0" timeOffset="915955">11851 11624 7533,'5'-25'3276,"19"28"-2184,2 14 0,5 10 0,-1 4-459,-7-3 0,-1 3 0,-1 3 1,-2 4-1181,-2 3 1,-1 4 0,0 4 0,-3 2 0,-4-2 0,-4-2 138,-4 2 0,-6 0 0,-3-2 0,-3 0 0,-1 1 505,0-6 1,-1 2-1,-1-1 1,-3-1-1,-2-3 1,-2-4-918,-10 2 1,-5-5 0,-1-4 0,4-4 592,-7 5 1,4-9 0,-8-12 0,44-8 0</inkml:trace>
  <inkml:trace contextRef="#ctx0" brushRef="#br0" timeOffset="935058">6240 4392 7892,'-14'-8'3276,"-3"-2"-2324,10 8-772,-5 12-378,4 16 0,2 15 0,1 8 0,0-2 1,0-10 466,-1-5 1,1-1-225,-1 9 0,-1 9 0,1-7 0,3-24-225,5-43 0,3-28 0,-1 3 135,-3 9 0,1-2-145,1 6 0,2-5 0,1-1 1,2 4 159,2 3 0,2 2 0,2 1 60,1-4 0,1 0 0,4 5 299,5 6 1,3 3 0,-1 5-240,1-1 0,-3 13 250,-4 33 0,-4 22 0,-9-4-655,-9-9 0,-12-1-427,-11-6 0,-11 2 0,2-1 0,14-3 742,22 3 0,-1-9 0,-31-17 0,77-5 0,-1 0 0,1-1 0</inkml:trace>
  <inkml:trace contextRef="#ctx0" brushRef="#br0" timeOffset="935441">6719 4286 7533,'-7'-37'3276,"-4"4"-4915,-23 57 1,-4 12 836,9-18 1146,8 9 0,-6 14 1,-1 6-1,4-1 1,8-9-165,7-2 0,7 1-261,3 3 1,3 7 0,3-1-1,4-11-549,5-10 1,7-9 629,26 3 0,-2-12 0,-23-16 0,3-7 0</inkml:trace>
  <inkml:trace contextRef="#ctx0" brushRef="#br0" timeOffset="935880">7051 4480 7533,'-11'-19'3276,"-2"-5"-4915,-14 28 1,-3 6 746,2-6 1416,-12 19 1,2 11-301,23-8 1,5 4 475,-3 19 0,13-1-2339,30-16 1,11-6 1496,-13-4 1,1-10 0,2-18-1,3-10 1,-7-5 0,-12-17-1,0 1 1</inkml:trace>
  <inkml:trace contextRef="#ctx0" brushRef="#br0" timeOffset="936198">7138 4198 7533,'24'10'819,"-1"0"0,1 12 0,0 9 0,-3 4-379,-2 5 0,-2 5 0,-3 3 1,-6-1-734,-5-3 1,-4 0 0,-5-2-1,-3-1-367,-10 6 1,-6-2 0,-4-8-1,1-13 0,-4-5 1,5-7 659,-7-10 0,53 6 0,20-8 0</inkml:trace>
  <inkml:trace contextRef="#ctx0" brushRef="#br0" timeOffset="938314">7482 4551 7533,'-19'-8'3276,"7"6"0,39-29-2003,20 25-1303,-15-3 0,4-4 0,-2 3 30,-4 5 0,-1 1-1639,15-2 1,-5 2 1490,-22 4 0,-21 25 1,-25 13-1</inkml:trace>
  <inkml:trace contextRef="#ctx0" brushRef="#br0" timeOffset="939068">7494 4727 9602,'-7'10'2068,"-4"-2"1,27-8-1079,15-8-2083,8 6 1,11 3 0,-5-2-238,-12-3 0,0 0 1330,10 3 0,3 2 0,-24-1 0,-44 0 0,-13 0 0</inkml:trace>
  <inkml:trace contextRef="#ctx0" brushRef="#br0" timeOffset="940694">8479 4004 5824,'19'-27'1889,"-2"9"-1530,-4 2 181,5 6-450,-10 1 180,9-15 90,-16 20-1,4-19-179,-27 29 0,-5-4 90,-1 18 0,-6 13 0,3 2-61,6-6 1,1 2 0,2 7-254,5 0 0,1 7 0,1 4 1,1 3-1,1-1 0,4-2 134,1-6 0,3 0 0,1-1 0,1 0 0,2 2 0,2 1 38,1 1 1,3 3-1,1 1 1,2 0-1,0-1 1,1-3-1,1-3-443,3 9 0,1-3 1,2-5-1,4-5 315,9 1 0,3-7 0,-3-16 0,5-31 0,-24-12 0,0 0 0</inkml:trace>
  <inkml:trace contextRef="#ctx0" brushRef="#br0" timeOffset="941730">8873 4039 7443,'-7'-9'899,"2"-7"-269,5-2-540,0-1 270,-6 1 179,-12 10-539,-19 16 90,-8 10 150,18 0 0,-2 5 0,3 2 74,-1 7 1,3 5-45,0 5 0,2 5 0,15-1-113,21-13 1,11-1-1,6-3 1,-3-3-23,9 8 0,4-14-46,1-17 1,7-10 0,0-7 0,-12-7 30,-11-11 0,-10-9 0,-8-3 105,-5 3 0,-5-3 0,-5 1 0,-6 6-345,-8 7 0,-6 5 0,-1 4-1519,-13-6 1,4 14 1357,10 33 1,54 7 0,-2-14 0,-1 0 0</inkml:trace>
  <inkml:trace contextRef="#ctx0" brushRef="#br0" timeOffset="942755">9328 4075 6183,'0'-28'3276,"5"-5"-1514,-3 13-1672,-19 3-360,7 17 45,-22 16 0,-4 9 450,19-6 0,2 3-1116,-2 7 0,0 4 0,3-3 981,-2 13-45,26-6 0,12-9 225,10-28 0,5-12-135,3-3 0,0-7 164,-8-4 1,0-6 0,-6 0-30,-3-9 0,-7 5-360,-5 9 315,-16 60 0,-4 20-225,1-19 0,2 3 713,3 2 0,1 8 0,1-2 0,2-8-3990,5 12 3264,1 26 0,-7-75 1,-7-20-1</inkml:trace>
  <inkml:trace contextRef="#ctx0" brushRef="#br0" timeOffset="943081">9144 4480 7533,'-46'-10'3276,"22"-5"-3039,19 13 1,34-22 0,4 5 0</inkml:trace>
  <inkml:trace contextRef="#ctx0" brushRef="#br0" timeOffset="943980">8861 5009 7533,'-7'-9'2698,"-4"-15"-1439,-7 5-1169,-13-9-809,-13 18 854,15 26 0,3 9 629,2 9 1,8 7-436,12-4 1,5 3 0,5-1-240,4-5 0,5-2 0,7-6-90,14-7 0,8-8 0,-3-12 329,-8-14 1,-2-11 0,-4-3-60,-1-4 0,-3-4 0,-12-1-390,-17-7 0,-13-2 0,-5 7-420,-10 7 1,-3 12-1100,-6 11 1,12 14 1245,36 33 0,19-7 0,11 1 1,-2-10-1,0-1 0,0 1 0</inkml:trace>
  <inkml:trace contextRef="#ctx0" brushRef="#br0" timeOffset="944128">9144 5133 9691,'7'0'449,"-2"-16"1,-16 28 0,-3-8 0</inkml:trace>
  <inkml:trace contextRef="#ctx0" brushRef="#br0" timeOffset="944526">9377 4939 7533,'-6'-20'3276,"0"36"-1811,5 18 0,2 10-2395,-1-3 1,0 3 0,0-1 749,0 7 0,0-2-1394,-3 6 0,0-12 1574,2-30 0,-4-20 0,5-22 0</inkml:trace>
  <inkml:trace contextRef="#ctx0" brushRef="#br0" timeOffset="945176">9759 3704 7533,'11'-45'3276,"13"57"-2656,-6 12 0,1 12 0,0 8 0,-4 3-474,-6-10 0,-1 5 0,-2 3 1,-1 2-1,-1 2 0,0 0 0,-2 1 1,1-1-475,-1-5 0,-1 0 0,0 2 1,-1 0-1,0 0 0,-1 0 1,0 1-1,-1-1 0,0 0 1,0 0 340,-1-1 0,1 1 1,-1 0-1,-1 0 0,0 0 1,0 0-1,-2-1 0,0-1 1,-1-1-1,-2-1-2,-2 3 0,-2 1 0,-1-1 1,-2-1-1,1-2 0,-1-3 1,2-2-1,0-4-1104,-7 13 1,1-6 0,1-5 1004,-3 10 0,3-19 0,9-36 0,16-7 0</inkml:trace>
  <inkml:trace contextRef="#ctx0" brushRef="#br0" timeOffset="956622">8171 6897 9152,'0'-10'989,"0"2"-629,0 8 270,-5 79-1236,3-44 606,0-2 0,0 7 0,1 1 86,2-4 1,1 0-1,0-2 139,0 4 0,-2-1-90,-1 8 0,-4-16-945,-3-34 721,-4-25-211,5-10 0,1-11 0,2 4 300,2 6 0,1-3 209,1 7 1,1-7 0,-1-5 0,1 1 0,1 3 0,0 7 240,1-8 0,3 2-91,1 4 1,1-5 0,3 3 0,3 14 539,30 16-321,-2 21 0,1 11-338,-14-1 0,-2 5 0,-9 4-240,-15 18 0,-11 6 0,-2-4-90,5 0 0,-9-5 67,-10-16 1,-10 0-1,-3-4 1,4-8-473,-4-12 1,4-6-2783,-3 0 3025,40-8 1,29 7-1,13 6 1,-12 0-1,0 0 1,-1 1-1</inkml:trace>
  <inkml:trace contextRef="#ctx0" brushRef="#br0" timeOffset="957648">8725 6632 7533,'0'-43'2069,"0"14"-91,-5-20-2068,-24 51 450,-11 9-113,20 11 1,-2 10-1,0 5 1,3-2-69,-2 6 1,3 0 0,1 4-23,1 0 1,0 2-1,3 2 1,5 0-136,6 2 1,7 0-1,1 0 1,1-6-113,-3-4 0,1-5 0,5 1-600,9 10 1,5 1-1,1-14-2587,16-14 2949,-2-4 1,-18-32-1,-21-4 1</inkml:trace>
  <inkml:trace contextRef="#ctx0" brushRef="#br0" timeOffset="958014">8836 6967 6633,'-19'-7'3276,"6"12"-1335,8 13-1536,3 20 0,4 8-765,0 1 0,1 2-540,-3-7 1,0 1 0,2-4 899,2 2 0,3-18 0,-1-38 0,1-19 0,-1-1 0</inkml:trace>
  <inkml:trace contextRef="#ctx0" brushRef="#br0" timeOffset="958321">8799 6914 7533,'-4'-27'1638,"1"0"0,19-9-128,21 17 0,8 7-2590,-8 9 1,0 2 1079,19-15 0,-16 8 0,-37 22 0,-34-2 0</inkml:trace>
  <inkml:trace contextRef="#ctx0" brushRef="#br0" timeOffset="958593">8861 7020 7533,'-29'34'3276,"45"-21"-3070,9-7 0,6-4-206,8-2 0,0-4 0,1-4 0,-6 1 0,-8 7 0</inkml:trace>
  <inkml:trace contextRef="#ctx0" brushRef="#br0" timeOffset="958873">9192 6844 7533,'0'-39'3276,"6"78"-1638,-5 1 0,-1 8-1882,2-11 0,-1 5 0,1-1 1,-1-2-27,-1-3 0,0-2 0,0 0-1369,0 16 1,0-10 1358,0-28 0,5-38 0,-1-2 0,-1-1 0</inkml:trace>
  <inkml:trace contextRef="#ctx0" brushRef="#br0" timeOffset="960046">9513 6897 7263,'14'-10'3276,"2"-6"-1155,-14 7-1492,-8-9-1168,-41 32 359,20-16 389,0 18 1,-4 12 0,5-2 105,9-5 0,3 1 15,-3 9 0,1 6 0,6-3 164,8 1 1,10-3-90,19-1 0,11-9-1215,9-14 0,4-8-829,-4-1 1,-3-2 1034,-3-6 0,-17 2 0,-30 7 1,-21 0-1</inkml:trace>
  <inkml:trace contextRef="#ctx0" brushRef="#br0" timeOffset="960477">9709 6491 7533,'15'-23'1092,"-1"-1"0,19 42 0,0 25-437,-18-11 0,-3 9 1,-2 3-1,-1 4 0,-3-2-841,-1-1 1,-2 2-1,-1 1 1,-2 1-1,-2-1 1,-2 0-70,-1-1 0,-3 2 0,-1 0 0,-2-2 0,-3-2 1,-2-4-566,-7 6 1,-5-3 0,-2-6 0,2-6 163,-11-1 1,2-13-1,-1-18 1,38-10 0</inkml:trace>
  <inkml:trace contextRef="#ctx0" brushRef="#br0" timeOffset="961799">10030 6950 13829,'13'-10'990,"20"2"-4267,11 8 0,-7 0 1638,-11 0 1,-2 0 1458,-10 0 1,-18 8 0,-11 2 0</inkml:trace>
  <inkml:trace contextRef="#ctx0" brushRef="#br0" timeOffset="962056">10042 7091 5914,'-7'17'3276,"2"-7"0,27-2-2183,27-8-1093,-19 1 0,0-2 0,15-7 0,-25-2 0</inkml:trace>
  <inkml:trace contextRef="#ctx0" brushRef="#br0" timeOffset="963565">10719 6262 7263,'7'-26'2878,"-2"7"-1529,-10 1-719,-19 10 0,-9 32-450,6-7 0,0 3-180,7 2 0,0 3 89,-11 10 1,-1 5 60,12-8 0,1 2 0,1 3-15,0 0 0,0 3 0,0 1 0,2 2-455,4-3 1,1 2 0,1 0 0,1 0 0,0-2 341,1-2 1,-1-2-1,2 0 1,3 5 171,2 0 1,3 5 0,0 2 0,2 0 0,1-1 0,0-5-26,1 2 1,1-4 0,1 0 0,1 3-80,-2-2 0,1 3 0,1 2 0,0 0 0,1-2 0,2-5 67,4 4 1,3-3-1,0-4 1,-2-4-24,1 8 1,3-9-944,23-9-2468,-41-40 0,3 8 3212,-5 2 1,-5 0 0,-2-1 0</inkml:trace>
  <inkml:trace contextRef="#ctx0" brushRef="#br0" timeOffset="975410">10682 6615 7533,'14'0'359,"2"0"631,-9-8-540,0 6 179,-2-6 631,-5 0-541,0 6-359,-5-14-360,4 15-270,-11-7 180,11 8 0,-10-8 180,10 6-360,-10-6 0,4 8-359,-17 8 629,4 10 314,-3 5 1,-1 4 45,4 4 0,1 3-300,5-3 0,1 2 0,1-1 30,-4 6 0,9-1-90,15-5 0,9 1 0,2-6 0,-1-7 0,3-7 419,11-11 1,5-9 0,-6-4-105,-6-3 0,-6-9 179,-6-12 1,-4-12 0,-3-1 0,-5 8-316,-5 5 1,-7 3-540,-7-6 1,-5-2-1,0 12-809,-10 14 1169,8 31 0,11 6 0,31-8 0,-1 6 0,1 0 0</inkml:trace>
  <inkml:trace contextRef="#ctx0" brushRef="#br0" timeOffset="975797">10878 6932 9242,'-13'-18'1799,"2"1"-1799,17 7 0,6 2 0,7 8 0</inkml:trace>
  <inkml:trace contextRef="#ctx0" brushRef="#br0" timeOffset="976642">11149 6685 7533,'14'-17'3276,"-9"-9"-2325,-12 6-1131,-10 3-899,-19 9 1259,-3 31 0,11-5 0,1 2-45,9-2 0,3 3 179,-2 11 1,6 1-225,9 6 0,15 6-270,29-28 45,-5-40 0,0-10 135,-11 18 0,-2-2 225,6-17 0,-9-4 1754,-21-11-1709,-7 39-360,-6 20-90,8 14 0,3 11 225,0-1 0,1 6 0,0 1 0,0-6-360,0 6 0,2-3-180,0 17 1,3-12-2783,3-35 527,6-26 2750,-6 6 0,-2-19 0,-5 11 0</inkml:trace>
  <inkml:trace contextRef="#ctx0" brushRef="#br0" timeOffset="977393">11407 6685 7623,'-5'-27'3058,"4"-7"-2698,-4 23-810,-17 3 585,3 24 0,-1 9 134,-3-2 1,0 3 225,-5 12 0,8 2-450,18-11 0,7-3-405,11 9 180,15-29 0,4-12 90,-13-4 0,-2-7 450,1-8 0,0-5 0,-5 1 584,-7 0 1,-4 3-765,1-2-630,-14 70-480,3-6 1,0 7-1,2-1-239,2 7 0,2-2 359,2-4 1,1-7 809,3-13 0,10-48 0,-4-13 0</inkml:trace>
  <inkml:trace contextRef="#ctx0" brushRef="#br0" timeOffset="978079">11642 6720 7533,'0'-33'3276,"0"4"-2145,0-7-1850,-11 19 269,-14 40 990,-13 9-181,21-3 1,1 2-225,-1-7 0,6-3-45,15 15-90,20-42-90,10-24 495,-6-7 0,-3-4 224,-11 11 1,0 9 809,9 19-1214,-19 42 0,-8 18-1065,3-15 1,1 3-1,-1-2-253,-1-3 1,0 0 0,1-5 884,0 6 0,2-19 0,-1-39 0,0-13 0</inkml:trace>
  <inkml:trace contextRef="#ctx0" brushRef="#br0" timeOffset="979022">10768 7497 7263,'-21'-18'3276,"4"16"-2846,-13 10 1,1 9 468,10 23 1,9 7-675,4-2 0,11-2-90,17-7 0,6-15 0,0-32 0,-5-16 104,-12-3 1,-7-7 0,-5 1 240,-7-1 0,-5 2 0,-3 5-2119,-11 0 1,6 17 1569,21 26 1,14 6-1,8-1 1,15-1-1,-1 0 1</inkml:trace>
  <inkml:trace contextRef="#ctx0" brushRef="#br0" timeOffset="979226">10953 7708 10411,'-13'-25'157,"6"5"1,7 10-1,7 12 1</inkml:trace>
  <inkml:trace contextRef="#ctx0" brushRef="#br0" timeOffset="979832">11161 7532 8972,'7'-10'2698,"-12"-14"-2518,-9 21-90,-21 10 360,16 19 0,5 9-360,4 11 0,10 0-540,17-3 0,9-17 1259,5-41 1,0-17-181,-4 2 1,-7-5-660,-12-4 0,-8-6 0,-7 10-3247,-27 1 2907,26 60 0,14 13 0,11-9 0,1 1 0</inkml:trace>
  <inkml:trace contextRef="#ctx0" brushRef="#br0" timeOffset="980404">11445 7567 9062,'-25'-18'2968,"1"9"-3058,10 1 90,-13 23 1529,6 29-899,6-14 0,4 4-855,8 12 0,10-4-405,26-8 1080,-4-41 0,-1-14-136,-9-17 1,-9-10-615,-5 12 0,-4-3 1,-4 6-1340,-7 7 1,-2 5 1554,-5 2 1,21 38-1,9 11 1,3-7-1,1 1 1</inkml:trace>
  <inkml:trace contextRef="#ctx0" brushRef="#br0" timeOffset="980771">11580 7444 7533,'-14'-22'3276,"9"32"-2457,2 20 0,4 18 0,0 6 0,1-6-1144,0-7 0,0-3 0,0 3-495,-2 2 1,0 5 0,0-4 0,0-11 558,0-3 1,5-66 0,2-9 0</inkml:trace>
  <inkml:trace contextRef="#ctx0" brushRef="#br0" timeOffset="991072">12159 6650 11850,'-13'-26'-90,"6"15"-719,-20 11 1169,0 19 29,6 4 1,-3 7 0,3 0-300,-1 1 0,2 0-45,-3 8 0,5 1 179,9-3 1,12-2 585,27-9 0,7-3-676,-16 2 1,2-3-90,17-1 0,2-18 195,-17-33 0,-4-19 0,-4 8-240,3 4 299,-1-6 1,-1-11 0,-16 10-120,-38 14 0,-5 7-360,16-12-1459,-23 20 1,7 14 1091,39 9 1,12 15 0,9 1 0,7-14 0,1-1 0</inkml:trace>
  <inkml:trace contextRef="#ctx0" brushRef="#br0" timeOffset="991256">12294 6879 7533,'-22'-8'404,"7"-1"1,38-1 0,4 2 0</inkml:trace>
  <inkml:trace contextRef="#ctx0" brushRef="#br0" timeOffset="992122">12528 6720 9512,'-21'-19'2518,"-12"3"-2968,18 16 810,-26 0-225,18 16 0,3 7 629,-2 16 1,10 3-720,12-8 0,9-4-45,28 4 405,-3-54 0,0-17 44,-10-1 1,-10-1-90,-14-6-990,-16 57 855,1 28 0,5 14-315,8-15 0,3 2 0,0-1-405,2 10 1,3-4-1145,4-10 1,3-15 1130,0-33 1,0-31-1,-8-2 1</inkml:trace>
  <inkml:trace contextRef="#ctx0" brushRef="#br0" timeOffset="992892">12713 6756 7173,'0'-47'3276,"-6"13"-1695,-6 27-1311,-7 14 360,-23 19-451,22-5 1,1 3 45,-2-2 0,3 3-135,4 13 0,11-2-630,26-2 360,-5-9 1,4-9-1,6-30 0,0-11 449,-7 5 1,-4-3 854,-5-20 1,-6-1-225,-2 5-720,-9 39-405,5 28 0,5 15-855,-2 3 1,1 2 89,-1-1 1,0-4-650,0-14 1,0-7 1535,-3-14 0,0-42 1,0-13-1</inkml:trace>
  <inkml:trace contextRef="#ctx0" brushRef="#br0" timeOffset="1.01222E6">12036 7532 8162,'0'-20'3238,"0"-3"-3058,0 13-719,-11 0 494,-19 19 0,-3 6 45,7-8 149,-3 11 1,-5 8 0,9 1 255,15 0 0,8 3-270,1 19 0,11 0-315,10-19 0,9-3 0,3-10 300,5-14 0,5-12 0,-4-4 299,-4-2 1,-3-5 0,-4-2-300,-3-3 0,-3-4 0,-11-1-120,-22-12 0,-15-1 0,-1 10-1979,-16 9 1979,13-5 0,13 9 0,40 40 0,13 3 0,0-1 0</inkml:trace>
  <inkml:trace contextRef="#ctx0" brushRef="#br0" timeOffset="1.01242E6">12330 7779 7533,'-12'-43'3058,"6"13"-3058,6 5 0,-4 48 0,3 16 0</inkml:trace>
  <inkml:trace contextRef="#ctx0" brushRef="#br0" timeOffset="1.01342E6">12552 7585 7443,'-6'-10'1619,"0"-6"-810,6 6-179,0 1-540,0 1-270,-11 8 90,-19 23 360,2-2 0,0 3 224,-2 10 1,6 5-180,7 2 0,14-2-540,22-10 0,11-11 225,4-15 0,2-14 45,6-15 0,-10-12-270,-29-4 0,-11 0-1394,1 6 0,-6 9 1619,-29 11 0,53 36 0,23 15 0</inkml:trace>
  <inkml:trace contextRef="#ctx0" brushRef="#br0" timeOffset="1.01375E6">12724 7514 7533,'14'-17'3276,"-3"22"-1946,-11 36 0,-6 16-1660,7-18 0,1 1 1,-1 1-691,-1 3 1,0 1 0,2-5 1019,6 2 0,2-19 0,-2-43 0,3-25 0</inkml:trace>
  <inkml:trace contextRef="#ctx0" brushRef="#br0" timeOffset="1.01577E6">12761 6297 8432,'0'-18'1349,"-5"1"-449,3 7-810,-3 2 719,32 40-539,-3-1-225,-5-1 0,6 9 0,0 6 0,-3 4-514,-7-11 1,-2 4 0,-1 3 0,0 2 0,-1-1 0,1-1 0,0-3 183,4 6 0,2-3 0,-1-1 1,-2 3-1,-3 4 494,-4-7 1,-1 4 0,-1 4 0,-2 1 0,0 0 0,-3 0 0,-1-2 0,-2-4 0,-2-5 139,-5 5 1,-4-5 0,-3-3 0,0 1-1,1 2-394,4 1 0,-1 3 0,1 0 0,0 0 0,-1-3 1,-1-2-69,-6 4 1,-2-1-1,0-5 1,5-5-1417,2 1 0,5-7 629,9 3 900,18-46 0,-9 3 0,7-13 0</inkml:trace>
  <inkml:trace contextRef="#ctx0" brushRef="#br0" timeOffset="1.02902E6">494 14093 8162,'-8'-9'1350,"6"1"-451,-6 0 1,0 6-631,6-14-269,-5 14 225,4 41 0,6 16-360,-3-28 0,0 3-238,0 7 1,0 8 0,0 5 0,0 0 0,0-4 214,0-4 1,0-2-1,0-1 1,0 2 58,0 9 1,0 1-1,0 0 1,0-5 98,0-1 0,0-4 0,0-11-3277,0-14 3158,0-42 0,-4-14 0,-2-12 0,0-1 1,-1 5-1,1 1 0,-1-1 0</inkml:trace>
  <inkml:trace contextRef="#ctx0" brushRef="#br0" timeOffset="1.02939E6">370 14217 7533,'2'-48'546,"0"0"0,0 0 0,0 0 0,2 6 0,1 4 0,12 8 273,13 13 0,11 7 0,4 7 0,-6 8-815,-1 15 1,-4 12 0,-1 4 242,3-2 0,1 5 1,-5 1-1,-15 0-517,-20 6 0,-16 0 1,-6-5-271,-7-7 0,-6-5 1,0-4-554,5-6 1,1-2 0,5-2 811,-2 11 1,74-24 0,-14-3 0,0 0 0</inkml:trace>
  <inkml:trace contextRef="#ctx0" brushRef="#br0" timeOffset="1.02992E6">1129 13970 7533,'-18'-43'3276,"1"13"-1605,-25 21-1941,8 32 0,-2 20 450,17-13 0,-1 7 0,1 4 0,0 2 0,2 1 0,3-2-16,2 1 1,2-1 0,2 2 0,2 0 0,0 1 0,1 0-384,0-1 1,0 1-1,1 2 1,1 0 0,2-2-1,3-2 1,4-4 218,11 11 0,6-4 0,2-4 0,0-6 0,-2-6 0,-1-4 0,2-7 0,8-12 0,1 1 0</inkml:trace>
  <inkml:trace contextRef="#ctx0" brushRef="#br0" timeOffset="1.03054E6">1235 15064 8252,'4'-43'364,"0"1"0,0-1 0,1 1 0,-1-1 0,0 1 0,-1-1 0,-1 3 0,1-1 0,3-4-177,2 2 0,2-5 1,2-4-1,1 1 1,-1 1-1,0 4 1,-3 7-98,1-3 0,-2 7 0,2 0 29,2-3 1,1-1 0,1 14-479,8 18 448,5-25 586,-10 45 0,-3 13-136,-10 17 1,-4 10-720,6-9 0,3 6 0,0 1 0,-1-2-113,-3-3 1,0 0 0,-1-1 0,1 1-495,2 4 0,0 3 0,0-4 0,0-5 787,2 2 0,-1-10 0,0-10 0,-8-48 0</inkml:trace>
  <inkml:trace contextRef="#ctx0" brushRef="#br0" timeOffset="1.03081E6">1323 14693 7533,'-31'-19'1638,"49"9"0,13 4-1253,0 5 1,4 2-386,10-1 0,4 0 0,-8 0 0,3 0 0,-7 0 0</inkml:trace>
  <inkml:trace contextRef="#ctx0" brushRef="#br0" timeOffset="1.03121E6">1887 14076 7533,'0'-37'3276,"0"11"-2457,2 45 0,1 25 0,-1 10 0,-1-6-725,-2-6 1,-2-2 0,1 7-398,2-9 1,1 6 0,0 5 0,0 2 0,1 0-1,-1-2 1,-1-4 0,0-5 54,-2 3 1,-1-6 0,1-1 0,1 0 288,4 24 0,3 0 0,1-33 0,5-50 0,1-17 0,-1 0 0</inkml:trace>
  <inkml:trace contextRef="#ctx0" brushRef="#br0" timeOffset="1.03218E6">2663 14323 7533,'0'-35'1638,"5"9"0,-2 1 573,-9-7-1582,-19-1-719,-22 41-225,9 1 1,-2 9 156,11 5 1,1 6-1,-1 3 1,3 0 367,-6 5 0,3 1 0,2 4 113,6-4 1,0 4 0,1 1 0,5 0 0,5-3-85,8 7 1,7-4 0,6 0-465,2-6 0,4 0 0,3-3 1,5-6-869,11-6 1,5-8 0,1-3 1016,-2-2 0,0-2 0,-4-8 0,2-12 0,-6-9 0,-11-5 0,-1-1 0</inkml:trace>
  <inkml:trace contextRef="#ctx0" brushRef="#br0" timeOffset="1.03246E6">2716 14728 11311,'14'24'1638,"7"7"0,3 7-1621,-8-6 0,-1 2 1,-3 2-498,-1-2 0,-3 2 0,-9-5-509,-24 9 0,-13-11 224,3-20 0,0-10-1303,-10-19 2068,50-7 0,22 6 0,7 1 0,-2 1 0,-1 0 0</inkml:trace>
  <inkml:trace contextRef="#ctx0" brushRef="#br0" timeOffset="1.03278E6">3087 14517 7533,'0'-26'1638,"0"1"0,0 33-173,3 24 0,2 14-1555,-4-3 0,-1 6 0,1 2-566,0-9 1,0 5-1,1 0 1,-1-3 0,1-6 390,3 8 1,-2-6 0,-2-4 0,0-15 0,3-53-1,0 1 1</inkml:trace>
  <inkml:trace contextRef="#ctx0" brushRef="#br0" timeOffset="1.03306E6">3104 14464 7533,'-2'-46'1092,"1"0"0,16 0 0,13 8-26,5 20 1,8 7 0,0 2-2160,-2 1 1,0 2 0,-1 3 588,20-1 1,-20 10 0,-54 27 0,-18-14 0,0-1 0</inkml:trace>
  <inkml:trace contextRef="#ctx0" brushRef="#br0" timeOffset="1.03326E6">3087 14552 7533,'8'33'1092,"-1"1"0,23-17 0,9-9-957,2-3 1,6-4 0,-4-5 0,7-11 0,-7-1 0,2 6 0</inkml:trace>
  <inkml:trace contextRef="#ctx0" brushRef="#br0" timeOffset="1.03374E6">3634 13776 7533,'19'24'546,"1"1"0,-8 6 0,-2 9 0,0 4 0,-2 3 0,1-1 0,-1-2 0,0 1 0,-1 1 0,0 1 0,-1 2 0,-1 0-781,-1-7 0,0 3 1,1 0-1,-2 1 1,-1-1-1,-1 0 1,-2-2-1,-3-3-89,-6 10 0,-4-1 1,-3-3-1,-1-2 0,0-4-261,1-3 1,-2-2-1,-1-3 1,-2-5 637,-9 0 1,-3-5-1,3-4 1,3-4-1,3-2 1,-8 5-1</inkml:trace>
  <inkml:trace contextRef="#ctx0" brushRef="#br0" timeOffset="1.03561E6">4145 14499 7713,'-10'0'1169,"3"0"540,-1 0 630,21 0-1665,21 0 1,7 0-1350,-1-1 1,2 2-419,-4 5 1,3 2 0,-6 2 647,-3-2 1,-11 5 0,-23 15 0,-12 3 0,-10-4-1,-1 1 1</inkml:trace>
  <inkml:trace contextRef="#ctx0" brushRef="#br0" timeOffset="1.03589E6">4128 14817 7533,'-46'-8'2968,"19"6"-1574,57-6 0,18 0-1529,-18 7 1,3 0 134,9 1 0,11-1 0,4 0 0,-5-1 0,-11-2 0,-10-3 0,-3-1 0,12 1 0,1 1 0,-1-1 0</inkml:trace>
  <inkml:trace contextRef="#ctx0" brushRef="#br0" timeOffset="1.03627E6">4498 14411 7533,'-28'-35'2878,"11"7"-1664,44 18 1,16 10-1036,-10 11 1,2 8 0,3 0-252,-3-4 0,4 0 0,1 1 0,-2 2 1,-4 3-19,-2 5 0,-2 4 0,-5 1 0,-4-1 180,4 16 0,-19-2-225,-24-15 0,-13-1 0,-7-2 0,2-3-958,-7 0 1,0-5 0,0 2 805,-1 4 0,2 0 0,6-1 287,5-5 0,15-3 0,48-7 0,7-8 0</inkml:trace>
  <inkml:trace contextRef="#ctx0" brushRef="#br0" timeOffset="1.03866E6">5894 13705 7533,'20'-9'359,"-2"-7"1980,-1-17-1709,-8 17 539,2-15-719,-22 31-540,2 0-180,-25 7 450,1 19 239,8-4 1,-4 5 0,1 0-240,-6 7 0,0 3-135,9-6 1,-1 5 0,0 1-1,2 0 67,3-4 1,1-1-1,1 1 1,3 4 66,4 3 1,1 4 0,3 1 0,0 1 0,1-3-90,-2 2 0,0-3 0,2 2 0,4 5 128,5-4 1,4 5-1,2 4 1,1 0-1,1-2 1,-1-3-1,-2-8-248,0 5 0,-1-7 0,4 5 120,2-4 0,2 7 0,2 3 0,2 1 0,1-3 0,0-6 0,0-10 674,15 4 1,2-7-735,-2 7 0,3 4 0,-2-16-840,1-23 1,-5-12-830,-12-10 1,-8-5-1639,-5-13 2509,-8 23 1,-9 43-1,5 18 1</inkml:trace>
  <inkml:trace contextRef="#ctx0" brushRef="#br0" timeOffset="1.04039E6">6965 16316 6273,'-7'10'720,"2"-2"2068,-1-1-359,5 3-1440,-5 0-89,6-2-720,-5-8 90,3 0 359,22 3 1,15 2-315,4-4 0,3 0-405,-6 1 0,2 1 0,3 0 22,2-3 1,4 0-1,-2 0 1,-6 0 22,-7 0 0,-1 0 855,67 0-451,-98 0 361,-5 7-720,3-5 180,-3 23 0,-1 13-225,0 7 0,0 2-585,3-12 0,0 1 1,0-1-945,-3 13 0,7-10-1703,17-22 2792,-3-20 0,14-27 0,-10 11 0</inkml:trace>
  <inkml:trace contextRef="#ctx0" brushRef="#br0" timeOffset="1.04082E6">7827 16316 7533,'-14'-29'3276,"3"52"-2184,9 10 0,3 11 0,0 1-788,-1 2 1,0 1-1,0 2-754,0-8 0,0 3 1,0-2-1,0-7-584,2 2 0,2-11-2243,3-15 2994,0-34 0,4-1 1,-4 23-1</inkml:trace>
  <inkml:trace contextRef="#ctx0" brushRef="#br0" timeOffset="1.04121E6">7802 16281 8342,'-3'-26'1638,"-1"1"0,21-7 0,10 13 0,6 5-1226,2 8 0,4 4-1505,-3 1 1,2 1 0,-4 1-547,-5 2 1,-4 2 1185,15 13 1,-69 9 0,6-9 0,0-1 0</inkml:trace>
  <inkml:trace contextRef="#ctx0" brushRef="#br0" timeOffset="1.04145E6">7888 16439 7533,'-24'34'3276,"15"-21"0,55 3-3494,-4-25 0,5-7 218,-10 6 0,1 0 0,-2 0 0,8-4 0,-7 1 0,2-3 0</inkml:trace>
  <inkml:trace contextRef="#ctx0" brushRef="#br0" timeOffset="1.04264E6">8823 13688 7533,'0'-18'359,"0"-15"1710,6-12-1889,-5 6 629,10 9 1,6 11 44,6 36 1,3 9-675,18-13-13,-29 12 0,1 13 0,-2 10 0,-1 5 0,-1 1 0,-1-4 1,-2-8-417,-1-3 1,-3-6 0,0 2-1,-1 7 276,0-4 0,0 7 0,0 5 0,-1 3 0,1 2 0,-1 0 0,0-2 0,-1-4 0,-2-4 0,0-8-248,-3 14 0,-2-10 0,-2 6 326,1-3 0,0 7 0,-2 3 0,0-2 0,-3-4 0,-2-11-46,-5-6 1,-3-7 0,-3 2-274,-5 9 0,-5 3 1,-1 0-1,2-4 184,2-5 0,1-4 0,-2-1-480,-5 2 0,-2-2 1,10-7-2768,10-9 707,38-18 2570,4 0 0,22 2 0,-19 8 0</inkml:trace>
  <inkml:trace contextRef="#ctx0" brushRef="#br0" timeOffset="1.04635E6">6067 15716 7623,'-14'0'899,"3"0"270,0 0-1079,8 0 720,-13 0-720,9 0-90,1 0 360,1 0 899,5 0-1349,0-8 90,0 6 90,0-5-90,0 7 0,0-8 0,0 6 360,0-6-540,0 8 1529,0 0-449,5 0-721,22 0 1,13 0-315,7 0 1,4 0 44,-15-3 0,0 0 0,-1 1 269,7 2 1,-13 6 990,-26 12-1665,-14 18 0,-5 4 405,6-16 0,1-1-450,2 16 1,9-5-2738,16-17 3017,2-7 0,5-10 0,-7-10 0</inkml:trace>
  <inkml:trace contextRef="#ctx0" brushRef="#br0" timeOffset="1.04678E6">6744 15593 9961,'0'-28'3276,"5"3"-2324,-3 15-2121,-41 34-283,7 9 1,-1 4 1451,1-10 0,1 1 406,5 0 1,2 3 0,12-2-273,22 0 1,12-5-1439,15-8 0,7-6 1304,2 4 0,3-7 0,-12-11 0,0-7 0,-3-1 0,-1-6 0,0 0 0</inkml:trace>
  <inkml:trace contextRef="#ctx0" brushRef="#br0" timeOffset="1.0474E6">8319 15628 8252,'-29'-35'3276,"-15"15"-2665,14 17 0,-3 6-566,-10 14 0,2 9 224,5 3 1,6 7 60,13-1 0,5 5 0,8-3-375,11 0 0,13-4-1035,8-8 1,9-3 0,1-10 1079,-4-12 0,0-8 0,0-2 0,0 0 0,-1-3 0,-4-3 0,-3-14 0,0-1 0</inkml:trace>
  <inkml:trace contextRef="#ctx0" brushRef="#br0" timeOffset="1.0487E6">9353 13741 7533,'-31'-8'3276,"0"-2"-1785,11 0 398,3-5-630,28 13-629,14 2-136,12 0 1,8 2-405,3 2 0,2-1 0,-1-2 0,-1-2-225,2 1 0,-8 0 135,-19 0 90,4 0 90,-27 0 0,0 0 180,-10 55-360,7-33-1639,-6 26 1,2 0-1639,11-30 3273,13 21 1,5-55 0,14-4 0</inkml:trace>
  <inkml:trace contextRef="#ctx0" brushRef="#br0" timeOffset="1.04918E6">9894 14005 9332,'-3'-31'1638,"8"6"0,4-5-1311,3-4 1,4-8 0,1-1 0,-2 1-148,-1 5 0,0 1 0,-1-1 0,1 0-91,1-2 1,0-2 0,0 3 0,0 5-315,3-6 1,-1 20 718,-1 45 1,-1 22-1035,-4-4 1,-1 4-1,0-1-60,-1-6 1,0-1-1,-1-1-450,0-1 1,0 0 0,-1-10 1049,0-13 0,-13-13 0,-7 6 0</inkml:trace>
  <inkml:trace contextRef="#ctx0" brushRef="#br0" timeOffset="1.04944E6">10079 13723 7533,'-23'-20'1092,"-1"1"0,41 1 0,14 5-683,7 9 1,5 8-1,-4-1 1,2 3-1,-1 0 1,6 4 0,1 0-1</inkml:trace>
  <inkml:trace contextRef="#ctx0" brushRef="#br0" timeOffset="1.05033E6">9254 15275 7443,'-12'18'3276,"11"0"-1155,8-32-1627,13-19 1,6-11-563,-12 10 1,-2-5 0,1-1-1,1 1 23,2 1 0,2 1 0,0 1 0,-2 2 45,1-9 0,-2 3 0,3 19 720,6 27 0,-2 15-750,-7 11 0,-6 11 0,0 0-1020,4-2 1,0 1-1,-2-2-589,-3 11 1,-3-6 1423,0-6 0,-28-46 0,-3-3 0</inkml:trace>
  <inkml:trace contextRef="#ctx0" brushRef="#br0" timeOffset="1.05052E6">9415 15152 7533,'-31'0'3276,"44"-16"-2036,21 9 0,9 2-1240,-2-5 0,1 3 0,-6 6 0,1 4 0,-4 3 0,-10 3 0,0 1 0</inkml:trace>
  <inkml:trace contextRef="#ctx0" brushRef="#br0" timeOffset="1.06286E6">5956 13847 10051,'-12'0'1080,"5"0"-1710,-4-8 540,10 6 0,-16-6 90,3 16 270,-10 9-180,8 8 0,2 1 0,-1 8 135,4 2 0,6 0-46,16-4-1425,7-6 0,4-2 1336,5-4 314,9-10 1,0-12 315,-19-18 0,-4-9-271,7-15 1,-3-2-450,-9 9 0,-5 1 90,-6-8 0,-7 8-2429,-20 18-938,8 16 2792,10 4 0,31 16 0,19 0 0</inkml:trace>
  <inkml:trace contextRef="#ctx0" brushRef="#br0" timeOffset="1.06309E6">6178 14005 9512,'-14'0'2248,"-3"0"-5525,16-8 3151,1 6 1,23-13 0,10 5 0</inkml:trace>
  <inkml:trace contextRef="#ctx0" brushRef="#br0" timeOffset="1.06373E6">6350 13935 11490,'-29'-2'-629,"-3"19"1033,10 7 1,5 5-270,10 0 0,6-1-180,7 2 0,8-7 270,18-19 0,3-14-45,-7-17 0,-7-9 224,-6 1 1,-10 0-990,-15 0 1,-9 9-2693,-16 20 3176,24 18 1,43 4 0,-4-16 0,0 0 0</inkml:trace>
  <inkml:trace contextRef="#ctx0" brushRef="#br0" timeOffset="1.06434E6">6584 13970 7892,'19'0'3276,"-7"-8"-2054,-17-2-1222,-9 1-270,-21 9 180,-4 25 180,16-8 0,3 3 225,3 5 0,7 3 44,10 7 1,6-1-450,10 7-180,17-21 1,3-15 538,-16-29 1,-2-10 270,9 8 0,-6-3-91,-19-4 1,-10-3 0,-2 5-1619,-20-8-406,5 16 1,6 12 1574,17 27 0,24 6 0,3-1 0,0 1 0</inkml:trace>
  <inkml:trace contextRef="#ctx0" brushRef="#br0" timeOffset="1.06478E6">6805 13899 7803,'-12'28'3276,"5"-3"-1875,2 1-1986,6 6 1,3 2-1055,-1-7 1,1-1 1411,-1 6 1,0-3 0,3 3 0,-6-23 0</inkml:trace>
  <inkml:trace contextRef="#ctx0" brushRef="#br0" timeOffset="1.06784E6">6350 14023 6273,'7'-10'1530,"-1"2"-1441,-6 8 361,-6 0-180,5 0 0,-10 0 90,4 0 0,0 0 449,1 24-2325,3 5 0,1 3 1606,0 13-120,-2-13 0,-2 6 0,0-4 75,2-8 0,0-2 45,-9 31-2429,13-55 1979,2-15 360,3-19 0,6 27 0,3 7 0</inkml:trace>
  <inkml:trace contextRef="#ctx0" brushRef="#br0" timeOffset="1.06868E6">6596 14093 6633,'0'-9'0,"0"-7"90,0 6 180,0 0 629,0-5-269,-11 13-630,3-6 270,-10 8 360,6 0 629,5 8-450,1 17-479,4 11 0,1 9 0,-1-2-375,-1-6 0,-1 0-315,1 6 0,-1 2 1,-1-9-541,-2-11 900,18-41 0,-1-5 0,13-22 0</inkml:trace>
  <inkml:trace contextRef="#ctx0" brushRef="#br0" timeOffset="1.06967E6">6830 14023 7713,'7'-10'1529,"-2"2"180,-5 0-1080,0 6-89,0-13-630,-11 13-90,3-6 0,-16 20 0,-3 7 450,7-3 30,-1 10 0,-2 8 0,5-6-210,7-6 179,-4 13 1,8 0-180,29-15 0,22 0 0,-2-20 180,-8-22 0,-5-7-225,-16 4 0,-4-1 45,7-17 0,-3 1 0,-6-5-180,-1 12 0,-6 43 270,-6 21-60,5 6 0,1 8 0,0-5-120,-3-12 0,0 1-113,2 7 1,-1 8-1,1-1 1,0-7-248,-1 13-450,0-11 1,4-11-1800,11-35 2609,6-22 0,-11-3 0,-3 19 0</inkml:trace>
  <inkml:trace contextRef="#ctx0" brushRef="#br0" timeOffset="1.07059E6">5882 14799 8252,'1'-20'2519,"-7"-3"-2519,-19 37 0,1 15 0,0 8 135,7 6 0,4 2-16,1-11 1,1 1 0,11-4 150,20 2 0,12-4 0,1-16 269,4-35 1,2-15-330,-2 20 0,2 0 0,-11-8 82,-18-11 0,-10-11 1,-6 0-1,-2 7-112,-5-2 0,-8 9-1819,-20 8 1,4 19 1418,27 27 0,9 9 0,9 10 0,12 0 0,5-17 0,1 0 0,0 0 0</inkml:trace>
  <inkml:trace contextRef="#ctx0" brushRef="#br0" timeOffset="1.07081E6">6190 15011 8702,'-19'9'3276,"1"-1"-3134,11-8-142,1 0 0,34 0 0,6 0 0</inkml:trace>
  <inkml:trace contextRef="#ctx0" brushRef="#br0" timeOffset="1.07168E6">6436 14923 9602,'-37'-10'809,"13"18"1,0 7-586,3 2 1,3 5 90,0 20 0,9 3-585,11-13 0,9-6 495,17-9 0,5-14 314,-3-27 1,-3-15-90,-1-3 0,-10-4-900,-23-5 0,-10 6-2827,-9 18 0,19 54 3094,20-1 1,14 2 0,4-2 0,7-6 0</inkml:trace>
  <inkml:trace contextRef="#ctx0" brushRef="#br0" timeOffset="1.07206E6">6559 14993 7533,'25'-8'1638,"0"0"0,7-19 1292,-54 5-3919,-15 54 809,15 0 0,10 4 270,24 1 0,12-13 539,0-27 1,-1-12-360,1-17 0,-10-8-1755,-16-6 1,-7 17 1484,1 39 0,16 12 0,22 5 0,1 1 0</inkml:trace>
  <inkml:trace contextRef="#ctx0" brushRef="#br0" timeOffset="1.07234E6">6867 14905 7533,'7'-37'3276,"-2"11"-1638,-1 49 0,-2 17-2623,-1-8 0,-1 4 1,0 0-36,2 2 1,0 2-1,0-3 1020,-4 21 0,4-24 0,3-41 0,2-33 0</inkml:trace>
  <inkml:trace contextRef="#ctx0" brushRef="#br0" timeOffset="1.07954E6">7900 14023 5824,'0'-10'0,"0"2"180,0 0-90,0 6 179,0-5 901,0-1-541,0 6 2647,0-14-2684,-5 14-322,-7-6-225,-2-17 0,9 3-3322,13 26 3163,3-47 1,13 54-1,5 9 1,-4-10 0,0 0-1</inkml:trace>
  <inkml:trace contextRef="#ctx0" brushRef="#br0" timeOffset="1.07968E6">8208 14164 11400,'-13'-20'629,"2"28"1,11 22 0</inkml:trace>
  <inkml:trace contextRef="#ctx0" brushRef="#br0" timeOffset="1.08099E6">7986 14093 7533,'-20'-19'3276,"-1"-5"-796,14 15-2480,-11-1-449,-7 18 584,4 7 0,0 5-1,1-2 1,0 3 360,-6 12 0,4 1-270,9-11 0,5 1 44,9 14 1,9 0-45,7-12 0,6-3-90,18 5 0,3-5-135,-19-12 0,0-4 225,13-3 0,-3-8 224,-2-30-179,-11 12 0,-1-3-45,-1-9 0,-2-2 134,-5 5 1,-2-1 0,-4-2 0,-2 0-270,0 5 0,-4 3-270,-12-19 0,-13 11-180,3 20 0,-3 3 315,0 0 0,-2 2 0,-7-1 1,0 3-811,7 4 1,0 6-785,1 8 1,1 3-842,-6 8 2480,29 11 0,26-39 0,19-6 0</inkml:trace>
  <inkml:trace contextRef="#ctx0" brushRef="#br0" timeOffset="1.08156E6">8344 14217 7533,'-30'0'3276,"14"0"-1695,5 8-1941,29-6 450,3 6 1529,9-32-1079,-17 18-270,-13-33-1170,-8 35-2377,-4 4 0,7 12 3116,5 5 1,16 7 0,4-4-1</inkml:trace>
  <inkml:trace contextRef="#ctx0" brushRef="#br0" timeOffset="1.08224E6">8738 14076 7533,'-32'-37'3276,"2"11"-3044,10 18-412,-8 8 1799,2 39-989,0-13-406,10 6 1,9 3-944,22 2 629,12-10 90,-3-29 0,3-11 584,5-19 1,-4-7 179,-9 7 1,-4 1-1,-1-1 1,-4 13-585,-12 55-720,0 5 1,-1 12-1,2-2 30,0-15 1,1-1-1,1 1-270,0 17 1,2 2-1,5-21-1378,5-31 2158,5-3 0,-13-24 0,-3-8 0,3-6 0</inkml:trace>
  <inkml:trace contextRef="#ctx0" brushRef="#br0" timeOffset="1.08326E6">7963 14887 8612,'-12'-17'2968,"-7"-1"-2878,-29 16-180,7 4 225,11 25 0,7 11 180,16-1 0,10 2-135,4 7 0,11-8 449,25-20 1,6-16-270,-11-9 0,-5-12-61,-5-11 1,-3-11 0,-13 3-165,-23-3 0,-12 3-1035,-3 2 1,-5 10-740,-1 16 1,5 14 1527,22 33 1,28-14 0,11-1 0,-2-8 0,-1 1 0,1-1 0</inkml:trace>
  <inkml:trace contextRef="#ctx0" brushRef="#br0" timeOffset="1.08353E6">8257 15028 10951,'-13'-17'-1529,"2"7"1529,11 10 0,11 25 0,2 13 0</inkml:trace>
  <inkml:trace contextRef="#ctx0" brushRef="#br0" timeOffset="1.0838E6">8454 14781 7533,'6'27'1092,"-1"-1"0,0 11 0,-1 5-1561,1-3 1,2 3 0,-2-4 0,-1-2 0,-1-7 0,2-9 0</inkml:trace>
  <inkml:trace contextRef="#ctx0" brushRef="#br0" timeOffset="1.0871E6">12565 13635 7533,'0'-20'1349,"5"-11"-629,-3 11 449,14-15 360,-13 8-809,-3 9-945,-22 28 0,-9 11 360,7-6 0,-2 4 89,-4 9 1,-5 8 0,0 5 0,2 1 8,8-6 1,2 1 0,1 3 0,1 1 0,0 3-181,4-6 1,-1 1 0,1 3 0,1 0-1,1 2 1,1 1 0,2 1 46,3-4 0,0 2 0,2 2 0,1 0 0,0 1 0,2 0 0,1 0 0,0-2 0,2-2-36,0 4 0,2-2 0,2 0 1,0-1-1,1 0 0,2 0 0,0 1 154,2 4 1,2 2-1,1 0 1,1 0-1,1-2 1,0-3-1,-1-4-151,4 4 1,0-4 0,1-4-1,1 0 45,2-1 1,2 0-1,-1-4 1,-2-4-113,1-3 0,0-5-540,16 2 450,-24-25-2158,-7-13-1029,-5 13 0,0-6 2865,0 8 0,0 0 0,0 0 1</inkml:trace>
  <inkml:trace contextRef="#ctx0" brushRef="#br0" timeOffset="1.0885E6">14853 16404 8972,'-5'-10'3058,"3"-5"-1529,-3 13 180,-1-22-1709,5 20 360,-5 20-60,7 18 0,5 14 0,-2 3-233,-2-4 0,-2 3 1,0 1-1,1-3-45,2-6 1,0-2 0,0-1-1,-1-1-1115,-1 11 1,-1-2 0,-1-25-2185,1-58 2914,6 5 0,-5-10 1,5 23-1</inkml:trace>
  <inkml:trace contextRef="#ctx0" brushRef="#br0" timeOffset="1.08888E6">14853 16492 7533,'-18'-30'1638,"0"0"0,3-17 0,28 12 0,13 3-546,0 14 0,5 3 0,3 1-469,-1 0 1,4 0 0,0 0 0,-1 3-1717,4 0 1,0 2 0,-4 2-547,7 0 1,-8 6 1091,-13 11 1,-33 15 0,-12 6 0,0 3 0,0-1 0</inkml:trace>
  <inkml:trace contextRef="#ctx0" brushRef="#br0" timeOffset="1.08916E6">14890 16616 7533,'-30'9'1092,"0"-1"0,49-17 0,16-3 546,1 8 0,7 0-2040,0-4 1,8-4 0,0 0 0,-6 3 401,-8 4 0,-4 1 0,-2 3 0,8 2 0,-12 6 0,-26 13 0</inkml:trace>
  <inkml:trace contextRef="#ctx0" brushRef="#br0" timeOffset="1.09039E6">16318 13529 7173,'-19'-45'1034,"11"12"1,3-1-406,0-7 900,10-2-89,2 43-961,6 18 1,3 16 0,0 4-283,0-1 1,0 5 0,0 4 0,1 3 0,-1 3-367,-4-13 0,1 3 1,-1 1-1,1 2 1,0 1-1,-1 1 1,-1 1-1,-1 0 1,-2 1 331,-1-2 1,-1 1-1,-1 1 1,-1 1-1,-1 0 1,0 1-1,-1 0 1,0 0-1,-1 0 1,-1-1 0,1-1-66,-1-2 0,0 0 0,0 0 0,-1 0 0,0 0 0,-1 0 0,-1-1 1,0-1-1,-1-1 0,-2 0 0,-1-1-245,-3 8 1,-2 0 0,-2-1 0,-2 0 0,0-3 0,0-2 0,0-2 0,1-4 101,-5 12 0,1-5 0,-2-5 0,-3-10-75,-8-10 0,-3-7 0,7-10-1949,2-22-1208,-10 22 2769,49 0 1,9 23-1,13-1 1</inkml:trace>
  <inkml:trace contextRef="#ctx0" brushRef="#br0" timeOffset="1.11744E6">12700 14870 8252,'0'-10'1529,"0"-6"-719,0 14 89,0-21 631,0 11-1261,0-14-628,-22 9-181,-27 15 270,22 7 0,-1 7 210,-1 12 0,0 9 0,5 3 210,9-1 0,5 3 0,5 2-83,3 1 1,4 4-1,3-2 1,7-5-128,8-1 0,6-5 0,6-13 389,12-20 1,7-15 0,-5-6-60,-9 2 0,-4-3 0,-7-9 251,-11-2 1,-3-8 0,-5-3 0,-4 2 0,-4 7-118,-10-8 1,-11 6-885,-11 7 0,-9 3 1,5 13-2798,-11 24 3103,10 21 1,59-8-1,18-1 1,6-3 0,0-1-1</inkml:trace>
  <inkml:trace contextRef="#ctx0" brushRef="#br0" timeOffset="1.11789E6">13082 15222 7533,'-32'-17'3276,"13"7"-2457,19-6 0,19 14 0,13-6 0</inkml:trace>
  <inkml:trace contextRef="#ctx0" brushRef="#br0" timeOffset="1.11864E6">13389 14958 7533,'0'-33'1638,"0"1"0,0-11 752,-6 27-3559,-28 32 1034,9-4 0,-2 3 225,-9 16 0,3 7 0,7 2 0,12 2 180,21 2 0,15-5-405,11-9 0,7-15 315,-4-24 0,2-12 0,-5-6 479,-5-5 1,-5-5-1,-4 0 0,-6 0 1,-3 1 0,-9 11-1739,-11 17 89,1 41 1,4 22 292,6-16 0,2 4 0,1 1 0,0-3-203,-1 2 1,0-3-1,2-1 900,7 12 0,-2-8 0,-10-18 0,0-27 0</inkml:trace>
  <inkml:trace contextRef="#ctx0" brushRef="#br0" timeOffset="1.11931E6">13832 14958 7533,'-6'-28'1638,"0"1"0,-17-8-1387,2 46 0,-1 9-72,-8 7 31,13 3 0,1 7 0,9-6-300,28 5-180,18-19 360,-3-40 0,-1-16 749,-14 6 1,-2-3 0,-2 3 194,-2 4 1,-5 5-766,-8 6-925,-3 38 1,-2 28-1,-1 14 1,1-1 0,2-17 469,3-14 1,1-1-1,-1 16 1,-1 13-1,0-8 1,3-28-1,5-49 1,0 1-1</inkml:trace>
  <inkml:trace contextRef="#ctx0" brushRef="#br0" timeOffset="1.12031E6">15088 15046 7533,'0'-10'2428,"-6"-29"-1798,-1 23-46,3-12 1,-4-1 45,-21 8-540,5 23 0,-1 10 0,-1 14 0,1 11 0,6 3 119,5 7 1,7 4 0,13-5 180,19-7 0,12-5 0,2-9-166,7-6 1,-4-21 224,-18-24 1,-3-18 0,-6-5 0,-9 6-210,-15 5 0,-10 4 0,1 4-240,-2-4 0,6 17 0,15 36 0,32 14 0,-1 0 0,1-1 0</inkml:trace>
  <inkml:trace contextRef="#ctx0" brushRef="#br0" timeOffset="1.12049E6">15358 15293 7533,'-25'0'3276,"12"0"-256,2 0-3020,22-16 0,19 4 0,-8 0 0,1-1 0</inkml:trace>
  <inkml:trace contextRef="#ctx0" brushRef="#br0" timeOffset="1.12108E6">15715 15064 7533,'-26'-19'1092,"-1"0"0,-1 3 0,-2 7-482,-5 19 1,2 11-161,6 5 0,9 5-181,15 15 1,15-2-855,19-17 1,8-13 629,8-19 0,-1-17 1004,-15-11 1,-3-11-1,-6 3-330,-4 0 1,-13 14-2069,-31 31 269,16 29 1,8 20 0,2 0 239,-3-7 1,1 0-1,4-3 840,4-4 0,2-2 0,5-13 0,17-18 0,-12-34 0</inkml:trace>
  <inkml:trace contextRef="#ctx0" brushRef="#br0" timeOffset="1.12161E6">16035 15117 7533,'-6'-30'1638,"1"1"0,-20-12-668,1 29 1,-1 12-1286,2 21 0,5 13 285,7 0 0,3 5 0,8-3-195,13 11 0,11-15 810,7-33 0,3-14 449,1-7 1,-5-7 134,-8-10 0,-9 15-1619,-14 53 1,-4 19-644,6-15 1,1 2 0,1 1 708,-1 5 1,-1 2 0,6-12-1,15-7 1,-1-63 0</inkml:trace>
  <inkml:trace contextRef="#ctx0" brushRef="#br0" timeOffset="1.12263E6">12626 13811 7533,'0'-19'2698,"0"-5"-1888,0 6 269,0-1-809,-11 1-540,-15 32 0,-6 11 90,8-6 0,2 6 247,4 6 1,0 9 0,3 2-1,6-6-67,5 3 0,14-8 689,24-14 1,15-10 0,-5-11-465,-7-22 0,-6-15-100,-8 8 1,2-9 0,-1-2 0,-8 5 0,-14 9-1070,-24 7 0,-8 7-695,9-7 1,1 10 1169,-10 43 1,12 15 0,37-10 0,13-3 0,-2-15 0,1 1 0</inkml:trace>
  <inkml:trace contextRef="#ctx0" brushRef="#br0" timeOffset="1.12278E6">12934 14005 9961,'-14'-27'517,"3"1"0,33 17 1,6 1-1</inkml:trace>
  <inkml:trace contextRef="#ctx0" brushRef="#br0" timeOffset="1.12363E6">13230 13917 7982,'0'-20'3276,"0"-19"-1964,0 26-1492,-45 11 360,26 16 0,0 9-31,-4 10 1,0 7 0,13-1-330,24 4 1,15-4 358,9-4 1,7-17 120,-5-27 0,4-15 0,-12-6-300,-17 0 0,-9-4 0,-4 0-1619,-6-11 0,-11 8 1619,-13 19 0,4 14 0,27 26 0,23-6 0,0 1 0</inkml:trace>
  <inkml:trace contextRef="#ctx0" brushRef="#br0" timeOffset="1.12387E6">13574 13847 7533,'0'-20'3276,"0"-11"0,5 66-4369,2-2 1,2 8 0,-1-3 207,-3-1 1,1 2 104,4 8 1,3 4 0,-4-14 839,-6-17 1,30-10 0,-6-12 0</inkml:trace>
  <inkml:trace contextRef="#ctx0" brushRef="#br0" timeOffset="1.12474E6">15136 13811 7533,'0'-43'3276,"0"6"-1695,-27 25-1986,2 30 0,-1 15 435,4 6 0,2 7 0,8 2 60,10-10 0,5 1 0,4 0 0,3-4-210,4 6 0,6-3 0,6-15 150,18-22 0,9-18 0,-9-10 569,-16-9 1,-9-9 0,-8-1-420,-7-5 0,-9-2 0,-9 10-1819,-11 9 1,-6 15 1476,-3 21 1,8 13-1,33 18 1,17 5-1,15-8 1,0 1-1</inkml:trace>
  <inkml:trace contextRef="#ctx0" brushRef="#br0" timeOffset="1.12494E6">15493 14058 11670,'-13'-17'599,"29"-9"1,18-1 0</inkml:trace>
  <inkml:trace contextRef="#ctx0" brushRef="#br0" timeOffset="1.12589E6">15826 13917 8432,'-14'-10'1439,"3"-5"-629,11-3-630,-6 6-450,-28 12 450,10 34 0,7 15-1,12-13 1,5 3 0,4-1-150,3 2 0,4 0 0,8-14 914,25-19 1,2-20-585,-10-15 0,-13-12-315,-18 4 0,-8-7 0,-5 1 0,-4 8-1684,-9 2 1,-5 11 1614,-7 9 1,55 53-1,6-21 1,-1-1-1,1 1 1</inkml:trace>
  <inkml:trace contextRef="#ctx0" brushRef="#br0" timeOffset="1.12618E6">16109 13935 7533,'0'-30'1638,"0"1"0,0-12 1638,6 29-2612,-4 31 0,-3 21 1,1 3-1758,0 3 1,0 4 0,0-1 145,0 1 1,-1 1-1,1-5 947,-6 9 0,6-20 0,6-35 0,0-19 0</inkml:trace>
  <inkml:trace contextRef="#ctx0" brushRef="#br0" timeOffset="1.15881E6">12491 794 7533,'0'-18'90,"5"-15"1439,13-4-1439,-8 7 180,17 7 89,-14 23 1,7 0 314,-12 26 1,-4 10-450,-1-7 0,-1 5-261,-1 6 0,-1 9 0,0 6 0,-1-1 0,1-5 13,0-5 1,0-4 0,0 1-1,0 3-86,0 0 1,0 2-1,0 2 1,0 2-1,0 1 96,0-6 0,-1 3 0,0 2 1,0 0-1,0-2 0,0-4 1,1-4-681,-1 8 0,1-6 1,-1 5 677,0-6 0,0 4 0,-1 2 0,1 3 0,-2 0 0,1-1 246,-2-1 0,0 2 0,-1 1 1,0-1-1,1 0 0,0-3 1,1-4-165,-1 7 0,1-5 1,2 0-1,2 8-245,2-13 1,1 5 0,0 4 0,2 3 0,0 0 0,1 1 0,1-2 0,1-2 0,1-5 0,0-5 19,7 12 1,1-8 0,4-2-1,4 4 142,-5-12 1,4 2 0,2 2 0,2 0 0,1 1 0,0 0 0,0 0 0,0-1 0,-3-1 262,1 2 0,0-2 1,-1 1-1,0-1 0,-1 0 1,1 0-1,0-1 1,-1 1-248,5 4 0,-1-2 0,1-1 0,-1 1 0,0 2 0,-2 3 0,-1 4 0,-8-9 0,0 5 0,0 3 0,-1 1 0,0 2 0,-1 1 0,-1 0 0,0-2 0,-2-2 0,0-2 0,-1-4 0,-2-4-45,6 13 0,-4-9 0,-1 1 0,-1 13 25,-6-22 0,0 5 0,0 3 0,0 4 0,-1 2 0,0 3 0,0 2 0,0 2 0,-1 0 0,0 1 0,1 1 0,-2-1 0,1-1 0,0-1 0,-1-2 0,0-1 0,0-4 0,0-2 2,0 11 0,-1-3 0,0-3 0,-1-1 0,1-1 0,-1 0 0,0 0 0,0 3 0,0 2 0,0 3-110,1-11 0,-1 3 0,1 2 1,0 1-1,-1 1 0,1 2 0,0 1 1,-1 0-1,1 0 0,0 0 0,-1 0 1,1-1-1,0-2 0,-1 0 0,1-2 1,-1-2-1,1-2 0,-1-3 138,1 12 0,-1-3 0,-1-3 0,1-1 0,0-2 0,0-1 0,0 0 0,1 0 0,1 2-10,0 4 0,0 3 0,1 1 0,-1-2 0,2-1 0,1-4 0,2-4 0,1-7 477,7 4 0,4-8 1,2 3-442,-1 1 0,2 4 0,2 2 0,3-2 0,1-3-90,3-5 0,3-2 0,2-1 0,0-1 0,2 1 135,-1 0 1,1-1-1,1 1 1,1 0-1,0 2 1,0-1-5,-4 0 0,0 0 0,1 1 0,-1 1 0,1-1 1,-1 1-1,0-1-47,0 0 1,0-1 0,0 1-1,-1 0 1,1 0 0,-1 2 0,0 1 2,-2 0 1,0 3 0,0 1 0,-1 0-1,0 1 1,1-1 0,-1 0 0,0-2 172,3 1 1,0-1-1,-1 0 1,1-1 0,0 0-1,-1 1 1,0 1-241,-3-3 0,-1 0 0,1 1 1,-1-1-1,0 2 0,0-1 1,0 1-1,0 0 154,-2-2 0,0 0 0,0 0 0,0 0 0,-1 1 0,2 1 0,-1 0 0,1 1 0,1 2-98,-3-3 0,1 2 1,1 1-1,1 1 1,0 0-1,0 1 1,0 0-1,-1 0 1,0 0-1,0 0 1,-1-1-1,-2-2-31,1 3 0,0-2 0,-2-1 0,0 1 0,-1-1 0,1 0 0,-1 1 0,0 0 0,1 2 0,1 2 2,-2-3 0,1 2 0,1 3 0,0 0 0,0 1 0,1 1 1,-1-1-1,-1 0 0,0-2 0,-1-1 0,-2-2 0,-1-3 0,-2-4-29,7 14 0,-2-7 0,-3-2 0,-1 1 1,1 3-30,-2-1 1,-1 2 0,1 2 0,-1 1-1,-1-1 1,0-2 0,-2-4-10,4 7 0,-1-5 0,-1 1 0,0 3 134,-1-1 0,0 4 0,0 1 0,0 1 0,0-1 0,-2-4-60,0-5 0,0-2 0,-1-1 0,-1 1 0,0 3 15,-1 4 0,-1 3 0,0 1 0,-1 1 0,-1-1 0,0-2-123,-2-2 0,0-2 0,-1-1 0,0 2 0,-1 3 30,0-1 1,0 1 0,-1 3 0,0 0 0,0 2 0,-1-1 0,0 0 37,-2-5 1,1 0-1,-1 1 1,-1 0 0,0 0-1,0 0 1,-1-1 0,0 1 106,0-2 0,-1 0 1,0 0-1,-1 0 1,0 0-1,-1 0 1,0 1-1,-2 0-7,0-2 0,-2 1 0,0 1 0,-1-1 0,-1 1 0,0-1 0,0 1 0,0-2 0,1 1-15,-1 2 0,-1 0 0,1-1 0,0 0 0,-1 0 0,1 1 0,-1-1 0,0 1-115,1-3 0,0 0 0,0 0 0,0 0 0,0 0 0,0 0 0,0 1 0,0-1 0,0-1 13,-2 5 1,1 1 0,-1 0 0,0 0 0,1-1 0,1-2 0,0-2-1,1-3 57,1 4 0,1-5 0,0-1 0,1 0 0,-3 4 12,0 0 1,-1 2 0,-1 2 0,-1 1 0,1-1 0,-1-2 0,0-2 316,0 1 1,-1-4-1,0-1 1,0 2-1,-1 4-199,2-6 0,0 2 0,0 2 0,-1 2 0,-1 0 0,1 1 0,0 0 0,0-2 0,0-1-108,0 1 1,0-1-1,0 0 1,0 0-1,0-1 1,1 0-1,0 0 1,0 0-88,-1 6 1,0 0 0,0 1 0,1-1-1,0-1 1,1-1 0,0 0-26,1-1 0,1-1 0,0-1 0,1 0 0,0-1 0,0-1 144,-1 5 0,1-2 0,-1 0 0,1-1 0,-1 2 0,-2 2 0,1 2 0,-2 0 0,1-2 0,-1-2 285,-2 0 1,0-1 0,0-3-1,0-3-909,-1 6 1,-1-3-1,12-22 650,12-23 1,5-29 0,2 9 0,-1-1-1</inkml:trace>
  <inkml:trace contextRef="#ctx0" brushRef="#br0" timeOffset="1.16503E6">18201 2875 8072,'7'-10'1799,"-2"-5"-1439,-5 13 989,6-14-1079,-5 14 360,5-14-540,-12 7-360,-23-9 90,-10 8 240,-1 12 0,-8 4 0,3 2 165,2 1 0,1 3-195,3 2 0,-1 3 0,12 3 150,18 25 29,28-20 1,12 0 0,4 2-120,-5-3 0,4 1 0,-1 2 0,-3 3 427,-2 4 0,-1 4 0,-4 2 1,-6-1 291,-2 6 1,-8 0-1,-11-4-539,-16-3 0,-13-5 0,-4-8-390,-6-12 0,-4-9 0,2-5-870,-5-7 1,6-6-650,11 1 1,11-1 1445,23-2 1,30 32-1,16 3 1</inkml:trace>
  <inkml:trace contextRef="#ctx0" brushRef="#br0" timeOffset="1.16586E6">18472 2663 7533,'-17'-33'1092,"1"0"0,-14 2 0,-9 3-1865,3 7 1,-6 0-1,-2 2 1,3 2 832,5 1 0,1 4 0,-4 2 48,-4 5 0,-6 1 0,-2 4 0,0 3 0,4 3 90,2 7 1,3 4 0,1 4 0,-3 5-302,9-4 0,-3 2 0,0 2 1,0 3-1,0 2 0,3 1 1,3 2 204,1 3 1,0 2 0,2 3 0,2 1 0,4 2-1,4 0 1,5 2-36,6-4 1,3 4-1,4 0 1,3 2-1,4-1 1,2-1-1,3-2 1,2-3-106,5 1 0,4-2 0,4-1 0,3-3 0,2-1 0,2-3 0,1-2 25,3-2 0,4 0 0,1-3 0,3-2 0,1-5 1,0-5-1,1-6 395,-3-8 0,3-7 0,1-4 1,1-4-1,-1-3 0,-2 0 1,-3 1-1,-5 3-292,8-2 0,-5 2 0,-2-3 0,-2-7 179,-5-3 1,1-6 0,0-3 0,-4-3 0,-4-2 0,-6 2 69,-6-6 0,-7-1 1,-4-1-1,-4-1 1,-1 0-11,-2 7 1,-2-2 0,-2 1 0,-2 0 0,-2-1 0,-1 2-660,-1-4 0,-1-2 0,-2 0 0,-3 3 0,-2 3 1,-3 8 329,-13-1 0,-6 7 0,-1 7 0,3 7 0,3 6 0,3 6 0,5 9 0,6 22 0,0 1 0</inkml:trace>
  <inkml:trace contextRef="#ctx0" brushRef="#br0" timeOffset="1.16684E6">15407 6209 7533,'-5'-18'2698,"-2"-7"-1708,0 21-361,7 14-179,1 21 0,-1 14-343,-1-8 1,-1 8 0,0 2 0,-1 0 0,0-3-176,0-4 1,-1-3 0,0 1 0,1 1-149,-1 5 0,0 3 0,0 1 0,0-5 0,0-9-234,-2-3 1,2-9 179,4-6 270,-1-38 0,2-13 0,4-10 0,-1 3 0,-1-1 0</inkml:trace>
  <inkml:trace contextRef="#ctx0" brushRef="#br0" timeOffset="1.16732E6">15420 6209 7533,'18'-35'819,"1"1"0,0-1 0,-7 7 0,4 3-172,20-1 0,10 2 0,1 11-168,-6 19 1,1 10 0,-2 0-480,-2-10 0,0-1 0,-8 9-240,-7 18 0,-8 9 0,-14 2 186,-17-10 0,-14 1 0,-8 1 0,-1-2 0,6-2 76,5-2 1,3-4 0,-1 2-1,-3 2 397,-3 3 1,-6 4 0,-2 3 0,4-2 0,9-3 0,15-6-105,18-1 0,13-3-735,7 5 0,9 2 0,4-7-400,-4-11 1,5-6 0,1-2 0,-1 1 599,12 2 0,-1-1 0,-9 4 0,-13 2 0,-13 3 0,-34 6 0,0-1 0</inkml:trace>
  <inkml:trace contextRef="#ctx0" brushRef="#br0" timeOffset="1.16796E6">16084 5874 7533,'-26'-38'655,"0"-1"0,1 9 1,-3-4-1,-5 3 0,-5 5-557,2 10 1,-5 3-1,-4 4 1,-1 2 0,-1 2-1,1 2-308,2 1 1,-1 2 0,-1 1 0,0 2 0,-1 4 0,2 4 0,1 4 398,4 3 1,-1 4 0,0 3 0,0 2 0,1 4 0,3 2 0,1 1 0,4 3 0,3 1-83,4 0 1,2 3 0,2 3 0,3 2 0,1 1 0,3 1 0,3 1 0,2-1 0,4-1 0,3-1-198,4 0 0,3 1 0,3 0 0,3 0 0,3 0 0,2-1 0,3-1 0,2-2 0,1-2 0,2-3-27,2-1 0,3-2 0,1 0 0,3-1 0,2-2 0,2-3 1,1-2-1,1-3 0,1-3 0,1-5 108,0-3 1,3-4 0,2-2 0,1-3 0,2-2 0,0-3 0,-1-3 0,0-2-1,-2-2 1,-1-3 0,-4-1 178,1-5 1,0-2 0,-1-4 0,-1-2 0,-2-3 0,-1-1 0,-2-3 0,-2-1 0,-3-1 0,-2-1 116,-3-2 1,-2-2 0,-1-3 0,-2-2 0,-3-1 0,-2 0 0,-3 0 0,-2 0 0,-4 2 0,-4 1 36,-3-4 0,-5 0 1,-4 1-1,-3 0 1,-4 1-1,-1 2 1,-2 2-1,-1 3-864,-7-6 0,-5 3 1,-3 2-1,-1 3 1,-1 5-1,2 6 540,-9 2 0,-3 5 0,4 8 0,10 10 0,4 20 0,17 5 0,47-5 0,-1-1 0</inkml:trace>
  <inkml:trace contextRef="#ctx0" brushRef="#br0" timeOffset="1.16913E6">20195 6138 7533,'-12'-27'1638,"0"-1"0,3-7-1208,-13 54 1,0 17-71,11 1 0,4 6-293,-2-4 1,-1 6-1,1 0 1,7-1-496,8-6 1,5 0 0,2-1 0,1-3 187,0 6 0,1-2 0,8-14 90,15-19 0,9-15 0,-8-9 360,-16-4 0,-5-8 0,0 1-150,5-5 0,0-1 0,-8 21 30,-9 27-30,11 19 0,10 13 0,6-8 689,3-13 1,6-8 0,3-10-121,-4-8 1,4-9-1,-2-6 1,-4-7-415,-8-8 1,-4-8 0,-2-5 0,-5-1 0,-3 2-1036,-3-4 1,-5 0 0,-5 1 0,-3 4 677,-5-4 1,-4 3 0,-6 20 0,-10 29 0,0 14-1,12 23 1,0 0 0</inkml:trace>
  <inkml:trace contextRef="#ctx0" brushRef="#br0" timeOffset="1.17015E6">21278 5874 7533,'0'-20'1529,"0"-19"450,-17-6-1979,8 20 0,-2 1 90,-2-2 0,-6 1 224,-11 2 1,-9 1 0,-5 0 0,1 1-270,3 1 0,0 2 0,-3 1 0,-5-1-380,11 5 0,-4-1 0,-2 0 0,-2 0 1,-1 1-1,0 1 0,0 2 0,2 2 489,-5 2 0,0 1 0,1 2 1,-1 2-1,0 2 0,-2 3 1,0 2-191,7 2 0,-2 2 0,-1 3 0,0 0 0,-1 3 0,0 1 0,1 1 0,1 1 0,2 0 0,1 1-14,1 1 0,1 0 0,1 1 0,1 1 0,1 1 0,1 2 0,1 2 0,1 2 0,0 3 244,5-2 1,0 3 0,0 3 0,0 1 0,1 2 0,0 2 0,3-1 0,1 1 0,1 0 0,4-1 0,2-1 0,3-2-144,-2 11 0,3-1 1,3-1-1,4 0 1,5 0-1,5 1 0,6 1-186,3-10 0,5 3 0,4 1 0,3 1 0,3 0 0,3 0 1,1-1-1,2-2 0,0-2 0,1-2 0,-1-4 0,-1-4 146,5 2 0,1-5 1,0-2-1,2-4 0,1-2 1,3-2-1,2-2 0,4-2 120,-9-4 1,4-1 0,3-2 0,3 0 0,1-3 0,3 0 0,0-1 0,0-2 0,0-1 0,-1 0 0,-2-2 0,-1 0 0,-4-2 0,-2 0 0,-5-1-55,12-3 0,-4-1 0,-4-1 0,-3-3 1,0-4-1,-1-5 0,2-6 141,-11 3 0,3-4 1,2-4-1,1-4 1,0-3-1,0-2 1,0-2-1,-2-1 1,-3 0-1,-2 0 0,-5 1 1,-3 1-1,-6 3 1,-5 2-1,-7 4-244,-10-7 1,-12 4-1,-8 1 1,-6 2-1,-1 0 1,0-1-1,3-1 1,8-5-275,8-3 0,5-6 0,4-3 0,2-1 0,-1 1 1,-2 2-1,-3 5 0,-7 6 0,-7 8 300,-10 9 0,-9 5 0,-5 4 0,-4 5 0,0 4 0,3 3 0,6 4 0,9 1 0,-13 12 0,11 9 0,12 7 0,0-1 0</inkml:trace>
  <inkml:trace contextRef="#ctx0" brushRef="#br0" timeOffset="1.18989E6">16589 6579 7533,'-20'-8'-1260,"2"7"991,11-15 179,2 6 270,5 0 89,0-5 451,-5-3-630,4 6 180,-32-4 90,4 16-91,-3 0 1,-2 0-270,-1 0 270,-5 0-540,33 0 450,2 0 450,5 0-720,0 0 360,0 8-270,0-6 0,-6 14 90,5-14 539,-5 6-1168,6 0 539,0-6 449,-5 5-449,3-7-90,-3 0 180,5 0 540,214 0-695,-172 0 1,1 0 0,1 0 0,2 0 0,2 0-1,2 0 1,3 0-189,-11 0 1,3 0 0,2 0 0,2 0 0,1 0 0,1 0 0,1 0 0,0 0 0,-1 0 0,0 0 0,-2 0 0,-1 0 0,-3 0 241,8 0 1,-1 0 0,-1 0-1,-2 0 1,0 0 0,0 0-1,-1 0 1,1 0 0,0 0 119,1 0 1,2 0 0,1 0 0,1 0 0,-2 0 0,-3 0 0,-3 0 0,-5 0 0,-6 0-110,5 0 0,-7 0 0,-3 0-540,4 0 1,-8 0 269,-16 0-90,22 0 0,5 0 270,1 0 90,9 7 0,-9 2 0,-34-5 0,-1 12 0</inkml:trace>
  <inkml:trace contextRef="#ctx0" brushRef="#br0" timeOffset="1.19039E6">18484 6526 7533,'-18'-27'0,"10"9"809,-3 3-359,49 13-181,-5 1 1,10 1 0,2 0 0,-3 1-240,-2-1 0,-2 0 0,4 2 42,1 1 0,8 2 0,0 1 0,-7 2 0,-14 1 378,-5 13-840,-40 2 0,-19 7 1,-2-4-31,5-8 0,-2-3 0,-2 2 420,-2 3 0,-5 3 0,3 0 0,13-1 0,7 16 0,35 2 0</inkml:trace>
  <inkml:trace contextRef="#ctx0" brushRef="#br0" timeOffset="1.19153E6">18570 3828 7533,'-30'-40'-480,"0"1"0,12 18 1,0 1 389,-13-14 0,1 5 629,7 16 361,-7-13-361,24 10-539,13 15 270,20 9 0,13 15-243,-15-5 0,5 7 0,3 5 0,3 4 0,2 2 0,1 3 0,1 0 0,-1-1 0,-1 0 0,-2-4-190,-3-3 0,-1 0 0,0 0 0,0-1 0,0 0 0,-1 1 0,1 0 0,1 2 1,0 0-1,1 2 220,-3-4 1,1 2 0,2 1 0,0 2 0,0 0 0,1 0-1,0 1 1,0 0 0,-1-1 0,-1 0 0,-1 0 0,-2-2-1,-1 0 1,-2-2-36,6 8 1,-2 0-1,-1-1 1,-2 0-1,-2-2 1,-1-1 0,-3-3-1,-1-1-67,4 6 0,-2-3 0,-5-3 0,-3-2 315,-3 10 0,-8-17-1619,-9-41-1170,-2 6 2519,0 4 0,-4 26 0,4 9 0</inkml:trace>
  <inkml:trace contextRef="#ctx0" brushRef="#br0" timeOffset="1.19259E6">19961 4957 7533,'-6'-25'314,"0"1"1,-1 6 405,12-21-630,3 39 269,14 22 1,1 11-225,-7-9 0,-2 4 0,2 7 0,2 8 0,-1 1 0,-3-7-45,-2-1 0,-1-1-60,0 2 0,-1 2 0,-4-11-120,-6-19 90,0-1 0,0-8 630,0 0-630,-5 0-270,3 0 450,-3 0-90,-28 8-315,11-7 0,-8 0-236,-5 1 1,-12 1-1,-7 0 1,0 0 0,3 0-1,8-1 491,3-1 0,5-1 0,-5 1-30,-1 1 0,-8 1 0,-4 0 0,3 0 0,7-3 0,14-3-449,1-13 449,58 28 0,-16-8 0,20 13 0,0 1 0</inkml:trace>
  <inkml:trace contextRef="#ctx0" brushRef="#br0" timeOffset="1.20893E6">16097 5592 5914,'0'-20'1349,"-6"-4"-1169,5 22 539,-10-5-449,4 7-180,-17 0 0,4 23 180,-5-9 360,8 19-361,10-15 361,2-8-181,19-29 1,18-25 0,3-3-315,-9 14 0,2-1 0,3-3 0,1-2 0,2-2 0,0-1-338,-8 11 0,1-2 0,1-1 1,1-1-1,0-1 0,1 0 1,0-1-1,1 0 0,-1 1 1,0 0-1,0 1 203,2-2 0,0 0 0,0 0 0,1 0 0,-1 0 0,1 0 0,-1 0 0,1 1 0,-1-1 0,0 1 89,-1 0 1,1-1 0,1 0 0,-1 0 0,0 0 0,-1 1 0,0 1 0,-1 1 0,-2 2 0,-2 2 54,8-9 0,-1 3 0,-3 2 0,-2 2 0,-1-1-189,-1-3 0,-2 0 0,-1 3 0,-3 4-225,0 1 0,-1 3-585,3 2 1,-1 3 225,3 1-811,10 3 612,-45 32 828,2-12 0,-14 27 0,3-11 0</inkml:trace>
  <inkml:trace contextRef="#ctx0" brushRef="#br0" timeOffset="1.20958E6">17118 4039 7533,'-27'-4'1349,"1"0"0,-10 3 90,6-7-449,53-8-571,8-1 1,11-3 0,3-2-438,-9 4 0,4-2 0,0-1 0,1 1 0,-3-1 130,2-1 1,-1-1-1,-1 1 1,0 1 44,1 2 0,2-1 1,-4 4-1,-14 4 293,-12 7-270,-17 30 270,-7 18-690,4-10 0,-1 5 0,1 1-510,1-3 1,0-1 0,2 2-344,0 2 1,1 0 0,2-2 991,2 3 1,5-5 0,15 0 0,-2 0 0</inkml:trace>
  <inkml:trace contextRef="#ctx0" brushRef="#br0" timeOffset="1.21752E6">18570 6297 7803,'7'-10'1619,"-2"-5"-360,-5 5-90,-5 0-179,-8-14-810,5 21 359,-25-21-539,28 22-270,-28-6 180,31 16 720,2 25-360,13-9-135,5-4 0,5 1 134,13 0 1,6-1-293,-9-3 1,3 1 0,1 0 0,-2 0 51,0 0 1,-2-1 0,0 1-210,5 5 0,1 1 1,-8-7 269,-2-7 90,-10-2 539,6-8-899,-12 0 1080,-2 0-630,-27 8-360,-9 5 0,-11 6 0,-3 2 0,3-2 300,0 3 0,1-1 0,-3 1-345,0 0 0,-4 1 0,2 0 0,8-3-1170,4 1 1,11-1 1304,27 12 0,-24 13 0,-1-9 0,0 0 0</inkml:trace>
  <inkml:trace contextRef="#ctx0" brushRef="#br0" timeOffset="1.22276E6">14276 7620 7533,'-13'-18'180,"6"9"449,-4-7 720,10 6-719,-5 8 90,12 12 134,-5 30 1,-1 10-675,3-22 0,0 3-91,-3 10 1,-2 10 0,0 0 0,0-8-180,2-6 0,-1-1-30,-1 4 0,0 3 1,0-11-241,2-14-2917,0-36 1966,0 4-847,0-17 2158,0 29 0,6-14 0,1 7 0</inkml:trace>
  <inkml:trace contextRef="#ctx0" brushRef="#br0" timeOffset="1.22337E6">14276 7655 7533,'-6'-19'989,"-6"-21"91,3 19 629,4-22-630,39 15-675,-1 26 1,2 10-90,3 13 0,-8 11-135,-16-2 0,-6 5 0,-8 0-300,-8 3 0,-10 0 0,-3-4-30,-3-6 0,-5-3 0,1-6-615,-7-3 1,3-8 404,4-12-2917,34-20 3219,17 23 0,4 8 1,16 13-1</inkml:trace>
  <inkml:trace contextRef="#ctx0" brushRef="#br0" timeOffset="1.22402E6">14682 7602 7533,'-3'-28'1439,"0"0"0,-15-14-1304,-4 58 0,-4 15 224,7-4 1,1 4 0,2 4-338,4 3 1,3 6 0,2 0-1,1-2-232,0 1 0,2-2 1,6 1-541,9 7 0,6 1 1,2-10 749,-1-17 0,0-5 0,17 15 0,-24-35 0</inkml:trace>
  <inkml:trace contextRef="#ctx0" brushRef="#br0" timeOffset="1.22489E6">14755 7867 7533,'-5'-18'2158,"3"9"-808,-9 32-1036,9 5 1,3 7-345,-3-1 0,-1 4 0,2-2-60,2 6 0,4-6 90,7-3-120,-5-51 0,-1-23 1,0-2 119,2 0 0,0-2 0,1-2 224,2 1 1,1-3 0,1 1 0,3 7-105,2 8 0,2 5 0,1 3-75,4-13 0,3 15 225,14 36 0,-1 13-270,-2 5 224,-6-2 1,-12 3-180,-31-5 0,-11-1 405,-2 1 0,-6-1 59,-5-2 1,-5 1 0,8 2-735,7 17 0,11 3-450,13-8 1,10-2-406,13-3 1,9-9 1079,5-16 0,-2-10 0,-7-17 0,-13-9 0</inkml:trace>
  <inkml:trace contextRef="#ctx0" brushRef="#br0" timeOffset="1.22533E6">15235 7497 7533,'0'-18'3238,"11"24"-2114,11 27 1,2 16-856,-11-14 1,-2 3 0,-1 3 0,0 0-315,2 4 0,0 1 0,-2 1 0,-6 1-611,-7-6 1,-4 2-1,-3-1 1,-1-2 0,1-5-282,-2 11 0,-7-6 713,-12-7 1,-7-2 0,7-12-3054,10-16 3107,-18 12 0,50-16 0,10 0 0</inkml:trace>
  <inkml:trace contextRef="#ctx0" brushRef="#br0" timeOffset="1.22648E6">15628 7955 9422,'-13'-8'3276,"41"-9"-4394,19 5-186,-7 2 0,1 4 1304,-4 10 0,-11 8 0,-33 15 0,-12-4 0,0-1 0</inkml:trace>
  <inkml:trace contextRef="#ctx0" brushRef="#br0" timeOffset="1.22671E6">15653 8079 7533,'-30'0'3276,"15"0"-1155,48-16-2526,-7 13 0,4 2 405,4-3 0,3 0 0,-4 4 0,-1 10 0,-4 6 0,-3 2 0,1 1 0</inkml:trace>
  <inkml:trace contextRef="#ctx0" brushRef="#br0" timeOffset="1.22757E6">16453 7479 8522,'0'-18'1080,"-16"8"-721,-6 14 1,-4 8-135,2 8 0,-2 7 0,1 6 0,1 3-46,6-1 1,2 6 0,1 2 0,0 2 0,0-2 0,0-3-135,-6 5 0,-1-4 0,1 1 0,6 4-15,6-4 0,2 5 0,3 2 0,2-1 0,3-6 0,4-7-660,12 3 0,3-6 540,-6 9 1,2-1-1550,10-9 1,-2-5 1467,-14-7 1,6-17 0,-16-14 0</inkml:trace>
  <inkml:trace contextRef="#ctx0" brushRef="#br0" timeOffset="1.22867E6">16810 7532 7353,'-19'-20'3276,"-4"-11"-2864,-2 27-53,-17 12 585,9 21 1,4 10-585,9 4 0,3 1-270,-4-3 0,9 0-135,27 1 0,15-12 135,17-28 0,5-13 179,-19 5 1,1-3 0,-4-6 779,4-17 1,-3-9 0,-11 1-601,-10-2 1,-16 1-480,-16 3 0,-12-1 0,1 10-1609,7 16 1,0 5 1389,-12-2 1,14 4 0,62 8-1,-6 2 1,0 0 0</inkml:trace>
  <inkml:trace contextRef="#ctx0" brushRef="#br0" timeOffset="1.22918E6">17057 7743 7533,'-13'-39'180,"6"16"-180,2 25 0,16 13 0,3-5 0</inkml:trace>
  <inkml:trace contextRef="#ctx0" brushRef="#br0" timeOffset="1.23015E6">17266 7461 7623,'-14'-8'3276,"19"-9"-976,21-3-1715,5 5 0,4 5-630,1 10 0,-1 6-180,-2-3 0,-7 5-1034,-14 35 809,-33-27 0,-9-2 630,5 3 0,0-1-90,-22 2 360,71 15 89,0-14 1,3-1-225,8 7 0,-5 3 224,-20-1 1,-4-1-360,4 11-90,-46-9 0,-12-7-1529,2-7-135,9 0 0,7-4-1035,24-10 1080,11 0 1529,18 0 0,-18 8 0,-5 1 0</inkml:trace>
  <inkml:trace contextRef="#ctx0" brushRef="#br0" timeOffset="1.23159E6">17241 7532 7533,'-40'0'3276,"1"-16"-436,31 12-591,-3-27-1709,16 27-181,-4-12 991,21 16-181,4 8-1169,5-3 0,4 0 0,2 0 0,2 0 135,5-1 0,0 0-135,-5-3 0,-4-2 450,3-7-181,-21 6-718,-30-14-631,-6 22 1350,-6-4-90,-5 31-360,9 2 0,0 7 60,5-10 0,2 3 0,-1 0 240,0 2 0,0 0 0,1-2 195,1 3 0,2-5-315,0-2-450,11-31-1709,0 0 1979,0 8 360,0-6-449,0 22-721,0-13 900,0 7-1799,0-10-1388,5-16 2882,2 6 0,11-22 0,0 5 0</inkml:trace>
  <inkml:trace contextRef="#ctx0" brushRef="#br0" timeOffset="1.23207E6">17216 7779 7263,'-17'-19'1638,"0"1"0,6-8 0,39 19 0,14 6 0,-8 4 0,3 2-2731,1 0 1,2 0 0,-5 3 436,-7 0 1,-8 3-1,-4 23 1,-43-7 0</inkml:trace>
  <inkml:trace contextRef="#ctx0" brushRef="#br0" timeOffset="1.23322E6">16613 8361 8252,'-5'-26'1889,"-24"15"-1889,12-5 270,-6 23 0,0 9 629,6 9 1,3 3-585,0 0 0,6 3-196,13 5 1,7 3 0,3-6-255,0-10 0,6-9 202,10-15 1,11-11 0,-1-5-1,-7 0-22,-6-3 0,-7-9 610,-7-5 0,-1-12 1,-4-3-1,-5 6 0,-10 13-719,-19 16 0,-7 5-1575,-7-31 1,5 15 1605,11 53 0,12 13 0,22-16 0,9-1 0,9 5 0,0 0 0</inkml:trace>
  <inkml:trace contextRef="#ctx0" brushRef="#br0" timeOffset="1.23344E6">16982 8467 9062,'0'-20'-480,"17"12"0,4 18 1</inkml:trace>
  <inkml:trace contextRef="#ctx0" brushRef="#br0" timeOffset="1.23438E6">17180 8273 7083,'12'-45'3276,"-6"17"0,0 12-473,43 16-3163,-19 11 0,2 2-90,8-4 1,-13 4-1081,-48 30 1800,3-21 0,-3-1-270,-10 1 0,11 1 450,29-1 0,11 1 179,14 5 1,-1 3-46,-16 3 1,-11 2-630,-13-5 0,-10-3-255,-10-9 0,-6-5 1,-1-4-1340,-3-4 1,2-6 1268,4-5 0,9 0 0,16 5 0,20 10 0</inkml:trace>
  <inkml:trace contextRef="#ctx0" brushRef="#br0" timeOffset="1.23538E6">17709 7426 7353,'12'-27'2878,"6"9"-2428,-5 10 674,9 25 1,2 13-496,-1 3 1,0 9-451,-9-4 1,-1 9 0,0 3 0,-1-1 0,-1-6-421,3-2 0,0-5 1,-4 6 255,-4-2 0,-1 5 0,-2 4 0,-2-1 0,-2-4 0,-2-7-195,-9 11 0,-6-2 117,5-4 0,-1 6 0,-2-1 0,-3-5-27,-5-7 0,-4-4 0,-2-1-840,-2 0 1,-1 0 0,5-6 929,-3 1 0,3-25 0,57-9 0</inkml:trace>
  <inkml:trace contextRef="#ctx0" brushRef="#br0" timeOffset="1.23868E6">16564 9684 10321,'-7'8'1529,"1"41"-944,3-4 0,1 8-779,1-7 1,1 3-1,-1 1 134,1-1 0,-1 0 0,2-2 150,5 6 0,1-8-450,1-4-2064,3-51 265,-11-2 2159,0-11 0,6-3 0,1-11 0</inkml:trace>
  <inkml:trace contextRef="#ctx0" brushRef="#br0" timeOffset="1.23929E6">16613 9719 7533,'2'-38'655,"0"0"0,0 0 1,34 21-1,16 12 0,-1 6 437,-3 3 0,-1 5 0,-10 11-458,-15 12 0,-9 9 1,-12 0-456,-12-7 1,-11 0 0,-5 0 0,0-5-180,-8 2 0,-4-4 0,2-5 0,-18 3 0,24-6 0,66-12 0,0 1 0</inkml:trace>
  <inkml:trace contextRef="#ctx0" brushRef="#br0" timeOffset="1.23997E6">17401 9507 7533,'-8'-33'1092,"-1"0"0,-22 29 0,-7 19-437,13 8 0,0 10 1,1 8-1,2 2 0,3 0-109,4-5 0,2 2 0,2 2 0,2 1 0,2 1 0,3 0-1015,2-1 1,2 2 0,2 2 0,2-1 0,2-1 0,0-3 0,2-5 367,5 17 0,3-8 1,6-8-1,24-5 1,-15-19-1,-58-36 0</inkml:trace>
  <inkml:trace contextRef="#ctx0" brushRef="#br0" timeOffset="1.2407E6">17758 9701 9602,'-6'-27'1638,"-22"14"0,-11 8-932,5 8 1,-2 5 0,2 5-587,3 3 0,2 5 0,9 5 150,11 7 0,11 4 0,6 0-150,11 1 0,9-2 0,1 0 299,5 0 1,1-2 0,-16 0-330,-25 3 0,-16-3-720,-4-15 0,-6-4 1,-1-4-1010,-14-4 1,1-5 1489,12 3 0,14-6 1,31-16-1,13-5 0,2 7 1,0 1-1</inkml:trace>
  <inkml:trace contextRef="#ctx0" brushRef="#br0" timeOffset="1.24166E6">17967 9719 7533,'-7'-10'3238,"-4"2"-1079,10 1-270,7 20-630,2 7-1035,-3 9 1,0 11 0,-1 5 0,-1-4-195,0-1 0,-1-2 0,0 3-188,-1 5 1,1 5 0,-1-2 0,0-7-1482,1 3 1,2-9-572,2-3-1067,7-43 3174,-6-1 0,4-21 1,-4 13-1</inkml:trace>
  <inkml:trace contextRef="#ctx0" brushRef="#br0" timeOffset="1.24256E6">18274 9895 7713,'-5'-35'3276,"-2"31"-1965,6 8-772,-2 37 1,2 16-330,-1-22 0,0 0 0,0 1-60,1 5 0,-1 1 0,-3-13-1050,-7-18 540,10-31 0,5-24 1,2-1 336,-1 5 1,1-3-1,1-1 1,3 2-489,3 2 0,2 0 1,1 2-1,-1 3 511,1-14 0,6 14 135,24 28 0,4 14 314,-13 1 1,-3 6 0,10 8 0,-8 7 44,-18 0 1,-15 2-195,-21-4 0,-14-1 0,0 2 239,6 1 1,0 2 0,0-1 552,-8-3 0,-1-1 0,18 1-1574,29 10 1,17-5-1158,3-15 1,4-5 892,6 2 1,0-4-894,-9-9 1,-8-2 1063,-15 1 0,-15-16 0,-15-4 0</inkml:trace>
  <inkml:trace contextRef="#ctx0" brushRef="#br0" timeOffset="1.24304E6">18730 9296 7533,'0'-43'3276,"27"45"0,13 27-2730,-23-4 0,1 10 0,1 6 0,-1 3 0,-2 1 0,-3-4-227,-3 4 0,-3 1 0,-3 0 0,1 0 0,2 1-525,3-7 1,2 2-1,1 0 1,-2-1-1,-3 0 1,-6-3 47,-8 12 1,-6-1 0,-5-3-1,-4-6-171,-6-5 1,-5-7-1,-1-1-631,5-5 1,0-2 0,0 1 959,-4 2 0,1 0 0,5-7 0,3-8 0,24 2 0</inkml:trace>
  <inkml:trace contextRef="#ctx0" brushRef="#br0" timeOffset="1.24447E6">19235 9860 7533,'-14'0'3276,"-30"0"0,25-16-1193,11 13-1634,30-5 1,17 0-1170,-5 4 1,4 2-1,0 0-270,2 1 1,1 0 0,-2 1-450,8-2 0,-8 4 1439,-8 16 0,-46 9 0,-4-9 0,0-1 0</inkml:trace>
  <inkml:trace contextRef="#ctx0" brushRef="#br0" timeOffset="1.24477E6">19235 10072 7533,'-27'0'1638,"0"0"0,37 0 0,19 3 0,9 2-734,-7-4 0,3-1 0,3 1-904,5-1 0,4 1 0,-1-1 0,-9-1 0,10-9 0,-7 1 0,0 0 0</inkml:trace>
  <inkml:trace contextRef="#ctx0" brushRef="#br0" timeOffset="1.24571E6">20526 8678 7533,'0'-33'2878,"0"11"-1619,-27 5-584,-4 33 0,-5 17-1469,7-4 1,-3 7 0,-1 2 0,3-2 853,-1-2 0,1-1 0,-1 8 107,8-7 0,-2 6 0,0 3 0,-1 2 0,1 3 1,2-1-1,4 0 129,2-2 0,3 1 0,1 1 1,2 0-1,1 2 0,-1 0 1,0 3-199,2-8 1,-1 2 0,0 1 0,0 1 0,0 0 0,1 1 0,1 0 0,1 0 0,0-2 0,3 0 32,-1 0 1,2 0-1,0 0 1,2 0-1,0-1 1,1-1-1,2 0 1,1-2-1,2 0-157,2 3 0,3 1 1,1-1-1,1-1 0,2-4 1,0-3-1,1-5-64,9 6 0,1-7 0,1-5-810,9-4 1,-7-7-846,-17-10-1532,-11-4 3488,0 7 1,-6-9 0,-1-9 0</inkml:trace>
  <inkml:trace contextRef="#ctx0" brushRef="#br0" timeOffset="1.25908E6">20305 10160 6903,'-14'-8'2878,"-2"6"-1978,15-13-360,-10 5-361,4 0-268,0 2 89,-4 8-270,-12 0 270,-5 0 0,-14 24 179,19-1 1,4 7 45,6 5 0,4 4-135,-6 4 0,8 2 0,15-9 0,8 0 0,4-6 180,6-2 0,8-11 209,7-11 1,7-8 0,-4-10-151,-13-7 1,-3-9 0,-3-3-60,0 1 0,0-3 0,-5-2 0,-9 0 149,-14-10 1,-13-1 0,-3 5-330,-1 3 0,-7 8-840,-5 9 1,-6 6-1,7 12-2527,0 38 2773,17 4 1,35-12 0,13-3 0,1-6 0,0-1 0</inkml:trace>
  <inkml:trace contextRef="#ctx0" brushRef="#br0" timeOffset="1.26096E6">20145 11218 7623,'-14'0'1619,"-8"0"360,14 0-1260,-4 0 1350,7 0-900,5 0-539,76-8-585,-48 7 0,2 1-315,16-4 0,7 1 0,-6 2 360,-12 2 0,-6 6 540,-1 7 0,-9 5 179,-29 20-944,-7 3 0,-3 0-135,9-16 1,2-1-1370,4 11 1,4-5-1292,4-19 2930,19-6 0,-8-16 0,10 2 0</inkml:trace>
  <inkml:trace contextRef="#ctx0" brushRef="#br0" timeOffset="1.26157E6">20945 11113 7533,'0'-18'3276,"0"0"0,-22 8-3584,-6 14 0,-4 8-7,-3 7 1,7 7 628,13 13 1,12 3 90,14-4 0,11-2-196,10-8 1,6-1 0,-8 2 600,-11 11 0,-16-1-1620,-27-8 0,-11-4-584,-4 2 0,-5-7 1394,5-13 0,-2-6 0,17-7 0,22-6 0,24-7 0</inkml:trace>
  <inkml:trace contextRef="#ctx0" brushRef="#br0" timeOffset="1.26249E6">22041 11218 7533,'7'-37'3276,"-2"-4"-2055,-16 14-591,-19 7-181,-2 17 1,-3 6-360,-1 2 0,5 10-135,7 25 0,13 10 674,17-11 1,10 2-405,0-6 0,4 4 0,1-1 0,-1-5 45,11 4 0,-13-3 359,-32 6 1,-17-8-1170,-12-22 1,-7-10 449,13 1 0,-1-1 0,4-1-1549,-5 2 1,16-4 1091,30-5 1,20 6 0,8 4 0,5-2 0,0 0 0</inkml:trace>
  <inkml:trace contextRef="#ctx0" brushRef="#br0" timeOffset="1.26431E6">20760 11236 7713,'-19'-10'3148,"7"-6"-2968,7 15 809,5-15-269,0 14 89,0-6 181,-6 32-900,5-19 179,-5 20 1,-3 14 0,2-1 180,2 11 0,0 0-490,-1-14 1,0 1 0,0-1 129,3 2 0,2 0 0,0-7 629,1-1-449,0-1-540,0-52-135,2-8 1,1-8 314,0 6 0,0-2 0,4-4 198,3 2 0,3-5 0,3 0 0,1 1 0,1 6-750,4 2 0,2 5 1,1-2 663,-5-3 1,0-4-1,1 4 1,0 13 22,5 14 0,-2 14 224,2 28 1,-7 10-405,-8-16 0,-7 1-285,-5 8 1,-6 4-1,-7-4 959,-6-12 1,-7-3 0,-1-2-90,-14 6 0,4 1 179,10 5 1,16 1 1008,35-6 0,14-2-2750,-5-2 1,0 0-528,3 1 1,-3-1 818,1-5 1,-26 7 0,5-9 0</inkml:trace>
  <inkml:trace contextRef="#ctx0" brushRef="#br0" timeOffset="1.26558E6">21918 11289 7533,'0'-45'2428,"0"10"-1438,-6 9 629,5 1-900,-16 44-479,8 9 0,1 8 0,0 2-180,-1 3 0,0 1 0,0 4 12,2-5 0,0 5 0,0 1 0,2-4 0,1-6 242,3 8 1,1-13-225,-3-21-330,5-37 0,5-31 1,0-3 576,-1 13 0,0-2 1,0 0-1,-1 2-337,-3-2 0,-1 1 0,7 4 180,11 0 0,7 3 0,1 14-90,-4 22 0,4 6 89,15-1 1,7 2 0,-5 6 0,2 15 0,-7 7-315,-4 0 0,-14 5 674,-26-3 1,-13 3 0,-4 0 179,-3-2 1,-5 0 0,3 1-660,1 3 0,2 3 0,10-2 120,13 10 0,16-6-1273,12-19 1,10-7 0,-1-2-547,-2 1 1,0-6 987,17-8 1,-20-2 0,-40 1 0,0 0 0</inkml:trace>
  <inkml:trace contextRef="#ctx0" brushRef="#br0" timeOffset="1.26679E6">22434 8908 7533,'-12'-18'-270,"0"0"1619,5 1-629,1 7 989,17 26-1170,9 5-149,-6 4 0,3 7 0,-1 1-91,2 1 1,-1 2 0,1 4-502,-4-1 1,1 5 0,0 3-1,0 0 1,-2-1 255,-1 1 0,-1-1 0,-1 1 0,0-1 0,-1 0-18,-1-5 0,0-1 0,0 0 0,-1 0 0,-1 1 108,-1 0 0,0 3 0,-1-2 0,-2-2 0,-2-4 170,-6 13 1,-4 0-591,1-9 0,-1 6 0,-1 1 0,-1-2 0,0-7 276,-7 6 0,-1-2 22,6-5 1,0 4 0,-2-1-1,-3-7-82,-9-8 0,-3-7 0,5 0-480,6 4 1,0-1-1100,-23 7 1,12-15 1602,37-23 1,9-9 0,15-7 0</inkml:trace>
  <inkml:trace contextRef="#ctx0" brushRef="#br0" timeOffset="1.2676E6">22791 9296 7892,'-14'-8'3276,"3"-2"-885,44-8-1941,-1 9 0,5 1-510,-4 1 0,2 1 0,-1 1 464,8 1 1,-4 6 270,-12 7 0,-7 8-361,-19 15 1,-8 6-810,1 4 1,0 0 314,-1-4 0,5-3-1439,6-7 0,5-7-1658,11-11 1337,-4-2 1940,2-8 0,-7-16 0,4-4 0</inkml:trace>
  <inkml:trace contextRef="#ctx0" brushRef="#br0" timeOffset="1.2682E6">23431 9137 7533,'9'-30'1638,"1"-1"0,-9-8 1638,-20 6-2273,-19 33-913,11 2-135,8 14 0,5 7 405,6 16-240,7-6 0,3 6 0,1-1 15,3 2 0,3 0 674,1 2 1,1 3-1,-1-6-539,1-12 0,-8-3-720,-23 1 0,-13-1 1,2-9-541,-8-19 990,-1 4 0,-5 1 0,23 2 0,30 3 0,9 16 0</inkml:trace>
  <inkml:trace contextRef="#ctx0" brushRef="#br0" timeOffset="1.26957E6">23160 10142 9512,'7'-27'3276,"9"1"-1245,-2 9-1132,5-1-539,-1 1-1709,-27 7 809,-23 18 570,0 2 0,-7 5 0,3 3 60,2 8 0,4 5 134,-3 4 1,14 0 315,33-9 0,13 1 157,2-3 0,8 3 0,-3 0 0,-14 1-787,-23 9 0,-7 0-135,22 10 1,-11-6 14,-38-21 0,-19-11 0,7-6 210,21-8 0,4 0 0,-7 11 0,64 6 0</inkml:trace>
  <inkml:trace contextRef="#ctx0" brushRef="#br0" timeOffset="1.27281E6">20551 10495 6993,'-14'-10'2159,"3"-5"-630,17 13 810,1 2-1440,5 17-1349,1-5 180,-1 4 990,-11-32-810,-2 12-1439,5-4-1748,9-5 2837,3 17 0,-22 3 0,-21 23 0</inkml:trace>
  <inkml:trace contextRef="#ctx0" brushRef="#br0" timeOffset="1.27469E6">20945 10231 9152,'0'-10'989,"6"2"270,-5-8-359,10 12-360,-10-11-540,5 7 270,-6 6 179,0-14-269,0 14-630,-11-6-269,-30 8 719,15 0-180,-11 1 0,7 6 990,28 19 89,12-2 1,5 5-841,4-2 1,3 2 0,-7 3-60,-10 8 0,-8 2 0,-7-9 270,-28-1 0,-3-22 0,8-14-450,36-26 0,17-7 330,9 11 0,10 1 0,0 2 869,-2 0 1,1 1-1,-5-2 60,4-9 1,-17-1-1440,-40-4 0,-16 6-1279,7 19 1,-1 6 982,-5 1 1,11 8-1,42 24 1,29-9 0</inkml:trace>
  <inkml:trace contextRef="#ctx0" brushRef="#br0" timeOffset="1.27586E6">20465 9172 7533,'0'-19'1079,"0"-5"-359,0 14 629,0-15-1259,0 13 629,-16-11-269,-16 36-270,8-5 0,-2 4 119,-1 13 1,-1 9 0,5-1-165,1-2 0,6 3 75,4 6 0,4 6 0,11-9-435,20-11 0,10-9 225,11-4 0,1-16 360,-16-18 0,-4-11 0,-7-3-181,-10 0 1,-8-1 0,-5-1 90,-6-4 0,-6 0 0,-6 9-1665,-17 10 1,2 17 1394,18 27 0,40 7 0,18 4 0,0-9 0,0-1 0,1 1 0</inkml:trace>
  <inkml:trace contextRef="#ctx0" brushRef="#br0" timeOffset="1.27605E6">20625 9402 7533,'-20'-19'655,"0"0"0,8-6 1,32 33-1,24 11 0</inkml:trace>
  <inkml:trace contextRef="#ctx0" brushRef="#br0" timeOffset="1.27713E6">20834 9172 11221,'-6'0'1079,"0"0"1350,12-23-1980,22 1-449,-2 8 0,4 1-315,6 2 1,-1 6 89,-2 9 0,-8 8 45,-19 31 180,-23-13 0,-11 5 819,6-4 0,-3 5 0,0 0 0,4-4-613,-2-1 0,11-2-1845,30 12 1,13-11 353,-7-28 0,4-8 1285,10-2 0,4 0 0,-17 8 0,-29 24 0,-4 5 0</inkml:trace>
  <inkml:trace contextRef="#ctx0" brushRef="#br0" timeOffset="1.27891E6">21807 9243 7892,'13'0'1710,"-2"-8"-1531,-11 6 991,-11-14-990,-2 14 89,-12-13-358,0 13-361,1-6 450,4 16 270,2-6 179,11 6 91,-3 7-360,-2 20 119,5-4 1,0 5 0,2-1-210,-3 11 0,8-1 240,10-10 0,8 1 0,4-11-16,11-13 1,4-15-75,0-14 0,1-12 0,-8-3-90,-12 2 0,-6-3 0,-6-2-300,-10-7 0,-8-1 0,-5 6-1199,-16 4 0,-4 12 1349,8 12 0,6 10 0,16 12 0,29 4 0,0 0 0</inkml:trace>
  <inkml:trace contextRef="#ctx0" brushRef="#br0" timeOffset="1.27999E6">22126 9525 6903,'-13'10'-360,"-4"-2"1080,16-8 269,-10 0 1440,9 0-1710,-8 0 181,14 0-810,-3 0-720,22 0 270,-8 0 181,9 0 89,-17-16 1439,-18 12-1619,-5-12-3007,-3 32 3230,19-12 1,42 12 0,-13-16 0,1 0 0</inkml:trace>
  <inkml:trace contextRef="#ctx0" brushRef="#br0" timeOffset="1.28168E6">22397 9402 7533,'0'-28'1889,"0"3"-90,6 15-450,-5-6-450,5 6 271,-6-7-1080,0 7-270,-11-6-450,-14 14 630,-2-6 90,0 14 0,2 4 180,1 2-90,-10 13 0,22-7 359,5 15 91,18 5-585,4-13 0,7-5-45,11-17 0,2-10 180,-3-9 0,-3-8 539,1-11 1,-7-4-1620,-11-8 1620,-13 72-211,-2 7 1,-2 9 0,1 2-623,0-3 1,1 2 0,0 1-1,0-3-187,1 3 0,0-1 1,0-4-961,-4 5 1,6-13-2018,11-26 3017,-8-20 0,13 32 0,-9 3 0</inkml:trace>
  <inkml:trace contextRef="#ctx0" brushRef="#br0" timeOffset="1.28267E6">21831 10231 7533,'-7'-46'3276,"-4"19"-2415,-1 11-321,-29 32-180,9 6 0,1 7-1,2 9 1,9 6-270,13-6 0,6 3 0,7-4-45,11 5 0,10-15 45,13-30 0,8-17 0,-6-4 539,-9-8 1,-8-9-23,-11 5 0,-2-7 0,-6 1 1,-11 10-1103,-29 6 0,-10 11-1124,5 0 0,2 10-20,2 23 1,12 7 1400,26-3 1,38-6-1,4-26 1</inkml:trace>
  <inkml:trace contextRef="#ctx0" brushRef="#br0" timeOffset="1.28324E6">22065 10425 7533,'-24'-18'3276,"10"8"-1515,8 18-1311,35 12-630,11-16 719,-6-8 1530,-23-32-5127,-32 17 2698,0 3-2917,10 32 2904,24-12 1,17 27-1,9-11 1</inkml:trace>
  <inkml:trace contextRef="#ctx0" brushRef="#br0" timeOffset="1.28351E6">22311 10213 7533,'0'-28'3276,"-11"42"0,9 2-3948,-2 12 1,-2 14 0,2 3 0,1-7 671,4 1 0,2-2 0,-3 1 0,1 2 0,5-16 0,13-22 0</inkml:trace>
  <inkml:trace contextRef="#ctx0" brushRef="#br0" timeOffset="1.31608E6">27492 5115 7533,'24'-33'449,"-4"11"1,-2-3 0,-11 17 180,-2 8-1,-5 0 541,0 0-1081,0-8 541,0 6-360,0-6-90,0 16-180,-5 2 90,-8 23-90,-6 5-270,4-5 0,-2 9 0,-2 3 0,1-3 60,-2 3 0,0-1 1,-2 3-54,3-7 0,-1 4 0,-1 0 1,1-1-1,2-7 443,0-2 0,2-4 0,-1-2 719,-11 14 1,5-13 539,14-25-1799,-8 12-90,17-16 360,0 0 90,6 0 1944,6 0-1225,11 0 1,6 0-315,7 0 0,5 0-166,-5 0 1,3 0 0,3 0-308,0-3 1,4-2 0,-1 0-1,-4 2 113,6 1 0,-3 0-15,-4-3 0,0-2 0,-14 3-749,-21 4-271,-5 0 170,0 0 1,5 0 0,2 0 0</inkml:trace>
  <inkml:trace contextRef="#ctx0" brushRef="#br0" timeOffset="1.31711E6">27714 4886 7533,'-14'-37'1619,"-2"3"180,9 17-1619,-6-1 0,-10-7-360,-8 13-135,-13 13 0,-11 14 482,20 0 0,-6 7 0,-3 5 0,-1 3 0,-1 0 0,3-1 0,4-2-23,1-2 0,2-3 0,1 1 0,1 3 0,0 7-136,7-4 1,-3 5 0,-1 3 0,0 2 0,1 3 0,2 0 0,2 0 0,5-1 0,4-1 0,7-4 95,6 7 1,7-3 0,6 0 0,3 0 0,4 0 0,0 2-115,0-3 0,2 2 0,2 2 0,2 0 0,2 0 0,1-1 0,2-3 0,1-3 1,0-5 9,10 4 0,2-5 0,3-3 0,1-4 0,1-4 0,2-4 38,-3-4 1,4-1-1,1-3 1,0-4-1,-1-5 1,-1-4-1,-5-7-112,-2-7 0,-2-7 0,-1-4 0,-3-6 0,-1-2 0,-4-3 0,-2-1 184,-5 2 0,-1-4 0,-2-2 0,-2-3 0,-3-1 0,-2 0 0,-2 0 0,-4 2 0,-3 3 36,-3 1 0,-4 0 0,-4 1 0,-1 1 0,-3 0 1,-1 1-1,-1 1 0,0 1-615,-2-5 1,-2 0 0,0 0 0,-2 2 0,-2 3 0,-2 6 0,-1 5 58,-13 1 0,-4 8 1,0 7-1,6 8 1,-8 11-1,21 7 0,60 3 1</inkml:trace>
  <inkml:trace contextRef="#ctx0" brushRef="#br0" timeOffset="1.32001E6">25339 8079 7623,'-7'-10'2248,"-10"-6"-1438,14 14 629,-2 2-629,17 10-2160,-31 0 1110,-18 2 0,-15 3 1,3-3 329,2-6 0,-2 4-1,8 6 1,-10 7 0,1 4 0,11 1 0,21-3 495,41 11 0,18 5-376,-26 2 1,-3 6 0,10-4-246,9-16 0,9-4 0,4 0 0,-1-1 1,-8 0 94,1 7 1,-6-1 0,-8 5 165,-12 1 0,-6 4 0,-5 0 0,-7-5-255,-9 1 0,-9-4 0,-6-4-83,-6-3 1,-7-2 0,-2-4-1,3-5-7,2-7 0,2-5 0,-1-4-780,-9-3 1,-1-5 0,17-6 899,21-21 0,32 13 0,22 24 0,-1 0 0</inkml:trace>
  <inkml:trace contextRef="#ctx0" brushRef="#br0" timeOffset="1.32133E6">25510 7691 7533,'-29'-28'809,"-14"3"-764,-2 21 0,-4 6 45,11-3 0,-2 4 0,-1 4 0,-3 4 0,1 4 22,8 1 1,0 2-1,1 3 1,-1 0-520,1 3 0,-1 1 0,1 1 0,-1 1 389,5-2 0,-2-1 0,1 2 0,1 2 0,0 3 93,3 1 0,0 4 0,0 2 0,2 0 0,1 0 0,1-3-8,-2 5 1,2-2-1,2 1 1,-1 5 111,5-5 1,-1 4 0,-1 3 0,2 1 0,1 0 0,3-3 0,3-2 0,2 6 0,4-3 0,4 0 0,5 3-135,2-4 0,3 3 0,3 2 0,3-1 0,4-4 0,3-6-10,5-5 1,3-5 0,4-4 0,3-2 0,5-1-25,-3-5 0,4 0 1,4-2-1,2-1 0,1-3 1,1-2-1,-1-3 0,-2-3-31,-5-4 0,0-3 0,1-2 0,-1-2 0,0-2 0,0-2 0,0-1 0,-1-1 0,0-1-10,2-1 0,1-2 0,0 0 0,-1-2 0,0-1 0,-1-3 0,-3-1 0,-2-2 1,-2-3 78,-4-3 1,0-3 0,-2-3 0,-2-1 0,-3-2 0,-1-1 0,-3 0 0,-3 1 0,-2 1 232,-2-5 1,-2-1 0,-3 0 0,-4 1 0,-3-1-1,-5 2 1,-5 0-14,-4 5 1,-7-2 0,-3 0 0,-4 2 0,-2 0 0,0 4 0,0 2 0,1 5-833,-8-8 1,-2 5 0,-1 6 0,-2 7 635,-6 6 1,-6 5 0,6 7 0,19 7 0,25 21-1,40-6 1,-1-1 0</inkml:trace>
  <inkml:trace contextRef="#ctx0" brushRef="#br0" timeOffset="1.32309E6">27960 10513 7533,'-13'8'-540,"-5"1"2969,5-7 539,-5-4-1979,11 0-779,0 29 0,2 26 0,1 3-426,1-17 0,0 4 0,0 1 0,0 0 1,1 1-441,0 4 1,1 1-1,-1 1 1,1-1 0,-1-3 446,-1 4 0,0-1 1,0-3-1,3-7 209,5 8 0,1-17-989,-5-27-2070,5 4 1080,-6-26 1979,0 6 0,8-10 0,5-3 0,14-14 0</inkml:trace>
  <inkml:trace contextRef="#ctx0" brushRef="#br0" timeOffset="1.32369E6">27468 10760 7533,'-31'-28'819,"1"0"0,-1-1 0,-4 6 0,15 1 819,28 2 0,16-1-1229,3 8 1,11 1-1,9 0 1,6 1-1,3 1 1,-1 1 0,-3 1-1,-6 1-558,6 1 0,-3 3 1,-2 1-1,2-1 1,3-3-32,-6-1 0,5-2 0,3-1 0,1-1 0,-3 0 0,-3 1 0,-7 1 0,-9 2-45,11-2 1,-23 4 224,-58 13 0,7-16 0,-10-2 0</inkml:trace>
  <inkml:trace contextRef="#ctx0" brushRef="#br0" timeOffset="1.3246E6">28255 10142 7263,'-23'-21'1092,"0"-1"0,-9 2 0,-5 3-805,2 5 0,-3 1 0,-5 7-302,7 5 0,-4 3 0,-2 3 0,-2 3 0,1 2 1,0 1 65,3 1 0,1 1 1,-1 3-1,-1 1 1,1 2-1,0 1 0,0 2-41,3-2 1,-1 1 0,-1 2 0,1 0 0,-1 2 0,2 1-1,2 1 1,2 2 0,3 0 168,2 4 1,0 2 0,3 1 0,2 2 0,2 0 0,2 1 0,3 0 0,3-1-75,-1 8 0,3 1 0,3 1 0,5-1 0,6-2 0,7 0-93,6-6 1,6 1 0,6 0 0,4-3 0,3-1 0,1-3 0,0-4-77,0-4 1,1-3-1,2-2 1,2-3 0,1-2-1,1-1 1,2-2 3,-4-3 0,3-2 0,1-1 0,2-2 0,-1-1 0,1-1 0,-3-1 0,-1 0 0,-3-1 60,9 2 0,-4-1 0,-1-1 0,-1-5 0,2-5 38,-3-4 1,3-4 0,0-4-1,0-3 1,-3-2 0,-4-2-1,-6-1-17,-4-4 1,-6-2 0,-5-3 0,0-2 0,0-3 202,0 5 1,0-2 0,1-3 0,0-1 0,-3-1 0,-1 0 0,-4 1 0,-5 0 19,-4-4 0,-5 0 0,-4 0 1,-3-1-1,-1 2 0,-1 2 0,0 2-334,-2-7 0,1 1 0,-3 2 0,-5 5 1,-6 5-301,-7 9 0,-8 4 0,-4 3 0,-1 4 1,5 2-1,7 4-1249,-4 3 1,8 3 1386,-12-8 1,67-2-1,19-2 1,-8 5 0,-1 0-1,1 0 1</inkml:trace>
  <inkml:trace contextRef="#ctx0" brushRef="#br0" timeOffset="1.32597E6">31098 7955 7533,'0'-27'2248,"0"9"-988,0-5 269,-6 3-630,5 0-449,-5 5-450,-16 15-90,17 0-405,-33 7 1,-6 1 404,18-4 329,0 6 1,-11 5 0,-5 4 0,-3 3 0,3 0 0,7 0 74,3 4 1,4 1 0,1 1 0,-3 1-210,-2-5 0,-3 0 0,-3 1 0,2 0 0,5 2 0,5 3 232,2 12 0,6 4 1,8-1-1,10-4 142,12-2 1,11-4 0,5-3-345,0-6 0,3-1 0,3-4 0,2-3-765,7-4 0,4-6 1,1-2-1,-4-3-463,0-1 1,-3-4 0,-2-2 436,8-1 1,-9-5-1,-16-14 1,-8-5 0</inkml:trace>
  <inkml:trace contextRef="#ctx0" brushRef="#br0" timeOffset="1.32693E6">31479 7832 7533,'-18'-43'1439,"2"13"0,-3-1-750,0 4 1,-3-1 0,-4 2-578,-4 6 1,-4 0-1,-3 3 1,0 0-24,-6-1 1,-1 0 0,-3 4 0,-2 3-141,8 6 1,-2 3 0,-1 2-1,-1 2 1,0 2 0,0 3 37,3 2 0,0 1 0,-1 3 0,1 1 0,0 3 1,1 2-1,2 1-116,-1 4 1,1 2-1,2 2 1,0 3-1,1 0 1,2 2-1,1 0 180,3-1 1,0 1-1,1 1 1,2 1-1,2 1 1,2 2-1,3 3 140,3 1 0,3 5 0,2 2 0,2 1 1,2 0-1,0-2 0,2-3 0,0-4-124,-1 6 1,2-6-1,2 0 1,3 4 124,2-4 1,0 5 0,2 2 0,2 0 0,3-2-1,4-6 1,6-7-31,9-4 0,5-6 0,6-6 0,3-3 0,3-1-264,-4-3 1,4-2 0,2-1 0,3-3 0,1-1 0,1-2-1,0-2 1,-2-1-82,-6-1 0,0-2 0,0 0 1,1-2-1,0-1 0,0-1 0,0-2 1,0-2-1,0-2 0,-1-1 123,-3-2 0,0-3 0,1-1 0,0-3 0,0-1 0,0-1 0,-1-1 0,-1 1 0,-2-1 0,0 1 0,-3 2 1,-1 1 46,6-4 0,-1 3 0,-2 0 0,-3 0 0,-1-2 0,-3-3 1,-3-4 41,-4-3 1,-1-4 0,-2-4 0,-1-2 0,-3-1 0,-3 0 0,-4 1 0,-3 3 0,-5 3-58,-8-4 0,-8 3 0,-5 1 1,-1 2-1,0-1 0,5-2 118,7-2 0,4-2 0,2-1 0,-3 2 0,-5 2 0,-10 5-180,-7 8 0,-8 0 0,-6 2 0,-4 2 0,-2 4 0,2 4 0,2 5 1,6 6-731,-6 10 1,3 10 0,1 4 0,-3-3 521,-5-8 0,-6-4 0,0 0 0,6 4 0,10 7 0,8 12 0,7 5 0,15-2 1,25-6-1,1 1 0</inkml:trace>
  <inkml:trace contextRef="#ctx0" brushRef="#br0" timeOffset="1.33419E6">26939 6315 7533,'0'-20'-180,"-6"-11"90,5 27-90,-5-20 720,28 7-1,-11-3 990,12-5-719,-29 30-720,-13 23-135,3-1 0,-5 9 63,0-3 0,-6 7 0,-2 4 0,-1 1 0,1-2-174,6-8 1,0 0 0,0-1 0,-1 1 0,0 2-1,-3 1 196,3-3 0,-2 2 0,-2 2 0,0 1 0,-1 0 0,1 0 0,-1 0 0,1-2 0,0 0-29,1-1 0,0 1 0,0-2 1,0 0-1,1 0 0,0-1 1,-1 0-1,1 0 27,-1 2 1,0 0-1,-1-1 1,1 0 0,1-1-1,0-1 1,0 0-39,-6 7 0,0-1 0,0-1 0,3-2 0,4-4-60,0 2 0,3-4 0,3-5 1049,-8 8-1168,42-40-3098,3-28 3264,4 32 0,-8 4 0,11 16 0</inkml:trace>
  <inkml:trace contextRef="#ctx0" brushRef="#br0" timeOffset="1.33489E6">25818 7391 7533,'-19'-45'1169,"13"18"0,5 3 91,13 2-811,9-1 181,-2 54-750,-21-1 0,-10 8 0,-1 4 66,3-5 0,-2 4 0,-1 2 0,1 0 0,0-2 324,-1 7 0,-1-1 0,2-1 0,0 0-1,0-2 1,-1 1 0,4-4 0,11-11 1349,34 2-1289,-5-40 0,6-13 0,2-1-1150,-4 4 1,1-1 0,0 0 0,-2 0 630,3-1 1,-1 1 0,0 0-632,-1 0 1,2 0 0,-3 1 0,-7 3-2458,6-7 3148,-5 4 1,-3 9 0,-13 32-1,-13 26 1</inkml:trace>
  <inkml:trace contextRef="#ctx0" brushRef="#br0" timeOffset="1.34075E6">25855 9349 7533,'-33'0'90,"-1"0"179,26 0-269,-8 0 540,14-8-360,-3 6 810,5-14-811,0 14 541,11 2-360,8 18-180,0-2 0,4 3 134,8 6 1,5 3-261,-6-6 0,4 4 0,3 1 0,-1-1 0,-3-2-84,7 5 0,-2-3 0,4 6 7,-10-7 1,5 6-1,3 2 1,1 2-1,0 0 1,-2-1 0,-3-3-1,-6-4-24,5 5 0,-5-4 0,3 4 121,-4-4 1,4 6 0,2 1 0,-1-1 0,-2-3 0,-5-7 15,6 2 0,-3-5-45,-3-2 0,-1-3 405,21 0-270,-35-16-990,-1-8-629,6 6 1079,-7-6 463,34 8 0,-31-15 0,21-5 0</inkml:trace>
  <inkml:trace contextRef="#ctx0" brushRef="#br0" timeOffset="1.34189E6">26975 10001 7353,'-13'-22'494,"0"-1"1,-15-12-45,14 17 539,-4 10-89,6 8-450,10 24-203,11 5 0,8 10 1,2 2-1,-2-3-217,-5-5 0,0-2 0,2 3-48,5 5 0,5 5 0,1 3 0,-3-5 0,-4-8 198,-4-5 0,-2-5 809,10 7-1348,-32-45-721,-13-19 1170,16 23 90,1 2 630,6 8-271,-10 0-809,-26 8 629,3 0 1,-12 2 0,-7 3 0,-3 0 0,3-2 0,8-1-210,-2-2 0,6-1 0,-6 1-697,5 2 1,-9 4 0,-2 0 0,3-1 0,9-4 0,13-6-225,7-11 771,51-2 0,7 10 0,-35 45 0,10-14 0,1-1 0</inkml:trace>
  <inkml:trace contextRef="#ctx0" brushRef="#br0" timeOffset="1.34842E6">30002 9137 6723,'0'-27'2699,"0"1"-2430,6 16 271,-5-5-360,5 13-90,-6-6 270,0 16-180,0-6-90,0 5 269,-6 1-269,5-6 0,-15 6 0,13-8 0,-8 8 180,6-6 180,-8 14-360,-7-2 0,-6 5-248,0 1 1,-2 5-1,-3 3 1,-3 1 144,4-4 0,-4 2 0,-1 1 0,-2 2 1,1-1-1,2-1 0,1-1-66,0 1 1,3-2 0,1 1 0,-2 0 0,-4 2 190,0-1 0,-4 3 1,-2 2-1,-1 0 1,-1 0-1,3-1 1,2-2-1,6-3 23,-3 3 0,5-4 0,1 0 0,-3 4-240,-1-1 0,-3 4 0,-1 1 0,-1 1 0,3-1 0,3-1 82,-1 4 1,2 0-1,3-2 1,1 1 262,-2 4 0,3 0 0,4-5 659,4-1 1,5-15-2250,8-21-1927,23-27 3077,-2 10 0,5 3 0,3 5 0,2 4 0,5 3 0,-1 0 0</inkml:trace>
  <inkml:trace contextRef="#ctx0" brushRef="#br0" timeOffset="1.34934E6">28760 10019 7533,'-14'-26'989,"3"7"540,16-22-809,2 27 269,0-25-944,-15 57 0,-6 15 15,-4-1 0,-3 5 0,-1 1 120,3-1 0,1 1 0,-1 2 0,1-2 112,0-1 0,0 1 1,1-3-1,1-2-157,-3 14 0,4-11-135,10-19 540,10-9 359,-3-8-179,3 0 179,17-8-659,7 3 0,10-1 0,3 0-353,-2-2 1,3-1-1,2-1 1,0 1-698,1 2 1,2-1-1,-2 1 1,-1 0 239,5-2 0,-2 0 1,-8 2-781,-9 0 1,-13 6-90,-18 9 1439,5 1 0,19 9 0,8 0 0</inkml:trace>
  <inkml:trace contextRef="#ctx0" brushRef="#br0" timeOffset="1.42297E6">17758 12612 7533,'0'-18'-450,"-6"1"1349,5-1 721,-10-8 1078,-1-17-539,-8 4-810,7 4-629,-3 35-271,14 43-239,0-6 0,0 8 0,1 0-8,0-8 0,1 0 1,1 1-1,-1 1-73,0 5 0,0 2 0,0-1 0,0-1 170,0 5 1,0-2 0,0-4-165,0-4 0,0-6-585,0 1-539,0-52-540,0-27-1748,-6 13 2567,5 1 0,-5 47 0,6 3 0</inkml:trace>
  <inkml:trace contextRef="#ctx0" brushRef="#br0" timeOffset="1.42377E6">17684 12506 7533,'-13'-23'1092,"0"1"0,3-4 0,2 1 2184,3-4-1638,33 7 0,15 10-687,-10 16 1,2 9-1,2 0-831,4-5 0,2 0 0,-7 9-330,-3 18 0,-7 11 1,-18-2 433,-22-13 1,-14-2 0,-5-1 0,3-2-1065,4 0 1,0-3 0,-3-1 599,-17 4 0,-5-2 0,23-18 240,34-29 0,23 23 0,19 0 0</inkml:trace>
  <inkml:trace contextRef="#ctx0" brushRef="#br0" timeOffset="1.42595E6">18422 12383 8612,'-7'-10'2159,"7"-14"-1979,2 12 1259,9-21-809,-10 14-1,5 1 1,-39 18-540,3 25 179,-2-1 1,-2 5-135,4 7 0,4 9 81,13-10 0,2 7 0,1 3 0,1 0 0,2-5 203,-2 9 1,2-4 0,2 2-398,0-2 1,1 2-1,2-2 1,5-3 37,6-3 0,6-3 0,1-7-960,18 6-2377,-1 0 0,-17-39 2583,-18-15 1,-3 3-1</inkml:trace>
  <inkml:trace contextRef="#ctx0" brushRef="#br0" timeOffset="1.42694E6">18570 12594 7982,'-25'32'1638,"14"-4"0,3 6-1231,1 5 0,1 5 1,1-3-363,0 11 0,4-22 495,12-67-271,-2 7 1,4-8 0,1-2 0,3 1-68,5-3 0,2-1 1,2 2-1,1 2-67,0 2 0,2-1 0,-1 7 0,0 16 674,14 22 1,-13 19-630,-36 0 0,-16 7 0,-6 3 0,3-2 359,3 4 1,1 0 0,-3 0-405,-6-1 0,-6 2 0,6-2 0,19-7-1774,29-3 1,15-9 1632,2-10 0,5-6 0,-1-4 1,-2-2-1,-1-3 0,0-2 1,10-8-1,1-1 0</inkml:trace>
  <inkml:trace contextRef="#ctx0" brushRef="#br0" timeOffset="1.42711E6">19026 12876 9602,'-7'8'3276,"1"18"-2756,3 3 1,1 2-521,0-4 0,2-3 0,11 20 0,10-39 0</inkml:trace>
  <inkml:trace contextRef="#ctx0" brushRef="#br0" timeOffset="1.42802E6">19702 12541 7533,'12'-25'1638,"0"-1"0,8-5 0,-25 4 0,-10 5-1137,-18 19 1,-8 10-592,5-3 0,-1 2 1,-1 3-211,-5 5 0,0 4 0,10 5 480,8 18 0,20 5 539,21-14 1,13 1 0,1 0-391,0 2 1,2 0 0,-3 2-60,-3 4 0,-3 2 0,-17-5-480,-20-9 0,-13-3 0,-4-5-120,-8-4 0,-6-6 1,3-3-1310,-7-3 1,13-8 1335,30-15 0,42 11 0,21 8 0,-15 2 0,0-1 0,-1 1 1</inkml:trace>
  <inkml:trace contextRef="#ctx0" brushRef="#br0" timeOffset="1.42821E6">19911 12947 10231,'-35'0'546,"11"24"0,4 7 0,-3-2 0,13 8 0,-1 1 0</inkml:trace>
  <inkml:trace contextRef="#ctx0" brushRef="#br0" timeOffset="1.42921E6">20231 12506 7533,'-12'-35'2608,"0"7"-809,-17 34-1439,7 24-428,12 1 1,1 10-1,3 4 1,6-6-293,8-2 0,5-3 1,4-3 269,15 15 0,4-19 809,-2-41 1,0-11 584,-4 8 1,-4 2-946,-4 3 1,17 29 0,14 13 0,-10-20-585,-18-45 0,0-8-195,14 29 0,6 6 1,-15-7 419,-29-36 0,-17 13 0,3 54 0,10 10 0,1-1 0</inkml:trace>
  <inkml:trace contextRef="#ctx0" brushRef="#br0" timeOffset="1.42956E6">20724 12259 7533,'0'-27'1092,"19"38"0,11 20 0,-3 3 0,-6 1 0,-3 4 0,1 5-437,0-3 0,2 4 1,0 3-1,-4 1 0,-9-3-750,-10-5 0,-5 1 1,-5-1-1,-2-2 0,-1-2-998,-6 10 1,-4-3 0,-5-8 879,-6-10 0,-5-5 0,5-5 0,8-5 1,10-1-1,21 12 0</inkml:trace>
  <inkml:trace contextRef="#ctx0" brushRef="#br0" timeOffset="1.4305E6">21364 12700 7533,'-25'0'2518,"5"0"758,-2 0 0,35 0-1638,30-7 0,13-2-1166,-16 5 0,1 1 0,2-1-540,-6-2 1,2-2-1,-1 1 1,-2 2-1026,3 4 1,-2 1 0,-7-1-2017,3-5-168,-23 14 2457,-13-8 1,-24 16 0,7 3 0</inkml:trace>
  <inkml:trace contextRef="#ctx0" brushRef="#br0" timeOffset="1.43112E6">21401 12947 7533,'-33'-18'3276,"-2"9"0,27 9 0,8 9-2184,27-6 0,23-7 0,2-1-591,-13 4 1,1 0 0,2 0 0,-1 1-1020,5-1 1,2 1 0,-2-1 0,-2 1-383,1-3 1,-3 0 0,-13 5-2378,-15 5 2612,-28-8 0,3-7 0,11 8 0</inkml:trace>
  <inkml:trace contextRef="#ctx0" brushRef="#br0" timeOffset="1.43463E6">17574 14129 6903,'-20'-37'3276,"8"11"0,6 18-1373,6 24-1588,0 22 0,0 14-297,1-17 0,0 6 0,1 1 0,-1 1 0,0-2 139,-1 3 0,1-1 1,-1 0-1,0 1 95,1-1 0,0 3 0,1-1 0,-1-4 0,0-8 17,0 2 1,-2-15-3547,-5-20 2758,5-31 1,0 1 0,2-1 0,2 4 0,1 1 0</inkml:trace>
  <inkml:trace contextRef="#ctx0" brushRef="#br0" timeOffset="1.43534E6">17549 14164 7533,'-13'-27'3276,"-10"-15"-706,13 13 39,27-6-1485,18 32 1,9 12-796,-12-1 1,1 4 0,-3 5-330,-3 12 0,-4 6 0,-2-3-45,2-5 0,-11 1-105,-25 7 0,-15 3 0,-3-9 330,-6-18 0,-2-5-180,-4 16 0,2-3-1639,5-14 1,14-2-1639,28 5 1196,-2-6 2081,29 14 0,-13-30 0,17 2 0</inkml:trace>
  <inkml:trace contextRef="#ctx0" brushRef="#br0" timeOffset="1.4359E6">18028 14076 7533,'-11'-35'3276,"3"15"0,-15 4-923,-18 40-2084,15 2 1,0 9 209,2 3 1,0 7 0,4 3-143,7-7 1,3 2-1,3 1 1,3 0-316,3 2 1,4 1-1,3-1 1,3-4-413,6 2 0,3-4 0,4-7-1249,10-3 1,0-11 818,10-15 1,-31-4 0,-11 20 0</inkml:trace>
  <inkml:trace contextRef="#ctx0" brushRef="#br0" timeOffset="1.43679E6">18127 14340 7533,'-18'-43'3276,"10"6"0,-3 10-2183,6 27-553,-2 23 0,1 12-360,0 10 0,4 3-630,4-10 0,3 1 0,5-7-405,7-6 1,5-11 854,5-17 0,-2-11 630,-4-21 0,-5 1 629,1 19-90,10 56-720,-8-13 1,3 4 0,4-11 449,11-18 1,1-16-750,-11-8 0,-3-8 0,-7-4-1050,-8-8 1,-9-4 0,-3 2 899,-2-8 0,-8 14 0,-17 32 0,19 49 0</inkml:trace>
  <inkml:trace contextRef="#ctx0" brushRef="#br0" timeOffset="1.43768E6">18742 14146 7533,'-5'-25'2158,"4"13"451,-10-19-450,9 43-1290,-1 21 1,-1 16-1,0-2-689,3 0 0,1 4-396,0-11 0,1 7 0,1 1 0,-1-3 1,0-10-775,0-5 1,1-5-650,7 9 1,-1-15 818,-7-29 1,16-5 0,-4 5 0</inkml:trace>
  <inkml:trace contextRef="#ctx0" brushRef="#br0" timeOffset="1.43846E6">18951 14411 9152,'-19'-2'1638,"8"32"0,5 13-803,4-10 1,2 0-521,0 8 0,2-17-91,0-45 1,2-19-338,0 7 1,1-4 0,1-3 0,1 1 112,0 0 0,0 0 0,2 1 0,5 3 269,12-6 1,6 5 0,0 11 404,4 16 1,0 12-90,6 11 0,-14 10-855,-38 11 0,-18 6 779,8-11 1,-4-1 0,-1 2-16,0-3 1,-2 2 0,2-1 0,6 0-46,1 14 1,14-2-720,16 1 1,13-9-1370,19-26 1,6-10-1,-10 3 1,-3-4 982,-7-8 1,-7-4-1,-5-9 1,-12 7 0</inkml:trace>
  <inkml:trace contextRef="#ctx0" brushRef="#br0" timeOffset="1.43871E6">19345 14534 8882,'7'-9'3276,"-1"9"-3565,-9 27 0,-6 10-2859,1 3 3148,1 0 0,2-6 0,5-24 0,7-12 0</inkml:trace>
  <inkml:trace contextRef="#ctx0" brushRef="#br0" timeOffset="1.43953E6">19739 14252 8972,'0'-35'3276,"0"8"0,-6-7-2632,-17 22-779,0 13 0,-3 6 0,-13 12 0,3 7 225,10 1 0,8 3 225,13 5 0,11-1-91,26-3 1,7-1 584,-3 3 1,-9 4-810,-19 4 0,-14-2-360,-21-11 1,-9-7-991,-5 3 1,3-8-1928,2-16 2457,36 0 1,51 0 0,-12 0 0</inkml:trace>
  <inkml:trace contextRef="#ctx0" brushRef="#br0" timeOffset="1.4401E6">19997 13917 9422,'0'-20'1889,"0"5"1387,28 46-2216,-13-7 0,-2 7-880,-4 2 0,0 9 0,-2 3 0,-1 1 0,-4-4-158,-2-2 1,-3-1-1,-3 0 1,-1 2-617,-3 4 0,-1 4 1,-2 1-1,-2-4 1,0-7-247,-5-4 1,-1-6-1,-1-3 840,-12 6 0,5-7 0,16-8 0,8 1 0</inkml:trace>
  <inkml:trace contextRef="#ctx0" brushRef="#br0" timeOffset="1.44247E6">20293 14217 7892,'-6'-18'3276,"5"40"-525,-5-6-2571,6 9 0,0 8 239,0 12 1,0 7 0,0-2-330,0-13 0,0-1 0,0 1-90,1 2 0,0 4 0,1-3 0,0-7-3277,5 10 0,5-63 2986,-5-19 1,-4 10 0,0-1 0,-3-15 0</inkml:trace>
  <inkml:trace contextRef="#ctx0" brushRef="#br0" timeOffset="1.44293E6">20280 14217 7533,'-6'-37'3276,"28"3"-1638,3 26 0,6 7 0,16 12 0,0 9-1290,-7 0 0,-12 9-768,-21 5 0,-11 7 0,-8-4-673,-10-9 1,-8-3 0,0 0 634,1 3 0,-1 0 0,0-8-262,-19-5 1,20-12-2558,49-13 3140,-2-1 1,5 1 0,2 4 0,12 6 0</inkml:trace>
  <inkml:trace contextRef="#ctx0" brushRef="#br0" timeOffset="1.44347E6">20797 14146 7533,'4'-29'1092,"-1"0"0,3-6 0,-1 7 2184,-3 16-2273,3-13-463,-10 23-405,-17 15 0,-2 7-225,3 5 60,-5-2 0,-7 5 0,3 2 749,8 0 1,2 2 0,1 2 119,-3 9 1,0 3-1,7 2-704,8-10 0,4 2 0,4-1 0,6-3-915,10 1 1,6-3-1,3-5 780,9 3 0,0-7 0,-7-13 0,-10-1 0,-28 9 0</inkml:trace>
  <inkml:trace contextRef="#ctx0" brushRef="#br0" timeOffset="1.44436E6">21154 14305 7533,'-16'-43'3276,"-16"21"-1638,-5 14 0,-3 9-1856,9 9 0,4 7 668,-6 7 0,12 5 89,29 5 1,13 3-181,-1-8 1,3 0 0,0 1 90,10 11 0,-10 0-720,-19-7 0,-13-5-90,-21-16 1,-8-9-811,-6-6 1,3-7-2108,4-11 2968,59 4 1,4 15 0,5 2-1,2-1 1,0 0 0</inkml:trace>
  <inkml:trace contextRef="#ctx0" brushRef="#br0" timeOffset="1.44477E6">21278 14323 8072,'2'-28'1638,"1"1"0,4-16 1638,5 25 0,0 50-2445,-8 1 1,-2 10 0,-1 0-1925,0 2 1,-2 2 0,1-2 25,0 0 1,-1-1 0,1-5-573,-1-4 1,2-15 1265,0-24 1,10-20-1,-4 14 1</inkml:trace>
  <inkml:trace contextRef="#ctx0" brushRef="#br0" timeOffset="1.44583E6">21647 14323 9781,'-19'8'1439,"3"17"1,3 6-990,3 7-241,2-4 1,0 6 0,2-16-750,5-22 271,-5 7 209,6-31 0,4-26 0,3 3 464,3 6 1,5 1 164,6 0 1,6-3 0,2 11-480,4 11 0,3 10 135,15 7 0,-11 14-45,-34 12 0,-12 5-315,-16 3 0,-10 1 704,4-3 1,-4 2 0,5 0-255,-3 9 0,13 0-91,23-7 1,11-3-1304,22-6 0,6-9-560,-8-10 1,-3-4 1310,12-2 0,-40 0 1,-13 0-1</inkml:trace>
  <inkml:trace contextRef="#ctx0" brushRef="#br0" timeOffset="1.44625E6">21930 14005 7533,'11'-19'1638,"15"47"0,5 22-546,-12-22 0,-1 2 0,-3 6-546,-7 1 0,-2 6 0,-2 5 0,-2 0 0,0-3 0,-1-5-614,1 4 0,-1-4 0,-8-1-752,-10 3 1,-8 3 0,-2-6 0,3-12-1391,-10-11 2210,3-13 0,7 2 0,23 12 0,-5 11 0</inkml:trace>
  <inkml:trace contextRef="#ctx0" brushRef="#br0" timeOffset="1.44739E6">22348 14358 7083,'-19'-27'3276,"7"9"-1991,7 44 1,4 19-1017,1-10 1,0 4 0,0 0-180,2 7 0,0 0 0,0-5 45,-1 0 0,-1-19-383,-3-40 1,-2-27 0,0-10-1,2 7 698,2-2 0,3 2 0,2-3-181,0 7 1,-1-5 0,3 1 0,2 6 0,7 13 944,16 8 0,6 17-854,6 13 0,-9 15-945,-25 14 1,-16 2-181,-10-14 1,-10-5-76,0-2 1,-4-2-1,2-4 660,0-7 0,6 0-3097,7 10 3212,52-16 1,11 0 0,-17 0 0,0 0 0</inkml:trace>
  <inkml:trace contextRef="#ctx0" brushRef="#br0" timeOffset="1.44789E6">22705 14199 7533,'13'-43'3276,"-1"14"-706,-11 3-861,-41 42-1439,11 7 0,-2 7 179,5-5 1,-1 2 0,3 3 89,2 11 1,5 3 0,7 1-540,10-7 0,6-1 0,5-1-1093,3-1 1,5-2 0,1-3-547,4 4 1,1-9 1455,5-15 1,-11-2 0,-28 7 0,1-5 0</inkml:trace>
  <inkml:trace contextRef="#ctx0" brushRef="#br0" timeOffset="1.44865E6">22779 14393 9062,'-20'-9'2518,"8"1"-1258,1 23-496,10 14 1,1 1-585,-5 0 29,3 6 1,0 8 0,0-23-749,1-24-46,7-18 0,4-9 945,0-14 0,2-6-158,1 11 0,2-4 1,3 2-1,0 9-202,4 6 0,4 9 585,10 5 0,-1 14-316,-13 21 1,-10 9-720,-17-5 1,-5-1 269,-1 1 585,-31-8 0,-5 1 89,31 1 1,5 3-45,3 8 0,8 1-1035,14-4 0,9-3-1054,8-6 1,2-7 818,10-5 1,-49 8 0,-21 3 0</inkml:trace>
  <inkml:trace contextRef="#ctx0" brushRef="#br0" timeOffset="1.44948E6">23012 13970 8162,'-12'-27'3276,"5"1"0,29 16-1638,1 33 0,-1 17-1136,-2-3 0,-1 5 0,-4 6-430,-8-3 0,-1 4 0,-4 3 0,-1 0 0,-2-3-72,-2-5 0,0-2 0,-3 0 0,-1 0 0,-3-2-234,-3 0 0,-2 2 0,-2-3 0,-1-3 0,0-5-845,-12 8 0,0-9-560,5-12 1,4-5-1639,10-3 2666,11 8 1,0-9 0,0-1 0</inkml:trace>
  <inkml:trace contextRef="#ctx0" brushRef="#br0" timeOffset="1.45683E6">23899 12876 7533,'7'0'899,"-2"-7"-629,-5-3 540,0 0-361,-5-6 91,3 14-630,-3-6 360,-1 8 539,0 0-899,-1 0 180,1 0 720,6 0 89,-5 0-269,3 0-990,-3 0 2339,5 40-1674,0-8 1,2 10 0,-1 6 0,0 0 0,0-5-81,0-1 0,0-3 0,-1 0 0,0 2-495,0 9 0,-1 3 0,0-4 0,-3-11-3007,-10 1 0,1-76 2457,1 6 1,24 13 0,1-9 0</inkml:trace>
  <inkml:trace contextRef="#ctx0" brushRef="#br0" timeOffset="1.45764E6">23800 12876 6813,'-23'-25'3276,"2"5"-615,-3-13 397,55-2-2339,1 28 1,9 7 0,1 1-511,-1-3 1,0 0 0,-3 10-420,3 13 0,-3 9 1,-17 3 29,-23-3 0,-14 3 0,-4-2 390,-6 5 0,-6-1 0,-2-6-120,-1-9 0,-2-6 0,4-3-1305,3-1 1,8-8-2063,11-28 2799,22 24 0,19 20 0,-7 1 0,0-1 0</inkml:trace>
  <inkml:trace contextRef="#ctx0" brushRef="#br0" timeOffset="1.45825E6">24452 12788 7803,'5'-27'3276,"2"1"-526,0 16-1760,-17 18-721,-27 12-269,-3 3 0,-5 5 270,13-9 0,-1 2 0,1 2 239,-5 7 1,2 4 0,2-2-420,-2-4 0,7 4 359,12 12 1,8 7 0,8-3-31,12-10 1,7-4 0,2 2-555,-4-2 0,1 2 0,0-1 1,3-3-959,8 4 1,1-4 0,0-5-547,0-8 1,-5-5 960,-9-6 0,-28 0 1,-7 1-1</inkml:trace>
  <inkml:trace contextRef="#ctx0" brushRef="#br0" timeOffset="1.45868E6">24600 13088 7533,'-19'-18'3276,"7"9"0,7 48-1638,6-1 0,3 6-1586,-2-5 0,0 2 0,0-1-952,2-5 1,1-1 0,-1-3-740,-1-3 1,0-5 818,3-10 1,-22-44 0,-4 2 0</inkml:trace>
  <inkml:trace contextRef="#ctx0" brushRef="#br0" timeOffset="1.45904E6">24354 13194 7533,'-19'-26'1638,"0"1"0,0-6 0,29 1 0,14 3-546,3 13 0,8 6 0,2 0-424,-1-1 1,4-1 0,1 1 0,-1 2-1762,10 2 1,1 2 0,-3 1 542,6 1 0,-10 4 0,-18 7 0,-52-2 0</inkml:trace>
  <inkml:trace contextRef="#ctx0" brushRef="#br0" timeOffset="1.45958E6">25006 12841 7533,'-6'-45'3276,"5"18"0,12 58-2184,-7 4 0,-1 10 0,0 4-522,0-9 1,1 4 0,0 1 0,0 0 0,-1-1-976,-1 6 0,-1-1 1,0-1-1,0-3-645,-3 8 1,0-4 0,6-24 1049,7-31 0,-8-19 0,8-4 0</inkml:trace>
  <inkml:trace contextRef="#ctx0" brushRef="#br0" timeOffset="1.46085E6">25560 13000 8162,'0'-28'3276,"0"11"-885,0 9-2841,-22 8-179,-22 0 749,11 6 0,-6 2 0,3 1 509,-3 0 1,4 4 314,-3 13 1,17 7-286,43-1 1,24 4 0,-4-2-571,-17-10 1,-3-1 0,-1 4-248,3 7 1,1 5 0,-6-1 0,-17-10-503,-26-11 0,-16-8 1,3 3-980,4 13 1,2-3 1360,-14-21 1,17-4 0,55 2 0,18 2 0,0 4 0,-1-1 0</inkml:trace>
  <inkml:trace contextRef="#ctx0" brushRef="#br0" timeOffset="1.4659E6">26286 12735 7533,'-5'-19'270,"4"3"989,-10 0 90,4 5 90,-6-15 270,17 55-945,7-4 1,3 7-280,-1 5 1,2 10 0,1 4 0,-1 1 0,-2-5-284,-1-4 1,0-3-1,-3 2 1,-1 3 6,-3 0 1,-2 5 0,-2 2 0,0-1 0,-3-4 0,0-8-360,-3-1 0,-3-7 0,-3 0 60,-8 8 0,-5-2 0,-1-9-630,0-16 1,2-4-630,-1 9-1928,-4-17 2792,41-2 0,17 10 0,8 12 0</inkml:trace>
  <inkml:trace contextRef="#ctx0" brushRef="#br0" timeOffset="1.46773E6">26692 13070 8432,'-14'-15'3276,"4"11"-2954,15-12 1567,2 40-1709,0-3 382,-6 14 0,-3 15 0,-1 5 1,1-3-518,1-8 0,1-1 0,-1 0 0,0 2-45,0-4 0,-1 3 0,-1-1 0,1-3 0,0-6-1350,-1 8 1,0-20 0,2-51 256,-2-6 1,-2-8 0,2 5 302,2 13 0,1-3 915,-2-4 1,0-9 0,-1-4 0,1 1 0,0 6 174,-2 2 0,0 3 0,5-3 355,4-9 0,3-9 1,4 0-1,5 8 0,5 19 437,17 26 0,9 20 0,-2-7 0,-6-21 0,-1-5 0,-12 15-1683,-16 27 1,-10 17-1,-7 2 1,-4-12 455,-5-15 0,-7-5-958,-26 9 1,-10-1 0,30-7-2185,38-12 2975,6 19 0,9-20 0,4-4 0,-4 5 0,0 0 0</inkml:trace>
  <inkml:trace contextRef="#ctx0" brushRef="#br0" timeOffset="1.46829E6">27492 12788 7533,'-12'-25'3276,"-17"5"-1515,-9 10-1132,8 14 1,-2 10-181,7 8 1,0 8 0,1 5 0,2 1 67,2 7 0,2 3 1,2 2-1,1 0-391,0-7 0,-1 1 0,2 0 0,5 0 0,8-4-946,13 3 1,9-1 0,4-3 0,-4-6 360,-2 6 1,3-11 0,28-22-1,-16-8 1,-49 4 0</inkml:trace>
  <inkml:trace contextRef="#ctx0" brushRef="#br0" timeOffset="1.46921E6">27787 13088 7533,'13'-35'3276,"-6"7"-1695,-2 11-1041,-16 1 179,-24-2-629,8 11 0,-4 3-360,-16 2 0,2 11 585,11 17 0,12 9 344,19-2 1,10 4 0,4 1-525,2-3 0,3 2 0,3-1 0,-1-1-315,7 7 0,1-2 0,-9-2-90,-8 6 0,-15-10-90,-31-24 1,-10-12 314,12 1 0,1-4-1574,-17-11 0,19 1 1619,32 13 0,13-6 0,13 8 0,0 0 0</inkml:trace>
  <inkml:trace contextRef="#ctx0" brushRef="#br0" timeOffset="1.47014E6">28120 12982 6993,'0'-19'2159,"0"-13"0,-5 13-900,3-1 810,-3 12-1290,4 28 1,4 22-1,0 0-479,-2-9 0,-1 0 0,0 5-175,1 3 1,1 7 0,-1 2 0,0-2 0,0-6-126,-1-1 0,0-4 0,0-1-480,0 7 1,0 0-1,0-15-689,0-21-2069,0-16-39,6-9 2859,-5 8 1,9-13-1,-3 3 1</inkml:trace>
  <inkml:trace contextRef="#ctx0" brushRef="#br0" timeOffset="1.47127E6">28575 12982 7533,'5'-35'3058,"2"8"0,0 1-2158,-1 16 629,-23 10-1079,2 26-540,-2 0 0,-3 6 0,-1 2 210,2 1 0,0 3 0,-1 2 5,2-3 1,-1 3 0,0 1 0,1 1 0,0-4 368,0 2 1,1-2 0,1-1 0,2-1-255,-4 10 0,3-1 0,16-12 1064,30-18 0,13-13-1904,-6-5 1,4-7-1,-1-2-493,1-5 1,1-3 0,-4 4 436,5 4 1,-12 6-1,-24 8 1,-26 16 0</inkml:trace>
  <inkml:trace contextRef="#ctx0" brushRef="#br0" timeOffset="1.47182E6">28883 12753 7533,'0'-27'1638,"0"1"0,27 4-819,-7 37 0,5 17 0,1 9 0,-3-1 0,1 0 0,-2 3 0,-2 3 0,-4 3-703,-6-5 0,-2 4 0,-2 2 0,-3 0 0,-2-2 0,-4-4-544,-3 6 1,-4-2 0,-5-4 0,-5-3-393,-5-5 1,-6-2 0,-2-5 0,2-5 646,-10-3 1,8-7 0,17 4 0,36-10 0</inkml:trace>
  <inkml:trace contextRef="#ctx0" brushRef="#br1" timeOffset="1.50959E6">1023 18362 13186,'-8'20'-2077,"-2"3"1613,1-13 290,-7 8 1,22-24 0,-4-6 0</inkml:trace>
  <inkml:trace contextRef="#ctx0" brushRef="#br0" timeOffset="1.53574E6">29633 12947 7533,'-25'-20'2788,"1"5"-3608,15 41 1,4 28 0,2 6 0,1-12 32,-2-18 0,1 3 911,3 1 0,2 12 0,0 6 1,1 2-1,1-5 0,2-9 0,0-14 416,12-6-360,11-26-240,-23-18 0,-6-14 0,-1-6 72,2 6 1,-1-8 0,-1-4 0,1-2 0,1 1 0,0 3 0,3 6 539,1-2 0,3 4 0,1 3 1,3-3-463,1 0 0,3-4 0,1 1 0,2 5 0,0 9-45,14-1 0,1 19 449,-1 26 1,5 16 0,-6 7-1,-16-2-674,-25 2 0,-17 1 1,2 1 800,10 5 0,3 1 0,-8-5-771,-14-8 0,-7-4 0,4-9-1489,0-9 1,15-8 1614,46-11 1,-1 10-1,3 4 1,7-2-1,0 1 1</inkml:trace>
  <inkml:trace contextRef="#ctx0" brushRef="#br0" timeOffset="1.53636E6">30421 12823 7803,'0'-27'3148,"-11"-14"-3058,-8 27-180,-17 17 0,-3 18 323,17 9 1,3 13 0,2 8 0,0 1 0,0-5-36,1-9 0,-1-2 0,1 0 0,1 1 0,4 2-303,2 3 0,2 4 0,1 1 0,3-1 0,5-4 0,5-8-988,11 1 1,8-7 0,1-7 650,2-6 0,0-8 0,32-15 0,-61 8 0</inkml:trace>
  <inkml:trace contextRef="#ctx0" brushRef="#br0" timeOffset="1.53724E6">30802 12947 7533,'-35'8'3276,"7"9"-1155,-7-5-2121,16 4-540,6-16 720,8 0 449,5 0 91,0 8-1125,-8 12 1,-6 9 269,-2 1 0,-4 5 0,-1 2 0,1-2 584,0 4 1,0-1 0,-1 1-91,-10 7 1,-1 0 0,18-11 990,36-12-1215,5-28 0,6-9-735,1 2 0,3-1 1,-2 3-1040,5 2 1,-2 4-1,-3-1 1,-6 4 1117,-10 11 1,-3-2 0,-9-8-1</inkml:trace>
  <inkml:trace contextRef="#ctx0" brushRef="#br0" timeOffset="1.53774E6">31048 12771 7533,'-24'-34'2248,"11"5"-1348,51 17-181,-1 34 1,4 15-653,-16-12 1,2 2-1,-2 5 1,-4 3-192,-7 2 1,-1 5 0,-3 3-1,-3 1 1,-4-1 0,-3-3 69,-7 1 0,-6-1 0,-3-2 0,-3 1 0,1-1-54,-2 4 0,0 1 0,-2-1 0,-2-3 0,-2-7-162,-6-6 0,-3-4 0,1-5 1,5-6 269,-19-5 0,52-28 0</inkml:trace>
  <inkml:trace contextRef="#ctx0" brushRef="#br0" timeOffset="1.53851E6">31664 13070 8162,'0'-9'1799,"-5"1"90,3 55-1799,-3-20 0,-1 5-338,4 9 1,0 10 0,1 1 0,-1-4-143,-2-7 0,0-3 0,0 2 30,1 1 0,-1 4 1,3-5-1,2-15-1349,4-15 1709,4-30 0,2-15 0,1 2 0,2-3 0,0-6 0,1 0 0</inkml:trace>
  <inkml:trace contextRef="#ctx0" brushRef="#br0" timeOffset="1.53893E6">31676 13000 7533,'-6'-27'479,"0"1"1,0-5 0,5 1 1158,10 6 0,4 1-1136,16-12-203,-1 35 1,8 11 0,-2 1-525,7 4 0,-5 10 135,-8 13 0,-4 10 1,-12-4 44,-15-6 0,-14-2-45,-4-9 0,-10 0 0,-2-2 0,1-8 90,-16-6 0,2-6-1639,-5 5 1,21-1-1639,45-6 3260,19 14 0,-1-9 0,3-2 0,-7-2 0,1-1 0</inkml:trace>
  <inkml:trace contextRef="#ctx0" brushRef="#br0" timeOffset="1.53936E6">32414 12876 9602,'-24'0'764,"-4"5"1,-2 6-631,-5 13 1,-1 11 314,12-5 1,-1 6 0,1 4 0,1 1 0,3-2-158,2 4 1,2-1-1,4 1 1,5 2-949,5-5 1,2 3-1,4 0 1,3-4 0,3-5 469,6 1 0,5-7 1,5-6-1,9-9 1,5-6-1,-3-4 1,-4-3-1,0 0 0</inkml:trace>
  <inkml:trace contextRef="#ctx0" brushRef="#br0" timeOffset="1.54018E6">32759 13176 7353,'0'-27'3276,"0"9"-2505,-16 10-1760,-10 8 599,-6 15 0,-8 9 1,3 0 1018,-1 1 1,4 5-46,10 0 1,-2 6 0,6 1 0,13-5-1,20 6 1,16-5-1635,5-9 1,9-3 0,0-7-44,-5-11 1,1-5 0,-1-1 1046,-2 2 0,0-2 0,-8-5 0,-10-14 0,-7-3 1,-6-14-1</inkml:trace>
  <inkml:trace contextRef="#ctx0" brushRef="#br0" timeOffset="1.54067E6">32968 12806 7533,'5'-12'1638,"17"33"0,7 23-983,-12-12 0,-1 6 1,-1 4-1,-1 2 0,-2 0-922,-1 3 0,-2 2 0,-2 2 0,-2-1 0,-2 0-129,-3-2 0,-1 2 0,-2-2 1,-3-1-1,-4-5-234,-6 10 0,-6-5 1,-4-13 629,-16-15 0,14-14 0,33-7 0,17-6 0</inkml:trace>
  <inkml:trace contextRef="#ctx0" brushRef="#br0" timeOffset="1.55853E6">25745 13441 9781,'-7'0'1170,"1"-8"-900,6-2-180,0 0-1,0 10 91,-11 26-449,-2 11-1,-7 8-2069,8-2 540,12-23 1799,7-4 0,11-16 0,1 0 0</inkml:trace>
  <inkml:trace contextRef="#ctx0" brushRef="#br0" timeOffset="1.55962E6">26200 13247 9961,'-7'-26'2069,"1"7"-2069,12-7 270,-10 9 90,-3 7-630,-23 2-45,-4 19 0,-3 9 495,3 2 0,-1 3 120,4 2 0,0 3 0,3 2 239,3 8 1,5 2-1,4-2 1,9-2-180,16-8 0,11-7-900,21-8 1,8-10-946,-7-8 1,0-4 1484,-4 2 0,1-1 0,-14-5 0,-21-14 0,-28 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6:15:24.744"/>
    </inkml:context>
    <inkml:brush xml:id="br0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15457 6526 5914,'25'0'3276,"-7"-7"-2954,-7-11 37,-10 6-89,5-4 540,-6 9-630,0-3-180,-6 0 180,-1-6 359,1 7-179,-5-1 180,-1-14-180,-7 12-91,-11-21-89,-7 6-135,13 13 0,-2 0 90,-4-3 0,-1 1-90,0 2 0,-1 1 45,-2-4 0,1-2 45,2-2 0,0-1-90,-1 0 0,-2-1 0,-3 0 0,-1 1-45,-3 0 0,-3 1-87,10 8 1,-1 1 0,-1 2 176,0 0 0,-1 1 0,-2 0 0,-2 0 0,-2 0 0,-1 2-356,-4 0 1,-1 2 0,0-1 265,10 1 0,1 0 0,-1 1 0,-2 0-291,-3 2 0,-2 2 0,0 0 1,-1 0 245,0 2 0,-1 0 0,0 0 0,0 2 45,8 0 0,-1 2 0,0-1 0,0 1 0,0 1 0,0-1 0,-1 1 0,0 0 0,0 0 0,0 1 54,0 0 0,0 0 0,0 1 0,0 0 0,1 0-54,1 0 0,0 0 0,1-1 0,-1 2 0,1-1 54,-2 1 0,1 0 0,-1 1 0,1 0 0,0 0 35,-6 4 1,1 0 0,0 1 0,1-1 67,0-2 1,1 1-1,0-1 1,1 2-243,1 1 1,1 1 0,1 1 0,0-1 39,3-1 0,1-1 0,0 0 0,-1 2 0,-2 4 0,-1 1 0,1 1 0,1-3-45,-2 0 0,1-2 0,-1 3 90,5 0 0,0 3 0,-1 0 0,3-3 51,-1-1 0,1-3 1,1 3-142,-6 7 0,0 3 0,2-1 90,3-2 0,1-1 0,0 2-30,0 3 0,1 1 0,0 1-30,2-4 0,1 1 0,1 1 60,-1 5 0,1 2 0,0 0 0,1-3 0,0 1 0,1 0 0,-1 5 0,0 0 0,1 1-30,1-1 0,0 0 0,1 0-41,-1 3 0,1 0 0,0 0 41,0 0 0,-1 0 0,1 1 30,6-9 0,0 2 0,1 0 0,-1-1 22,0-1 1,-2-1-1,1 1 1,1 0-1,1 2 1,1 2-1,0-1 1,1 1-91,0-3 1,0 0-1,1 1 1,1 1-68,0 3 0,1 3 0,1-1 0,2-1 105,-1 6 0,2-1 0,1 2 120,1-6 0,1 1 0,1 0 0,0-1-68,0-5 1,0-1-1,1-1 1,0 2-23,2 4 0,0 1 0,0 1 0,0 0-115,1 1 0,-1 0 0,0 1 0,2-2 70,1-6 0,0-1 0,1 0 0,2 2 22,2 6 1,2 2-1,2-1 1,0-2 42,3 3 0,1-3 1,2 1-21,-1-5 0,2 1 0,1 0 0,-1-2 0,3 3 0,-1-2 0,3 0 0,-2-5 0,2 1 0,1 0 0,0-2-60,2 6 0,-1-2 0,2 1-53,-1-6 1,1 1-1,0 0 1,0 0 67,-2-4 0,-1 0 0,1-1 0,-1 1 45,-1 0 0,0 0 0,-1 0 0,1 0 45,1 0 0,0-1 0,-1 1 0,1 0 22,-2 0 1,1 0-1,-1 0 1,1 0-46,1 0 1,0 0-1,1 0 1,-1-1 22,2 0 0,-1-1 0,1 0 0,1-1 0,0-1 0,2 0 0,-1-1 0,1 0-23,-2-1 1,1 0-1,-1-2 1,2 0-1,2-4 0,0-1 1,1-1-1,0 1-45,-1 1 1,-1 1 0,0-1 0,1 0 141,12 3 1,0-2 0,0 0-210,-1-1 0,-1-1 0,0 0-34,-2 2 1,0 1 0,0-3 183,0-4 0,-1-3 0,1 1-30,-2 3 0,0 0 0,0-2 150,0-3 0,1-1 0,-1 0-120,0 2 0,0 0 0,-1 0-240,1-1 0,0-1 0,0 0 270,0-3 0,0 0 0,0 1-360,0 4 0,0 1 0,1-4 510,2-5 0,1-3 0,-1 1 29,-2 6 1,-1 2 0,1-1-240,1-4 0,0-1 0,0 0-90,0 0 0,-1 0 0,1 1 180,-2-1 0,0 0 0,0-2 30,2-2 0,0-2 0,0 0-150,0 0 0,0 0 0,0-1-60,2-4 0,0-1 0,0 0-90,0 1 0,0 0 0,0-3 300,2-5 0,0-2 0,1 1-30,1 2 0,0 0 0,0-2-75,-13 1 0,0-2 0,0 0 0,1 1-45,10-1 0,0 0 0,0-1 90,-3-3 0,-2-1 0,1 0 89,1 2 1,1 1 0,-1-2-90,0-3 0,-1-2 0,0 1-135,-8 6 0,-1 0 0,1 0 0,-1-1 45,1-2 0,0-1 0,-1-1 0,-1 1 0,3-3 0,0 0 0,-1-1 240,5-3 0,0 0 0,-2-1-90,-5 3 0,-2 0 0,0-1-90,6-5 0,0 0 0,-1-1-83,-7 8 1,-2-1-1,1 0 1,0-1-107,2-2 0,0-1 1,0 0-1,-1 0 106,0 1 1,0 1-1,-1 0 1,1-1-1,0 0 1,1-1-1,-1 0 1,0 0 67,-3 2 0,-1 0 0,0 0 0,0 1 75,8-9 0,0 1 0,-2-1 209,-1-1 0,-1-1 0,-1 1-299,1 1 0,0 1 0,-1-1 0,-3-4 0,-1-1 0,1 0-22,-5 10 0,0 1 0,1 0 0,-1-1-38,5-10 0,-1 0 0,1-1-15,-6 9 0,0-2 0,0 1 0,0 1-105,5-7 0,-1 1 0,-3 0 31,-3-2 1,-2 0-1,-2 0 29,-2 1 0,-1 0 0,-2 0 150,-4 4 0,-2 0 0,-2-1 90,-3-4 0,-1-1 0,-1 3-15,0-4 0,-1 0-113,1 11 1,-2-4-1,0 1 1,0 3-113,-1-11 0,0 0-45,2 10 0,-1-4 0,0 0 0,-1 3 45,-1 0 0,-2 1 0,0 1 150,-2-3 0,-1 0 0,-2 1-60,-1 3 0,-2 1 0,-1 2 356,-1-2 1,-3 1 0,2 1-178,2 3 1,1 2 0,-1-1-150,-1-1 0,-2-1 0,2 0 15,-5-11 0,0 0-15,8 10 0,-1 0 0,0 1-120,-9-7 0,-1 0 270,10 8 0,1-2 0,-1 4-270,-7-3 0,1 1 316,-2-10 1,3-1-137,3 8 0,2 0-90,0-8 0,0-1 440,3 8 1,-1 0-441,-4-7 0,-2 1-135,0 10 1,-1 1-271,-4-7 0,-1 0 432,0 6 0,0 1-27,3-4 0,0 1 201,-1 7 0,-2 1-21,1-1 0,-2 3-82,-1 5 0,-2 2-98,-2-3 0,0-1-90,5 4 0,2-1 90,-2-7 0,3-2-90,9 2 0,2-3 90,2-2 0,2-1 225,2 4 0,0 1 404,-7-13-494,5 14 0,-2 1-405,-21-9-585,7 14 1,-5 2-785,-8 0 1,-2 3 1534,0 7 1,-5 4 0,8 1 0,-5 1 0,-1 2 0,0 0 0,1 3 0,0-1-1,0 0 1,0 1 0</inkml:trace>
  <inkml:trace contextRef="#ctx0" brushRef="#br0" timeOffset="3533">13844 8925 9961,'7'-10'810,"-1"3"-450,-6-1-91,0 6 271,-11-6-90,-3 16-270,-11 2-180,6 15-360,7 10-360,29-5 720,10-5 270,16-25 180,-6-17 90,-18-11-180,-8 1-181,-22 1-358,3 16-181,-9 3 0,10 14 360,7 11 90,7-6 629,10 4-89,2-32-180,1-4-360,-8-15-270,-12 8-90,-18 9 450,3 34-180,-8 13 90,21 16 360,9-10 359,18-17-179,-5-26-720,-2-11-180,-23-9-1979,-14 10-1028,-13 11 3062,12 14 0,14 19 0,19 11 0</inkml:trace>
  <inkml:trace contextRef="#ctx0" brushRef="#br0" timeOffset="4833">13955 8943 9512,'0'-10'1799,"11"-13"-1350,14-5-269,-5 6 0,5-5 0,1 0-45,0 1 0,1 0 0,2-1 0,1-2-484,2-1 1,1-1-1,2-1 1,1-1-1,1 0 499,-3 3 0,1-1 0,2 0 0,-1 0 0,1 0 0,-1-1-31,1 0 1,-1-1 0,1 0 0,0 0 0,-1 1 0,2-1-30,-6 5 0,2 0 0,-1 0 0,1 1 0,-1-1 0,0 0 0,-2 1-60,3-3 0,-2 0 0,0 0 0,0 1 0,0 0 0,-1 1-12,5-4 0,0 2 0,0 0 0,-1 0 0,0 1 2,-3 0 1,0 1-1,0 0 1,0 1 0,-1 0 46,5-5 0,0 0 1,-1 2-1,0 0-29,-3 4 1,-1 1-1,0 0 1,-1 1 51,7-6 0,-2 1 0,-3 2-135,4-2 0,-4 5-45,-8 9 0,-5 3 1469,-2-4-1828,-11 16 929,-6 0-1199,0 0 1244,5 0-435,2 0-270,11 0-269,2-16 269,4 4 90,6-21-450,-4 6-270,4-1-1798,-16 3 2608,-3 15 0,-50 18 0,15 2 0,0-1 0</inkml:trace>
  <inkml:trace contextRef="#ctx0" brushRef="#br0" timeOffset="6106">15789 7108 6183,'-20'10'2609,"3"-2"-2159,10-8-90,2 0-1,5-8-179,0 6-90,0-6 90,5 1 180,7 5 0,13-14 89,17-2-179,-12 5 0,2-1-135,5-4 0,1 1 45,5 2 0,0 2-135,-7 0 0,-2 1 45,-5 6 0,-3 2 359,4-4-89,-12 8-180,-12 0 0,0 0-180,-17 8-90,3 2 360,-16 15 90,0 18-136,6-12 1,-1 1-270,2 4 0,1 1-630,0-1 1,2-2-2384,1 11 3058,30-35 0,16-45 0,-5 2 0,0 1 0</inkml:trace>
  <inkml:trace contextRef="#ctx0" brushRef="#br0" timeOffset="7383">14767 7479 8072,'-19'0'1799,"1"-8"-1169,11 6 90,2-6-361,5 8 901,0 0-901,5 16 181,2 19-675,-3-9 0,-1 3 315,0 6 0,0 1 0,0-8 0,-1-1 0,-1-1 0,0-2-270,4 4 539,-5-10-269,0-11-270,6-38 90,-5-8 45,4 1 0,1-3 45,-3 6 0,1-2 120,2 4 0,2-3 0,1 3 105,3-6 0,2 2-91,3-4 1,3 3-135,-3 13 0,3 7-450,22 8-449,2 20-900,0 10 70,-20-8 1,0 1 1557,3 5 1,-21-32 0,-21-7 0</inkml:trace>
  <inkml:trace contextRef="#ctx0" brushRef="#br0" timeOffset="13833">23518 1588 7533,'6'-28'270,"-6"3"179,-1 7 91,-10 0 359,4 9 271,-5 1-720,-1 8-361,1 0 91,-6 15 45,8 8 0,1 5 0,-6 14 0,0 6-391,4-3 1,1 3 0,-1 1 277,2-10 1,0 1-1,0 1 1,0-1-1,-1 3 0,1-1 1,-1 1-1,1-2 98,-1 5 0,-1-1 0,1-1 0,2-2 0,0-1 0,-1-4 59,0-7 1,1-4-180,1 16-360,2-35 360,5-14-269,0-3 225,0-8-1845,0 8 270,0-5 1529,0 5 0,21-8 0,6 1 0</inkml:trace>
  <inkml:trace contextRef="#ctx0" brushRef="#br0" timeOffset="14500">23566 1517 8702,'6'-20'1889,"1"-11"-1889,10 19-180,3-5 270,-1 1 90,-2 14 719,-4 18 451,-1 21-811,-6 6 1,0 8-390,1-9 0,2 3 0,-1 1-390,-3-5 1,0 2 0,0 0 0,0 1 306,2 0 0,1 2 1,0-2-1,-1 0 23,-1-5 0,-1-1 0,-1 0 0,0-2 59,1 6 1,-1-1 0,-1-3-15,1 8 0,-2-3-180,-2-11 0,0-2-405,0 14-449,0-27-540,0-17-222,0-17-1577,0-3 3263,0-6 0,-16 17 0,-4 1 0</inkml:trace>
  <inkml:trace contextRef="#ctx0" brushRef="#br0" timeOffset="14816">23320 2205 7533,'-19'-28'3276,"6"-5"-706,24 21-1400,26-11-1260,-7 20 0,4 4-585,7-5 1,3 0-965,6 3 1,-1 2 1413,-9-1 0,-2 0 0,1 0 0,-2 0 0,12 0 0</inkml:trace>
  <inkml:trace contextRef="#ctx0" brushRef="#br0" timeOffset="15515">24268 1993 7533,'-32'-8'3276,"7"-1"-1335,13-1-1312,18-6-269,18 6-540,14 0-315,-13 6 1,0 1-1395,24 3-180,0 0-180,-5 7 2249,-18 3 0,-32 16 0,-21 1 0</inkml:trace>
  <inkml:trace contextRef="#ctx0" brushRef="#br0" timeOffset="15815">24231 2134 7533,'-38'20'3276,"7"-4"-256,25-16-1581,23 0-1169,33 0-855,-19 0 1,2 0-945,9 0 0,1 0 224,-10 0 1,-2 0 1304,18 0 0,-48 7 0,-23 3 0</inkml:trace>
  <inkml:trace contextRef="#ctx0" brushRef="#br0" timeOffset="17865">25093 1887 7083,'0'-27'2249,"0"9"-1080,0 10-270,-6 1-539,5-3 270,-5 0-540,6 2 180,0 24 0,0 27-270,0-9 0,0 4 119,0 3 1,0 4 0,0-1-197,2-3 0,0-1 0,0 0 197,-2 0 0,0-1 0,1-2-345,2 5 0,0-8-494,-3-6-360,0-12-451,0-24-538,0-10 2068,5 6 0,2-19 0,4 11 0</inkml:trace>
  <inkml:trace contextRef="#ctx0" brushRef="#br0" timeOffset="18320">25474 1834 7533,'24'-33'1439,"-10"12"-270,2-13-359,-14 24-450,9 3 359,-10 22-269,4 21-225,-4-7 0,-2 4 44,1 14 1,0 2-502,0-13 0,0 0 0,0 0-38,1 0 0,-1 0 0,-1 0-135,-1 13 1,-1-2-1,0-10 0,-1-4-225,-2-4 1,0-5-810,-1 4 1439,-4-12 0,-12-56 0,7 16 0,-1-1 0</inkml:trace>
  <inkml:trace contextRef="#ctx0" brushRef="#br0" timeOffset="18716">24920 2028 7533,'-11'-33'2968,"8"-4"-2294,1 11 1,4-1 44,10 3 1,6 3 314,18 1 1,6 5-450,2 4 0,4 4-687,-12 3 1,3 2 0,1 1-1,-1 0 72,10 3 0,0 1 0,0 0-105,-11 0 0,0-1 0,0 1 1,-2-1-83,3-1 0,-1 0 0,-4-1-1422,5 1 1,-7-4-212,-1-23 1850,-8 15 0,-16-5 0,-1 16 0</inkml:trace>
  <inkml:trace contextRef="#ctx0" brushRef="#br0" timeOffset="19516">26089 2011 10051,'7'8'674,"-3"17"1,-3 7-405,0-3 0,-2 2-270,0 5 0,-1 3 0,0-2 225,1 6 0,1-4 0,-3-10 0,0-3 674,3 6-539,0-72-270,2 14 0,2-5 0,-1-1 0,1-5 0,1 1-76,0-3 0,1 0 0,2 1 375,3 1 1,1 1 0,1 1 239,2-7 1,3 4-315,1 9 0,4 7-495,19 4-719,-3 34-136,-15-7 1,-1 4-605,0 7 1,-2 3 1519,2-6 1,-2 1 0,5 17 0,-10 0 0</inkml:trace>
  <inkml:trace contextRef="#ctx0" brushRef="#br0" timeOffset="20267">26668 1429 8072,'12'-28'2519,"-5"3"-1080,9-8-180,-3 11-449,18-11-450,5 23-630,8 2-270,0 8-89,-12 16 539,-20 11 359,-24 10 181,-2-7 0,-4-1-46,0-5 1,-2-1 45,-2 3 0,1 1-225,7-1 0,3-1-405,-7 20 360,34-8-360,1-14 0,4-4-450,12-8 1,3-3-991,2 2 1,-1-2 1619,-7-2 0,-3-4 0,15-18 0,-24-4 0</inkml:trace>
  <inkml:trace contextRef="#ctx0" brushRef="#br0" timeOffset="111232">11605 6015 7533,'-26'0'-855,"0"0"1,-17 8 854,1-7 0,-3 0 0,10 3 0,-1 0 0,-7-3 0,-3 0 0,5-3 0,11-5 0,3-2 0,-12-1 0,1 0 0</inkml:trace>
  <inkml:trace contextRef="#ctx0" brushRef="#br0" timeOffset="115099">11026 5962 5914,'-7'-10'90,"-3"-6"-180,8 7 90,-3-1-90,5 2 90,0 0 0,0 6 0,0-6 0,0 8 0,0 0 90,-5 0-90,-2 0 90,-6 0-90,1 0-180,0 0 270,-1 0 449,-5 0-359,4 0 0,-8 0-90,-3 0 0,-1 0 90,-15-7 0,8 5 0,-15-6-90,10 8-180,1 0 0,7 0 90,17 0 270,13 0-180,29 0-1,0 0 1,4 0-45,13 0 0,6 0-217,-13 0 0,4 0 0,1 0 1,-2 0 216,-4-2 0,0 0 0,0 0 0,1 0-10,1 0 1,2 1 0,1-1 0,0 0 0,-3-1-14,3-1 1,-1-1 0,-1 1-1,1-1-22,3 2 0,0 1 0,0 0 0,0 0-23,-2 0 1,0 0 0,0 0-1,0 0 23,-2 0 0,1 0 0,-1 0 0,1 0 22,2 0 1,1-1 0,-1 1-1,-1-1-198,5 0 1,-2 0-1,2-1 198,-6 2 1,2 0 0,-1 0-1,-1 1 38,4 0 0,0 1 0,0 1-60,-7-1 0,2 0 0,0 0 0,-2 0 0,6 0 0,-2 0 0,2 0 30,4 0 0,1 0 0,-2 0 0,-7 0 0,-2 0 0,2 0-30,5 0 0,1 0 0,1 0 0,-1 0 0,-1 0 0,2 0-30,0 0 0,2 0 0,-1 0 7,-10 0 1,-1 0-1,1 0 1,0 0 22,0-2 0,1 0 0,1 0 0,-1 0 22,0-1 1,0 1-1,-1-1 1,1 1-1,0-1 1,1 1-1,-1-1 1,0 1-23,-1 0 0,1 0 0,0 0 0,0 0 0,3 2 0,1 0 0,-1 0 0,-1 0 0,3 0 0,-1 0 0,1 0 22,-1 0 1,1 0-1,0 0 1,-3 0 37,-5 0 0,-3 0 0,3 0-60,0 0 0,2 0 0,0 0 0,-1 0 0,2 3 0,-1 0 0,1-1 0,6-1 0,1-1 0,1 1-23,-8 1 1,1 0-1,1 0 1,-1 0 22,8-2 0,-1 0 0,2 0 22,-6 0 1,1 0-1,1 0 1,-2 0-1,-4 0 1,-1 0-1,-1 0 1,1 0-23,3 0 0,0 0 0,0 0 0,-1 0 0,-1-2 0,-2 0 0,1 0 0,-1 0 0,1 1 0,0 1 0,-1 0 0,-2-1 0,14-3 0,-2 0 45,0 4 0,-3 0 0,-14 0 0,-2 0-180,1 0 0,-2 0 669,17 0-984,-6 0 951,-30 0-681,1 0-360,-10 0 540,-10 0-89,7-8 178,-8 6 91,11-5-90,6-1 0,0 6 0,7-6 0,-1 8 0,0 0-90,0 0 0,-5 0 0,4 0 270,-4 0-180,6 16 270,4 11-225,-4-2 0,-1 3-46,1 3 1,0 1 45,2 6 0,0 2-45,-3 0 0,1 1-180,1 2 0,1 2 0,-4-11 0,-1 1 0,1 0 135,4 7 0,1 0 15,-4-11 0,1 1 0,-2-1 75,0 8 0,-1 0-45,0 1 0,-2 1-90,-5 2 0,-1 2 45,1 3 0,0 0-45,2-3 0,2 0 0,-2-11 0,1 1 0,2 0-30,3 0 0,2 1 0,-2-1 30,1 10 0,-2 2 150,0-8 0,1 2 0,-3-4-105,-3 2 0,-3-1 45,0-2 0,0 1 0,0 0-1,0 4 1,1 0-60,-2-7 0,1 1 0,1 0-75,6 10 0,0 0 15,-4-8 0,-1 2 1,1-3 29,4 2 0,0 0-90,-6-5 0,-1 1 0,-1-1 90,0 3 0,-2 1 90,0-4 0,-2 3 0,1-2 44,-2 8 1,1 1-105,0-7 0,1 1 0,1 0 150,3 8 0,2 0-270,-2-11 0,0 2 0,1 0-54,-1 1 0,0 1 1,0 0 113,1 0 0,-1 0 0,-1 2 30,-2 6 0,-2 1 0,1-1-30,2-8 0,0-2 0,-1 2 30,-1 6 0,0 2 0,0-1 60,2-9 0,0 0 0,0 0-30,2 5 0,0 0 0,0 0 0,0-4 0,1-1 0,-1-1-30,1 13 0,1 0 60,-2-7 0,0 1 0,-1 0-60,-2-4 0,-1-1 0,0 2-60,-2 10 0,0 1 0,-1 0 90,1-6 0,0 0 0,-1-1-120,-1 4 0,-1-1 0,2 1 30,2-5 0,1 1 0,0-1 0,-2 2 0,0 0 0,1-1 30,1-6 0,0-2 0,-1-1 75,-3 7 0,0-2-225,3 4 0,0-1 180,-3-10 0,1 0 0,4 4 0,0-1 0,-2-4 0,1-1 45,1-4 0,2 1-99,-1 2 0,0 2-36,-3 4 0,0 1 45,3-4 0,-1 1 135,-5 9 0,1 0-180,3 7 135,0-19 0,-1-1-225,3-2 270,0-1-90,-6-9 0,5-7-180,-4-2 0,5-8 2069,0 0-2339,-6 0-359,-1 0 449,-16 0 270,-3 0 180,-2 0 0,-3 0 0,0-1 0,-2 2-90,-14 2 0,-3 2-30,17-3 0,-1 2 0,1-1-105,-14 6 0,0 0 105,10-3 0,-1-1 0,1 2-161,-2 1 1,0 1-1,-1-1 221,-4-3 0,0-3 0,-1 3-180,0 5 0,0 2 0,0-3 210,1-4 0,0-1 0,-1-1-260,8 1 1,-1 0 0,0 1-1,-1 0 222,1 1 1,0 0 0,0 1-1,-1-3 0,1-2 1,-1-2 0,0 0-1,1 2-52,-10 7 0,0 4 0,0-3 60,0-6 0,-2-2 0,2 3-90,3 6 0,0 1 0,0-1 37,6-7 1,0-2 0,-1 0-1,1 1 23,-6 5 0,1 0 0,-2 0-68,8-3 1,-2-1 0,0 0 0,0 1 111,-5-1 1,-2 1 0,1 0 0,-1 0 67,2 0 1,1-1 0,-1 0-1,2 1-90,2-1 1,1 0-1,0-1 1,1 1 7,-11 2 0,1 0 0,0 0-278,-1 0 0,1 1 0,0 0 188,5 1 0,1 2 0,-1-3 15,5-3 0,-2-3 0,1 1 0,1 1 15,-2 5 0,2 1 0,0-3 90,4-3 0,0-3 0,-3 1-38,1 4 1,-4 2-1,1-1 1,2 0 67,1-2 0,2-1 0,-2 0-184,-9 0 0,-2 0 0,3 1 64,8 1 0,1 1 0,1-2-15,-15-2 0,1-2-45,16 2 0,0 1 0,-1 0 60,-7 0 0,-2-1 0,1 1 30,6 0 0,0 0 0,-1 1 30,-8-1 0,-2 0 0,1 0 65,4 0 1,1 0-1,0-1-35,-2 1 0,-1-1 0,1 1-90,-2 0 0,0 1 0,1-1 30,0 0 0,1 0 0,0 1 0,-2 1 0,0 0 0,0 0 0,1-1 0,1-1 0,0 0 120,-1 0 0,0 1 0,3-1 381,-5 1 0,2 0-321,1-4 0,4 0 691,1 0-781,-9 0 134,14 0-314,-15 0 373,10 8-913,7-6 0,7 5-179,12-14 809,5 5 0,-10-22 0,4 5 0</inkml:trace>
  <inkml:trace contextRef="#ctx0" brushRef="#br0" timeOffset="117582">10534 6279 6633,'0'-17'-539,"0"-17"449,0 5 0,5-14 90,-3 8 90,9-1 179,-4 1-179,11 8 0,1 1 0,5 9-180,-5-1 180,-1 8 0,-11 2-90,-2 8 0,-10 0 270,-2 8-90,-5 10 270,-1 17-315,7-6 0,0 3-46,-2 10 1,-2 4-243,2-4 1,0 3 0,0-1 182,1-3 0,1-1 0,-2 1 0,-2 7 0,0 2 0,1-3 0,6-10 0,1-2 0,-1 1-60,-1-1 0,0 1 0,1-2 30,3 11 0,0-1-59,-1-11 1,-2 2 0,2-1 103,0 7 0,0 2-45,0-6 0,-2 1 0,2-1 0,0 3 0,2 2-30,0-1 0,2 3 0,-2-4 30,0 1 0,0-1 30,0 0 0,2 4 0,-2-3 60,-1 1 0,0-2 45,2 8 0,2 0-45,-1-3 0,1-1-45,-1 0 0,0 0-45,3 4 0,-1 0-90,-1-7 0,-1 0 90,3 6 0,1 0 0,-1-6 0,0-1 45,1 3 0,-1 2 90,-3-1 0,0 0-135,1 0 0,-2 0 0,-2 4 0,0 0 45,2-7 0,1 1 0,0 5 0,1 0 89,4-7 1,2 0-45,-1 7 0,1 2-120,-2-16 0,0 0 0,0-1 75,3 13 0,-2 0-45,-3 2 0,0 0 0,0-2 0,-1-2 361,-4-2 0,-1 1-331,2-9 0,0 2 0,0-1 60,1 7 0,0 0-60,-3-7 0,0 2 0,1-2-30,2 7 0,-1 0-30,-1-7 0,-1 0 0,-1 0-195,-1 11 0,-1 0 285,2-10 0,1 1 0,0-1-60,-3 14 0,0 0-53,3-12 0,0 1 0,0-1 98,0 9 0,0 0 15,2-12 0,0 2 0,0-2-15,-2 10 0,1 0-158,4 0 0,0 0 23,-1 0 0,-1 0-45,3 0 0,0 1 270,3 3 0,0 0-45,-2-11 0,0 0-90,4 2 0,1-1 90,-3-7 0,2-2 0,3-1 0,1-1 0,1 7 0,0 1-56,5-4 0,0 0-34,-2 1 0,0-1 68,3 0 1,-1-1 66,-5 0 0,-1 1-45,1-4 0,-1 1-45,-5 6 0,-1 0-45,0-6 0,0-1-45,-2 8 0,-2-1 45,1 13-90,0-18 0,-1 0-180,-4 9 180,5 5 270,-6-16-90,0-1 90,0-9 90,5 1-270,-3 0 90,9-9-90,-10 15 269,10-20-179,-9 12 270,3-16-360,-5 0-90,0 0-90,0 7 90,0 3 0,0 0 90,0 6 0,0-14-629,0 13-361,0-13 990,0 14 0,-20 7 0,-9 3 0,-2 7 0,1 1 0</inkml:trace>
  <inkml:trace contextRef="#ctx0" brushRef="#br0" timeOffset="127316">23689 3528 8162,'-5'-10'1260,"3"-6"-451,-3 7-179,10-1-1,-3-6-179,9 14-90,-4-14 0,5 7-90,0-1 179,-5 2-89,-1 0-630,-6-2-449,-11 1 179,-9 1 180,-27 16 315,14-4 0,-3 1 315,-4 7 0,-2 2-150,8-3 0,-1 1 0,2 0-30,-5 2 0,3 1-225,-5 9 0,4 1-45,9-6 0,4 0 270,-4 18-180,13-13 0,6 1 0,25 12 315,-6-15 0,4 1-45,12 10 0,6 1-90,1-3 0,2 3 29,-11-4 1,1 3 0,-2 0-150,-2-4 0,-1 1 0,-3 1 210,-4 0 0,-3 2 0,-4-1 135,-3 12 0,-8 0-91,-6-3 1,-6-2-45,-9 3 0,-5-5-225,3-12 0,-4-3 270,-6-2 0,-3-7-225,-1-14 0,1-6-180,4-1 0,1-3-675,0-6 1,4-2-2423,5-8 3268,15 9 1,30 2-1,13 1 1,1 0 0,1 1-1</inkml:trace>
  <inkml:trace contextRef="#ctx0" brushRef="#br0" timeOffset="129799">24145 3933 12210,'23'-9'180,"14"-7"-495,-6 14 0,5 2-360,6-8 1,3 0 194,-10 7 0,1 1 1,-1-1-466,8-3 1,-3 1 944,-4 0 0,-12 6 0,-23 12 0,-23 5 0</inkml:trace>
  <inkml:trace contextRef="#ctx0" brushRef="#br0" timeOffset="130249">24034 4233 11670,'48'0'180,"-14"-4"0,4-2 0,0 1-360,11-1 0,1 0-499,-11 0 0,3-2 0,0 1 1,-5 2 678,4 3 0,-7 2 0,13 2 0,-56 16 0</inkml:trace>
  <inkml:trace contextRef="#ctx0" brushRef="#br0" timeOffset="133997">25375 3739 6993,'-13'10'360,"2"-2"90,6-8-91,-2 0 91,0 0-180,-4 0 0,9-8 180,-3-9 89,16-11-89,3 1 0,16-7-91,1 7-179,-8 9 0,2 1-45,3-1 0,0 0 0,-2 0 0,0 1 0,3 6 0,1 3 90,0-2 0,0 4-135,17 6-46,-16 0 1,-3 0 135,4 0-180,-7 8 0,-13 2 0,-7 7 270,-5-7 180,0-2-270,0-8-1799,0 0 809,-5 0 540,4 0 450,-5 0 90,6 0 630,0 0-990,0-8 90,0 6 0,0-6 90,0 8 1079,0 0-1169,0-8-90,0 6-180,0-5 90,0 7 90,-5 0 0,3-8-359,-9 6-91,-1 2 450,-18 10 90,4 4 0,-3 5-135,-6 1 0,-5 5-135,6-3 0,-5 5 0,-2 2 1,0-1-1,4-1 247,5-2 1,3-2-1,-1 0 1,-2 2-18,-5 3 1,-5 2 0,-1 0 0,3-1 0,5-3 129,5-1 0,4-2 0,0 0 89,-4 3 1,-1 0 0,4-2-270,4-3 0,3-1 180,-2 3 0,4-4 180,13-12 899,16-7 181,14 0-165,13 0-870,-3-2 0,6-3-293,-2-4 1,5-2-1,1 0 1,-2 0-293,5 3 0,-1 0 0,2-1 29,-3-2 0,3-3 0,-2 1 0,-5 2-119,8 1 1,-9 2-2918,2-1 77,-19 9 1671,-19 17 1529,-5-5 0,-5 11 0,-2-13 0</inkml:trace>
  <inkml:trace contextRef="#ctx0" brushRef="#br0" timeOffset="134573">25622 3634 7263,'-7'-28'3058,"1"3"-2608,6 23 90,6 4-1,0 39-299,-3 2 0,0 10 0,-2 0-83,0-16 0,-1-1 1,-1 1-1,1 4-139,0 6 0,0 5 0,0 1 0,0-2 0,-1-5 42,0-1 0,-1-5 0,0 0-30,0 2 0,0-1 0,0-10-390,1-12-449,-5-3-2468,6-32 1157,0 12 2120,0-11 0,6-1 0,1-4 0</inkml:trace>
  <inkml:trace contextRef="#ctx0" brushRef="#br0" timeOffset="135331">25978 4269 8432,'0'-20'990,"0"4"-451,0 16 1080,0 0-809,0 24-180,6 21-181,2 2 1,1 2-315,-4-16 0,0-3 1394,11 3-1709,-10-72 270,-7-5 0,3-8 135,4 16 0,3-3 0,1 1 0,-2 4-136,-3-7 1,2 3-1183,11 0 1,6-2 0,-4 16-372,-6 23 654,17-5 1,3 4-2159,-4 10 1329,1-4 1,-1 1 1625,-3 5 0,-5 6 0,-22-6 1</inkml:trace>
  <inkml:trace contextRef="#ctx0" brushRef="#br0" timeOffset="135999">26532 3704 7533,'7'-10'2698,"4"-21"-1439,1 2-854,-2 6 0,5 1-16,14 0 1,9 2 0,-3 3-615,-5 4 1,1 2 194,5-1 0,3 0 0,-10 13-15,-19 24 0,-7 7 45,5-3 45,-22 15 0,-10 0 944,-5-5-150,12-10 1,-1 4 0,4-3-481,-1 16-449,17-11 1,10-6-676,13-21 0,6-6-629,3 3 0,2-2 1394,-1-3 0,-2 0 0,10 8 0,-14 1 0</inkml:trace>
  <inkml:trace contextRef="#ctx0" brushRef="#br0" timeOffset="142116">11272 5256 7533,'-31'-37'179,"13"12"1,0 1-180,-13-5 270,5-7-450,3 11 180,16 7 0,2 1 90,15 7 180,32 2-135,-6 11 0,8 2-68,-9-3 1,3 1-1,3-1 1,2 1-493,2 0 0,3 0 0,1 1 0,2 0 0,1-1 412,-8 0 0,2 0 0,0 0 0,2-1 0,0 1 0,0-1 1,1 0-270,-1 0 1,1-1-1,0 1 1,0-1 0,1 0-1,1 0 1,-1 0 0,1 0 291,-3 0 0,-1 0 0,1 0 0,1 0 0,-1 0 0,1 0 0,0 0 0,0-1 0,0 1-181,-4-2 1,0 1 0,1-1-1,-1 0 1,1 0 0,-1 0 0,1 0-1,0 0 1,0 0 0,0 1 170,1-1 0,0 1 0,0 0 0,0 0 0,1 0 0,-1 0 0,1 0 0,-1-1 0,1 1 0,0 0-117,1-1 0,1 1 0,0-1 0,-1 0 0,1 0 0,0 0 0,0 0 0,0 0 1,0 0-1,0 1 117,-1 0 0,0 0 0,0-1 0,0 1 0,0 1 0,0-1 0,0 0 0,0 0 0,-1 0 0,1 0 18,-1 0 0,0 0 0,-1 0 0,1 0 0,0 0 0,-1 0 0,1 0 0,-1 0 0,0 0 0,0 0-34,2 0 1,1 0 0,0 0-1,-1 0 1,0-1 0,0 1 0,0 0-1,-1 1 1,0-1 60,3 1 0,-1 0 0,1 0 0,-2 0 0,1 0 0,-1 0 0,-1 0 0,-1 0 44,2-1 1,0 1 0,-1-1 0,0 0-1,-2 0 1,0 0 0,-2 1-90,9 0 0,-1 0 0,-2 1 0,-3 0 0,-3 0 456,8 0 0,-5 0 0,-5 1-726,-2 1 0,-10 2 1417,-13 4-2316,-11 6 2030,-6-6-861,0-1 0,5-16 0,2-13 0</inkml:trace>
  <inkml:trace contextRef="#ctx0" brushRef="#br0" timeOffset="142499">16822 4957 7533,'-5'-34'449,"3"5"-628,8 1 179,13 13-90,24 23 179,-11-1 1,3 3 60,-5 3 0,1 2 0,1 0-227,3 0 1,1 0-1,-1 2 107,0 5 0,-1 2 0,-3-1-30,7 3 0,-8 3 0,-15 1 0,-10 1 180,-11-4 0,-9-2-225,-20 7 0,-8-3-165,16-10 0,-1-1 0,-1 0-330,-11 3 1,-3 0-1,5-2 540,7-2 0,0-5 0,-15-7 0,2-10 0,21-9 0,0-1 0</inkml:trace>
  <inkml:trace contextRef="#ctx0" brushRef="#br0" timeOffset="143365">11678 4851 8342,'13'-18'-539,"-1"8"449,6-5 269,-4 13 361,4-14-270,-12 14-450,0-6-180,-34 16 405,0 0 0,-5 2 75,-4 0 0,-5 2 0,-2 1-213,3 0 1,-3 3 0,0-1 0,-1 2 254,7-4 0,-1 2 0,0-1 0,0 1 0,0 0-117,-8 4 0,1 1 0,1 1 0,2 0-85,0 2 1,3 1-1,5-1-230,-5 3 0,15 1-89,36 16-136,18-19 0,9-5-180,7-3 1,2-2 474,-3 4 1,1-3-1,-1-12 1,-2-4-1,-13 0 1,-1 0-1</inkml:trace>
  <inkml:trace contextRef="#ctx0" brushRef="#br0" timeOffset="145564">13636 4004 7443,'-25'0'270,"0"0"-1,0 0-89,0-16 90,7 5 360,0-7 359,0-6-449,10 13-90,3-23-630,25 11 0,10 3 180,-4 7 0,4 3 30,2-2 0,4 0 0,-1 4 150,9 10 0,-1 4 179,1-5 1,-7 8-495,-16 31 0,-13 8-45,-12-15 1,-8 1 66,-1-3 1,-5 5-1,-3-1 1,-2-2 359,-2-4 0,-4-3 1,-1 0-1,3-1-127,-1 3 0,2 0 0,0 0-30,-2 0 0,1 0 0,7 0 225,6 12 0,8-3-46,6-2 1,29-3 0,11-9-495,-12-23 0,4-6-868,9 8 1,6 1 0,-7-2-547,-12-5 1,-3 0 1047,14 1 0,-11 6 0,-31 13 1,0 3-1</inkml:trace>
  <inkml:trace contextRef="#ctx0" brushRef="#br0" timeOffset="146026">14128 4322 7892,'-14'0'1620,"-8"15"-1351,19 13 361,-8 9 2338,17-2-2428,2-59 0,1-13-360,7 10-315,-5-10 0,1-16 0,1 0 0,1 12-90,1 13 0,6 7 225,15-3 0,11 3 0,-5 9 0,-6 13 0,0 10 0,4 8 0,1 0 0,-1 0 0</inkml:trace>
  <inkml:trace contextRef="#ctx0" brushRef="#br0" timeOffset="189066">10928 6279 7982,'-14'-9'1620,"-3"1"-991,16 8-449,-4 0 180,27 8-990,11 17-225,-8-7 1,0 1 44,-2 0 1,-2 0 809,9 14 0,-23-15 0,-8-1 0</inkml:trace>
  <inkml:trace contextRef="#ctx0" brushRef="#br0" timeOffset="189251">10965 6456 7533,'-32'0'3276,"13"-16"-796,30-27-2930,15 8 1,8-2 449,-7 9 0,1 0 0,2 1 0,1 0 0,1 1 0,0 1 0,-5 5 0,1-1 0,0 1 0</inkml:trace>
  <inkml:trace contextRef="#ctx0" brushRef="#br0" timeOffset="189800">11715 6085 8522,'-13'0'1979,"18"16"-2609,21 4-360,3 8 1,2 2 989,-9-13 0,-1 0 0,6 15 0,-2 0 0,0 6 0</inkml:trace>
  <inkml:trace contextRef="#ctx0" brushRef="#br0" timeOffset="189981">11801 6385 8342,'-3'-31'1092,"0"0"0,15-11 0,9-1-895,-3 13 1,4-1-1,2 2-282,7-1 0,4 1 0,0 4 0,-4 4 0,1 3 0,0 4 0,9 7 1,1 0-1</inkml:trace>
  <inkml:trace contextRef="#ctx0" brushRef="#br0" timeOffset="190398">13155 7338 7533,'2'29'599,"0"1"1,4 1 0,2 2-1050,3 3 0,2 3 0,0-2 338,4 6 1,-1 0 0,-8-7 0,-2 2 0,-1-2 0,-3 4 0,0 0 0</inkml:trace>
  <inkml:trace contextRef="#ctx0" brushRef="#br0" timeOffset="190549">13242 7902 7533,'-11'-35'359,"4"11"1,0-3 584,-2-7 1,4-3-540,9-7 0,8-2-405,1 13 0,4 0 0,4 1-570,9-2 0,5 1 1,-1 4 569,2 3 0,3 3 0,-6 6 0,3 0 0,-2 4 0,-2 8 0,0 0 0</inkml:trace>
  <inkml:trace contextRef="#ctx0" brushRef="#br0" timeOffset="191139">15235 8943 7533,'-26'-29'1169,"20"5"-1709,19 40 45,7 0 1,2 3 494,-3 2 0,-4 5 0,-1 10 0,-2 8 0,-2-1 0,-4 1 0,0 0 0,0 0 0</inkml:trace>
  <inkml:trace contextRef="#ctx0" brushRef="#br0" timeOffset="191280">15247 9172 8882,'10'-44'188,"-1"0"0,14 8 0,7 0 0,2 4 0,-6 10 0,1 2 0,2 1 0,12-2 1,-1-1-1,1 1 0</inkml:trace>
  <inkml:trace contextRef="#ctx0" brushRef="#br0" timeOffset="191781">12478 9490 7533,'26'35'-288,"-1"0"0,0 1 0,1-1 0,-10-6 1,1 1 287,7 0 0,7 8 0,2 1 0,-4-1 0,-10-5 0,-11 3 0,-6-1 0,-1 5 0,0 0 0</inkml:trace>
  <inkml:trace contextRef="#ctx0" brushRef="#br0" timeOffset="192014">12589 9984 7533,'16'-37'83,"1"1"0,0-1 0,0 1 0,-1-1 0,-2-1 0,-3 1 0,1 0 0,4 0 0,11-3 0,1-1 0,0 0 0,0 1 0</inkml:trace>
  <inkml:trace contextRef="#ctx0" brushRef="#br0" timeOffset="192344">11678 7990 7533,'32'33'0,"0"-1"0,-1 0 0,1 1 0,0-1 0,0 0 0,-1 4 0,-1-1 0,1 0 0,0 1 0,0-1 0</inkml:trace>
  <inkml:trace contextRef="#ctx0" brushRef="#br0" timeOffset="192539">11740 8396 7533,'-12'-35'204,"-1"0"1,28 6 0,14-3 0,8-1-1,-1 0 1,-7 1 0,-5-12 0,-4 1 0,8 0-1,7 15 1,1 0 0,0-1 0,-1 1 0,1-1-1,-1 1 1</inkml:trace>
  <inkml:trace contextRef="#ctx0" brushRef="#br0" timeOffset="193182">16441 6279 8792,'27'18'134,"0"0"1,-2 14 0,-2 9 0,-2 1 0,-3-2 0,-3 1 0,-1 2 0,-8-2 0,1 1 0,0 0 0,0-1 0</inkml:trace>
  <inkml:trace contextRef="#ctx0" brushRef="#br0" timeOffset="193375">16576 6668 7533,'22'-37'204,"0"0"1,-1 0 0,1 0 0,0 0-1,-1 0 1,1 0 0,0-8 0,-3 1 0,1 3-1,7 4 1,9 13 0,-1 0 0,1-1 0,0 1-1,0 0 1</inkml:trace>
  <inkml:trace contextRef="#ctx0" brushRef="#br0" timeOffset="193911">15013 10336 8792,'37'33'-99,"-1"-1"1,-14-8 0,-1 2 0,2 1 0,6 5 0,1 1 0,-2 1 0,-9-2 0,0-1 0,1 1 0</inkml:trace>
  <inkml:trace contextRef="#ctx0" brushRef="#br0" timeOffset="194120">14976 10707 7533,'25'-36'54,"-1"1"1,1-1 0,-1 0 0,0 1 0,1-1 0,0-8 0,-3 4 0,6-1 0,-3 11 0,5-1 0,2-1 0,0 1 0,-1 2 0,-4 3 0,0-1 0,0 0 0,1-1 0</inkml:trace>
  <inkml:trace contextRef="#ctx0" brushRef="#br0" timeOffset="194648">13709 10319 9871,'29'40'-116,"-1"0"0,1 0 1,-1 0-1,0 0 1,-11-9-1,-4-2 0,4 3 1,9 4-1,-1 1 1,1 0-1,0-1 0,0 1 1,0-1-1</inkml:trace>
  <inkml:trace contextRef="#ctx0" brushRef="#br0" timeOffset="194815">13795 10707 8612,'38'-18'-6,"-11"-1"1,5-9 0,4-5-1,-1 0 1,-3 3 0,-4 2 0,-2 2-1,1-1 1,3-4 0,1 0 0,0-1-1,0 0 1,0 1 0,1-1 0,-1 1-1,0-1 1</inkml:trace>
  <inkml:trace contextRef="#ctx0" brushRef="#br0" timeOffset="195477">11543 11412 7533,'-19'-9'1529,"2"9"-1529,22 21 0,16 17 0,4 6 0,-7-4 0,-8 7 0,-1 4 0,8-9 0,-1 0 0,1-1 0,0 1 0,-1 0 0</inkml:trace>
  <inkml:trace contextRef="#ctx0" brushRef="#br0" timeOffset="195614">11630 11889 6633,'6'-49'192,"0"0"1,1 0 0,-1 0-1,6 6 1,2 2 0,3 1 0,4 1-1,2 4 1,4 0 0,2 1 0,1 1-1,1 3 1,7 3 0,0-1 0,0 1-1,0 0 1</inkml:trace>
  <inkml:trace contextRef="#ctx0" brushRef="#br0" timeOffset="196360">16195 8978 8702,'-14'-10'360,"8"3"-450,41 14 90,-4 14 0,6 10 0,-4-2 0,-2-5 0,-2 3 0,3 9 0,-1 0 0,1 0 0</inkml:trace>
  <inkml:trace contextRef="#ctx0" brushRef="#br0" timeOffset="196564">16305 9313 7533,'9'-37'234,"0"0"0,0 0 0,8-1 0,5 1 0,3 0 0,1 1 0,3-2 0,2 1 0,1 3 0,-1 7 0,0 0 0,0 0 0,0 0 0</inkml:trace>
  <inkml:trace contextRef="#ctx0" brushRef="#br0" timeOffset="197149">16945 10654 7533,'18'26'297,"0"1"1,3-1 0,2 3 0,-1 0 0,-5 1 0,-1 0 0,2 2 0,5 9-1,0 1 1,0-1 0</inkml:trace>
  <inkml:trace contextRef="#ctx0" brushRef="#br0" timeOffset="197314">16970 11024 7533,'-7'-37'1394,"11"0"0,9-6-1394,3 9 0,7-3 0,2-1 0,-2 0 0,0-2 0,-1-1 0,0 0 0,3-2 0,-1 6 0,0 0 0,0-1 0,0 1 0,0 0 0,0 0 0</inkml:trace>
  <inkml:trace contextRef="#ctx0" brushRef="#br0" timeOffset="197864">14374 9402 8162,'30'16'-70,"0"0"0,0 1 0,8-1 0,3 1 0,-6-2 0,0-1 0,-1 1 1,1 0-1</inkml:trace>
  <inkml:trace contextRef="#ctx0" brushRef="#br0" timeOffset="198044">14423 9701 8612,'25'-34'-86,"1"-1"1,-1 1 0,0-1 0,0 1 0,5-6-1,-2 3 1,3-4 0,-7 8 0,4-3 0,0-2-1,1 0 1,0 0 0,-2 2 0,1 0 0,-1 0 0,0 1-1,1-1 1,-1 0 0</inkml:trace>
  <inkml:trace contextRef="#ctx0" brushRef="#br0" timeOffset="213432">22360 5715 7533,'14'0'2248,"2"-8"-539,-9-9-1169,6-3 450,5-13-990,-5 21-90,0-4 270,-8 16-540,-38 8 360,25 2-90,-20 0 0,-13 2 0,6-1 270,-5 11-46,9-8 1,-7 2 0,-2 1 0,7 0 0,-2 7 0,4 1-165,2-5 0,-1 1 0,11 1 210,16 4 0,10-1 0,15-2 0,8-3-135,13-3 0,3 3-68,-14 4 1,2 6-1,-2 1 1,-4-2 561,6 8 1,-8 2-90,-6 8 0,-6 6 0,-15-9 899,-29-11 0,-14-8-840,13-5 1,-2-3 0,-1-5-2149,-12-9 1,3-6-1,12 4 1,10-4 1257,21-4 1,47-1 0,-15 3 0,1 0 0</inkml:trace>
  <inkml:trace contextRef="#ctx0" brushRef="#br0" timeOffset="215534">22287 5715 7533,'0'-27'2158,"-11"9"-1798,-9 26-630,-2 10 1,-4 7 209,3 3 0,-2 5 0,0 2-223,0-3 1,0 2 0,0 0 0,0 1 462,0 2 0,1 1 0,1-1 0,5-4 629,-4 15 1,15-19-523,21-42 1,14-23 0,8-13 0,0 1 0,-5 9-535,-4 11 0,-2 4 1,2-6 231,1-8 0,6-12 0,1-4 0,-3 5 0,-8 15 0,-11 22-333,-16 30 0,-12 24 0,-7 12 0,1 3 1,5-9 167,5-4 0,2-2 0,4-2 0,4-7 1818,10-5 0,2 1-2211,-10 14 0,-5 16 0,-1 1 1,4-11-1,9-27 573,15-41 0,9-29 0,0-1 0,-9 30 0,-16 47 0,-10 28 0,0 5 0,10-22 0,38-23 0</inkml:trace>
  <inkml:trace contextRef="#ctx0" brushRef="#br0" timeOffset="217284">22151 6473 7533,'-5'28'1709,"3"-10"-1170,-3-11 2250,-6-7-2160,8-7-149,2-20 0,3-12 0,3 1-211,6-5 1,4-3-203,-7 10 0,0-4 0,0-4 0,1-1 0,1 1 149,4-3 0,1 0 0,1-1 0,0 1 0,0 1-342,-2 2 0,1 1 0,-1 0 0,0 2 0,1 0-122,3-6 1,1 0 0,0 3 0,0 6 112,11-11 0,-1 19 405,-3 30-360,3 16 239,-14 8 1,-2 10 0,0 6-195,-2-4 0,1 5 0,0 3 0,-1 3 0,1-1 1,-2-1-173,0-4 1,0 1-1,-1 0 1,0 0 0,0 0-1,0-1 217,1 2 0,0 2 0,0-1 0,-1 0 0,-1-4 0,-3-3-150,1 11 0,-3-5 0,-6-14-479,-9-17-1620,4 3-1028,-3-15 2882,11 0 0,16-31 0,4-8 0</inkml:trace>
  <inkml:trace contextRef="#ctx0" brushRef="#br0" timeOffset="217910">22249 6138 7982,'-20'-9'2699,"-2"-7"-360,15-2-1710,6 6-89,13-3-121,14 11 1,11 6 0,3 0-1240,-4-2 1,3 1 0,1-1 0,-1-1 773,2-2 0,0-2 1,-1 1-1,-2 0 1,5 4-1,-3 0 0,-9-4 1,-7-11-1</inkml:trace>
  <inkml:trace contextRef="#ctx0" brushRef="#br0" timeOffset="218993">21954 6897 10411,'9'-10'1619,"18"2"-1230,8 6 1,11 3 0,0 0-270,-10-1 0,0 0 0,6 0-337,-3 0 0,7 1 0,4-1 0,0 0 0,-2 0 1,-4-1 283,3 0 0,-4-1 1,-1 0-1,2-1-182,8 0 1,2 0 0,-2 0-1,-10 3 115,-2 0 0,-14 5 0,-25 15 0,-19 3 0,-1-1 0</inkml:trace>
  <inkml:trace contextRef="#ctx0" brushRef="#br0" timeOffset="220486">22631 7214 7533,'0'-9'3276,"0"-7"0,0 14-2363,0-6-1632,-33-8 629,20 5-730,-18 6 1,-16 5 0,-2 1 0,10 1-375,-10 2 1122,9 5 0,-14 6 0,-3 3 0,11 4 0,21 2 611,28 5 1,16 4 0,3 1-203,-5-2 0,1 3 1,3-1-1,3 0-445,1-4 0,5-1 0,1 0 0,0-1 0,-2 1 512,7 5 1,2-1 0,-8 0 0,-17 0-158,-22-1 1,-14 0-1,-9-2 1,-1-4-833,-5-4 0,-6-5 1,-1-3-1,0-2 585,2-3 0,-1-1 0,1-3 0,5 0 0,-18-5 0,19 6 0,35 15 0</inkml:trace>
  <inkml:trace contextRef="#ctx0" brushRef="#br0" timeOffset="223452">23689 6544 7533,'-12'10'719,"0"-2"-269,-1-8 539,2 0-179,4 0 1709,-4-8-2340,9-2 1620,2 0-1799,33 3 0,25 5 0,0 3 0,-14 3 0,-1 2 0,0 0 0,8-3 0,1 0 0,-7 3 0,-15 7 0,0-1 0</inkml:trace>
  <inkml:trace contextRef="#ctx0" brushRef="#br0" timeOffset="224183">23628 6826 7533,'-30'0'3276,"15"0"-1638,51 0 0,26 0-1304,-23 2 1,1 1-1,3 0-550,-5-1 0,4 1 0,1-1 1,-1 0-1,-4-1-877,6-2 1,-4-2 0,-3 1 848,2 2 0,-10-4 0,-18-14 0,-11 11 0</inkml:trace>
  <inkml:trace contextRef="#ctx0" brushRef="#br0" timeOffset="225519">25375 5874 7443,'0'-18'3238,"0"-7"-3058,0 13 269,0 33 1,0 13-450,0-1-240,0 8 0,0 12 1,0-2-91,0-8 0,0 0 0,0-2 150,0 0 0,0-2 1,0-1-1261,0 14 1,0-12 1439,0-26 0,11-40 0,3-1 0</inkml:trace>
  <inkml:trace contextRef="#ctx0" brushRef="#br0" timeOffset="225949">25720 5821 10591,'0'48'-648,"0"0"0,0 0 1,0 0-1,0-3 1,0 0 647,1 4 0,0 10 0,0-5 0,-4-20 0,-2-22 0,-2-26 0</inkml:trace>
  <inkml:trace contextRef="#ctx0" brushRef="#br0" timeOffset="226531">25055 5874 7713,'-12'-36'2878,"11"17"-1844,19 2 1,14 3-811,0 5 1,8 3 0,6 2 0,2-1 0,1 0 0,-4-2-240,-3-1 0,-1-1 0,1-1 0,-1 0 0,1 1 0,2 0 143,-1 3 1,2 0-1,1 1 1,0 1-1,-1-1 1,-2-1 0,-4-1-242,11-4 1,-3 0-1,-5-2 1,-8 1-1527,-6-2 1,-6 1-1639,8-9 0,-19-1 3132,-11 23 1,-16 15 0,-4 5 0</inkml:trace>
  <inkml:trace contextRef="#ctx0" brushRef="#br0" timeOffset="227625">25055 6879 11580,'32'-4'742,"-1"0"0,0 1 0,3 0 1,7 0-718,-6-1 1,7 1 0,4-1-1,1 0 1,1 0 0,-3 0 0,-4 1-364,9 0 1,-4 0 0,0 0-1,2 0-7,-3 1 0,3-2 1,2 1-1,-1 0 0,-6 1 1,-8 1 344,3 2 0,-10-2 0,-4-15 0,-13-4 0</inkml:trace>
  <inkml:trace contextRef="#ctx0" brushRef="#br0" timeOffset="228665">25658 7250 10681,'7'-20'1169,"-7"4"-2262,-21 33 1,-15 20 0,4-4 861,-6-4 478,15-9 0,-6 7 1,-6 5-1,-2 3 1,-2 1-1,3-2 1,3-4-1,5-7 292,-1 0 1,5-6 0,-4 4-1196,-3 6 1,-7 7-1,1 0 1,3-4 0,9-10-649,0-6 2863,47-26 0,22-8-1361,-7 11 0,8 2 0,5 0 0,0 1 0,-5-2-626,-1-2 1,-4 0 0,1 0 0,2 1-95,3 1 0,4 0 0,0 1 1,-4 1-1,-9 1 772,3 0 0,-20 3-3527,-25 2 3106,3 7 1,-14-12 0,2 3 0</inkml:trace>
  <inkml:trace contextRef="#ctx0" brushRef="#br0" timeOffset="229080">25720 7214 7533,'-16'20'1092,"0"0"0,5 22 0,3 12-1190,2-13 1,1 7-1,0 3 1,1 1-1,2-3 52,3-8 1,2 0-1,1-1 1,0 0-1,-2-1 1,-3 10-1,-1 1 1,0-3-1,5-10 1,9-12-1,0 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16:27:30.54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21278 9525 8162,'-6'-20'3276,"-1"-3"-2324,1 21-502,0 10-1,12 35-89,-5-2 0,-1 6-510,2 0 0,0 3 0,-1 2-74,-1-11 1,-2 0 0,1 0 0,-1 1 268,0 0 0,1 2 0,-1-2 0,0-2 15,-2 2 0,0-3 0,0-4-60,0-2 0,1-5-540,-3-5-539,6-23-1710,0-8 631,0-2 2158,6 1 0,6 1 0,7 8 0</inkml:trace>
  <inkml:trace contextRef="#ctx0" brushRef="#br0" timeOffset="397">21954 9578 7533,'-11'-43'3058,"-2"13"-1709,-1 5-1079,-2 41 45,11 6 0,3 9-166,-2 9 1,-1 8 0,1 1-472,2-9 1,0 1 0,1 1 0,-1 1 253,1 6 1,-1 1-1,0 0 1,2-3-131,1 4 0,1-4 0,0-2-312,0-8 0,1-1 1,-1-7-840,5 9 1349,-1-15 0,-23-62 0,7 14 0,0 1 0</inkml:trace>
  <inkml:trace contextRef="#ctx0" brushRef="#br0" timeOffset="798">21080 9631 7533,'-26'-8'599,"1"0"1,-2 3 0,0-2 614,-2-9 0,1-1 225,-13-3-449,45-13-496,16 22 1,8 3-285,3-1 0,5 0 0,2 1-327,7-1 0,3 0 0,4 2-117,-6 2 0,3 1 0,3 1 0,0-1 0,-3 0-218,-4-1 1,-2 0 0,1-1 0,-1 1 0,2 1 73,4 0 0,2 1 0,0 0 1,-1 2-1,-2 2 378,-4 1 0,-1 2 0,-1 1 0,-3 1 0,-2 0 0,2 3 0,-5 1 0,0 3 0,1 7 0,-1 0 0,0 0 0</inkml:trace>
  <inkml:trace contextRef="#ctx0" brushRef="#br0" timeOffset="1415">22779 9931 9691,'12'-20'3149,"0"-3"-2835,11 16 1,5 4-765,-2-2 1,2 0 89,5 0 0,2-1 0,0 1-674,10 0 0,-1 1-46,-5-2 1,-2 2 1079,10 4 0,-51 25 0,-18 12 0</inkml:trace>
  <inkml:trace contextRef="#ctx0" brushRef="#br0" timeOffset="1682">22741 10231 8432,'-20'19'3276,"26"-3"-2486,14-17 1,9-6-1061,13 2 1,4 0-541,-8 2 1,2 0-1,-1-1 810,-2-1 0,-1-1 0,-1 2 0,10 3 0,-3 0 0,-13-3 0,0 0 0</inkml:trace>
  <inkml:trace contextRef="#ctx0" brushRef="#br0" timeOffset="3899">25055 9296 7533,'20'-16'3276,"-8"4"-2415,-6-5-231,-6 1-180,0 6-270,0 0-180,0 3-450,-11 14 0,-9 19 45,3-9 1,-3 3 359,-4 13 0,-1 3 0,-2-5 0,-2 2 135,-1 0 0,-2 3 0,-1-3-175,5-6 0,0-3 0,-2 2 444,-6 5 1,-1 2 0,1-3-135,-6-2 0,3-1-180,12 0 0,4-3-45,-6-5 90,23-3 810,28-24 89,0-2 0,13 1 1,6 1-855,-6 2 0,2 2-405,8-1 0,3 2 0,-9 3 0,1 0 0,-2 0-1169,4-3 0,-1-2 346,-4 2 1,2 1 0,-3-3 916,-4-2 1,-5-3 0,4-16 0,-28-1 0</inkml:trace>
  <inkml:trace contextRef="#ctx0" brushRef="#br0" timeOffset="4182">25129 9366 7533,'-11'-35'3276,"-2"15"0,-1 13-2775,7 25 1,3 13-142,3 7 0,2 6-270,0 0 0,1 4 0,1 1-375,-1-9 1,0 0 0,1 1-1,2-1-367,1-1 0,1 0 0,1-1 0,1-1-441,2 4 1,2-2 0,1-4-547,5 3 1,0-7 1635,6-6 0,-15-17 0,-10-8 0</inkml:trace>
  <inkml:trace contextRef="#ctx0" brushRef="#br0" timeOffset="5165">25757 10072 8162,'-19'0'1709,"7"-24"-1574,10 0 0,4-5 45,5-16 0,3-8-548,-5 19 0,0-4 0,0 0 0,1-1 525,1-2 0,0-2 1,1 0-1,-1 0 113,0-3 0,-1-2 0,0 1 0,0 2-113,1 5 0,1 1 1,0 2-1,0 0 20,1-8 0,1 1 1,2 4-178,9-3 0,0 5-135,-7 10 0,0 3 14,14-8 31,-15 23 360,-6 2 809,9 40-269,-8 15-630,1-16 0,-1 2-1,-1 12 1,-1 2-360,1-10 0,1 1 1,0 1 186,-1 5 0,-1 2 0,2 1-165,0-6 1,1 2-1,0 0 1,0-3-113,2 4 0,0-1 0,-1-3 76,2 11 1,2-6-482,1-12 1,-1-7-496,-6-6 271,3-5-630,-11-22 1529,0 5 0,-22 2 0,-6 9 0</inkml:trace>
  <inkml:trace contextRef="#ctx0" brushRef="#br0" timeOffset="5449">25831 9737 7533,'-27'-8'1638,"1"0"0,2-4-38,41-5 0,14 1-1780,8 8 0,5 4-870,-4-2 1,3 1 0,-2 0 721,5 4 0,-1 2 1,3 3-1,-3 0 1,-17 1-1,0 0 1</inkml:trace>
  <inkml:trace contextRef="#ctx0" brushRef="#br0" timeOffset="6550">24760 10336 7533,'-29'0'539,"1"0"1,-15 0-270,25-7 180,13-3 269,5-8 810,0 0-449,5 9-91,29-7-270,4 17 1,9 4-473,-6-4 1,5-1-1,3 1 1,3-1-566,-13 0 0,2 1 0,2 0 0,1 0 0,0 0 1,2-2-1,-1 0 273,-2-2 0,1 0 0,1-1 0,0 0 0,0-1 0,0 0 0,0 0 0,-1 0-20,4 1 1,1 0 0,0-1 0,-1 1 0,0-1-1,-3 0 1,0-1-176,5-2 1,-1-2 0,-2 0 0,-3 1 0,-3 3 59,3 1 0,-4 2 1,-5 3-181,12 10-270,-29 0 270,-12-2-1259,-17-8 1709,3 0-90,-10-8 0,0 6 0,-1-6 0</inkml:trace>
  <inkml:trace contextRef="#ctx0" brushRef="#br0" timeOffset="7432">25941 10707 10411,'0'-20'1439,"0"5"-1079,-5 15-270,-8 0-360,-17-8 270,3 6 0,-6 2-225,-11-5 0,-4 2 79,9 6 1,-1 3 0,0 1 175,-1 0 0,1 2 0,2 2-30,4 2 0,3 2 0,3 2 0,-1 4 0,8 3 135,14 5 0,9 1 225,13-2 0,7-1 134,4 7 1,5 2 44,-1-3 1,3 2 0,0-1-590,-4 0 0,-1-1 0,0 2 80,0 3 0,0 1 0,-4 0 60,-6-7 0,-2 0 0,-7 0-59,-12 10 0,-11-6-31,-3-13 0,-7-7 45,-12 1 0,-7-10-435,-2-17 0,-4-9 1,2-1-704,11 6 1,1 0 0,0-1 1059,-10-5 0,-1 0 0,5 7 0,11 9 0,6 8 0,-5 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2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7E6176-0D90-2287-8E00-6F72235E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188" y="1153188"/>
            <a:ext cx="4551624" cy="455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37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B09E-1C22-C87E-6829-30BDA52C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6A508-1A9F-EC8E-1152-3F3324C3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BBBE1-D929-990F-C4EB-63687C6EEE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8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Bayesian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Recall the product rule </a:t>
            </a:r>
            <a:r>
              <a:rPr lang="en-US" sz="2400" i="1" dirty="0">
                <a:solidFill>
                  <a:schemeClr val="tx2"/>
                </a:solidFill>
              </a:rPr>
              <a:t>P(X,Y) = P(X|Y)P(Y)</a:t>
            </a:r>
          </a:p>
          <a:p>
            <a:pPr algn="ctr"/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is this useful and desirable?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B40D-CE7B-3379-4273-D43F82E8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CF64-B414-5D22-CA51-E203E72F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Bayesian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3910E-3999-0734-B8E1-8CCE1968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Recall some basic notions from our revision of probability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Sum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Product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Bayes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Conditional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can we do with these concepts?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8DF39-D9B8-4C8C-3458-071CD4CE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A8F75E-1D24-4BD8-9F31-59B1DB065A72}"/>
                  </a:ext>
                </a:extLst>
              </p14:cNvPr>
              <p14:cNvContentPartPr/>
              <p14:nvPr/>
            </p14:nvContentPartPr>
            <p14:xfrm>
              <a:off x="3395520" y="1676520"/>
              <a:ext cx="8426160" cy="3365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A8F75E-1D24-4BD8-9F31-59B1DB065A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9320" y="1660320"/>
                <a:ext cx="8458560" cy="339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32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25AD-8E7D-7795-9326-9BF8233C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C77DD-0B6E-DFA5-E269-268F38A74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In biology, Function </a:t>
            </a:r>
            <a:r>
              <a:rPr lang="en-US" sz="2400" i="1" dirty="0">
                <a:solidFill>
                  <a:schemeClr val="tx2"/>
                </a:solidFill>
              </a:rPr>
              <a:t>F </a:t>
            </a:r>
            <a:r>
              <a:rPr lang="en-US" sz="2400" dirty="0">
                <a:solidFill>
                  <a:schemeClr val="tx2"/>
                </a:solidFill>
              </a:rPr>
              <a:t>is controlled by</a:t>
            </a:r>
            <a:r>
              <a:rPr lang="en-US" sz="2400" i="1" dirty="0">
                <a:solidFill>
                  <a:schemeClr val="tx2"/>
                </a:solidFill>
              </a:rPr>
              <a:t>:</a:t>
            </a:r>
          </a:p>
          <a:p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Genes </a:t>
            </a:r>
            <a:r>
              <a:rPr lang="en-US" sz="2400" i="1" dirty="0">
                <a:solidFill>
                  <a:schemeClr val="tx2"/>
                </a:solidFill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RNA </a:t>
            </a:r>
            <a:r>
              <a:rPr lang="en-US" sz="2400" i="1" dirty="0">
                <a:solidFill>
                  <a:schemeClr val="tx2"/>
                </a:solidFill>
              </a:rPr>
              <a:t>R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Proteins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Ligands </a:t>
            </a:r>
            <a:r>
              <a:rPr lang="en-US" sz="2400" i="1" dirty="0">
                <a:solidFill>
                  <a:schemeClr val="tx2"/>
                </a:solidFill>
              </a:rPr>
              <a:t>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draw a diagram of the relations?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1810F-69C1-42EF-06FC-E50EFAD5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E1FDF2-18BE-5A41-F349-1295ED1011B0}"/>
                  </a:ext>
                </a:extLst>
              </p14:cNvPr>
              <p14:cNvContentPartPr/>
              <p14:nvPr/>
            </p14:nvContentPartPr>
            <p14:xfrm>
              <a:off x="279360" y="1009800"/>
              <a:ext cx="10001520" cy="5464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E1FDF2-18BE-5A41-F349-1295ED1011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160" y="993600"/>
                <a:ext cx="10033920" cy="549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423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5C74-AF3D-A1B2-1B19-F9185257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50601" cy="632219"/>
          </a:xfrm>
        </p:spPr>
        <p:txBody>
          <a:bodyPr/>
          <a:lstStyle/>
          <a:p>
            <a:r>
              <a:rPr lang="en-US" sz="4000" dirty="0"/>
              <a:t>What does this have to do with Probability?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B1D27-90A6-6B2B-693F-5A0ADEDA2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Product rule permits the Joint Distribution to be </a:t>
            </a:r>
            <a:r>
              <a:rPr lang="en-US" sz="2400" i="1" dirty="0">
                <a:solidFill>
                  <a:schemeClr val="tx2"/>
                </a:solidFill>
              </a:rPr>
              <a:t>factorized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is this useful?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C4285-D8CF-B264-A019-2C7229C2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0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Factorisation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Reduced number of parameters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Univariate conditional PDFs much easier to measure/estimate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Explicitly models causal structure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Models with this structure are called </a:t>
            </a:r>
            <a:r>
              <a:rPr lang="en-US" sz="2400" b="1" dirty="0">
                <a:solidFill>
                  <a:schemeClr val="tx2"/>
                </a:solidFill>
              </a:rPr>
              <a:t>Bayesian Networks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48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Formal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Graphical representation of </a:t>
            </a:r>
            <a:r>
              <a:rPr lang="en-US" sz="2400" dirty="0" err="1">
                <a:solidFill>
                  <a:schemeClr val="tx2"/>
                </a:solidFill>
                <a:latin typeface="+mn-lt"/>
              </a:rPr>
              <a:t>factorised</a:t>
            </a:r>
            <a:r>
              <a:rPr lang="en-US" sz="2400" dirty="0">
                <a:solidFill>
                  <a:schemeClr val="tx2"/>
                </a:solidFill>
                <a:latin typeface="+mn-lt"/>
              </a:rPr>
              <a:t>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Directed graph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Each node corresponds to a single variable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Edges between node represents conditional relationships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Each node has associated condition probability distribution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Strictly acyclic – a directed acyclic graph (DAG)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FA662-CAB5-40C9-8E36-8938510F28A8}"/>
                  </a:ext>
                </a:extLst>
              </p14:cNvPr>
              <p14:cNvContentPartPr/>
              <p14:nvPr/>
            </p14:nvContentPartPr>
            <p14:xfrm>
              <a:off x="8697240" y="576360"/>
              <a:ext cx="3410280" cy="3265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FA662-CAB5-40C9-8E36-8938510F28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1040" y="560160"/>
                <a:ext cx="3442680" cy="32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8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2634-7082-3578-7F32-E1D47B533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6210" cy="632219"/>
          </a:xfrm>
        </p:spPr>
        <p:txBody>
          <a:bodyPr/>
          <a:lstStyle/>
          <a:p>
            <a:r>
              <a:rPr lang="en-US" dirty="0"/>
              <a:t>Constructing a DAG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D3DF-42B6-1C82-A52E-9B389DC5E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Choose the variables needed to model the domain and order them. A good order has causes preceding effects and this will lead for a more compact representation.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For each node, choose a set of parents such that the chain rule is satisfied and that the parents can plausibly represent causes of the node's effect.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Add edges directed from parents to the node.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Write down a conditional probability table for the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062B-BE8C-6B27-43C0-72A9C132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5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2FDC-A506-8F9F-B899-CA84ED16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3E91C-8560-FEE6-8766-BF8E34AE6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071061"/>
            <a:ext cx="6075066" cy="497532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You are cooking </a:t>
            </a:r>
            <a:r>
              <a:rPr lang="en-GB" sz="2800" b="1" i="1" dirty="0">
                <a:solidFill>
                  <a:schemeClr val="tx2"/>
                </a:solidFill>
              </a:rPr>
              <a:t>C</a:t>
            </a:r>
            <a:r>
              <a:rPr lang="en-GB" sz="2800" dirty="0">
                <a:solidFill>
                  <a:schemeClr val="tx2"/>
                </a:solidFill>
              </a:rPr>
              <a:t> in your kitchen.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It is raining </a:t>
            </a:r>
            <a:r>
              <a:rPr lang="en-GB" sz="2800" b="1" i="1" dirty="0">
                <a:solidFill>
                  <a:schemeClr val="tx2"/>
                </a:solidFill>
              </a:rPr>
              <a:t>R</a:t>
            </a:r>
            <a:r>
              <a:rPr lang="en-GB" sz="2800" i="1" dirty="0">
                <a:solidFill>
                  <a:schemeClr val="tx2"/>
                </a:solidFill>
              </a:rPr>
              <a:t> </a:t>
            </a:r>
            <a:r>
              <a:rPr lang="en-GB" sz="2800" dirty="0">
                <a:solidFill>
                  <a:schemeClr val="tx2"/>
                </a:solidFill>
              </a:rPr>
              <a:t>outside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The neighbour's dog </a:t>
            </a:r>
            <a:r>
              <a:rPr lang="en-GB" sz="2800" b="1" i="1" dirty="0">
                <a:solidFill>
                  <a:schemeClr val="tx2"/>
                </a:solidFill>
              </a:rPr>
              <a:t>D</a:t>
            </a:r>
            <a:r>
              <a:rPr lang="en-GB" sz="2800" i="1" dirty="0">
                <a:solidFill>
                  <a:schemeClr val="tx2"/>
                </a:solidFill>
              </a:rPr>
              <a:t> </a:t>
            </a:r>
            <a:r>
              <a:rPr lang="en-GB" sz="2800" dirty="0">
                <a:solidFill>
                  <a:schemeClr val="tx2"/>
                </a:solidFill>
              </a:rPr>
              <a:t>is loose.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You accidently </a:t>
            </a:r>
            <a:r>
              <a:rPr lang="en-GB" sz="2800" b="1" i="1" dirty="0">
                <a:solidFill>
                  <a:schemeClr val="tx2"/>
                </a:solidFill>
              </a:rPr>
              <a:t>A</a:t>
            </a:r>
            <a:r>
              <a:rPr lang="en-GB" sz="2800" dirty="0">
                <a:solidFill>
                  <a:schemeClr val="tx2"/>
                </a:solidFill>
              </a:rPr>
              <a:t> set fire to a pan of oil.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The fire spreads and soon the house is on fire </a:t>
            </a:r>
            <a:r>
              <a:rPr lang="en-GB" sz="2800" b="1" i="1" dirty="0">
                <a:solidFill>
                  <a:schemeClr val="tx2"/>
                </a:solidFill>
              </a:rPr>
              <a:t>F</a:t>
            </a:r>
            <a:r>
              <a:rPr lang="en-GB" sz="280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You call the fire service </a:t>
            </a:r>
            <a:r>
              <a:rPr lang="en-GB" sz="2800" b="1" i="1" dirty="0">
                <a:solidFill>
                  <a:schemeClr val="tx2"/>
                </a:solidFill>
              </a:rPr>
              <a:t>S</a:t>
            </a:r>
            <a:r>
              <a:rPr lang="en-GB" sz="2800" i="1" dirty="0">
                <a:solidFill>
                  <a:schemeClr val="tx2"/>
                </a:solidFill>
              </a:rPr>
              <a:t> </a:t>
            </a:r>
            <a:r>
              <a:rPr lang="en-GB" sz="2800" dirty="0">
                <a:solidFill>
                  <a:schemeClr val="tx2"/>
                </a:solidFill>
              </a:rPr>
              <a:t>who come and douse the fire.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</a:rPr>
              <a:t>Whilst the fire service are there, they rescue your cat, which is stuck up a tree </a:t>
            </a:r>
            <a:r>
              <a:rPr lang="en-GB" sz="2800" b="1" i="1" dirty="0">
                <a:solidFill>
                  <a:schemeClr val="tx2"/>
                </a:solidFill>
              </a:rPr>
              <a:t>T</a:t>
            </a:r>
            <a:r>
              <a:rPr lang="en-GB" sz="280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06A0-7B1D-8639-248F-18A348790E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83AED0-A19A-A04D-2512-0272433B7355}"/>
                  </a:ext>
                </a:extLst>
              </p14:cNvPr>
              <p14:cNvContentPartPr/>
              <p14:nvPr/>
            </p14:nvContentPartPr>
            <p14:xfrm>
              <a:off x="7605000" y="720720"/>
              <a:ext cx="3630240" cy="3861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83AED0-A19A-A04D-2512-0272433B73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88800" y="704520"/>
                <a:ext cx="3662640" cy="38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18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2FDC-A506-8F9F-B899-CA84ED16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06A0-7B1D-8639-248F-18A34879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77AEA7-27D8-F94E-7C90-BBC49C4E2964}"/>
                  </a:ext>
                </a:extLst>
              </p14:cNvPr>
              <p14:cNvContentPartPr/>
              <p14:nvPr/>
            </p14:nvContentPartPr>
            <p14:xfrm>
              <a:off x="392040" y="622800"/>
              <a:ext cx="10657080" cy="6181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77AEA7-27D8-F94E-7C90-BBC49C4E29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840" y="606600"/>
                <a:ext cx="10689480" cy="621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200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D3E5D-33F3-F7BC-8CB8-F06A8ACA50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Exercise 15: Bayesian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E10DB-3A0A-3479-248F-AE4408A3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23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75E8-3196-4BF7-6C41-4002147E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CD43D6-998A-127F-7E70-E836064CBF8B}"/>
                  </a:ext>
                </a:extLst>
              </p14:cNvPr>
              <p14:cNvContentPartPr/>
              <p14:nvPr/>
            </p14:nvContentPartPr>
            <p14:xfrm>
              <a:off x="133200" y="9720"/>
              <a:ext cx="11795040" cy="679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CD43D6-998A-127F-7E70-E836064CB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000" y="-6480"/>
                <a:ext cx="11827440" cy="682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5702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C55F8E-C549-634A-056F-51F883AD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576661" cy="632219"/>
          </a:xfrm>
        </p:spPr>
        <p:txBody>
          <a:bodyPr/>
          <a:lstStyle/>
          <a:p>
            <a:r>
              <a:rPr lang="en-US" dirty="0"/>
              <a:t>Inference in Bayesian Networks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FACEF-536B-16D0-5B66-EF5E73423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Once we have a Bayesian network, what can we do?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Network represents the joint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 we can do anything that we can do with the joint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compute the joint distribution and derive quantities from that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that is wasteful and negates the advantages of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compute directly?</a:t>
            </a:r>
          </a:p>
        </p:txBody>
      </p:sp>
    </p:spTree>
    <p:extLst>
      <p:ext uri="{BB962C8B-B14F-4D97-AF65-F5344CB8AC3E}">
        <p14:creationId xmlns:p14="http://schemas.microsoft.com/office/powerpoint/2010/main" val="1003291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C55F8E-C549-634A-056F-51F883AD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576661" cy="632219"/>
          </a:xfrm>
        </p:spPr>
        <p:txBody>
          <a:bodyPr/>
          <a:lstStyle/>
          <a:p>
            <a:r>
              <a:rPr lang="en-US" dirty="0"/>
              <a:t>Inference in Bayesian Networks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FACEF-536B-16D0-5B66-EF5E73423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notebook </a:t>
            </a:r>
          </a:p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9. Exact Inference in Bayesian Networks </a:t>
            </a:r>
            <a:r>
              <a:rPr lang="en-US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nocode.ipynb</a:t>
            </a: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35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86DD-4E48-0F46-08D2-D7F0833D8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Exercises 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3DC4A-81E2-FD6A-87F0-EC4D65FA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4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EAAEF-7399-22A6-42B7-821CF8D0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Inference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EA1377-A11A-D58E-976A-F5D00DEBBF4C}"/>
                  </a:ext>
                </a:extLst>
              </p14:cNvPr>
              <p14:cNvContentPartPr/>
              <p14:nvPr/>
            </p14:nvContentPartPr>
            <p14:xfrm>
              <a:off x="3778560" y="457200"/>
              <a:ext cx="5964120" cy="398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EA1377-A11A-D58E-976A-F5D00DEBBF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2360" y="441000"/>
                <a:ext cx="5996520" cy="40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56BEEE-1087-838A-5D23-73F6A4E17C9D}"/>
                  </a:ext>
                </a:extLst>
              </p14:cNvPr>
              <p14:cNvContentPartPr/>
              <p14:nvPr/>
            </p14:nvContentPartPr>
            <p14:xfrm>
              <a:off x="7515720" y="3213000"/>
              <a:ext cx="1974240" cy="93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56BEEE-1087-838A-5D23-73F6A4E17C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9520" y="3196800"/>
                <a:ext cx="2006640" cy="9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84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9332</TotalTime>
  <Words>444</Words>
  <Application>Microsoft Macintosh PowerPoint</Application>
  <PresentationFormat>Widescreen</PresentationFormat>
  <Paragraphs>109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Bayesian Networks</vt:lpstr>
      <vt:lpstr>Bayesian Networks</vt:lpstr>
      <vt:lpstr>An Example</vt:lpstr>
      <vt:lpstr>What does this have to do with Probability?</vt:lpstr>
      <vt:lpstr>Benefits of Factorisation</vt:lpstr>
      <vt:lpstr>Formal Definition</vt:lpstr>
      <vt:lpstr>Constructing a DAG</vt:lpstr>
      <vt:lpstr>Another Example</vt:lpstr>
      <vt:lpstr>Example</vt:lpstr>
      <vt:lpstr>PowerPoint Presentation</vt:lpstr>
      <vt:lpstr>PowerPoint Presentation</vt:lpstr>
      <vt:lpstr>Inference in Bayesian Networks</vt:lpstr>
      <vt:lpstr>Inference in Bayesian Networks</vt:lpstr>
      <vt:lpstr>PowerPoint Presentation</vt:lpstr>
      <vt:lpstr>Approximate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6</cp:revision>
  <cp:lastPrinted>2023-11-27T07:54:23Z</cp:lastPrinted>
  <dcterms:created xsi:type="dcterms:W3CDTF">2023-11-22T06:43:35Z</dcterms:created>
  <dcterms:modified xsi:type="dcterms:W3CDTF">2025-11-10T16:37:29Z</dcterms:modified>
</cp:coreProperties>
</file>