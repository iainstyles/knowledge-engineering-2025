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1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ink/ink19.xml" ContentType="application/inkml+xml"/>
  <Override PartName="/ppt/notesSlides/notesSlide4.xml" ContentType="application/vnd.openxmlformats-officedocument.presentationml.notesSlide+xml"/>
  <Override PartName="/ppt/ink/ink2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4"/>
  </p:notesMasterIdLst>
  <p:handoutMasterIdLst>
    <p:handoutMasterId r:id="rId65"/>
  </p:handoutMasterIdLst>
  <p:sldIdLst>
    <p:sldId id="322" r:id="rId2"/>
    <p:sldId id="320" r:id="rId3"/>
    <p:sldId id="323" r:id="rId4"/>
    <p:sldId id="324" r:id="rId5"/>
    <p:sldId id="325" r:id="rId6"/>
    <p:sldId id="326" r:id="rId7"/>
    <p:sldId id="329" r:id="rId8"/>
    <p:sldId id="330" r:id="rId9"/>
    <p:sldId id="327" r:id="rId10"/>
    <p:sldId id="328" r:id="rId11"/>
    <p:sldId id="354" r:id="rId12"/>
    <p:sldId id="355" r:id="rId13"/>
    <p:sldId id="356" r:id="rId14"/>
    <p:sldId id="357" r:id="rId15"/>
    <p:sldId id="358" r:id="rId16"/>
    <p:sldId id="359" r:id="rId17"/>
    <p:sldId id="360" r:id="rId18"/>
    <p:sldId id="361" r:id="rId19"/>
    <p:sldId id="362" r:id="rId20"/>
    <p:sldId id="363" r:id="rId21"/>
    <p:sldId id="331" r:id="rId22"/>
    <p:sldId id="364" r:id="rId23"/>
    <p:sldId id="365" r:id="rId24"/>
    <p:sldId id="366" r:id="rId25"/>
    <p:sldId id="367" r:id="rId26"/>
    <p:sldId id="368" r:id="rId27"/>
    <p:sldId id="332" r:id="rId28"/>
    <p:sldId id="333" r:id="rId29"/>
    <p:sldId id="334" r:id="rId30"/>
    <p:sldId id="335" r:id="rId31"/>
    <p:sldId id="336" r:id="rId32"/>
    <p:sldId id="337" r:id="rId33"/>
    <p:sldId id="339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300" r:id="rId43"/>
    <p:sldId id="299" r:id="rId44"/>
    <p:sldId id="301" r:id="rId45"/>
    <p:sldId id="302" r:id="rId46"/>
    <p:sldId id="303" r:id="rId47"/>
    <p:sldId id="305" r:id="rId48"/>
    <p:sldId id="369" r:id="rId49"/>
    <p:sldId id="370" r:id="rId50"/>
    <p:sldId id="371" r:id="rId51"/>
    <p:sldId id="372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06" r:id="rId63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D663F9-591D-EE44-B7DE-D31F881F9EBA}" v="4" dt="2024-11-26T12:48:23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04" autoAdjust="0"/>
    <p:restoredTop sz="96327" autoAdjust="0"/>
  </p:normalViewPr>
  <p:slideViewPr>
    <p:cSldViewPr snapToGrid="0" snapToObjects="1" showGuides="1">
      <p:cViewPr varScale="1">
        <p:scale>
          <a:sx n="132" d="100"/>
          <a:sy n="132" d="100"/>
        </p:scale>
        <p:origin x="368" y="160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18D663F9-591D-EE44-B7DE-D31F881F9EBA}"/>
    <pc:docChg chg="custSel modSld sldOrd">
      <pc:chgData name="Iain Styles" userId="befbdaae-53f8-4d26-a8dc-3366b09f768a" providerId="ADAL" clId="{18D663F9-591D-EE44-B7DE-D31F881F9EBA}" dt="2024-11-26T12:48:23.214" v="51"/>
      <pc:docMkLst>
        <pc:docMk/>
      </pc:docMkLst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1470489183" sldId="293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1470489183" sldId="293"/>
            <ac:inkMk id="5" creationId="{D8F15566-92E0-B7A3-9627-66009E38F1CC}"/>
          </ac:inkMkLst>
        </pc:inkChg>
      </pc:sldChg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1411185995" sldId="295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1411185995" sldId="295"/>
            <ac:inkMk id="3" creationId="{315A2E7B-499C-F620-E3D3-8B6C6665A062}"/>
          </ac:inkMkLst>
        </pc:inkChg>
      </pc:sldChg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1032005304" sldId="296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1032005304" sldId="296"/>
            <ac:inkMk id="3" creationId="{76B14CD5-5089-6726-0ABD-1EB51BB0ECA4}"/>
          </ac:inkMkLst>
        </pc:inkChg>
      </pc:sldChg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2457757937" sldId="297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2457757937" sldId="297"/>
            <ac:inkMk id="5" creationId="{29DE867D-7BA4-0D08-A870-E3EE1C7399E1}"/>
          </ac:inkMkLst>
        </pc:inkChg>
      </pc:sldChg>
      <pc:sldChg chg="addSp">
        <pc:chgData name="Iain Styles" userId="befbdaae-53f8-4d26-a8dc-3366b09f768a" providerId="ADAL" clId="{18D663F9-591D-EE44-B7DE-D31F881F9EBA}" dt="2024-11-25T15:02:14.319" v="0"/>
        <pc:sldMkLst>
          <pc:docMk/>
          <pc:sldMk cId="4015322719" sldId="298"/>
        </pc:sldMkLst>
        <pc:inkChg chg="add">
          <ac:chgData name="Iain Styles" userId="befbdaae-53f8-4d26-a8dc-3366b09f768a" providerId="ADAL" clId="{18D663F9-591D-EE44-B7DE-D31F881F9EBA}" dt="2024-11-25T15:02:14.319" v="0"/>
          <ac:inkMkLst>
            <pc:docMk/>
            <pc:sldMk cId="4015322719" sldId="298"/>
            <ac:inkMk id="5" creationId="{B93955E0-4A4F-28DE-904C-365897C3545B}"/>
          </ac:inkMkLst>
        </pc:inkChg>
      </pc:sldChg>
      <pc:sldChg chg="addSp">
        <pc:chgData name="Iain Styles" userId="befbdaae-53f8-4d26-a8dc-3366b09f768a" providerId="ADAL" clId="{18D663F9-591D-EE44-B7DE-D31F881F9EBA}" dt="2024-11-25T15:42:23.698" v="2"/>
        <pc:sldMkLst>
          <pc:docMk/>
          <pc:sldMk cId="3755702930" sldId="299"/>
        </pc:sldMkLst>
        <pc:inkChg chg="add">
          <ac:chgData name="Iain Styles" userId="befbdaae-53f8-4d26-a8dc-3366b09f768a" providerId="ADAL" clId="{18D663F9-591D-EE44-B7DE-D31F881F9EBA}" dt="2024-11-25T15:42:23.698" v="2"/>
          <ac:inkMkLst>
            <pc:docMk/>
            <pc:sldMk cId="3755702930" sldId="299"/>
            <ac:inkMk id="2" creationId="{1D9E8220-B6F0-CD17-2C94-C7FEB39E638F}"/>
          </ac:inkMkLst>
        </pc:inkChg>
      </pc:sldChg>
      <pc:sldChg chg="ord">
        <pc:chgData name="Iain Styles" userId="befbdaae-53f8-4d26-a8dc-3366b09f768a" providerId="ADAL" clId="{18D663F9-591D-EE44-B7DE-D31F881F9EBA}" dt="2024-11-25T15:02:18.139" v="1" actId="20578"/>
        <pc:sldMkLst>
          <pc:docMk/>
          <pc:sldMk cId="3481623430" sldId="300"/>
        </pc:sldMkLst>
      </pc:sldChg>
      <pc:sldChg chg="modSp mod">
        <pc:chgData name="Iain Styles" userId="befbdaae-53f8-4d26-a8dc-3366b09f768a" providerId="ADAL" clId="{18D663F9-591D-EE44-B7DE-D31F881F9EBA}" dt="2024-11-26T06:44:35.925" v="20" actId="20577"/>
        <pc:sldMkLst>
          <pc:docMk/>
          <pc:sldMk cId="532022837" sldId="306"/>
        </pc:sldMkLst>
        <pc:spChg chg="mod">
          <ac:chgData name="Iain Styles" userId="befbdaae-53f8-4d26-a8dc-3366b09f768a" providerId="ADAL" clId="{18D663F9-591D-EE44-B7DE-D31F881F9EBA}" dt="2024-11-26T06:44:35.925" v="20" actId="20577"/>
          <ac:spMkLst>
            <pc:docMk/>
            <pc:sldMk cId="532022837" sldId="306"/>
            <ac:spMk id="3" creationId="{E5F580AB-C124-C78B-09D4-2D2433EE8CEB}"/>
          </ac:spMkLst>
        </pc:spChg>
      </pc:sldChg>
      <pc:sldChg chg="modSp mod">
        <pc:chgData name="Iain Styles" userId="befbdaae-53f8-4d26-a8dc-3366b09f768a" providerId="ADAL" clId="{18D663F9-591D-EE44-B7DE-D31F881F9EBA}" dt="2024-11-26T08:05:09.375" v="49" actId="20577"/>
        <pc:sldMkLst>
          <pc:docMk/>
          <pc:sldMk cId="375445054" sldId="342"/>
        </pc:sldMkLst>
        <pc:spChg chg="mod">
          <ac:chgData name="Iain Styles" userId="befbdaae-53f8-4d26-a8dc-3366b09f768a" providerId="ADAL" clId="{18D663F9-591D-EE44-B7DE-D31F881F9EBA}" dt="2024-11-26T08:05:09.375" v="49" actId="20577"/>
          <ac:spMkLst>
            <pc:docMk/>
            <pc:sldMk cId="375445054" sldId="342"/>
            <ac:spMk id="3" creationId="{E3C905DF-C995-4867-D4B7-710BED74DA84}"/>
          </ac:spMkLst>
        </pc:spChg>
      </pc:sldChg>
      <pc:sldChg chg="modSp mod">
        <pc:chgData name="Iain Styles" userId="befbdaae-53f8-4d26-a8dc-3366b09f768a" providerId="ADAL" clId="{18D663F9-591D-EE44-B7DE-D31F881F9EBA}" dt="2024-11-26T08:04:36.369" v="29" actId="20577"/>
        <pc:sldMkLst>
          <pc:docMk/>
          <pc:sldMk cId="2668555977" sldId="345"/>
        </pc:sldMkLst>
        <pc:spChg chg="mod">
          <ac:chgData name="Iain Styles" userId="befbdaae-53f8-4d26-a8dc-3366b09f768a" providerId="ADAL" clId="{18D663F9-591D-EE44-B7DE-D31F881F9EBA}" dt="2024-11-26T08:04:36.369" v="29" actId="20577"/>
          <ac:spMkLst>
            <pc:docMk/>
            <pc:sldMk cId="2668555977" sldId="345"/>
            <ac:spMk id="3" creationId="{575BA74D-198C-7DE5-67EE-5DB97D9BFE38}"/>
          </ac:spMkLst>
        </pc:spChg>
      </pc:sldChg>
      <pc:sldChg chg="addSp">
        <pc:chgData name="Iain Styles" userId="befbdaae-53f8-4d26-a8dc-3366b09f768a" providerId="ADAL" clId="{18D663F9-591D-EE44-B7DE-D31F881F9EBA}" dt="2024-11-26T12:48:23.214" v="51"/>
        <pc:sldMkLst>
          <pc:docMk/>
          <pc:sldMk cId="2108666997" sldId="349"/>
        </pc:sldMkLst>
        <pc:inkChg chg="add">
          <ac:chgData name="Iain Styles" userId="befbdaae-53f8-4d26-a8dc-3366b09f768a" providerId="ADAL" clId="{18D663F9-591D-EE44-B7DE-D31F881F9EBA}" dt="2024-11-26T12:48:23.214" v="51"/>
          <ac:inkMkLst>
            <pc:docMk/>
            <pc:sldMk cId="2108666997" sldId="349"/>
            <ac:inkMk id="5" creationId="{25844112-4C2E-5DD1-D642-6A0E80D3EAAA}"/>
          </ac:inkMkLst>
        </pc:inkChg>
      </pc:sldChg>
      <pc:sldChg chg="addSp">
        <pc:chgData name="Iain Styles" userId="befbdaae-53f8-4d26-a8dc-3366b09f768a" providerId="ADAL" clId="{18D663F9-591D-EE44-B7DE-D31F881F9EBA}" dt="2024-11-25T15:42:23.698" v="2"/>
        <pc:sldMkLst>
          <pc:docMk/>
          <pc:sldMk cId="2217844794" sldId="370"/>
        </pc:sldMkLst>
        <pc:inkChg chg="add">
          <ac:chgData name="Iain Styles" userId="befbdaae-53f8-4d26-a8dc-3366b09f768a" providerId="ADAL" clId="{18D663F9-591D-EE44-B7DE-D31F881F9EBA}" dt="2024-11-25T15:42:23.698" v="2"/>
          <ac:inkMkLst>
            <pc:docMk/>
            <pc:sldMk cId="2217844794" sldId="370"/>
            <ac:inkMk id="2" creationId="{21C0F5CA-C725-DD8C-5F75-E3CB7F01DFA3}"/>
          </ac:inkMkLst>
        </pc:inkChg>
      </pc:sldChg>
      <pc:sldChg chg="addSp">
        <pc:chgData name="Iain Styles" userId="befbdaae-53f8-4d26-a8dc-3366b09f768a" providerId="ADAL" clId="{18D663F9-591D-EE44-B7DE-D31F881F9EBA}" dt="2024-11-25T15:42:23.698" v="2"/>
        <pc:sldMkLst>
          <pc:docMk/>
          <pc:sldMk cId="12916658" sldId="371"/>
        </pc:sldMkLst>
        <pc:inkChg chg="add">
          <ac:chgData name="Iain Styles" userId="befbdaae-53f8-4d26-a8dc-3366b09f768a" providerId="ADAL" clId="{18D663F9-591D-EE44-B7DE-D31F881F9EBA}" dt="2024-11-25T15:42:23.698" v="2"/>
          <ac:inkMkLst>
            <pc:docMk/>
            <pc:sldMk cId="12916658" sldId="371"/>
            <ac:inkMk id="2" creationId="{2985AA7D-74AC-5AE4-14E8-A099FC2FD584}"/>
          </ac:inkMkLst>
        </pc:inkChg>
      </pc:sldChg>
      <pc:sldChg chg="addSp">
        <pc:chgData name="Iain Styles" userId="befbdaae-53f8-4d26-a8dc-3366b09f768a" providerId="ADAL" clId="{18D663F9-591D-EE44-B7DE-D31F881F9EBA}" dt="2024-11-26T09:42:48.396" v="50"/>
        <pc:sldMkLst>
          <pc:docMk/>
          <pc:sldMk cId="1232051905" sldId="372"/>
        </pc:sldMkLst>
        <pc:inkChg chg="add">
          <ac:chgData name="Iain Styles" userId="befbdaae-53f8-4d26-a8dc-3366b09f768a" providerId="ADAL" clId="{18D663F9-591D-EE44-B7DE-D31F881F9EBA}" dt="2024-11-26T09:42:48.396" v="50"/>
          <ac:inkMkLst>
            <pc:docMk/>
            <pc:sldMk cId="1232051905" sldId="372"/>
            <ac:inkMk id="2" creationId="{17D6699E-03CB-1267-B65B-656C8B81B847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09:16:46.112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2822 3911 8432,'0'-15'-180,"0"4"-90,0 11-269,0 0-1,-8 0 180,6 0 90,-5 0 450,7 0 90,0 0 90,0 6 449,0-5-89,0 5 719,0-6-989,0 6 629,0-5-539,0 5-450,0-6 1169,0 0-1349,0-6 270,0 5-90,0-5 450,0 6 449,0 6-449,0 24-360,0-6 0,0 5-762,-3 6 1,0 6 0,1 1 536,1-6 0,1 2 0,0 0 0,-1 2-419,-2 0 0,0 0 0,-1 2 0,1 1 0,0-1 374,2 1 0,1 0 0,0 0 0,0 0 0,-1 0 45,-1 7 0,0 0 0,0-1 0,0-1-228,2-6 1,0-1 0,0-2 0,0 0 302,0 3 0,0-1 0,0-4-85,0 4 1,0-3 234,4-5 0,0-3 1119,-2 9-579,6-8 2276,-8-17-2636,0 3 1607,0-15-1787,0-2 0,0-2-810,0-15 270,0 3 709,0-6-1069,0-10 91,0 9-271,-8-11 540,6 12 91,-6 7-901,8 1-1258,0 5 1168,0-6-629,0 0 450,0 6 1439,8-10 0,10-21 0,-4 11 0,-1 0 0</inkml:trace>
  <inkml:trace contextRef="#ctx0" brushRef="#br0" timeOffset="465">2805 3949 7533,'0'-34'869,"0"0"1,-3 0-1,-2 7-509,-5 13-180,0-3 899,2 16-449,8-5-90,8 6-1,18 6 1,11 7-360,8 1-635,-2 4 635,-14-6 0,1 0 44,1 4 1,3 1-434,-3 1 0,2 2 1,-1 0 238,-4-1 0,-1 1 0,0 1 89,0 1 1,0 2 0,-3 1-75,5 12 0,-5 1 90,-4-2 0,-5 2-90,-7 3 0,-6 1 0,-4-3 0,-6-1-45,-3 4 0,-5-1-180,-8 0 0,-3-3-554,8-7 0,-1-2 734,-5 0 0,-1-3 90,4-6 0,1-1-270,-1-2 1,-1 0 179,-3 3 0,-1-3 0,-18-2-57,19-9 1,1-1-1203,-5-5 1115,5 0-3133,17-6 2999,16 5 278,-6-11 0,21-2 0,9-2 0,-3-4 0,1-1 0</inkml:trace>
  <inkml:trace contextRef="#ctx0" brushRef="#br0" timeOffset="1232">4286 3821 7533,'0'-32'-1619,"0"4"4227,-8 3-1618,-1 0-631,-1 17 541,-6-10-450,-2 17-1,7-5 1,-21 6-450,21 12 450,-23 2-450,7 24 135,9-13 0,1 1-1069,-2-2 1,2 1 1023,3 5 0,1 1 225,-7 6 0,-1 1-106,6-5 1,0 2 0,0 2-75,1 0 0,0 2 0,0 1 0,1-1-715,-3 7 1,1-1-1,1 0 640,-1 1 0,0-1 0,4 2 120,2 0 0,4 0 0,-1 0-31,0 0 1,-1 0 0,2 1 7,2-7 1,1 0-1,0 0 1,1 0-38,2 9 0,2-1 0,1-2-160,1-7 1,1-1-1,1-2-5,1 11 0,4-4-52,7-7 0,3-4-533,-5-8 0,3-5 135,9-8 1,3-4-181,-5-1 1,1-2 314,3-5 0,-2 0-1169,1 0 629,9 0 1407,-27-6-3565,21 5 3058,-13-5 0,-26 6 0,-16 0 0</inkml:trace>
  <inkml:trace contextRef="#ctx0" brushRef="#br0" timeOffset="2089">4815 4156 7533,'-17'-46'3276,"7"19"-1155,2 9-1762,16 24 271,4 17 0,1 7-316,9 10 1,2 2-540,-9-13 1,0 0 0,2 3 358,2 9 1,2 4 0,1 2 0,-2-2-250,-3-5 1,-1-1 0,0 0 0,2 2 24,0-1 0,2 1 0,0 1 0,0 0 0,-2-2-180,-1 5 0,-2 0 1,1-2-1,0-4-770,6 3 0,1-4 1,-1-3-356,1 6 1,-1-4-180,-3-4 0,-1-3 1574,8 4 0,-34-15 0,-12-21 0</inkml:trace>
  <inkml:trace contextRef="#ctx0" brushRef="#br0" timeOffset="2407">4815 5407 7533,'-32'-2'1092,"0"-1"0,-5-1 0,7-5 1568,16-28-2300,1 1-788,24 8 0,14-6 0,6-4 0,-2 2 787,0-2 1,1 0 0,2 0 0,0 0-288,-4 5 0,1 0 0,0 0 0,2-2 0,1-2 18,-4 5 0,2-3 0,2-1 0,0-2 0,0 1 0,0 0 0,-2 1 0,-1 2-90,1-2 0,-2 1 0,0 1 0,-1 1 0,0-2 0,2 0-65,-1-1 1,2-2 0,1-1 0,-1 1-1,0 0 1,-2 1 0,-2 2-368,2-2 0,-2 0 1,-1 2-1,-3 2 0,-3 4 72,6-13 1,-7 8-778,-2 4-1922,-32 47 3059,3 4 0,-1 4 0,-8 8 0,-1 1 0,-4 8 0,1-1 0</inkml:trace>
  <inkml:trace contextRef="#ctx0" brushRef="#br0" timeOffset="2772">5838 5098 7533,'20'0'3276,"-4"0"0,-16 0-1283,0 23-1903,3 3 0,2 5-990,-1 14 1,1 3-194,1-9 1,0 2 0,0-3 618,2 8 1,2-5-1,-2-9 1,1-8-1,9-6 1</inkml:trace>
  <inkml:trace contextRef="#ctx0" brushRef="#br0" timeOffset="3257">6579 5124 7533,'-17'-26'3276,"7"6"0,10 30-2183,10 30-1138,-5-16 0,-1 2-195,0 7 0,-1 5 1,-2-1-751,-3 5 1,-4 0-361,-1 7 1,-3-4 180,1-17 0,-2-6 1169,-6-12 0,17-52 0,9-6 0</inkml:trace>
  <inkml:trace contextRef="#ctx0" brushRef="#br0" timeOffset="3707">7461 4234 7533,'0'-8'3276,"-8"3"-1875,6 5-771,-5 5-3712,7 14 3441,0 2 251,5 9 0,5 6-490,5 6 0,3 4 0,0-1-575,-4-12 0,0-1 0,1 4 401,1 2 0,2 4 0,1 3 0,0-2 0,0-3-766,-1-4 1,0-2 0,0-1 0,0 2 714,3 5 1,1 2 0,-1 0 0,-3-2 0,1 6 0,-4-1 0,-2-2 0,-2 4 0,0 0 0</inkml:trace>
  <inkml:trace contextRef="#ctx0" brushRef="#br0" timeOffset="3973">7479 5460 7533,'-9'-48'468,"1"0"0,-1 0 0,12 9 0,4-2 0,3-2 0,-1 1 0,-2 2 104,-5 1 0,-1 1 1,0 0-1,6-2-183,6 2 1,4-3 0,3-2 0,2 1 0,0 1 0,-2 2-166,5-5 1,0 3 0,0 1 0,2-2-300,-6 7 0,2 0 0,0-2 0,0 1 0,0 1 0,-1 2-510,8-10 1,0 2-1,-1 2 1,-2 2 772,-3 0 1,-1 3 0,0 6-1828,7 7 1,-3 12 1279,-5 21 1,3 21 0,-21-7 0,0 1 0</inkml:trace>
  <inkml:trace contextRef="#ctx0" brushRef="#br0" timeOffset="4390">8255 5098 7533,'8'-43'1638,"9"14"0,7-1 0,10-4 0,5 1-1596,-10 11 1,2 2 0,1 3-103,0 3 0,1 3 0,-2 5-165,2 9 0,-4 5 225,7 9-110,-28 13 0,-9 6-340,-8 5 1,-7 3 718,0-5 1,-2 3 0,-1 1-180,5-7 1,0 0-1,0 1 1,-1-2-1,-4 6 0,0-2 0,4 0-90,8 8 0,5-5-90,-2-4-450,30-25 0,10-8-1099,-3-7 1,1-2 1605,0 4 0,1-1 0,13-7 0,0-2 0,-20 3 0,0 0 0</inkml:trace>
  <inkml:trace contextRef="#ctx0" brushRef="#br0" timeOffset="4657">9172 5072 7533,'0'-20'3276,"0"-4"0,8 21-1103,2 33-3253,-1 6 1,0 7 89,-5-3 1,-1 3 0,-1-2 498,3 9 1,-2-2 100,-4-7 0,-2 2 1,-1-8 360,-5 6-781,0-4 1,0-3 449,-1-17 360,-6 18 0,-1-44 0,-11 6 0</inkml:trace>
  <inkml:trace contextRef="#ctx0" brushRef="#br0" timeOffset="5007">10142 5382 7533,'-9'-34'1092,"-1"1"0,10 5 0,8 5-1850,21 5 758,0 20 0,3 7 0,-4 3 0,-1 3 0,3 9 0,0-1 0</inkml:trace>
  <inkml:trace contextRef="#ctx0" brushRef="#br0" timeOffset="5173">10848 5331 7533,'18'-15'674,"-1"3"1,17 30-1,3 3 1</inkml:trace>
  <inkml:trace contextRef="#ctx0" brushRef="#br0" timeOffset="5390">11606 5370 7533,'-9'26'-900,"-7"21"91,30-11 809,5-1 0,19-49 0,9-18 0,-14 3 0,1 1 0,0-1 0</inkml:trace>
  <inkml:trace contextRef="#ctx0" brushRef="#br0" timeOffset="6782">12788 5317 7533,'-10'-14'3276,"-5"-4"-1065,13 12-2211,-6 4 90,8 15-990,0 37 810,0-11-495,1-4 1,-2 2-541,-5-10 1,-4-1 224,-2 5 1,-3-2 539,-7-4 0,-1-4 271,-15 3-181,5-18 270,16-6 0,29-14 0,13-6 0,0-2 0,1 1 0</inkml:trace>
  <inkml:trace contextRef="#ctx0" brushRef="#br0" timeOffset="7135">13511 4131 7533,'-7'-32'3276,"5"16"-1695,-14-2-951,14 24 359,18 30-719,-10-10-61,6 2 1,7 7 0,-3-3-728,-6-9 0,1 2 450,2 7 1,2 6-1,1 1 1,-1-4-483,4 3 0,1 1 226,-5-6 0,1 4 0,1 3 0,0-1 1,0-1-497,4 2 1,0-1 0,0 0 0,-1-1-1,-3-2 1,0-1 0,0-1 0,0 0 781,10 8 0,0 0 0,-8-1 0,-14-7 0,-6 0 0,1 1 0,2 6 0,0 0 0,0 1 0</inkml:trace>
  <inkml:trace contextRef="#ctx0" brushRef="#br0" timeOffset="7449">13335 5717 7533,'-33'-24'1092,"-1"0"0,2-8 0,8-1 2184,14-3-3267,14 4 0,7-4 530,5-2 1,6-2-1079,0 5 1,5-2 0,2 0 897,-2 5 1,1 0 0,1 0 0,1-2-527,-5 3 0,-1-1 1,1-1-1,1 0 0,1 1 257,4-2 0,3 1 0,0-1 0,-1 0 0,0 0-198,-3-1 0,-2 0 0,1 0 0,-1 0 0,2 0 54,1 0 0,1 0 0,0 0 0,-1 0 0,0 1-261,2-4 0,-1 0 1,-2 1-1,0 0-109,-4 3 0,-1 1 1,0 1-1,-3 2-86,1 0 1,-3 2-1,-2 1-26,-3-6 1,-5 4-1264,-2 8 2495,-8 3-696,-8 24 0,-9 7 0,-11 7 0</inkml:trace>
  <inkml:trace contextRef="#ctx0" brushRef="#br0" timeOffset="8782">13899 4931 6633,'-27'-6'270,"2"4"90,-1-9-270,14 9-180,-11-10 360,13 11-180,-8-5 179,1 0 451,7 5 180,2-10 359,8 9 270,0 2-1169,8 2 539,10 15-539,9-9-1606,-6 12 0,1 2 1425,15 2-404,-14 4 1,0 7-1,-2-3 360,-4-8 0,-1 2-113,0 5 1,2 6-1,-1 1 1,-3-6-68,-3 0 0,0-1 45,2 4 0,2 3 0,-2-2-38,-3-2 1,-1-2 81,5-2 1,-2 0 45,-7 0 0,0-4-90,10 1-180,-5-2 2756,8-18-3655,-9-1 1969,-1-18-1969,0-2-45,2-12-135,8 1-180,-9 4 719,-1 3 720,0 11 0,2 13 0,8 8 0</inkml:trace>
  <inkml:trace contextRef="#ctx0" brushRef="#br0" timeOffset="9234">14623 5807 9602,'0'15'1709,"-8"2"-540,6-15-270,-6 4 91,16-18-181,2-13-674,2 0 0,1-3-972,-3-7 1,0-1 836,3 2 0,-1 0-45,-2 0 0,-2-1-157,0-1 0,1-2 112,5-2 0,-2 0 45,-6-1 0,0 1 0,2 7 0,-1 3-45,-7 5-180,0 7 1,0 23-361,0 8 360,0 20 45,7-8 0,2 2 763,-4 2 0,2 0-628,9 3 0,1 1 45,-8-1 0,2 0-45,8-2 0,3-1-135,-5-2 0,3-2 180,10-7 0,1-3 848,8 3-309,-2-20 1,-1-7 225,-11-7-644,0 2 0,-1-4 194,-10-2 0,-2-3-90,-2-5 0,-1-2-1256,1-4 1,-2 0 1030,-3 1 0,-2 2 45,-3 2 0,0 2-650,0-3 0,0 2-69,0-14 269,-8-7-1079,-2 17 629,-8 10-1258,9 4 2217,1 18 1,8 24-1,0 11 1</inkml:trace>
  <inkml:trace contextRef="#ctx0" brushRef="#br0" timeOffset="10272">15787 3652 7533,'-26'-25'359,"7"-1"1,-7-6 180,16 16 180,3-12 449,7 19-450,15-3-179,13 23-225,-6 1 0,1 3-706,0 4 1,-1 2 525,0 0 0,-1 3 225,5 12 0,-1 1-180,-2-10 0,1 5-46,-3 4 1,1 8 0,0 4 0,-3-3-754,-3-5 1,-1-2-1,-1 2 1,0 3 677,-2-3 1,1 3 0,-1 3 0,0-1 0,-1 0 0,-2-3-519,0 8 0,-2-3 0,-1 0 1,-1 0 413,-1 0 0,-1-1 0,-1 1 0,-3-1-270,-3 1 1,-2 1-1,-2-2 1,0-2 374,0 0 0,-1-2 0,-3 4-128,2-6 1,-2 5 0,-2 3-1,1 0 1,0-3 0,1-6 97,-3 6 0,2-6 0,-3 3 76,-1 3 1,-2 2 0,-1 0 0,2-4-47,2-2 0,2-4 0,-1-3-60,-7 3 0,-1-1 60,1 4 0,0 3 0,-1-5 114,-1-7 1,-1-3-760,-6 5 1,1-3 1396,-5 0-2701,10-29 2785,15-2-896,2-12 0,16-34 0,-3 19 0,0 0 0</inkml:trace>
  <inkml:trace contextRef="#ctx0" brushRef="#br0" timeOffset="14465">1358 7769 7533,'0'-25'-630,"0"-1"630,0 0 0,0 1 2339,0 4-1350,0-3-179,-8 4-630,6 5 449,-13-7-449,13 19-90,-6-8 0,8 22 90,0 14 0,0 4-270,0 18-738,3-3 1,2 4 737,-2-15 0,0 0 1,1 2 29,-1 6 0,0 3 0,0 3-616,1-2 0,0 3 1,0 2-1,0-2 631,0 1 0,1-1 0,0 0 0,-1 0 67,-1 2 1,-1 1-1,1-1 1,0-2-1,3-5 1,0-2-1,1-1 1,-2-1 127,-1 4 0,-1-1 0,0-4-60,2 2 0,0-3-291,-1 4 1,-1-4 470,-3-10 90,0 20 180,0-28 734,0 1-1004,0 0 2098,-7-7-2458,5-7 665,-14-6-934,14-12-1440,-6-8 539,8-7 361,0-16-361,0 3 149,0 5 841,0-1 270,0 16 0,0-15 0,0-7 0,0-3 0,0 0 0</inkml:trace>
  <inkml:trace contextRef="#ctx0" brushRef="#br0" timeOffset="14866">1341 7551 7533,'-4'-30'359,"0"1"1,2-4 0,2 2-270,0-10-343,6 15 1,5 3 702,17 2-126,-1-4 396,22 18-630,-22 3 0,1 2 90,12 1 0,1 2-373,-5 1 0,0 2 283,-2 1 0,1 3 90,3 4 0,0 1-135,-9 0 0,1 2 75,7 4 0,4 3 0,-4 3-165,0 7 0,-3 5-75,-4-7 0,0 3 0,-4 1 30,-8-3 0,-4 1 0,-3 1 45,1 15 0,-6 0 45,-8-1 0,-4-2-45,2-5 0,-4-1-15,-3-8 0,-4 1 0,0-3 60,1 0 0,-1-1-45,-13 13 0,-3-1-344,5-12 1,-3-3 478,-10 2 0,0-3-45,10-6 0,1-3-180,-1-4 0,-1-3 45,4-4 0,1-3 416,-22-1-551,21 1 0,-1-2-13,-16-4-2191,16-3 2429,9 1 0,49-21 0,-6 13 0,-1 1 0</inkml:trace>
  <inkml:trace contextRef="#ctx0" brushRef="#br0" timeOffset="15582">2893 7253 7533,'10'-40'1439,"-3"9"-1079,-14 12-1,5 12 91,-14 1-270,-2 12 180,-1 7-270,2 3 0,0 5 45,3 5 0,1 1-1022,-5 3 1,1 0 841,3 3 1,0 3 163,-4 8 1,-2 4 0,1-1-770,5-11 1,1-2 0,-1 4 685,1 2 0,-2 5 0,1 2 0,0 1 0,2-3 53,0 3 1,3-1 0,1 1 0,-1 1-396,2-2 1,-1 1 0,1 1 0,1 0 0,1-1 376,1-4 1,2 0 0,0-1 0,1 0 0,0-1 40,1 9 1,2-1 0,0-1-1,2-2-22,1-6 0,1-2 0,2-1 0,1-1-362,4 6 0,2-1 1,2-2 271,-1-2 0,1-2 0,3-3-495,13 6 0,2-6 405,-11-8 0,1-4-855,20-4 1,0-4 854,-19-6 0,-1-1-630,10-2 1,-1-1 875,-8 1 0,-1-2 0,12-14 0,6-2 0</inkml:trace>
  <inkml:trace contextRef="#ctx0" brushRef="#br0" timeOffset="16465">3281 7589 7533,'-18'-27'809,"1"-3"-449,7 15 809,2 2-719,16 19 404,10 23 1,5 14-451,-6-12 1,1 4 0,1 1 0,-1 0-912,1-5 0,0 0 0,0 1 1,1 4 536,-1 2 0,1 5 0,0 2 0,1 0 0,-2-3 0,-3-6-30,3 2 0,-3-6 0,2 6 0,0 0 0,2 7 0,1 3 0,0 1 0,-3-5 0,-2-6-30,-3-2 0,-2-6 0,2 3-114,4 3 0,2 3 0,2 2 0,0-1 0,-3-5-534,2 1 1,-2-3 0,1 0-73,5 9 1,1 0-1,-1-2 570,0-2 0,-3-2 180,-1 0 0,-9-8 0,-17-18 0,4 8 0</inkml:trace>
  <inkml:trace contextRef="#ctx0" brushRef="#br0" timeOffset="16715">3475 9164 7533,'-49'-6'0,"23"-1"1638,0-4 0,3-3-507,14-13-322,17-18 1,7-6-2319,-5 14 1,4-2 1912,0 7 1,5-4 0,4-4 0,0-1 0,-1 2 0,-2 5-1061,6-10 0,-2 4 1,3-3 816,-4 6 1,2-4 0,1-1 0,1 0 0,-1 2-171,-1 4 1,1 0-1,0 1 1,-1 2-1,-2 0 99,6-10 0,-3 3 0,2-2-223,-1 4 0,3-1 0,0 0 0,0 0-70,0 0 1,-1 0 0,1 1-1,-1 2-457,4-2 1,0 3 0,-1-2 299,-6 5 0,-1-2 0,0 1 0,-3 4-582,6-8 1,-7 7-769,-13 10 1608,-8 14 102,-8 25 0,-10 8 0,-9 12 0</inkml:trace>
  <inkml:trace contextRef="#ctx0" brushRef="#br0" timeOffset="17149">4621 8570 7533,'-17'-6'2698,"-1"-1"-359,8 0-1350,2 1-359,8 6-90,0 6-181,8 12-808,-6 4 269,6 15-131,-8 7 41,3-12 1,2 1-1081,0 6 1,0 1 539,-1 2 1,2 0-830,1 1 1,1-2 1507,-5-12 0,4-4 0,34 1 1,6-29-1</inkml:trace>
  <inkml:trace contextRef="#ctx0" brushRef="#br0" timeOffset="17605">5486 8337 7533,'-28'-7'3276,"11"-4"-2145,9 9-411,8-9-91,8 9-179,-6-3 180,21-7-360,-3 10 89,10-12 1,6-1-360,-3 10 0,1 0-778,9-10 0,2 0 598,-2 6 0,0 3-855,-2-1 1,-1 1 90,-3 2 0,-2 2 857,-1 1 0,-7 8 0,-15 35 0,-14-14 0,0 0 1</inkml:trace>
  <inkml:trace contextRef="#ctx0" brushRef="#br0" timeOffset="17822">5503 8725 7533,'-33'0'3276,"-4"0"-256,0 0-1761,11 0-719,26-6-1,20-3 1,9-1-180,14-6-1178,-6 2 0,3-1 1042,-6 4 1,0 1-45,9-3 0,2 1-1273,-10 4 1,1 1 0,1 2-1,4-1 1,0 2 0,1 1 973,-1-1 1,1 2 0,-2 2 0,-3 4 0,-2 2 0,1 1 0,-1 0 0,-1 0 0,1 0-1</inkml:trace>
  <inkml:trace contextRef="#ctx0" brushRef="#br0" timeOffset="17989">7514 8608 7533,'-25'13'0,"-3"6"0,-7 1 0</inkml:trace>
  <inkml:trace contextRef="#ctx0" brushRef="#br0" timeOffset="18465">6844 8247 7533,'10'-27'899,"-2"-3"-359,-8 15 269,0-9-539,0 16 270,7-10 90,3 11-1,16 0-89,9 7-90,10 13-1412,-14 1 0,-1 3 962,9 12 135,-9 3 0,-3 2-315,-6-1-12,-3-4 0,-2 2-78,-7 14 90,-1-9 180,-8 12-270,-15-3 180,11-10 0,-10-13 1,-4 0-91,-17 9 45,13-17 0,-3-1-45,-9 1 0,-1-2 135,8-2 0,0-1-135,-4-5 0,1-1 180,-7 2-382,3-5 292,24 0-180,10-5-629,10-2 449,16 0-269,17-10 22,-13 7 1,3-1 381,10-4 0,2-3 139,-9 2 1,2 0 0,-1 0 0,3-1 0,-1 1 0,-5 0 0,0 0-1,0 0 1</inkml:trace>
  <inkml:trace contextRef="#ctx0" brushRef="#br0" timeOffset="18740">7796 8092 7533,'-7'-21'1529,"-3"-2"-180,-16 10 0,-9-1-899,10 6 0,-3 3-383,-3 0 1,-1 4 247,-7 8 0,0 3 44,2-1 1,1 3-180,0 11 0,2 5-135,5-3 0,5 3 45,4 9 0,5 2-90,5-11 0,2 0 90,2 11 0,4 1-45,9-7 0,2-1-225,-4-3 0,2-2 45,11 11 0,5-4 0,-2-15 0,3-2 45,6 6 1,3-2-451,5 0 0,2-4-360,-8-6 1,1-1 224,9 3 1,0-1-271,-9-6 1,-1 0 269,3 1 1,0 0 674,-7-2 0,-3-3 0,10-8 0,-9-8 0</inkml:trace>
  <inkml:trace contextRef="#ctx0" brushRef="#br0" timeOffset="18933">8132 8595 7533,'0'-14'3276,"0"-3"-1065,0 16-1132,0-5-1169,0 6 90,0 6 270,0 6-2339,0 14 1799,0 18-1619,0 4 1829,-2-17 1,4 1-1,11-2 1,5-1 0,1 4-1,1-1 1</inkml:trace>
  <inkml:trace contextRef="#ctx0" brushRef="#br0" timeOffset="20016">9119 8492 7533,'-9'13'1979,"1"6"-1620,8 1 181,0 0 180,0 16-91,8-1-359,-4-10 0,1 1-576,4 0 0,0 0 396,-4 0 0,0-1-720,3 16 720,-16-4-1079,6-23 735,-14 3-825,-2-16 179,-9 5-539,-8-12 450,-8-1 989,13 1 0,-3-12 0,15 4 0</inkml:trace>
  <inkml:trace contextRef="#ctx0" brushRef="#br0" timeOffset="20555">10072 7654 7533,'-16'-19'0,"4"5"1799,-5 1-810,1 7-359,14 6-450,2 17 899,10 10-585,2-2 1,1 2-1364,1 8 0,0 0 1004,3-4 0,1 0 0,-5 3 0,2 1-1013,9 3 0,1-2 922,-10-7 1,1 0-425,9 7 1,1 2 19,-1 5 1,1 0-151,-8-14 0,0 1 0,1 0 120,2 8 1,0 2-1,-1-2-234,3 6 1,-1-2 128,0-4 1,-2-1-91,-10-5 0,-1-1 371,8-1 1,0 0 213,-9 8 0,-5 0 0,-4-7 0,-6-1 0,-7 1 0,-1 1 0</inkml:trace>
  <inkml:trace contextRef="#ctx0" brushRef="#br0" timeOffset="20824">9948 8854 7533,'-17'-38'1092,"-1"0"0,6 5 0,4-1-167,4-12 1,8-2-2019,10 15 1,5 1 0,-1 0 665,3-13 0,2 1 576,0 13 1,3 0 0,-1 0-120,-2-3 1,-2-2-1,4 1 374,-1 5 1,2 1 0,2-1 0,-1-1-270,3-5 0,-1-2 0,1-1 0,1 1-172,-3 6 0,2 0 0,0 0 0,0 0 0,-1 1-98,5-6 0,-1 1 0,0 1 1,0-1 44,-1 2 0,0-1 0,-1 1 0,0 1-406,-2 2 0,0 0 0,0 1 0,-3 0 106,3-3 0,-3 0 1,0 2-107,-2 2 1,-1 1-1,-2 1 1,3-5 1,-3 0 134,-2 2 0,-2 2 0,0-6 1157,-1-2-2236,-14 28 3115,6-4-1676,-8 18 0,-24 18 0,-5 10 0</inkml:trace>
  <inkml:trace contextRef="#ctx0" brushRef="#br0" timeOffset="21255">11024 8544 9332,'0'-26'3058,"8"-5"-2338,10 3-496,-2 9 1,3 1-204,6 3 1,3 3 248,3-2 0,1 2-585,-5 2 0,1 2 315,2 2 0,-2 4-810,2 8 373,3 8-103,-31 18 180,-12 12 225,-6-17 0,-3-1-459,5 1 0,-1-1 818,-5-1 1,-2 1 315,-7 11 0,0-1-316,11-16 1,0 2-45,-7 6 0,-4 3 0,3-2 1214,5-4 1,3-1-631,-8 10 1,7 2-541,14-5 1,8-3-135,18 12-405,7-25 1,5-5-18,-2-6 0,1-3-1288,6 0 1,2-2 1034,0 2 1,1-2 584,6 0 0,2-3 0,-1-4 0,2-3 0,-15 2 0,0 0 0,0 0 0</inkml:trace>
  <inkml:trace contextRef="#ctx0" brushRef="#br0" timeOffset="21665">12259 8286 7533,'-18'-33'3276,"9"7"-2774,1 7-143,31 6 451,7 1-406,-1 2 1,2 1-628,0 1 0,1 2 358,11-1 0,0 1-976,-9-1 0,-1 2 751,5 4 0,0 1-585,-3-3 1,-1 0-66,-5 5 1,-1 2-161,3-2 1,-1 3-540,5 19 1439,-17-8 0,-37 18 0,-17 8 0,10-16 0,-1 0 0,1 0 0</inkml:trace>
  <inkml:trace contextRef="#ctx0" brushRef="#br0" timeOffset="21834">12294 8608 7533,'-25'0'3276,"5"0"0,3 0-2093,9 0-1183,16 0 540,33-17-360,-15 10 0,5-2-895,3-2 0,5-2 0,-1 0 595,-2 2 0,0 0 0,2 0-973,8 2 1,2 0 0,-3 0 764,-10 0 0,-3 0 0,3 3 1,11 3-1,2 4 0,-1-1 1,-7 1-1,0-1 0,0 1 1</inkml:trace>
  <inkml:trace contextRef="#ctx0" brushRef="#br0" timeOffset="22349">13582 8221 7533,'-8'-38'2878,"-2"5"-2248,1 7-271,1 13 271,16 1-360,1 11 90,25-11 0,11 11-181,-15 3 1,2 1-784,8 3 0,-1 3 604,-3 8 0,0 3-450,5-1 1,-3 3 314,-9 6 0,-3 1-180,-3-9 0,-3 2 180,-10 1 0,-3 2-160,3 0 1,-4 1 69,-7 0 0,-4 2 0,-5 8 0,-5-2-383,-6-3 0,-5-3 743,-15-3 0,-5-4 0,6-1 0,-2-3 194,8-8 1,-2-3 0,2 0-105,-8 3 0,2 0 180,-1-5 0,4-1-136,-9 3-538,21-6 179,17 0-720,8 0 1153,24 0-2142,21 0 1799,-12-4 0,6-4 0,-5 0 0,4-2 0,2-2 0,-1-1 0,3-2 0,-1 0 0,1-1 0,0 1 0</inkml:trace>
  <inkml:trace contextRef="#ctx0" brushRef="#br0" timeOffset="22582">14534 8170 7533,'-23'-36'3276,"-6"12"-2891,4 4 1,-3 2 226,-13 8 1,-3 8-253,6 7 0,0 6-180,3 0 0,-1 2 0,3 4 44,-6 13 1,6 6-105,10-10 0,3 2 0,2 1-390,-3 13 0,6 1-180,7-1 1,7 0 179,6-2 0,7-2-405,8 1 1,5-3-46,9-4 1,3-3-920,3 1 1,0-3 939,-4-7 1,1-1 128,-2-3 1,4 2-1,-5-3 570,-7-3 0,0 0 0,5 0 0,3 1 0,-4-2 0,-3-4 0,-1-1 0</inkml:trace>
  <inkml:trace contextRef="#ctx0" brushRef="#br0" timeOffset="23133">14870 8686 7533,'0'-37'3276,"0"8"-1065,0-8-1312,15 11-539,-3 6 89,10 9 1,5 3-90,12 1-585,-12 3 0,-1 2 315,17 14-899,-7 2 89,-9 17 1,-9 3 629,-11-2-450,-13-5 0,-3 1 720,-3 15-746,-4-19 1,-1-2 655,-3 14 629,-5-10-539,7-5 1769,-8 15-1319,15-20-181,-13 2 271,22 0-180,-6-10-1,8 11 565,0-6-1284,0-6 958,16 5-2128,-4-5 991,29 5-991,-12-4 721,7-2 629,5-6 0,-12-8 0,3-2 0,9 0 0,0-1 0</inkml:trace>
  <inkml:trace contextRef="#ctx0" brushRef="#br0" timeOffset="23841">16245 8686 7533,'-9'-13'3276,"1"29"-2441,4 12 1,0 7-881,-4 11 0,-2 4-506,2-9 0,0 2 1,-3-4 55,-6 4 0,-1-6 569,1-9 1,-2-7-1964,-16-10 1159,15-16 10,5-2 720,15 0 0,22-7 0,11-1 0,1 1 0,0 0 0</inkml:trace>
  <inkml:trace contextRef="#ctx0" brushRef="#br0" timeOffset="24039">17110 8699 7533,'-18'-25'3276,"-7"10"-256,13-4-3380,-4 19-1978,24 13-939,25 13 3223,-9-11 1,13 0-1,6-1 1,-9-7-1,-1 0 1</inkml:trace>
  <inkml:trace contextRef="#ctx0" brushRef="#br0" timeOffset="24207">17745 8647 9062,'0'-20'-2249,"8"19"2249,1 15 0,10 19 0,4 7 0,-8-10 0,1-1 0,0 1 0</inkml:trace>
  <inkml:trace contextRef="#ctx0" brushRef="#br0" timeOffset="24323">18186 8737 7533,'8'-37'3276,"-7"8"-526,7 4-3289,-8 14 539,0 11 0,-8 23 0,-1 5 0</inkml:trace>
  <inkml:trace contextRef="#ctx0" brushRef="#br0" timeOffset="24940">19579 7782 7533,'-8'-20'899,"-1"-4"1,-1-2 899,-6-12-810,30 3-89,5 15-721,11 16 390,-8 19 1,3 11 0,0 3-360,3 7 0,-2 3 0,3 5-603,-6-8 1,2 4 0,1 1 0,0 2 0,-1-1 167,-2-3 0,0 0 0,0 2 0,-1-1 0,0-1 0,-2-2 157,3 6 1,-2-2 0,-1-1-1,1 1-607,0 4 1,1 1-1,-2-1 1,-3-3-376,-5-3 1,-3-2 0,-1 0 1049,3 2 0,-1 1 0,-3-2 0,-4 12 0,-6-6 0,-7-19 0,0-1 0</inkml:trace>
  <inkml:trace contextRef="#ctx0" brushRef="#br0" timeOffset="25274">19403 9215 7533,'-33'-16'1092,"1"1"0,25-17 0,10-4 546,2 10 0,8-1-1868,10-2 0,9-4 1,6-2-1,0 0 529,-7 8 1,1 0 0,2-1 0,1 0 0,0 0 0,0-2-538,-1 2 0,0-2 0,1-1 0,0 1 0,0-1 0,0 1 0,0 1 223,4-3 0,0 1 0,0 1 0,0 0 0,0-1 0,-1-1-88,-3 2 0,1-2 1,0 0-1,0 0 0,-2 1 1,-1 1-1,-4 1-621,5-4 0,-4 1 0,-2 1 0,2-1 166,-2 0 0,3 0 1,-2-2-1,-2 2 0,-5 1 18,-3-5 1,-4 1-1,-6 4-225,-3 2 1,-6 6 972,-10 10 1,-5 45 0,10-5 0,0 0 0</inkml:trace>
  <inkml:trace contextRef="#ctx0" brushRef="#br0" timeOffset="25923">20638 9203 7533,'-10'13'0,"-6"4"2158,14-15 991,-6-8-2790,13-14 1,6-9-360,2-10 0,1-2-121,4 3 1,2-1 30,-6 4 0,1 0 0,-1 3-45,0 6 0,-1 2 45,1-6 0,-2 3 540,-3 1-270,-1 20-90,-16 36 90,6 18-90,-2-22 0,1 2-45,9 18 0,11-2 179,17-12 1,9-5-137,-9-2 1,3-1 0,3-8 360,-4-13 1,3-5 0,0-5 0,-2-3 29,8-7 1,-3-5 0,-3-2-420,-9 0 0,-3-1 0,-4-4 0,-5-4 0,-5-4 0,-3 5-780,-2-6 630,-6 2 0,-4 0-3187,-14-11 3070,5 11 1,-7 2-1,10 27 1</inkml:trace>
  <inkml:trace contextRef="#ctx0" brushRef="#br0" timeOffset="26424">22172 8518 7533,'-10'-7'0,"2"-5"1709,1 5-1349,5-5 1618,-6-13 721,31-8-1665,0 7 1,7 0-766,6 5 1,5 2 0,4 1-801,-7 4 0,3 2 0,0 0 1,1 2-290,3 0 1,1 1 0,0 2 0,-2 2-274,4 2 1,-2 3 0,-5 3 936,1 3 0,-15 8 0,-30 9 0,-12 4 0,-13 3 0,-1 1 0</inkml:trace>
  <inkml:trace contextRef="#ctx0" brushRef="#br0" timeOffset="26640">22207 8737 7533,'-25'-2'1638,"-1"-1"0,-5-5 1638,29-10-1638,32 4 0,18 2-2049,-12 3 0,4 0 1,2 1-1,1 1-245,-1 3 1,2 0-1,0 1 1,0 1 0,-2-1-165,0 0 1,-2-1 0,0 2 0,-2 1 496,11 4 0,-2 3 0,-3 4 0,-12 4 0,-2 3 0,0 1 0,4 3 0,0-1 0,0 1 0</inkml:trace>
  <inkml:trace contextRef="#ctx0" brushRef="#br0" timeOffset="27308">23566 8260 7533,'0'-25'899,"0"0"1,1-2-1,5 1-45,13-5 1,4 3-181,-4 6 1,3 4-495,7 1 0,2 10 494,6 15 1,1 12-465,-10-2 0,-1 5 0,0 2-1303,5 12 1,-1 4 0,-2-2 887,-5-8 0,-3-2 0,-3 3 145,-2 9 0,-4 2 0,-9-2 86,-13 6 1,-11-1-297,2-7 0,-5 0 0,-3-3 210,-8-2 0,-5-3 0,-3-4 127,9-11 1,-3-2-1,0-2 1,2-4 82,-6-3 0,2-4 0,1-2-240,-8-4 0,6-4-2519,5-11 1620,27 7-1350,49 2 900,2 4 0,2 1 1696,-10 0 0,3-3 0,0 0 0,5-3 0,2-1 0,-3 0 0,3-3 0,-1 0 1,1 0-1</inkml:trace>
  <inkml:trace contextRef="#ctx0" brushRef="#br0" timeOffset="27572">24342 8402 7533,'8'-34'1092,"1"1"0,-2-3 0,-4-3 0,-6 5 0,-3-2 0,-1 3-860,3 3 0,-5 3 352,-13-4 1,-5 10-225,1 25 0,-1 7-360,2-5 0,1 5-154,-2 9 1,0 8-1,3 2 64,5 4 0,3 4 1,1 2-1,3-1 0,2 3 0,0 1 0,1-3-92,-3 0 0,2-1 0,6 0-21,8-1 1,6 1 0,3-1 0,3-5-578,4 0 1,4-5-1,3 0 780,0 0 0,3 0 0,2-2 0,0-1 0,0-5 0,0-1 0,1-2 0,0-2 0,10-1 0,-1 0 0,1-1 0</inkml:trace>
  <inkml:trace contextRef="#ctx0" brushRef="#br0" timeOffset="28072">24836 9215 7533,'-28'0'539,"-5"-6"1440,13-18 90,3-22-1619,21 15 0,7-4 359,2-4 1,4 1-496,8 6 1,3 4-90,-6 4 0,1 3-225,12 3 90,-2 12 270,-13 35-135,0-10 0,1 3 134,0 13 1,3 2-330,-1-13 0,4-2 0,1-3 0,3-2 0,2-4 0,1-8 180,5-12 0,1-10 0,-3-1-442,7 0 1,-4-8 298,-16-3 1,-1-9-1,-3 0 1,-4 5-23,-4 5 0,-3-1-105,1-12 0,-2-4 0,-2 6-120,-6-3-225,-10 7 0,-4 5 46,1 15-2918,-29 10 3014,23 29 1,17 16 0,8-11 0,0 1 0</inkml:trace>
  <inkml:trace contextRef="#ctx0" brushRef="#br0" timeOffset="28555">26141 7511 7533,'27'-34'1214,"-7"17"0,1 4-1484,9 6 1349,1 21 1,4 12-743,-8-3 0,1 4 1,1 4-1,-1 3-697,-4-2 1,0 2 0,-1 3 0,1 2 0,-2 0 0,0 0 643,0 3 1,0 0 0,-1 2 0,-1-1 0,-1 0 0,-1-1-231,2 2 0,-1-1-1,-1 0 1,-3 0 0,-5 2-24,-5-4 0,-4 2 0,-3 0 0,-2 1 0,-3-3 0,-2-2 138,-6 6 1,-6-3-1,-3-2 1,-2 2 25,5-7 1,-1 0 0,-1 1 0,-2 0 0,-1-2 0,-2-2 56,-6 2 1,-3-1 0,-1-2 0,-1-3 0,-1-2-558,2-5 0,-2-2 1,1-2-1,-1-1 0,3 1-514,-3 4 1,1 0 0,1-1 0,2-1 413,-4-2 0,1-3 1,4 3-1,2 8 1,6 1-1,-7 5 1</inkml:trace>
  <inkml:trace contextRef="#ctx0" brushRef="#br0" timeOffset="29655">1341 11177 7533,'-8'-27'3276,"6"20"-526,-14 44-2525,14 7 0,2 8-165,-2-9 0,-1 3 0,0-2-293,3-5 1,0-1 0,0 1-16,0 0 1,0 2 0,0-1 0,0-4-158,-1 3 0,2-3-185,5 9 0,4-6-1568,10-17 1618,7-30 180,-2-11-809,-7 1 1169,0 9 0,15-14 0,4 9 0</inkml:trace>
  <inkml:trace contextRef="#ctx0" brushRef="#br0" timeOffset="30090">2134 11203 7533,'-11'-23'1638,"-1"1"0,6-1-398,-15 7 0,-5 3-160,-11 12-945,-1 4 0,-3 6-225,3 5 0,2 4-360,2 5 0,5 2-872,10-5 0,5 0 1232,6 11-166,24-2 76,9-9 0,8 1 180,-4-3 0,2 2 0,1 0 258,9 3 0,2 1 0,-1 0 191,-4-1 1,-1 0 0,-4 2 270,5 10 0,-14 2-181,-27-1 1,-9-2-360,-8 8-330,-7-27 0,-8-3 0,1-3-975,5-4 1,-1-3-315,-13 2 0,-2-2 1699,7 1 0,6-6 0,11-14 0,4-6 0,6-2 0,-1-1 0</inkml:trace>
  <inkml:trace contextRef="#ctx0" brushRef="#br0" timeOffset="30241">1605 10855 7533,'-27'-6'1799,"-14"-7"-450,11-2-2788,11 2 1079,13 8 0,23 5 360,9 0 0,8-5 0,6-2 0,7 0 0,0-1 0</inkml:trace>
  <inkml:trace contextRef="#ctx0" brushRef="#br0" timeOffset="30899">3863 10739 7533,'0'-19'270,"0"4"-91,-8-4 901,6 1-1,-6 9-719,8-2-90,0 11 90,0 0-1,0 6 1,0 6 0,8 26-180,-6-3-517,2-8 1,0 3 471,-3 6 0,-2 2 0,1 11 0,0 1-664,0-17 0,0 1 0,0 1 589,-1 13 0,1 3 0,1-4 29,3-3 1,0 0-120,-4 3 0,0 5 1,2-5 29,5-4 0,1-2-150,-4 2 0,-2 2 0,2-3-134,4-5 1,2-3 148,-1 5 0,-1-3-44,2-5-901,6-18 1099,-6-13-289,0-7 1448,-3-6-1898,1-11 826,-6-3 1,2 0 0,0-2 0,-4-1 0,0 0 0</inkml:trace>
  <inkml:trace contextRef="#ctx0" brushRef="#br0" timeOffset="31323">3881 10583 7533,'-5'-35'839,"0"0"1,-3 1-1,0 2-165,2 2 1,2 2-1156,3 1 1,0 3 840,3-3 720,24-15-721,1 31 1,1-18-288,21 28-27,-23 0 0,3 2 0,13 4 0,4 2-451,-12 1 1,2 0 0,0 2 255,0 2 0,0 2 0,-1-1 105,11 3 0,-2 2-285,-7 4 0,1 3 1,-5 0-387,-1 3 0,-3 1 566,-4-1 0,-1 2 0,-4 1 1,-4 11 1,-7 0 13,-5 0 1,-8 0 178,-10 1 1,-5-1 90,-3 1 0,-3-3-723,-5-8 1,-3-4 722,3-2 0,-1-1 0,-2-3 0,-2-2-93,-4 1 1,-3-1-13,11-6 0,-2-1 0,-1 0-66,0-1 0,-2-1 0,1-2 96,-1-3 0,0-3 0,2 1 30,-5-1 0,3-1-90,6-1 0,1-2 900,-12 1-540,20-5 913,-5-3-1363,26 1-2698,26-4 1753,-1 9 1,3 2 1035,3-3 0,2 1-1,2 1 0,1 2 0,6-1 0,0 0 0,-1 0 0,0 0 0</inkml:trace>
  <inkml:trace contextRef="#ctx0" brushRef="#br0" timeOffset="31590">4727 11745 7533,'-27'40'2158,"9"-3"361,10-17-1979,0-7 719,7-7-90,-7-12-899,8-18-180,0-17-90,-1 5 0,2-3-396,2-3 0,2-3 396,-5 10 0,1-2 0,-1 0-316,3 2 1,0 1 0,-1-1 255,-1 0 0,-2 0 0,1 1-255,4-6 0,0 2 90,-4 7 1,2 4-766,22-4 181,-13 24-900,23 20 359,-7 14 271,-6-5 0,1 1 738,-3-6 1,-1-1-20,18 16 360,-3-8 0,-9-8 0,3 0 0,5 5 0,1-1 0</inkml:trace>
  <inkml:trace contextRef="#ctx0" brushRef="#br0" timeOffset="31915">5239 11332 7533,'-18'-28'3276,"0"-2"-166,-7 16-2300,-2-4-181,-9 10-1342,9 3 893,-6 10-360,-3 14 360,-1 14-225,18-9 0,3 4-90,5 0 0,4 2 45,1 2 0,4 1-405,7 2 1,6 0 179,4-4 0,5-2 45,9 2 0,5-4-444,4-8 0,4-5 219,6-2 0,0-5 180,-10-8 1,-1-4 359,-1-8 0,-4-6 224,-7-5 1,-6-5-45,-7-5 0,-5-4 494,-5-9 1,-4 0-540,2 17 0,-4 1 270,-12-14 0,-7 3-1,6 20 1,-3 4-150,-10-7 0,-3 2-75,2 6 0,-1 4-675,5 3 1,1 3-1800,-1-1 990,11 12 1023,16 1 236,0 5 0,24 13 0,5 3 0</inkml:trace>
  <inkml:trace contextRef="#ctx0" brushRef="#br0" timeOffset="32799">5838 10506 7533,'-7'-32'0,"-3"-6"1349,0-2-989,1 14 0,2 1 359,13-15-269,-12 7 179,14 9-269,0 22-90,2 21-90,0 27-90,-6-7 0,-1 5-599,-2-9 0,-1 2 0,-1 1 479,1 8 0,0 2 0,0 0 97,2-10 0,0 0 1,0 1-1,0 3-7,0-1 0,-1 3 0,0 3 0,1-1 0,0-1 0,0-3-543,2 4 1,0-3-1,1-1 1,0 2 518,-1 0 0,1 3 0,0 1 0,1-4 0,-1-6 54,4 11 0,2-10-360,14 2 540,-7-24-450,-8-36 0,-2-14 0,-8 3 0,0-3 377,3 0 1,1-1-333,1-7 1,0-1 134,0 3 0,0 0 0,3 3 0,0 1 90,-4 7 0,2 2-180,11-16 2493,1 15-2313,7 8 0,11 6-90,-7 13-145,4 13 235,-12 1 0,-1 3 0,-4 5 0,0 2-265,13 7 0,1 3 310,-10 0 0,-3 3 44,-2 8 1,-3-1-90,-2-15 0,-4 0 225,-8 11 0,-4-3-45,-4-7-90,-7 13 90,-17-17-91,13-13 1,-3 0 0,-3-3 0,-1 0-45,-2 0 0,0-1 0,-1-5 0,1-1-135,-17 3 90,17-6 0,1 0 664,-8 0-1563,9 5 269,5-3-1978,29 9 2133,-12-9-784,37 9 269,-9-9-45,5 1 1,5-1 166,-1-7 0,0-1 778,-3 5 0,1-1 0,8-7 0,6-4 0,-1 0 0,-5 4 0,1-1 0,0 1 0</inkml:trace>
  <inkml:trace contextRef="#ctx0" brushRef="#br0" timeOffset="33250">6791 11332 7533,'-18'-21'2608,"1"-3"-1259,7 10 360,-6-16-1349,14 14-180,-6-9 450,1 13-540,-3-1 0,0 6 180,-14 7-1,13 13-269,-23 19-1690,7 7 1420,0 2 180,9 2-291,-6-5 246,18-13 0,1 2 90,-4 3 0,0-1 45,1 18-45,6-13 0,4-2-44,14 6-46,-8-12 0,3-2-169,13-9 0,3-5-596,20 3 630,-16-16 1,-1-5 179,-2-1 0,-3-4-90,12-20 315,-7 2 0,-3-4-90,-15 4 0,0-1 441,13-9 1,-1-2-127,-17 1 0,-3 2-1,9 6 1,-2 2 359,-9 2 1,-2 1-90,8-15 270,-8 24-141,0 8-579,-8 12-270,6 6-359,-6 12 179,8 16-360,8 11 360,-6 1-1259,8-12 0,3-1 786,-3-7 1,0-1-562,7 10 0,1-2 1480,10 8 1,13-21-1,-4-16 1</inkml:trace>
  <inkml:trace contextRef="#ctx0" brushRef="#br0" timeOffset="33782">7250 10286 8882,'-28'31'899,"18"-8"1,3 5-675,1 13 0,4 3-1864,1-3 1,2 0 1578,-2 2 1,2 1 179,1-10 0,1 1 0,0 1-90,-1 4 0,1 2 0,1 2 15,2-5 0,1 2 0,0 1 0,-1-1-401,-3 1 1,-1 1 0,0-1 0,3-1 377,1-2 1,3-1-1,0-1 1,-2-2 7,-3 5 0,-1-3 0,2-2-87,7 6 1,1-6-124,5 3 270,-1-20-90,-7-28 540,-2-23-630,-8 2 0,0-4-104,3-6 0,2-3 164,-2 11 0,0-1 0,1 0 75,4-13 0,1 0 218,-3 13 0,0 0 0,0 1-398,2-8 0,2 2 442,1 5 1,3 4-578,14-3 540,7 22 269,-16 25 1,-3 7-270,4 11 34,-9-3 1,0 6 0,-2-3-215,-3-8 0,0 1 89,3 24 1,-1-2 90,0-10 634,-6 2 0,-4 0-274,-6-7 44,-2-5 1,-5-4 44,-14-11-404,4-10 0,-1-4-315,-1 0 0,1-3 0,2-4 0,1 0 45,-7 1 0,1 1 45,-8-5-2878,-6 6 2029,23 6-2518,4 0 3133,16 6 1,22 0 0,11 0-1,1 4 1,1 0 0</inkml:trace>
  <inkml:trace contextRef="#ctx0" brushRef="#br0" timeOffset="34515">7990 11086 7533,'0'-20'449,"8"-4"181,-6 4 0,6 0 89,-8 1 271,0 6-181,-8 7-89,6 0-90,-6 12-1,8 18-449,0 5-225,0 9 0,0 3 45,0 6-775,0-10 0,0-1 775,0-3-536,3-1 1,2 2-275,5 6 90,-3-5 1,4-2-540,14-6-450,-5-9 1709,5-24 0,-14-14 0,-4-8 0,2-7 0,0 1 0</inkml:trace>
  <inkml:trace contextRef="#ctx0" brushRef="#br0" timeOffset="35016">8502 10312 7533,'-10'-33'1529,"-6"8"-270,7 6-629,-1 12-3907,2 1 2752,8 6 1654,8 0-769,-6 12 90,14 13-90,-15 21-1,7-12 1,0 2-1063,-2 6 0,-2 1 703,-1-8 0,1 2 0,-1 0 90,0 3 0,0 1 0,-1 1 339,-2 5 1,-1 0 0,2 1-408,0-10 0,1 1 1,1 1-1,-2-2-52,0 11 0,-1-1 1,1 0-31,4-2 0,1-1 0,-1-1 0,-4-6 0,-2-2 0,3-1-492,6 6 1,0-3 326,-8-11 0,2-3-1304,13 6 90,3-22 2845,-6-8-2845,19-19 719,-11-8 720,7-7 0,-6-2 0,-1-5 0,-1 0 0,0-1 0</inkml:trace>
  <inkml:trace contextRef="#ctx0" brushRef="#br0" timeOffset="35132">8819 11215 11670,'-9'26'2519,"1"12"-4138,8 2 1619,6-12 0,3 1 0,7 11 0,4 2 0,-2-11 0,0 0 0,1 0 0</inkml:trace>
  <inkml:trace contextRef="#ctx0" brushRef="#br0" timeOffset="36299">9225 10325 7533,'-17'-32'989,"7"11"91,-14-3-721,20 11 271,-11 0-450,15 6 539,0 1-359,0 35 0,0 12-1037,3 1 0,1 5 827,-1-11 0,0 1 0,1 1-731,4 6 1,1 1 0,0 2 625,-4-8 0,-1 1 0,1 0 0,0 1-537,3 4 1,1 1 0,0-1 0,-1 0 356,-3-1 0,-1-1 0,1 0 0,0-1 67,3-2 1,1 0-1,0-2 1,-1-1-275,-2 4 1,0-2 0,1-4 71,6-3 0,0-4 409,-4 8-678,-1-36 1342,-8-19-1343,0-19 270,0 12 1,0-2 1213,1-3 1,-2-2-900,-3 0 0,0 1-135,4 5 0,-2 2 990,-5-20-271,-1 8-539,-2 9 2519,-8-3-1890,9 11 837,1 13-1466,23 8 180,5 18 0,15 6-91,1-3-894,-1 8 715,-10-19 0,1-2-270,13 17 180,-6-13 0,1 0 0,5 13 135,-13-16 0,-1 0 808,2 14-853,-9-16 90,-10 10 0,-8-17-180,-8 11 270,6-5 390,-14 0-480,6 10 90,1-8-90,1 15-720,8-9 0,15 3 360,-11-5-449,36 0 449,-27-6-135,14 0 0,3-2 46,1-4 404,-5-2 0,-1-3-225,11-17 989,-17-12-809,-3 0 630,-15 7 0,-2-2 89,1-15-449,-7 14 0,-2 1 629,-2-5-89,-15 14-270,8 25-181,-7 25-543,14-4 0,2 5 184,-1 11 0,3 4 29,3-11 1,1 1 0,2 1 30,0 4 0,2 1 0,-1 1 0,0 1 0,0 1 0,0-1-492,0-1 1,-1 0 0,2-1 401,1-2 0,1 0 0,0-1-285,-2 7 0,0-3 89,1-7 1,-4-3 0,-9-10 0,-4-4-405,-22 0 405,4-14 0,-3-6-585,8-5 1,0-3-139,-11-3 1,1-4 182,10-3 1,1-3 179,-8-1 0,2-2 585,8-1 0,3-1 0,-5 0 0,3 0 0,6 0 0,0 0 0</inkml:trace>
  <inkml:trace contextRef="#ctx0" brushRef="#br0" timeOffset="36483">8978 11035 7533,'-15'-31'1169,"-5"3"-629,-8-3-450,3 16-270,15 4-360,2 11 90,8 0 450,0 0 0,16-6 0,4-1 0</inkml:trace>
  <inkml:trace contextRef="#ctx0" brushRef="#br0" timeOffset="36655">8237 10493 7533,'-35'-12'0,"10"3"0,-1-2 3058,-13-10-2698,4-3-990,35 16 450,11 3 180,14 3 0,7-2 0,-2-8 0,2-6 0,2 0 0,1 3 0,-1-1 0,0 0 0,0 0 0</inkml:trace>
  <inkml:trace contextRef="#ctx0" brushRef="#br0" timeOffset="38440">11307 10376 7533,'9'-25'3276,"-9"5"-1245,-9 41-2001,4 8 0,2 8 0,1 4-233,-1-1 1,1 4-1,0 1 1,1 0-476,0 0 1,2-1-1,-1 2 1,0 3 422,-1-4 0,-1 3 0,0 1 0,1 1 1,-1-3-1,2-4-545,1 2 0,1-5 0,0-1 0,-1 2 710,-2 6 0,-2 3 0,0-3 1,4-5-91,7 9 0,0-14-164,-6-22 614,6-4-90,-8-11-180,0-11 1423,-16-32-1019,0 5 1,-3-3-46,1 7 1,-2-2 0,3-1 437,3 2 1,1-1-1,0 3-617,-6-2 0,7 4 278,15 2 1,10 5-504,16 14 0,8 4-345,-1-2 1,4-2-1,2-2-12,0 1 1,4-1-1,0-2 1,-2-3 333,-1-4 1,0-2-1,-2-3 1,-3-2 359,-2-2 0,-1-3 1,-3-2-1,-4 0-57,-6 0 0,-2-1 0,-5-1 0,-3 1 304,-4-7 1,-6 0 0,-2 2 471,-2 4 0,-1 3 0,-4 1-517,-10-6 1,-1 5-315,-2-11-180,4 28 180,16 17 90,0 6-1170,-7 30 225,2 4 1,0 3 799,-4-7 0,0 3-485,5 3 0,2 8 1,0 1-1,0-5-230,-1-3 1,0-3 0,2 3 553,0-5 0,2 1 0,0 3 0,2 0 0,0 0 0,3 2 0,1 3 0,1-1 0,2-2 0,0-2-84,3-2 1,0-3 0,2-1 0,1-1 141,3 6 1,2 2-1,2-6 1,3-14-158,14-19 0,0-14 135,-11-4 0,-3-8-150,-2-14 0,-2-9 0,-4 0 240,-6 7 0,-3 1 0,2-3 90,3-4 0,2-4 0,0 0 0,-3 3 479,-5 0 1,-2 3-1,1 1 90,2 0 1,0 1 0,-3 22-30,-6 26-540,0 23-319,2 8 0,4 7-1030,1 1 0,3 3 76,0-9 1,1 2 0,3-1-1,5 1 1,2 0 0,0-4 813,-3-5 1,0-2 0,3-8 0,9-7 0,1-12 0,12-16 0</inkml:trace>
  <inkml:trace contextRef="#ctx0" brushRef="#br0" timeOffset="38989">12965 11022 7533,'-34'-19'3276,"21"10"-436,-27-7-2390,36 14-90,-27-9-990,11 16 0,-15 7 495,13 10 1,1 6 493,-2 9 1,1 5-30,8-11 0,1 2 0,3 2-91,1 1 1,2 1 0,5-1-420,11 6 0,8-4-495,0-8 1,5-8 269,12-17 1,0-10 44,6-12 120,-18-4 0,1-7 0,-4-1 150,-2-14 0,-2-1-67,7 5 1,-1-1 156,-11 4 0,-1-1 0,-3 4 2068,4-11-1708,-2-2 1464,-8 28-1554,-8 25 180,-2 29-270,1-5 0,1 3-540,2 4 0,2 0 315,-2-5 0,4 0-1594,10 10 1,7-4 104,6-15 1,4-2 1533,9 7 0,4-11 0,3-33 0,-2-17 0,-12-1 0,-1 0 0,0 0 0</inkml:trace>
  <inkml:trace contextRef="#ctx0" brushRef="#br0" timeOffset="39367">13317 10558 5176,'0'-47'390,"0"0"0,0 5 0,0 1-76,4 0 1,0 3 765,-2-10-810,6 35 1191,-8 7-1102,0 12 721,0 12-181,0 27-1311,0-2 142,0-14 0,0 3 225,0 8 0,0 0-585,3 4 1,2 2 136,-2-4 0,0 3 0,1 1-107,1-1 0,2 0 1,-2 1 179,-1 2 0,-1 0 1,0 0 149,2-1 0,1 1 0,-1-1 0,-4-1 0,-2-1 0,3-2-45,6 7 1,-1-5 508,-6-8 1,0-5-195,7-8 900,-23-41-900,11-23 764,-7 5 1,-2-2-674,3-5 1,2-1 403,3 10 0,-1-1 224,-2-2 1,-1-4 0,2 3 159,1 2 0,2 1-250,3-2 1,0-3 0,1 2 44,-1-3 1,4 3-1,12 5 1,4 3-315,-6 2 0,3 4-495,9 11 0,1 4 45,3-3-585,-1 10 1,1 2-136,18 5 0,-8-1 1,1 2 449,-11 0 1,-1 1 359,5 7 0,0 0 0,-3-7 0,1 0 0,5 4 0,0 0 0</inkml:trace>
  <inkml:trace contextRef="#ctx0" brushRef="#br0" timeOffset="40141">15663 10429 7533,'-8'-39'3276,"7"17"-1065,-7 22-1312,14 28 1,11 18-653,-7-13 0,0 3 1,2 3-1,1 1-650,3 2 0,3 2 0,1 2 0,1 0 0,-1 0 268,-1-5 0,0 1 0,0 1 0,1-1 0,0-1 0,1-1-423,4 5 0,0 0 1,1-2-1,-1-1 1,-1-1-263,1 1 1,-2-1 0,-1-2 0,-1-2 756,-1 1 0,-1-2 0,-8-2 0,-7 0 0,-8-2 0,-5-4 1,-1 0-1</inkml:trace>
  <inkml:trace contextRef="#ctx0" brushRef="#br0" timeOffset="40472">15593 11719 7533,'-23'-20'819,"1"1"0,-1-4 0,-1-4 0,4-2 819,2-15 0,11-6-1436,6 14 1,5-3-1,4-1 1,4 1 210,5 4 1,3 0 0,5 0 0,2 0 0,2 0-461,-3 5 1,2 0-1,2-1 1,1 1-1,2 0 1,-1-1-1,1 1 21,3-2 0,2 0 1,1 0-1,-1 0 1,1 1-1,0-1 0,-1 1-154,-2 0 0,0 1 0,-1-1 0,0 1 1,0 0-1,-1 1 0,0 1-268,0-1 1,1 1 0,-1 0 0,-2 1 0,-1 1 0,-3 2-633,8-11 1,-3 2 0,-6 5 179,-1 0 1,-13 13 899,-36 32 0,1 14 0,-1 8 0,-2-3 0,1 0 0,0 0 0</inkml:trace>
  <inkml:trace contextRef="#ctx0" brushRef="#br0" timeOffset="40673">16704 11203 7533,'-4'41'819,"0"0"0,1-7 0,0 3 0,-1 1 273,-1 5 0,-2 2 0,2-1-1619,1-9 0,0-2 1,2 1 526,-2 7 0,2-1 0,8-13 0,27-18 0,14 4 0</inkml:trace>
  <inkml:trace contextRef="#ctx0" brushRef="#br0" timeOffset="41172">17321 11061 7533,'-17'-26'3276,"7"6"-1245,2-4-952,16 4 270,17-6-719,13 0-1217,-6 15 1,4 2 676,0-4 0,1 1-90,-1 7 0,0 2 90,-5-3 0,-1 1-450,7 4 1,1 2-70,-9-1 0,0 0-786,11 2 1,-1 2 145,-11 0 0,-3 4 1069,2 18 0,-34-5 0,-9 2 0,-9 4 0,1-1 0</inkml:trace>
  <inkml:trace contextRef="#ctx0" brushRef="#br0" timeOffset="41400">17286 11268 7533,'-37'-6'3276,"4"-1"0,23-1-1013,10-3-1454,25 3 91,-3-4-541,15 4 1,6 2-315,-5 3 0,1-1-1559,6 1 1,2 1 1063,3 1 1,0 2-1190,-10 4 1,0 1 1579,9 0 0,0 3 0,-3 7 1,-2 5-1,-1-1 0,0 0 1</inkml:trace>
  <inkml:trace contextRef="#ctx0" brushRef="#br0" timeOffset="42032">18380 10880 7533,'-18'-33'3238,"8"7"-2069,2 8-359,24 10-450,-4 3 44,15 3 1,3 4-225,3 3-512,-1-2 0,3 2 377,-1 8 0,0 4-501,-1-1 0,1 2 486,-5 0 0,1 2 0,-3-1-906,-2 5 1,-3 0 740,5 0 0,-5 2 45,-15-1 0,-2 0-214,11 17 214,-20-6 0,-8 1 135,-4-11 0,-3-2 77,-3 9 0,-3-2 147,-12-13 1,-3-4-135,8 0 0,0-3 45,-7-3 0,-1-3 0,0-1 0,2-1 0,5 1 0,1-2 454,-3-4 0,1-2-634,-3-3 1306,12-6-2835,17 6 403,31-5-673,7 5 1034,7 1 1,2-1-3,-13 0 1,-1 1 406,12 0 0,1-1 0,-5-1 1,2-3 29,-4 2 0,2-2 0,1 0 330,4-1 0,1 0 0,2-4 0,0-6 0,2-4 0,0-2 0,0 0 0,-8 5 0,-1 0 0,1-1 0,-1 1 0,1 0 0</inkml:trace>
  <inkml:trace contextRef="#ctx0" brushRef="#br0" timeOffset="42273">19191 10919 7533,'18'-19'0,"-1"-12"1799,-7-4-1080,-10-3 1170,-10 0-719,-23 11-361,4-5-225,4 18 1,-1 2-871,-12-2 645,-5 9 1,8 12-180,6 8 0,-1 6-45,6 4 0,-1 3-15,-2-4 0,-4 2 0,5 3-348,7 3 1,4 3 0,0-1 167,-3-4 0,0-2 0,3 2 0,6 3 0,3 1 0,3-1-435,6 8 1,2-3 224,-2-7 0,6-2 30,10-3 0,8-1 1,0-4 104,2-1 0,2-3-105,2 0 0,3 1 0,-1-2-397,5 1 0,1-3-308,6-3 1,0-2 719,-17-2 1,-2-1-496,6-2 0,-1-2-66,-7-2 0,-1 0 786,2-3 0,1 0 0,3 0 0,1-1 0,-2-2 0,0-1 0</inkml:trace>
  <inkml:trace contextRef="#ctx0" brushRef="#br0" timeOffset="42532">19791 11241 11041,'-10'-7'3276,"2"2"-975,8 10-1672,-8 20-1079,-1 15 360,3-12 1,2 2-1316,-1 5 1,2 1 639,2 0 1,2 0 764,-3 0 0,4-1 0,8-4 0,3-3 0,2-3 0,0 0 0</inkml:trace>
  <inkml:trace contextRef="#ctx0" brushRef="#br0" timeOffset="43899">21202 11409 7533,'10'27'1169,"-2"-8"-899,-16-7-90,-2-11 539,-8 11-89,9-11-720,1 5 540,0-1 179,-2 2-359,0 0 450,2 5 269,8-11-719,0 11 90,0-10 629,0-2-809,0-8 90,14-11 0,4-3-90,-3-10-601,8 6 1,3-4 600,0-5 0,-1-3-948,-4 10 1,0-1-1,2-1 858,0-1 0,1-1 0,1-1 0,-1 0-135,-1 0 0,-1 0 0,1 0 0,-1 1-392,8-6 1,1 1 0,-4 1 406,-7 3 0,-3 0 0,1 4-89,9-2 1,-5 3-62,-10-17 776,4 14-56,-16 11 1684,0 7-1775,0 7 981,0 6-1520,0 6 350,0 7-170,0 12 0,0 9 102,8-1 78,-4-4 0,1 2-516,4-1 1,0 2 335,4 14 0,0 4-209,-7-16 1,0 0 0,1 1 208,3 0 0,2 0 0,-1 0 60,1-1 0,0 1 0,0-1-686,6 13 1,1-4 355,-1-11 0,-1-4 180,9 15-2878,-9-24 2338,1-12-2737,-8-7 1763,-2-13 1724,-8-1 0,7-28 0,3 1 1</inkml:trace>
  <inkml:trace contextRef="#ctx0" brushRef="#br0" timeOffset="44599">19932 10029 7533,'-20'-13'-360,"-3"-12"2699,21 9-1440,-6-8-179,8 17-451,0 2-89,8 21 180,9 8 0,7 6 0,0 1-210,-6-3 0,-1 1 0,2 3-722,7 4 0,2 3 0,1 2 1,-2-1 638,-5-5 0,-2 0 1,-1 0-1,1 2 45,1 4 1,-1 2 0,0 1-1,-1 1-256,-5-6 0,0 1 0,-1 0 0,-2 1 1,0 0-387,-2-1 0,-1 1 0,0 0 0,-2 0 0,-2 0 485,-2 9 0,-2 2 0,-1-2 0,0-3 45,1 2 0,0-3 0,-4-2-30,-5-3 0,-2-1 0,0-3-367,-2 8 1,-2-1 426,2-14 0,-3 1 0,0 0 60,-1 3 0,0 1 0,-2-1-330,0-5 0,-2-1 0,0 1 150,1 1 0,-1 0 0,0-3-855,-10 5 1,-1-4-91,-3 3 1,1-4 135,-5 0 899,16-14 0,-3-3 0,-13-5 0,-4-3 0,8 3 0,1-1 0,-1 1 0</inkml:trace>
  <inkml:trace contextRef="#ctx0" brushRef="#br0" timeOffset="45200">15399 9719 7533,'-31'0'269,"1"0"1,-5 3 0,-1 5 90,0 5 0,0 6-1068,5-1 0,-2 3 1,3 4 1066,1 6 1,3 4 0,-1 2-723,3-6 0,-1 1 0,1 1 1,1 2 564,-3 4 0,1 2 1,2 2-1,0 0-94,7-7 0,1 2 0,0-1 0,1 2 0,0-1 17,-1 2 1,0 0 0,0 1 0,2-1 0,2 1 0,3 0 0,1 0 0,1 1 0,3-1 0,0 1-18,2 0 0,1 1 0,1-1 0,2 1 0,2-2-108,3 6 0,2 0 0,2-2 0,3 0 45,3 2 0,3-1 0,2-2 0,3-1-428,2-4 1,1 0 0,3-3 0,3-3-113,1-2 0,4-2 0,1-3 1,0 0 188,-6-4 0,0-1 0,0-1 0,2-1 1,0 0-127,2-2 0,3-1 0,-1-1 1,0 0-1,-2-1 432,-3 0 0,-2 0 0,0-1 0,3 1 0,8 2 0,4 1 0,-1 0 0,-2-1 0,0-1 0,1 1 0,-1 0 0</inkml:trace>
  <inkml:trace contextRef="#ctx0" brushRef="#br0" timeOffset="46222">22701 10106 7533,'-27'7'270,"1"4"2338,9 8-1934,20 4 1,7 4-270,7 14 0,4 3-1059,1-7 1,5 3 765,-4-6 0,3 4 1,0 0-1,-3-4-22,-1 1 0,1 1-15,-4-5 0,4 5 0,2 3 0,0 2 0,-1-1 0,-3-1-147,-3-2 0,-2-2 0,0 1 0,-1 1 0,2 1-153,2 2 0,2 3 0,0 1 0,0-1 1,0 0-1,-2-2-63,-1 0 0,1-1 0,-2-1 1,-1-1-1,0-2-372,3 12 0,-1-3 1,0-5-196,5-1 1,-3-6 854,-2 10 0,-18-42 0,-10-9 0</inkml:trace>
  <inkml:trace contextRef="#ctx0" brushRef="#br0" timeOffset="46639">22419 11887 7533,'8'-31'819,"0"0"0,6-1 0,5-4 0,7-3-410,-6 9 1,6-3-1,2-3 1,3-1-1,1-1 1,-1 1 0,-1 2-1,-3 2-876,4-5 1,-3 4-1,0 0 1,2-1-1,4-4 431,-6 7 0,2-2 0,3-3 0,1-1 0,1 0 0,1-1 0,-2 1 0,0 0 0,-2 3 1,-3 2 5,5-6 0,-2 2 0,-1 2 0,-1 0 0,-1 0 0,1-1-82,2-1 1,-1 0 0,0-1 0,0 1 0,0 0 0,-2 0-545,2-4 1,1 0-1,-2 1 1,-3 2 0,-4 6-399,2-8 0,-5 7 1054,3-3 0,-38 43 0,-5 13 0</inkml:trace>
  <inkml:trace contextRef="#ctx0" brushRef="#br0" timeOffset="47233">23848 11255 8792,'0'-21'3276,"8"3"-1515,1-1-1401,9 11-180,0-4-90,7 7-90,10-3 0,3 1 180,-3 1-360,-10 12-450,1 13 270,-22 14 1,-6 12 359,-13-18 0,-5-2-170,2-2 1,-2 0 258,-3 0 1,-3 3 0,1-2-643,-5 5 1,1-1 687,-6 4 0,0 1 899,-1 1 1,5-2-405,0 0-406,12-10 1,4-1-45,7-3-90,8-5 270,24-6 165,-18 4-165,33-9-1034,-19 4 854,7-6-1500,22 0 1320,-18 0-654,6 0 0,1 0-1504,11-6 1348,-14 5 1,-2 0-2430,5-4 3239,-5 5 0,-55 0 0,-9 0 0</inkml:trace>
  <inkml:trace contextRef="#ctx0" brushRef="#br0" timeOffset="47799">24642 11177 7533,'-18'-13'1799,"0"0"-720,8 6 0,3-4-179,7 3-270,7 1 89,11-5 181,25 0-586,-13 5 1,3-1-837,10-4 0,2 0 492,-11 7 0,2 1 0,0-1 30,2-1 0,1-1 0,0 1-600,2 3 1,1 1-1,-2 0 465,4-1 1,-4 0-1306,0 2 1,-5 2 180,-8 5 449,-9 1 810,-18 6 0,-41 6 0,12-9 0,1 0 0</inkml:trace>
  <inkml:trace contextRef="#ctx0" brushRef="#br0" timeOffset="47999">24642 11332 7533,'-8'20'0,"-2"-7"3058,-8-1-450,8-11-2158,3 5-180,14-6 1349,27-6-1439,-8 0 0,3-1-1122,14-3 0,2 0 1032,-8 0 0,0 0-270,1 0 0,1 1 180,-1 2 0,0 1-1509,-1-1 0,1 1 609,7 2 1,-2 1 899,-14 1 0,-3 4 0,7 28 0,-25 12 0</inkml:trace>
  <inkml:trace contextRef="#ctx0" brushRef="#br0" timeOffset="48623">25788 10983 7533,'0'-39'3276,"0"7"-6553,0 0 1305,0 18 3381,0-3-779,0 10-270,16-1 359,-5-3-179,16 8 0,3 4-1,11 5-228,1 2 0,1 4-131,-10 3 0,-2 3-90,2 1 0,-3 1-45,-2 1 0,-5 2-329,-7 0 1,-4 0 328,-2 3 0,-3 0-225,-7 20 180,-10-7-315,-4-15 1,-5 0 134,-6-3 0,-3 0-135,-3 5 0,-3-1 135,-8-2 0,-2-1-45,8-2 1,0-2-1,-4 0 0,1-2 45,7-6 0,2-1-270,-15 9 3490,11-17-3400,24 5 1,3-6-451,14 0 1054,11 0-1233,10 0 584,0 1 0,2-2-250,-2-4 1,1-2 384,12 1 1,4-2 269,-6-3 0,1-4 0,1-2 0,-6 0 0,1-1 0,0-3 0,2 1 0,-1 0 0,0 0 0,1 0 0,-1 0 0,0 0 0</inkml:trace>
  <inkml:trace contextRef="#ctx0" brushRef="#br0" timeOffset="48873">26564 11061 7533,'19'-34'329,"-1"1"1,-3 1 0,-4 2 389,-8 4 1,-6 1 89,-10 3 1,-7 3 44,-12-1 1,-7 7-166,5 8 1,-3 5 0,0 5-592,-3 8 0,0 7 0,3 3-8,4 2 0,2 3 0,4 1 0,-2 10 0,8 3-270,7 7 0,12-1-225,16-17 1,3-1 359,-11 3 0,4 0-735,15-7 1,10-1-1,1-2-313,-5-4 1,0-2 0,1 1 946,5 1 0,0 0 1,1 2-1,0 0 1,-1 2-1,-3 0 1,2 7-1,-1 0 1</inkml:trace>
  <inkml:trace contextRef="#ctx0" brushRef="#br0" timeOffset="49240">26758 11358 7533,'8'-19'2518,"2"-1"-1079,7-6-1079,-7 6 360,6 2 89,-6 5-89,23-1-270,4 7-271,-11 1 1,1 1-161,3 3 0,1 2 26,-3-1 0,-1 2-90,0 4 0,-1 3 63,17 12-918,-24 6 271,-3 6 359,-24 7-90,-9 1 405,0-14 0,-2-2-366,1-6 1,-1-2 50,-16 16 1079,7-6 1,-1 0 269,8-9 1,1 0-541,-7 13 1,1 1-135,7-11 0,5-1-405,4 14 0,18 5-971,11-11 881,1-13 0,3-2-810,3-5 1,1-2-51,1-1 1,-1-2 949,0 1 0,-1-6 0,8-16 0,-1-8 0,-1-1 0,0-1 0</inkml:trace>
  <inkml:trace contextRef="#ctx0" brushRef="#br0" timeOffset="49755">27658 10106 7533,'17'-15'3276,"9"4"-2325,17 28-2934,-4-1 2387,-14 1 1,1 3 0,3 8 0,1 6-68,-7-6 0,2 4 1,0 2-1,-2-2-770,2 4 1,-2 0-1,2 2 613,-3-4 0,3 2 0,0 2 0,-2 0 0,-5-1-442,-3 12 0,-6-1 1,1-1 380,4-3 1,1-1 0,-3 1-60,-6 1 0,-4 0 0,-2 0-443,-4-3 1,-2 0-1,0-2 383,1 7 0,-2 1-27,-2-12 1,-3 5-1,-2 2 1,-1-2 0,0-4 85,-3 5 1,-2-5 0,0 3-17,1 2 0,-1 2 0,0 0 1,-2-5-44,-3-1 0,-1-5 0,1 0-420,4-4 0,0-1 0,0-2-75,-10 5 1,-1-4-271,2-6 1,0-3-875,-1 4 1,1-2 1430,-9-3 0,10 1 0,1 0 0,-9 2 0</inkml:trace>
  <inkml:trace contextRef="#ctx0" brushRef="#br0" timeOffset="50515">22613 10093 7533,'-27'-7'479,"-1"-1"1,-2 0 0,1 5-30,-8 20-717,12-7 0,-1 2 536,3 11 1,1 4-1142,-1-1 0,1 1 962,-1 1 0,3 3 299,8 3 1,4 5 0,0-3-75,-1-1 0,1 0-195,4 2 0,1 3 0,2-1 90,0-5 0,1-2 0,1 2-1,3 8 1,2 2 0,0 1-210,-3-7 0,-1 1 0,1 1 0,0 1-265,3 1 0,1 2 0,0 0 0,-1-1 310,-1 1 0,0-1 0,-1 1 0,0-1-498,-1-2 1,-1 1 0,0-1 0,0-2 542,1 6 0,0-2 0,-1 1-135,0-2 0,-1 2 0,1 0 0,1-5-270,2-3 0,1-3 1,1 1 284,2 13 0,2 1 0,4-5-480,3-12 0,2-4 1,3-2-256,11 10 1,4-4 179,5-7 0,2-3 585,-13-7 0,1-1 0,-2-2 0,7-3 0,-1-2 0,1-1 0,0 1 0</inkml:trace>
  <inkml:trace contextRef="#ctx0" brushRef="#br0" timeOffset="51522">28769 11512 7533,'-43'-6'1529,"6"-1"-989,1 0-361,19 2 1440,9-1-1259,8 5 900,0-5-631,16-11-2055,7-12 0,5-4 1516,-7 9 0,1-1 30,4-7 0,3-5 0,-2 5-398,-3 7 1,-1-1 337,4-9 0,3-7 0,-3 5-105,-1 6 0,-1-2 135,-3 0 0,3-6 0,-2 0 0,-3 7 90,-2 6 0,-2 1 149,2-13 1,2-4 0,-1 10 929,8 10-899,0-18-45,-10 56 0,0 14 44,1 4 1,-1 6-300,-2 2 0,0 5 0,0 1 510,-2-10 0,1 2 0,-1-1 1,0 0-481,3 7 0,-1-1 0,-1-3 181,-1 8 1,2-4-1127,5-7 1,-1-6-1844,-6-3 1059,7-11 1,2-1-1639,-3 7 3274,7-17 0,7 15 0,4-9 0</inkml:trace>
  <inkml:trace contextRef="#ctx0" brushRef="#br0" timeOffset="51690">30445 11384 7533,'10'-13'3276,"-3"0"0,-7 6-5331,8 1 616,2 6 1439,8 0 0,7 12 0,3 2 0</inkml:trace>
  <inkml:trace contextRef="#ctx0" brushRef="#br0" timeOffset="51857">30956 11461 7533,'18'-7'1889,"-8"1"-2249,5 6 360,-5 0 0,16 11 0,1 4 0</inkml:trace>
  <inkml:trace contextRef="#ctx0" brushRef="#br0" timeOffset="52089">31380 11487 7533,'40'-13'779,"0"0"1,-8 6-1,-1 0-1094,-1-3 1,-2 2-1125,18 7 89,-1 7 2250,-10 2-900,-17 11 2249,-11-12-2249,1-1 0,2-29 0,8-6 0</inkml:trace>
  <inkml:trace contextRef="#ctx0" brushRef="#br0" timeOffset="68039">2452 14365 7533,'10'-7'-1350,"13"-11"2430,5 4-900,1-12 269,12 6-179,-29 2-360,11 5 0,-21 5-269,6 3 449,-8 5 89,0 0 181,0-6-180,0 4-90,0-3 360,0 5 90,-8 0 269,6 0 1,-5 0-361,7 0 91,-8-6 0,-10-1-180,-17-12-495,7 10 0,-5 4 15,-8 8 0,-6 6 0,0 7-319,13 0 1,-1 4-1,0 3 1,0 3-1,-1 2 464,5-2 1,0 2 0,-1 2 0,0 1-1,1 2 1,1 1 0,2 0-97,0 2 0,1 2 0,1 0 0,1 2 0,2 0 0,1 0 0,2 1 206,0 5 0,2 1 0,2 1 0,2 0 0,3 0 0,2-2-63,2 4 0,2-1 0,3-1 0,4-1 0,4-2-167,7 1 0,5-1 1,4-4-1,4-3 117,-1-7 1,3-3 0,3-3-1,2-6-157,5-5 0,3-6 0,0-3 1,-2-1-65,0-3 1,-1-2 0,-1-4-102,-1-3 0,0-3 1,-1 0-1340,13 0 1,-3 2 1614,-14 1 1,0 1-1,9 5 1,-3 4-1,-4 13 1</inkml:trace>
  <inkml:trace contextRef="#ctx0" brushRef="#br0" timeOffset="68589">3087 15152 7533,'-19'-22'1092,"1"1"0,-8-7 0,3 4 129,9 14-52,-25-14-809,27 17-360,-21 1-360,-11 18 135,21 9 1,-1 6 104,1-3 0,-1 3 0,3 2 15,5 8 0,4 4 0,1-1 284,-2 2 1,1 0 0,3-2-90,2 2 0,6-3 45,10 4 0,6-8-45,7-12-90,1-4 0,5-2 180,17-8-90,0 2 135,-16-18 0,0-9 89,-4-7 1,-3-6-90,6-10 0,-3-2 90,-1 0 0,-4 2-135,-10 7 0,-1 6-90,7 8 405,-16 30-945,3 15 0,2 2-90,-3 12-553,10-2 1,6 7 0,-1-8 436,0-2 1,17-1-1,5-11 1,8-40 0</inkml:trace>
  <inkml:trace contextRef="#ctx0" brushRef="#br0" timeOffset="68972">3404 15217 7533,'-19'-15'3276,"3"4"-1605,8 11-682,-2 0-449,1 6 180,1 12-990,8 21 270,0 8-90,-1-15 0,2-1-188,6-4 1,1-1-308,-7 4 0,2-2 360,16-4 1,2-2-1305,0 16 719,22-18 360,-7-26 270,-9-9-45,-2-22 225,-15 13 0,-2-2-313,5-9 0,0-2 493,0-9 0,1 0 89,0 8 1,-1 2-135,-3-2 0,-2 3 45,-4 8 0,0 2 981,0-2 0,0 1 458,-2-14-449,6 15-451,-8 25 367,7 19-906,3 20-91,-1-11 1,0 2-673,0 8 0,-1 2 493,1 4 0,0 2-652,-1-14 1,1 1 0,0-1 336,-1 15 0,3-2 405,7 0 0,5-7 0,-2-17 0,3-6 0,8-4 0,-1 0 0</inkml:trace>
  <inkml:trace contextRef="#ctx0" brushRef="#br0" timeOffset="69599">6068 14972 7533,'-8'-28'0,"-2"4"2608,-7 11-1798,-9 6-450,-1 1 449,-1 1 1,-13 3-541,4-4-89,11 11 0,-1 2-849,-18 1 669,2 16 180,21-9 0,1 2-90,-2 7 0,0 4-45,-3 7 0,0 2-629,2-6 1,2-1 583,3 1 0,3 0-135,6-3 0,3 0-233,2-1 0,2 0 323,2 6 0,2-1 45,7 13 90,9-13-383,11-2 293,-8-16 0,3-1-225,-2 2 1,3-2-490,13 1 0,2-4 264,-2-5 1,1-3-151,-5 0 0,3-2 1,-1-2 599,14-4 0,0-6 0,-12-5 0,2-5 0,-2-1 0,2-4 0,-1 0 0,1-1 0</inkml:trace>
  <inkml:trace contextRef="#ctx0" brushRef="#br0" timeOffset="69991">6491 14998 7533,'-43'-13'1638,"17"7"0,-1 4 0,-4 10 0,-1 7-1227,-4 15 1,2 5-691,9-7 0,3 4 129,5 5 0,2 5 0,6-2-255,5 5 1,6-1-36,0-9 0,3 2 1,5-3-281,18 8 1,5-7 629,-9-12 0,3-8-225,15-16 0,-2-10 585,-8-6-1909,-3-17 1,-1-4 1758,-7 4 269,-7 4 1,0-5 0,-1 5 342,7-4 212,-10-5 1,-3 0 1405,1 9-1181,-8 10-1439,0 52-765,4-6 1,0 4 854,-1 0 1,4 0-149,10 6 0,7-6 328,6-15 0,3-11 0,1-24 0,-2-12 0,-6-2 0,-1 1 0,1-1 0</inkml:trace>
  <inkml:trace contextRef="#ctx0" brushRef="#br0" timeOffset="70240">7003 14288 7533,'-10'-35'3276,"-6"10"-436,6 37-1536,1 17 1,1 9-946,2 3 1,2 3-883,1-4 1,0 4 0,1-1 642,1 0 0,1-1 0,1 1-478,3 2 1,2 0-1,0 1 388,-3 4 0,0 0 0,3 0 30,3-3 0,3-1 0,0-1-420,-3-5 0,-1-1 1,2-2-181,7 10 0,2-6-450,-1-15 1,-1-4-180,2 13 0,13-21-990,-20-7 2159,5-2 0,-9-45 0,-8 15 0,0 0 0</inkml:trace>
  <inkml:trace contextRef="#ctx0" brushRef="#br0" timeOffset="70822">7832 14984 7533,'-16'-31'1169,"12"15"-449,-12-7-1,-7 16 181,1-12-676,-2 14 1,-3 2 1035,-18-9-2018,0 18 1118,2 1-156,16 11 0,3 6-69,8-4 0,1 3-225,-7 11 0,3 2 180,8-4 0,4 0-180,2 4 0,0-1 90,-3 13 0,10-20 0,4-1-450,12 12 90,-2-16 1,3 0 134,3 0 0,1 0 90,3-3 0,1-2 45,3-3 0,1-4-1034,0-3 0,1-3 1124,2-1 0,2-8 0,-5-14 0,1-10 0,-1-2 0,3-3 0,-1 0 0,0 0 0</inkml:trace>
  <inkml:trace contextRef="#ctx0" brushRef="#br0" timeOffset="71188">8096 15088 7533,'-10'-8'2878,"-13"2"-899,3 6-720,-7 0 0,-6 6-359,13 13-900,-5 3 360,7 21-540,8-3 270,5-15 0,2 2-437,5 1 0,4 1-103,1-5 1,4-1-1,4 1 0,5-4-315,5-5 1,3-4 134,-1-3 1,1-3 89,6-3 0,0-4 225,-6-5 1,-1-4 224,5-5 0,-3-2 0,-9 2 0,-3-1-45,-3-5 0,-2 0 405,11-16-180,-16 12 0,-2 0-45,4 2 0,0 0 1383,-2-20-259,-7 12 1530,-7 18-1710,-3 2 360,-8 30-629,8 3-360,2 3 0,1 3-360,5 20-93,1-16 1,2 1-403,2-5 1,4-1 44,7 4 0,5-3-1189,2-5 1,3-4 1605,-2-2 0,3-6 0,19-18 0,2-12 0,-4-5 0,0 0 0</inkml:trace>
  <inkml:trace contextRef="#ctx0" brushRef="#br0" timeOffset="71782">8961 14223 7533,'-10'-25'1259,"0"1"0,-14-12-179,22 25-811,-5 9 91,7-4 180,0 12 0,0 13 449,0 26-629,0-2-873,-1-14 1,2 3 692,2 8 0,1 1-885,1-9 1,0 1 794,0 13 0,0 2 90,3 1 0,0 1-90,-5-14 0,0 2 0,1 1 29,1 8 1,1 2 0,0-2-60,0-10 0,0-3 0,0 3-300,2 12 0,1 2 1,-1-8-76,-2-15 0,0-2 135,6 19 0,0-2-199,-3-5-700,9-4 539,0 5-989,-1-14 90,1-6 809,-8-12 1,13 5-270,-11-5 1348,21 6 0,3 0 0,9 0 0</inkml:trace>
  <inkml:trace contextRef="#ctx0" brushRef="#br0" timeOffset="72282">9631 15126 7533,'0'-26'2069,"-8"1"-1260,-2-1-359,-7 0 449,7 0-359,-6 1 0,6 4-360,-7 2 179,-17 12-269,5 7 270,-14 13-1300,15 8 940,-5 5 45,19-6 0,1 2-357,-5 1 0,0 2 267,0 9 0,1 2 135,3-3 0,1 0 0,-2 2 0,4 0 45,9-5 0,2-1-180,-1 0 0,4-1 90,11-1 0,5-2-270,-1-4 0,2-2-386,17 7 701,4-14-810,-6-12 451,10-6 44,-18-1 0,-1-5 135,2-8 0,-3-4-45,-1-5 0,-3-3-415,2-5 1,-3-3 549,-1 1 0,-2 1 450,-7 4 0,-1 2-56,0 2 1,-2 2 1134,-7-5-581,0 14 671,-8 14-563,-2 22-697,-7 16-179,-1 3-90,8 2 0,2 1-1709,-1 7 1394,3-8 0,4-1-2536,18 8 2131,-5-11 1,23-10-1537,-7-17 1356,-2-8 1,1-4 89,5-9 720,-6 4 0,-1-6 0,-9-12 0,-5-7 0,1-2 0,4-3 0,0 0 0,0 1 0</inkml:trace>
  <inkml:trace contextRef="#ctx0" brushRef="#br0" timeOffset="72499">10107 14119 7533,'-20'12'3276,"-3"14"-1901,17 1 0,2 3-2130,-1-1 1,0 4 686,3 1 1,-1 7 0,2 1 0,0-2-1026,0 3 1,1-1 0,1 3 978,-1-6 0,2 3 0,0 1 0,-1 0 0,1-2-359,0 3 1,1-2 0,-1 0 0,1-1 12,1-1 0,0 0 1,1-2-1,0 0 100,0 7 0,0-2 1,2-2 41,4-2 1,1-2 0,-1-5 0,2 7 0,11-13 0</inkml:trace>
  <inkml:trace contextRef="#ctx0" brushRef="#br0" timeOffset="72649">10107 15139 7533,'-9'-49'764,"0"0"1,1 15-1,-1 0 1,1 1-46,2-8 1,0 2-138,-4 0 1,5 2 226,11 7 1,3 2 629,3-12-919,6 17 0,5 3-925,-1 6 1,1 1 404,0-1 0,1 2-1021,6 4 0,-1 3 302,0 0-361,4 1 1,-1 2 180,1 0 899,0-1 0,1 1 0,11 13 0,-18-4 0,-1 0 0</inkml:trace>
  <inkml:trace contextRef="#ctx0" brushRef="#br0" timeOffset="73224">10777 15307 10231,'0'-7'720,"16"-10"-360,11 2-181,-4 0 1,0-1-1138,14-11 1003,-16 11 0,-1 0 90,-1-2 0,-3-1-225,6-10 90,9-3-180,-13-3 145,-6 0 35,-12-5 0,-20 3 45,-3 25 0,-5 4 0,1 0 0,-1 3 3,-10 2 0,-2 6 177,-4 9 0,0 6-750,13-1 0,1 4 1,0 0 614,2-1 0,1 0 0,2 3 45,-7 13 0,3 2-105,2 3 1,3-1 149,8-11 0,3 0-177,-2 11 1,4 1-94,8-6 1,6-2 89,11 2 0,6-2 44,5 4 1,5-2-270,7-7 1,6-5 104,-10-8 0,2-3 0,1-2-915,-1-3 0,1-3 1,1 0 674,3 1 0,1-1 0,1-2 360,1-3 0,1-3 0,0-2 0,3-4 0,0-3 0,1-2 0,-11 2 0,1-1 0,0 1 0,-1-1 0</inkml:trace>
  <inkml:trace contextRef="#ctx0" brushRef="#br0" timeOffset="73923">13053 15139 7533,'-8'-27'1079,"-10"-3"630,-17 10-1035,5 12 1,-1 1-405,-10-5-329,12 11 0,1 2 328,-7 11 271,-6 9 0,-2 7-495,11 4 0,1 5-105,1-3 0,-1 3 0,8 1-90,14-1 0,7 1 0,1-3 195,-5 5 0,8-3-180,21 5 0,11-7-225,3-20 1,6-7 89,-5-2 0,2-3 0,0-5 240,5-12 0,1-7 0,-4 0-431,2 2 0,-4-5 401,-10-4 0,-2-5 0,-5 0 464,-3-10 1,-3 2-315,-1 13 0,-3 1 944,0-15 1,-10 13 944,-28 45-1709,3-5-315,4 12 0,3 9-1594,8 14 1,4 1 328,-2-18 1,2 1 709,6 9 0,3 5 1,1-10-307,4-6 186,14 5 1,7-2 719,0-18 0,1-9 0,4-8 0,0-7 0,2-12 0,-1 1 0</inkml:trace>
  <inkml:trace contextRef="#ctx0" brushRef="#br0" timeOffset="74182">13582 14559 6199,'-8'-42'0,"-2"6"3276,-7 29-602,7 1-1909,-6 12-585,14 7 204,-6 7-24,1 23-270,5-15 0,2 3-227,-4 10 1,0 3-44,3 3 0,2 3-403,-2-13 1,1 2 0,1-1 162,1 3 0,1 0 1,0 1 299,-1 1 0,1 1 0,1-1-360,1-1 0,1-1 1,1 0-76,1-2 0,0 0 1,2-3 149,2 7 0,3-5-270,2-7 1,1-5 44,10-2 270,-3-18-1017,1-17 1377,-15-9 0,8-16 0,2-7 0,-12 11 0,1 0 0,0 0 0</inkml:trace>
  <inkml:trace contextRef="#ctx0" brushRef="#br0" timeOffset="74372">13952 14378 7533,'10'-47'449,"-10"15"2827,-10 32-525,-7 32-2122,4-5 1,0 4-1128,3 12 1,1 5 676,0-11 1,0 2 0,1 1-559,4 2 0,1 2 0,0 0 499,0 5 0,0 0 0,2 1-778,1 0 0,3 0 0,1-1 688,3-4 0,2-1 0,1-1-870,-2-1 1,1-1 0,3-3 479,10 0 0,-1-3-945,-7-3 1,0-3 1300,6-8 1,1-3 0,8 9 0,14-2 0</inkml:trace>
  <inkml:trace contextRef="#ctx0" brushRef="#br0" timeOffset="74934">15363 14959 7533,'-16'-19'1439,"-1"1"0,-12-17-945,4 20 1,-1 3 315,-4-5-810,-3 40 0,8 11 180,14 0 0,2 8-651,2-8 1,0 4-1,0 1 1,3-1 560,2 4 0,2-1 0,0 1-150,-4 7 0,1 1 0,4-5 60,8-5 0,5-5-167,-2-5 1,4-4 76,8-7 0,5-2 0,1 4 0,2-5-45,0-9 0,-1-6 135,0-8 0,-1-5-45,-1-11 0,-5-6 0,-8-6 0,-3-3-239,-1 7 1,-1-1 0,-3-1 283,-4-1 0,-4-1 0,-2 0 0,0-14 0,-3-1 0,0 16 0,-1-1 0,-3 3-444,-15-9 1,-3 3 533,12 7 0,-1 3 0,-9 8 0,1 3 1469,4-2-1199,-13 12-2413,21 13 1333,12 14 720,27 13 0,2-11 0,3 0 0,4 1 0,1 0 0</inkml:trace>
  <inkml:trace contextRef="#ctx0" brushRef="#br0" timeOffset="76050">16316 14223 7533,'-18'-27'629,"1"-3"451,7 21-1,-6 3-269,6 25-271,1 25-179,4-7 0,2 4-1311,2-6 0,1 3 1,1-1 980,-1-3 0,-1 0 0,2 0-30,1 3 0,1 0 0,0 1 89,0 5 1,0 2 0,0-3-60,1-7 0,-1-2 0,0 1-393,0 10 0,0 3 0,-1-2 333,1-2 0,-1-1 0,1-2-588,2 7 1,0-1 647,-2-6 0,0 0 0,0-2-795,6 2 1,-2-3-106,-6-5 1,0-3 689,7 15 1289,-8-19-1379,0-18 559,-8-19-199,-2-21 0,2 8 0,-1-3-311,-1-10 0,2 0 221,3 8 0,0-2 180,0-2 0,-1-4 0,2 2 735,2-4 1,2 1-617,-2 0 1,1-2 0,4 2-120,12-9 0,3 4-90,-8 6 0,3 3-135,21-1 0,5 4 45,-11 11 0,1 2-519,3-1 1,0 1 518,-2 6 0,-1 0-45,5-4 0,-1-1-332,-4 4 0,1-1 287,-2-2 0,2-2 0,-2-1 180,1-3 0,-3-1-135,2-7 0,-5-1 1227,-12 5 1,-3 0-823,1-1 0,-2-1-90,-6 3 0,-2 0 89,-2 1 1,-2-1-90,-3 0 0,-1 0 1103,-11-19-923,-5 11 1618,-1 16-1709,6 24-808,-13 8 415,14 24-236,-2-7 0,0 6 180,10-6 0,2 2 0,0 2-672,-3 8 0,0 3 1,1 1 626,3-8 0,1 1 0,1 1 0,1 0-383,1-1 1,1 1 0,1 0 0,1 0 404,3 1 1,2 0-1,1 0 1,0 0 134,1-3 1,0 1-1,2-2 1,1 0-348,7 7 1,2-1 0,1-2-6,-2-8 0,0-1 1,2-3-71,11 8 1,1-7 39,-7-13 0,-1-3 180,20 4 864,-2-37-594,-19-22-225,-1 9 0,-1-4 664,-9-6 1,-2-1-530,4 5 0,-1 1 854,-7-3 1,0 2 627,3 9 0,0 3-313,-6-14 1340,5 20-1519,-7 13-199,0 30-431,0 10-675,3-6 0,2 3 437,2 4 0,4 0-392,5-2 1,3 0-811,2 3 1,3-2 89,5-3 1,3-3-361,-1-1 1,1-2 1349,-2-2 0,2-2 0,6-6 0,1-3 0,-3 0 0,0 0 0</inkml:trace>
  <inkml:trace contextRef="#ctx0" brushRef="#br0" timeOffset="76850">17463 15307 7533,'0'14'2878,"0"3"-2248,15-9 89,5-1-539,4-3 0,3-2-90,20-14-716,-17 9 0,1-2 761,-9-6 0,1-3-180,6 0 0,0-3-180,-4-7 0,-3-4 135,6-1 0,-3-2 45,-5-4 0,-4-1-48,-5 1 1,-5 0 272,-3 2 0,-6 0-180,-7 0 0,-5 2 269,2 4 1,-4 2-180,-7 7 0,-3 3 90,-10-3 90,2 12 90,-6 12-180,27 6-90,-17 3-333,21 21 153,-3-14 0,0 2-225,7-1 1,1 3-1,-5 18 0,4 2 180,13-11 0,2 0-449,-8 5 0,2-1 584,11-7 0,3-2-90,-4-2 0,1-1 358,7 1 0,3-1-358,10 6 0,1-2 180,-10-9 0,-1-4 109,1-3 1,1-5-155,4-4 0,-3-6-45,-2-12 314,5 4 1,-3-4 45,-15-21 540,4-6 329,-16 6-239,0 8 1054,0 6-1684,-8 12 258,6 1-168,-6 6-90,0 0-1170,6 0 810,2-6-360,10 5 180,15-16-89,19 2 359,-22 3 0,3-2-461,16-4 1,2-1 415,-10 2 0,0 0 15,0 2 0,3-1 0,-3 2-780,5 0 1,-1 1-541,2 0 1,0 2 314,-7 5 1,-3 4 944,16 8 0,-17 20 0,-13 14 0</inkml:trace>
  <inkml:trace contextRef="#ctx0" brushRef="#br0" timeOffset="78005">20832 14933 7533,'-22'-25'1092,"0"-1"0,-3 7 0,-3 3 58,-2-2 1,-2 10-1601,-11 23 0,0 17 427,17-7 1,1 5-1,0 3 1,3 2-473,1 1 0,2 3 0,0 2 0,2 0 0,0 0 549,3-1 0,0 1 0,1 0 0,2-1 0,1-1-32,-1 2 1,1-2-1,2-1 1,5-1 97,5 5 0,5-1 0,8-9 485,15-9 0,8-13-935,-3-14 0,2-8 1,1-7 149,-2-3 0,1-5 0,-1-5 0,-2-3-65,-3-1 1,-1-4 0,-1-2 0,-2-1 0,-3 2 401,3-4 0,-3-2 1,-3 3-1,-8 5 383,-6-8 0,-12 18-91,-14 38 1,-9 17 0,-2 7-199,3-1 1,-3 7 0,0 3 0,1 4 0,2 0-124,8-9 1,0 1-1,1 3 1,0 0-1,2 0 1,1 0 0,1 0-174,-2 5 0,2 1 0,1 0 0,1-1 0,3 0 0,2-2-117,2-1 0,2 0 0,3-1 0,3-3 0,4-3 12,10 9 0,7-5 1,6-12-216,0-15 0,5-8 1,0-5 34,-2-4 0,1-5 0,-2-1-210,9-6 1,-3-1 779,-4 3 0,-2-2 0,-8-2 1,0-1-1,6-5 0,0 0 0</inkml:trace>
  <inkml:trace contextRef="#ctx0" brushRef="#br0" timeOffset="78405">21378 15101 7533,'-17'-19'0,"-1"5"2878,8-5-449,-21 11-1800,9 2 91,-21 24-180,8 4-271,16 9 1,3 5-1569,-3-2 0,2 1 1029,6 12 0,3 2 90,-2-3 0,4-2 5,11-1 1,6-1-456,0-7 1,3 0-1,4-5 225,12-4 1,5-4-189,4 8 0,2-9 323,3-26 0,-2-12 360,-8 2 0,-3-5 180,1-10 0,-3-4-587,-2-4 0,-3-2 857,-5-4 0,-1-2-91,0 0 1,-1 0 359,-3 0 1,-2 2-405,-7 10 0,-1 2 719,2 5 0,-4 3 1076,-10 4-221,6 20-1337,-13 26-597,9-2 0,2 4-495,-1 4 1,0 2-209,0 10 0,2 1-332,2-2 1,2 0 389,3-10 1,2 2-1,0-1-839,3 13 0,2-3 1552,-1-5 0,7-5 0,6-10 1,5-4-1,1-2 0,14 1 0,1 1 1</inkml:trace>
  <inkml:trace contextRef="#ctx0" brushRef="#br0" timeOffset="79099">22348 15345 7533,'-9'-41'3276,"-7"-6"-1335,6 19-1761,0 1 89,-5 3 91,5 11-989,-16 6 539,-9 1-180,-10 17 540,19-2 0,-1 3-360,0 3 1,1 3 313,3 3 1,1 2-135,0-1 0,1 2-135,2 4 0,3 1 180,1-2 0,2-1-172,2 3 0,5 0 37,7 0 0,6-1 90,0-3 0,5-2-180,11 3 0,5-3-45,2-7 0,3-4-550,2-1 0,2-3 595,6-8 0,1-6 45,0-7 0,0-6-482,-6-2 1,-2-5 496,-7 3 0,0-3 0,-2-1-480,-5 1 0,-1-1 0,-2 1 555,2-8 0,-3 0-90,4 3 0,-4 1 107,-12 2 0,-3 0-62,2 1 0,0-1 683,1 1 1,-4 2-324,-10-7 1910,-2 21-1641,-23 22 91,12 9-360,-21 7 1822,31 5-2272,-21 5-1079,28 4 674,-8-16 0,1 1-989,9 0 0,2 0 314,-8 19-1258,24 0 1528,3-12 90,1-19 1,3-2 539,4-2 1,-1-2 328,14-1 1,-5-15 0,2-7 0,-9-2 0,1-1 0</inkml:trace>
  <inkml:trace contextRef="#ctx0" brushRef="#br0" timeOffset="79472">22789 15384 7533,'5'-33'1092,"0"0"0,0 6 0,-2 3 2184,-11-8-1373,-2 19-1543,1 19-450,-7 8-540,14 35 630,-6-23-270,6 0 0,4 1-1259,22 6 360,13-4 1124,-15-14 0,3-6-405,9-14 0,-1-7 271,6-5-859,-14-5 0,1-7 0,-3 2 948,-6 7 1,0-2 208,4-11 1,3-6 0,-5 4 105,-7 11 0,-2 1-45,4-18 0,-3 3 1259,-3 9 1170,-8 5-1800,0 18 91,-8 35-721,6-10-539,-5 21 1,-1 8-451,6-9 1,2 0 490,-5 1 0,2 1-221,7-4 0,2 1 0,0-6 2566,-3 4-3016,10-7 1,6 4 0,-4-7-540,1 1 1529,11-4 0,3-11 0,-7-29 0,-1-12 0,9-3 0,1 0 0</inkml:trace>
  <inkml:trace contextRef="#ctx0" brushRef="#br0" timeOffset="79905">23724 14365 7533,'-8'-27'1638,"1"0"0,-5 12-2194,-2 37 1,2 13 555,6-6 0,3 4 30,-1 10 0,1 7 0,2-5 273,0-11 0,2 0-573,0 3 0,1 5 0,0 3 0,1-1-427,0 0 0,2 0 0,0 0 0,-1 2 75,0-3 0,-1 1 1,1 1-1,0 0 1,1-1 171,3 7 0,1 1 0,0-3 1,-2-5 329,-2-3 0,0-4 0,-3-11 87,-2-16 33,-4-42 225,-14-9 0,-3-8 404,10 12 1,2-1 0,-1-3 189,-1 2 0,-1-3 0,1 0 0,0 0 0,3 2 0,0 0 0,2 2 0,1 1 273,-1 0 0,2 1 0,6 6 112,12-1 1,5 10-845,5 20-90,16 0 0,8 2-750,-13-1 0,2 0 1,-1 1-152,-4 1 0,1 0 1,2 0 0,6-2 0,6 0 1,-2 0-1,-8 0 635,-7 0 0,-1 0 0,5-2 0,6-1 0,1 0 0,-3-1 0,-3 0 0,-1-1 1,1 0-1</inkml:trace>
  <inkml:trace contextRef="#ctx0" brushRef="#br0" timeOffset="80367">24518 15178 7533,'-25'-19'3276,"5"5"-616,-5 1-3919,15 13 989,2 24 0,7 0 0,2 4 420,-1 4 0,0 3 0,0 0-330,0 5 0,0 0 4,0-5 0,0 1 0,0-4-184,-1-4 0,2-2-180,1 0 1,4-1-450,11 8-1,3-14-269,21-42 899,-12 4 315,-6-7 0,-2-2 45,6-7 0,-6-2 0,-1-4 0,-1 0 0,-1 0 0</inkml:trace>
  <inkml:trace contextRef="#ctx0" brushRef="#br0" timeOffset="80682">25118 14598 7533,'5'-28'839,"0"1"1,3-7-1,-1 1-479,-5 3-270,6 2 0,0 2 3186,-6 9-1785,-2 40-1176,-8 0 0,-2 5-225,4 3 0,-1 3 0,1 3-381,-2 0 1,-1 1 0,0 2-1,1 0 178,3 1 1,0 0 0,1 0 0,-1 0 112,-2-3 0,0 0 0,0 1 0,2 1-563,3 8 1,1 3 0,2-2 0,-1-7 337,0-4 0,2-1-595,2 0 1,3 5 0,0 0 0,1-8 479,1-9-1,1-2-648,11 25 0,-1-7 989,-6-22 0,10-7 0,-24-34 0</inkml:trace>
  <inkml:trace contextRef="#ctx0" brushRef="#br0" timeOffset="80866">25047 15126 7533,'-8'-26'1349,"-1"-11"-270,-9 9 2197,0-10-1245,9 24-1491,1 3 899,23 5-989,5 4-270,4-3 0,3-1-630,20 4-939,-9-3 0,0-1 1344,-10 5 0,1 0-1048,8 0 1,4-2 0,-3 2-508,-5 0 1,-1 2 1599,14-1 0,0 0 0,-20 0 0,-1 0 0,20 0 0</inkml:trace>
  <inkml:trace contextRef="#ctx0" brushRef="#br0" timeOffset="81257">25753 15217 7533,'0'-15'3276,"0"-2"0,0 16-2363,0 12-1003,0 5-135,-7 15 1,-2 4 44,-3 5-911,4-7 0,-1 6 1,1-3 1000,3-9 0,0 0-510,-1 10 1,1 5-1,0-6 240,3 11-944,-2-4 0,1-3 854,3-15 90,7 5 360,3-25 0,24-39 0,-16 12 0,1 1 0</inkml:trace>
  <inkml:trace contextRef="#ctx0" brushRef="#br0" timeOffset="81674">25982 15423 9871,'-8'-14'2699,"6"-3"-2339,2 15 719,49-4-1079,-21 6 30,2-2 0,7-2 0,0-1-120,9-4 0,0-2-578,-2 1 1,0-2 607,-8 3 0,1-3 0,-4-2 208,1-12 0,-6-4 167,-4 0 0,-6-3 269,-4-10 1,-13 2-1,-20 15 1,-7 5-360,7 3 0,-3 6 225,-21 14 0,-2 13-1,11 10 1,1 8-259,3-5 1,-2 3 0,4 3-282,5 5 0,4 3 0,6 0-634,6-6 1,5 0 0,3-2 588,5 10 0,10-5-465,6-14 0,7-2 1,2-3-241,2-3 1,1-2-1,-1 0-15,7 6 1,1-2 374,-6-8 1,2-3-1,-6-2 480,9-1 0,-10-11 0,0-5 0,-3 0 0,-1 0 0</inkml:trace>
  <inkml:trace contextRef="#ctx0" brushRef="#br0" timeOffset="82057">27076 15062 7533,'-12'-43'1092,"0"1"0,-4 7 0,-5 3 546,-12-7 0,-5 12-462,2 26 1,0 15-1357,12 8 0,3 10 0,3-1-20,-2 8 1,5 3 199,6-2 0,3 4 0,5-3-1145,11 1 0,4-2 965,-6-3 1,5 1 29,12 0 0,8 1 0,-1-4-133,-6-11 0,0-3 0,1 0 133,6 8 0,1 1 0,-3-4 735,4 0 0,-17-7 1034,-42-13-2844,-7-9 1,-4-3 999,2-1 1,-3 1-406,-2 3 0,-4 3 1,2 3-1010,-3 7 1,0 4 1582,10-5 1,-1 1-1,-1 0 1,-1-1-1,-1 0 1,2 0-1,-1 0 1,0-1 0</inkml:trace>
  <inkml:trace contextRef="#ctx0" brushRef="#br0" timeOffset="82240">26035 14945 7533,'-10'-47'22,"2"16"1,16 31-1,2 14 1</inkml:trace>
  <inkml:trace contextRef="#ctx0" brushRef="#br0" timeOffset="82472">24977 14804 7533,'-5'-31'655,"0"0"0,-3-18 1,39 31-1,9 5 0</inkml:trace>
  <inkml:trace contextRef="#ctx0" brushRef="#br0" timeOffset="83288">27764 15733 7533,'16'-38'337,"0"0"0,1 0 0,-2 4 1,3 14-1,25 43 0,-35 17 1,0 0-1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09:18:28.317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2381 3768 7443,'0'-14'-90,"0"3"180,0 11 1169,0 0-449,-8 0-271,6-6 361,-5-1-181,7-6-359,0 0 0,-8-5 0,-2 3 269,-8-9-269,9 9 0,1-9 90,0 10-810,6 1 180,-6 7 90,8 6 270,0 18-90,8 20 90,0-4 0,2 4-769,-4-6 1,0 3 0,1 1 767,6 9 1,2 2 0,-2 2-675,-4-9 0,-2 3 1,-1-1-1,2 2 450,0 2 0,2 2 0,-1-1 1,-1 1-24,-1 1 1,0 0-1,-1-1 1,-1-1-487,-1-5 1,-2-2 0,0-1 0,0-2 553,1 4 0,0-3 0,-1 0 360,-1 13 0,-2-5-253,-2-20 1,-2-2 27,2 8 0,-4-2 1484,-18 3 32,-2-7-1112,-9-8-629,1-11 90,-8-7-899,6-13 584,10 2 0,3-3 1679,-6-14-2353,-3 3 0,15-6 1432,-7 4-1342,13-6-540,-4 7 968,16 8-1598,0-7 2069,0 10 0,16-33 0,4 7 0</inkml:trace>
  <inkml:trace contextRef="#ctx0" brushRef="#br0" timeOffset="260">1834 4117 7533,'-25'-24'1889,"5"-9"-270,-5-7-675,19 15 1,2 0 494,-4-22 180,21 16 0,6 0-989,4-13-491,11 10 1,7 3 444,-2 9 1,2 2-662,-9 1 1,1-1 0,2 2 286,7 1 0,2 2 0,-1 0-180,-6 0 0,-1 0 0,1 1 89,8 2 1,2 1 0,-2 1 0,-10 1 0,-2 0 0,1 1-1192,4 3 0,0 1 0,-2 1 37,5-1 1,-2 2-605,-6 1 1,-3 2 1355,13 5 1,-33 12-1,-12 9 1</inkml:trace>
  <inkml:trace contextRef="#ctx0" brushRef="#br0" timeOffset="1168">3281 4401 7533,'-18'-7'2248,"1"-5"-1528,7 11-180,2-11-1,0 11-269,-2-11-90,0 11-360,3-5 450,-9 6-720,4 6 180,-21 13 91,5 13 8,11-7 0,-1 2 261,0 5 0,1 1-1123,-2 2 0,3 2 1168,5-4 0,2-1-90,-4-3 0,2 0-579,9 8 0,3-1 624,-1 10-212,3-12 1,3-1 121,6-7 0,2-2 0,2 3 0,3 0 0,3-3 0,1-1 90,14 8-360,5-13-90,-7-17 450,-6-7 0,12-8-135,-22-3 0,-2-3 315,4-15-135,0 11 0,-3-2-135,-14-2 0,-4-1 359,8-4 1,0 0 0,-6-6 0,-4 0-45,-1 0 0,-2 1-1,-2 2 1,-3 0 0,-7 0 0,-2 2-45,1 6 0,-1 3-46,-2 2 1,-1 2 476,-13-5-341,7 13 1504,3 13-2313,7 18 1706,8 4-3056,2 15-270,24-4 0,-4-6 270,21 3 1799,2-15 0,-2-8 0,3-1 0,5-3 0,0-1 0</inkml:trace>
  <inkml:trace contextRef="#ctx0" brushRef="#br0" timeOffset="1511">3651 4543 7533,'0'-27'1439,"0"-3"-540,0 15-89,0-9-180,0 10-271,0 1 631,0 7-361,0 6 181,0 6-540,0 1 0,0 6-1,0 17-224,0-5 0,0 1-45,0 19-241,0-14 1,0-2-120,0 4 270,0 17 90,8-14-629,-6 7-29,6 0-1681,8-1 1889,-11-16 1,1-1-1530,20 9 540,-9-5 539,1-20 900,0 2 0,-1-51 0,-8 15 0,0 0 0</inkml:trace>
  <inkml:trace contextRef="#ctx0" brushRef="#br0" timeOffset="1918">3881 4698 8342,'-10'-7'3276,"2"1"-1335,8 12-1581,0-5 90,-8 11-270,6 1 90,2 24-270,2-7 0,6 7-540,0-12 450,2-11-540,7 4 450,1-11 0,7-12 270,3-33-90,-10 21 0,-1-3-267,-2-15 1,-3-3 401,2 9 0,-2-2 180,-3-10 0,0-1-90,-1 2 0,1 1 89,0 0 1,0 1 180,0 7 0,0 3-136,0-5 1,-1 16 360,-8 17-270,0 6-360,0 6-1,0 20-268,0 8 224,3-12 0,2 2-585,-1 4 0,2 2-212,2 6 0,1 0 662,0-9 0,0-2-720,0 0 1,0-2-803,8 8-187,9-3 450,-7 5-900,15-13 2249,-15-14 0,-5-29 0,-2-11 0,-3-5 0,-1 1 0</inkml:trace>
  <inkml:trace contextRef="#ctx0" brushRef="#br0" timeOffset="2178">4427 3885 7533,'-7'-28'3276,"5"10"-2325,-6 12-321,8 12-180,8 12-91,1 21-134,4-11 0,0 3-936,-3 9 1,-1 4 590,0-13 0,0 1 1,-1 2 29,-2 7 0,0 2 0,0 1-720,2 2 1,1 2-1,-1 0 630,-3-9 0,0 0 0,0 1 1,0-1-316,-1-1 0,0 0 0,0-1 1,1-1-46,3 7 0,1-1 1,-2-3 539,-6 3 0,2-6 0,12 2 0,-15-34 0</inkml:trace>
  <inkml:trace contextRef="#ctx0" brushRef="#br0" timeOffset="2384">4463 4324 7533,'-28'-35'3276,"11"5"0,9 23-1643,8-5-284,8 11-539,17-16-450,12 14-271,-11-5 1,1-1-286,7 4 1,1 3-345,-7-2 1,1 0 539,9 1 0,0 1-1639,-10 2 1,-1 0 892,0 0 1,-1 0-2532,17 0 3248,-23 0 1,-44 11 0,0-4 0,-1 0 0</inkml:trace>
  <inkml:trace contextRef="#ctx0" brushRef="#br0" timeOffset="2551">3828 4027 7533,'-10'-13'0,"2"0"-90,8 6 90,8 1 0,41 6 0,-16 0 0,0 0 0</inkml:trace>
  <inkml:trace contextRef="#ctx0" brushRef="#br0" timeOffset="3428">6544 3329 7533,'-20'-32'3276,"-3"6"-1515,13 13-1132,-8 19 361,9 19-631,4 2 1,2 4-679,2 4 0,2 3 349,1-5 0,1 1 0,0 1-427,-3 3 1,0 0 0,2 2 426,2 4 0,2 2 0,-1 0-440,-2-8 1,0 1-1,-1 0 1,0 0 319,0 1 0,1 1 0,-1 0 0,1-1 45,1-1 0,0-1 0,0-1 0,0 0-375,-1 6 0,-1-2 1,2-2 33,4 9 0,2-7-64,8 5 838,-9-16-478,-1-22 1478,-8-3-1208,-8-16 1175,-1-9-1625,-17-13-89,7-12 179,-5 22 0,-1 0-43,6 0 0,-2 0 43,-11 0 1,-4 2-1221,4 3 0,1 3 1265,3 4 0,1 2 765,-16-2-485,-6 11 1654,10 17-990,12-5 1,1 3-878,-9 19 292,20-13 1,4 1 225,5 3 0,2 0-180,-3 18-183,6-15 1,2 0 92,-2 1 0,2-2 0,5 1 0,3-1 89,4 6 1,2-2-180,-2-7 0,3-2 0,4-3 0,1 0-180,15 12 225,-15-17 0,3-1-585,1 4 1,3-2-406,5-4 1,2-2 134,-3-2 0,1-2 0,6-3 1,0-4 134,1-2 1,-1-4-451,-7-4 1,0-2 224,8-4 1,-3-3 809,-12 0 0,-3-3 0,-4-3 0,-1-2 0,-1-2 0,-5 0 0,1-1 0,0 1 0</inkml:trace>
  <inkml:trace contextRef="#ctx0" brushRef="#br0" timeOffset="3595">6844 4401 7533,'0'-20'1349,"0"1"-1169,0 12 90,0 1 2878,0 6-1619,-8 0-630,-2 12-539,-7 14-270,7 14-315,5-15 0,2 2-16,2 1 1,2 1-255,-1-2 1,0-1 269,-1 3 0,2-1-2114,7 13 1080,2-10-990,7 5 990,17-19 1259,-5 13 0,-5-32 0,3-6 0,18-8 0</inkml:trace>
  <inkml:trace contextRef="#ctx0" brushRef="#br0" timeOffset="3960">7355 4375 7533,'0'-44'1889,"0"4"-180,0-5 180,-7 6-1080,-3 1 181,-16 10-181,7 5-269,-7 15-540,9 19-90,-1 17 90,12-1 0,2 3-276,0 2 0,0 2-174,3 4 0,2 1-278,6 0 0,2 0 368,-4-2 1,2-3 269,9-4 0,1-1 90,-7 0 0,0-2-180,15 13 135,-8-4 0,-1 1 45,-1-8 0,0 0-47,3 7 0,-1-2 316,1 5 991,-10-15-811,-16-16 1015,-10-2-1284,-9-18 0,-9 3 0,1-15-90,0 9-900,7-3 1122,3 5-2830,15 0 1765,2 6-2215,8-5 2968,0 11 0,18-16 0,11-6 0,1 1 0,-1 1 0</inkml:trace>
  <inkml:trace contextRef="#ctx0" brushRef="#br0" timeOffset="4385">7743 3729 7533,'-17'-25'3276,"7"11"-436,2 2-1850,8 30-181,0 15-854,0-3 0,0 4-461,4 7 1,0 3 325,-1-9 0,0 1 1,1 2-122,1 4 0,1 1 0,0 1 31,0 3 0,0 1 0,0 0-550,-1-8 1,-1 0 0,1 1 0,-1-1 266,-1 9 1,0-1 0,1 0-258,1-2 1,1-1-1,-2-2-237,-3 9 1,0-6 551,3-18 1,0-3 224,-4 3 527,-3-47 0,-2-13-257,-3 6 0,-1-1 90,2-5 0,1-3 0,-1 0 16,-3 3 1,-2 0 0,1 0 552,1 0 1,1-1 0,0 0-31,0-1 1,0-1 0,0 1 764,-5-12 0,2 0-450,6 4 1,2 2 693,-1 9 0,3 2 1183,9-9-2641,19 13-719,3 18 269,14 1-90,-10 3 0,1 1 225,-5 1 0,1 0-1504,17-2 1,0 0 1421,-19 3 0,1 0 0,15 3 0,2 0 0,-9 1 0,0-1 0</inkml:trace>
  <inkml:trace contextRef="#ctx0" brushRef="#br0" timeOffset="4844">8361 4750 7533,'-28'-6'3276,"3"-1"-1155,7 0-1222,1-5-539,7 11-180,2-5 539,0 0-179,6-7-450,-6-7 180,8-6-270,8 1 180,2-13-762,0 4 762,-6 10 0,0-3-46,-1-4 1,1-1-180,1 4 1,0 0 44,3-3 0,2-1 0,2-5 0,1 1-90,7-4 90,-4 8 0,1 4-990,3 8 360,21 7 271,-19 7 179,11 6 0,-23 6-2519,21 18 1260,-9 5 734,-5-5 1,1 2-241,0-3 1,-3 0 944,-9 3 0,0 0 0,9-6 0,1 0 0,4 17 0</inkml:trace>
  <inkml:trace contextRef="#ctx0" brushRef="#br0" timeOffset="5177">8890 4285 7533,'0'-26'2698,"-8"6"-1529,6 1 1170,-13 12-1529,13 1 179,-6 6-719,0 6-180,6 7-90,-14 13 0,14 13 180,-6-5-665,8 4 306,-7-1-451,5-3 180,-6 5 0,8 4-449,0-3 719,0 0-180,0 3-179,8-16 179,1 11-90,9-17 360,-8 4-270,-2-18 270,0-2 0,-6-10 215,5 3-845,1-9-629,-6-2 1349,14-1 0,-14-10 0,-2-6 0,4 2 0,0 0 0</inkml:trace>
  <inkml:trace contextRef="#ctx0" brushRef="#br0" timeOffset="6394">9296 3511 7533,'-18'-33'0,"8"1"2968,-5 12-1979,13 7-179,-6 7-630,8 12-180,0 7 180,0 18-45,-1-4 0,2 4-726,3 10 1,0 3 740,-4-9 0,0 2 0,2 1-582,2 4 1,2 1-1,-1 1 552,-1 4 0,-1 2 0,0-1-53,-1-11 1,1 0-1,-1-1 1,1 1 44,0 0 0,2-1 1,-1 1-1,0-2-52,-1 11 0,0-1 0,0-4-15,2 7 0,0-5-135,4-7 1,-2-5-1,-5 0-269,13-25-1,-5-14-450,0-30 630,-2 14 0,0-2 95,1-9 1,-1-2-231,2-3 0,0 0 0,3 3 1,-1-1 403,-3 2 1,0 0-45,3 5 0,2 3-45,5-2 540,-1 1 1554,5 32-1644,-19-3-65,20 12 64,-7 23-89,3 5-228,-3-7 0,-1 3 227,-9-1 1,-2-1-270,4-5 0,-2 0 360,-5 16 0,-4-1-316,-1-18 1,-2-1 0,-2 15 0,-4-2 0,-1-13 0,-3-5 45,-13 6 0,3-4 306,-1-22-1295,-1 5 449,0-6 0,1 0 180,8 0-269,9-6-451,1 5-89,8-11-1350,15 5 2024,5-6-1754,15-6 630,8 5 674,-20 2 0,0-1 765,3 3 0,0 0 0,12-10 0,3-4 0,-6 4 0,2-12 0,-15 16 0,0-1 0,-4-1 0,-1-2 540,2-19-450,-3 12 1799,-16-4-270,0 17 449,0-4-628,-16 11-271,5 1-270,-23 17-359,15 15-360,1-7 0,2 2 271,5 19-631,-6-5 0,2 2 90,11 9-1498,-1-3 1,3 0 1227,11 0-270,2-17 1,4-4-758,20-1 487,10-3 540,-15-16 180,9-4 0,-28-22 180,10 6 0,0-3 0,-10-4 0,-1-3-91,7-6 0,0-2 361,-7 3 0,-3 0 269,-1-2 1,-2 0-45,0 2 0,0 1 1014,0 5 0,0 1-700,-2-13 333,5 21-872,-7 12 90,0 18-90,-7 13 179,5 21-584,-2-14 1,0 1 24,3-1 0,2 2-655,-2 4 1,2 0 494,2-5 0,2 0-810,-2-3 1,3-1 809,5-6 1,4-2-1980,20 11 1979,-5-19-944,-6-15 0,1-7 1214,4-8 0,-15-10 0,-3-9 0,-1-1 0,-1 2 0,-1 0 0,1 0 0</inkml:trace>
  <inkml:trace contextRef="#ctx0" brushRef="#br0" timeOffset="6594">10495 3446 7533,'-8'-20'2878,"-1"7"-2158,-9 30-361,8 23-674,5-6 1,2 4-373,2-6 0,2 3 0,-1 0 447,0 3 0,0 1 1,0 2-446,0 4 1,0 3-1,0 0 235,0-8 0,0 0 1,0 1-1,0-1-364,2 1 0,-1 1 0,2-1 0,-1-2 814,1 6 0,1-1 0,-1 1 0,-1-6 0,1 1 0,-1 0 0,1-1 0,-1 4 0,1-1 0,0 1 0</inkml:trace>
  <inkml:trace contextRef="#ctx0" brushRef="#br0" timeOffset="6767">10425 4285 6913,'-6'-34'216,"0"1"0,0-1 0,2-3 0,1-1 0,0 3 1313,-1 0 0,0 1-360,4-2 1,0 2 1438,0-10-504,0 23-1384,8 4-257,10 16-823,17-5-1259,10 6 818,-15 2 0,1 2-838,0 2 1,1 1 1613,-1-1 0,0 2 0,7 9 0,1 2 0,-3-2 0,0 0 1</inkml:trace>
  <inkml:trace contextRef="#ctx0" brushRef="#br0" timeOffset="7161">10971 4388 7533,'0'-31'1979,"8"3"-270,-6 2-540,6 14-629,-8 6-271,0 6 541,0 6-270,0 18-1,-8 10-359,6 12-582,-6-1 402,4-20 0,1 0 0,1 11-450,-3-4 0,2 2-1799,3 9 1349,2-14 1,4 0-1259,11 3 2158,19-13 0,-9-31 0,5-13 0,1-1 0,4-3 0,0 0 0,0 1 0</inkml:trace>
  <inkml:trace contextRef="#ctx0" brushRef="#br0" timeOffset="7786">11501 4272 7533,'0'-26'3238,"-8"0"-1979,-2 1-449,0 4-91,-13 8-179,11 8-1170,-14 5 630,1 17-899,-3 10 674,14-3 0,1 4-395,0 1 0,1 0 170,2 3 1,2 1 89,2 3 0,2-2 0,-4 15 45,13-12 1,6-2 404,2-13 0,1-1-135,4 9 0,2-3-44,5-8 0,1-5 89,11 5-180,6-19 225,-24-23 0,-3-7 135,-1 7 0,-2-1-335,-3-16 0,-3-2 605,2 7 0,-2 1-848,-6 4 1,0 0 847,3 1 0,0-1 441,-4-5 0,0 3-351,0 0-180,-8-9 269,6 28-269,-6 5 255,0-3-435,6 9 1743,-6 2-2373,8 13 540,0 19-449,0 8 89,4-12 0,0 1-233,1 1 0,0-1 278,4 3 1,0 1 44,-5 2 0,2 0 45,5-2 0,1 0 0,-7 0 0,2-1-270,9-5 1,1-2-136,3 7 540,13-19 180,-13-26-135,-3-6 0,-1-6 45,-2-6 0,-1-4-637,5-9 1,0-2 815,-1 0 1,1 0-90,-6 14 0,1-1 0,-3 1 314,0-11 1,0 2-225,3 4 0,-3 2 2089,-8-11-650,6 22-540,-8 18-1438,0 18 89,0 8-990,0 25 855,-4-20 1,0 2-1325,4 8 1,-2 1 817,-5-1 0,-1 1 821,4 0 0,-2 0 0,-12-3 0,-5-2 0,-1-2 0,1-1 0</inkml:trace>
  <inkml:trace contextRef="#ctx0" brushRef="#br0" timeOffset="7961">11324 4001 7533,'-45'-7'1799,"2"1"-1799,8 12 0,10 7 0,-1 4 0,-2 4 0,1-1 0</inkml:trace>
  <inkml:trace contextRef="#ctx0" brushRef="#br0" timeOffset="8311">9155 3872 7533,'-36'-13'2878,"1"0"-1889,15 6-989,5-4-1888,15 9 1888,0-3 0,15 16 0,5 3 0</inkml:trace>
  <inkml:trace contextRef="#ctx0" brushRef="#br0" timeOffset="8710">6862 4014 7533,'-18'-30'3276,"16"7"-3256,20-9 0,22 13 0,12 3 1,-12 4-1,1 1 0,-1-1 1</inkml:trace>
  <inkml:trace contextRef="#ctx0" brushRef="#br0" timeOffset="10084">13018 4401 7533,'-38'-13'3276,"-3"0"-256,22 6-1401,1-5-809,18 11-271,18-5-89,12 3 0,6 1-180,-8 1 0,5 0-465,4-1 0,8-1 1,5-1-1,2 0 0,-1 0 315,-4 1 0,0 0 0,1 0 0,1-1 0,2 1 0,1-1-385,-9 1 0,2 0 0,1 0 1,1 0-1,0 0 0,0 0 1,-1 0-1,-2 0 0,-1 0 295,8-1 0,-2 0 0,-1 0 0,-1 1 0,-1 0 0,1 0-195,-2 1 0,1 0 0,-1 1 0,-1 0 1,-3 1-1,-5 1-317,2 2 1,-6 2 0,1 0 571,5-1 0,-1 1 0,-2 0 135,6 3 0,-5-3 135,-3-5 1556,-23-7-1376,-2-17 2252,-8 2-5400,-16-4 360,12 13 1798,-20 8-2827,15 16 2146,-1-2 1131,2 9 0,8 13 0,0 3 0</inkml:trace>
  <inkml:trace contextRef="#ctx0" brushRef="#br0" timeOffset="10911">14587 4027 7353,'-7'7'2878,"-3"4"-1349,-8-10 270,8 5-719,2-12-631,8 0-179,0-1 180,0 1 449,16 6-719,-4 0 270,6 0-180,5 0 90,-11 6 269,21 1-449,-5 11 180,-1 2-180,14 6-90,-4 0-225,-15-10 0,1 0-165,3-3 1,-1 1-421,13 17 320,5-10-50,-8 3-2827,0-10 2984,-15-1 204,-4-7-1,-1 0 269,-11-5 8,12 5 83,-16-6 181,0 0-361,-8 0 3122,6 0-3122,-6 0-90,8 0-90,0 0 270,0 6-180,0-5 0,0 5 90,0-6-90,0 0 0,-8 0 90,6 0-90,-5 0 0,7 0 0,0 6 0,0 1 0,-8 0 90,-2 4 180,-8 2-181,-15 19-89,15-16 0,-1 2-224,-10 10 1,-3 0 402,-3-1 1,-1-1 45,0 1 0,0 0-45,4-2 0,1-1-405,0-6 0,3-2 135,7 3-269,-10-7-901,29-12 361,-6 0 539,8 0-1439,8 0 1077,-6-6-1256,13 5 1978,3-5 0,-6 12 0,3 1 0</inkml:trace>
  <inkml:trace contextRef="#ctx0" brushRef="#br0" timeOffset="12960">16457 3575 7533,'-18'-13'3058,"1"0"-1439,7 17-1259,10 5 179,6 16 1,6 10-210,5 6 0,6 5 0,-5-1-892,-7-12 0,-4 0 0,3 3 562,3 4 0,2 7 0,2 1 0,-2-2 0,-5-8 0,-2 5 0,-2-2-68,2-1 1,1 5-1,0 0 1,-2-7 67,-1-4 0,-2-3 0,1 9 0,-2 1-270,-2-3 0,-2-3 630,-7-1-180,-3 3 0,-3-3-90,-8-17 45,-2 4 0,-1-1-405,4-9-363,-4 1 1,1-1 182,2-10-1055,-19-1 876,21-1-1440,-13-17 1349,13 15-1646,3-20 2366,9 15 0,8-34 0,0 0 0</inkml:trace>
  <inkml:trace contextRef="#ctx0" brushRef="#br0" timeOffset="13510">16069 3743 7533,'-45'-19'674,"19"12"1,1 0 674,-12-17-90,9 9-269,5-4 359,21 1-629,2-8 269,17-7-719,3 11 0,4 0-16,5 1 1,4 1 149,9-2 1,5 0-995,-3 6 0,3 1 0,-1 1 560,-12 4 0,-2 1 0,2 0 30,5-2 0,1 1 0,-2 1 0,1 1 0,-1 3-756,-5 0 1,2 1 0,1 0 755,-2 1 0,0 1 0,1 0-1093,6-1 1,0 1 0,-1 1-547,10 5 1,-4 4 1567,-11 2 0,-5 6 0,-9 7 1,-7 5-1,-11 5 0,0 0 1</inkml:trace>
  <inkml:trace contextRef="#ctx0" brushRef="#br0" timeOffset="14094">17304 4582 7533,'-36'0'3276,"1"0"0,8 0 0,1 0 0,1 0-100,13 0-2816,-4 0-2609,16-6 1170,0 4 539,0-9-2737,16 4 2893,4 0 1,7 5 0,4 4 0,2 1 0,-1 1 0</inkml:trace>
  <inkml:trace contextRef="#ctx0" brushRef="#br0" timeOffset="14462">17886 3729 7533,'0'-32'0,"0"12"3276,0 9-1425,0 22-412,0 15-1304,0-1 0,0 1-135,0 23-360,4-2 0,0 2-1279,-3-13 1,0 0 501,3 10 0,-1-1 687,-3-13 1,0-2-267,4 1 0,0 0-498,0 0 0,2-2 989,3-4 0,0-1-135,1 18 360,-3-35 0,-7-42 0,0 10 0,0 0 0</inkml:trace>
  <inkml:trace contextRef="#ctx0" brushRef="#br0" timeOffset="14794">17956 3885 7533,'0'-41'36,"0"0"0,0 1 0,0-2 0,0 0 0,0 3 233,0-10 1,0 3-839,-1 4 0,2 4 1243,6 9 1,2 2-136,0 2 1,2 2 922,16-17-652,14 16 179,-3 18-359,7 23-271,-16-5 1,0 4-576,3 10 1,-1 5 304,1 1 1,1 2-30,-10-9 0,0 1 0,-1 1 30,0 0 0,-2 0 0,-1 2 0,6 12 0,-3 2 90,1 2 0,-3 1-30,-7-15 0,-2 1 0,-1 1-16,-3 12 1,-3 1 360,3 0 0,-6-1-1,-11 0 1,-5-2-90,-2-5 0,-4-2-1,-11 0 1,-4-2-90,5-4 0,-3-2-180,-9-7 0,0-3 0,10 0 0,1-4-526,-3-6 0,2-3 391,-12-5-1125,18-2 1,3-3-1934,-6-14 1529,5 11-1748,17-10 3183,8 17 0,23 7 1,7 8-1</inkml:trace>
  <inkml:trace contextRef="#ctx0" brushRef="#br0" timeOffset="15485">19703 4182 7533,'-8'-27'1709,"6"8"-2159,-6 2 1080,8 8-1,0-10 451,-8 6-181,6 0-359,-21 6-180,11 1 179,-21 23-179,5 16 45,14-5 0,1 4-2044,-5 9 1,2 1 1535,10-11 1,1 1-18,-2 4 0,1 4 0,3-3-274,5-3 1,4-1-102,0 11 0,5-4 360,8-15 1,6-7-91,1-11 0,2-7 0,8-9 0,-1-7-90,2-3 0,-3-9 165,-10-8 0,-4-8 1,-2 1 179,-3 9 0,-2 1 0,-3-2 0,-3-10 0,-4-4 0,-6 5 104,-7 0 1,-7 4 0,-4 5 0,-3 5 180,-2 8 0,-1 6-180,0 4 0,1 5 404,-11 1-269,3 12 0,17 1-989,7 12 359,2-5 270,8 5-1529,16 5 719,-4-8 3139,29 8-2239,4-5 0,-12-10 0,9 0 0,3 0 0,-1 1 0,-4 0 0,0-1 0,-1 0 0,1 1 0,-1-1 0</inkml:trace>
  <inkml:trace contextRef="#ctx0" brushRef="#br0" timeOffset="15827">20373 4504 7533,'-8'26'3276,"-2"-6"-436,-7-1-1401,7-7-809,-6-4-270,14-2 449,-6-24-179,1-3-630,5-5 0,2-4-708,-4-2 1,0-2 662,0-12 0,0-4 105,1 13 0,0-1 0,-1-3-308,-1-4 1,-2-3 0,0-1 0,1 3-688,-1-3 0,1 3 1,-1-4 862,1 10 0,-1-4 0,-1 0 0,1 2 0,2 4 12,0 1 0,2 4 0,-1-1 210,-1-4 0,-1 0 0,1 2-119,1-10 1,0 4 597,0 13 1,-1 1-123,-2-4 0,4 2 483,11-1 680,3 5-1850,23 6-270,1 1 270,10 12-675,-4 3 1,2 2 1599,-13 2 1,1 0-1106,1 1 0,3 1 0,-2 1-135,4 3 1,-1 1-766,4 2 1,0 2 764,-3 3 1,-4 3-990,-7 4 0,-6 3 1484,-6 3 0,-11 5 0,-19 4 0,-15 5 0,-2-1 0,4-6 0,0 0 0,0 0 0,0-1 0</inkml:trace>
  <inkml:trace contextRef="#ctx0" brushRef="#br0" timeOffset="16000">20179 3885 7533,'-26'0'3058,"7"-6"-1529,1 5-629,10-5-181,24 0-359,11 5-270,-2-7 0,3-2-1418,10 6 0,3 0 968,3-2 1,2-1-511,-9 3 1,2 0-1,-1 1 870,3 1 0,2 2 0,1 3 0,4 0 0,-1 2 0,-6 3 0,-1-1 0,1 0 0</inkml:trace>
  <inkml:trace contextRef="#ctx0" brushRef="#br0" timeOffset="16577">21696 4039 7533,'-18'-40'1638,"2"18"0,-1 2 1638,-5-8-2722,-19 2-824,29 14 270,-11 6 180,-3 6-900,-3 17 540,1-5 0,-3 3-541,0 17 0,-1 5 496,0-6 0,0 1 180,4 3 0,3 0 225,7-3 0,3-2-181,4-7 0,4 2 225,5 6 1,2 0-46,-1-3 1,4-2-135,13-2 0,9-3-165,4-5 0,5-3 0,-3-4-60,-2-3 0,1-4-430,15-4 0,6-4 0,-12-4 430,-9-15 120,-3 6 0,6-4 0,-5-1 330,-8-5 0,-1-2-225,11-7 0,1-3 239,-8-1 1,-1 1 344,-3 10 1,-3 2 238,-5 2 1,-4 3 390,-7 4-279,-18 20-710,-1 20-225,1-2 0,2 3-720,9 7 1,2 1 1487,-10 15-768,14-17 0,2 0-1844,-1 18 160,5-16 1,5 1 1632,4 1 0,8-2 1,6-9-1,8-4 0,2-1 1,5-3-1,0 1 1,0-1-1</inkml:trace>
  <inkml:trace contextRef="#ctx0" brushRef="#br0" timeOffset="17235">23495 3795 7533,'-10'-28'0,"-5"7"0,-1 1 899,-6-9-1061,-2 9 1,-3 1 206,5 2 0,-1 3 90,-2 2 0,-3 4-45,-2 0 0,0 3 135,2 1 0,1 2-46,-4 6 1,1 4 315,3 0 0,1 4-225,2 2 0,3 5-91,6 2 1,3 2-90,2 2 0,4 2-45,8 5 0,4 0-547,-2-4 0,1-1 502,3 0 0,2 1 45,14 12 0,1-1 135,-13-14 0,2-1-577,8 7 0,6 4 0,-6-5 667,2 13-90,0-15 0,1 0-91,-15-3 1,-1 0-45,5-2 0,-2 2 225,-6 3 0,-3 1 360,5 11 116,-23-9-206,-13-18-451,3-8 1,-3-4 311,-3-5 0,0-3-176,-1-2 0,1-2-45,-4-2 0,1-1-1,10-2 1,1 0-90,-3 3 0,1 0 0,-10-7 90,15 2 657,5 11-1826,15 1-1494,8 6 234,9 0 0,18 0 1844,-9 0 1,1 0-803,4 0 1,1 0 1206,2 0 0,3 0 0,-3-3 0,4-1 0,-1-1 0,3 1 0,0-1 0,0 0 0</inkml:trace>
  <inkml:trace contextRef="#ctx0" brushRef="#br0" timeOffset="18000">23583 4168 7533,'20'-7'2158,"-5"-4"-359,-15 4-359,0 0-901,0 2-179,-7-1 450,-3 4-451,0-4-359,-13 18 270,11 8-270,-6 1 180,10 10 90,0 0 270,6 15-1125,5-11 0,2 0-404,7 10 629,3-19 0,3-5-1075,18-14 1166,-7-2-425,2-17 1,3-10 243,-1-9 1,-2-4 404,-1-2 0,-1-3-262,-5 7 0,-1-1 0,-5 2 352,-11-2 0,-2 2 0,3 2 0,-1 1 765,-7-16-451,0 20-89,0 6 810,0 12 298,-8 1-658,-1 18-504,-9 8-126,8 13-180,2 12 0,8 0-90,0-19 0,0 0 90,0 2 0,0 1 196,0-2 1,0-1-287,7 6 0,2-1 90,0-6 0,2-2-180,5-2 0,3-4-179,16 2 89,1-24 90,-1-27 270,-17 7 0,-1-3-689,1-12 0,-1-4 914,2 2 0,-2-2-524,-7 9 1,-2-1 0,1 0 388,0 1 0,-1 0 0,1 0-318,0-5 0,0-1 0,-2 0 348,-3 0 0,-1 0 0,2 0-150,3 3 0,1 1 0,-3 1 120,-4-15 0,-2 5 225,4 15 0,0 4-45,-4-11 1468,0 25-1558,0 13 877,0 2-1057,0 15 90,-8 9 0,6 19-315,-1-13 0,-2 1-261,1 6 1,1 0 530,2-6 0,0 1 0,-3 0 0,0 1-485,3 2 1,2 0 889,2 5 0,2 2-301,-3-6 1,1 1 0,1 0-486,3 1 0,2-1 1,1 0 215,1-3 0,1-1 0,0-2 30,5 8 0,3-4-180,9-5 1,1-8-207,9-8 521,-12-16 0,-3-7-135,-4-13 0,-4-6 1312,-2-8 1,-1-4-863,-1 8 0,0-2 0,-3-2 179,-3-8 1,-3-1 0,0 0-301,3 8 1,1 0 0,-4 0-270,-5-1 0,-4-1 0,-2 5 120,-3 3 0,-5 6-180,-5 8 0,-3 4 90,-6 2 0,-1 6-976,3 13 1,1 4-664,-1-2 1,3 4 353,5 9 0,5 2 1285,-3 13 0,23-13 0,6 1 0,4-4 0,-1-1 0</inkml:trace>
  <inkml:trace contextRef="#ctx0" brushRef="#br0" timeOffset="19045">25047 3821 7533,'-13'-33'449,"1"1"1,-2 1 0,0 3-90,-13-12 0,9 15 629,10 20-269,1 5-91,5 0-179,2 17-90,9 16-1,0-5 1,0 3-628,4 6 1,0 3 672,-4 4 0,1 2-225,3-8 0,3 2 0,-4-3-91,-5 5 1,0 1-90,5-5 0,3 2 0,-3-3 45,-5-2 0,-2-2 0,4 6 0,0 0 0,-4-9 0,-3-3 317,-9 0-2,5-9-1,-22-24 1,5-13-225,-3 6 0,0-1-225,-7-19 135,4 3 0,1 0 45,-5-3-219,10 8 1,2 1 128,0 5 909,9 7-2798,8 4 1632,0 3-1002,23 5 629,7 0 450,-4 2 0,1 1-818,18-1 998,-9 1 0,2-1-338,-5-4 1,1-1 457,-1-1 0,2 0 0,1-1-30,-1-2 0,1-2 0,-1-1 60,-1-1 0,-1-3 0,0 0 74,12-7 1,-2-3 135,-10-2 0,-6 0-90,1-14-90,-5 2 919,-21 7-290,-9-8-269,-5 5 90,-22 2-91,-1 14-359,-2 11-90,11 8 0,1 3-1270,-4 5 910,-5 15 91,9 2-1081,5 18 855,11-18 1,1 1 89,2 5 0,4 1 78,0 2 0,4 0 12,3 1 0,5 0 180,9 0 0,6 0 45,4 0 0,6-2-210,-5-14 1,3-3 0,0-1 29,12 3 0,0-5-180,-10-7 0,0-2 0,-1-6 135,8-13 1,-1-8 134,-12 7 0,1-3 0,-3-3-457,-2-8 1,-2-4-1,-1-1 487,0-2 0,-1-1 1,-1 0 268,-1-3 1,-1-2 0,-2 0-30,-2-5 0,-3-1 0,-1 2-361,-3 9 1,-1 2 0,-1-1 390,1-3 0,-1-1 0,0 1 29,-2 3 1,0 1 0,0-1-118,1-2 0,-1 0 0,0 0 237,0-2 1,0 0 0,-1 3 230,-2-5 0,0 4 489,0-4 601,0 30-1320,0 12-91,-8 17 181,-9 22-655,11-4 0,0 2 205,-6-3 0,0 1 45,6 1 0,2 2-675,-1 6 1,1-1 584,-1-11 0,2 1-270,2 13 0,2 2 144,-2-2 0,2 0-189,1-11 0,0 0 1,2 2 59,0 9 0,2 2 0,1 0-459,1-4 0,1 0 0,2 0 369,2-2 0,3-2 1,-2-1-151,0 9 0,1-5-77,3-12 0,-2-3-912,-7 4 1859,-1-27 0,-23-46 1,5 13-1,0 0 0</inkml:trace>
  <inkml:trace contextRef="#ctx0" brushRef="#br0" timeOffset="19218">26106 3859 7533,'-10'-33'3276,"2"13"0,24 9 0,19 11-2254,-6 0 1,5 0-1267,-2 0 0,3 0 1,1 0 482,3-2 1,1 0 0,-1 0-665,1 1 0,-1 1 0,0 0 455,-4-2 0,-1-1 0,1 2-330,1 0 0,1 2 1,-1-1-360,11-1 1,0 2-435,-11 2 1,0 1 0,-2 0 1046,3 0 0,-3 1 0,0 2 0,-2-1 1,-4-3-1,-1 0 0</inkml:trace>
  <inkml:trace contextRef="#ctx0" brushRef="#br0" timeOffset="20593">28328 4001 7533,'-8'-33'449,"-2"7"-449,-7 7 990,-9 7-810,-1-1-180,-8 6 90,-9 7-90,-1 12-310,19 0 1,-1 2 354,1 5 0,0 1 180,-5 5 0,1 2-225,6 1 0,1 3 359,-4 3 1,3 2-90,8 2 0,4 1-45,2 0 0,3 1-952,5 3 0,4-3 682,0-12 0,6-1-201,21 9 0,6-7 336,2-10-405,8-1 0,1-7 225,-7-23 45,-10 10 1,1-4-238,-7-12 0,-1-6 282,1-1 0,-1-3-45,1-8 0,-3-1-354,-5 1 0,-3 0 399,-2 8 0,-2-1 0,-2-7 0,-4-1 51,-4 3 1,-4-1-52,-4-13 0,-6 0-90,-4 4 0,-5 3 45,-1 4 0,-2 3 45,-3 8 0,1 6 372,6 4 1,3 7-373,-7 21-990,13 15 451,15 7 269,7 4-1349,19-1 1664,3-8 0,7-7 0,10 3 0,2-1 1,-13-7-1,1 1 0,0-1 0,0 0 1</inkml:trace>
  <inkml:trace contextRef="#ctx0" brushRef="#br0" timeOffset="20935">28716 4531 7533,'-27'3'1092,"-1"1"0,1 0 0,3-3 2108,5-6-2750,-5-3 269,14-16-269,1-3-810,4 0 0,2-3-127,2 4 1,2-2-9,-1-12 1,0-2-223,0-2 1,0-2 416,0 10 0,0 0 1,0-3-771,-2-6 1,-1-2 0,0-1 866,-1 8 1,-1 0 0,0-1-1,1 0 203,1 0 0,0-1 0,1 1 0,-2 0-247,0 0 0,0 0 1,0 1-1,1 1 936,2-4 1,1 2 0,1 2-289,-1-8 1,0 4 407,-1 7 1,2 3-361,2 6 1,2 2 270,12-21 344,3 13-614,5 9-720,9 17 180,3 1 242,-12 10 1,3 3-378,6 2 0,0 3-301,-5 3 1,-1 3-510,15 3 1,-1 2-605,-13 0 1,-2 0 1401,0-3 1,-1 0-529,-3-2 1,-5 1 764,-6 13 0,-9 5 0,-6 5 0,-7 6 0,1 0 0</inkml:trace>
  <inkml:trace contextRef="#ctx0" brushRef="#br0" timeOffset="21144">28363 4027 7533,'-43'0'3276,"22"0"-975,-3-11-1402,40-4-315,3 2 1,5 0-180,6-3 0,5 1-1498,-3 3 1,4 1 0,-1 1 913,1 0 0,-1 1 0,2 1-241,6-2 0,1 2 1,1 1-674,2 3 1,1 2 0,-2 1 940,-9-1 0,-1 1 0,2 4 1,5 4-1,3 5 0,1 2 0,-2 0 1,-6 2-1,1-1 0,0 1 1,-1 0-1</inkml:trace>
  <inkml:trace contextRef="#ctx0" brushRef="#br0" timeOffset="21744">29827 4014 7533,'0'-33'1079,"0"1"-809,0 18-270,0 3 90,0 11 540,0 0-1,0 17 91,0 10-361,0-3 1,0 4-605,0 6 0,0 2 425,0 5 0,0 2 179,1 3 1,-2 0-240,-1-12 0,-1 0 0,1 0 60,1 12 0,0 0 0,-4-3 0,2-1-90,5-12 0,4-2 89,0 0 1,5-7-209,17-11 164,-3-16 0,1-7 45,5-18-544,-10 6 1,5-5 0,0-3 0,-3 2 303,-4-1 0,-2 1 0,2-1 15,5-3 0,3-2 0,0-1 0,-3 2-255,-2-4 0,-2 1 0,0 2 90,1 3 0,0 2 1,-2 1-554,0-7 0,-1 4 268,0 10 1,-2 3-241,-6 3 15,-3 18-176,-7 12 896,0 8 0,16 23 0,-6-19 0,0 0 0</inkml:trace>
  <inkml:trace contextRef="#ctx0" brushRef="#br0" timeOffset="22811">30886 4091 7533,'-20'-27'2788,"4"8"-1529,1 2-719,11 14-270,-20-14 539,22 10-269,-5-6-450,7 0-90,-8 6-899,6-5 899,-6 11-90,0-5-630,6 0 630,-14 5-180,14-5 0,-13 6 91,5 0 179,-8 0-180,-7 6 270,-3 7-90,7-1 0,-1 2-335,0 2 1,-1 1 289,-7 4 0,-1 3 225,4-2 0,0 1 45,-8 5 0,1 2-1,9-1 1,3 0-180,0-5 0,1 0 270,2 5 0,4 2 0,9-5 0,1 1-270,-5-3 0,4 0-25,11 11 1,6-3 159,8-8-225,1-2 0,3-2-135,7-14 0,1-4 45,-3 5 0,1-2 0,5-6 0,1-4 135,-4-5 0,-2-4-615,0-2 0,-3-3 345,2-5 0,-3-3-45,-2-2 0,-3 0 46,8-12 49,-10 13 1,-3 1 309,-3-7 180,4-5 652,-16 13-652,0 13-317,0 8-223,0 5 316,0 11-406,0 9 26,0 19-25,0 7 179,0-18 0,0 1-177,0-3 1,0 1 311,-1 6 1,2-3-136,6 6 719,-5 6-89,14-22 90,-14 0-360,14-7 179,-14-7 271,13-24-180,-5-9-225,2 3 0,2-4 89,-5-1 1,1 0-253,7-4 1,-1 1 297,-5 3 0,-2-1-135,3 1 0,2 1-360,-2 2 0,1 0 364,7-20-724,-9 24 0,3 0-944,19-11 90,5 7 539,-1 13-89,4 7 629,-21 12-629,5 1-1,8 6-269,5 6 1079,7-5-127,-20-4 1,1-1 216,19-2 0,-18-6 0,-1-2 540,11-12 338,-4-13 111,-23-7 91,-2-11 1708,-8 4-1708,-8-5 718,-2 7-348,-7 5-641,-9 7-629,7 13-90,-15 7 180,7 6-720,-1 12 360,-5 8-90,15-2 1,1 2-22,2 3 1,0 0-160,-2-1 0,1 2-135,6 10 1,2 0 314,-1 4 135,10 4 0,5 0 45,6-4 0,0-10 0,2 0 45,2-5 0,1-3 45,12 9 0,-8-11 0,2 1 224,-1 0 1,-1-1-82,8 5 216,-3-1 1,-3-2-180,-9-10 450,9 19 179,-31-26 1,-17 14-541,-12-16-224,11 2 0,-1 0-405,-18-3 90,19 0 1,1 0-990,-12 0 539,1 0-809,3 5 269,13 3-1798,3 10 2968,17-3 0,26-2 0,12-2 0,5 0 0,1-1 0</inkml:trace>
  <inkml:trace contextRef="#ctx0" brushRef="#br0" timeOffset="25419">1852 6066 7533,'0'-20'-180,"0"1"0,-8 6 1889,6 0-810,-6 6-629,8 2-180,0 5-90,0 0 270,0 5-180,0-4 540,0 17-181,-7-4-179,5 18 0,-14 12-135,14-12 0,2 1-768,-4 0 0,0 1 588,4 3 1,0 2 44,0 9 0,0 4-30,0-11 0,0 3 0,0 1-490,0-7 0,0 2 0,0 0 0,0 1 542,2 2 1,-1 1-1,2 0 1,-1-1-68,0-4 0,0 1 0,0-2 0,2-1-15,3 5 0,3-3 0,-2-1-112,-2-2 1,-1-2-1,4-3 37,12-3 0,-1-3-134,-6 7-181,17-32 1858,-21-27-1408,-5 3 0,0-3 90,-1-10 0,0-4 383,-4-4 1,0-2-384,0 12 0,0-2 0,0 1 30,0-1 0,0 0 0,0 0 30,0-2-1,0 0 1,0 1-60,0 0 0,0 2 0,0-1 40,0-12 1,0 1 229,-2 4 0,4 5 269,13-8-642,-3 17 103,29 24-90,-11 23 180,-5-5 0,1 3-321,-3 12 1,-1 4 95,0-2 0,1 2 343,-1 6 0,-1 2-253,-3-1 0,-1 1 90,-2 1 0,-3-1-46,-2-2 1,-2-2-45,-3-6 0,-2-1 180,-1 3 0,-4 0-45,-5-4 0,-2 0 167,1 6 1,-3-1-78,-9-4 0,-3-4-180,1-7 0,-1-2 90,-3-1 0,-1-3-264,1-6 1,-1-3 83,-4-1 0,1-2 0,-9-6-45,13 1 0,3-1 542,3 0-1126,2-5 1234,11 11-2584,14-5 840,11 6-1559,17 0 2158,-5 0-354,11-6-410,-16 3 0,1-1 1304,15-9 0,-1-1 0,9-5 0,-1 0 0,-3-3 0,-1 1 0,1 0 0</inkml:trace>
  <inkml:trace contextRef="#ctx0" brushRef="#br0" timeOffset="25901">2558 6866 7533,'-16'-46'3276,"-4"19"0,-23 27-474,22 16-2577,3 12 0,4 4-1034,12 7 44,7 7 0,6 4-874,8-8 1,7-2 950,-1-10 0,3 0 0,-1-3 373,5 6 0,3-9-225,2-17 0,5-8 1,-7-10-1100,-6-26 1,-3-8 1439,10 12 1,-4-4 490,-20 4 1,-6-5-1,-2-2 1,-2 2 721,-2-7 1,-4 2 0,0-1-416,-1-1 1,-2 1 0,1 1-390,3 6 0,0 1 0,-2 7 689,-11 0-1819,14 66 1,4 21 919,-3-25 0,2 3-108,1-3 0,2 7 0,1 3 0,1 1 0,0-1 82,3 0 1,1 0 0,1 1 0,1 0 0,-1 3 12,-1-4 0,1 1 0,0 2 0,0 0 0,-1 1 0,1-2 1,0 0 12,0 1 0,0-1 0,1 0 0,-2-1 0,1 0 0,-2-1 161,1 3 1,0 0 0,-2-1 0,0-3 0,-2-5 63,0 13 0,-5-6 1124,-10 1 0,-5-5-899,-8-4 389,0-15 1,-7 1 0,-2-8-870,-5-13 0,-3-9 0,-2 0-240,-4 0 0,-2-1 0,0-2 270,10 2 0,0-1 0,-1-2 0,1-4-366,-4-6 1,-1-4 0,2-2 0,3 1-728,-2-5 1,4 0 0,1-1 969,-6-3 0,1 0 0,14 1 0,17 1 0,14 5 0,35 6 0</inkml:trace>
  <inkml:trace contextRef="#ctx0" brushRef="#br0" timeOffset="27154">4180 5976 7533,'-17'-7'359,"7"-5"-89,-6 5-450,7-18 270,-1 10 720,2-21-360,8 15 629,0-11 270,0 12-359,8 1-630,2 18 44,7 40 1,-1 15-765,-2-7-121,-7-11 1,1 8-1,0 2 1,0-7-735,0-1 1,2-3-135,1 10 0,5-5 1349,19-9 0,-17-44 0,0-11 0,-1-10 0,1-1 0</inkml:trace>
  <inkml:trace contextRef="#ctx0" brushRef="#br0" timeOffset="27385">4480 5886 7533,'0'-22'3276,"0"33"-1638,0 16 0,0 5-732,0-4 1,0 3-1207,4 3 0,1 3 0,2-1-479,5 9 0,3-2-314,0-11 1,1 0 0,-2-1 1032,0 10 1,2-6-1,23-9 1,-19-22-1</inkml:trace>
  <inkml:trace contextRef="#ctx0" brushRef="#br0" timeOffset="28345">5080 6543 7533,'10'-7'2069,"-18"7"-1620,4 19-269,-19 3 180,13 9 270,-8 12-1232,9-17 0,0 1 782,0 8 0,1 2-1,2 1 1,2 1-135,-1 1 0,2-2 154,6-7 0,2-2-289,5 15 429,7-19-609,1-24-90,0-14 180,-8-14 45,1-5 0,1-3 90,-6 3 0,0 1-504,2-5 1,1 0 548,0 5 0,-2 0-45,-2 0 0,0-1 180,0-4 0,0-1 0,3-6 0,-1 2 350,-5 6 1,-2 4-216,5 4 0,-2 3 622,-3 4-352,0 9-720,8 22 360,-6 15 90,14 15-270,-15-11 0,0 2 71,6 1 1,1 0-162,1 6 0,0-1 0,0-1 0,2-2-180,5 1 0,1-2 180,-4-6 0,1-2-40,7-2 1,1-4-141,16 0 90,5-14 0,-8-36 90,-17 11 0,-1-4-530,2-10 1,-2-4 529,0-1 0,1-1 0,0-6 0,-1-1 45,2 0 0,-3 0 135,-6-2 0,0 0 225,6 8 0,-1 1-46,-9 8 1,0 4 720,12-5-91,-10 21 525,-8 22-794,0 15-1,0 20-751,0-15 0,0 2-13,0 3 0,0 0-135,0 5 0,0 1 180,0 1 0,0-1 8,-1-8 0,2-1-413,1-2 1,3 0 89,4 0 0,0 0-372,0-4 1,2 2 416,5 7 0,1-2-899,3 6 540,5-10-91,8-17 810,-3-6 0,-5-15 0,1-7 0,-4-3 0,1 0 0</inkml:trace>
  <inkml:trace contextRef="#ctx0" brushRef="#br0" timeOffset="29250">6421 6621 7533,'0'-33'1079,"0"1"-809,0 12 270,-8 2-91,6 5 361,-6-6-360,8 11-91,-8-10 91,6 17-90,-14-11-90,14 11 90,-13-5-91,5 6 181,-8 0-540,1 0 360,-9 6-90,-1 1-90,-8 12 0,7 7-90,-13 1 180,19 10-90,-19-10 90,22 11 359,-7-5-359,16 5 450,3 1-180,7 6-1,7 0-359,3 2 90,2-22 0,2-1-90,5 11-45,1-18 0,1-2-585,9 3 360,13-10-359,-16-8 179,-1-8-450,-1-22 495,-7 8 1,0-2-409,-3-8 1,-1-2 362,3-7 0,-1-1 315,-2 5 0,-2 1-180,-2-6 0,-1 2 405,1 9 0,-2 2-180,-3 2 0,-2 2 1259,-3-6-89,-8 18-631,-2 7 631,-7 18-541,7 8-359,-6 13-270,14 6-90,-6 5 180,8-9-900,4-9 1,0 2-1260,-2 8 1259,9-11 1,2 0 1085,-2 2-1625,7-3 0,13-5-1,-9 1 271,13-6 629,-9-2-179,-9-12 539,1 0 90,0-6 0,-1-1 0,-7-6 629,-2 0-89,-8 6-270,0 1 1079,0 6 0,0 0 180,0 6-809,0 7 449,0 1-449,0 11-540,0-11 0,0 5 0,0-7-90,8-4-90,-6 3 90,13-9-90,-5-8-180,16-14 135,-16-3 0,-1-5 180,8 0 0,0-3-614,-7-10 0,-1-2 748,4 0 1,0 2-135,-8 6 0,-1 2 90,5 2 0,-2 1 55,-6 4 1,0 1 349,7-16-91,0 2-1078,9 21 629,3 12-1710,5 6 811,-7 6-2069,8 1 629,9 11 2249,-14-3 0,6-1 0,1 2 0,11 11 0</inkml:trace>
  <inkml:trace contextRef="#ctx0" brushRef="#br0" timeOffset="30194">7514 6466 7533,'-17'-7'1619,"-1"-5"-1169,0 11-91,-7-5 1,-3 6 540,-15 6-541,-2 7-1568,8 1 1479,4 11 89,7 1-89,7 1-180,1 10 418,10 8-463,7-17 0,2 2 135,-2 6 0,2 0-360,5-3 0,4 0-478,2 0 1,3-3 747,15-1-90,-11-13 0,3-4-1227,13-11 822,-9-2 1,1-3 44,1-7 0,-1-4 180,0-5 0,-1-5-411,-3-10 1,-3-1 545,-5 9 0,-3-1-45,-2-5 0,-1-3 0,-2 2-180,-1 1 1,-2 0 269,-3 1 0,0-3 0,-3 2 45,-6-4 0,-2 2 0,-2 2 0,-4 2 770,-1 9 1,-1 4-97,-1-7 164,-5 42-703,22 6 329,5 6 1,4 7 0,-1 1-329,-2-3 0,0 1 0,1 1-136,4 1 0,1 2 0,2 1 0,-1-1-45,-1-1 0,1 0 0,0 1 0,0-1 0,0 2 0,0 0 0,1 1 0,1-1-305,2 1 0,1-1 0,0 1 1,-2 0 259,-3 2 0,-2 0 0,0-1 0,-1-2 75,1 2 0,0-3 0,-2 1-30,-1 7 0,-3 1 0,-4-4 263,-5-6 1,-4-3 320,3 8 1,-5-5-135,-8-16 0,-3-6 179,-22-4-404,15-12 0,-1-5-225,0-3 0,-1-4-307,-7-8 0,0-5 127,12 5 0,0-2 1,0 0 119,-2-2 0,-1 0 0,1-1-240,2-4 0,0-1 0,1 0 150,1 4 0,1 0 1,2-1-121,-2-12 0,3 1-135,2 8 0,5 1 773,9 3 0,8 1-2616,22-7 1798,7 6 164,0 13 1,2 2-75,-6 0 0,-1 1 321,0 0 0,1 0 1,6-2-1,-1 0 1,-6 2-1,1 0 1</inkml:trace>
  <inkml:trace contextRef="#ctx0" brushRef="#br0" timeOffset="30477">7955 6582 7533,'0'-40'3276,"-8"3"-886,-1 17-591,-1 1-539,-6 6-361,14 6-539,-6 1-630,8 17 360,0-2 360,0 38-1440,0-3 109,0-15 1,0 0 790,0-3 0,0-1-1349,0 13-65,0 1 469,0-11 1,0 0 225,0 9-552,0 12 1001,8-23-952,0-1 1,2-1 1311,9 2 0,15-25 0,-7-39 0</inkml:trace>
  <inkml:trace contextRef="#ctx0" brushRef="#br0" timeOffset="30877">8237 6633 7533,'0'-31'2698,"-7"10"-1259,5 2-809,-6 13 719,0 6-629,6 12-720,-6 8 360,8 13-540,8 12 90,2 0-434,-5-18 1,0-2 523,2 10-540,1 0 180,2-20 180,0 3-449,5 1 179,3-11 360,2-8-180,13-25 405,-18 1 0,-3-4 17,2-9 1,0-3-63,3-5 0,-1-2-444,-9 13 0,-1-1 0,1 0 413,3 0 1,2 1 0,-1 0 390,-1-7 0,0 2-172,-2 5 1,1 5 1879,7-2-1258,-14 29-91,6 22-899,-7 4 0,-2 4 45,0 4 0,2 1-750,3 5 1,0 2 344,-4 4 0,2 1-270,9-5 1,1 0 218,-7 2 1,2-1 500,7-5 0,5-7 0,24-12 0,-15-16 0,-1 0 0</inkml:trace>
  <inkml:trace contextRef="#ctx0" brushRef="#br0" timeOffset="31700">9208 6415 7533,'0'-20'629,"0"1"-179,0 6 270,0 0-361,0 0 181,0 0-90,-8 0-270,-10 1 180,-2 4-181,-13 8 181,-2 13-405,13-1 0,-1 2-391,-4 7 1,1 2 525,-1 3 0,1 2-45,3-5 0,1 1 90,4-3 0,1 1 44,-1 0 1,2-1 0,-3 9-135,5-9 0,2 1 225,2 15 90,3-3 0,14 11-360,3-18 90,0-2-270,21-7 0,-1-9 0,-1-3 0,2-1-637,17-5 772,-23 1 0,0-2-315,19-16 180,-18 5 0,1-3 0,4-11 0,0-5 90,-4 1 0,0-3 1,-2 1 179,5-7 0,-4-1 44,-2-6 1,-4 4-225,-5 9 1260,-15 11 715,0 20-446,-8-3-360,6 10-359,-21 26-630,11-7-285,3-1 1,1 3 14,0 18 135,7-18 0,2 1-450,-2 5 1,2 1 44,1-1 0,4 0-675,1-2 1,3-1-45,10 11 449,5-10-1754,9-23 1845,-13-1 629,20-12 0,-22-24 0,-2-10 0,-2 10 0,0-1 0,0 1 0</inkml:trace>
  <inkml:trace contextRef="#ctx0" brushRef="#br0" timeOffset="32012">9825 5704 7533,'-18'-27'3276,"1"3"-886,7 11-770,-6 6-451,14 7-450,-6 24 91,8 16-540,0-4 0,0 4-701,0 2 0,0 3 551,0-9 0,0 3 0,0 0-576,0 6 1,0 0 0,0 0 575,0 2 0,0 0 0,0-2-180,0-4 0,0-1 0,0-2 60,0 12 0,0-1-767,3-1 1,2-3 451,3-9 0,2 0-450,-2 10 1,3-4 45,15-2-631,-1-4 1081,-13-28 967,12 4-3396,-15-18 1709,9-7 989,0-1 0,-9-8 0,-1-4 0,1 2 0,0 0 0</inkml:trace>
  <inkml:trace contextRef="#ctx0" brushRef="#br0" timeOffset="32228">10213 6337 15178,'-8'13'2429,"6"0"-1935,-9 8 1,-1 5-1080,9 7 1,2 2-1055,-7 8 1,0 1 598,7 1 1,2-1 1039,-4-6 0,6-6 0,28 4 0,9-7 0</inkml:trace>
  <inkml:trace contextRef="#ctx0" brushRef="#br0" timeOffset="32919">10848 6272 7533,'-10'-12'3276,"2"5"-2055,-7-11-1041,3 10 0,-6-5 0,-5-10-90,11 19 0,-14-14-90,9 18-90,7 0-90,-21 0 180,25 0 225,-20 2 0,-3 2-225,13 9 179,-8-2 1,-1 4-90,12 10 0,7 6 180,1 7 0,8 3-120,5-7 0,5 2 0,1-2-105,1 5 0,3-2 134,7-5 1,6-1 0,-6-5 90,0 6 0,8 2 0,-1 3-225,-20-12 0,-3-1 45,6 0 0,-4-1 899,-19 19-449,-35-28-765,8-9 0,-3-3-405,-7-3 1,0-5-1010,7-3 1,4-2 1243,-9-3 0,66 3 0,26 11 0</inkml:trace>
  <inkml:trace contextRef="#ctx0" brushRef="#br0" timeOffset="33394">11271 6337 8162,'10'-13'3276,"-2"6"-2054,-8 1 127,0 6-450,0 0-719,-8 6 90,6 7-90,-6 18-90,8 15-490,-4-17 1,0 1-186,3 5 0,0 1 405,-3-3 1,1-1-946,5 1 1,3-1-197,-1 1 0,2-3-208,12 12 360,15-5 1169,-19-24 0,8-18 0,3-7 0,4-17 0</inkml:trace>
  <inkml:trace contextRef="#ctx0" brushRef="#br0" timeOffset="33827">11624 6492 9871,'-10'-14'3276,"2"2"-2234,8 12-1042,-7 0 90,5 6 90,-14 1-180,14 12 180,-6 7-270,8 13 449,0 6-988,8 1-91,2-2 91,15-10 269,-5-9-90,13-12 180,-13-13 90,13-18 180,-5-15-90,-15 8 0,1-2-661,3-8 0,-1 0 1065,-6 10 1,0 0-90,3-9 0,-1 2 944,-2 3-179,6-9 269,-14 19-809,6 6 359,-8 7-449,0 12 90,0 7-360,0 12 0,0 8-810,7 12 1,3 1-82,8-1-9,-6-19 1,1-1-1980,7 15 1800,5-1-1170,1-13 1080,1-14 1079,1-12 0,0-28 0,1-14 0,-10 11 0,0 1 0,-1-1 0</inkml:trace>
  <inkml:trace contextRef="#ctx0" brushRef="#br0" timeOffset="34244">12224 6505 7533,'8'-39'989,"-6"6"360,5-10-359,-7 14-1,0-2-179,-7 12 179,5 12-89,-14 13-990,6 20 180,-3-5 0,1 3-360,5 10 0,2 3-188,-8 2 1,2 1 322,9 2 0,2 0 90,-1-9 0,2 0-810,5 13 1,6-1 494,4-18 1,3-2 44,2 15 0,3-5-225,2-18 1,1-7-91,18-10 765,-21-15 0,-4-8 180,-5-11 0,-3-4-136,2-6 1,-3-4-235,-6 15 0,-3-2 0,1 1 324,3-1 1,-1 0 0,0 1 315,-4-13 0,0 2-187,3 8 0,0 3 771,-4-11-539,-8 26 269,-2 42-539,1-1 0,0 3-191,3 15 0,3 5-259,-1-11 0,2 1 0,0-1 45,1 9 0,2 2 75,-1-1 0,0 4 0,0-1 209,0-6 1,0 0 0,0 0-185,0 2 0,0-1 0,0 1-25,0-1 0,0 0 0,0-4 284,0-6 1,0-3-626,0 7 1,0-3-230,0 7-899,-24-14 270,3-20-181,-4-13 1,-1-5 90,-11-9-380,7-6 1,1-1 1614,8 13 1,3-1-1,-5-14 1,2 0-1,-4-10 1</inkml:trace>
  <inkml:trace contextRef="#ctx0" brushRef="#br0" timeOffset="34394">11395 5989 7533,'-34'-31'0,"5"14"1889,2-13-1080,11 23-449,16 1-360,-8 6 0,-33 6 0,12-3 0,1 1 0</inkml:trace>
  <inkml:trace contextRef="#ctx0" brushRef="#br0" timeOffset="34618">10019 6104 7533,'-8'-25'314,"6"11"1,1-10 0,2-4 0,4 3 0,0 0 0</inkml:trace>
  <inkml:trace contextRef="#ctx0" brushRef="#br0" timeOffset="34918">8061 6221 7533,'-18'-19'1638,"1"0"0,-11-9-1423,11-4 0,40 19 1,16 7-1</inkml:trace>
  <inkml:trace contextRef="#ctx0" brushRef="#br0" timeOffset="35661">13194 5563 7533,'0'-26'1638,"0"-1"0,0-6 752,-8 21-2300,-2 19 270,-7 23-270,-4 2 0,0 5-390,10-6 0,2 3 1,-2 1-511,-7 8 1,-1 2-1,5-2-30,9-7 1,4-2 0,3-4 73,5 1 1,6-10 765,34-24 0,-16-23 0,-1-11 0,-4-3 0,1-1 0</inkml:trace>
  <inkml:trace contextRef="#ctx0" brushRef="#br0" timeOffset="35801">13335 5614 7533,'25'-24'1079,"-13"-4"0,4 2 271,-16 1-631,0 18 2340,0 1-2250,0 29-1169,0 5 270,-1 0 0,2 2-1549,3 0 1,0-1 182,-2 18 1008,13-4 0,-6-16 0,0 1 0,5 3 0,-1-1 0</inkml:trace>
  <inkml:trace contextRef="#ctx0" brushRef="#br0" timeOffset="36618">14923 5331 6903,'0'-22'720,"0"-7"449,0 15 270,0-18-539,0 11 269,-16-4-989,4 18 0,-21 1 0,13 12-90,-13 13 0,11 1 0,1 4-90,1-3 0,1 1-438,-7 11 1,1 1 572,-1-5 0,1 1-833,1 11 0,1 1 923,-5-7 0,3-1-45,6 7 0,2-1 0,4-15 0,1 3-481,1 8 1,0 8 0,0 2-1,3-6 346,-1 4 0,2 3 15,2-12 0,-2 7 0,1 3 0,0 1 0,1-3 0,3-5-255,2 6 0,3-4 1,2 1 239,-1 2 0,3 2 0,0 1 0,0-4-15,1 3 0,1-3 0,3-1-240,4-5 0,1-1 0,1-2 30,0-1 0,-1-1 0,1-3-405,5 2 1,1-1 44,6 2 1,-1-2-274,8 1-312,-12-3 1,1 0 1318,-3-8 0,-1-3 0,8 0 0,-7-13 1</inkml:trace>
  <inkml:trace contextRef="#ctx0" brushRef="#br0" timeOffset="37585">15734 6117 7533,'27'-37'3276,"-9"14"-76,-10-13-2930,-32 16-3547,18 6 2392,-33 3 1161,15 7 0,-3 2-486,-5 2 0,-4 2 1,-2 0 89,-6 1 0,-3 1 0,1 2 60,2 4 0,0 2 0,5 5-120,7 1 0,4 4 0,9 2 180,13 12 0,12 2 0,7-9 0,6 1 0,4 0 0,3-2 0,3 2 0,2-2 0,-3-1-93,0-2 0,-2-2 0,0 3 182,0 4 1,1 4 0,-2-1 0,-5-5-1067,-3-4 0,-4 0 1067,0 10 0,-1-1 0,4 4 2224,-14 2-1730,-8-13 1,-4-1-180,-2-2 0,-5-4 148,-26 4 0,-6-9-598,5-14 1,1-4-1531,1 4 1,2-4 1404,4-10 1,15-2-3108,59-10 3011,-27 4 1,14 6-1,12-1 1,6-2-1,-5 1 1,4-6-1,0 1 1,0 0-1</inkml:trace>
  <inkml:trace contextRef="#ctx0" brushRef="#br0" timeOffset="38011">16034 6337 7533,'-8'-32'3276,"6"11"-436,-14-9-2030,6 15-630,1 2-180,-23 13-90,19 13 90,-8 6 0,0 5-270,10 6 0,3 1 225,-2-4 0,2 2-315,2 4 0,4 0 0,10-4 1,0-1 359,-4 17-135,20-11 0,7-3 45,2-2 45,-8-14 0,3-4 45,1-2 0,-1-6 180,3-15-135,3-7 0,-1-5 180,-12-2 0,-3-4-579,0 2 0,0-2 0,-3-1 399,0-11 0,-3-1 89,6-2 1,-2 0 45,-6 2 0,-1 1-135,0 8 0,0 2 540,0 6 0,-2 2 1933,-5-2-1618,6 14-451,-8 6-179,0 12 90,0 18-360,0-1-211,0 20 166,0-16 0,0 2 45,0 7 0,0 1-127,-1 9 1,2 0-234,6 0 0,1-2-1279,-3-1 1,2-2 713,5-13 0,1-2 610,-5-1 1,2-1 314,23 7 0,5-27 0,-12-2 0,1-1 0</inkml:trace>
  <inkml:trace contextRef="#ctx0" brushRef="#br0" timeOffset="38912">16898 6247 7533,'0'-15'3276,"0"-2"-2415,0 16 309,0 24-990,0-10-90,-8 28-933,6-15 1023,-6 1-90,8 5 294,0 11-564,0-1 135,0-17 0,0 1-225,8 19 0,-6-24 0,22-4 181,-13-28-271,23-15 270,-15-20-264,-2 15 1,0-2 397,-7-3 1,-1 0-45,0 5 0,0 2-45,-1-2 1,0 0-10,-3 2 0,-1 1 189,1-2 0,0-1 180,4-2 0,-2 2-45,-5-10 719,6 17-809,-8 24 0,-8 19-90,6 14 45,-10-6 0,0 3 132,10 0 1,0 0-313,-6 5 0,1 1-180,5-4 0,4 0 45,2 4 0,0-1 0,-2 8 135,8-15 0,3-3 542,-1-9-407,21 2 89,-13-18-179,21-24 90,-12-16-676,-7 9 1,-1-3 585,-2-1 0,-2-2-45,0-1 0,1-1 180,4 0 0,-1 0-1,-6 3 1,0 0 270,2 6 0,-1 2 618,-6-11-844,-2 21 451,-8 12 90,0 12 89,0 12-359,0 10 0,7 16-495,-2-19 0,0 2 212,4 4 1,0 2-618,0 0 1,-1 0 89,1 5 0,0 0-630,0-8 1,0 0 134,-1 2 1,1-1-785,0-4 1,0-2-404,9 9 1772,-9-4 270,-1-17 0,8-5 0,4-3 0</inkml:trace>
  <inkml:trace contextRef="#ctx0" brushRef="#br0" timeOffset="39717">18045 6221 7533,'-8'-39'2069,"-2"6"-1530,-8 2 1,9 16 90,1-2-451,0 16 361,-2 1-270,0 12 0,-5 14 270,13 13-226,-6-14 1,0 2-135,6-1 0,2 1 0,-4 1 0,0 1-329,3-3 1,2-1 418,7 16-630,2-4 90,7-17 0,1-13 90,8-20-90,1-20-625,0-1 760,-14 13 0,0-1 0,0 1 0,-1-2 45,2-20 0,0-2 270,0 9 0,-1-1-680,-3-12 1,-2 4 679,0 11 0,-8 5 360,0 22-270,0 1-1,0 0-179,0 17-180,-8 38 180,7-24 0,0 1 14,-3 12 0,0 0-284,3-5 0,2-2-45,3-4 1,0-1 44,-4 0 0,2 0 0,8-3 0,3-2 1612,7 6-1612,15-8 180,1-25-180,-9-20 90,-10 5 0,-1-3 90,2-8 0,0-1-525,0-3 1,1 0 569,-1 0 0,-1 0 45,1 1 0,-3 0 225,-4 7 0,-2 3 224,9-14 1170,-11 21-573,-7 23 483,-7 21-1169,-3 20-360,5-12 0,0 2-771,-3 3 0,0 1 681,6 5 0,2 1-630,0-1 1,0 0 89,3-5 0,4-1-1099,8 1 1,4-4 1480,-2-10 0,3-5 0,5-5 0,3-6 0,-2-8 0,1 0 0</inkml:trace>
  <inkml:trace contextRef="#ctx0" brushRef="#br0" timeOffset="40178">18962 6143 11940,'0'32'2879,"0"1"-2700,-1-8 1,2 0-180,2 2 0,2-1 0,-1 7 0,1-1-225,4-5 1,0-1 89,0 2 0,0 0-2924,8 6 1980,1-8 1079,7-15 0,-5-45 0,6-9 0</inkml:trace>
  <inkml:trace contextRef="#ctx0" brushRef="#br0" timeOffset="40619">19315 6182 7533,'-8'-20'3238,"6"1"-2159,-14 6-449,14 6-270,-6 1 449,0 12-449,7 1-180,-7 18 90,8 2-90,8 18 179,1-5-628,1 4 269,6-5-720,-6-6 630,7-13-450,-7-3 1,14-15 269,-13 3-180,7-16-90,5-9 1,-3-19 404,-3 12 0,1-3-208,0-3 1,0 0 207,0-6 0,-1 0 225,-7 9 0,-1 0 180,8-13 0,-2 1 359,-3 2 315,-4 8 1,1 4 494,-1 14-989,-8 3 809,0 28-989,0 10 90,0 18-360,0-16 0,0 0-387,0 0 0,0 1 207,0-1 0,0 1-810,-1 2 1,2-1-45,6-5 1,2 1-137,-4 2 1,2-1 404,8-4 1,3-2-1395,9 17 2159,1-19 0,-4-27 0,1-9 0,-2-6 0,1 1 0</inkml:trace>
  <inkml:trace contextRef="#ctx0" brushRef="#br0" timeOffset="41145">20020 6117 7533,'0'-27'1259,"0"3"-90,-8 5-179,-1 11-181,-9-4 1,-8 24-360,7 8-450,-7 7 90,17 5-180,-7 11 90,14 4-404,-2-15 1,0 1 313,2-1 0,4 0-495,8-5 1,4-1 89,-5 1 0,3-4-405,12-10 1,3-4 90,10 8 809,6-34 180,-7-16-501,-17 5 0,-3-3 770,-5-6 1,-2-3-549,3-5 0,-1-1 503,-5-2 1,-2-1-135,-1 12 0,1 0 0,-1 2-315,2-7 0,-2 2 315,-7-1 0,0 2 89,4 8 1,-2 4 540,-14-9-360,14 6-91,-6 24-179,8 35-270,-3-4 0,-2 3-290,1 19 0,-1 4 230,-1-12 0,0 0 0,0 0 30,2-5 0,1 0 0,0-1 30,-1 15 0,0 3-150,4-4 0,1 4 0,-2-3-242,-1-14 0,-1-2 0,0 4 459,1 9 1,0 5 0,-1 1-1,1-3 353,-1 0 0,0-3 0,-1 1-61,-3 2 1,-2 1 0,1 0-132,4-2 1,1 1-1,-1-4 42,-4 0 0,-2-2-52,-5 2 1,-1-2 51,2-13 0,-2-4 0,-9-3 0,-3-4-90,2-3 0,-1-7-91,-3-13 1,0-7-180,2 3 1,1-3-1,-4-6 0,1-2-540,3-3 0,1 1 90,3 2 1,1 0-990,4-3 0,1 1 359,-1 2 1,2 1 1169,5-14 0,-5-6 0,0-5 0,6-1 0,1 0 0</inkml:trace>
  <inkml:trace contextRef="#ctx0" brushRef="#br0" timeOffset="41313">18944 5886 7533,'-30'-28'1638,"-1"0"0,0 2-38,12 1 0,7 4-1600,12 18 0,17-5 0,13-1 0,1-1 0,5 0 0,3 0 0,2-1 0,0 1 0,0-1 0,0 1 0</inkml:trace>
  <inkml:trace contextRef="#ctx0" brushRef="#br0" timeOffset="41867">20884 5163 8972,'8'-14'2339,"10"19"-1755,3 11 1,1 7-1871,6 15 1,-1 7 1674,-6-7 1,0 4 0,0 1-210,-5-7 0,0 1 0,-1 1 0,-2 2-431,-1 3 1,-2 2 0,-2 0 0,0 1 317,0-1 1,-1 1-1,-1-1 1,-2 1 22,-3-1 0,-3 0 0,-2-1 0,1-2-31,1 3 1,-1-2 0,-3 1 7,-4-3 1,-2 2 0,-2-1-1,1-5-53,-7 6 1,0-2-45,3-2 0,0 3 0,-2-5-412,-2-5 0,-1-7 262,-13 2 784,0-9-1864,7-24 2425,-5-1-2514,21-12 1622,-3 5-273,15-5 0,23 12 0,6 1 0</inkml:trace>
  <inkml:trace contextRef="#ctx0" brushRef="#br0" timeOffset="42801">22472 5950 7533,'-26'-19'1439,"7"10"-180,-7-2-1079,1 11 180,-3 0 90,-7 5-271,10 1 1,-1 2-366,3 4 0,-1 1 500,-10 3 1,0 1-135,10 5 0,1 1 90,-7 2 0,1 1 89,5 5 1,3 3-668,-3 6 0,3 3 488,4 2 0,6 2-225,8 2 0,6 0-135,8-3 0,6-2 135,3-6 0,5-4-90,3-6 0,4-5 45,3-7 0,1-6-135,0-4 1,1-6 44,-1-7 0,-2-5 135,-6 1 0,-3-5 0,2-10 0,-3-4 0,-9 9 0,-1-1 225,5-9 0,-4 1-90,-6-11 0,0 16 0,-2 0 89,-5-21-44,4 12 0,-4-1-45,-12 2 0,-4-1 90,5-11 0,-3 1 0,-12 9 0,-3 3 0,5 1 0,-1 4 224,-4 9 1,1 5 45,-3 0-1350,-3 13-1348,30 13 359,2 1-180,10 16 540,23-8 1089,-3 3-279,13-12 269,-16-1 315,-3-6 0,1 1 618,-2 4 0,1 4-483,7 5 0,2 3 0,-3 1 0,-2 2 0,-3 1 214,7 13 1,-7 0 99,-19-13 1,-4-2 45,-2 15 2608,0 9-2338,0-21 404,4-1 1,0 1 136,-2 14-677,5-16 1,1-1-135,2 8 359,0-3 361,14-15-900,-13-2 179,23-13-179,-15-13 135,6-11 0,-1-7-360,-8 1 0,0-3-116,0 1 1,2-3 0,-1 0 130,-5 1 0,0 0 0,-1-1-429,1-1 0,0-1 1,-1 0 398,-1-2 0,-1 0 0,0 0-739,0 4 1,0-1 0,-2 3 618,-1-8 0,-2 3 90,0 5 0,0 4-1259,-4 2 270,0 9-1792,0 18 1791,-8 18 1080,6 3 0,1 7 0,2 5 0,4-3 0,0 1 0</inkml:trace>
  <inkml:trace contextRef="#ctx0" brushRef="#br0" timeOffset="43461">23248 6363 7533,'0'-13'3276,"-8"0"-1155,-2 0-592,1 0-1169,9 1-181,9 4-269,25 3 90,11-1 180,-6 4-225,1-3 0,0-1-751,-14 2 1,-1 1 615,15-3 0,-1-1-135,-12-2 1,-1-1-46,17-10 180,-8-11 450,-15-3 0,-5-10-725,-25 21 0,-3 0 635,7-17 134,-23 8 1,-5 3-225,9 10 503,-7-1 0,-3 5 126,-10 21-449,8 7-315,15 6 0,3 5-135,3 1 0,4 5-450,4 8 1,1 6-1,3-3 495,-2-3 1,4 1 26,5 1 0,3 2 0,2-3-27,5-5 0,2-3-429,5 8 0,3 0 384,-2-2 1,3-2-91,6-5 0,1-2 0,-4-1 0,1-3 0,-1-9 0,-1-3 1,9 7 1011,-18-14-382,-1-16-460,-6-9 460,0-7 809,-2-11-179,-8 17-631,0 2 1203,0 14-393,-8 5 114,-2 5-923,0 8-540,-6 7 270,15 12-900,-7-5 540,8-1 90,15-13 540,5-25-180,4-5 0,3-5 135,1-12 0,-1-3-1510,1 3 1,-1-1 1284,-1-4 0,-1-2 479,-8 12 1,-1-1 0,2 1-778,0 0 0,0 0 0,0-2 597,1-5 1,-1-2 0,0 3-132,9-3 0,-3 3 102,-13 8 0,-2 4-720,7 4 270,-9 25-2429,-5 2 2695,22 17-3453,3 0 2923,3-3 1,-3-7 0,3 0 0,-7-5-1,1 0 1</inkml:trace>
  <inkml:trace contextRef="#ctx0" brushRef="#br0" timeOffset="45152">25912 6272 7533,'-28'-5'1889,"3"3"-1170,15-9-359,-14 4-90,13-6 90,-23 0-540,7 0 360,-8 6-360,-9 7-83,18 4 1,-1 5 352,-1 8 0,2 3-507,2-6 0,3 2 507,-1 7 0,2 3 0,6 1 0,1 2-90,-2 1 0,2 2 90,6 8 0,5 3 0,3-4 0,7-1 45,11 0 0,6-4-270,0-5 0,4-5 135,5-5 0,3-7-450,3-6 0,-2-6 360,-9-4 0,-1-5 0,5-6 0,2-6 1,-5-3 223,-6-9 1,-3-4-638,4 1 1,3-3 0,-6-1 652,-10 6 0,-4-1 0,-1 0-61,1 0 1,-2 0 0,-2 1-114,-5-12 0,-6 2 204,-8 1 0,-5 3-45,-2 5 0,-3 3 45,-5 4 0,-1 5 170,8 8 0,1 4-260,-21 0 561,15 28-2090,11 10 1079,9 19-855,6-20 1,4 0 314,8-3 1,3 0 899,9 21 0,12-39 0,13-10 0,1-2 0,0 1 0,0 0 0,-1-1 0</inkml:trace>
  <inkml:trace contextRef="#ctx0" brushRef="#br0" timeOffset="46136">26458 5356 7533,'-8'-33'1439,"7"7"-1169,-15 8 179,14 10 181,-6 3-360,8 10 90,0 3 0,-8 10-1,-2 8-89,-7 7-225,11-9 0,2 2-304,0 3 0,0 1 393,0 11 1,0 1-974,3-4 0,0-1 839,-2 3 0,-1 2 60,1-5 0,0 3 0,1-1-864,1 5 0,0 1 864,-2-4 0,0 4 0,1-1 90,1 1 0,2 1 0,-1-1-60,0 0 0,-1 0 0,2 2-23,0-8 1,0 0-1,2 1 1,0-2-8,1 5 0,2-2 0,1-3-963,5 10 0,4-7 678,1-15 0,1-5-855,9 9 811,-9-24 551,-10-29-1091,-8-6 449,0 5 0,0-3-135,-4 1 1,0 0 89,4 0 0,-2 1-45,-9-1 1,-1 0 224,10 0 0,0 0 225,-9 3 0,-2 0 135,4-2 0,1 0-135,-4-9 1137,-12-3-1137,22 17 3276,-5 1-2551,7 11 1084,7-9-1539,3 9 89,8-11 631,7 0-271,3-7-359,7-1-90,-14 9 0,1-1-235,0 3 0,1-1 100,4-2 0,-1 0-45,11-15-662,-3 3 842,-1-7 89,-11-2-404,-1 13 0,-1-3 0,-13-2 0,-3-1 0,8 1 0,0-1 45,-6-5 0,-2 0-45,1-4 1,0 0 133,-1 2 1,-1 0-772,-2 1 1,-2 1 726,1 6 0,0 1 45,0-4 0,0 1-45,0 8 0,0 2-45,0-5 0,0 2 180,0-16-90,0 14 318,0 3-318,0 15 659,0 16-1019,-7 14-90,-3 20 450,5-6 0,0 4 15,-3 5 1,0 2-17,4-9 1,1 2 0,0 0-981,0 4 1,0 0-1,0-1 981,-2 8 0,2 0-30,2-13 0,1 0 0,1-1-366,1 0 0,0-1 0,2 1 365,1 7 1,1 0 0,0 2-30,0 3 0,0 1 0,2-1-60,4 0 0,3-1 0,-1-1-180,-5-6 0,0-1 1,2-3 74,14 2 0,1-5-114,-8-6 1,2-7 113,5-8 0,1-8-44,11-25 179,-15 10 0,-1-3-45,2-13 0,-3-5-155,-1 2 0,-1-2 155,0-7 0,0-1 45,-1 0 0,-1-1-45,-6-3 0,0 2 135,3 9 0,-1 2-45,-7 5 0,0 0 1145,3 3 1,-1 1-832,-5 0 1004,6-6-644,-8 25-197,0 16 377,0 15-539,0 0 0,0 5 281,0 7 0,0 2-461,0 8 0,0 2-569,0-16 0,-1 1 0,2 0-211,3 0 1,1-1-1,2 0-165,5 10 1,3-2-495,6-2 0,3-4 314,2-11 1,1-4 944,-4-3 0,-1-5 0,4-10 0,-1-4 0,21-8 0</inkml:trace>
  <inkml:trace contextRef="#ctx0" brushRef="#br0" timeOffset="47184">27817 6350 7533,'0'-13'809,"-8"0"-179,6 6 269,-6 1-179,8 1-450,0 3 90,0-9-181,8-2 181,9-7-270,11-12 90,-1-1-270,-1 6 90,-12 1 0,-3-1 180,1-5-135,-3 2 0,-2-1-1278,-7-16 1323,-8 7 89,-2 9 1,-15-5-360,-11 7 270,18 10 0,-1 0-360,-6 4 1,-1 4-181,-19-2 0,0 24 315,22 4 0,3 3 135,-8 18 0,11 4 0,1 3-90,5-14 0,2 1 191,3 2 0,0 3 0,1-2-101,-1 10 0,4-1 180,8 1 0,4-1-45,-2 1 0,3-3-135,9-5 0,3-4-336,3-4 1,1-2 290,1-5 0,-1-3 45,18 3 0,-4-7 0,-13-13-13,7-19 13,0-8 180,-7-6-180,-11 1 270,7 1 0,-20 3 89,12 3 996,-16 12-1265,0 7 533,0 6-713,0 17 180,0 11-720,-8 18 495,6-18 0,2 1 45,-1-2 0,2-1-90,2 4 1,4-2 535,10 12-176,17-15 90,-5-19 540,6-13-361,-13-19 1,-3-7-90,-4 5 0,0-2-657,1-6 1,2-3 0,-1 0 416,-2 4 0,0 1 0,0-1-30,2-4 0,1 0 0,0 0 0,-1 0 0,1 0 0,0 1-90,-3 6 0,0 0 0,0 3-90,7-8 0,-1 4-1080,6-4 810,-1 24 1,-9 18-2918,9 21 887,1 14 2390,1 0 0,-5-17 0,5 2 0,1-1 0,0-1 0,0 0 0,-1-1 0</inkml:trace>
  <inkml:trace contextRef="#ctx0" brushRef="#br0" timeOffset="47844">29774 6027 7533,'-17'-44'719,"-1"4"91,1-5-1706,7 6 1256,2 12 354,8 8 455,0 8-259,0 4-371,0 0-539,0 1 0,0 23 90,0 11-45,0-2 0,0 5-326,0 4 1,0 1 280,-1 10 0,2-1-180,3-10 0,0-1 90,-3 3 0,0-1-195,2-7 1,2-1 239,-1 5 0,-1 0 135,-2 0 0,0 0-45,2-3 0,2-3 135,11 6-180,-4-20 989,21-31-809,-13-5 180,3-16 0,3-5-992,-7 11 0,1 0 752,-2 0 0,0-2 0,-1 1-75,1-11 0,-1 1 391,5 4 1,-3 1-437,-12 3 0,0 1-45,9 4 0,-1 4-1304,-5-6 1340,8 14-1880,-9 13-360,7 24 2249,-6 3 0,-5 3 0,0 3 0,-1-1 0,0 1 0</inkml:trace>
  <inkml:trace contextRef="#ctx0" brushRef="#br0" timeOffset="48378">30586 6066 7533,'0'-44'2788,"0"3"-1439,-8 3-269,-2 0-361,0 17 1,3-9-270,-1 15-270,-2-4-180,0 12-720,-13 1 720,3 6-989,-15 12 449,-8 8 90,5 13 315,17-17 0,-1 1-90,-3 12 0,-1 2-332,2-6 1,1 1 601,0 8 0,1 2 90,3-1 0,5-1-346,8-7 1,2 0 255,-1 8 0,2-1-45,6-7 0,2-1 45,2 1 0,4-2-45,5-4 0,3-3 0,3-4 0,1-3 180,22 2 0,-2-13 630,0-13-451,-5-12-89,-16 6 0,-1-1-368,-3-2 0,-1-2 278,-3-1 0,-1-2-135,1 2 0,-2-1 315,6-20 735,-9 13-915,-1 8 87,-8 18-267,-8 1-1439,6 24 629,-13 3 270,13 24 1,-14 1 184,15-18 1,0 1 219,-3-2 0,0-1-90,3 3 0,2 0 209,3-3 1,0 0 105,6 19-720,15-6 450,-5-14-899,5-6 1079,-7-11 0,-8-3 0,-2-5 0</inkml:trace>
  <inkml:trace contextRef="#ctx0" brushRef="#br0" timeOffset="48844">31044 6350 7533,'-27'6'270,"9"1"809,-5 12-90,11 1 271,-13 11-631,7 2 91,8 0-360,2-7 359,8-2-179,0-15 0,8 3 89,2-30-89,8-9-315,-5 3 0,-1-4-1100,-2-4 0,0 0 695,3 2 0,-1 0 135,-2-1 0,-2-2-447,1-6 0,-1-2-138,1-4 1,0-3 389,-3 8 0,-1-2 0,2 0 30,1 1 0,1-1 1,-1 2 29,-2-8 0,0 3 0,6 8 0,-1 5-360,-1 6 91,8 21-271,-8 18-269,13 12 269,5 8-90,-11-13 1,3-1 809,8 4 0,3-1 0,6 1 0,4-1 0,-8-5 0,1 0 0,-1 1 0</inkml:trace>
  <inkml:trace contextRef="#ctx0" brushRef="#br0" timeOffset="49667">31909 6169 7533,'0'-20'2069,"0"1"-1620,0 6-89,0 6 719,0-4-719,0 4-90,15 0 90,-11-5 180,28-1-361,-21-1 451,15-16-270,-8 8-630,-9-3 270,-9 0-720,-9 5 541,-25 0-181,13 7 45,-14 6 0,-3 3 45,13 5 0,-1 2-80,-16 2 0,-2 3 215,7 4 0,3 3 90,10 1 0,1 1 45,-7 4 0,4 1 0,4 7 90,1-6 0,1 2-217,9-2 0,2 0 261,0 3 1,1 1 135,3 2 0,2 0-45,2 3 0,2-1-45,-1 6 0,11-6 0,1-3-270,-6-11 149,16-3 1,3-4 120,-3-4 0,21-6-90,-8-11-90,-9 2 0,-1-2-63,-5-8 0,-1-1 63,11 0 0,-1 0 251,1-19-341,-6 14 0,1 2 0,-4-8 166,-3 7 0,-3 0-76,-5 2 360,-2-3 270,-8 18 558,0 1-1009,-8 12-538,6 1 89,-13 18 90,13 2-90,-14 18-891,14-11 801,-6 4-89,0-1-811,6 3 720,-2-14 1,0 0 89,4 8 180,8 2-1079,2-16 360,0 6 989,-2-12 0,-8 3 0,0-9 0</inkml:trace>
  <inkml:trace contextRef="#ctx0" brushRef="#br0" timeOffset="50127">31468 5924 7533,'-18'-8'1079,"8"3"-629,3 5 269,7 0-179,0 11 0,-8 10-1,6 17-359,-6-13 0,0 2-407,3 5 0,0 1 407,-3 5 0,-1 1-135,0 0 0,0 1-225,0 2 0,0-1 45,4-7 1,1-2-423,-1-2 1,2-2-164,3 10-899,0-18 360,0-8 1259,0-12 0,8-17 0,1-5 0</inkml:trace>
  <inkml:trace contextRef="#ctx0" brushRef="#br0" timeOffset="50327">31468 5563 7533,'-9'-26'944,"0"0"1,-1-14-226,3 8-269,7 19-2249,7 13 270,3 19 1529,23 3 0,0 6 0,3 4 0,-5-12 0,-1 1 0,1-1 0</inkml:trace>
  <inkml:trace contextRef="#ctx0" brushRef="#br0" timeOffset="51017">32244 5485 7533,'-8'-26'0,"-10"1"-3277,7-7 3052,-13 16 2084,22-6-1140,-14 14 591,15 1-1041,-7 1-89,16 6-360,-7 0 3456,15 12-2890,-14 14-116,6 19-180,-4-11 0,0 3-554,-3 1 1,0 2 463,1-7 0,1 2 0,0 0-298,-3-1 0,-1 1 0,2 0 238,1 3 0,1 1 0,-1 0-860,-1 2 0,-1 1 1,1-3 919,3 4 0,0-3-45,1 4 0,-2-3-104,-3-14 1,2-2 13,10-1 0,0-1-135,-9 10 181,21-16 680,-14-17-591,7-11-90,1-15-90,-5 4 0,0-2 259,-4-8 1,1-1-80,7 1 0,-1-2 90,-6-3 0,0-2-45,6 3 0,1 1 180,-2 1 0,-2 2-1,-4 2 1,1 2 3051,14-5-2130,-14 14-1190,7 31 404,-7 15 0,-2 13-460,-8-1 234,0-10 1,0 2 0,1 0 0,-2 0 135,-6 11 0,-2 1 0,5 2 0,-3-1-237,-13-4 1,-2-1 146,8 0 0,-1-1-225,-5-7 0,-3-3-225,1-4 0,1-4 0,-9 0-539,-19-14 269,28-19 270,-12-1-629,15-16-360,0 3 539,8-6-180,-5 7 15,13 7-15,2 6 488,17 6 412,-5-4 0,23 1 0,9 1 0,-5-5 0,0 1 0</inkml:trace>
  <inkml:trace contextRef="#ctx0" brushRef="#br0" timeOffset="51335">32897 5343 7533,'-28'-41'3276,"-5"10"-2685,21 26-591,-4 16 180,16 4 405,-3 14 0,-2 7 314,4 8 1,1 6-1112,-2-12 1,-1 3-1,1 3 1,1-1-149,2 2 0,1 2 0,1-1 1,-1 1-428,-2 0 0,0 1 0,0 0 0,1-2-33,3-4 1,0 0 0,1-2 0,-2-3-564,-2 12 1,0-5 1382,5 5 0,-4-20 0,-10-46 0,-2-3 0</inkml:trace>
  <inkml:trace contextRef="#ctx0" brushRef="#br0" timeOffset="51686">32844 6247 7533,'0'-29'1979,"7"-11"-5256,35 18 3052,-17-5 435,2 14 0,8 1 0,-1 1 100,12-3 1,0 1-311,-9 2 0,1-1 0,-1 2-45,13 0 0,-4 0 160,-9-4 0,-7-1 245,-9-7-450,-5-4 1799,-42-16-1125,6 23 1,-5 3 1053,-8-3 0,-4 4-1506,-3 7 1,-1 9-493,-4 15 0,2 12 210,19-4 0,2 3 0,4 3 180,0 5 0,3 4 0,4-3-120,4 3 0,7-2-45,8 10 1,9-5-1505,8-19 1,3-3 101,-9 4 0,3-2 267,17-7 0,2-6 1270,-11-3 0,-3-6 0,2-12 0,-1-5 0,-3-1 0,-1 0 0</inkml:trace>
  <inkml:trace contextRef="#ctx0" brushRef="#br0" timeOffset="52045">33584 6053 7533,'10'-29'899,"0"-1"1,6-16-451,-16 3 451,0 4-1467,0 5 747,0-3 629,0-1 120,-8 10-389,-2-4-360,0 19-27,-5 8-63,5 5-270,-8 11 0,8 15-539,3 8 629,6-6 0,2 0-340,-1 19 565,6-12 0,3 0 90,-4-5 0,2 0-90,9 2 0,1 0-45,-7-6 0,0 0 539,11 11 1,-1-1-180,-6 4-226,2-10 1,-1 1 585,-13 12-470,6-7-251,-13-11 1,-6 0 0,-16 8-45,2-22 0,-3-3-270,1-1 1,-1-2 44,-3-4 0,1-2 90,-15-5-135,15 3 0,1-1-1034,-10-9 719,-4 6-2737,10 13 618,29 14 2659,-2 2 0,19-2 0,7 1 0,-1-4 0,0 0 0</inkml:trace>
  <inkml:trace contextRef="#ctx0" brushRef="#br0" timeOffset="52177">33637 6686 7533,'-25'-40'3276,"13"8"0,-27 13 0,25 12-2400,-19 1-3755,23 6 2879,2 6 0,24 30 0,-6-12 0,0 0 0</inkml:trace>
  <inkml:trace contextRef="#ctx0" brushRef="#br0" timeOffset="61061">1341 9409 7533,'9'-13'-900,"-1"0"1800,-8 6-451,0-5-89,0 5 90,0-6-90,0-5 0,8 3-91,-6-3 91,6 5 270,-8 0-90,0 0-181,0 6 1,0-5 0,0 5-90,0-1 0,0 3-270,0 5-1260,0 0 1170,0 5 180,0-3 90,0 9 90,0-9-90,0 10 90,0-11-180,0 5 0,0-6-180,0 6 0,-8-5 0,6 11-180,-6 1 0,0 12 135,1-1 0,-3 2-677,-7 11 1,-2 3 811,5-1 0,0 2 0,-3 2-554,1-7 0,-2 1 0,0 1 0,2 1 734,2 4 0,3 1 0,0 0 0,-2 1-135,-3-1 0,-2 0 0,0 0 0,3-2 74,1 8 1,3-1 0,-1-3 75,0-4 1,-1-3 0,3 1 223,2-3 1,3-1 0,0-3-60,0-6 0,2-1-180,3 7 0,0-7 179,0-19-89,8-1 1253,10-6-1164,1 0 631,30 0-810,-17 0 960,-4-2 0,2-2-1320,15-3 270,-19 0 0,1 1-720,3 2 1,1 1 449,0-3 0,1 0-1259,0 2 0,-1 1 1007,6-4-2845,10-5 2326,-26 5 951,15-6 0,-19 0 0,-9 0 0</inkml:trace>
  <inkml:trace contextRef="#ctx0" brushRef="#br0" timeOffset="61327">1217 10003 7533,'-37'-14'3276,"-4"7"-1785,29 1-951,-4 6 179,32 0-359,11 6 0,18-4-848,-15 1 0,1 0 488,4-2 0,1-2-540,-4-2 1,0 0 134,7 2 0,-1 0-1079,-6-4 0,-1-1 854,-4 2 1,0 1 629,2-2 0,-7-3 0,-10-17 0,-6-2 0</inkml:trace>
  <inkml:trace contextRef="#ctx0" brushRef="#br0" timeOffset="61544">1358 9525 7533,'-17'-18'0,"-9"-14"-984,6 9 4260,-5-7-119,15 11-278,2-7-1890,32-7-495,-7 11 1,3 0-489,9-2 0,5 2-6,8-1 0,2 0-1618,-3 0 0,0 2 1573,0 6 0,-1 2 90,-6 0 0,0 2-920,4 1 1,1 1-26,1-1 1,2 0-740,7 2 1,0 2 1346,1-3 0,-4 6 1,-20 15-1,-3 5 1,-3 0-1,-1 1 1</inkml:trace>
  <inkml:trace contextRef="#ctx0" brushRef="#br0" timeOffset="62261">2134 10157 7533,'-27'-31'2338,"-6"9"-1618,13-2 89,2 17-269,3 1 450,5 0-631,-8 5 91,8-5-630,-13 12 90,11 18-359,-21 11 155,22-8 1,2 3 203,-4-1 0,1 1-90,2 4 0,2 2 0,2 0 0,2 0 135,3 2 0,2 1 45,6 1 0,4-2 135,5-4 0,3-2 0,-1 0 0,1-1-315,6-7 0,1-2 180,-2-5 0,-3-1-180,9 2-89,9-12 269,-19-17-90,15-21 90,-20 8 0,-3-5-322,-1-5 0,-3-6 0,-1 2 367,-1-5 0,-2-1 164,-1 3 1,1-3 0,-3 5-75,-5 4 0,0 3 315,0-2 0,-2 4 0,-12 3 608,8 10-519,3 46-179,22 18-360,-10-1 0,2 5-1017,5-13 1,3 1 0,-1 1 926,-3 6 0,-2 2 0,1 0 67,0-10 1,1 1-1,1 0 1,-2 0-23,-3 1 0,0 1 0,-1-1 0,1 1 45,3 0 0,2-1 0,-1 1 0,-3-1-135,-2 9 0,-3-1 0,2-2 345,3-5 0,1-2 0,-2-3-132,-4 8 1,-6-4 146,-8-12 0,-2-5-21,-9 3 920,-1-22 0,-5-8-674,3-6 0,-2-6-270,-1-3 0,-2-3 0,1 0 288,-5-6 1,0-1-469,1 1 0,-2-1 0,3 0-60,7 5 0,1 1 1,0-2 46,-3-4 1,0-2 0,1 0-78,1 4 0,1 1 0,2-1 38,-1-9 1,1 2-129,2 11 0,7 2-92,19-5-1347,13 13 809,27 2-829,-20 7 1,0 1 1622,0-2 0,1-3 0,13-10 0,5-5 0,2-1 0,-10 4 0,1 1 0,0-1 1,0 1-1</inkml:trace>
  <inkml:trace contextRef="#ctx0" brushRef="#br0" timeOffset="62444">2893 9964 7533,'-26'-19'0,"-1"-1"3276,7 0 0,-3 1-384,21 12-4061,2 1 629,2 6 360,6 0-3097,7 6 3051,-11 7 0,20 30 0,-19-16 0,0 1 0</inkml:trace>
  <inkml:trace contextRef="#ctx0" brushRef="#br0" timeOffset="62595">2910 10312 7533,'-35'0'3276,"16"0"0,-5 0-1103,14-6-1724,0 5-89,3-5-3637,7 0 3264,0 5 0,31-10 1,8 3-1</inkml:trace>
  <inkml:trace contextRef="#ctx0" brushRef="#br0" timeOffset="63700">4921 9280 7533,'0'-15'449,"0"-8"631,0 15-810,0-11 1349,0 6-450,0 1-449,-8 16-181,-1 44-179,-1 0-1098,5-15 1,1 8-1,0 2 1,1-5 781,2 7 1,0 3-81,-1-9 0,-2 6 0,1 3 0,-1 2 1,1-3-285,2 1 1,1 0 0,0-1 0,0 1 0,0-2 211,-2-5 0,0 0 0,0-1 0,0-1 0,2 1 85,1 8 1,1 2 0,1-4 0,-1-8-248,-2-7 0,1-8-270,7-3-1799,-8-7 361,0-18 1978,8-16 0,-3-17 0,0-8 0,1 11 0,0 1 0,0-1 0</inkml:trace>
  <inkml:trace contextRef="#ctx0" brushRef="#br0" timeOffset="64061">4833 9306 7533,'0'-39'299,"0"0"1,-1 5 0,2 2 329,6 2 1,2 3 540,2-6-271,23 14-89,1 13-496,-9 10 1,1 4-624,4 1 0,1 2 534,10 7 0,2 3 44,-3-2 1,0 2-210,-9-5 0,1 1 0,-2 0 165,11 8 0,-3 2 0,-2-1 0,-4 1-90,-8-2 0,-5 1 44,6 13 32,-16-12 1,-5 1 148,-10 20-181,-2-10 1,-4 0-504,-9-4 1,-5-2 143,-5 4 0,-3-2-180,-1-6 0,-2-2 135,0 0 1,1-2 134,7-9 0,1-3-270,-16 7-543,2-8 273,-4-9 1054,6 3-2043,-10-5 809,29-5-105,2 3 915,26-9 0,14-4 0,7 0 0,8-6 0,1 0 0</inkml:trace>
  <inkml:trace contextRef="#ctx0" brushRef="#br0" timeOffset="65577">6491 9086 8882,'-19'-7'989,"3"-4"-629,16 3-270,0 1 270,0-4-360,0 3-90,0-5 360,-8 1-180,-2 5-180,-7 1 180,7 6 0,-14 0 90,12 6-360,-21 12 225,15 0 0,1 2-594,-5 6 1,-1 2 683,-4 8 0,1 4-16,8-11 1,0 1 0,1 1 0,1 3 0,1 1 0,1 1 0,-1 3 0,0 2 0,2 1-688,4-4 1,2 3-1,1 0 1,0-3 626,0-1 1,0-2 0,1 2 30,2 1 0,0 3 0,2-1 0,0-3-466,0 12 0,2-3 376,1-9 0,1 0 0,0-1 90,-4 8 0,4-3-90,8-12 0,1-1-22,-7 3 1,2-2 111,9-10 0,1 0 0,-3 9 0,0-1-135,3-6 0,1-3 225,17 9-540,1-2 270,-9-12 0,6 0-682,-5-1-1386,-1 1 538,6 6 1620,-21-11 0,4 4 0,-16-12 0</inkml:trace>
  <inkml:trace contextRef="#ctx0" brushRef="#br0" timeOffset="68785">6650 9460 7353,'-8'-13'989,"6"6"-89,-14-4-91,7 4-179,-1-1 269,2 3 91,8 5 179,0 0-809,0-6-180,0 5 180,0-5-1,0 0-269,0 5 90,0-5 0,0 0 90,0 5-540,0-11 90,0-1-90,-8-1 540,6-4-180,-6 5-270,8 0 900,16 28-1,10 15 1,7 9-518,-10-7 1,1 3-1,2 3 1,1 1-438,-1-4 0,1 2 0,0 1 0,1 0 0,-1 0 145,-1 0 0,-1 1 0,1 0 0,-2-1 0,0-3-90,2 2 0,0-2 0,-3-1 0,-2-3 90,3 10 0,-2-6-180,9 0 270,-29-27-719,14-3 179,-15-10-1169,7-14-180,-8 3-629,-8-2 539,-1 12 2317,-1 12 1,-14 6 0,5 9 0</inkml:trace>
  <inkml:trace contextRef="#ctx0" brushRef="#br0" timeOffset="69302">6579 10390 7533,'-27'5'1169,"1"-3"-719,9 4 359,-1-1 990,0-3-719,9-8 449,17-20-540,3 0 1,5-5-271,8-4 1,5-3-1,2-2-1072,-4 4 0,0-2 1,1-1-1,0-1 461,-5 8 0,1-1 0,0 0 0,0-1 0,1 0-18,2-3 0,3-1 0,-1-1 0,0 1 0,-1 2-197,0-2 1,-1 1 0,0 2 0,0-1-187,1 2 1,0 1 0,-1 0-1,-2 2-800,1 0 1,-2 1 0,-3 3-148,-2 3 0,-5 3-738,-6 3 179,0 12 2340,2 12-541,7-5 0,-7 11 0,-2-5 0</inkml:trace>
  <inkml:trace contextRef="#ctx0" brushRef="#br0" timeOffset="69802">7532 8854 7533,'8'-46'3276,"9"13"-526,26 49-2480,-3 4-352,-18 5 1,1 9-1,-2 3 509,-4-5 0,-1 1 1,-1 4-1,0 2-525,-3-3 1,0 3 0,0 2-1,-2 1 1,0 1 0,-1 1 148,-3-3 0,0 2 1,-1 0-1,-2 1 1,1 0-1,-1 0 1,-1 1-14,0 1 1,1 1-1,-2 0 1,0 1-1,0-2 1,-3 1 0,0-3-213,-2 3 1,-2-1 0,-1-1-1,-1-1 1,-1-1 0,0-1-7,-1 1 0,-1 0 0,-1-2 0,-1-2 0,-2-1-128,-3 0 0,-1-1 0,-2-3 0,-1-3-352,-7 3 1,-2-4-1,1-2-347,-8 3 0,3-5-1062,-8-2 2069,27-18 0,24-23 0,2-5 0</inkml:trace>
  <inkml:trace contextRef="#ctx0" brushRef="#br0" timeOffset="70834">8890 9706 7533,'-10'-7'0,"-5"-5"1169,13 5 990,-6-6-360,8 0-900,8 6-179,9 1-360,18 6 89,11 0-824,-17 0 1,2 0 509,1 0 0,-1 0-540,0 0 0,1 0-360,6 3 1,0 0 179,-9-3 1,-1 1-406,11 2 1,-2 0-677,10-3 1666,-18 0 0,-7 0 0,-18 0 0,-8 0 0</inkml:trace>
  <inkml:trace contextRef="#ctx0" brushRef="#br0" timeOffset="71117">8996 10067 7533,'-35'0'3276,"7"0"-1785,-5-6-232,21 5-269,-4-5-91,32 0-269,11-1-540,19-6 0,-13 4 0,2 0-1262,1 1 1,1 1 1171,10 0 0,2 1-675,-8 0 0,0 1-809,7 4 0,-2 0 1484,-17-3 0,-1 3 0,6 7 0,-1 5 0,-11 0 0,1 0 0</inkml:trace>
  <inkml:trace contextRef="#ctx0" brushRef="#br0" timeOffset="71984">10689 8841 7533,'-19'0'1529,"-13"0"-450,20 0 450,3 0 360,58 0-1380,-14-1 1,7-1 0,4-1-967,-5 0 0,3 0 0,3-1 0,2 0 0,-1 0 427,0-1 0,0 0 0,2-1 0,1 0 0,-1 0 0,-1 0-75,0 1 0,1-1 0,-1 0 0,0 0 0,-2 0 1,-1 1-552,2 0 1,-2 1-1,0-1 1,-4 2 0,-2 0 368,5-1 0,-4 2 0,-8 3-401,9 13-391,-27-1 90,-13-6-1,-2-1 990,-2-6 0,-29-6 0,2-1 0</inkml:trace>
  <inkml:trace contextRef="#ctx0" brushRef="#br0" timeOffset="72786">10813 9086 7533,'-32'4'929,"1"-1"1,4 1-1,1-2 690,-9-8-449,17 5-991,18-5 991,18 1-721,9 3 91,-3-1 0,3 0-1,14 2 1,4 2-150,-3 2 0,3 1 0,2 1-647,-5 1 0,3 1 0,1 2 0,-1 0-81,2 3 1,1 0 0,-1 2 0,-1 1 22,-2 2 0,0 2 1,-2-1-1,-3 0 225,-3-2 0,-3 0 0,-2 1-225,10 10 0,-10-1 225,-19-11-89,4 10-19,-16-18 108,0 5 90,0-5 314,-17 15 1,-6 3-405,6 2 30,-5-2 0,-7 4 0,-1 1-555,2-1 0,-1 1 0,-2 1 615,5-5 0,-1 0 0,-2 1 0,-1 3 108,-2 3 0,-2 3 0,-1 2 0,0-1 0,1-2-407,5-5 0,0-1 0,1 0 0,1 0 0,1-1 344,-3 4 0,2 0 0,0-1 0,0 0 89,0-2 1,-1 1 0,2-2 0,3-3-704,2 4 1,1-2 613,-7 0 0,1 0 180,7 1 0,5-3 314,4-3 493,26-2-178,13-16 1,10-8-248,-5-2 0,5-3 1,2-2-1,2 0-218,-1 1 1,2-1 0,1 0-1,2-1 1,0 1-390,-1 1 0,1-1 0,1 1 0,0 0 0,1 0 0,-2 1-225,-3 1 0,0 1 0,1-1 0,-2 2 1,0 1-1,-2 0-117,2 2 0,0 1 0,-1 1 1,-3 1-1,-2 1 596,8 2 1,-4 2 0,-5 1-1155,-4 1 1,-6 0-1620,0 4 2519,-16-16 0,-2 9 0,-8-3 0</inkml:trace>
  <inkml:trace contextRef="#ctx0" brushRef="#br0" timeOffset="73535">10689 10996 10321,'-10'-7'2789,"3"1"-1260,14 6-990,3 11-269,8-2-90,-1 10 0,6 3 0,3 3-585,2 0 0,1 1-135,-5-3 1,0 2-1,1-2-1099,13 6 1,0-6 1265,9-8 1,-11-30-1,-21-25 1</inkml:trace>
  <inkml:trace contextRef="#ctx0" brushRef="#br0" timeOffset="73818">11130 10983 7533,'0'-26'1349,"0"0"0,0-2 540,-8-6 630,-1 31-1620,-9 20-809,1 19 0,1 10-90,1-3 0,0 4 0,-1 2-388,3-6 1,-1 2-1,0 0 1,1 0 184,0-3 1,2 0 0,0-1-1,1-3-157,0 2 1,1-3-1,2-3-495,0-1 1,6-10-1305,17-18 1799,-4-8 360,21-20 0,-5 6 0,3-3 0,6-8 0,0 1 0</inkml:trace>
  <inkml:trace contextRef="#ctx0" brushRef="#br0" timeOffset="74018">11412 11345 9871,'-17'-7'3276,"-1"1"-1065,-15 34-2346,14 2 0,1 5-958,2-3 1,0 2 0,2 0 920,-3 13 0,7-5 0,18 3 0,21-49 0</inkml:trace>
  <inkml:trace contextRef="#ctx0" brushRef="#br0" timeOffset="74652">11659 11061 7533,'-15'-26'3276,"3"6"0,2-4-1103,28 9-2083,9 5 0,6 2-270,7 1 0,3 1-150,-6-1 0,3 1 0,-4 0 240,0 2 0,-3-1 180,9-4 0,-4 1 450,-8 7 450,-11 1-811,-5 7 271,-37 17-360,11-2 90,-7 5 0,-3 6-180,5-5 0,-1 3 0,0 0-88,-6 8 1,0 2 0,-1 0 199,7-7 0,-1 1 1,1-1-1,1-1 68,-2 4 0,0-2 0,4-2-135,0 1 0,4-4 315,4 0-180,7-24-270,7-6 90,11 0 90,-6 0 0,11 0-540,3-11 450,-5 2 0,7-3 0,1-1 0,10-1-1385,-12 4 0,-1 2 396,17 1-2288,-7-5 617,-9 11-617,-9-5 3219,-10 6 0,-16 17 1,-2 4-1</inkml:trace>
  <inkml:trace contextRef="#ctx0" brushRef="#br0" timeOffset="74919">11818 11332 7533,'-18'-19'3276,"1"5"0,7 1 0,41 19-3930,0 0 1,3 2-337,-5-1 1,3 0 479,2 0 0,3-1 1,-4-1 631,-7-2 1,-1-5 0,11-16 0,-2-10 0,-8-4 0,-1 0-1</inkml:trace>
  <inkml:trace contextRef="#ctx0" brushRef="#br0" timeOffset="76477">13000 9151 8882,'0'-15'1709,"0"-8"-1349,0 20 0,0-8-1,0 5-179,-8 5 0,6-10 270,-6 9-360,8-4-90,-8 6 180,6 0 0,-5 12 89,-1 14-359,7-3 1,0 5 89,-11 12 0,0 3-773,10-9 1,2 0 0,-2 3 832,-5 7 0,-2 1 0,2 1-30,5-4 0,2 0 0,0 0-558,-1-1 0,1 1 0,1-3 258,2 11 0,4-4-57,1-11 0,1-4-33,9 13 90,-8-19 1,-2-18 1928,-8-7-2288,0-13 359,0-1 0,0-5 534,-8 6-1074,6-11-89,-6-9 89,0-13 591,3 18 0,0-1 219,0-1 0,1 1 0,-1 3 0,2-1 0,0-6 0,0-4 0,1-1 0,-1 1 0,-1 0 0,1 0 0</inkml:trace>
  <inkml:trace contextRef="#ctx0" brushRef="#br0" timeOffset="76794">12894 9318 7533,'0'-38'-324,"0"-1"0,0 0 0,0 2 0,0-1 1,0 4 952,0 1 1,0 2-697,-1-5 0,2 0 876,6 3 1,2 0-450,-4 3 0,1 3 1701,20-6-1252,-1 9 1,11 16-90,9 8-451,-11 8 1,0 3-244,-5 1 0,-1 3 289,14 6 0,0 2-315,-5 0 0,-1 0 90,0 0 0,1 0-90,-2-1 0,-2 1 90,-4-2 0,-5 2-840,-8 8 1,-3 1 614,2-4 0,-6 0 90,-13 1 0,-8-1-90,-3 1 0,-5-3-90,-6-7 1,-3-2-442,-6 9 0,0-2 486,11-9 0,1-2 90,-3-1 0,3 0-363,-5 1 318,3-5 0,-1 2-135,-13 10 135,13-12 0,1-1-169,-2 4-415,9-11-413,10 0 323,24 0-540,11 0 1349,3 0 0,11-11 0,6-7 0,-4 0 0,0 0 0</inkml:trace>
  <inkml:trace contextRef="#ctx0" brushRef="#br0" timeOffset="77161">14146 8815 7533,'-17'-33'3238,"7"-4"-2159,-6 15-179,6-8-361,-7 16 1,-9 1-450,7 13 45,-9 18 0,-1 6-829,8-9 1,1 3 723,-5 8 0,-1 6 0,0 0 89,3-4 1,-1 0 0,1 2-600,-4 9 1,-1 2 0,2 2 591,7-10 1,1 1-1,0 0 1,1 1-68,0 2 0,1 0 0,1 0 0,2 0 105,2 7 0,2 0 0,2 0-90,-1 2 0,2-1 0,4-2 30,7 1 0,6-1-150,-2-6 0,2 2 0,4-6-504,11-2 0,3-3-156,-7-3 1,1 2 0,2-5 42,14 1 0,1-7-852,-8-5 0,0-2 1529,-1-1 0,-1-4 0,-4-6 0,-1-2 0,20-4 0</inkml:trace>
  <inkml:trace contextRef="#ctx0" brushRef="#br0" timeOffset="77811">14217 9086 7533,'-10'-13'0,"2"0"0,8 0 989,0 6 1,0-4-271,0 3-179,0 1-360,0 1 90,0 6 89,16 0 1260,19 29-1439,-12-12 0,1 2-493,7 14 1,-1 4 492,-3 1 0,-1 2-788,-6-9 0,1 1 0,-1 1 638,-1-1 0,-1 1 0,0 1-330,0 2 0,-1 0 0,1 1-545,-1 5 0,0 2 1,-1-4 169,4 4 1,-2-1 179,-6-10 0,-1 1 1,1-4-1125,13 10 1771,-7 3 1,-39-22 0,-11 4 0</inkml:trace>
  <inkml:trace contextRef="#ctx0" brushRef="#br0" timeOffset="78117">14270 9899 7533,'-35'-19'3276,"15"5"-975,12-33-2122,29 17 1,7 0-455,-12 0 0,3-3 634,9 0 1,8-3 0,2-2 0,-2 3-1142,-7 4 0,0 1 0,-1 1 0,1-2 827,3-1 0,0-2 0,0 1 0,2-3-99,-3 2 0,2-3 0,0-1 0,-2 4 1,-5 5-30,4 1 0,-3 1-367,2-9 1,0-3-1,-4 7 0,0 5-719,-15 7-92,-2 2 2,-8 17 2406,-8 1-1147,6 13 0,-22 24 0,15-13 0,-1 0 0</inkml:trace>
  <inkml:trace contextRef="#ctx0" brushRef="#br0" timeOffset="78401">15205 9706 13199,'8'26'1530,"9"5"-3169,-11-6 1,0 0-1465,10 12 3564,-17-1 0,-6 0-1676,-5-14 1,-2-1 989,5 5 0,-3 0-821,-18 0 1,-5-3 1045,10-5 0,1-2 0,0-1 0,1-2 0,-8 4 0</inkml:trace>
  <inkml:trace contextRef="#ctx0" brushRef="#br0" timeOffset="79194">15840 9137 7533,'0'-7'90,"-8"-4"90,6 4 269,-6-6-179,8 0 360,0-5-1,0 3 91,0-4 0,0 6-361,0 6 1,0-4 720,0 4-541,0 0 271,0-5-360,0 11-630,8-5 180,-6 18 180,14 8-360,1 13 45,-4-9 0,2 2-1194,5 0 0,3 1 1014,0 5 0,-1 0-450,-3-4 1,-1-2 359,-2-4 0,1 0-255,7 0 0,1-1 345,-5-4 0,2 0 315,8 2 0,0-5 0,6-7 0,-11-15 0</inkml:trace>
  <inkml:trace contextRef="#ctx0" brushRef="#br0" timeOffset="79512">16616 8931 7533,'-10'-34'2518,"-6"4"1,7 23-1530,-9 7-629,0 7-270,1 11 360,-9 20-877,12-14 1,1 4 516,-5 15 0,0 4-524,4-15 0,-1 0 0,1 3 494,2 6 0,0 2 0,-1 0-240,-4 0 0,-1 1 0,2 0 150,5 1 0,2 1 0,0-1-731,-1-5 0,1 0 1,2-3 715,2 7 0,2-3-135,3-9 0,0-2-211,0-1 0,0-2-149,0 4 416,8 17-415,-6-34 1225,14-1-2305,-6-7 3269,7-6-3089,17 0 1439,-21-6 0,23-7 0,7-4 0,-9-4 0,0 0 0</inkml:trace>
  <inkml:trace contextRef="#ctx0" brushRef="#br0" timeOffset="79685">16792 9809 14369,'0'13'629,"0"17"-719,0-7 90,0 14-1619,-8 6-760,-1 5 2379,-3-19 0,-2 0 0,5-5 0,-1-2 0,-16 16 0</inkml:trace>
  <inkml:trace contextRef="#ctx0" brushRef="#br0" timeOffset="80502">17463 9073 7533,'-8'-31'2878,"14"-2"-4517,15 12 1,7 3 964,9-4 853,0 11 1,8 1 0,-6 2 453,-11 6 1,-1 2-634,13-4 0,6-1 0,-1 2-30,-7 2 0,-2 0 0,0 3-90,3 1 0,-1 3 1,-3 2 480,7 5 1,-14 7 88,-26 8 0,-13 3-420,-12 1 0,-10 0 0,1-1-509,-4 2 0,-1 0 539,1-2 0,-3 1 0,0 1 419,4-1 1,1 1 0,-1 2 339,3-2 0,-1 2 0,0 1 0,2-1-554,3-1 1,2 1-1,0-1 1,2 0-236,-6 5 0,2 0 0,14-4-67,22-4 0,7-6-53,1-5-859,22-9 0,4-5 949,-6-5 90,-4 0 0,2-2-435,-7-1 0,-3-2 165,15-9 343,4 6 1,4 1-929,-4-1 1,-1 1-875,4 2 1,0 1 1234,-3 2 0,-18 2 0,-38 0 0,-28 5 1</inkml:trace>
  <inkml:trace contextRef="#ctx0" brushRef="#br0" timeOffset="80735">17639 9486 7533,'-37'-20'1638,"11"10"0,3 1 213,9 2 38,-10 2-1350,48 16-359,-10-2-360,20 0 0,4 0 180,-3 4-270,-4-8 0,6-1 1,1 0-824,0 1 1,1-1 0,0 0 727,-1 1 1,1-1 0,0 0 0,4-1 0,1-1 0,-4 0 0,-1 1 0,0-1 0</inkml:trace>
  <inkml:trace contextRef="#ctx0" brushRef="#br0" timeOffset="81101">18397 8583 7533,'-9'-35'3276,"48"57"0,-12 1-4369,3 9 1,7 11 0,-6-5 537,-9-11 0,-1 2 577,3 4 1,2 7-1,0 4 1,-4-1-473,-6 2 1,-4 2 0,-1 0 0,1-2 449,2-5 0,1-1 0,-2 0 0,-2 4-232,-3 4 0,-3 5 0,-2 1 0,-2-4 1,-2-6 186,-6 4 0,-4-1-86,4-10 0,-1 6 0,0 2 0,-2-3 0,0-6 176,-8 5 0,-3 0 409,2 1 1,-3 6-1,-1 0 1,-3-4-253,0-12 0,-1-4 1,-1 0-1,1 0-112,-5 10 0,0 0 0,-2-3 67,2-7 1,-4-1-1,1-2 1,7-6 592,-15 5-885,5-8 0,11 0-3142,31-1 3076,-8-7 0,41-11 1,22-9-1,-24 3 0,0 0 1,1 1-1</inkml:trace>
  <inkml:trace contextRef="#ctx0" brushRef="#br0" timeOffset="81202">18997 10209 7533,'-20'-34'1092,"-3"26"0,13 24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09:20:51.795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2223 4298 7803,'0'-28'2338,"0"4"-1798,0 11-360,0 6 0,0-4 0,0 9-1,0-4-89,0 6 180,0-5-270,0 3 180,0-3 0,0-1-90,0 4 180,0-3-270,-8 5 180,6 0-90,-6 0 90,8 0-90,-8 0 0,6 0-1,-6 0 1,8 0 0,-8 0-90,6 0 0,-5 0-90,7 0 810,0 23-450,0-6-180,0 24 0,0 7-691,0-19 1,0 3 618,-1 2 0,-1 8 0,1 3 0,-1-1 0,0-5-715,-1 1 0,-1-3 0,1 5 625,1 0 0,0 5 0,1 2 0,-1 1 0,-1-1 0,-1-1 0,-1 1 0,0-1 0,0 0 0,1-1-263,1-4 1,1-1 0,0 0-1,-1-1 1,1-1 334,-2 10 0,-1-1 0,0-1 0,1-4 300,1 0 0,0-3 0,1-10 293,2-3-413,0 21 973,-7-36-1693,5-13 1671,-6-8-3199,8-28 448,8 0 991,-6-4-1980,5 4 2070,-7 22 1314,0-5 1,16 12 0,4 2 0</inkml:trace>
  <inkml:trace contextRef="#ctx0" brushRef="#br0" timeOffset="1667">2187 4324 7533,'-25'-6'719,"13"5"1,-4-11-450,16 11 449,-8-17 451,14 4-721,-12-6 181,30-10-270,-12 14-1,9 0 1,7 2 225,3 8 0,0 3-495,-6-4 0,1 3 179,20 10 1,-3 5-90,-10-1-225,5 13 0,-2 7 225,-14-1 0,-4 2-90,1-3 0,-3 2-225,-2 16 0,-12 2-958,-16-16 1,-9-2 0,5 0 940,8 11 1,-2-1 151,-9-9 0,-6-1 0,3-1-567,1 0 0,2-2 657,-10 10 0,11-11 0,-4 2 0,3-4 0,-10 3 45,-2 6 0,-1-2-45,3-14-466,1-3 1,3-3 465,14-5-1799,-19-6 1349,30 0 724,10-18 1,14 3 0,7-3 0,8-8-1,1-1 1</inkml:trace>
  <inkml:trace contextRef="#ctx0" brushRef="#br0" timeOffset="2234">2840 5407 7533,'-20'35'2248,"5"12"-2068,15-29 0,0 6 630,0-12-630,0-11 899,0 11-719,0-17 180,0-13-361,0-5-44,0-10 0,0 0 45,0 0-888,0 2 1,0-6 0,0 4 437,0-10 180,1 6 0,2-7 0,0 6 90,7-11-90,-1 0 0,0 3 90,1 14-449,13-10 179,-3 35-495,4 13 1,3 5 134,12 6 478,-13 0 1,3 5-1,-2-1 1,3 4 0,-1-1-1,0 0 1,0-1 0,-1 1-1</inkml:trace>
  <inkml:trace contextRef="#ctx0" brushRef="#br0" timeOffset="2582">3404 5124 7533,'-37'-22'1638,"9"8"0,-1 5-687,-2 13-187,1 4 1,1 3-405,0 12-225,3 10 0,3 6-450,10 4 0,4 0-130,-2-4 1,4 1 84,9-3 0,4 2 0,4-8 350,20 3-1295,8-5 1,6-5 1079,-14-20 1,1-5 343,2-5 1,3-3 0,-3-1 330,-7 2 0,-3-4 404,4-25 1,-5-2-226,-5 6 136,-15-13 0,-10-4-496,-4 14 1,-3 2-204,5-4 1,-4 2-67,-21 3 0,0 6-1439,17 11 1259,-23 5-2969,41 29 2790,2-2-762,14 9 1121,1-7 0,13-9 0,7-3 0,5 3 0,0 0 0</inkml:trace>
  <inkml:trace contextRef="#ctx0" brushRef="#br0" timeOffset="3089">3722 4375 7533,'-13'-26'0,"0"0"0,2-2 2069,-13 5-271,14 23-988,0 12-270,3 8-180,7 24-136,3-16 1,1 3-978,1 6 0,0 3 843,0 7 0,0 2-843,2-13 0,2 1 0,-1 1 513,-4 5 0,-1 2 0,1 1-444,3-9 1,3 0-1,-1 1 1,-1 0 548,-3 2 0,0 1 0,-1 0 0,1-2-45,3 11 0,1-1 1,0-2 134,-3-5 1,0 0 0,-1-5-1,0 2 0,0-6 495,11 10-360,-14-36 1380,6-25-930,-1-23-315,-2 8 0,0-4-336,4-2 1,0-1 65,0-5 0,0 0 45,-1 10 0,1 3 45,0 3 0,0 2 985,-1 1 0,1 3-580,17-13-90,-6 3-180,13 21 518,-14 20-383,-1 13 0,-2 5-135,3 13-1028,-1 3 1,-2 2 847,-10-19 0,-1 0 45,8 8 0,-2 1-90,-9-2 0,-2 0 90,4-8 0,0 2-90,-3 22 0,-2 0 551,-2-21 0,-2-1-236,-2 13 0,-4-3 178,-16-3 2,-8-15-1,-1-18 91,-7-7-2159,22-12 1349,-11 5-309,30-5-2209,-6 6 719,16 6 2069,10-4 0,9 12 0,5 3 0,5-4 0,0 1 0</inkml:trace>
  <inkml:trace contextRef="#ctx0" brushRef="#br0" timeOffset="3208">4427 5511 7533,'0'-20'3276,"0"7"0,0 2 0,0 4-3210,0-6 114,8 0-180,2 5 0,23-3 0,5 3 0</inkml:trace>
  <inkml:trace contextRef="#ctx0" brushRef="#br0" timeOffset="4140">6297 4891 7533,'-26'-3'764,"-1"-1"1,-10-2-1,1 13 1,-1 10-495,7 13 0,2 8-559,0-3 1,0 3 0,3 3 265,10-5 1,2 2 0,2 1-1,5-2-750,5 5 1,5-1-1,1-3 818,-2 7 0,10-9 118,24-13 0,6-15-208,-13-16 0,-1-7 435,0-4 0,2-4 0,-3 0-255,2-5 0,-5-4 314,-7-5 1,-3-5 0,-7 2-585,-12-5 0,-6 1-105,5 6 0,-1-1 0,-4 4-1109,-13-5 0,1 12-1260,10 22 2609,24 50 0,9-14 0,10 2 0,1 1 0,2 0 0,0 0 0,0 0 0</inkml:trace>
  <inkml:trace contextRef="#ctx0" brushRef="#br0" timeOffset="4439">6703 5407 8162,'19'-16'1638,"-9"-6"0,-4-7-546,-8-8 0,-5-8 0,0-4-1642,3 6 1,1-3-1,-1-3 1,0-1 0,0-1 536,0 9 0,0-1 0,0-2 0,0 0 0,0 1 1,0 0-1,0 2-5,0-7 0,0 1 0,1 2 0,0 0 0,0 0-36,0-1 0,1-2 0,1 2 0,0 5 0,0 8 99,1 5 0,0 4 0,-1-6 0,2 2 1720,7-1-1585,-6 14 116,29-8-1375,14 17-91,-3 10 1,4 5 479,-7 1 1,1 3-1,-3 0 510,3 1 0,-2 4-570,-5 5 1,-1 4 0,-8-3 597,-11 4 0,-6 12 1,-6 5-1,-11-13 1,0 0-1</inkml:trace>
  <inkml:trace contextRef="#ctx0" brushRef="#br0" timeOffset="4641">6509 5163 7533,'-37'0'3276,"11"0"0,26 0-384,41-17-2532,-7 1-90,-5 1 0,7-3 0,-3 2-604,-8 4 0,2-1-26,14-6 0,7-3 1,-5 5-541,-11 7 1,0 1 359,13-3 0,6-2 1,-7 4 539,-16 5 0,-2 3 0,20 10 0,-1 7 0,-23 3 0,1 0 0</inkml:trace>
  <inkml:trace contextRef="#ctx0" brushRef="#br0" timeOffset="8675">9049 4775 7982,'10'-7'990,"-3"-4"-900,-7 4-360,0 0 180,0 1-270,0 0 270,0 5 90,0-11 450,0 11-90,0-5-270,0 6 270,0 0-181,-7 0 1,5-6 0,-6 5-90,8-5 0,-8 6 90,-2 0-180,0 0 180,-21 6-90,17-5 0,-16 12 0,-4 3 0,0-5-850,6 6 0,-6 5 0,6-2 850,-7 11-60,6-3 0,-3 4 0,5-1 15,9-5 0,2 1-75,-4 8 0,-1 4 0,4 2-829,7-6 0,4 1 0,2-1 859,-2 11 0,4-1-180,4 7 0,6-7-1633,17-11 1633,-5-2-272,21-8 182,-19-15 687,5-3 0,2-7-237,-4-17 0,-2-5-90,0 10 0,1-2 186,-3-14 1,-1-9 0,-5 5-7,-1-10-180,1 4 0,3-7 0,-4 6-45,-7 15 0,0 0 134,6-12 1,3-6 0,-4 4 817,-5 6 0,-2 2-953,4-1 1,-3 3 1862,-6 7-1637,0 53-450,0-1 225,7 7 0,2 4-225,0-3 0,2-1-225,2-3 0,1 2-629,-2 10 0,2-3-406,3-21 1,-1-2 1439,-2 26 0,9-50 0,-23-26 0</inkml:trace>
  <inkml:trace contextRef="#ctx0" brushRef="#br0" timeOffset="9856">9984 4801 7533,'-10'-13'3276,"-6"6"-1785,14 47-1266,5 5 0,2 8-637,-2-16 0,1 3 0,1 1 0,3 0 52,2-2 0,4 1 1,0-1-1,-1-2 300,-4 0 0,0-1 0,4-6 15,14 5 0,3-19 600,-7-41 0,-1-17 104,-4 13 1,1-3 0,-1-4-346,-3-7 1,-2-5 0,0-2 0,-1 3-403,-3 8 1,0 1 0,0 1 0,-1 1 147,1-8 0,0 1 0,-2 5-15,-2 2 0,0 5-45,3 3 0,0 4-1643,2-6-1634,7 30 3248,0 21 0,0 11 0,1 9 0,1 4 1,-2-11-1,1 1 0,0-1 0</inkml:trace>
  <inkml:trace contextRef="#ctx0" brushRef="#br0" timeOffset="10441">10918 4943 7533,'-8'-26'1638,"-1"1"0,-9-22-327,8 15-951,-5 7 899,5 7-809,-8-2-1260,-7 5 360,-1 16 1,1 4 89,-1 5-1279,-10 14 1,2 5 983,18-3 647,-8 10 0,-1 5 53,10-3 0,3 3 75,4-6 0,1 1 0,2-1-120,-1 7 0,4-2-360,13 3 0,4-9 360,-2-17-1639,14 0 1,1-5 1363,-12-11-431,11-7 0,3-4 526,-1-2 975,-3-15 1,-1-4-661,-6 12 0,-1 0 438,1-8 1,-2 2 955,0 5-1259,-9 16 2997,-8 28-2818,0 15 1290,0 3-2009,16-3 180,-12-26 90,19-38-900,-12-10 1,-4-6 520,-1 11 1,0-2 78,4-6 0,1-4 0,-1 3-285,-4 6 1,0 2 494,2-4 0,1 3-809,7 3 719,-6 30-900,8 29 1080,-1-13 0,3 13 0,1 5 0,3-7 0,-1 0 0</inkml:trace>
  <inkml:trace contextRef="#ctx0" brushRef="#br0" timeOffset="10642">11359 4750 7533,'-15'-29'3276,"11"6"0,-12 29-2812,8-5-464,6 28-630,-2-5 0,1 3-1009,5 12 1,3 2 1553,-1 2 1,2 1 0,6 2-1,2 1 1,-1-8 0,1 1 0</inkml:trace>
  <inkml:trace contextRef="#ctx0" brushRef="#br0" timeOffset="12156">10389 4853 7533,'-29'-13'1259,"0"-1"0,-5-5-674,-6 21 0,0 7-1173,7 7 708,4 6 0,-4 7 0,4-3 14,7-5 1,1 1-45,1 6 0,-3 6 0,2 2 0,3-3-45,-1 13 0,7 0-255,8-9 0,3 2 0,4-3 75,0 0 1,9-8-46,28-9 0,10-15 90,-7-14 0,2-9 0,-1 1-291,-10 9 0,0 1 0,2-4 327,-1-4 0,5-6 0,1-2 0,-3 0 1,-6 4-82,2-4 0,-2-1 202,2-1 1,4-4-1,-1-1 1,-6 4-113,-8 0 0,-1 1 374,5-5 1,4-1 0,-9 4 2738,-8 2-2798,-6-8 1169,-36 51-1259,-1-1 0,-4 15 0,1 4-270,15-16 0,1 2-246,-8 13 0,-2 7 0,1-3 111,1-4 1,1 0 224,7 0 0,1 3 0,1-2-642,-1 2 0,5-2 372,6-5 0,8-2-89,21 11-991,20-20 1035,-10-24 1,1-7 72,0-3 0,0-5 122,-7 1 0,0-3 0,0-1-590,-2-1 0,-1 0 1,1 0 499,0 1 0,1 2 0,-3-1 210,3-8 0,-1 2 0,2 10 0,-1 3 0,9-9 0</inkml:trace>
  <inkml:trace contextRef="#ctx0" brushRef="#br0" timeOffset="13332">11959 4840 7533,'18'-26'359,"-8"-5"181,-3 3 360,-7-3-271,-7 5 631,-11 0-91,-2 0-270,-5 12-539,7 3 0,-7 11-180,5 11-90,3 9-630,1 25 3,14-17 1,2 2 86,-5 8 1,2 2 269,6 4 0,2 2-45,-5 2 0,2 1 45,2-14 0,2 0 0,0-1 0,3 15 1,-1-1 179,-2-2 0,0-1-90,3-5 0,-2-3 359,-6-10 1,-2-1-180,-7 17 2159,-10-29-1439,-17-2-308,9-13 0,-1-4-322,-1 0 0,1-3-180,-10-12 180,5 0 0,15-10-90,5 9-1079,4-11 719,26 1-135,2 16 0,3 2 180,3-3 0,3 1-1182,13 1 0,2 2 1227,-10-1 0,-1 0-90,4 3 0,2 0-524,3-5 1,0 0 613,4-1 1,1-1 59,-14 4 0,1 0 0,-1-1 300,12-7 0,-4-3-225,-12 3 0,-5-2 294,-9 0 1,-3 0 1009,4-23-719,-15 18 0,-2 0 89,-2 1 1,-2 1 0,-5-21-406,2 22 1,-1 1 225,-9-15-270,0 11 90,-7 3 180,-3 37-1170,-7 21 1539,16-6 1,3 4-1180,1 10 0,2 2-62,-1-1 0,3 1 212,6-9 0,1 1 0,3-1-240,3 12 1,4-1 224,2-8 0,3-1-135,9 6 0,4-5 180,-3-17 0,3-2-45,9 10 1,2-2 89,-7-13 0,1-4 45,5 2 0,1-4-90,0-9 0,-2-7-178,-4-6 0,-1-3 358,8-9 0,-3-5 0,-9-10 0,-3-5-90,-4 11 0,1 0 0,-2-2 359,-2-6 1,-2-2 0,-1-1-416,-1 10 0,-1-2 0,0 0 0,-2 0 235,-1-4 1,-2 0 0,0-1 0,0 0-135,0 0 0,0 0 0,0 0 0,0 0 135,-2-2 0,0 1 0,0-1 0,1 2-23,1 3 1,1 1-1,0 1 1,-1 2-38,0 1 0,-1 3 0,0 2 554,1-3 1,0 8 1145,-4 15-830,0 22 413,-8 15-1493,6 0 0,2 5 225,-4 10 0,0 3-442,3-11 1,2 2 0,-1 1 425,0 8 1,0 0 0,0 2-660,0-1 1,0 1 0,0 1 246,1-8 1,1 1 0,0 1-1,1-1 68,0 0 0,1 1 1,1-1-1,1 1-90,0 0 0,0 0 1,2-1-1,-1 0 45,1 7 0,1 0 1,1-3 8,4-6 0,1-1 1,-2-3 215,-7-2 0,1-5-1215,17-9 1171,-24-26-1,0-41 180,-3 17 0,-2-2-1074,-3-12 0,-2 0 1074,1 3 0,-1 0 256,-7-1 1,0 0 109,4-2 1,-1-2 592,2 13 1,0 0 0,1-1-631,1-5 1,2-1 0,-2 1 509,-1 5 1,-1 1 0,2 1 164,3-3 0,2 3 1874,-3-9-2248,26 30-360,25 13-720,-16 6 0,1 1 908,10 0 1,2 0-2098,8 3 1,0-1 1552,-10-2 0,1-1 1,4-2-1,6-2 0,-2-1 1,-7 1-1,1 0 1,-1 0-1</inkml:trace>
  <inkml:trace contextRef="#ctx0" brushRef="#br0" timeOffset="13807">13864 4891 7533,'-25'-6'1092,"-1"1"0,-1 3 0,-1 1 546,-3 0 0,0 2-815,-14 13-1992,19 23 416,18-8 573,8 9-180,8 5 270,10-2-405,-3-14 1,5-2 269,5-7 0,3-3 45,2-4 0,3-4-143,5-6 1,2-7 412,1-8 0,-2-4-386,-5 4 0,-3-2 341,0-6 0,-3-5 0,-5-2 0,-3-3-45,0-4 0,-3-3 30,-6 8 0,-2-1 0,-1-2-60,0-2 0,-2 0 0,-5 0-195,-13-8 0,-7 1 45,2-3 0,-5 3-111,-8 11 1,-3 5 380,3 8 0,-1 5-198,-14 2 18,18 25-899,11 19 989,16 2 0,26-1 0,11 2 0,-11-13 0,0 1 0,0-1 0</inkml:trace>
  <inkml:trace contextRef="#ctx0" brushRef="#br0" timeOffset="14540">14552 5175 7533,'0'27'1799,"0"-8"-1440,0-13 181,-8-6 450,6-12-91,-6-13-584,11 1 0,2-4-91,0-6 1,0-4-995,4-8 0,0-4 920,-5 15 0,-1-2 0,0-1 0,0-7 0,-1-3 0,0 0-150,-1 10 0,-1-2 0,0 1 0,-1 0-682,1-8 1,0 0 0,0 0 740,0 3 1,0 0 0,0 1-30,0-1 0,0 0 0,0 1-144,2 6 0,1 0 0,0 1 354,2-2 0,2 0 0,-1 4-150,-1-1 0,2 6 180,8-1 269,-7 17-539,10 6 1442,9 2-1892,16 10 450,2 2 661,-11 2 1,1 1-1202,-7-1 1,1 2 89,9 4 0,0 1-360,-6 0 1,-1 1 134,1 2 1,-1 1-541,-7-2 1,-3 3 809,-2 4 1,-5 0 404,-4 11 0,-21-9 0,-10 4 0,-2 0 0,-3-3 0,0-1 0,0 1 0</inkml:trace>
  <inkml:trace contextRef="#ctx0" brushRef="#br0" timeOffset="14716">14464 4737 7533,'-35'0'3276,"7"0"0,11 0-2003,24 0-1543,21 0 180,1 0-1019,20 0 929,-18-3 0,-1 0 180,-5 3 0,1-1-989,10-5 0,2 0 179,1 5 0,-1 1 810,-5-6 0,2 0 0,5 5 0,3 1 0,0 0 0,-7-2 0,1 0 0,0 0 0</inkml:trace>
  <inkml:trace contextRef="#ctx0" brushRef="#br0" timeOffset="15266">16140 4711 7533,'-8'-49'3276,"6"17"-2774,-6-11-413,8 30-718,8 25 269,2 21 944,-6-5 1,1 3-795,4 6 1,-2 3 388,-5 5 1,-2 1-1325,3 3 0,2-1 1280,-1-10 0,0-1 45,0-3 0,2-1 62,1-4 0,3-2 73,2-5 0,2-1-270,-2 4 0,3-6 494,28-17-314,-16-14 0,-1-9-516,2-14 1,-1-7 380,-4 9 0,0-2 0,0-2-370,-1-7 1,-2-1 0,0-1 249,-1 2 0,-1 0 0,0 0-480,2-1 0,1-1 1,-3 2 359,-5 6 0,-1 0 0,0 4 1010,6-5 1,-1 4-2300,1-8 810,-10 32 244,-8 11-1144,0 17 449,0 11 315,3-3 1,2 2 265,5 19 49,-1-1 450,-1-13 0,8 5 0,4 3 0</inkml:trace>
  <inkml:trace contextRef="#ctx0" brushRef="#br0" timeOffset="15800">17127 4698 7533,'-4'-29'1349,"1"1"0,1-8 0,-14-11-539,14 19 89,-22-5-269,13 2-810,-23 11 450,15 7-180,-30 18 90,25 4-915,-4 10 0,-1 3 825,0 8-990,3 10 1,1 5 719,5-10 0,3 0 150,6-4 0,3 2 0,-1 0 75,-4 9 0,3-1-45,11-2 0,4-1 0,-2-1 0,4-2 0,8-1 0,5-4-90,-2-8 0,1-3 0,2-2 0,1-4-360,4-8 0,-1-3 270,14 4-267,2-17 1,1-7 356,-16-1 0,-1-4 30,0 0 0,2-4 0,-3 0-30,4-12 0,-3-1 270,-1 0 0,-3 3 315,-6 9 0,-3 3-13,4-13-302,-16 26 1385,0 6-935,-16 23-450,-3 10-1,1-2 1,1 2 21,2 1 0,2 3 69,-1 1 0,3 0-675,4-2 0,4-1 315,1-2 0,4-3 0,8 3 628,-1-4-88,23-21-180,-18-8-90,19-8 44,-16-5 1,-1-5-695,3-4 0,-1-3 739,5-10 1,-1-2-120,-6 9 0,-2-1 0,0 0-330,-2 1 1,-1-1 0,1 0-1,0-2 0,-1 0 1,1 2-1,6-10 0,-1 4-450,-2 6 1,-2 5 284,4-1-104,7 25-91,-12 24 540,13 4 0,-8 1 0,0 3 0,1-3 0,1 1 0</inkml:trace>
  <inkml:trace contextRef="#ctx0" brushRef="#br0" timeOffset="16282">18115 4607 7533,'-8'-31'3238,"6"10"-1709,-13-4-719,13 18-361,-6 1-539,8 6 540,0 12-720,0 8 180,0 13-270,0 5 35,0-10 0,0 1 190,0 0 0,0 2-394,0 7 1,0 1-192,-1 0 0,2-1 135,1-1 1,4-2-271,5-2 1,3-2 449,-1-3 0,4-4-180,8-8 1,1-5 584,3 7 0,2-30 0,3-10 0,-6 0 0,0 1 0</inkml:trace>
  <inkml:trace contextRef="#ctx0" brushRef="#br0" timeOffset="17032">18680 4788 7533,'7'-44'2069,"-5"9"-271,6-2-1438,-8 17 810,0 2-91,-8-1-90,6-1-359,-21-1-540,11 8-90,-37 13 0,18 13-1095,1 4 1,1 4 1004,9-4 0,3 2 45,-1 5 0,0 2-559,-3 5 1,1 0 288,5-4 0,1 1 45,-4 13 1,1 0-202,2-8 1,4 0 290,8-3 0,4-1-90,9 15-360,17-18 271,17-13 224,-18-11 0,0-4 606,2-5 0,-1-4-516,4-4 0,-1-4 135,-3-5 0,-1-3-90,1-2 0,-1-1-50,-7 6 1,-1 1 94,0-1 0,-2-1 134,1-14 490,-7-1-129,-2 7-271,-8 15 721,0 12-360,0 12-810,-8 7 360,-2 7-1,0 0-718,3 15-181,7-6 270,7 16 1,3-12-181,16-2 0,1-11 91,8-7 539,8-13-360,-5-18 480,-12-2 0,-1-5-120,-6-7 0,-1-2-431,0 1 1,-1-1 520,-3-3 0,-2-1 0,1-4 0,-1-3-90,-5 9 0,-1-1 0,1-2 0,-1 3 0,1-1 0,0-2 0,-2 2 0,0-12 0,-3 1 0,1 0-135,-1 9 0,1-1 0,-1 2 1,-1 3 89,-1-13 0,0 5 494,0 6 1,0 7-148,0 13 237,-8 23 1,-2 18-360,-7 22-135,4-9 0,0 4-310,6-8 1,0 1 0,1 2 174,0 0 0,0 2 0,1-1 30,1 3 0,2 1 0,0 0 30,1 1 0,0 1 0,3 0-60,4-2 0,2 1 0,2-1-30,-2 5 0,1-1 0,3-1-30,4-5 0,2-2 0,1-1 30,-2-4 0,1-1 1,0-4 994,3 2 0,3-6-605,2-6 0,-1-9 180,4-25 44,-11-4 1,-2-4-625,-6-10 0,-3-4 804,-1-6 1,-2 0-883,0 8 1,0 1 477,-3 4 0,-2 1-9,-6-4 1,-2 2-82,-3-11-180,4 13 0,-1 0 2,-3 6 1,0 0 177,0-17 526,-13 9-3495,7 16 2851,9 23-2400,1 13 1168,8 8 1170,8 0 0,25 9 0,-10-22 0,1-1 0</inkml:trace>
  <inkml:trace contextRef="#ctx0" brushRef="#br0" timeOffset="17750">19614 4065 0,'-7'-32'3276,"-3"0"0,-8 12-2660,1 7 1205,7 7-1461,2 18 554,0-4-1094,6 28 270,-14 10 917,11-11 1,1 2-1278,-1 4 1,0 3-595,-1-11 0,0 2 0,2-2 774,3 8 0,0 0-45,-3 5 1,0 1-878,4 0 1,0 1 831,0-14 0,0 2 0,0 0 240,0 5 0,0 1 0,0-2-90,0-4 0,0-1 0,0-1 75,4 9 0,0-3 99,0-10 1,2-3 305,19 12 360,3-19-360,7-8-810,8-18 360,-20-4 0,-1-4 369,8-5 1,1-3-685,1-6 0,-1-2 90,4-5 0,0-1 90,-2-2 0,-3-1 0,-3 3 1,-1-1 507,1-1 1,-3 0-464,-9 5 0,-1 1 674,4 3 1,-2 0 45,-9 0 0,-5 0 607,-2-11-68,-9 3-269,-17 22-326,-1 4-394,-8 22 270,-1 15 116,14-5 1,1 4-1242,2 4 1,1 1 584,-1-4 0,3 1-630,1 12 1,4 1 89,5-11 0,2-1 270,3 8 1,2-2-1,1 11-135,12-17 1,4-2-316,11 12 765,-4-12 0,3-2-135,17-4-90,-10-8 360,6-18-90,-11-19 405,-9 7 0,1-4 89,1-11 1,-3-4-1343,-5-3 1,-1 1 982,7 6 0,0-1 524,-10-3 1,-3-3 0,0 4-345,2 7 0,0 0 14,3-12 1,2-5 0,-4 7 498,-5-9-558,6 18 0,-1 6 272,-11 12-812,0 30 394,0 3-214,1 13 0,-2 5 45,-2-4 0,-2 1 351,3-2 0,-1 3 1,-1-1-487,-5 13 0,0 0-385,3-15 1,0 1 0,0-1 444,0 1 0,0-1 0,1 0 30,1 1 0,2 0 0,-2-1-546,-7 10 1,-2-2 320,5-5 0,-3-4-149,-5-9 1,-3-4-166,-17 0-1800,1-9 2429,8-16 0,-7-20 0,7-9 0</inkml:trace>
  <inkml:trace contextRef="#ctx0" brushRef="#br0" timeOffset="17966">18274 4388 7449,'-24'-36'1439,"1"0"1,13-11-1081,16 17-359,22 22 0,9 5 0,1-6 0,4-1 0,-3 1 0,0 0 0,1 0 0</inkml:trace>
  <inkml:trace contextRef="#ctx0" brushRef="#br0" timeOffset="18849">22084 4543 7533,'-16'-24'0,"-11"2"1124,5 8 0,-1 2-674,-3 4 0,-1 3-540,-4 6 0,1 4-2634,-17 9 2813,13 8 1,1 5 45,9 2 0,1 2-75,3-2 0,-1 1 0,2 2-60,-1 1 0,2 2 0,3 0-90,3-1 0,3 2 0,0-1 60,-1-1 0,1 1 0,5-1 120,8 15 0,7-2-135,1-9 0,4-3-305,8-4 1,5-5 259,-6-10 0,1-5 235,5-2 1,1-7-281,-8-11 0,1-5 135,7-4 0,0-4-502,3-14 0,-3-6 652,-8 13 0,-1-1 0,-1-3-268,-1-3 1,-1-3 0,-2 0 267,-3 1 0,-2 1 0,0 0-120,-1 3 0,-2 1 0,0 1 59,-3-12 1,-1 1 239,2-5 0,-4 2-285,-5 10 1,-2 1-90,1-5 1,-1 4 176,-5 4 767,-6 49-854,14 9 0,2 7-46,-5-1 0,-1 4 1,1 1-60,4 7 0,1 1 0,-1 2 53,0-8 1,-2 1 0,1 0 0,1 2 51,2 4 0,1 2 0,0 0 0,0 2-27,-1-8 0,0 0 0,-1 2 0,1 1 0,-2 3 4,1-7 1,0 3-1,-1 3 1,0 0-1,0 1 1,0-1-1,-1-2 1,1-3-337,-2 10 0,0-3 0,-1-1 0,-1 0 0,0 2 524,0-2 0,-1 4 0,-1 0 0,0-2 0,-2-4 0,0-6-1,-4 2 1,-2-7 0,-2-4 426,-9-2 0,-1-7-411,4-7 0,1-5 515,-13-5-560,6-8 0,1-5 0,-13-18-61,9 4 1,-4-4 0,4-1-147,4-4 0,3-4-3,-4-1 0,0-4 0,4 0-270,13 7 0,3 1 0,1-2 150,-4-6 0,0-2 1,3 1-301,3 1 0,4 1 0,0 0 240,0 4 0,2-1 1,2 4-601,5-2 1,3 2 359,-2 6 0,4 3 154,14 6 0,5 3-514,-3 0 1,1 1 809,6-1 0,2 2 0,5 4 0,1 3 0,-7 2 0,0 0 0</inkml:trace>
  <inkml:trace contextRef="#ctx0" brushRef="#br0" timeOffset="19108">22578 4556 7533,'-13'-30'1638,"0"1"0,-6-17-417,-15 21 1118,15 13-360,-7 18-1709,9 13 89,7 19-899,5-10 1,2 3-699,2 7 0,2 2-22,-1 5 1,0-1 854,0-6 1,0 0-496,0 1 1,0 1-34,3-2 0,2 1 78,2 9 1,4 1 434,-1-17 0,2 0 0,1-1 420,2 12 0,7-9 0,16-18 0,6-12 0,-2-9 0,1 0 0</inkml:trace>
  <inkml:trace contextRef="#ctx0" brushRef="#br0" timeOffset="19366">22807 5111 7533,'0'-34'3276,"0"-2"-886,0 21-1850,0-3 180,8 10-360,2 3-181,0 5 181,13 11-360,-3-2 0,7 10 180,6-6-180,-5-6 90,7-13-360,8-14 180,-23 0 0,-3-5-374,1-3 1,0-2 373,4-10 1,-3-3 44,-11-6 0,-2 0-1442,6 8 1,-1 0 1306,-6 0 0,-2 2 45,-2 13 0,0 0-495,3-9 1,0 1-1,-4 1-1349,0-7 1979,0 52 0,0 31 0,0-12 0,0-1 0</inkml:trace>
  <inkml:trace contextRef="#ctx0" brushRef="#br0" timeOffset="20284">23530 4931 7533,'-27'-8'3276,"-6"-9"-1875,21 8-1401,-4-4 270,16 7-180,16 6 270,11 0 89,18 0-449,-12-1 0,3-3-1093,0-5 1,3-2 0,-2 0 900,0 0 0,0-2 132,-3 2 0,0-1 0,-4-2-151,-6-6 0,-5-1 301,0 0 0,-1 0-135,5-7 0,-2-3 90,-9 0 0,-5-1-45,-5 2 0,-4 1-90,-5-1 0,-5 1-45,-8 0 0,-4 1 45,3 4 0,-3 2 0,-5 4 0,-2 3 360,3 4 0,1 4-180,-4 2 0,1 4 134,3 7 1,1 5-135,3 4 0,1 3-270,-1 9 0,3 5 180,4 3 0,4 1-215,2 3 0,3 0 260,1 2 0,4 1-45,4-3 0,4 1-45,1 2 0,3-1-305,3-10 0,2-2 350,1 0 0,3-2 0,2-3 0,1-3 0,15 7 90,-1 2 90,-9-21 0,3-4 2216,19 2-2396,-11-10 0,2-6 89,-4-5 1,-1-5-45,1-6 0,-2-3 90,-6-1 0,-1-1-90,-1 1 0,-1 1 360,-6 5 0,-3 0 404,4-10 294,-5 9-1014,-15 17 687,0 1-1316,-7 23 180,-3 5-89,-8 22 1223,8 2-1179,6-21 0,1 2 135,1-2 1,4 1-894,13 20 803,-3-13 0,13-8 0,9-18 449,11-13-89,-14-7 0,1-6-470,4-5 1,-2-5 334,-2-9 0,-1-2-451,0 7 0,-1-1 586,-11 3 0,-1-1 45,6-4 0,1-1 84,-6 3 0,-1-1 186,1-8 0,-1 1-45,0 14 0,-2 4-90,-7-7 2230,-9 31-2680,-2 19 450,-13 19-765,10-9 0,0 2 697,-4 4 1,0 1-563,4 6 0,1 0-764,-4-4 0,0 2 1226,4-5 0,2 2 1,-2-3-1,-4 5 0,-2 0 1,2 7-1,-1 1 0</inkml:trace>
  <inkml:trace contextRef="#ctx0" brushRef="#br0" timeOffset="20533">22595 4104 7533,'-33'-30'3276,"19"7"-3314,-9-8-682,46 18-1169,22 1 1889,-18 12 0,3-1 0,6-5 0,4-3 0,0 1 0,-3 1 0,0-1 0,1 1 0</inkml:trace>
  <inkml:trace contextRef="#ctx0" brushRef="#br0" timeOffset="21657">26035 5060 7533,'-27'21'779,"-1"0"1,5-3-1,3 0-329,2 21 90,18-26-450,10-15 45,9-23 0,3-14-105,-4 7 0,1-3 0,-1-4-459,-3 4 0,0-3 0,0-3 0,0-1 0,-2-1 414,-2-2 0,-1-1 0,0-3 0,-2 0 0,0-1 0,0 0 2,-2 6 0,-1-2 0,0 1 1,0-1-1,-1 0 0,0 0 0,0 1 115,0 1 1,-1-1 0,1 1 0,-1 0 0,0 0 0,0 2 0,0 2 76,1-6 1,-2 2 0,1 1 0,2 2 0,1 3-146,5-11 1,2 5 0,6 8 145,12 7 0,7 11-360,9 6 0,4 11-60,-10 7 0,1 6 1,0 3-667,4 3 1,-1 3 0,-3 5 185,-4 5 0,-5 4 1,-4 2 719,-4-5 0,-5 1 0,-12 2 0,-19 3 0,-15 3 0,-7 1 0,-1-2 0,2-8 0,-1 0 0,0 0 0,0 1 0,0-1 0</inkml:trace>
  <inkml:trace contextRef="#ctx0" brushRef="#br0" timeOffset="21856">25806 4659 7533,'-37'15'1092,"1"0"0,11-2 0,5 3-141,4 17-906,35-19 0,11-4-525,3-5 1,4-4-1,-1 0-32,9 3 1,2-2 151,-8-2 0,4-2 1,0 0-1,-5 0 360,3 1 0,-2 1 0,7 5 0,3 3 0,-1 2 0,-8 2 0,-1 0 0,0 0 0</inkml:trace>
  <inkml:trace contextRef="#ctx0" brushRef="#br0" timeOffset="22075">26882 4491 7533,'-20'-20'3058,"-3"2"-2069,13 27-584,1 15 0,0 9-555,0 1 0,0 5 0,2-1-493,2-5 1,1 0 0,1 2 439,-2 3 1,0 3 0,1 1-1,2-3-427,5 3 1,3-2-1,1 0 630,0 5 0,1 0 0,4-6 0,12 3 0,5-12 0,3-23 0,-1-1 0</inkml:trace>
  <inkml:trace contextRef="#ctx0" brushRef="#br0" timeOffset="22382">27199 4568 9152,'8'19'1979,"2"13"-1889,0 8-1,1-15 1,1 2-626,-6 1 1,0 1 535,10 0 0,1 1-871,-3 4 1,0 2 690,-1-3 0,1 0-315,4 5 1,-3 0 134,-8-5 0,-2 0 360,6 0 0,-6-1 0,-18-6 0,-6-1 0,0-2 0,-1-1 0</inkml:trace>
  <inkml:trace contextRef="#ctx0" brushRef="#br0" timeOffset="22550">27199 5240 7533,'-25'-43'0,"5"1"1638,9 12 0,4-3-1683,8 1 0,6 0 719,8-4 1,6 0-315,4-3 0,4 1-121,-4 11 1,2 1 0,0 1-210,-1 2 0,0 1 0,2 1-967,4-1 1,0 0 0,0 3 1026,6 0 0,-1 4-810,1-2 0,0 4 15,1 5 0,-1 3 705,-13 1 0,1 0 0,21 1 0,4 1 0,-14 2 0,0 0 0</inkml:trace>
  <inkml:trace contextRef="#ctx0" brushRef="#br0" timeOffset="23332">27975 5072 7533,'-17'-14'359,"-9"-3"-359,14 15 180,-3-4 0,7 6 0,6 0-90,-14 0-90,14 0 630,10 6-540,4-4 270,21 10-91,10-11-224,-5 0 0,3-2-647,-7-2 1,0-1 646,13-7 0,-2-3-90,-8-1 0,-3-3-45,3-3 1,-2-4-46,-6-2 0,-3-3 135,2-2 0,-7-1 45,-13 9 0,-4 0 0,-2-7 0,-4 1-572,-17-10 662,-2 13 0,-2 2-90,5 7 0,-1 2-45,-1 0 0,-3 2 180,-6 3 0,-1 3 0,3 3 0,-3 2-90,-12 3 0,-2 5-552,-1 11 0,2 7 522,14-3 0,2 2 0,1 2 29,-3 4 1,2 3 0,4 1-225,2 13 1,5 1 134,1-3 0,7-1-254,12-3 1,7-2 163,0-3 0,6-4 0,10-2 0,6-2-270,2 0 1,3-2 9,5-6 0,2-3-10,-1-2 1,0-1 179,4-1 0,0-3 173,1 0 0,0-3 0,-3-6 0,-2-2 0,0-2 0,-1 1 1</inkml:trace>
  <inkml:trace contextRef="#ctx0" brushRef="#br0" timeOffset="23856">29051 4143 5768,'0'-32'1439,"0"-6"121,0 9-1110,-8 5-152,-1 24-298,-1 13 135,-2 11 0,0 6 45,6-2 0,1 1-443,-6 3 1,-1 2 0,1 1 381,4-1 1,1 0 0,0 1-506,-5 5 0,-1 1 0,1 1 296,2 5 0,0 0 1,0 1-407,2-10 1,-1 1 0,2 0 0,-1 0 427,2-1 1,0 0 0,1-1-1,1 0 68,-1 10 0,2-2 0,0 0-30,1-5 0,1-1 1,1-3 9,2 2 0,2-3-205,2-5 0,3-4 135,10 0 730,6-13-730,-9-19-90,-7-20 0,6-20 90,-15 17 0,0-1 550,3-5 1,-1 0-506,-5 2 0,-3 0 756,-7-5 0,-2 0-621,1 4 0,-3 2 90,-8-2 0,-3 3-45,2 7 0,-3 3 179,-6 5 1,-3 6 45,-2 4 0,-2 6-90,-8 9 0,2 6-90,9 4 0,1 3-1,-3 5 1,4 4-180,15 0 0,5 3 180,0 1 0,6 0-360,11-7 0,6-1 135,4 2 0,6-2-45,3-9 0,5-3-45,8-1 0,2-3-268,-7 0 0,1-3 133,13-4 0,0-1 45,-13 3 1,-1 0-901,3-5 1,-1-1 719,-3 3 0,-3 0-597,-3-3 1002,3 0 0,-44-16 0,-15-8 0,1-1 0,-1 0 0</inkml:trace>
  <inkml:trace contextRef="#ctx0" brushRef="#br0" timeOffset="24057">27340 4272 7533,'-25'-26'0,"-3"6"0,1-4-90,9 9-360,10 14 180,16 10 270,10 11 0,5 5 0,5 3 0,4 0 0,1 0 0</inkml:trace>
  <inkml:trace contextRef="#ctx0" brushRef="#br0" timeOffset="24823">30074 4672 7533,'-8'-27'2069,"-9"2"-2519,-3 30 360,-5 15 360,11 6 0,2 5-689,2 2 0,1 2 464,-4 11 0,0 2 134,3 1 1,3 0-60,2-15 0,2 1 0,1 0-210,0 0 0,2 0 0,2-1 225,5 10 0,3-4-270,2-8 0,4-5 90,4-8 0,3-6 163,3-10 0,1-6-28,1-7 0,-1-6-90,4-8 0,-1-4-679,0-6 1,0-4 738,-8 9 0,-1-1 0,-1-1-180,-1-2 0,-1-2 0,0 0 150,0-3 0,0-1 0,-3-1-150,-4 3 0,-2 0 0,-2 0-60,0 0 0,-1 0 0,-1 1-45,0-5 0,-2 4-45,-6 9 1,-2 4-271,-5 6 38,0 25-488,2 25 810,24 8 180,-4 5 26,3-25 1,3 0 0,10 14 0,3 3 0,-6-12 0,0 1 0,-1-1 0</inkml:trace>
  <inkml:trace contextRef="#ctx0" brushRef="#br0" timeOffset="25272">30850 4853 7533,'18'-27'0,"-8"2"1709,-2 6-810,-8 0-629,0-2 1349,-8-14-899,-2 17-360,-15-18-181,5 28-562,-5-3 383,-1 11 360,-9 0-900,-2 0 540,11 1 0,1 3-585,-2 10 1,1 2 269,-6 1 0,1 2-731,3 11 1,1 3 730,0-3 1,3-1 224,9-6 0,3 1 45,-2 0 0,2 1 53,6 0 1,2 0-99,0 4 0,1 2 45,1 8 0,4 0-45,0-5 0,3-2-354,4-5 1,0-2 353,3 6-91,27-1 271,-10-20 89,-3 0 1,1-3-135,4-10 0,-1-5 575,-2-1 0,-1-2-620,4-10 0,-1-3-185,-7 7 1,-1-1 184,-4-6 0,-1-1 135,4 0 0,-1 0 119,-5-5 1,0-1-121,11-4 1,-1-1-300,-14 5 1,-1 3 164,14-17 1240,-24 2-700,0 20-180,0-1 1068,0 18-2777,-8 29 1079,6-5 90,-6 30-629,8-2 404,-1-17 0,2 1-360,2-1 1,2 0 404,-2 4 1,4-2-226,4-7 0,3-1 551,2 2 0,3-5 1,6-13-1,3-6 1,4-2-1,-1-1 1</inkml:trace>
  <inkml:trace contextRef="#ctx0" brushRef="#br0" timeOffset="25573">31556 3975 7533,'-18'-43'0,"9"7"2788,1-3-1798,8 26-1800,-8 26 1080,6 20-180,-6 7 135,4-2 0,0 3-696,-1-4 0,0 2 441,2-2 0,1 2 0,-2 0-450,-4 1 0,0 1 0,0 0 390,4 2 0,0 2 0,0-2-633,-1-5 1,-2 0 0,2-1 752,1-3 0,2-1 0,0 0-210,-1 3 0,0 0 1,1-3 89,1 0 0,0 2-300,-1 5 0,-2 5 0,2-4-98,2-2 0,0-1 173,0 11 0,0-2-90,4-13 1,0-3-226,-2 13 90,6-24 880,0-9-610,9-11 270,-5-5 0,27-25 0,-24 9 0,0 0 0</inkml:trace>
  <inkml:trace contextRef="#ctx0" brushRef="#br0" timeOffset="26006">31697 4827 7533,'5'-29'539,"0"1"1,3-20 180,-8 10-181,0 19 1,0 13-90,-8 12-540,6 1 180,-14 12 180,6 12-360,1-8 225,4 10 0,2 4-315,3-11 0,0 0-266,-4 15 0,0 1 356,3-6 1,0-2-91,0-1 0,2-1 0,6-5 0,4-1-90,1-2 0,3-3 5,5-6 0,3-5-185,22-2 270,-18-15 0,-1-5 315,1-3 0,-1-4-265,-2-6 1,-3-2 264,-3-1 0,-1-2 0,5 2 0,-2-2 0,-9-2 0,-1-1 359,7 1 1,0 0-270,-7-1 0,-3 1 269,-2 5 1,0 1 45,3-18-720,-8 12-90,0 18 145,0 3-235,-8 39 180,-2 2 90,1 0 0,1 3 225,-1 5 0,0 0-334,0-10 0,0 1 529,3 5 0,0 2 0,1-4-3112,-5 15 2827,5-14 0,2 2-577,5-1 1,4-2 82,11 14-790,-5-13 1,4-3 878,5-9 1,1-5 359,7-1 0,20-15 0,-11-14 0</inkml:trace>
  <inkml:trace contextRef="#ctx0" brushRef="#br0" timeOffset="26450">32244 5150 7533,'-8'-34'0,"6"3"1799,-6 11-180,16 2-360,2 10-629,8-3-540,15 9 269,4-3-1396,4 1 0,2 2 992,-16 1 1,-1 0-1,23-4 0,0-1-571,-16 2 1,-1 1 345,12-5 0,0-3-135,-7-1 1,-1-2 179,0 2 0,-4-3 225,-12-3 0,-3-1-321,17-9 770,-24-3-269,-3 11 180,-14 1 0,-3 6-180,-16 1 359,7-1 1,-22-6-991,19 10 721,-19-2 179,-2 11-988,-4 0 494,17 5 0,-1 1-225,0-1 0,1 4 743,2 13 1,1 5-564,3-2 0,0 1 0,4 0 45,3 7 0,2 1 187,-7 11 0,5 0-97,15-18 0,2-1-90,-2 6 0,4 0 45,9-4 0,4-2-450,-2 0 1,3-2-356,8-3 1,3-3 309,-1-4 1,1-1-136,4-2 1,1-3 179,-1-4 0,0-2 450,7-5 0,1-6 0,1-12 0,0-7 0,-7 5 0,0 0 0,-1 0 0</inkml:trace>
  <inkml:trace contextRef="#ctx0" brushRef="#br0" timeOffset="26766">33249 4865 2239,'4'-35'869,"0"-1"1,-2 3 0,-2 1 2406,0-13-2403,-2 13 854,-21 14-1277,-13 22-495,13 4 0,-1 4 30,-3 6 0,1 4-255,3 2 0,3 4 45,5 11 1,3 2 179,1-15 0,4 1-45,9 7 0,6 5 0,-2-5 90,-5-7 0,4-1 179,12 8 1,8 3 0,-5-4-90,-2 13 225,13-9 0,3-3 0,-15-15 0,-1-3-315,5 4 0,-1-1 180,13 6 1614,-9-6-1614,-16-12-90,-2-1 0,-16-1 540,-10-3-540,-5 3 0,-5 1-46,-7-2 1,-2-1-408,0 4 1,-1 0 272,-5-1 0,2 1-675,9 1 1,1 2-721,-9 2 1,2 2 1484,-3 7 0,18 1 0,6 3 0,17 17 0</inkml:trace>
  <inkml:trace contextRef="#ctx0" brushRef="#br0" timeOffset="28006">2223 7111 7533,'-16'-45'3148,"-4"12"-2968,-3 35 0,-5 11-61,4 8 1,1 6 0,0 3-504,-3 6 0,1 5 1,1 4 347,8-6 0,1 5 0,1 1 0,1-1 0,1-4 36,-3 0 0,2-3 0,5 2-45,6 1 0,3 4 0,5-4 0,5-11 229,13-11 1,7-11 84,16-9 1,4-14-240,-13-7 0,-2-9 0,-2-4-158,-9 3 1,0-3 0,-4-3 0,-2 1 14,-3-2 1,-1-2-1,-5 0 1,-6 2-98,-9-8 0,-7 2 1,-4 4-196,-8-2 0,-5 9 360,-2 10 0,-1 8-135,-7 11-899,37 12-170,25 24 844,10-6 0,5 0 405,-8-3 0,3 1 0,5 2 0,5 3 0,-3-2 0,-12-6 0,0-1 0,0 1 0</inkml:trace>
  <inkml:trace contextRef="#ctx0" brushRef="#br0" timeOffset="28289">2699 7589 7533,'0'34'3276,"0"-21"-256,-16-50-2436,9-7 1,2-8-450,1 16 0,-1-2 0,0-2 0,2-2-791,0-3 1,1-4-1,0-1 1,1 2 0,1 3 389,1 3 0,1 3 0,0 1 0,1-4 248,-2-3 0,1-4 0,-1 0 0,1 2 0,1 6-422,3 4 0,0 5 1,0 0 409,-2-6 0,-2 0 0,2 3-195,2-2 0,4 8-944,15 9-810,20 13 1619,-6 9-630,-6 9 1,-1 8 989,-5 12 0,-7 6 0,-9 8 0,-6 5 0,-5-7 0,1 0 0,0 0 0</inkml:trace>
  <inkml:trace contextRef="#ctx0" brushRef="#br0" timeOffset="28466">2663 7137 7533,'-45'-13'3276,"10"1"-975,17 4-1132,11-3-540,7 9-988,23-9-811,7-2 541,15-1 258,-20 4 0,1 1-304,3 2 0,2 1 547,8-1 1,3 1 0,-2 3 0,4 1 0,1 0 0,3 0 0,1 0 0,-1 0 0</inkml:trace>
  <inkml:trace contextRef="#ctx0" brushRef="#br0" timeOffset="29660">4286 6969 7533,'18'-22'809,"0"0"1,9-12 89,-2-4-269,-15 24-450,-2-3 270,-8 16-361,-16-5-448,-19 6 269,4 0 90,-4 4 0,-3 3 180,3-1 0,-2 2-61,4 3 1,-1 2 0,1 1-75,-16 3 0,8 6-270,16 6 1,12 5 179,17 4 0,12 1 75,6-5 0,7 0 0,0 1-236,-4-4 0,1 1 1,-1 1-1,-1 1 206,-1-1 0,-1 2 0,-2 0 0,-2-1-60,1 8 0,-3 1 1,-8-3 373,-14 8 1,-14-6 45,-12-12 0,-8-9-330,5-15 0,-2-5 0,1-1-75,-7 0 0,2-3 90,-8-9 0,8-6-765,9-15-1439,22-13 1800,16 12-676,25 11 1,11 4 1034,-9 7 0,3 2 0,1-1 0,5 0 0,1-1 0,3 1 0,-5 1 0,0 1 0,0 0 0,1-1 0</inkml:trace>
  <inkml:trace contextRef="#ctx0" brushRef="#br0" timeOffset="30791">4798 7202 7533,'-10'-42'3058,"-14"1"-2339,1 31 1,-4 5-270,-6 6 0,-1 3-360,1-2 0,1 6-180,-4 21 0,8 8-270,14 3 270,2-8 0,-1 6 0,6-1-1549,16 11 1,4-1 381,-12-4 0,4-2 987,13-7 0,8-2 1,2-8 158,12-11 1,3-9 80,-10-4 0,3-2 0,-3-2 30,6-1 0,-6-8-1013,-8-22 1,-11-3 1102,-14 6 315,-2-13 0,-4 1-517,-11 9 336,4-6 1,-2-1-45,-12 5-45,10 10 0,1-2 270,-2-6 0,0 2 584,-11-1-360,7 0 1,3 3-270,7 22 2195,4-9-3545,18 18 242,23 12 253,-4-6 0,3 2-180,5 5 1,1 0 494,-6-6 0,0 0 90,12 5 0,-7-1 522,-20-8-162,15 6 0,-1-1-180,-17-6 1079,19 20-899,-23-11 719,-2 30-404,-11-8 0,-2 3-615,2-3 0,-1 1 0,1 0-347,-2 8 1,0 0 286,-1 4 0,4-3 1938,18 3-2388,-4-16 360,13-19-270,-7-55 360,-5 5 1,-1-7-175,-6 8 1,-1-5 0,-1-1-1,1 0 421,1 2 1,1 1-1,0-1 1,-2 1-1,-1 2 1,-2 0-1,0 1 1,0 2 111,1-4 1,0 2 0,-1 8 1339,-2 7-1609,0 6 0,0 53 0,8-10-225,-3 17 0,0 3-282,5-11 267,-1-3 0,2 6 0,0-1-255,2 7 1,3-1 134,5-8 0,3-1 1,0-1 179,0 7 0,1-8 135,1-15 0,-1-11 180,-7-20 0,-3-9 0,-4-20 0,-2-4-1,4 16 1,-1-1-393,-7-7 1,-3-4 0,1 8 707,5 0-90,-12-2 0,-8 3 719,-15 11-719,5 4 569,-9 38-389,24 7 0,4 5-360,-7 15-1035,5-1 0,2-1 2587,3-11-2677,11 8 1,2 1 764,1-9 0,6-8 0,8 3 1,-4-4 269,4 2-150,3-7 0,9 2 0,0-8-1119,7-14 1,0-5 1358,1 9 0,0-4 29,-8-15 1,0-7 0,-6-5-353,-9-1 1,-4-3 0,-2-4 232,-3 4 0,-1-2 0,-1-2 0,-2-1-551,-1-5 1,-2-4-1,-2 2 1,-1 2 460,-2 4 0,-2 2 0,-2-1 150,-6-9 0,-3-1 0,0 9-150,-2 4 944,-12 9 1,-3 8-676,2 24 226,-5 15 0,1 11-406,15 0 1,5 6 0,0-2-495,-7 7 1,2 2 314,8-8 0,2 4 0,2-1 0,3-7-720,4-5 1,5-2-284,5 14 1,5 4 0,1-6 247,2-13 0,3-3 845,4 6 0,6 3 0,3-9 0,5-15 0,5-9 0,2 0 0,-4 1 0,0 1 0,0-1 0,0 0 0</inkml:trace>
  <inkml:trace contextRef="#ctx0" brushRef="#br0" timeOffset="32032">8431 6918 7533,'0'-32'1259,"0"5"-629,0-4 89,0 5-359,0 6 629,0-10-629,-7 14-180,-3-8 0,-8 16-90,0-3 270,-15 9-540,-12 8 180,18 5 0,-1 4-90,-2 0 0,-1 4-619,5 9 0,0 6 1,2 0 618,6-6 0,2 0 0,-1 2 30,-7 13 0,0 2 0,5 0 30,10-7 0,3-1 0,2-1 120,-3 13 0,6 0-494,10-3 0,7-3 404,4-11 0,6-4 0,7-6 0,4-5-225,2-5 0,2-7 180,7-10 0,0-7-597,-2-5 1,-1-5 611,-12 1 0,-1-3 0,-1-3 0,-5-2 0,-2-2 0,-2-1 60,0 0 0,-1 0 0,-3-1-165,-4-1 0,-2 0 0,-3 0 195,-3-1 0,-3 0 0,-2 2-60,1-6 0,-6 2 60,-9 5 0,-6 0 0,2 5 389,-8-10-224,-7 13 0,-1 5-45,4 6 491,3 9 0,1 3-2200,3 6 1941,-9 8-2931,29 13 1530,2 1 989,17-1 0,13-15 0,7-3 0,5-2 0,0 1 0</inkml:trace>
  <inkml:trace contextRef="#ctx0" brushRef="#br0" timeOffset="32856">8872 6350 7533,'-18'-38'779,"-1"0"1,6 2-1,1 6-149,-4 16-450,6 2-90,0 18 90,3 1 0,7 12-90,0 1 179,0 17-538,7 9-233,-3-14 0,2 1 457,6 2 0,2 1 135,-4 5 0,-1 2-1215,4 2 0,0 0 1125,-4-9 0,-1 2 0,-1 3 0,-1 4 0,-1-4-363,0-7 1,0 2 429,-2-1 1,-1 5-1,0 0 1,-1-5 112,-1 3 0,0-1-150,-2-2 0,-1 2 0,0-4 345,-7 14-15,-8-10 449,9-24-539,1-13 2007,8-7-2457,0-6 1148,0-6-1597,0 0 537,8-13-178,1-1 90,17-6-363,-13 14 0,1 0 498,3 2 0,2-1-45,2-10 0,1-1 45,-4 3 0,1-2-45,0 1 0,2-1 0,-2 1-406,-3-3 0,-1 0 436,1 0 0,2-1 0,-3 1 150,0-4 0,-2-1-135,-3-7 0,-1-1 180,0 0 0,-2 2 134,-6 10 1,-2 1-151,1 0 0,0 3 691,0-13-360,0 13-180,-8 14 449,-2 2-359,0 14 388,3-9-478,7 12 291,0 6-1190,0 7 89,0 19 360,3-8 0,1 3-1125,-3 9 0,0 0 1395,3 1 0,0-1-135,0-2 0,0 3-543,-3 3 0,-2 5 1,3-4 632,5-5 0,2 2-291,-5 0 1,0 6 0,0 1 0,1-4 305,1-3 0,0-3 0,2 1-90,2 6 0,2 0 0,-1-1-30,-2-5 0,-1-2 1,3-2-199,5 6 0,3-6-102,8 2-180,7-11 450,-23-23-90,13-5 1825,-22-14-1825,14-14 90,-7 8 0,-1-1 823,-2-4 1,0 1-779,6-4 0,-1 1 135,-5 0 0,-2 0 45,1 4 0,0 2 2804,3-18-2489,-8 18 1749,0 14-1299,-8 17-450,6 21-270,-6 3-315,7 5 0,2 3-1504,3-8 1,0 0 1054,0 4 1,2 0 448,1-5 0,4-2-1129,4-6 1,3-1 768,4 4 0,1 0 495,-1-4 0,3-4 0,18-5 0,4-7 0,-5-8 0,0 1 0</inkml:trace>
  <inkml:trace contextRef="#ctx0" brushRef="#br0" timeOffset="33724">10125 7072 7263,'-18'-5'1349,"0"3"-719,9-3-270,1 5 89,8 0-89,0 5 90,8-3 269,25 3-539,-2-10-619,12 3 798,-1-14-89,-13-5-135,-3 6 0,-1-3-225,4-20 180,-3-1-180,-26-11 90,-26 8-311,9 19 0,-3 2 221,-5 6 0,-3 4-90,-2 3 0,-1 3 135,4 0 0,0 4 0,-5 11 1,3 3-46,-8 4 135,15 3 0,2 3-1,5 4 1,3 2-90,1 1 1,2 2-363,-1 9 1,5 1 406,10-3 0,5 0 44,2-3 1,4-1 135,4-1 0,5-3-135,4-4 0,3-2 45,-1-5 0,0-2-90,0-1 0,1-2 0,2-7 0,1-2 0,-8 1 0,1-3 45,2-4 0,0-5 372,15-14-417,-9-8 360,-19 8 0,-1-1-90,4-19 629,5 6-449,-7 2 270,-1-1-91,-7-1-89,-2-5-180,8-7-1,-12 5-359,11 18 0,1 0 450,-4-17-990,7 21 1,3 3 449,7-11-1035,-5 12 1,3 4 134,-1 5 1,1 1-63,4-3 0,1 3-28,3 8 1,0 3 1134,-6-2 0,-3 4 1,5 20-1,-3 8 1,-5 1-1,-1 0 1</inkml:trace>
  <inkml:trace contextRef="#ctx0" brushRef="#br0" timeOffset="34928">12471 6699 7533,'-38'-28'989,"5"4"-359,8 11-360,5 6-1,-5 13 1,7 19 0,8-1 0,2 4-366,3 4 0,1 2 186,-1 7 0,2 1-276,2 0 1,2 1 185,2 0 0,2-2-698,-1-10 1,1-1 787,4-2 0,0-2-270,9 19 112,-9-22 1,-1 1 112,-2 2 0,-2 0 354,4 6-219,-16-13 673,-10-13-673,-17-12 990,-10-7-290,19 1 0,-1-2-655,0 1 0,1-1 45,-11-12 508,-4 8-688,29 11-90,-4 1-90,24 6-1799,10 0 1619,5-3 0,5 0-180,-1 3 1,3-1-446,15-7 0,4-2 760,-6 4 0,4-2 90,-10-1 0,5-2 0,0 0 0,-2-1 75,1-1 0,-3-1 0,2-1 30,7-2 0,1-2 0,-6-2 75,0-6 0,-7-3-45,-11 4 0,-3-2 359,-6 3 1,-3-1 394,4-19 416,-16 7-271,-8 5-269,-2 13-361,-7 9-269,-1 11-180,-7 17 270,-3 10-667,14-3 1,1 3 396,-1 2 1,2 1-238,6 5 1,2 0-79,-1-5 0,3 0 45,7 6 1,5-2-1,3-10 0,2-1 225,2-3 0,3-2 0,4-4 0,3-3 90,-1-3 0,1-3-135,7-3 0,2-3 180,1-3 0,-1-5-135,4-7 1,-2-6-43,-4-11 0,-5-5 357,-10 11 0,-2-1 0,0-3-528,1-5 0,-1-3 0,-1 0 528,-3-2 0,-1 0 0,0-1 0,0-1 0,0 0 0,-1-1-1,-1-2 1,-1-1 0,-2-1-120,-3 1 0,-2-1 0,2 1-60,1 3 0,1-1 0,-2 2 90,-2 3 0,-3 0 0,2 4 292,3-2 1,0 4 696,-4-3-66,0 32-1463,0 52 90,-4-17 0,0 3 300,3 3 0,1 3 0,-1 0-330,-1-1 0,-1-2 1,0 2 166,3 4 1,0 1 0,0 0-18,2 2 0,1 0 1,0 0 29,0-1 0,0 0 0,1 0 30,3 3 0,2 0 0,1-1 0,1-3 0,1-2 1,0-1 11,-3-6 0,0 0 1,2-3-553,15 6 0,-3-4 361,-9 4-91,17-36 0,-29-15 540,2-9 0,0-4-90,-4-22 159,1 22 1,-2-3-295,-6-8 0,-2-3 450,3-4 0,1-3-105,-1 8 0,-1-2 0,2-1 650,1 0 0,2 0 1,0 0-562,2 3 1,0 1 0,0 2 959,-1-8 1,2 4-819,5 7 0,4 5 9,10-3-900,3 23 1,4 5-181,20 4 225,-4 5 0,-1 3-94,-16 2 1,-1 0 318,8-1 0,0 2 180,-5 6 0,-5 2 0,-6 0 0,-2 2 0,5 9 0,1-1 0</inkml:trace>
  <inkml:trace contextRef="#ctx0" brushRef="#br0" timeOffset="35107">14358 7099 0,'-25'-26'0,"-11"6"3276,15 7 0,-3 8-2457,24 5 0,32-12 0,7-3 0</inkml:trace>
  <inkml:trace contextRef="#ctx0" brushRef="#br0" timeOffset="46500">2011 9203 5824,'0'-15'449,"8"3"271,-6 12-270,5-5-90,-7 3-91,0-3 181,0 5-630,0-6 450,0 4-360,0-3 270,0 5-180,0 0 180,0-6 0,0 4 0,0-4-90,0 6 0,0 0 179,0-5 1,0 3 180,0-3-270,0 5 270,0 0-91,0-6-89,0 4 90,0-4-90,0 6-900,0 0 900,0-5-270,0 3 0,0-3 90,0 5 180,0 0-270,-7 0-90,5 0 180,-6 0-90,8 0 899,0 0-539,0 5 0,0-3-180,0 3-270,0-5-450,0 0 630,0 6 180,8 7-270,-6 13 90,5 13-647,-5-7 0,-3 6 1,0 1 586,1 3 0,0 1 0,0 3-517,0 1 1,0 3 0,0 1 0,0 0 486,0-2 0,0 0 0,0-1 0,0 1 0,0 2 0,0 1 0,0-2 0,0-3 0,0-4 0,0-3 0,0 1 120,1 5 0,0 0 0,-3-7 8,-5 5 142,6-10 0,0 0 89,-7 0 1,8-3 1183,0-12-1273,0-12 1729,0-7-1729,0-13-325,0-13-935,0-6 181,0-7-990,0 0 180,0 6-270,0 1 1889,0 7 0,8 5 0,1 1 0</inkml:trace>
  <inkml:trace contextRef="#ctx0" brushRef="#br0" timeOffset="46951">2081 9409 7533,'-13'-27'1124,"-1"1"0,-4-19-314,3 8-90,13 10 269,-6 1-179,16 1-181,-6 6-269,21 4 90,-11-2-1,29 21-269,-19-8 0,19 21 90,-6 3-651,-9-5 1,1 3 470,0 6 0,1 2-90,3 3 0,-1 1-45,-2 5 0,-3 2 45,-9 1 0,-3 2 225,5 3 0,-5 2-90,-13-2 0,-6 0 0,3 5 0,-3 0-135,-10-1 0,-4-3 0,3-7 0,-3-1 0,-4-3 0,-3-3-139,5-9 0,-1-3 49,1-4 1,-1-3 148,-20 2-239,8-18 90,-1-4 180,9-15 90,-6 9-719,21 2-2386,-4 7 1756,16 1 1176,16 3 0,27-3 0,-11 5 0,1 0 0</inkml:trace>
  <inkml:trace contextRef="#ctx0" brushRef="#br0" timeOffset="48265">3351 9073 10411,'-9'8'180,"1"3"-90,0-4 90,-2 6 90,-8-1-90,1 2-1,-9 10 1,-1 3-90,6-3 0,-1 3-398,0 1 0,-1 2 368,3-4 0,-1 3 0,1 0-547,-1 2 1,-1 1 0,2 2 546,1 4 0,1 1 0,0 0 179,0 3 1,0 1 0,3 1-30,6 3 0,4 0 0,0 1-60,-2 0 0,1-1 0,3 1-120,3 2 0,3 0 0,2-2 0,2-5 0,2-1 0,0-2-491,0-3 0,0 0 0,3-2 371,3-4 0,3-1 0,0-2-603,4 3 0,1-2 513,2 1 0,3-4-495,-2-10 1,1-5-765,18 8 1167,-19-12 0,-1-2 272,4-4 0,4-12 0,-15-11 0</inkml:trace>
  <inkml:trace contextRef="#ctx0" brushRef="#br0" timeOffset="48982">3687 9474 7533,'-10'-21'-360,"-6"-3"1349,6 10 1,-7-5 89,7 12-359,2-5 179,8 11-359,0-5-360,0 18 539,8 8-89,9 18-315,-3-10 0,0 2-635,3 5 1,1 1 499,0 6 0,-1 1-482,-2-10 0,-1 1 0,1 0 302,-3-1 0,0 0 0,1 0 90,3 5 0,2 1 0,-1-1-150,-4-4 0,-2-1 0,2-1 30,1-1 0,1 0 0,-1-2-15,0 4 0,0-2-45,2-5 0,1-1-539,10 13 359,-7-11-900,-3-5 1,-3-2 630,-10-3 269,20 13 270,-22-16 0,6-2 0,-8 1 0</inkml:trace>
  <inkml:trace contextRef="#ctx0" brushRef="#br0" timeOffset="49290">3687 10519 7533,'-44'-6'2338,"7"-1"-359,10-6-809,11-12-451,24-7 0,6 4 1,5-2-1714,6-10 1,5-3 1562,-3 11 1,4-1 0,-1-1-346,-6 4 1,0-3 0,1 1 0,0 0 0,4-1 0,2 0 0,0 1 0,0-1-68,-2-1 0,0 0 1,1 0-1,-1 0-67,2 1 0,0 1 0,1 0 0,-2 0-68,-2 2 1,-1 1 0,-1 0-1,-1 0 8,1-3 0,-3 1 0,0 3-615,4-3 1,-3 3 44,2-8 742,-17 12-3171,-1 14 1710,-8-8 450,0 18-2468,0 18 3178,0-3 1,-6 8-1,-3 3 1,-1-2-1,0-1 1</inkml:trace>
  <inkml:trace contextRef="#ctx0" brushRef="#br0" timeOffset="49623">4586 10222 7533,'20'6'2968,"3"-5"270,-13 16-2338,8-2-451,7 16-808,-5 8 269,-7-14 0,-1 2-1434,-2 20 1075,-2-3-1,-16 5-180,6-19 90,-16-1 1,-3-4-181,5-7 225,-15 0 1,-2-2 224,1-7-159,3-3 0,-1 1 429,-7 4 0,10-26 0,11-1 0</inkml:trace>
  <inkml:trace contextRef="#ctx0" brushRef="#br0" timeOffset="50673">5309 9474 7892,'-25'-6'3059,"13"4"-1350,-4-4-180,32 18-855,4 2 1,3 3-495,4 6 0,3 2-270,7 2 0,5 4 0,-3-2-1003,-11-5 1,-2-1 0,0 1 89,3-1 0,1 0 1,-3 1-637,9 14 1,-7-4 1469,-6-7 0,-5-2 0,-2-3 0,-8-8 0</inkml:trace>
  <inkml:trace contextRef="#ctx0" brushRef="#br0" timeOffset="51022">6015 9306 7533,'-18'-20'3238,"-7"1"-540,13 12-1438,-4 1-541,8 12-539,7 7 270,-7 12-720,8 14 270,0-14 0,0 1-403,0 6 0,0 1 268,0 10 1,0 3 44,-2-12 0,-1 1 0,0 1-689,-2 7 1,-1 3 0,-1 0 755,1-10 1,-1 2-1,0-1 1,0 1 201,-2-1 1,1 1 0,-2 0 0,1 0-317,1 0 1,-1 0 0,0 0 0,0 1 518,0-1 0,0 0 0,1-1 1,-1-2-263,0-1 0,0-3 0,-1 1-490,-3 16 0,1-6 550,2-9 90,2-1 263,1-1-174,5-3-1097,-6-2 648,8-13 816,0-7-2975,8-6 2763,1-18-3483,9-9 2340,0-8 629,-3 5 0,3 0 0,0 11 0,1 1 0,8-10 0,-1 0 0</inkml:trace>
  <inkml:trace contextRef="#ctx0" brushRef="#br0" timeOffset="51989">6862 9176 7533,'17'-12'1169,"-7"4"-449,-2-9-361,-8 14 541,0-20-630,0 15 449,0-11-539,0 6 540,0 0-91,0 6-449,0 1 810,8 6-810,-6 12 449,5 19-449,-7 5-724,0 5 1,0 3 678,0-15 0,0 1-1177,0 18 1,0 3 996,0-14 0,0 4 27,0-5 0,0 5 0,0 4 0,0-1 0,0-5-608,0 7 1,0-3-1,0 5 641,0-9 0,0 5 0,0 2 0,0 1 0,0-1 0,0-1 165,0 3 0,0-1 0,0 0 0,0-2 0,0-2-90,0-3 0,0-3 0,0 0 0,0 1 71,2 3 1,-1 4 0,1 0 0,0-4 0,-1-8-767,0-1 0,0-5 650,3 4 0,0-3 413,-4 6-458,0-32 936,0-2-1026,0-8-540,0-21 630,0 11-1079,0-29 899,0 30 968,0-13-3397,0 5 5075,0 15-3365,0-13 919,0 22 0,24-11 0,5 5 0</inkml:trace>
  <inkml:trace contextRef="#ctx0" brushRef="#br0" timeOffset="53441">7779 9447 8072,'-20'0'2429,"4"0"-1440,16 0-179,-7 0 0,5 0 449,-14-5-90,14-3-719,-6 1-450,8 1 180,0 6-180,8 0 270,25 0-360,10 5 0,8 2-90,-11-5 0,4 0 0,2 0 0,1 0-210,-4 1 1,3 0-1,0 0 1,0-1-1,0 0 210,1 0 0,2 0 0,-1-1 0,-2-1 1,-3 1 89,10-1 0,-4 0 0,-6 0 180,7 0 0,-19 6 1079,-39 19-449,-4-8 89,-13 24-539,7-25 0,0 14-90,3-12 0,-3 2-135,-3 7 0,-3 4-195,2-3 0,-3 3 0,1 1-46,0 5 0,0 3 0,0-1 136,-3-3 0,0 0 0,3-1-980,7-3 1,2-1-1,0-3 995,-10 1 0,1-2 315,2 4 0,0-2-360,-9-2 450,0 10 0,-3 2-1,10-17 1,1-1 314,-1 8 1,1 1-405,0-7 0,5-2 554,16 5-554,35-19 134,6-11 1,3-4-315,-8 1 0,2-2 549,2-2 1,3-2 0,-6 1-550,8-4-150,-13 6 0,5-1 0,-2 2-629,4 1 1,1 2-951,11 0 1,0 4-1,-16 4 1,-2 4-1,1 2 1,-7 3 1464,-13 4 1,4-9 0,-16-13 0</inkml:trace>
  <inkml:trace contextRef="#ctx0" brushRef="#br0" timeOffset="53789">7955 10119 7533,'-37'0'3276,"-4"0"-1605,29-6-412,-4 5-269,16-11 269,16 11-899,-4-11-1,21 5 811,10-6-856,-13 4 1,3 0-548,10-2 0,2 1 143,-11 2 0,2-1 0,0 1-375,2-1 1,1 0-1,0 1 255,1-1 0,1 0 1,1 1 59,1-1 0,1 0 0,0 1 150,4 0 0,1 0 0,-5 4 0,2 4 0,-3 4 0,-3 4 0,0 0 0</inkml:trace>
  <inkml:trace contextRef="#ctx0" brushRef="#br0" timeOffset="54328">9119 8905 7533,'-9'-40'1619,"1"8"-270,16 14-270,9 11 451,18 12-1126,-9 3 1,1 5-135,8 12 0,1 6-978,0 0 0,0 5 857,-6-1 1,-1 4 0,-1 1-776,-5-1 0,-2 3 1,-1 1 670,-1-4 0,-1 2 0,0 0 0,-4-1-673,-2 5 1,-3 0-1,-1 0 628,1-2 0,0 1 0,-3 1 120,-3 2 0,-3 1 0,-3-1-527,-3-4 0,-3-1 1,0 3 473,4-3 1,1 1-1,-1 2 1,-2-3-45,-4-2 0,-2-1 1,-1-1-1,1 0 37,-2 8 0,1 0 0,-2 0 60,-3-1 0,-2-1 0,0 0-120,1-4 0,-1-2 0,-1 0-30,0-4 0,-2-1 0,0-1 60,0-3 0,1-1 0,-1-2 392,-7 8 0,-1-5-422,2-8 0,0-7 0,-8-13 0,5-23 0</inkml:trace>
  <inkml:trace contextRef="#ctx0" brushRef="#br0" timeOffset="62073">10830 9357 7263,'0'-14'-180,"0"2"360,0 6 449,0 0-539,0-7 360,0 0-270,0 0 630,0-6-541,0 11 721,0-16-810,0 16 809,0-17-719,0 11 180,0-4-360,0 10 360,0-3-720,0 9 90,0 20 180,0 4-90,-3 24 0,-2 5-486,5-21 1,-2 2 575,-1 9 0,-1 8 0,-1 2 0,2-6-357,2-11 1,0-3 0,1 6 371,-1 3 0,-1 9 0,1 4 0,-1 0 0,1-4 0,0-7-871,1 0 1,0-6-1,0 3 923,0 8 1,0 6 0,0-1-1,0-8 158,0-3 0,0-7 21,0 10 114,0-16 0,0-1 506,0-1-506,0-6 652,0-7-1642,0-8 3714,0-10-3984,0-8-629,0-7 630,0 0-1260,0-16 1439,0 13 270,0-9 450,0 13 0,0-22 0,0-8 0</inkml:trace>
  <inkml:trace contextRef="#ctx0" brushRef="#br0" timeOffset="62424">10777 9254 7533,'0'-38'1124,"3"12"0,2 1 765,13-7-989,9-8-360,16 39-561,-17 2 0,1 3 246,4 5 0,1 3-333,3 3 1,1 3 242,0 5 0,-2 4-620,-2 1 0,-1 3 575,1 1 0,-3 2 134,-13 0 1,-3 2-594,4-4 1,-3 1 368,-10-1 0,-6 0-191,0-2 1,-4-1 145,-1-2 0,-5-3-90,-8 0 0,-3-3 0,1-6 1,-1-3-1,-3 2 0,-1-4 0,-4-5 0,1-3-225,-17 4 225,21-6 0,1 0 218,-10 0-1072,7 0 1918,11 0-3087,9 0 269,24 0 1889,3 0 0,15-5 0,7-1 0,1-1 0,0 0 0</inkml:trace>
  <inkml:trace contextRef="#ctx0" brushRef="#br0" timeOffset="62874">11889 9151 7533,'-10'-22'3276,"-14"-7"-2235,13 9-1131,-15-7-719,1 7-451,-11 31 1800,14 14 0,-1 8-271,0 0 1,-1 3 0,3 0-372,-1 5 1,2 4 415,4-10 1,-1 5 0,0-2 0,3-4-457,2-2 0,2 1 412,1 3 0,0 7 0,1 2 0,1-1-181,2-3 1,3-1 0,0 1 0,1 2 108,1-4 0,2 2 0,-1 0 0,2-1 0,-1-1-153,-1 1 0,1-1 0,0-1 0,5-1-105,8 10 0,4-2 0,4-7-1579,4-7 1,2-6 341,3 1 0,1-4 712,5-1 0,-1-8-2692,2-17 3128,4 2 1,-33-22 0,-12-3 0</inkml:trace>
  <inkml:trace contextRef="#ctx0" brushRef="#br0" timeOffset="63774">12541 9280 7533,'-8'-20'180,"6"-16"-3457,-21 7 2242,19-4 1778,-12 9-383,16 16 1595,8-3-875,18 9-91,19-4-629,2 6 0,-15 0 0,2 0-91,5 0 1,1 0-45,5 5 0,2 2-1028,3 0 0,-2 0 803,-14-1 0,-5 3 1246,4 20-1606,-25-2 360,-8 2 685,-6-4 0,-4 3-955,-10 4 0,-3 0 270,3-3 0,-1 1-298,-4 2 1,-4 3 0,1 0 267,1-2 0,1 1 0,-2 2 502,2 0 0,-1 1 0,0 2 1,-1 0-78,5-6 1,-1 0 0,0 0 0,1 1-1,2-2-35,0 2 0,1-1 0,2 0 0,2-2-241,-1 3 1,2-1 0,6-6-120,11 6 135,20-19 0,5-5-135,-1-8 1638,15 4 0,6-4-1804,-10-8 0,0-3 121,1 2 0,1 0 0,-2-4 0,0-2-1035,-3 2 1,-1 0-560,-4 1 1,1 2-1,2 2 1,-2-1 1527,11-9 1,-78 10 0,12 0 0,-1 1-1</inkml:trace>
  <inkml:trace contextRef="#ctx0" brushRef="#br0" timeOffset="63984">12594 9757 7533,'-26'-6'1638,"-1"-1"0,-10 0 1638,12-4-2363,17 9-733,16-3 90,9 5-90,11 0-360,15 0 225,-17 0 0,1 0-945,-1 0 1,3 0-740,17 2 1,0 1 1562,-20-2 0,1 0 1,12 1-1,7 0 1,-2 0-1,-9-2 1,-1 0-1,1 0 0</inkml:trace>
  <inkml:trace contextRef="#ctx0" brushRef="#br0" timeOffset="64299">13141 8841 7533,'-8'-33'3276,"6"7"-1335,-6 19-1941,32 25 629,5 23-1521,0-8 1,3 4 951,-9-10 0,1 1 0,0 2 0,2 4 0,1 3 0,0 0-60,-6-6 0,-1 1 0,0 1 0,-1 1 0,2 3 0,-1 1 0,0 2 0,-2-1-90,-3 2 0,-1-1 0,-1 2 0,0-1 90,-1 1 0,0 0 0,-1 0 0,-3 0 0,-2 8 0,-3 0 0,-3-1 90,-1-5 0,-2 0 0,-2-3 0,-3-5 0,-1-2 0,-2-1-90,-9 13 0,-3-3-144,1-6 0,-1-2 189,-2-5 0,-3-2 45,-1-1 0,-3-3-585,1-9 1,0-3 319,3 1 1,1-1-816,-3-8 1,1-1-720,-16 3 1709,15-6 0,23-6 0,26-2 0</inkml:trace>
  <inkml:trace contextRef="#ctx0" brushRef="#br0" timeOffset="64908">14870 9603 7533,'-18'-19'2878,"8"5"-2248,2-5-271,8 11 811,0-3-810,0 10 1079,16-10-1079,4 9 179,10-1 1,6 0-450,1 3 0,1 0-426,10 0 1,2 0 455,-16 2 0,1 0 0,0 0 60,10 1 0,0 1-1819,0 4 1,-2 3-1,-6-2 1,-4 2 1559,-5 0 0,-10 3 0,-24 10 0,-10 1 0,-9 2 1,-1 1-1</inkml:trace>
  <inkml:trace contextRef="#ctx0" brushRef="#br0" timeOffset="65099">14923 10029 7533,'-38'-13'3276,"5"5"0,23-3-1283,2 3-1274,40-10-359,7-2-1120,-6 9 1,4 2 129,10-4 1,0 1 129,-9 5 0,1 0 140,4-1 0,4-1 0,-4 2-600,-6 2 0,-1 1 900,1 0 0,4-1 0,-4 2 60,-5 2 0,1 2 0,0 3 0,4 2 0,3 1 0,-1-1 0,1 2 0,-1-1 0,1 0 0,0 0 0</inkml:trace>
  <inkml:trace contextRef="#ctx0" brushRef="#br0" timeOffset="65883">17551 9318 7533,'-28'7'0,"-5"11"809,6 13-404,12-4 0,2 5-1275,1-1 1,0 4-1,3 1 1080,3 6 0,4 2 0,-2 1-442,-2-8 0,0 0 0,-1 1 1,2 0 253,4 1 1,1 0-1,0 0 1,0-1 37,-3 12 0,0 0 0,1-3-38,1-7 1,1-3-1,1 0 68,1-2 0,1-1 0,0-3-180,-4-2 0,3-4 90,14 6 1031,-6-25-671,0-25-1,-2-26-158,-8 9 1,0-5-292,0 6 0,0-2 1,0-1-181,-2-6 0,-1-2 0,0-1-299,0 9 0,1-1 1,-1 0-1,1 1 509,-1-7 0,0 0 0,-1 1-382,-1 0 1,-1 1 0,1-1 590,4-4 1,0 0 0,2 0-60,-2 1 0,1 0 0,1-1 112,-1 9 1,2-2-1,0 1 1,3 4 36,4-2 1,3 3 0,1 3-73,3-2 0,5 6 102,7 13 1,5 6 45,9 6 0,2 4-180,-10-1 0,0 2-104,2 4 0,2 2 0,-4 2-31,0 3 0,-1 2-45,10 8 0,0 4 45,-6-2 0,-3 3-90,-6 1 0,-1 0 1094,-4 0 1,-3 0-1050,-9 0 0,-5-1 90,-3-1 0,-6-1 45,-18 12 0,-7-1-45,12-11 0,-3-2-304,-11-2 0,-6 0 0,4-4 169,11-3 0,-1-3 30,-13 2 0,-7-2 0,5-2-43,9-5 1,1 0-123,-20 7 0,2-1-224,8-10-631,4 5 1275,39-6-1454,5-6 1264,17 5-5,5-1 0,6-2 0,-7-4 0,1-2 0,2-1 0,3 2 0,1 0 0,-1 0 0,0 0 0</inkml:trace>
  <inkml:trace contextRef="#ctx0" brushRef="#br0" timeOffset="66184">18697 8931 7533,'-4'-29'1092,"0"1"0,0 1 0,-1 1 238,-3-1 0,-2 2-250,-8-8-361,1 9-89,-9 16-540,-9 20-45,13 5 0,-1 5-851,-7 6 1,-1 4 835,10-2 0,0 3 0,0-2-1588,-6 8 0,-1-1 1498,8-8 0,0 1 1,2 1 29,1 2 0,3 2 0,0 0-597,-2 3 1,1 1 0,1 2 671,2-2 0,0 3 0,1 0 0,2-3-481,2 0 0,1-1 1,0 0 465,-1 2 0,1 0 0,3-2 150,9 6 0,4-1-186,-2-11 1,1 0-1,1 0-114,3 1 0,2-1 0,2-1 470,2-3 0,1-1 0,2-1-1160,3-2 1,2-2-1,-1-3-89,3 0 0,1-4-91,12 4 1,-1-4 989,-2-3 0,-14-13 0,1-4 0,9-5 0</inkml:trace>
  <inkml:trace contextRef="#ctx0" brushRef="#br0" timeOffset="66923">19156 9164 7533,'-18'-39'3276,"8"17"-1065,10 28-1762,10 11 91,6 21 0,2 7-181,-7-15 1,1 0 0,2 5-763,2 4 1,2 5-1,1 3 1,1 1-1,-1-2 223,-2-4 0,-1 0 0,1-1 1,0 1-1,2 0-367,0-3 1,1 1 0,1 1 0,0-2 0,0-1 0,-1-2-7,1 2 1,0-1-1,-1-3 1,0-3 552,2-1 0,-1-3 0,-3-3 0,-1 8 0,-19-7 0</inkml:trace>
  <inkml:trace contextRef="#ctx0" brushRef="#br0" timeOffset="67190">19032 10119 7533,'-26'-13'1638,"-1"0"0,-2-2 1638,6-2-2093,30-7-643,14-8 0,7-5-1374,-5 8 0,1 0 1,4-2 1125,2-1 0,3-2 1,2-1-1,-2 3-675,-5 5 0,0 2 1,0 0-1,0 0 473,1 0 0,1 0 0,0 0 0,0 0 0,2-3 0,-1 0 0,1 0 0,1 1-293,2 1 1,2 1-1,-1 0 1,1-2-248,0-3 0,-1-2 1,1 0-1,0 3 135,0 3 0,1 1 0,-1 2 1,-4 1-120,-3-1 1,-4 1-1,0 2-331,6-1 1,-3 3-1575,4 0 2339,-23 23 0,-33 27 0,3-8 0,0-1 0</inkml:trace>
  <inkml:trace contextRef="#ctx0" brushRef="#br0" timeOffset="67441">20214 9899 10051,'20'6'3276,"3"1"-2504,-21 12 127,6 12-629,-8 9-180,0 1-450,-3-6 1,-2 1-261,-2-7 0,-3-1 125,-6 11 0,-4 0-908,-1-3 1,-3-3 997,2-14 1,-1-2 44,5 2 0,1-3-539,-16-2 899,13-7 0,2-30 0,11-13 0</inkml:trace>
  <inkml:trace contextRef="#ctx0" brushRef="#br0" timeOffset="68116">21043 9047 7533,'-19'-7'449,"-5"-4"91,14 9 270,0-10-630,3 11 1079,-1-5-989,6 6 719,2 0-719,10 0 180,-1 0 269,15 6 91,-4 7-451,4-1 1,3 2 0,-8 5 0,1 1-543,9 2 1,1 2 182,-4 4 0,0 1-450,2 3 0,-1 1 180,0 2 0,-1 1-570,-5-6 1,-1 0 0,-2-1 569,-2 4 0,-1-2-765,10 3 1,-1-1-322,-4 6-623,13-18 1979,-21-3 0,10-41 0,3-18 0,-5 2 0,-1-1 0</inkml:trace>
  <inkml:trace contextRef="#ctx0" brushRef="#br0" timeOffset="68356">21802 9073 7533,'0'-31'2428,"0"-2"-1168,0 11-541,0-1 540,0 22-539,0-5 0,-8 18-271,-10 19-314,9-5 0,-1 1-1011,-7 3 0,0 0 966,7 4 0,1 1-120,-4-5 0,-1 1 0,0 1 0,1 3 0,1 0 0,-1 3 52,1-2 1,-2 3 0,0 0-1,1 0-225,1 0 1,1 0 0,0 1 0,0-1 67,2-1 0,0 0 0,0-1 0,1 0-15,-2 9 0,2-1 0,1-1-180,2-2 1,3-1-1,-1-3-123,-2-2 0,2-2 183,5 0 0,4-2-1709,4-1 270,7-15 540,1 1 1169,7-17 0,3-28 0,-11 10 0,1 0 0</inkml:trace>
  <inkml:trace contextRef="#ctx0" brushRef="#br0" timeOffset="68567">22031 9951 7533,'-35'13'0</inkml:trace>
  <inkml:trace contextRef="#ctx0" brushRef="#br0" timeOffset="69717">22331 9035 7533,'0'-33'0,"0"7"449,0 1-1528,-8 5 809,6-6 810,-14 0 0,14 1-361,-5 4-268,7-3 89,0 10 89,0 1-178,0 7-1,0 1-180,0 3 90,0-3 270,0 5-90,0 0 90,-8 0 0,6 0 359,-6 0-179,8 5-90,0-3 180,0 3 180,0-5-540,0 0 270,0-5-270,0 3 179,0-3-269,0 5 1,0-6 89,0 5-90,0-5 0,0 6-540,0 0 540,0 6 180,0-5-180,0 10 180,0-9-90,0 3 450,0-5-450,0 6 449,0-4-449,0 4 90,0-6 0,0 0-90,0 5 0,0-3 90,0 3-90,0-5-719,0 0-181,0-5 91,0 3 809,0-3 0,0 16 0,0 3 0</inkml:trace>
  <inkml:trace contextRef="#ctx0" brushRef="#br0" timeOffset="70192">22084 9964 7083,'0'-8'3148,"0"-3"-2248,-8 4 269,6 0-539,-6 1 629,8 6 0,0 0-719,0 6 539,0 30-539,0 13-1153,1-7 0,-2 4 702,-3-12 1,-1 1 0,-1 0-240,0 0 0,0 0 1,-2 1 179,-4 2 0,-3 1 0,-1-2-180,1-4 0,0-3 0,0-1-75,-7 7 0,-1-6-14,-3-8 1,1-7-661,-5-3 359,5-18 270,17-1-1709,0-12 540,6 5 1439,2-10 0,34-8 0,-11 12 0,1 0 0</inkml:trace>
  <inkml:trace contextRef="#ctx0" brushRef="#br0" timeOffset="71090">22384 9060 6633,'10'-7'1349,"-3"-4"-989,-14 3 450,5-5 449,-22 6-989,12 1 1259,-5 1-1169,9 4 719,-8-5-719,12 6 809,-11 0-899,15 6 810,31 1-841,-3-3 1,7 0 0,4 0-168,-3-1 0,5 0 0,2-1 0,0 1 0,-2-1-720,2 2 0,-2-1 0,0 0 0,4 0 543,-3 0 0,4-1 0,2-1 0,-2 1 0,-3 1 1,-7-1 14,9 4 0,-2 1-90,-5 0 0,5 0 0,-2 1 0,-8 0-180,10 10-45,-14 5 1,-9 6 134,-22 7 0,-12 5 247,1-10 1,-3 2-1,-3 2 1,-1 2-115,0-1 1,0 1 0,-2 2 0,-1-1 0,-2 1 330,-1-2 1,-2 1 0,-1 0 0,0-1 0,0-1 0,3-1-150,-2 5 0,2-3 0,0 0 0,-1 1 440,0-3 1,-1 1 0,-1 0 0,4-4 0,4-5-217,3-1 1,3-3 180,-8 18 0,5-4-540,10-22 270,8 8 1488,0-21-1038,39-2-405,-9-8 0,5-3 14,5 1 1,5-2 0,1 1-541,-1-1 1,1 0 0,0 2-793,2-1 1,-1 2 0,-1 3-1,-6 3 1,-1 3 0,-4 3 675,5 5 1,-7 4 0,-6 9 0,-31 4 0</inkml:trace>
  <inkml:trace contextRef="#ctx0" brushRef="#br0" timeOffset="71400">22842 9770 7533,'-35'-13'3276,"8"6"-1425,9-5-592,2 11-270,14-4-449,2 5-180,2 0 180,30 0 179,-3 0-629,4 0 0,3 0-484,-8 0 1,1 0 393,4 0 0,2 0-1542,0 0 0,-1 0 1182,-6 0 0,1 0 225,1-1 0,0 2-1332,3 1 0,1 1 343,-2-2 0,1-1 1124,-1 3 0,0 0 0,6-3 0,-1 0 0,-10 0 0,1 0 0</inkml:trace>
  <inkml:trace contextRef="#ctx0" brushRef="#br0" timeOffset="71782">24007 8802 7533,'-10'-34'3276,"2"9"-2055,16 25-2210,9 25 1978,3 4-1586,5 9 866,-4-6 1,0 2 360,-2 2 0,1 3-511,2-1 1,2 3 0,-2 1-883,-4 4 0,-3 2 1,-1 1 784,-2-9 1,0 2-1,-1 0 1,-2 1-23,-3 2 0,0 1 0,-3-1 0,-1 1-617,-2 2 0,-1 0 0,-2-1 0,-1-2 587,-1 4 0,-2-3 0,0 0-242,-1-2 1,-1-1 0,-2-1 211,-1-5 0,-2-2 1,-1 1-31,1-1 0,-1 1 0,-1 0 299,-1 7 1,0 1 0,-4-3-30,-3-7 0,-3-1 0,2-2-30,6-2 0,1 0 0,-2-3-285,-18 8 0,-1-5 136,11-11 1,2-2-497,3-3 1,1-2-406,-12 1 298,24-11 602,3 5 0,30-12 0,7-1 0</inkml:trace>
  <inkml:trace contextRef="#ctx0" brushRef="#br0" timeOffset="127142">3528 12119 7533,'10'-31'0,"-1"0"0,1-1 0,-4 4 0,-6 12 2878,0-7-1799,0 22 271,0-5-1170,0 12 359,0 24 1,0 0-1167,-2 1 0,-1 6 1,0-3 716,2-3 0,0 1-68,0 6 1,-1 7-1,0 0 1,-1-5-23,-1 2 0,1 2-72,2-6 0,1 7 0,1 3 0,-2-3 0,0-6 72,-7 10 0,0 0-113,6-2 1,2 7-1,1-1 1,-2-9 67,-3-11 0,0-2 0,3 20 0,2-7-45,-1-23 540,8-2-450,-6-13 450,6-6-270,-8 0 89,0-12 1702,0 4-2376,0-19 0,0-5-45,0 6 1,0 0 224,0-6 0,0-2-180,0 2 0,0 4 135,0 5-629,-8-19 719,6 32-450,-6-13 451,0 22-91,6 1 90,-5 7 180,7 6 360,0 0 359,0-11-449,15-21 180,-11-4-136,12-22 1,-1-5-684,-12 20 0,-2-3 616,5-9 0,3-9 1,0-2-1,-1 7-546,-4 11 0,0 3 0,-1-4 443,1-6 0,-1-5 0,1-3 0,-1 2 0,1 7-25,2 5 1,-1 6 0,0-4 127,-4-9 1,-2-5-1,1 2 1,2 7-113,5 7 0,1 3 314,-3-18 1,0 5-270,5 19-45,5 1 0,1 2-405,-2 5-584,19-4 854,-7 14 0,-6 5-270,11 6 0,2 4 146,2 6 79,-5-2 1,-1 3-1,-7 4 0,-3 1 489,0 4 0,0 1-444,4 8 0,-1 2 90,-3 4 0,-3 1-20,-2 1 0,-2-1-25,-6-2 0,-3-1-90,-1 0 0,-4-2-79,-5-7 1,-3-2 258,-3-3 0,-2-3-135,-5-2 0,-3-3 179,-22 3-179,19-12 0,-1-3 0,-3-1 0,-1-2-45,0-4 1,0-2-1,-1 1 0,1-1-270,0-5 0,1-1 45,3 3 0,1 0-2248,-11-6 2555,4 7-3275,31 12 3238,12 1 0,15 2 0,8 1 0,5 0 0,-1 0 0</inkml:trace>
  <inkml:trace contextRef="#ctx0" brushRef="#br0" timeOffset="127657">5009 11629 7533,'-25'-19'1259,"-2"5"-989,-1 1-90,3 8 809,7 5 360,-15 22-1214,14-3 0,0 2 45,-3 2 0,-1 3-835,-3 14 1,1 4 924,2-1 0,1 1-91,7-2 1,1 4-60,0-2 0,0 3 0,3 2 15,6-11 0,2 2 0,2-1 0,-2 0-966,-3 7 0,0-2 0,0 2 831,3-8 0,0 2 0,2-1 0,0-4 224,4 14 1,2-3-1118,2-5 0,4 0 218,8 5 1,5-3 134,2-15 1,3-4-181,5 0 0,3-5 135,1-4 1,2-3 584,3-4 0,2-2 0,-6-4 0,2-3 0,1 0 0,3-4 0,0 0 0,0 0 0</inkml:trace>
  <inkml:trace contextRef="#ctx0" brushRef="#br0" timeOffset="128391">5592 11874 7533,'-18'-7'1889,"0"-5"-1440,8 11 181,3-5-450,7 6 90,0 6-90,7 1 449,11 29-449,2-12 180,3 11 0,3 8-538,-11-9 1,0 2-1,2 3 335,1-4 1,3 3-1,0-1 1,-3 0-98,0 6 0,-3 0 0,1 1-60,1-3 0,2 3 0,0-1 0,-1-5-45,2 1 0,-1-1-45,-4-3 0,0 2 0,0-3-302,6 4 1,-1-3-284,-6-4 0,0-1-404,3 1 0,1-2-810,9 10 1529,-9-22 360,-10-17 0,-40-17 0,-7-5 0</inkml:trace>
  <inkml:trace contextRef="#ctx0" brushRef="#br0" timeOffset="128642">5592 13010 7533,'-23'-13'959,"0"0"1,3-8-1,5-1-779,13-8-863,1 4 0,6-3 1357,13-2 1,10-5-1,3-1 1,-4 3-873,-7 4 0,-2 1 0,5-4 429,0 1 0,5-5 1,3-4-1,2 0 0,-1 0 1,-2 3-1,-3 5-96,-2 1 0,-2 4 0,0 1 0,4-5-97,0 0 1,5-5-1,3-2 1,0-1-1,-1 1 1,-3 4-1,-4 4-98,2-3 0,-5 5 1,3-4-211,2 2 0,5-5 0,0 0 0,-3 2 0,-6 5-881,-2-5 0,-3 4 1151,13-6 0,-15 13 0,-33 29 0,-5 15 0,0 1 0</inkml:trace>
  <inkml:trace contextRef="#ctx0" brushRef="#br0" timeOffset="129216">7003 12364 7533,'-10'-7'1889,"2"1"-810,8 12 450,0 13-989,0 2-180,0 11 539,0 16-777,0-21 0,0 1-77,0 13 0,0 1-218,1 1 1,-2-1-233,-6 1 1,-2-1 404,5-3 0,-3-1-1079,-8-7 1,-4-3 223,2-7 1,-1-3-945,-19 0 720,1-18 1079,19-13 0,9-24 0,8-11 0</inkml:trace>
  <inkml:trace contextRef="#ctx0" brushRef="#br0" timeOffset="137341">7743 11848 7533,'-35'-12'2069,"16"10"-720,-5-10-810,22 18 361,10 30-585,7-3 0,5 5-585,1 0 0,3 2 0,2 0-329,-5-8 0,1 0 1,1-1-1,1 0 36,3 2 1,1-1 0,1-2 0,1-3-188,3-1 1,2-4 0,-3-2 749,1 7 0,-2-13 0,-4-25 0,-7-12 0,-15-3 0,0 1 0</inkml:trace>
  <inkml:trace contextRef="#ctx0" brushRef="#br0" timeOffset="137606">8449 11809 7533,'5'-31'1638,"0"1"0,3-13 1638,-8 49-2183,0 9-553,-6 19 0,-4 9-361,0-10 1,-3 2 0,-1 3 0,0 3-636,2-4 0,-1 3 1,-1 2-1,0 1 1,0 0-1,-1 0 263,0-3 0,-1 1 1,0 1-1,0 0 0,0-1 1,1 0-1,1-1-113,-1 8 0,1 1 0,1-2 1,1-1-1,-1-4 96,-5 11 0,0-5 0,7-7-330,10-10 1,2-9-2115,-1-13 2294,8 3-1264,10-18 1624,1-1 0,22-18 0,-3-2 0</inkml:trace>
  <inkml:trace contextRef="#ctx0" brushRef="#br0" timeOffset="139023">9419 11525 7533,'-10'-20'1349,"-5"-4"360,13 16-810,-6 8-314,5 36 0,6 22-383,-3-15 0,0 4 1,0 4-1,0 3-612,0-14 0,0 3 1,0 1-1,0 2 1,0 2-1,0-1 0,0 0 1,0 0 370,0 0 0,-1 1 1,1 1-1,0-1 0,0 1 1,0-1-1,0 0 0,1-1 90,0 4 1,1 0-1,1 0 1,-1-1-1,1-1 1,-1-1-1,1-3 149,-1 6 0,0-1 1,-1-3-1,2-3 0,0-5-440,2 0 0,1-4 1,1-5-339,2-2 1,-2-6 127,-5-5-916,13-46 1096,-13 11 407,5-14 0,2-3-137,0 11 0,0 0 0,0-13 0,1-2 0,3 3 0,0 0 0</inkml:trace>
  <inkml:trace contextRef="#ctx0" brushRef="#br0" timeOffset="139506">10142 11822 7533,'-17'-33'3276,"7"8"-1245,10 12-2031,18 7 180,-7 6-90,21 0-3123,-21 0 3393,23 0-186,-15 0-174,15 0 90,9 6-368,-17-6 0,3 1 233,6 4 0,0 2-135,-3-4 0,-1 1 135,0 2 0,-1 1-45,7 0 90,-4 4-295,-15-4 475,0 6 3096,-9 12-2481,-1-10-525,-24 15 270,-3 2-271,-5-5 1,-3 3-761,0 8 0,-1 3 610,3-7 1,-1 0 0,-1 2-203,-2 2 1,-1 1 0,0 0 202,3-2 0,-1 0 0,1 1-60,0 0 0,1 1 0,1-1 89,3-7 1,1-1 0,3 0 120,2 13 0,3-3-270,-2-15 0,6-3 124,25 20-214,-4-28 51,21 5-591,2-6 451,10-6 195,0-1-376,-2-6-135,-18-2 1,1-2 89,5-1 0,1-3-405,4-1 1,1-2 179,3-2 1,-2 0-271,-10 3 1,-1 0 1878,16-2-979,-18 6 0,-54 12 0,-12 1 0</inkml:trace>
  <inkml:trace contextRef="#ctx0" brushRef="#br0" timeOffset="139699">10195 12377 7533,'-26'-6'1638,"-1"-1"0,-2 0 483,-2 1-772,29 6-540,2 0-1168,9 0 449,25 0-495,-9 0 0,3 0 154,2 0 1,4 0-200,4 1 0,3-1 1,-2-1-1190,1-1 1,0-1 1488,-7 3 1,1 0-1,1-2 1,3-5-1,1-4 1,0 1-1,1 0 1,1 0-1,-1 1 1</inkml:trace>
  <inkml:trace contextRef="#ctx0" brushRef="#br0" timeOffset="140024">10936 11293 7533,'-10'0'3276,"10"17"-1065,18 22-1987,6 0 1,3 5-1318,-9-9 1,1 3 0,1 1 1170,0-1 0,3 1 0,-1 2 1,-1 0-214,-2 2 0,0 1 0,-2 1 0,0 0 157,0 0 1,0 1-1,-2 0 1,-1 0-248,-1 0 0,-1 1 0,-2 0 0,-2-2 247,-1-5 1,-2-1 0,-1 0-1,-2-1 0,-2 1 1,-2 0 0,0-1-1,-2 0-89,-1 8 1,-1-1 0,-2 0 126,-5 1 0,-2 0 0,-1-3 150,2-8 0,-1-3 0,-1 2 29,-3 3 1,-2 1 0,1-3-105,-3-3 0,-1-1 254,-3 2 1,-1 1 0,0-4-681,3-6 0,-1-2 426,-7 10 0,-2-4-90,1-10 0,1-4-180,9-2 0,-1-2 90,-10 1 0,1-4-1574,-3-7 1796,4-13-2066,23-1 2219,2-5 1,24 1-1,4-2 1</inkml:trace>
  <inkml:trace contextRef="#ctx0" brushRef="#br0" timeOffset="140589">13053 12339 7533,'-16'-26'1799,"4"0"-630,-5 0-539,9 1-181,8 4 451,23 3-1,22-1-1245,-10 11 1,3 2 570,9-4 0,2 1-727,-14 5 0,0 3 1,1-2 621,2 0 0,0-2 0,1 2-450,5 2 0,1 1 0,-2-1-598,5-1 1,-2-1 927,1 2 0,-2 2-1485,-9-2 1,-3 2 93,-8 4 1,-1 1 1390,19 3 0,-49 12 0,-12 5 0,-6-1 0,-1-1 0</inkml:trace>
  <inkml:trace contextRef="#ctx0" brushRef="#br0" timeOffset="140773">13018 12674 7533,'-42'-12'3276,"19"9"-346,-18-8-321,31 5-1710,18 5-1304,18 0 1,7 2 44,12 0-733,-9 1 1,7 0 0,-1 0 324,-8-2 0,-2 1 1,4-2 362,4-1 0,3-1 0,3 0 1,-1 0 339,-5 0 1,-1 1-1,2-1 1,0 0-1,2-1 1,1-1 0,1 0-1,2-2 1,0 1-1,1-1 1,0 0 0,-5 1-1,1 1 1,0-1-1,-1 0 1,1 0 0,0 1-1,-1-1 1</inkml:trace>
  <inkml:trace contextRef="#ctx0" brushRef="#br0" timeOffset="141808">16757 11602 7533,'-24'-6'1349,"16"28"0,3 13-1049,-8 6 0,-3 7 0,4-1-1070,6-4 1,3 1 0,0 3 823,-2-4 0,-1 5 0,1 2 0,0-2 0,2-4-204,4 6 0,1-4 0,1-1 150,-1 1 0,0-2 0,4-6 500,6-7 0,3-15-590,8-44 0,-2-26-90,-12 17 0,-1-6 0,-2-3 0,0-3-367,0 6 1,0-3 0,0-2 0,0-1 0,-1 2 0,-1 2 523,-1 1 1,-1 2 0,0 0 0,-1 0 0,1-2-8,0-2 0,0-4 0,0 0 0,0 0 0,1 5 0,2 5 555,2 1 1,1 5 0,2 1 133,2-7 1,1 0-1,7 14-434,21 24 0,4 17-105,-11 2 0,-1 7 0,0 4-83,-3-1 1,-1 4 0,0 1 0,-1 0-83,-1-3 0,-1 0 0,-2 1 0,-3 1-75,-2 8 0,-4 1 0,-2-3 120,3-2 0,-10-3-90,-21 1 0,-11-7-270,-11-15 1,-5-6-136,-4 8 0,-2-2 90,-3-6 1,4-3 907,2 4-2302,70 5 1799,11-8 0,-5-3 0,8 0 0,3-2 0,-1-1 0,6-5 0,1 1 0,0 0 0</inkml:trace>
  <inkml:trace contextRef="#ctx0" brushRef="#br0" timeOffset="191423">18045 11190 7533,'9'-22'180,"7"0"-270,-14 14-90,14-5 450,-14 0-180,6 6-1,-8-5 91,7 11 90,-5-10-90,14 4 90,-14 0-90,6 1 270,-8 0-181,0 5-179,0-5 90,0 6-90,-8 6 0,-2 1-270,-7 11 270,-9 8-225,9-5 0,-1 2-328,-8 6 1,-1 2 507,0 6 0,-1 3 75,5-8 0,0 2 0,0 2-959,1 4 0,1 2 1,2-1 868,2-4 0,2-1 0,0 0 60,0-1 0,1 1 0,1-1-300,3-2 1,2 0 0,1 0 254,0 14 0,2 1 45,-1-12 0,0 1 0,3 0-170,5 12 1,3-2 169,-1-7 0,2-2-33,6-7 0,2-3-102,-2-5 0,3-2 2364,20 11-2858,-7-12 179,5-2 205,-13-10-385,5 3 735,-15-4 1,-18 18 0,-11 2 0</inkml:trace>
  <inkml:trace contextRef="#ctx0" brushRef="#br0" timeOffset="196316">18327 11539 7533,'-20'-8'1439,"-3"2"-1169,21 6 449,2 23-359,2-11-270,11 19 0,5 9-180,0-1 0,1 2-247,0-3 0,1 3 337,2-3 0,1 2 0,-3-5 0,-8-12 0,0-1-330,8 6 0,4 3 1,-4-5 149,4 6-540,0-8 1,1-1-990,2-3 1709,-7 0 0,-44 10 0,0-16 0,-1 0 0</inkml:trace>
  <inkml:trace contextRef="#ctx0" brushRef="#br0" timeOffset="196549">18256 12222 7533,'-27'-12'3276,"1"-7"-2145,17-1-457,12-3 1,9-3 44,7-1 1,6-2 0,0 2-1229,5-6 1,3-2 485,-6 7 1,4-4-1,0 0 1,-5 5-23,-1 3 0,1 1-68,1-2 1,5-4 0,1 0-1,-3 4-1526,6-3 1,0 3 1586,-1 1 0,1 1 1,-3 7-1,12 15 1,-21 23-1</inkml:trace>
  <inkml:trace contextRef="#ctx0" brushRef="#br0" timeOffset="196741">19015 12107 7533,'-18'0'2069,"0"5"-1080,9 2-359,1 12-900,0 6-90,-2 20-1279,1-19 1,1 1 1614,2-1 1,2 1 0,-1 6 0,2 1 0,3-4 0,0 0 0</inkml:trace>
  <inkml:trace contextRef="#ctx0" brushRef="#br0" timeOffset="197507">19491 11564 7533,'-24'-13'3276,"11"6"-1695,-21 7-1041,40 24-720,-10-7-1459,18 4 1,4 0 303,-7 1 1090,15 4 0,5 2-1394,1-3 1,1-1 1614,4 4 1,0-3-1,-1-12 1,-3-6-1,10-10 1</inkml:trace>
  <inkml:trace contextRef="#ctx0" brushRef="#br0" timeOffset="197806">20055 11487 7533,'-15'-35'3276,"3"17"-1638,-11 33 0,-3 17-1694,9 1 1,3 6 0,-2-1-759,-2-6 1,-1-1-1,1 4 454,2 8 0,2 8 1,0-2-1,-1-9 135,-4-6 0,1 0 67,8 1 1,1 6 0,1 1 0,0-5 32,-6 4 1,2-3-146,7 3 0,0-3 1,-2 3-414,7-29 233,0-11-989,7-1 1079,3-1 685,0-5 1,6 0 0,-6-1 0</inkml:trace>
  <inkml:trace contextRef="#ctx0" brushRef="#br0" timeOffset="198256">20267 12131 8072,'0'-13'2969,"0"2"-2340,8 22-179,-6-3-90,14 34-540,-14-18-270,3 11 0,-3 2 1,-9-4-361,3 12 1,-2-1-1,-12-16 810,8 13 0,-5-6 0,-9-31 0,-3-6 0,-6 9 0,1 1 0</inkml:trace>
  <inkml:trace contextRef="#ctx0" brushRef="#br0" timeOffset="199006">20796 11784 7533,'0'-20'1979,"0"-5"-180,24-12-1530,-3 12 226,15-2 0,3 2-1154,4 7 869,-9 6 0,7-1 0,-2 3 105,0 4 0,0 3-360,3-2 0,-2 4-77,-7 8 1,-9 4-59,-14 5 45,-8 10 0,-4 1-45,-8-1-60,-3 0 0,-4 6 0,-2-1-852,-4 1 0,-2-1 0,1-1 1062,1-1 0,1-1 0,-2 1 142,0 1 1,-2 2-1,0-1 1,4-5-23,1-2 0,1-2-25,-2 6 0,-2 3 1,3-5 114,-8 6 335,14-9 1,4 1 23,11-4-674,22-11 0,5-4 225,9 7-629,-3-13 1,0-4 448,3-2 135,-12-2 0,3-1 638,-1 0 1,2 0-2303,19-6 0,0 1 1877,-14 2 1,-5 4-1,0 8 1,-52 16-1</inkml:trace>
  <inkml:trace contextRef="#ctx0" brushRef="#br0" timeOffset="199173">20902 12055 7533,'-10'-13'2338,"-5"5"-3327,13-3 269,2 9 540,9-4-179,25 1-451,-5 3 693,14-3 1,-4 5 0,5 0 0,3 0 0,0 0 0</inkml:trace>
  <inkml:trace contextRef="#ctx0" brushRef="#br0" timeOffset="199458">21608 11319 7533,'0'-15'3276,"15"21"-2036,-1 28 0,0 11-1285,4-15 0,1 4-775,-5 7 1,-1 9 0,-1 1 0,0-8-418,4 1 1,-3 2 1254,-6-7 0,-1 8 0,-1 2 0,-1-3 0,0-7 2,1 4 0,-2-1-245,-3 0 0,0 5 0,-3 0 0,-2-5-11,-10 5 1,-3-4-515,1-2 0,-1 1 1,-2-3-14,-8 1 0,-1-6 763,1-4 0,-3-5 0,-8-5 0,-4-4 0,11-4 0,1-1 0,0 1 0</inkml:trace>
  <inkml:trace contextRef="#ctx0" brushRef="#br0" timeOffset="200208">16422 12906 7533,'-8'-20'270,"-2"2"719,0 10-719,3 3 899,22 16-719,13-1 0,3 0-1,14 6-1117,-8-9 0,10 0 0,3-2 0,-8-1 758,3-2 0,3-2-30,-14 1 0,6 0 0,3 0 0,2 1 0,1-2 0,0 1-397,0-2 0,2 0 0,0-1 0,1 0 0,1 0 0,2 0 0,0 0 220,-7 1 0,1-1 0,1 1 0,1-1 0,1 1 0,0-1 1,0 1-1,-1 0 0,-1-1 0,0 1-82,-1-1 1,-1 0-1,0 1 1,-1-1-1,1 1 1,-1-1-1,1 1 1,1-1-1,1 0 239,-2 0 1,1 0 0,0 0 0,2 0 0,-1 0 0,1 0 0,0 0 0,-1-1 0,0 1 0,-2 0 0,0 0-11,7-1 1,-3 1-1,0-1 1,-1 1 0,0-1-1,1 1 1,1 0 0,3-1 42,-8 1 1,1 0-1,2-1 1,0 1 0,0-1-1,1 1 1,0 0-1,1 0 1,-1 1 0,1-1-1,-1 1 39,-3 1 1,0 0-1,1 0 1,0 0-1,0 1 1,0-1-1,0 1 1,0 0-1,-1 1 1,0-1-1,0 1 1,-2 1-51,5-1 1,0 1 0,-1 0 0,0 1 0,-1 0 0,0 0 0,0 0 0,-1 2 0,-1-1 0,0 1-52,5 1 0,0 2 1,-1 0-1,0 1 0,-1-1 1,-2 1-1,-2 0 0,-2-1-83,6 2 0,-2 0 0,-3-1 0,-2 1 0,-1 1 258,0 1 0,-2 1 1,-2 0-1,-3-2-1131,4-1 1,-6 0 674,10 8 579,-14-10 0,-5-6-1479,-12-15 3079,-2 9-2089,-8-14 2313,-8 4-2403,6 5 270,-14-9 0,7 10 0,-9-6 0</inkml:trace>
  <inkml:trace contextRef="#ctx0" brushRef="#br0" timeOffset="201039">18486 13590 7533,'-8'-7'899,"-2"7"-899,0 13 180,1 15 0,2 4-180,5 16-1058,-4-4 1,-4 8 0,3-5 1102,5-10 0,0-1 22,-3 2 1,-2 7-1,0-2 1,3-7 275,2-6 0,2-2-223,-3 6 0,0 3 0,1-8-120,2-10 180,8 4 90,-6-30-315,5-17 0,1-5-45,-6-6-837,1-4 0,0-9 0,-1 5 837,-2 10 0,0 0-90,0-8 0,0-9 1,0 0-1,0 6 704,0-2 1,0-1-507,0 8 0,-1-6 0,1-2 0,0 1 0,1 6 222,1 2 0,1 4 0,0-1-61,1-16 1,2-3 0,1 10-135,2 17 0,2 7 516,22-3-381,-5 30 119,-4 9 0,3 5 196,8 5 0,0 6-615,-9-1 0,-1 3 0,-1-1 1324,9 2 0,-3 2-1294,-10 11 0,-7-2 1418,-5-15-1508,-8 2 0,-8 0-180,-14-10 0,-5-4 315,2 2 0,-1-2-439,-5-5 1,-1-3 393,6-4 0,3-3 0,4-2-766,-30 4 766,33-6-361,-23 0-2068,45 5 2519,19-3 0,7-10 0,10-5 0,2-1 0,-5 1 0,1 1 0,0-1 0,-1 0 0</inkml:trace>
  <inkml:trace contextRef="#ctx0" brushRef="#br0" timeOffset="201309">19350 13449 7533,'-22'-22'1638,"1"0"0,-9-7 0,6 12 0,-1 4-1534,4 5 346,-20 8-600,20 21 0,1 11 0,2-3 105,0-6 0,1 3-775,-2 7 1,-2 9 0,2 1 0,5-6-73,6-6 0,2 0 622,-6 14 0,-2 6 0,9-3 88,13-11 1,6-2-1,1 2-268,0 7 0,1 1 1,2-2 359,0-10 0,1-3 0,3-2-510,5 0 1,4-3-1,-1-6 600,2-3 0,1-9 0,4-8 0,0-8 0,2-9 0,-1-1 0</inkml:trace>
  <inkml:trace contextRef="#ctx0" brushRef="#br0" timeOffset="201790">19597 13539 7533,'-30'-29'3276,"7"6"-975,31 23-1222,25 6-1124,-2-3 0,1 1 0,-7-1 0,1 1-270,21 4 0,2 2 90,-15-1 1,-2 1 179,-2-2 0,-1 0-270,11 9 0,-9 1 45,-25-8 810,17 20-630,-23-16 1349,-23 16-989,1-8 45,-8 1 0,-7 2-45,9-4 1,-2 0-1,0 2-30,1 3 0,1 2 0,-1-2-120,-1-3 0,1-2 0,2 3 119,4 5 1,2 2 0,6-3-780,1 19 45,16-17 1,6-3 314,16-2-270,11-20 1,2-5 179,-4 0-360,7-5 0,3-1-314,-7 2 0,0-1-541,2-4 1,-1 0 1484,-5 6 0,-11-2 0,-37-12 0,-9 10 0,1-1 0</inkml:trace>
  <inkml:trace contextRef="#ctx0" brushRef="#br0" timeOffset="201958">19685 13926 7533,'-37'-14'3276,"-4"-9"-1875,29 20-142,-4-8-809,40 11-360,-11 0 180,16 0 0,7 0-1909,4 0 1,0 0 1500,-2-1 0,3 2 0,1 3 0,3 2 0,-1 1 0,-10 0 0,0 0 0,0 0 0</inkml:trace>
  <inkml:trace contextRef="#ctx0" brushRef="#br0" timeOffset="202256">20232 13229 7533,'0'-34'3276,"15"44"-1638,7 24 0,0 9-1361,-6-9 0,1 3-1097,0 0 1,4 7 0,-2 1 0,-4-1 722,-6-6 1,-3-1-1,-2 1 1,1 4-54,0 1 0,1 4 0,-1 3 0,-1-1 0,0-1 0,-3-4 105,-1 2 0,-2-4 0,-1-1 0,-1 2 189,-1 1 0,0 3 0,-2 0 0,-1-6 0,-3-9 126,-6-10 0,-3-4-91,1 9 1,-1 3 0,0-4-180,1-9 0,-1-2-1099,-10 10 0,1-2-161,0-2 1511,-4-8 1,23-25 0,2-10 0</inkml:trace>
  <inkml:trace contextRef="#ctx0" brushRef="#br0" timeOffset="-204047.73">1199 14778 7533,'10'-20'2248,"-2"1"-1258,-8 6-720,0 0-90,-8 6-360,-2 2 270,-7 5-540,-9 0 180,7 5 90,-9 9 0,-1 2 90,-12 9-866,10-2 0,-5 5 0,3-2 1046,3-3 0,-1 0 179,0 3 1,-4 4 0,0 1 0,5-3-45,1 2 0,1 1-23,-1-1 1,-4 4-1,0 1 1,6-2-626,7 2 0,5-2 0,-1 1 512,-2-2 1,0 0 0,1 0-250,4 3 0,1 1 0,6-5 340,12 6-352,-3-3 1,4-2 261,12-8-180,8-1 0,3-4-180,11-10 135,5-2 0,1-3-45,-22-3 0,0-2-45,25 1 0,-2 0-584,-4 0-1,1-2 1,0-1 179,-12 1 980,1-1 1,-3 6 0,-18 16 0,11 8 0</inkml:trace>
  <inkml:trace contextRef="#ctx0" brushRef="#br0" timeOffset="-203305.73">1393 15488 7533,'-17'-20'1638,"-1"0"0,-9-18-1136,9 13-1312,2 10 720,7-2 90,-1 15-90,-6-4-180,14 6 360,-13 0 0,-3 12 450,-17 14-360,12-4 0,1 2 314,2 1 1,2 3-360,2 6 0,7 1-45,11-5 0,4 0-135,-3-3 0,5-1-135,19 1 0,3-5-90,4-1-327,-5-10 0,0-3 417,-1-2 180,13-6-90,-19-6 225,-2-8 0,1-2 45,-2-3-45,-9-6 0,-2-3 225,0-6-91,-8 9 1,0-2 90,0-19 450,-8 8-540,6 11-1,-14 9 541,-1 5-810,5 6 1644,-4 1-2364,16 12 360,0 7-179,0 1 89,8 16 0,2-14 90,7 9-179,1-1 269,0-8-270,7 8 450,-5-11-3187,13 0 2892,-13-6 475,5-1-256,-7-6-14,0-6 360,-1-1 0,1-23-270,-1 13 449,-3-9 1,-2-2-270,0 4 900,3-19-1,-15 17 2287,0 12-1668,0 2-1044,0 12-384,8 6-91,-6 1 271,14 18-360,-6 8 270,7 12-1973,1 1 488,-6-23 1,1-1-675,15 11 1889,15-13 0,2-20 0,-19-7 0,1 0 0</inkml:trace>
  <inkml:trace contextRef="#ctx0" brushRef="#br0" timeOffset="-202555.73">2364 14662 7533,'0'-21'2428,"0"-3"-1888,-8 16 180,6 2-541,-6 19 541,8 35-720,0-9-702,2-6 1,1 7-1,0-5 657,-3-8 0,2 2 112,2 6 1,3 6 0,0 2-1,-2-7-157,-3-2 0,0-1 30,5 6 0,3 3 0,-3-3-866,-6-2 1,0-3 835,6-6 0,1 0-481,1 13 0,0-4 391,3-11 90,3 8 90,-15-34 2518,-7-11-2608,-27-14 90,11 7 778,-11 0 1,-5 2-644,7 11 0,0 7-780,-14 10 1,1 5 824,11-9 0,4 5 89,8 13 1,3 8 0,3-5 90,-4 6-135,14 3 0,3 1-225,-3-9-45,24-7 0,11-3-450,-3-8 0,5-4-225,3-3 1,5-2-1,1-4-373,5-3 1,0-3 0,-2 0 170,6-1 1,-2-2 141,-4-4 1,1-3-1,-9 1 1236,0-1 0,-5-3 1,-3-2-1,-9-5 1</inkml:trace>
  <inkml:trace contextRef="#ctx0" brushRef="#br0" timeOffset="-202394.73">2716 15514 7533,'-9'-22'3276,"1"-1"-1785,8 21 1207,0-3-2608,0 5 450,0 0-1080,0 5-629,8 20-1619,9 9 1348,-5 7 1440,4-10 0,-2-8 0,3 2 0,3-1 0,-1 0 0</inkml:trace>
  <inkml:trace contextRef="#ctx0" brushRef="#br0" timeOffset="-201472.73">3104 14894 7533,'-9'-18'270,"-7"-8"-91,6 4 1,0-2 1260,-5 5-1081,13 11 1,-6-10 450,8 17-541,0-5 91,0 17-90,0 15-180,0-2 0,0 4-533,-1 9 0,2 3 443,2 5 0,2 3-690,-2-13 1,0 1-1,1 1 630,1 2 0,2 0 0,-2 0-510,-2-2 1,0 0-1,1 0 90,3 0 1,2-1-1,-2 0-324,-1 11 1,0-3 443,6-10 1,2-3 179,3 14 0,-7-21-90,6-5 180,-14-10 859,6 2-769,-16-11 1574,-2-6-945,-8-6-89,1-15 359,-1 6 1,0-21-360,9 26 689,1-26-599,0 15 0,6-6-271,-6 1 271,8 0-90,0-1-360,8 6 179,2-3-179,7 16 0,1-5-90,15 6-90,-3 6 0,-5 6 0,1 2-180,11 12-755,-2 1 935,-9 5-180,-9 5 809,9-2-89,-7 15 90,-1-10 269,-10 11-899,-8-11 270,0 10-90,0-10 0,0-1-450,0-1-90,0-11-1079,0 10 2015,0-15-2285,0 8 360,8-10-450,2 0 539,7 5 1260,-7-11 0,21 11 0,-1-5 0</inkml:trace>
  <inkml:trace contextRef="#ctx0" brushRef="#br0" timeOffset="-200722.73">3810 15436 7533,'-15'-21'1092,"1"0"0,-4-1 0,4 3 669,12 10-1132,-13-8-449,13 16-360,-14-5-989,6 17 719,0-2-1259,-5 21 1440,13-14-451,-6 26 540,0-25 810,-2 30-540,0-30 584,2 7 1,1 0-315,5-7 359,-6 24-269,8-25 539,0 14-809,0-10-450,0-5 270,8 2-719,9-16-1,19-1 271,9-18 493,-18 3 1,-1-3 360,-2-10 0,-3-2-315,-7 9 0,-1 0 539,0-8 1,-2 3-360,-1-1 899,-1-5-719,-1 12 360,-8 1-1170,-8 12 90,6 2-450,-5 22 361,7-7-1081,7 31 811,-5-23-630,22 23-1,11-14 1170,-12-15 0,1-3-90,13 3 810,3-36 270,-29 1-46,6-6 1,0-2-316,-7 6 1,-1 1-225,0-3 0,0 1 764,7-17-899,-14 23 270,5 1-630,1 12 90,-6 1-1169,22 18 1079,-13-3-900,15 26 360,-9-13 1,-1 2-181,-4 9 1,-2 0 809,3-6 0,-1 0 90,1 2 0,-10-3 0,-22-11 0,-7-3 0,0 4 0,1 0 0</inkml:trace>
  <inkml:trace contextRef="#ctx0" brushRef="#br0" timeOffset="-200523.73">3528 15242 7533,'0'-14'0,"0"-3"0,15-7 0,5-11 0</inkml:trace>
  <inkml:trace contextRef="#ctx0" brushRef="#br0" timeOffset="-200139.73">2840 15035 7533,'-18'-19'1394,"1"0"0,-3-2-4362,12 4 2968,18 17 0,15-18 0,3-4 0</inkml:trace>
  <inkml:trace contextRef="#ctx0" brushRef="#br0" timeOffset="-199088.73">5309 15242 7533,'0'-19'1889,"0"0"-1979,0 12 180,0 1-90,0 6-90,-8 0 180,-1 6-90,-9 1 269,-15 17-179,19-8 225,-9 1 0,-1 2-225,2 2 270,-13 11-1787,10-5 1,1 0 1516,1 6-1033,4 0 1,4 0 942,7-4-194,8 20 284,0-26 0,16 18-315,6-20 1,7-3 1136,7-3 0,3-6-1002,6-5 0,0-8 45,-12-1 0,-4-8 135,-4-21 0,-8-4 2847,-8 5-2622,-4-6 0,-2 0-315,-3 8 804,-3-1 1,-2-2 1174,-4-13-1620,-9 11 271,8 2-630,2 32-180,8 2-90,0 7-539,16 23 629,-12-12-270,15 7 0,1 2 181,-14-2-136,16 8 0,3 0 225,-11-7-135,9 7 0,3-2 226,-5-12-1,4 0 0,-1-2-90,-10-10-2673,33-18 2943,-41-5-505,13-13 1,1-3 594,-8-1 90,5-5 0,-1-1-90,-4 7-90,-4 8 0,0 0 751,-1-8-392,-5 17 1080,14-8-989,-14 21 2736,14-4-2655,17 35-1341,-11-10 1,3 4-1,1 1 1,1 3-1,-1-1 56,-2 0 1,1-1 663,8 6 0,-2-4 0,-1-11 0,13 8 0</inkml:trace>
  <inkml:trace contextRef="#ctx0" brushRef="#br0" timeOffset="-198206.73">7073 15242 7533,'-8'-12'2698,"-1"-1"-2158,-1 6-360,-6 7 180,6 18-1,-7 15-179,11-8 0,2 2-90,-1-1 0,2 1-273,2 1 0,2 1 93,-1 0 0,0-1 90,0 14-90,0 1 0,16-29-179,-5-14 448,15-8-268,-8-16 44,-1-3 0,-1-1-598,-2-12 643,6-4 0,-1-2-209,-13 15 1,0 0 343,10-8 0,1 0 0,-11 12 0,0 1 180,2-2 0,-1 2-45,-7 3 719,0-2-196,0 25-1153,0 19 180,0 8 180,0 7 0,0 14-315,0-22 0,0 1 135,3 6 1,2 0-1,3-3 0,2-1 0,-2-3 0,3-2 902,23 9-1172,-7-13 361,1-14-1,13-25-270,-20-14-729,13-1 1000,-25-3 133,7 6 1,0 1-134,-10-4 583,5-8 1,1 1-315,-4 9 580,-6-11-580,-2 31 899,-2 6 90,-14 6-809,7 6 270,-1 1 1073,-6 17-1703,14 9-450,-6-8 0,0 1 90,6 16 270,-2-14 1,1-2-1171,10 9-1348,11 9 1526,-6-21 0,4-1 92,5-4 1,1-2 989,7 10 0,-2-23 0,3-6 0,17-12 0</inkml:trace>
  <inkml:trace contextRef="#ctx0" brushRef="#br0" timeOffset="-197829.73">7849 15242 7533,'-8'-47'3276,"7"15"-436,-15 15-2570,6 16 180,0 7-450,2 2-90,1 34 90,5-18-405,-3 13 0,2 4-270,2-12 1,2-1 539,2 5 0,2 0-360,2-1 1,3-4 224,10-5 225,3-5 0,3-6 225,5-16 450,12 1-316,-24-18 1,-4-5 315,-4 0 44,1-9 1,0-2-225,-2 6 539,-5-5 1,-1 0 719,4 5-1619,-8-7-1080,16 44 810,-12 4-1459,14 15 1,3 3 1344,1-2 1,5 8 0,4 3 0,-3-10-1,-1 1 1</inkml:trace>
  <inkml:trace contextRef="#ctx0" brushRef="#br0" timeOffset="-197288.73">8537 14662 7533,'-10'-21'3276,"-5"8"-1425,13 8-862,-14 28-449,14 0-181,-2 14 1,0 4-360,4-14 0,0 0-148,0 15 1,0 2 57,0-7 0,0 2-1003,5 5 1,1 4 0,-1-3 1017,-4-1 1,2 0-586,8 3 1,5 3-1,-4-11 300,-6-7-630,12-5 1,3-7-989,-1-17 1978,23-16 0,-16-17 0,-1-9 0,-5 7 0,0 1 0,0-1 0</inkml:trace>
  <inkml:trace contextRef="#ctx0" brushRef="#br0" timeOffset="-197056.73">9013 14726 7533,'-17'-27'3276,"-1"8"-2055,8 19-231,3 30-496,6 7 1,2 8-255,-2-1 0,0 5 0,3 1-1060,2-3 1,3 2 0,0 0 0,-2-3-274,-3 2 1,-2-2 0,4-1-1,7 6 1,3 0 0,0-11-2030,6-7 3122,-1 9 0,-11-82 0,-13 11 0,0 0 0</inkml:trace>
  <inkml:trace contextRef="#ctx0" brushRef="#br0" timeOffset="-196907.73">9031 15294 7533,'-17'-34'0,"1"-1"0,2-9-1639,-2 4 1,1 2 1323,5 7 1784,3 1 0,4 0 1807,11-11-2665,12 23 0,3 2-881,10-9-135,5 19 0,5 7 405,0 6 0,2 3 0,2 2 0,2 4 0,-9-1 0,0 0 0,0 1 0</inkml:trace>
  <inkml:trace contextRef="#ctx0" brushRef="#br0" timeOffset="-196472.73">9613 15255 7533,'-47'-7'3276,"6"7"-1515,23 19-1851,9-3 360,1 31-810,8-28 405,-1 10 0,2 0-494,7-10-1,-2 8 0,5-1-539,14-13 0,1-3 1169,0 16 0,8-34 0,2-13 0,-16-4 0,-1 0 0</inkml:trace>
  <inkml:trace contextRef="#ctx0" brushRef="#br0" timeOffset="-195989.73">9948 15242 10411,'-5'30'749,"1"-1"1,-1 14 0,2 2-1250,2 2 1,2 3 341,2-11 1,1 4-1,1 0 1,-2-6-177,-1 7 0,0-3-161,10 10 1,0-8 224,-10-19-1369,6-45 1,-1-13 1678,-5-7-40,1 2 0,0-6 0,-1 4-104,-1 13 1,-2-2 125,0-6 1,-1-7-1,0 0 1,-1 5 105,-1 1 1,-1 1 163,2-4 0,0-7 1,1 0-1,0 7-67,-3 3 0,2 2 194,9-5 1,3-5 0,-1 10 120,-2 3-312,17 14 0,1 7-138,-10 19-90,10 13 0,1 5 90,-3 1-60,-6-1 0,1 5 0,-1 1-480,-1 14 1,-1 0 404,1-9 0,-2 0 397,-6 0 0,-2 1 0,-2-6-82,-3-1 42,-4-2 1,-7-3 137,-33-11 404,11 2-809,5-14 0,-1-6-64,-6-8-2140,13-3-278,30-18 2437,24-1 0,-7 13 0,4-3 0,1-1 0,-3-1 0,1 0 0,-1 0 0</inkml:trace>
  <inkml:trace contextRef="#ctx0" brushRef="#br0" timeOffset="-195522.73">10513 14636 7533,'-37'-20'3276,"11"18"-706,18 5-2839,8 39-91,0-7 0,0 6 120,0-2 0,0 5 0,0-2-159,0-7 0,0-1 0,0 3 286,0 1 1,-1 3 0,1 0-1,1-7 248,2-2 0,2 0-135,1 8 0,2 5 0,4-4 309,11 2 0,6-4-399,1-3 0,5-9-90,8-16 0,0-16 60,-16-14 0,-3-10 0,-2-2-704,1-9 1,-2-4 0,-2 2 853,-3 8 0,-1 3 0,-3-2 569,-4-6 1,-2-1 0,-3 7-330,-3 0 719,-5 4 1,-7 4 150,-11 16 1,-5 9-332,-5 10 1,1 10-990,-3 9 0,5 9-330,13-4 1,5 4-1,6 1-583,10 1 1,8 0 0,5-2-1,9-4 1,6-3 0,1-3 382,6 4 0,2-7 530,5-10 0,-2-7 180,-1-8 0,-21-23 0,1-5 0</inkml:trace>
  <inkml:trace contextRef="#ctx0" brushRef="#br0" timeOffset="-195337.73">9772 14843 7533,'-38'-25'1092,"0"1"0,1 4 0,17 4-1007,40 7 0,15 0 0,1-5 0,6-3 1,5 1-1,0 0 0,0 1 0</inkml:trace>
  <inkml:trace contextRef="#ctx0" brushRef="#br0" timeOffset="-194644.73">11695 15010 7533,'-8'-13'0,"-2"6"0,0 1 3276,-6 23-2235,15-1-322,-4 15 1,2 4-540,11 5 30,-4-1 0,1 8 0,3-2-1032,3-13 0,1-1 0,0 1 822,-2 3 0,-2 2 0,4-3 120,5-3 0,3-1 0,0-8 149,11-5 181,9-16 0,2-13-360,-7-20 0,-3-8-298,1 6 1,-1-5 162,-12 2 0,1-6 0,-3-1 1,-5 7-1,-4 6 0,-2-1-375,6-13 0,3-5 0,-6 9-749,-8 2 989,6-4-2788,-16 37 2608,6 14 2024,-6 5-2653,24 11-90,-12-9 1079,16 8 0,7 2 0,-8-5 0,1 1 0,15 12 0,1-1 0</inkml:trace>
  <inkml:trace contextRef="#ctx0" brushRef="#br0" timeOffset="-194107.73">12524 15204 7533,'0'-27'3276,"-8"-4"-1065,6 17-1762,-14 1 181,14-4-450,-14 9 0,15-6 269,-7-3-628,0 8 179,-10-9-180,-1 10 180,-15-3 0,7 15-270,-8 10-90,-1 19 180,14 0 0,1 2-159,6-9 1,1 0 428,-1 17 0,4-1-1370,3-5 1280,7-11 0,2 2 90,3 1 0,0-2 0,6 18-225,-2-16 0,2-2-63,7-1 18,17-8 180,3-5 0,-12-10 0,3-5-135,11-7 1,-2-6-682,6-9 486,-15 1 0,2-6 0,-7 3 626,-8-8-386,11-8 0,-5 1 180,-17 15 2420,12-21-1700,-24 32-720,-2 2 471,1 7 69,-15 6 232,12 12-322,-13 8-1080,7 8 630,8 9-1259,3-4 449,7 0 451,0-8-361,15 5 270,-11-20 450,20 7 0,-14-17-90,15-11 90,-5 2 90,5-20 180,-7 1-270,-1-5-360,-7 8 0,6-5-1349,-14 2 1259,13-5-1079,-13 2 719,6 11 271,0 7-631,-6 1 1080,6 11 0,8 12 0,3 11 0</inkml:trace>
  <inkml:trace contextRef="#ctx0" brushRef="#br0" timeOffset="-193653.73">13264 14998 7533,'0'-26'3276,"0"5"0,0-3-1103,0 15-1634,0-8 181,-7 16-630,-3-5-720,-16 6 630,7 0-539,-22 11-541,-5 10 495,18 1 1,2 5 314,0 2 0,7 3 180,12 9 0,12 1 120,6-11 0,5 0 0,2-2-218,1 3 1,5-1 367,4-4 0,5 1 0,-6-6 0,-2 2-46,8-3 1,-1 0 1125,-10 5 89,-20-5-990,-24-9 1,-9-5 45,-9-3 0,-5-2-495,8-2 0,-2 0 0,2 0-720,-6 0 1,3 0-675,10-1 0,8 2-1664,14 5 3148,19-5 0,18 7 0,7 1 0,-3-2 0,1 1 0</inkml:trace>
  <inkml:trace contextRef="#ctx0" brushRef="#br0" timeOffset="-192189.73">8537 17076 7533,'-25'-32'3276,"13"10"-2325,-4 15-951,14 27 0,4 15 60,-2 2 0,1 7 0,-2 4-716,0-5 1,0 5-1,-1 3 1,0-2 0,0-2 321,2-2 1,0-1-1,-1-1 1,1 1 351,-2-2 0,0 1 0,0 1 0,1-4 0,0-5 816,0 5 1,2-7 244,-1 9-449,0-61-495,-7-23 0,-2-14-270,7 16 0,1-4 0,1-3 0,-1-3-303,-1 7 0,-1-3 0,0-2 0,0 1 0,0 0 0,1 3 415,1-6 1,0 2-1,1 1 1,2-4 97,2 5 0,0-4 0,2-1 0,1 1 0,2 3 0,1 5 719,6-6 1,3 7-1,2 0-727,0 5 1,1-1 0,2 3-1,0 4 23,11-7 0,2 15-225,1 26 0,-1 10 225,2 5 0,-9 15 0,-1 2-90,0-9 90,-6 9 0,-5 6 135,-11-3 0,-2-1-270,5-5 0,-4 0 75,-12 3 0,-7 3 0,0-6-120,-10 7 120,-1-14 0,-7 2 0,3-5 60,-15 2-270,0-3 0,-4-3-135,10-15 0,2-5-270,4 2 1,3-4-1395,-13-17 1709,43 6 270,17 4 0,11 3 0,14 2 0,8 3 0,-7-3 0,1 1 0,0 0 0</inkml:trace>
  <inkml:trace contextRef="#ctx0" brushRef="#br0" timeOffset="-190607.73">9666 16701 7533,'-8'-14'629,"6"-3"361,-6 4-271,1-2-539,5-3 180,-6 4 0,8 7-90,-16-4-630,4 9-360,-5-4 450,-7 12 91,-3 19 224,1 0 0,-1 1 44,3-4 1,1 1-124,3 4 0,0 3 0,1 2 303,-2 2 1,1 2 0,0 3-314,4-1 0,2 3 1,0 2-1,1 0 223,3-4 1,1 2 0,1 0 0,2 0 0,2-1-23,4 7 1,2 0-1,4-1 1,4-2-258,3-6 0,4-1 0,3-2 1,2-3-111,10 2 0,2-4 0,0-5-60,4-3 0,-1-6-45,-2-2 1,-6-5-586,-9-7-719,6 3 1079,-17-5-89,7 6-361,-14-5 990,6 11 0,-32 1 0,-5 7 0</inkml:trace>
  <inkml:trace contextRef="#ctx0" brushRef="#br0" timeOffset="-188439.73">9913 16882 7533,'-18'-20'90,"1"1"1619,-1 12-810,8-5-269,-5 11-360,13-11-270,-6 11 269,8-5-269,0 6 0,0 0 270,8 0 0,9 12 270,3 2 90,5 18-271,-8-11 1,0 2-381,-3 3 0,1 1 336,6 7 0,1 2-828,0 3 0,-1 0 603,1 0 0,1 1-90,3 2 0,1-1 179,-1-4 1,1-2-180,3 1 0,1-2-135,-7-12 1,-1-3 44,-1 2 0,-1-5-270,13-9 0,-23-1-90,13-6 1,-14 0-50,-1 0-41,-1 0 488,-8 0-308,0 0-1079,0 11 90,0 3 1349,0 18 0,-10-8 0,-3 2 0,-2 4 0,0 0 0</inkml:trace>
  <inkml:trace contextRef="#ctx0" brushRef="#br0" timeOffset="-188121.73">9984 17759 7533,'-36'-7'3276,"17"-16"-1638,26-3 0,9-4-642,-5 8 1,4-3-1817,7-5 1,6-7 0,2 0 0,-4 5 1117,0-1 0,2 0-100,-2 2 0,5-5 0,2-2 0,-2 1 0,-5 5-108,4-8 0,-1 1-45,2 3 0,6-4 0,-2 0 0,-8 6 45,-13 6 0,-1 1-300,11-5 0,4-2 0,-9 5 1553,-14 4-4041,19-17-100,-24 29 2348,0 6 450,0 7 0,-8 19 0,-2 8 0</inkml:trace>
  <inkml:trace contextRef="#ctx0" brushRef="#br0" timeOffset="-187288.73">11307 16507 7533,'0'-28'2428,"0"-7"-1978,-8 33-90,6-10-180,-6 12 0,8 0 0,0 0 179,0 6 91,0 12-180,8 15 179,-7 11 1,0 4-405,2-14 0,2 1-605,-2 8 0,-1 5 0,0 0 680,-1-7 0,0 0 0,-1 2-53,2-3 1,0 2-1,1 2 1,-2-1-471,0 4 0,-1 0 1,0 1-1,-1-2 515,0-2 1,-2-1-1,1 0 1,0-2-53,2 4 0,0-3 0,-2 1 90,-2 4 0,-3 0 0,3-7-60,2 9 89,-3-5 1,2-6 0,3-22 270,0 3-90,0-13-180,0-12 1315,0-7-2125,0-7 2786,0-6-2876,0 0 180,0 0-1259,0 1 360,8 4-450,-6 9 900,6 0 989,-8 11 0,23-17 0,6 4 0</inkml:trace>
  <inkml:trace contextRef="#ctx0" brushRef="#br0" timeOffset="-186623.73">11906 16894 7533,'-10'-32'989,"3"12"-989,7 2 1349,-8 17-899,6-5 90,-6 6-450,8 0 629,8 0-449,-6 6 630,21 13-630,-11 2 89,7 0 1,3 1 45,3 6 0,3 1-525,-2-5 0,2 1 0,-2 0-42,4 6 1,-1-1-649,-3-6 1,2-1 0,-1-4-810,1-3 0,-1-3 1259,14 13 360,-5-15 0,-2-11 0,-21-22 0,-2-7 0,14-4 0,1 1 0</inkml:trace>
  <inkml:trace contextRef="#ctx0" brushRef="#br0" timeOffset="-186305.73">12612 16766 7533,'-18'-26'0,"8"5"3276,-5 3-2235,13 11 848,-14 1-1439,14 6 269,-14 23-808,7 0 313,-3 12 1,-2 9-501,3-8 0,-1 3 0,0 2 231,-1 1 0,0 3 0,-1 1 0,1-3-340,-1 3 1,2-3 0,-1 3 271,0-1 1,0 3-1,0-1 1,3-4-38,2-6 0,2-3 0,0 0 0,-3 7 0,0 0 1,2-4 59,1 2 0,2-7-900,-4-3-1888,24-29 2518,-5-6-1529,31-13 900,-29 3 989,9-1 0,3-2 0,13-13 0,-7 9 0,0 0 0</inkml:trace>
  <inkml:trace contextRef="#ctx0" brushRef="#br0" timeOffset="-186070.73">12753 17398 7533,'0'-20'2968,"8"7"-2788,2 7 1439,7 24-1079,-7-9 449,-2 39-989,-8-24-135,0 10 0,0 4-315,-4-7 1,0 0 314,4-3 0,-2 0-405,-8 7 1,-3-6 179,1-17-2917,-22 22 643,15-31 1285,-14 8 1349,13-11 0,-6-6 0,9-1 0</inkml:trace>
  <inkml:trace contextRef="#ctx0" brushRef="#br0" timeOffset="-185007.73">13247 16972 7533,'-18'-13'359,"1"6"181,7-4 180,-6 3 89,14-5-359,-14 0 90,14 0 89,-5 1-449,7 5 0,0-5 0,0 11 180,7-11 90,3 5 89,24 0-359,-21-5 90,17 10 0,3 3 180,0-7-778,8 5 0,3 2 553,-12-1 0,0 0-315,7-1 0,1 2 180,-5 2 0,0 0-180,-3-3 0,-1 1-133,-4 2 1,-1 0 312,17-3 0,-23 0 0,-5 0-90,-15 0 179,0 0-89,-8 6-90,6-5 1161,-13 11-892,-11 1-539,8 4 1,-1 3 224,-3-6 0,-1 2-264,-3 13 0,1 2 174,3-7 0,-1-1 0,-4 9 0,1 1 45,7-6 0,1-1 90,-3 1 0,1 2 0,-3 11 0,3 0 45,4-13 0,0 1-45,0 3 0,-2 4 0,3-5 360,-4 7-270,9-12 0,2-1 180,0 8-180,8-5 179,0-1-179,0-8 270,0-5-180,16-6 450,-4-1 468,21-6-468,2-6-271,2 5-134,-11-7 0,-1-2-790,20 2 520,-18-4 0,-1-1-1109,19 5 435,-9-9 179,5 10-2608,-12-6 1979,6 5-1530,-9 3 540,-16 5 2225,-2 5 0,-40 8 0,-7 7 0</inkml:trace>
  <inkml:trace contextRef="#ctx0" brushRef="#br0" timeOffset="-184755.73">13353 17320 7533,'-18'-7'2248,"-7"-4"-1888,5 9 2609,2-3-1710,18 5-1079,2 0 539,37 0-674,-8-3 0,1 0-225,-2 2 0,1 1-1459,20-3 1,-4 0-1355,-14-3 1599,11 5 0,0 1 1394,0 0 0,-10 9 0,0 6 0,-12 2 0,-1 0 0</inkml:trace>
  <inkml:trace contextRef="#ctx0" brushRef="#br0" timeOffset="-184123.73">14111 16417 7533,'-10'-7'1979,"-5"-5"-1350,13 11 541,-6-5-811,8 6-179,8 0 810,17 29-631,-7-8 1,1 5-45,0 5 0,0 6 0,1 2 0,-1-4-816,-1-2 0,-1-2 0,-1 6 546,-4-1 0,0 6 0,0 3 0,-1 1 0,-1-3 0,-1-6 45,2 3 0,-2-5 0,-1 5-180,-4-1 0,-2 6 0,0 4 0,-1-1 0,-1-4 0,1-5-120,-1-2 0,0-6 0,-2 4 97,-3 10 1,-2 6 0,-2-1 0,-4-5 174,-4-8 1,-4-4 0,-1 0 57,-2 9 0,-1 1 0,-1-5-75,-5 2 0,-3-7-270,-4-6 0,4-6-135,10-8-2917,-25-6 2506,38-1 1170,-13 5 0,30 3 0,-4 12 0</inkml:trace>
  <inkml:trace contextRef="#ctx0" brushRef="#br0" timeOffset="-181257.73">15363 17307 8072,'-27'-12'2249,"9"-1"180,-5 0-271,19-6-1618,12-1-360,13 6-90,10 4 0,5 3-180,0 2 0,1 2 0,-5 0 0,2-1-1349,13 1 0,-4 0 989,-9 3-1189,-1 0 1,-2 0 1580,-9 0 0,-28 23 1,-25 6-1</inkml:trace>
  <inkml:trace contextRef="#ctx0" brushRef="#br0" timeOffset="-181040.73">15311 17592 7533,'-18'0'2428,"0"0"848,8-6-1946,30-5 1,15-3-1421,-4 0 0,3-2 0,3 0-730,3 1 1,4 0 0,1 0 0,-3 0-274,3-1 1,-2-1 0,0 3 891,-1 0 0,-1 2 0,-8 8 0,-4 21 0,-5 11 1</inkml:trace>
  <inkml:trace contextRef="#ctx0" brushRef="#br0" timeOffset="-179222.73">17833 16301 8252,'-10'-8'1350,"2"3"-361,8-1 450,-8 10-719,-1 38-630,3-12 0,-1 5 0,2 3-354,2-1 0,0 3 1,1 1-1,0 0 61,0 3 1,0 2 0,0-1-1,0-2-67,2 4 0,0-2 1,0-5-241,1 2 0,-2-9 240,-6-10-360,-3-40 361,0 1 44,1-11 0,2-6 75,5 0 0,2-3 0,0-3-287,0-3 0,-1-4 0,1-3 0,1-2 512,2 7 0,2-4 0,0-1 0,1-1 0,1 0 0,1 1 254,-1 2 1,1 0 0,1 0 0,1 1 0,0 0 0,0 1 83,4-3 1,0-1 0,1 2 0,0 3 0,0 4-70,2-5 0,0 4 0,4 11 15,8 12 1,-1 13 156,-7 18-381,7 2 0,1 2-46,2 11 1,7 2 0,-1 0-180,-12 2 0,9 3 1,-5 2 89,-23 0-135,6 2 0,0 1 135,-12-1-180,-10 5 0,-4 0 1582,-8-3-1522,3-11 0,-5 3 0,1-6 120,3-9 0,-1-2-120,-5 4 0,-4 1 1,3-4 29,-14-1-225,7-3 0,2-2-45,2-4-381,-11-1 22,29-6-991,-3 0-268,46 6 1978,-8-5 0,22-2 0,8-4 0,-6-2 0,1 0 0</inkml:trace>
  <inkml:trace contextRef="#ctx0" brushRef="#br0" timeOffset="-178939.73">18803 15952 7533,'-18'-23'1092,"1"0"0,-3 3 0,-3 7 546,-8 15 0,1 7-1084,-11 9-935,11 4 0,3 6 141,11-1 0,3 4 0,-1 2-318,-7 4 0,-1 3 0,2 3 445,7 3 1,4 4 0,0 1 0,-1-4 52,-5-1 0,0-3 0,6 2-143,9-1 1,6 4-1,2-3 1,1-9 67,1-10 0,2-3 15,6 14 0,5 4 0,2-6 158,14-7 0,3-5 0,-5 0 0,2-4 1,3-12-1,1 0 0</inkml:trace>
  <inkml:trace contextRef="#ctx0" brushRef="#br0" timeOffset="-177938.73">19050 16068 7533,'0'-20'1709,"0"-4"180,-8 16 359,14 2-1438,4 30-406,13 2 1,5 5-345,-7 0 0,0 2 0,1 1-280,3-2 0,-1-1 0,0 2-170,-3 2 0,-1 1 1,0-1-704,3 2 1,1-1 0,-5-3 751,-5-2 1,-2 0 340,8 6 0,3 4 0,-11-7 0,-24 0 0,10-3 0,0-1 0</inkml:trace>
  <inkml:trace contextRef="#ctx0" brushRef="#br0" timeOffset="-177687.73">19050 16740 7533,'-18'-8'3276,"-15"-9"-706,19-3-2210,-9-7 359,32-3 1,13-6-151,4 4 1,7-3 0,2-1-1226,-8 7 1,3-2-1,0-1 1,0 1 0,0 2 171,3-2 1,0 1 0,0 2 0,2-2 267,-3 2 0,3-2 0,0 0 0,-2 4 0,-6 3 449,1 2 0,-1 2-1283,5-5 1,4-1 0,-6 8 1227,1 13 0,-13 41 0,-24 1 0,0 0 0</inkml:trace>
  <inkml:trace contextRef="#ctx0" brushRef="#br0" timeOffset="-177495.73">19932 16572 10951,'-29'13'3276,"-11"5"-2595,29-3-1311,-10 8 1,0 1 629,8-4 0,-10 13 0,-1 4 0,9-12 0,0-1 0</inkml:trace>
  <inkml:trace contextRef="#ctx0" brushRef="#br0" timeOffset="-176622.73">20249 16068 7533,'-19'-28'3276,"-5"-1"-1515,30 28-952,12 1-494,7 8 0,3 2-315,13 6-135,-5 3 0,0 4-1259,-8-4 0,-1 2-180,9 5 0,1 1 1574,-5-2 0,-1-4 0,12-1 0,-18-16 0</inkml:trace>
  <inkml:trace contextRef="#ctx0" brushRef="#br0" timeOffset="-176337.73">20832 15940 7533,'-8'-8'0,"-2"3"3276,0 5-346,-21 22-2660,16 6 0,0 8-180,-2-1 0,-1 4 0,0 4-910,6-1 1,0 2 0,2 2 0,-1-3 164,-1 2 0,0-2 1,1 2 451,2-2 1,0 3 0,0-2-1,3-3-1436,-1 10 1,2-4 1237,-4-3 0,2-1-409,7-5 1,8-11 809,18-30 0,-1-17 0,3-9 0,-4 1 0,0 1 0,0-1 0</inkml:trace>
  <inkml:trace contextRef="#ctx0" brushRef="#br0" timeOffset="-176163.73">21043 16598 13110,'0'25'-900,"-8"7"-1079,6-5 1979,-10 5 0,-7 2 0,-2-3 0,-3 1 0,0 0 0,0 0 0,-1 0 0</inkml:trace>
  <inkml:trace contextRef="#ctx0" brushRef="#br0" timeOffset="-175297.73">21502 16055 7533,'-18'-7'0,"8"-4"719,3 4-359,-1 0 1169,-2-5-270,0 11-449,2-11-90,16 5-271,10-12-89,9 5 0,16-5-994,-17 12 0,1 2 724,20-2 89,-4 1-352,-14 6 1,-1 0 441,21 0-359,-5 2 1,-2 2 89,0 3-45,-8 3 0,-6 4-45,-22 2-90,18 14 270,-24-5 0,0 9-135,-10-12 0,-4 0-130,1 1 1,-3 0 39,-13 3 1,-3 0 321,1-1 1,-1 1-143,1 3 0,0 0 0,-1-6 0,3 1 270,6 4 0,1 0-181,-5-5 1,3 0 315,2 11-24,5-7 1,3-1-247,12-1-90,-6 17-90,16-15 228,10-7-408,1-2-179,22-11 359,-11-1-315,5-7 0,4-4-196,-10 0 0,1-3 241,13-3 0,0-3-540,-7 1 1,-1-2 93,-3-1 0,-2 1-633,16-5 1349,-13 7 0,-63 30 0,10-3 0,-1 1 0</inkml:trace>
  <inkml:trace contextRef="#ctx0" brushRef="#br0" timeOffset="-175113.73">21608 16378 7533,'-19'-17'1638,"0"0"0,25-7-3835,41 18 2197,-11 8 0,3 2 0,8-4 0,0 1 0,-7 2 0,0 0 0</inkml:trace>
  <inkml:trace contextRef="#ctx0" brushRef="#br0" timeOffset="-174812.73">22278 15642 9242,'8'25'1092,"0"1"0,0 9 0,3 6-565,5 2 0,2 6 0,-1-2-1620,-6-8 1,-1-1 0,1 1 267,3 7 1,0 2 0,-1 0 554,-5 1 0,-3 1 0,-1-3 85,1-9 1,-2-3 0,-1 3 94,-3 10 0,-2 3 1,-1-5 298,0 1 1,-3-6-615,-9-6 1,-2-5 45,5-5 0,-1-4-631,-7-4 1,-1-3 539,-8 5 753,0-14 0,-4-3 1,-5-1-1,-3-2 0,3-1 1,0-1-1,0 1 0</inkml:trace>
  <inkml:trace contextRef="#ctx0" brushRef="#br0" timeOffset="-173972.73">17321 17476 7533,'-19'-28'1979,"3"4"-1800,16 11-89,0 0 450,31 6 44,2-2 1,5 1-315,-1 4 0,2 2 0,3-1-889,4-1 1,1-1-1,3 1 619,-4 1 0,3-1 0,-1 2 0,-3 0-30,-5 1 0,-2 0 0,3 1-24,2-1 0,5 0 0,1-1 0,-2 1 0,-6 0 9,8 1 0,2 0-135,-8 0 0,8 1 0,3-1 1,-2 0-1,-7-1-332,-5 0 1,-5-1 0,5-1 541,-3 1 0,4 0 0,2-1 0,2 0 0,0-1 0,-1 0 44,1-1 1,-1-2 0,1 0 0,1 0 0,0 0 0,2 1 116,-4 1 0,0 1 0,2-1 0,1 1 1,0 0-1,-1-1 0,-1 1 0,-1 0-146,6-2 0,-2 0 0,0 0 0,-1 1 0,1 0 0,1 1 160,-2 1 1,2 2 0,2-1-1,-2 2 1,-1-1 0,-5 2-1,-5-1-55,4 2 0,-6 0 0,4 1-105,-2 1 0,5 1 0,3 0 0,0 1 0,-3-1 0,-6 0 15,1 1 0,-6-1 0,6 2 66,4 1 0,5 2 0,3 0 0,0 0 0,-2-1-643,-8-2 0,-1-1 0,0-1 0,1 0 0,2 1 397,0-1 0,2 0 0,1 0 0,1 0 0,0-1 0,-1-1 105,0-1 0,0-1 0,0-1 0,-1 0 0,0-1 0,0-1-3,5-2 0,0 0 0,-1-2 0,-2-1 0,-1 1-327,1-2 0,-2-1 0,-3 0 1,-2 0 434,0 0 0,-4-1 0,-3 3 314,5 3 1,-9 3 462,-16 2-777,3 11 1231,-15-5-1681,8 6 516,-6-1-426,6-5 2043,-24 5-2583,12-11 810,-19 5 0,-3-12 0,-11-1 0</inkml:trace>
  <inkml:trace contextRef="#ctx0" brushRef="#br0" timeOffset="-173039.73">18874 17798 7533,'-8'-7'719,"6"1"-269,-6 6-270,8 0 899,-8 29-989,6-5-184,-6 7 0,0 5 229,7 2 0,1 2-459,-4 8 1,0 3 323,3-15 0,1 2 0,1-1-30,-2-2 0,1-1 0,1 0 30,3 10 0,0-4-337,-4-12 0,1-3 157,15 11 270,-14-29-90,6-1 960,-8-12-600,0-18-181,0-11-134,-3 8 0,-2-3 297,0-1 0,0-2-297,1-5 0,-1-2-245,-4-1 0,2-2 424,5-3 1,2-5-90,-2 10 0,-1-4 0,1 0 0,1 4-780,4-6 0,2 1 690,-1 5 0,1-4 0,2 1 0,2 9 135,5 11 0,2 4-540,8-10 0,3 4 540,10 6-270,-2 9 300,6 22-210,-3 15 45,-16-7 0,1 2-100,-1-1 1,-1 0 144,6 17-180,-1 1 944,-9 2-989,-7-15 1,-2 2-1,-2-2 0,-2 1 45,-2 0 0,-4 0-90,-16 20-45,2-26 0,-3-2 135,-10 8 978,-13-13-1157,15-1-541,-16-11 180,13 5-269,-11-6 231,29 0-682,-3 0 1430,15 0 0,86-18 1,-50 11-1,0 0 0,0 0 1</inkml:trace>
  <inkml:trace contextRef="#ctx0" brushRef="#br0" timeOffset="-172762.73">19685 17682 7533,'-33'-24'0,"11"14"1638,-2-1 0,-1 4 1638,-4 19-1553,-7-4-1993,18 14 0,3 4 0,-4 5-698,5-1 1,0 5-1,0-4 833,3-7 0,1 1-113,0 7 1,-1 7 0,3 1 0,4-3-203,5-2 0,5-2 1,0 0 329,-2 8 0,-1 0 0,4-3-105,9 5 0,3-8-135,7-3-12,7 0-258,4 0 90,-11-15 1,1 0 539,-1 0 0,1-3 0,-1-8 0,1-3 0,-1-1 0,1 0 0</inkml:trace>
  <inkml:trace contextRef="#ctx0" brushRef="#br0" timeOffset="-171614.73">20020 17747 7533,'-8'-8'-360,"-1"2"1529,-1 6-89,2 0-271,0 0-89,6 0 89,-6 0-449,8 6 360,16 13-361,-4 3-179,4-2 0,1 3-180,3 11-292,-4-9 1,1 0-294,0 1 1,1 0 44,0-2 0,1-1-944,7 3 0,-1-2 1481,-6-2 0,0-6 1,24-17-1,-8-10 1</inkml:trace>
  <inkml:trace contextRef="#ctx0" brushRef="#br0" timeOffset="-171364.73">20496 17708 7533,'-17'-14'3276,"-1"-4"-1245,0 17-502,1 12-1169,-1 5 44,1 17 1,1 6-315,5-17 0,0 3-910,-3 9 1,-4 8 0,1 2 0,2-4-6,3-4 0,2-2 1,-2 3 779,-2 3 0,-2 5 0,0-1 0,4-4-450,0 8 0,4-3 45,-1 3 1,2-4 766,7 5-632,-1-23 1,2-2-829,15 2-386,-4-14 1529,13-12 0,8-24 0,-14 7 0,0 0 0</inkml:trace>
  <inkml:trace contextRef="#ctx0" brushRef="#br0" timeOffset="-171196.73">20726 18288 12030,'-28'40'-79,"11"3"0,1 3 1,2-10-1,1 2 0,1 2 1,0 0-1,0 0 0</inkml:trace>
  <inkml:trace contextRef="#ctx0" brushRef="#br0" timeOffset="-170472.73">21167 17888 7533,'-18'-12'1619,"8"-1"180,2 0-630,32 5-809,-3-3-1,11 9 1,3 2-90,6-11-1466,9 10 0,-2 0 1376,-11-10-240,-4 10 0,5 1 0,-5 0 186,10-6-261,-11 6 0,-11 6 225,-36 24-90,-3-6 90,-5-3 0,-8 3 0,5-3-145,-8 11 265,9-10 0,-4 2 0,1 1 89,3 0 1,1-1 0,1-1-120,-7 3 0,1 1 0,5 1 0,1 2 0,5-6 2030,6-5-2030,-3 22-1,15-26-628,8 9 449,1-16 90,25 10-180,-13-11-45,7-4 0,1 1-45,-5 1-135,15-4 0,2-2 46,-14 1 179,6-2 0,-1-1-1889,-5 1 989,9-3-2158,-1-1 3148,-8 5 0,-40 6 0,-19 9 0</inkml:trace>
  <inkml:trace contextRef="#ctx0" brushRef="#br0" timeOffset="-170289.73">21237 18133 7533,'-43'-24'2248,"22"14"-629,-11-7-1349,30 17 90,10 12-270,-4-4-450,17 7 0,5 0 271,-2 1-901,11 2 1,4 0 719,2-2 35,-13-4 0,3 0 0,5-2 0,2-1 0,5 1 0,-1 0 0</inkml:trace>
  <inkml:trace contextRef="#ctx0" brushRef="#br0" timeOffset="-169988.73">21872 17566 7533,'0'-9'3276,"16"33"0,-4 8-4369,3-3 1,3 6 0,-2-3 885,-8-5 0,-1 1 229,7 6 0,5 7 1,-1 2-1,-6-7-67,-7 1 1,-2 1-64,3-2 0,3 6 0,1 3 0,-1-2 0,-4-7-72,-3 3 0,-2 0-225,-1 1 0,0 8 1,-1-2-1,-2-8 180,0-12 0,-4-2-135,-4 9 0,-5 4 1,-3-7-545,-6-9 1,-2-5 723,4 5 1,-1-3 313,-8-9 1,1-1-1,9 6 1,1 1-1,-10 3 1,1 0-1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09:25:33.160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4057 4001 6094,'0'15'899,"0"-4"-809,0-11 2069,0 0-1979,0-6-90,0 5-90,0-5 90,0 6-450,0 0 270,0-6-90,0 5 0,0-5 180,0 6 2519,0 0-2250,0 17-179,0-1-90,-2 15 0,-1 13 0,0 4-656,2-8 1,1 3-1,0 2 1,0-1 0,-1-1 514,-1 5 0,0-3 0,0 2 0,0 1 81,2-6 0,0 4 0,0 1 0,0-2 0,0-3 0,0-7-80,0 10 0,0-4 140,0 0 0,0 3 0,0-7-90,0 8 584,0-10 1,0-5-405,0-14 450,8 3-540,-6-14 719,6-22-808,-8 7 133,-4-20 1,0-4-584,2-1 819,-4-6 1,-3-12 0,1-1-551,4 13 0,2-1 1,-1-2-1,0-2-244,-2 6 1,0-3 0,-2-1-1,1-1 1,0 2 0,2 1 513,0-9 0,1 3 0,1 0 0,-1-2 125,-1 2 1,-1-3 0,1 0 0,1 3 0,3 7-349,7-8 1,2 4 282,-7 6 0,-1-1 0,8 7 569,15 5 1,8 10-225,3 13 0,3 7-405,-1-1 0,2 3 0,1 3-310,0 5 1,0 5 0,-3 0 354,6 2 0,-4 6 15,-10 4 0,-4 6 0,-6-5 210,-5 12-91,-4-4 1,1 9 0,-9-2 439,-13-7 1,-7-2 0,0 1-620,3 9 0,0 3 0,-6-5-90,-1-13 0,-4-2 0,-2-2 0,0-5-585,-13 5 1,0-8 539,8-8 0,3-6-135,-3-13 90,25-3 515,8-2-1055,0-1-1259,24-5 1979,-3 6 0,8 4 0,9-1 0,1-1 0,-1 0 0,0-1 0,0 1 0</inkml:trace>
  <inkml:trace contextRef="#ctx0" brushRef="#br0" timeOffset="551">5115 3859 7533,'0'-33'1169,"0"8"270,0 0-359,0 5-811,0 0 181,0-5 90,0 5-540,0 0 630,0-16-990,0 19 270,0-13 90,0 23-360,-15 19 180,-2 15 0,-2 7 315,0-5 0,-1 2-467,3-2 1,0 2 0,0 2 623,2 0 1,0 2-1,0 1 1,1 0-974,-3 9 1,1 1 0,0 3 859,4-9 1,-1 2 0,0 1 0,1 0 0,2 0-23,-1 6 1,2-1-1,0 0 1,2 0-113,1 0 0,1-1 0,1 0 0,2-1-45,2-5 0,2-1 0,1-1 0,0-1 29,-3 3 1,0-2 0,3-3-30,8 6 0,2-4-273,-5-5 0,2-2 138,2-1 1,3 0-856,6-2 1,1-3 764,-3-5 0,-1-3-45,18 2-2249,-3-6 451,-6-7 2068,1 0 0,-10-34 0,-11-8 0</inkml:trace>
  <inkml:trace contextRef="#ctx0" brushRef="#br0" timeOffset="1484">5768 4143 7533,'-8'-46'3276,"-2"13"-1965,0 14-951,3 13 449,7 6-809,0 12 720,23 20-450,-9 3-1048,2-6 1,6 3-1,-3-2 823,-3-3 0,-1 0-195,3 6 0,2 4 0,1 2-670,-1-1 1,3 2 0,-1 0 0,-3-3 708,-3-5 1,-1-3-1,1 3-474,6 10 0,4 6 1,-3-3-1,-6-9 129,-3 4-849,7-1 1,-3 0 944,-14-9 360,12 13 0,-47-11 0,11-16 0,0 1 0</inkml:trace>
  <inkml:trace contextRef="#ctx0" brushRef="#br0" timeOffset="1701">5733 4968 7533,'-28'-27'3276,"-5"-8"-1515,21 19-412,12-32-719,4 24-1800,14 0 1,3 0 1529,1-9-225,2 11 0,3 0 224,-6-3 1,3-2-158,0 3 1,4-3-1,1-1 1,-2 2-531,-3 1 1,0 0 0,2-1 417,8-5 0,5-3 0,1 1 0,-4 3-390,-4 4 0,-2 2 0,2-1-60,-1 3 0,2-1 1,1 1-1,-3 0-30,4-1 0,-1 1 1,-3 1 299,7-3 0,-3 3-990,-5 5 1,-3 2-2198,0-5 2767,1 11-480,-11-4 361,-9 12 833,-8 6 1,0 7 0,0 7-1</inkml:trace>
  <inkml:trace contextRef="#ctx0" brushRef="#br0" timeOffset="1902">6773 4788 7533,'8'45'2158,"-6"-11"-269,6 9-809,-8-4-2170,0-5 1450,0-2 125,0-2-215,0-3-1816,-16 12 1546,12-18 0,-27 8 0,-4-37 0,7 6 0,1 1 0</inkml:trace>
  <inkml:trace contextRef="#ctx0" brushRef="#br0" timeOffset="2508">7585 4156 7533,'-10'-20'1799,"-14"-10"-1529,13 14-91,-7-9 361,10 12-360,8 1 989,0 5-719,0 1 719,16 12-989,-4 1-45,4 12 0,1 3 45,3 4-1048,-4 7 1,1 0 867,10-3-45,-13-9 0,0 1-1711,11 10 1306,-9-5 1,2 2-361,0-4 1,1 0 404,2 7 0,3-1-585,5-12 1,1-5-180,9-1 1169,4-20 0,-27-18 0,-3-12 0,-1-2 0,1-3 0,-1 0 0,0 0 0</inkml:trace>
  <inkml:trace contextRef="#ctx0" brushRef="#br0" timeOffset="2717">8184 3962 7533,'0'-46'2428,"0"8"-1888,0 17 1619,-7 16-1709,-3 12 269,-3 17 1,0 5-361,-6 6-1074,5-5 0,0 6 0,1-1 805,-2 9 0,0 0-1044,3-11 1,0 1 0,1 0 863,1 1 0,2 1 0,0-2 90,-1 6 0,1-1-563,3 1 1,0 3 359,-1-7 1,0 4-1,-1 0 1,2-4-383,3 9 1,1 0 44,-2-3 0,0 6 1,1-2-1,2-8 270,4-6 0,2-4-90,1 17 1,3-5 89,8-17-90,-8 5-539,5-26 449,-5 4 686,8-6 1,-1-29-1,1-6 1</inkml:trace>
  <inkml:trace contextRef="#ctx0" brushRef="#br0" timeOffset="3051">8273 3705 7533,'7'-21'2158,"3"2"-1618,8 12 0,15 18 89,-7 10 1,1 3-450,-3-3 0,1 3-627,0 3 1,0 5 0,0-1 625,-4-3 1,0 0 0,-1 2-646,5 9 0,0 2 0,-2 2 556,-6-6 0,0 0 0,-2 2 0,-1 1-113,-1 5 1,-2 1-1,-1 0 1,-1-2 22,-1 5 0,-3-2 0,-1 2-68,-2-2 1,-1 2-1,-2 0 1,-1-6 67,-1 5 0,-3-1-68,0-11 1,0 4-1,0 0 1,-2-4-110,-4 7 1,-3-1 86,-1 0 0,-2 4 0,1-6 45,-2-5 1,-2-3-434,-7 4 1,-2-5 297,-8-7 90,11-17 104,-4-1-823,19-6 932,-14-11-123,17 8 0,9-20 0,9 8 0</inkml:trace>
  <inkml:trace contextRef="#ctx0" brushRef="#br0" timeOffset="4492">10054 4427 7533,'-17'-14'3238,"7"-4"-2069,18 11-225,16 0 1,10 1-1125,1 0 0,4-1 0,3 2-640,-1 0 1,3 2 0,0 0 0,-2-1 164,1 0 1,-3-1-1,2 2-365,6-1 1,1 1 0,-9 4 1232,1 10 1,-21 15 0,-34 14 0</inkml:trace>
  <inkml:trace contextRef="#ctx0" brushRef="#br0" timeOffset="4701">10213 4698 7533,'-41'3'869,"0"0"1,4-3-1,5 1 840,5 5-180,3-6-1079,22 0 719,-6 0-89,16 0-810,10 0 89,17-6-179,-6 3 0,3-1-640,7-7 1,2-2 249,-7 6 0,2 0 0,0-1-180,2-4 1,1-1-1,0 1-430,1 2 1,1 1 0,1 0-111,2 1 1,1-1 0,-3 1-88,-7 1 0,-1 0 1,-1 2 1016,1 2 0,0 1 0,0 0 0,0 2 0,0 0 0,0 0 0,3 3 0,-1-1 0,1 0 0</inkml:trace>
  <inkml:trace contextRef="#ctx0" brushRef="#br0" timeOffset="5451">12524 4207 7533,'-26'-25'3148,"-1"10"-3688,-1 15 90,11 20 360,7 4 1,4 3-91,4 21-657,-5-17 1,-2 1 1150,4 4 1,1 3-165,0 0 0,1 3 0,0-2-560,-2 5 1,2 0 588,2-1 1,1 3 0,1-6 45,-2-12 0,2-2-225,1 0 0,4-3 740,11 6-651,-5-34 1,12-16-135,-21-15 0,-4-5-90,5 11 1,-1-2-697,-2-7 1,-1-5 0,-1 4 830,2 6 0,-2 0-210,-1-9 0,-1-5 1,1 3 74,1-2 0,0 0 157,-1 5 1,0-4-1,-1-2 1,2 2-363,0 5 0,1 1 0,1 0 1,-1 1 578,-1-13 1,1 2 0,1 1-286,0 5 0,1 1 0,3 5 225,5-1 1,5 6 33,2 8 0,3 5 12,5 0 0,3 8-90,2 14 0,1 7 700,4 2 0,1 3-655,-1 3 0,2 3-180,-3-4 0,2 3 0,-4-1 0,-1 1 0,-1 3-90,1 1 0,2 4 0,-7-1 135,-13-6 0,-3 2 0,8 22 0,-4 0-45,-14 1 45,-13-4 0,-6 0-45,2-13 0,-5-3 29,-6 0 1,-6 0 0,2-2-75,2 1 1,-1-1 14,1-5 0,-2 0 0,4-3 1226,-3 6-1331,6-9 0,1-2-224,-4 2 490,9-6-581,3-1-944,40-17 135,13-4 899,-7 0 0,3-1 370,7 0 0,6-2 1,-15 3-1,3-4 1,3-1-1,0-1 0,0 1 1,6-2-1,0-1 1,-1 1-1,1 0 1,0 0-1</inkml:trace>
  <inkml:trace contextRef="#ctx0" brushRef="#br0" timeOffset="5651">13617 3652 7533,'-17'-46'2608,"-17"14"-89,-3 13-1665,0 32 1,-2 8-1381,9-9 0,1 4 705,4 9 1,-2 8 0,2 3 0,2-6-1739,-4 3 1,3 0 1647,1 5 1,0 5 0,2-2-360,5-6 0,1-2 1,3 0-302,0 8 0,3 2 511,-1-1 0,1 2 0,4-1-106,7-7 0,4-1 0,2 0-194,1 3 0,3 0 0,2-2-150,4-1 1,3 0-1,3-3 60,1-2 0,2-2 1,1-3 27,9 1 0,-1-3-433,-6 3 1,0-5 854,-4-12 0,-1-3 0,20 0 0,-18-6 0,-1-1 0</inkml:trace>
  <inkml:trace contextRef="#ctx0" brushRef="#br0" timeOffset="6351">14076 3846 7533,'-20'-27'2788,"-3"8"-2428,13 8 989,0 10-629,2-5 179,16 17 1,10 9-181,9 19-539,-6-9 0,1 3-622,1 0 1,-1 1 261,-4-4 0,0 2 0,-1 1 210,2 1 0,-1 1 0,-2-1-1537,4 11 0,-3-1 1417,0 3 0,0 0 0,0-5 0,-1-3-990,-5-10 1,0-1 494,6 9 1,-1 0-1055,-6-5 1,-2-1-71,1 13 1709,-1 5 0,-39-25 0,-8-4 0</inkml:trace>
  <inkml:trace contextRef="#ctx0" brushRef="#br0" timeOffset="6568">14093 4672 7533,'-43'-19'0,"-2"-1"3276,16 6-975,-2 2-592,29 7-90,-6-8-540,23-7-719,5-6-493,15-5 447,-7 9 1,3-1-506,3-5 1,5-3 77,-8 8 1,5-3 0,0 0 0,-2 1-500,-1 0 1,-1 2 0,3-2 26,2-2 0,4-2 1,0 1-1,-3 2 345,-6 5 0,-2 1 0,2 0-853,8-4 1,2 0 0,-3 1-301,4-4 0,-4 3 1393,-6 8 0,-5 5 0,-2 5 0,-18 21 0</inkml:trace>
  <inkml:trace contextRef="#ctx0" brushRef="#br0" timeOffset="6925">15134 3756 7533,'-4'-30'719,"0"1"1,3 3-1,0 0 361,-6-18-361,7 11 631,15 1-901,-11 18 91,20 3-90,-22 28 359,21 22-629,-19 4-1094,4 1 0,0 2 1094,-8-15 0,0 2-1,0 9 1,0 5 0,0-1-890,-2-1 1,-1-1 0,0 1 769,0-1 0,-1 1 0,1 1-484,0 1 0,0 0 0,-1 0 454,-1-2 0,-1-1 0,2 1-510,2 0 0,2 0 1,0 0 241,-3-1 1,-1 1-1,3-4-976,4 4 0,2-7 1473,-3 0-2058,13-27 2277,-5-28 1,8-28-1,-9 12 1,-1-1-1</inkml:trace>
  <inkml:trace contextRef="#ctx0" brushRef="#br0" timeOffset="7425">15804 3833 7533,'-17'-13'0,"-1"1"1979,1 4 809,-1 3-2158,8-1 89,2 5-359,8 1 90,16 7-1,11 11-539,-1-5 1,1 0-26,0 0 0,1 1-874,14 8 0,0-1 809,-16-9 0,-1-1-913,7 1 1,3 1 0,-4-2-1547,13 3 2189,-10-7 0,-2-1 450,-4 0 0,-8-24 0,1-10 0,-3 0 0,1-1 0</inkml:trace>
  <inkml:trace contextRef="#ctx0" brushRef="#br0" timeOffset="7667">16475 3666 7533,'-10'-8'3276,"-6"2"-526,6 6-1311,-15 17-179,5 16-811,0-2 1,-1 3-2043,3 9 0,-1 4 1623,0-8 0,-2 2 0,0 1-899,2 4 1,1 1-1,0-2 869,3-6 0,0 0 0,0-2-594,1-1 1,-1 0 0,3-3 188,2 0 0,1-2 180,-1-1 0,2-1-200,3-3 0,2-1-384,3 20 665,0-12-216,0-1 1287,0-12-1376,0 4 2258,8-10-2618,2 5 1533,7-12-2073,1-1 719,7-18 630,-5 4 0,0-16 0,1-6 0,-2 3 0,-1-1 0</inkml:trace>
  <inkml:trace contextRef="#ctx0" brushRef="#br0" timeOffset="8001">16686 3368 10231,'0'-14'1619,"0"3"-1079,0 11-180,0 11 629,8 15-629,0 0 0,2 5-1026,3 10 0,1 3 846,0-3 0,2 3 0,-3-1-862,-2-6 1,-2-1 0,1 1 741,1 5 0,1 2 0,-2 1-38,-2-9 1,-2 0-1,0 1 1,0 3-329,-3-1 1,0 3 0,-1 1-1,0 0 1,-1-2 125,2 1 0,0-1 0,-1-1 1,-2 3-164,-1-1 1,-2 3 0,-1 0 0,0-3-1,-1-6 298,-5 2 0,0-4 131,-2 13 0,-1-2-176,-4-12 0,0-3 90,-4 13-45,-3-16 1,-1-5 1225,3-8-1181,-11 3 0,7-15 0,7 4 1031,-22-6-2290,11-6 269,-13-1-989,16-6 1979,9 6 0,26 1 0,11 6 0</inkml:trace>
  <inkml:trace contextRef="#ctx0" brushRef="#br0" timeOffset="8793">17956 3975 7533,'0'-27'899,"0"2"-629,0 13 360,0 5 629,-7 35-719,5 4-1294,-5 2 1,-3 8-1,3-4 934,5-3 0,0 1 22,-1-1 1,-2 5-1,0 0 1,2-5-24,3 3 1,0-1-90,0-1 0,0 3 0,0-4-323,0-1 1,0-2 322,0 6 0,0 0 6,0 4 1,0-1 38,0 0 0,0-1-45,4-9 0,0-2-360,-2 6 270,14-40 0,-14-21-270,6-1 0,0-3 834,-7-8 1,0-3-715,1 7 0,1-2 0,-1-3 60,1 0 0,-1-3 0,0 0 1,-1 2-2,0-2 1,-1 3 0,1-4 45,2-4 0,1-4 0,1-1 0,-1 3-23,-2 8 1,-1 2 0,2 0-1,1-2 50,2 2 0,2-3 0,2 0 0,-1 2 0,-1 1 18,0-9 0,-2 2 0,3 3-30,3 3 0,3 2 0,0 8 732,10 5-522,2 12-325,17 24 190,-22 1 0,1 3-45,4 7 0,-1 3 45,-4 2 0,1 3-135,-1-2 0,2 2 0,-4-1 306,-2 1 0,-2 0-216,0 1 0,2 2 0,-3-1-45,-5 2 0,-3-2 0,0 5 0,-4-1 90,-5 4 0,-4-3-45,-2-13 0,-3-1 180,-10 3 0,-2-4 90,-6-6-225,-7-3 0,0-3-45,0-8-90,-5 2 0,0-2 1605,2-8-1785,13 3 0,1-1 630,-3-9-2159,11 0-386,17 0 2185,33 0 0,10 1 0,8-1 0,-8 4 0,0 0 0,0 0 0</inkml:trace>
  <inkml:trace contextRef="#ctx0" brushRef="#br0" timeOffset="9058">19050 3601 7533,'-9'-28'1092,"0"0"0,2-1 0,-3 5 2184,-16 16-1373,-9 13-2173,-2 11-1131,11 10 0,1 8 1266,-6 3 0,1 5 45,10-7 0,2 3 1,-1 1-331,2-7 0,-1 2 0,1 0 1,1 1 463,1 1 1,1 1 0,1 0 0,2 0-105,-1 11 0,2 1 1,2-1 36,2-9 1,1-1-1,2 1 1,2-2-38,3 8 0,4-2 0,3 0-450,6 1 0,3 0 1,0-4 329,1-1 0,3-2-630,4-5 1,3 0-1,-1-7 360,13 1 450,-5 0 0,2-5 0,9-18 0,-16-1 0,-1 0 0</inkml:trace>
  <inkml:trace contextRef="#ctx0" brushRef="#br0" timeOffset="9491">19403 3898 7533,'-10'-7'3276,"2"1"-2145,8 6 398,0 0-4701,8 17 3802,2-7-270,7 14 234,17 6-594,-5-6 45,-8-6 0,1 1 135,4-3 0,-1-1-1350,14 12 945,-10-11 1,1 0-1388,-4 1 0,1-2 442,7-3 1,3-3 1169,3 4 0,0-7 0,-3-22 0,-1-8 0,-2-5 0,0 0 0</inkml:trace>
  <inkml:trace contextRef="#ctx0" brushRef="#br0" timeOffset="9734">20267 3614 10321,'-43'-7'3276,"14"7"-2216,4 11 1,1 8-1603,5 10 0,0 7 751,-2-4 1,-3 2 0,1 4-503,6-4 1,1 3-1,0 1 1,0 1 224,-3 3 1,-2 2-1,1 0 1,2 0-158,1 0 1,1 1 0,1-1 0,0 1 44,1 2 0,0-1 0,2 1 0,-1-2 157,1-4 1,1-2 0,0 0-1,2-2-817,1 9 1,2-2 0,0-3 524,-3 3 0,3-3 135,8-9 0,3-4-3011,5 5 2741,0-6-629,6-2 579,-6-18 500,15-1 0,-4-18 0,1-5 0,6-1 0,-1 0 0</inkml:trace>
  <inkml:trace contextRef="#ctx0" brushRef="#br0" timeOffset="10284">20549 3227 7533,'0'-33'0,"0"1"3276,-8 6-1335,7 12-1402,1 2 181,9 18-540,17 7-90,1 24 90,-5-9 0,-1 3-99,-5-1 1,-2 2 0,1 2 68,5 4 0,1 1 0,-1 2-653,-5-3 1,-1 1 0,-1 1 0,0 2 367,1 3 0,1 2 0,-2 1 0,-2 0 81,-3-7 0,-2 1 0,-1 0 0,0 0 1,-2 0-379,1 1 0,-1 0 0,-1 0 1,-2 0-1,-1-1-149,-2-1 1,-2 0 0,0 0-1,-2-2 1,2-2 670,-2 9 0,0-4 0,-1 0-90,-1-2 0,-2-2 0,-2-2-656,-11 4 0,-1-4 926,9-4 0,-1-1-181,-11 7 1,-3-1 360,2-3 0,-1 0-26,-1 0 1,-3 0-245,4-8 0,-4 1 0,2-3 134,-6 4 1,2-3-945,1-2 1,1-3 1753,-9 0-4401,23-7 2927,5-1 0,38-22 0,7 1 0</inkml:trace>
  <inkml:trace contextRef="#ctx0" brushRef="#br0" timeOffset="17475">2311 6956 7533,'0'-24'1349,"0"-9"-360,0-7-359,0 7-630,0 9 450,0 23-180,0 2 359,0 46-479,-2-9 0,-1 6 0,0 5-670,1-11 0,0 3 0,0 2 0,0 2 0,0 0 400,0 0 0,1 1 0,-1 2 0,0 1 0,1-2 0,-1 0 45,1-3 0,-1 0 0,1 0 0,-1-1 0,1-1 0,0-2-15,1 9 0,0-2 0,0-2 1,0-6 44,0 10 0,0-10-585,0-4-270,8-34-179,2 5 1079,0-12 0,-2-24 0,-8-11 0</inkml:trace>
  <inkml:trace contextRef="#ctx0" brushRef="#br0" timeOffset="17776">2311 6918 7533,'-10'-24'929,"0"-1"1,-2 0-1,1 3-209,1 7 629,0-9-899,2 15 179,32-19-449,-11 18 0,18-5 0,3 0 0,-1 0-240,-4 7 0,5 0 0,1 0-1033,1-1 1,1 0 0,-2 1 363,10 0 0,0 1-141,1-2 1,3 0 0,-6 4-415,-16 3 1,-2 2 878,8-2 0,-5 4 405,-4 17 0,-47 13 0,-17 9 0,14-9 0,0 0 0,0 0 0</inkml:trace>
  <inkml:trace contextRef="#ctx0" brushRef="#br0" timeOffset="17975">2293 7460 7533,'-31'16'1638,"-1"1"0,-5 9 932,14-13-951,62-19-1304,-2-13 0,6-5-855,0 7 1,4 0-1,-2 0-141,-7-1 0,-1 0 0,2 2-129,-2 4 0,2 2 1,0 2-1,-7 2 810,-4 0 0,-1 5 0,5 9 0,3 6 0,-4 4 0,-4 11 0,1 0 0</inkml:trace>
  <inkml:trace contextRef="#ctx0" brushRef="#br0" timeOffset="18541">3228 7525 7533,'-10'-13'1889,"-6"-12"-360,7 4-720,-1-5-629,2 13 0,8 2-90,-8 9 360,-2-4-810,1 6 180,-15 6-270,12 1 91,-21 17 448,10 1 1,-3 5 0,0 1 180,5-6 0,1 1 0,-1 4-253,-1 5 1,-1 5-1,1 1 1,3-2 72,1 0 0,4-1 0,2-1 0,0 11 0,7-2-135,8-3 0,9-9-495,26-17 540,-16-3 0,3-5-450,12-20 0,0-12 315,-3-1 1,-3-7-268,-10 1 1,0-7-1,-2-2 1,0 2 520,4-4 1,-2 1 0,-2-1 0,-4-2 0,-3-1 0,-4 4 914,-1-1 1,-6 8 1077,-11 12-1303,-23 38-629,19 3-315,1 17 1,3 3 223,2-6-1078,5 8 0,4 4-650,4-5 1,6-1 1575,3-7 0,4-1 1,3-3-1,10 3 1,4-9-1,8-13 0,0 0 1</inkml:trace>
  <inkml:trace contextRef="#ctx0" brushRef="#br0" timeOffset="18876">3669 7666 7533,'0'-35'1092,"0"0"0,0 2 0,0 0 193,0 3 0,0 1-1105,0-4 180,-16 11-360,4 20-360,-29 25 360,20-4-450,-4 12 1,1 3 359,2 4-225,-3 1 0,1 1 315,10-2 135,-6-3 0,1 2 135,15-4 0,4-1-135,-1-6 0,2-1-225,6 5 0,6-5 45,11-13 0,3-5-585,4 0-315,2-3 1,-1-2 225,-1-2 719,6 0 0,1-6 0,-9-17 0,-1-7 0,-2 6 0,0 1 0,0-1 0</inkml:trace>
  <inkml:trace contextRef="#ctx0" brushRef="#br0" timeOffset="19309">4004 6853 7533,'-18'-22'1638,"1"0"0,-11-1-507,11 40-996,13 26 0,8 10-90,0-12 0,1 3-865,-2-2 1,-1 8 0,0-1 0,1-7-388,5-2 0,0 1 955,-4-5 0,0 8 0,-1 3 1,0-3-1,1-6 262,1 7 1,1 0-551,1 0 0,2 8 1,-1-2-1,0-9 270,-2-9 1,-1-1-31,1 6 0,0 3 0,0-7 390,2-3-180,-8 5 90,0-30 3066,-8-12-3066,6-7 360,-21-24-180,11 2 674,-8-7 1,-1-1-542,10 20 0,0-2 406,-2-14 1,-2-6 0,2 5-495,2 14 0,2 0 704,2-16 1,2-6-1,0 8-389,-3-4-91,4 5 1,8 1 0,15 16 0,9 5-630,11 2 0,4 2-736,-4-1 0,3 3 526,3 9 0,4 3 0,-6 0 390,-16 0 0,1 0 0,12 2 0,6 1 0,-1 0 0,-11-2 0,0 1 0,0-1 0</inkml:trace>
  <inkml:trace contextRef="#ctx0" brushRef="#br0" timeOffset="20526">4798 7551 7533,'0'-26'989,"0"6"-449,0-5-180,8 5 359,-6 0-359,5-4 90,-7 3-180,0 1-360,0 2 180,0 10-90,0-3-90,-7 4 0,-11 6 90,-2 2-90,-5 18-225,0 1 0,1 3 135,-2 14-913,2-7 1,-6 5 0,4-4 1150,8-7 0,3 1 62,-2 8 0,-1 6 0,2-4-81,-3 0 1,4-1 140,11 1 0,5 3 0,-1-3-45,-5-2 0,4-2-381,14 11 0,7-6 336,2-14 90,2-8 0,1-3-409,-4-5 49,20-6 90,-13 0-270,7-12 270,0-2-90,-7-12-135,-11 5 1,-1-1 44,-5-1 0,-2-1-180,0-3 0,-1 0 180,1 3 1,-2-2-316,-5-9 0,-2-3 225,1 6 1,-2 0 269,-3-4 0,-2 0-270,2 4 0,-2 4 2757,-9 5-2757,13-2 699,-6 37-339,8 21 0,8 3 114,-6 12-114,13-20 0,3 9 0,-5-15 0,1 0 0,4 5 0,0 0 45,-4-4 0,-1 1 0,0 1 0,0-1 764,12 9 338,10-6 23,-5-3-181,3-17 270,-15-12-629,-9-16 179,7-11-269,-14-13 270,14-1-876,-14 6 426,6 3-180,-8 11 25,0 0-115,0-11 90,7-9-823,-5 5 643,6-2 90,0 5-990,-6-2 810,14 6-629,-7-8 359,9 26-270,0-8 361,-8 17-271,21 1 450,-25 6 1142,25 6-1052,-13 7 90,1 1 0,7-1 0,-16-2 630,5 2 1145,-13 2-1145,14 3-180,-14-10 269,6 3-179,-8-9-900,0 9 0,0 8 0,0-4-89,0 21 179,0 3 0,4-5 0,0 2-769,-3-7 0,0 0 904,3 5 0,-1-1-135,-3 6-67,7-12 0,2 1-293,-4-3 1,2-1 269,5 3 0,1-3-989,5 14-360,0-24 360,7-8 1531,-5-19 1,-3-11 0,-1-7 0,-2-3-1,-1-1 1</inkml:trace>
  <inkml:trace contextRef="#ctx0" brushRef="#br0" timeOffset="20967">5997 7511 7533,'-10'-32'3276,"-5"-6"-616,-3 11-2300,6 1 180,-11 2-630,13 10 180,-8 1 90,9 1-630,-7 11 270,6-5-90,-15 6 180,5 6-899,-5 7 269,15 12-89,2 14 539,8-5 0,0 10 540,8-6-135,0-10 0,1 2-954,1 3 1,0 0 953,3-6 0,-1 0-90,-3 0 0,0 1 139,7 2 0,1 1 266,2 3 0,0 1-271,-4-4 1,-1-1 45,4 5 0,-5-5-855,-11-13 541,6 14 358,-16-24-538,-25-13 179,2-8 0,5 4 0,1 0-450,-11-15 2120,9 11-2839,9-5 1037,11 13-1937,7-6 630,7 10 1529,11-3 0,22-1 0,10 0 0,-12 1 0,0 0 0,0 0 0</inkml:trace>
  <inkml:trace contextRef="#ctx0" brushRef="#br0" timeOffset="21458">6421 7511 7533,'-18'-26'2158,"0"7"-1528,1 0 0,-1 6-450,8 6 269,-5 1-718,13 6 358,-14 6-178,14 1-1,-22 12-90,13 13 90,-15-4-959,16 9 1049,-5-11 0,13 0 0,-14-6-24,6 21 564,-7-10-450,8-4 0,0 1 449,-9 19-179,9-2 0,9 0-270,9-12-450,25-13 270,-21-8-225,15-15 1,-1-6 134,-11 0 0,11-6 0,3-5-379,-11 0 0,-1-1 424,5-7 0,-1-2 0,-4-6 0,-1 1 270,5 5 0,-2 0-45,-13-2 0,-1 1 1709,18-3-1349,-24 4 2341,0 22-1981,-16 20-246,4 9-339,-5 14 0,1 3-914,4 10 329,3-14 0,3-1 0,6 10-2112,15-9 1573,5 11-900,7-18 809,-1-8 1,7-8 989,-11-15 0,2-8 0,1-6 0,-7-6 0,1-1 0</inkml:trace>
  <inkml:trace contextRef="#ctx0" brushRef="#br0" timeOffset="21684">6844 6776 7533,'-26'-27'0,"15"8"2428,-5 14-1168,16 5-541,0 11-899,0 15-45,0 6 1,0 4 268,-1 1 1,2 3-865,2-5 1,1 5 0,0 1 0,1-4 267,0 11 0,1 1 102,0-7 0,1 5 1,0 0-1,-1-2-81,0 1 1,0-2 0,0 1 170,-2-5 0,1 1 1,-1 1-1,0-2 360,-1 8 0,0-1 0,1-5 0,3-6 0,2-6 0,0 3 0</inkml:trace>
  <inkml:trace contextRef="#ctx0" brushRef="#br0" timeOffset="21859">6897 7847 7533,'-8'-26'-90,"6"-5"314,-9 10 1,-2-3-608,4-9 0,-1-4 623,-1 6 0,-1-2 0,0-1-336,-1-4 1,1-1 0,1-1 724,3-3 1,2-1 0,1 2-181,-1 4 1,0 1 0,2 0-121,2 2 1,2 0 0,2 4-151,5-1 1,2 3 442,-2 3 1,5 3-263,11 11 0,5 4-990,3 1 1,1 1 674,-3 3 0,-1 0-828,2 3 1,-1 0-28,14 6 344,-6 1-1333,6 12 1777,-8 1 1,-6 0 0,1 3-1,3 1 1,-1-1 0</inkml:trace>
  <inkml:trace contextRef="#ctx0" brushRef="#br0" timeOffset="22367">7743 7628 7533,'-21'-13'0,"-1"0"0,1-7 449,-11 1-89,30 6 360,-13-5-360,5 3 449,0-3 91,2 5-1,8 0-269,0 5 179,0 3-719,0 22-90,0 10-45,0-2 0,0 2-315,0 2 1,0 1-1121,0 2 1,0 0 849,0-5 1,0-1-1,0 19-643,0 3-526,16-6 1079,-4 4 720,13-20 0,9-37 0,3-18 0</inkml:trace>
  <inkml:trace contextRef="#ctx0" brushRef="#br0" timeOffset="23176">8096 7563 7173,'0'-7'1529,"8"-10"-1169,2 14 0,0-14-1,-2 15 271,-8-9-270,0 4-90,0-1-90,0-3 179,0 4 91,0-6-180,0 6 0,0-4 90,0 3 359,-8-5-359,-2 6-270,-16 1 0,7 1-90,-15 3-360,7 2 360,0 2-1169,-7 21 1079,15-14-360,1 28 180,10-16 90,0 11 90,6 5 180,-13 9-391,12-20 0,4 1 301,2 4 0,2 0 90,-1 0 0,3-2-358,9-2 1,2-2 312,-5-1 0,1-3-180,7-6 0,1-4 16,15 2-61,7-25 0,-22-8 1,-1-4 179,8-15-735,-14 9 0,-4 0 645,-4-3 0,1-11 495,-3 15 0,0 0-315,5-14 494,-5 15 1,-2 2 607,-3 4-832,0-2 415,-8 11-415,6 5 296,-6 3-925,8 10 1671,0 8-2302,8 19 271,2 2 359,0 6-180,5 2 1,-5-1 269,2-16 0,1 1-230,0-2 1,2-2 274,6-1 1,1-3-136,15 2 225,-3-17 0,-1-6-135,0-12 450,0-3 0,-1-7-181,-16 0 1,-3-3 90,8-9 0,1-3 0,1-2 0,-2-1-45,-10 1 0,-1 0 359,6 5 1,-1 2-90,-9 8 0,-2 2 1394,6-6-1080,-2 12-539,-8 12 180,0 7-1439,8 13-91,-6 18 361,6 16 230,-8-19 1,0 2-52,0 5 1,0 0 44,0-2 0,0 0 270,0 6 1,0-2 314,0 12 0,-10-15 0,-4-2 0,-1-8 0,1-1 0</inkml:trace>
  <inkml:trace contextRef="#ctx0" brushRef="#br0" timeOffset="23358">7832 7331 7533,'-30'-13'1124,"1"0"0,-4-7-989,6 12 0,5 3-1484,12-1 1349,2 6 0,24 0 0,3 0 0</inkml:trace>
  <inkml:trace contextRef="#ctx0" brushRef="#br0" timeOffset="23759">5468 7125 7533,'-25'-13'1979,"5"-6"-1080,-5 4-179,23-3-2879,35 5 2159,0 0 0,10 4 0,4 0 0,-9-2 0,-1 1 0</inkml:trace>
  <inkml:trace contextRef="#ctx0" brushRef="#br0" timeOffset="24667">10037 7305 7533,'-16'-37'1439,"4"14"-1080,-10 9 1,-5 4 270,-12 4-810,-6 6 225,16 5 0,1 1-135,-3 3 90,1 13 0,1 3-90,-8 1 0,14 6 0,2 8 330,8-3 0,1 5 0,2-4-356,-1 0 1,3 0 182,7-1 1,3 6-1,1-2 1,0-8 201,3 8-329,12-14 0,9 2 0,-1-7 195,-2-10 0,3-7 75,15-12 0,7-9 0,-5-1-165,-9 1 0,-3-7-835,-4-8 0,2-9 0,-3-2 1,-8 6 789,-10 6 0,-5-1-120,1-15 0,-1-6 0,-5 9-434,-11 0 464,-7-4 0,-3 5-270,1 18 457,0 1 1,0 4-638,2 10 0,-7-2-629,17 22 3249,1 9-3519,23 14 1439,-3-2 0,11-12 0,9 0 0,1 1 0,-1-1 0,0 1 0,0 0 0</inkml:trace>
  <inkml:trace contextRef="#ctx0" brushRef="#br0" timeOffset="25017">10583 7847 8342,'-19'0'3276,"-5"0"-1874,14-5-953,-7-3-179,7-5 540,2-17-451,0-10-314,0 3 0,-1-2-1298,3 8 1,0-1 1342,-2-7 0,0-3-135,0-3 0,1-2-350,3 12 1,1-1 0,-2-1 349,-3 1 0,-1-1 0,0 0 0,1-1-45,3-10 0,2 0 0,0 1 30,-3 2 0,0 2 0,2 0-202,3 8 0,2 0 1,-1 2 216,-1-10 0,2 4 561,7-8-381,0 22 0,2 1 135,1-3 1337,21-5-1427,-21 12-450,23 2 90,-15 11-1243,15 1 973,-15 6 270,15 0 223,-7 6-223,0-5-195,-3 6 0,1 3-165,15 4-495,-6 1 1,0 2 584,5 10-764,-16 2 0,-4 2 1214,-10 8 0,-18-6 0,-8 5 0,-4-1 0,-2-5 0,1 0 0,-1 0 0</inkml:trace>
  <inkml:trace contextRef="#ctx0" brushRef="#br0" timeOffset="25193">10301 7344 7533,'-25'0'0,"-3"0"3276,9 0-526,19 0-2120,27-6-315,1 0 0,5-1-1020,6-2 1,2-2 554,-7 1 0,1 0 0,2-1-900,9-2 1,1-1 0,-1 2-44,-10 2 1,-1 0 0,0 1 1057,4 0 0,1 1 0,-1 1 0,-5 2 0,-1 1 0,1 1 0,3 1 0,0-1 0,-1 1 0</inkml:trace>
  <inkml:trace contextRef="#ctx0" brushRef="#br0" timeOffset="26034">12753 6660 7533,'-4'-28'764,"0"0"1,2-4-406,-2 5 1,0 1 90,4 10-270,0-8 270,8 17-270,-6 1-360,6 6 90,-8 6 989,0 35-809,0-2-1183,0-2 1,0 6 0,0-2 1034,0-7 1,0 2 147,0 4 0,1 8 0,-1 0 0,-1-5-680,-3 3 0,0 1 572,3-8 0,1 6 0,0 2 0,0-1 0,-1-6-282,-1-3 0,-1-4 1,0 4-25,2 2 0,1 4 0,1 2 1,-1-2-1,0-7 54,0 4 0,0-2-120,2 3 0,2 2 1,-2-8 119,0-4-809,14-2 719,-14-29 360,6-7 0,-10-20 0,-4-10 0,1-2 0,0 1 0</inkml:trace>
  <inkml:trace contextRef="#ctx0" brushRef="#br0" timeOffset="26708">12718 7382 7533,'-8'-38'1439,"-2"11"-1079,0-4 629,-5 23-359,13-10-360,-6 17-91,23-5-268,5 12 178,23 1-89,-17-3 0,1-1-180,0 1 1,1-2-598,9-4 1,2-2 191,-3-1 0,1-2 315,7-7 1,0-4-1,-3-6 0,-2-3-496,-2-4 0,-3-4 586,-5-6 1,-5-2 134,-4 1 0,-5 0 0,-4 0 0,-4-1 314,-2-1 1,-2-1-225,-7 0 0,0 0 450,3 5 0,0 0-270,-6-2 0,-2 2 372,5 9 1,-2 3 302,-11-6-181,7 5-269,2 39 560,8-2-1415,1 22 1,-2 6 404,-7 12-589,7-15 0,1 6 0,-1-2 319,-3 6 1,0 1-121,4-2 0,0 2 0,0-2-595,0-7 0,0-2 1,0 0 834,0 1 0,0 1 0,0-3-30,0 6 0,0 0-318,2 4 1,0 3-1,2-3 363,4 5 0,2-2-15,-3-4 0,2 1 1,2-7-31,7-10 0,0-6 899,1 0-449,-3-13-90,-16-12 1615,0-7-986,0-7 2467,0-6-1586,0 0-1331,0 6 1593,0 1-1592,8 12-450,2-5 270,15 11-450,2-5 0,-2 5 0,1 2-750,21 5 840,-5-2 1,1-1 44,-10 1 0,0 0-45,10-1 0,1-1 90,-4-3 0,-2-3 135,-5-1 0,-1-3-90,4-6 0,-4-4-43,-11-3 1,-4-4 402,1-9 0,-3-2-226,-8 11 1,-4 0 45,-5-16 0,-4 4-45,-6 12 1619,-21-11-989,-3 30-361,14 15 1,-1 5-180,-3-2 0,-1 4 120,6 10 0,0 5 0,3-2-898,1-1 1,2-1 642,-3 9 0,5 1-585,13-9 0,8-1 45,14 3 1,5 0-91,-7-2 1,3 0 224,6-6 0,7-1 0,-1-4-854,10-5 0,0-2-6,-3 3 1,0-2 1219,2-5 0,-3-5 0,-14-3 0,-1-2 0,0-3 0,0 0 0</inkml:trace>
  <inkml:trace contextRef="#ctx0" brushRef="#br0" timeOffset="27508">16122 6763 7533,'-8'-18'90,"6"-3"-90,-14 2 1349,7-23-1169,-1 17-45,-3-1 0,2-2 674,7-7-89,-11-4-360,15 14 89,0 12-988,0 24 629,0 16-1,6 14 1,3 5-795,1-5 0,0 2 705,-1-2 0,0 3 0,0-2 135,5 2 0,-2-1-46,-5-5 1,-2 3 0,1-4-1019,3 2 0,-1-1 1019,-4-5 0,-1 0 0,0 2 89,0 2 1,1 0 0,-3 1-377,-3-2 1,-1 0 0,0 1 286,0 4 0,0 1 0,-1-2-31,-1-4 1,-1-1 0,0-4 30,-2 1 0,-2-4-788,-2 2 1,-2-5 787,-5-10-468,-9-7 1,-1-4-253,4-11 889,-1 1 1,3-1-2419,5-12-607,0-1 1957,8 0 1426,3 1-617,7 1 0,-7-8 0,-2-3 0,-1-5 0,0 0 0</inkml:trace>
  <inkml:trace contextRef="#ctx0" brushRef="#br0" timeOffset="27776">15381 6840 7533,'-27'-26'0,"1"1"0,-1-1 0,2 1 0,3 1 0,-2 3 0,9 1 3058,20 1-539,5-1-1530,25 0-951,-6 7 1,3 2 230,8 0 1,1 1-1387,0 0 1,0 0 1026,3 1 0,-2 0 135,-10 2 0,-1 1-763,7 2 1,0 1 807,-6-3 0,1 0-360,12 2 0,4 1 150,-12-1 0,1-1 0,1 1-450,5 1 1,1 1-1,1 0 255,-9 0 0,1 0 1,1 0-1,-2 2-345,8 3 1,0 1-1,-2 1 390,-6-1 0,-2 0 1,-1 2 269,8 4 0,-6 6 0,-11 9 0,-5 4 0,-3 2 0,0-1 0</inkml:trace>
  <inkml:trace contextRef="#ctx0" brushRef="#br0" timeOffset="27926">16616 7435 7533,'-18'0'3276,"8"5"-2505,3-3-501,14 3-270,11-10 0,19-9 0,8-3 0,-10 3 0,0 0 0,-1 0 0</inkml:trace>
  <inkml:trace contextRef="#ctx0" brushRef="#br0" timeOffset="28451">17286 6802 7533,'-18'-32'0,"1"16"3276,7-7-2505,2 22-861,8-4 180,0 5-90,8 0-90,10 17 0,1 10-90,-6-3 1,0 3-249,0 7 0,-1 3 383,-2 1 0,0 2-1392,3 8 1,-1 1 1346,-6-9 0,-2 0 0,1-2 0,-2 0-802,-3 5 1,0 0 666,0-8 0,0 0-360,4 8 1,0-3 224,-2 6 0,6-15-359,-8-24 359,0-7 620,0-25-260,0 2 0,0-20 0,-4 3 0,0-5 0,0 11 0,1-1 0,0 1 0</inkml:trace>
  <inkml:trace contextRef="#ctx0" brushRef="#br0" timeOffset="28750">17392 6828 7533,'9'-44'-240,"0"0"0,-4 3 0,-1 2 105,1 9 0,-2 2 2474,-3-19-810,16 8-1079,-12 21-270,35 12 179,-10 18-44,8 7 0,3 5-1427,-2 2 1,-2 4 1171,-11-7 0,-2 1 0,2 0 59,3 1 1,2 0 0,-6 0-1053,-7 2 1,-1 0 932,17 8 0,-1-1-488,-16-10 0,-2-1 398,-1 5 0,1 0-163,3 6 0,-3 1 433,-10 7 0,-4 2-150,1-10 0,0 2 0,-3-1 119,-1 2 1,-3-1 0,-4 0 150,-12 4 0,-5-2 0,1-2-165,5 4 0,-3-2 74,-11-4 1,-7-1 0,5-4-120,15-9 0,-1-3 0,-21 7 0,-2-5 1462,-1-6-1912,12-9 0,2-2 180,1-2-450,1 0 1742,23-6-1292,6 5-1642,10-5 562,19 6 1260,3 0 0,5 3 0,11 1 0,0 1 0,-1-1 0,0 1 0,0 0 0</inkml:trace>
  <inkml:trace contextRef="#ctx0" brushRef="#br0" timeOffset="28851">18433 7692 7533,'-10'-28'3276,"2"-7"-3016,8 32 0,8 3 1,2 15-1</inkml:trace>
  <inkml:trace contextRef="#ctx0" brushRef="#br0" timeOffset="43208">20267 7021 7533,'0'-27'2608,"0"-9"-1169,0 15 180,-8-5-899,6 7-540,-13 12-540,13 24 540,-14 0-1786,14 25 0,2 5 1336,-8-23 0,0 2 90,4 18 0,2 9 1,-1 0-668,-3-4 1,0 0 0,0-1 636,2-5 0,0-1 1,2 2-363,1-4 1,0 3 0,1-3-1,2-8 303,8 8-361,-3-10 0,4-7-1259,22-27 1889,-4-28 0,-10 2 0,-2-6 0,-5-10 0,1 1 0</inkml:trace>
  <inkml:trace contextRef="#ctx0" brushRef="#br0" timeOffset="43626">20426 7331 7533,'0'-39'3276,"0"18"-1065,8 9-2032,-6 19 91,13 12 135,-10 10 0,0 2-225,13-1-315,-9 10 0,-1-4 45,2-18-2788,14 12 2248,-5-29 450,6-32 0,1-14 300,-9 17 0,-2-2 0,0-1-406,1-7 0,-1-2 0,-1-1 496,1-1 0,-1 0 0,-1 6-31,-3 11 1,-1 2 405,4-11 0,0 2-136,-4 12 541,-1 13-91,-8 31-629,0 1-225,3 8 0,2 6-495,4 3 1,0 0 201,-4-6 1,1 2 127,4-2 0,2 2 0,-2-5-134,2 6-466,3-5 1,3-2-630,2-9 539,5 1-809,-7-18 990,-1-12 629,1-18 0,-7-3 0,0-8 0,0-1 0,2-7 0,-1-1 0,0 1 0</inkml:trace>
  <inkml:trace contextRef="#ctx0" brushRef="#br0" timeOffset="43875">21237 6492 7533,'-25'-7'3148,"5"1"-1979,3 12-809,9 1 270,8 12 89,0 18-359,0-2-874,3-8 1,2 3 693,3 6 0,1 2-1271,-3 7 0,0 4 1091,1-8 0,2 2 0,-2 2-1093,0 2 1,-1 1 0,-1-1 859,-1-10 0,0-1 0,0-1-397,1-1 1,0 0-1,1-3-736,2 6 0,-1-5 826,-3 11 107,8-17 1,0-3-107,-10-3 987,5-7-448,-7-2 0,-15-49 0,-5-7 0</inkml:trace>
  <inkml:trace contextRef="#ctx0" brushRef="#br0" timeOffset="44059">21220 7125 7533,'-17'-36'764,"0"0"1,-4-7-16,10 12 1,-1-5 0,1 7 149,-6-3 1,7-10 898,10 29-988,10 7-180,15-6-360,11 5-1,9-6-515,-16 9 0,2 1 201,0-1 0,1 2-1372,3 1 0,1 2 967,-5-1 0,0 0-1189,5 0 1,-3 0 1580,6 0 0,-29 6 1,-32 1-1</inkml:trace>
  <inkml:trace contextRef="#ctx0" brushRef="#br0" timeOffset="44235">20549 6647 7533,'-45'-13'0,"2"-6"2069,16 5-720,-7-5-1979,23 6-179,26 0 809,10 6 0,5 1 0,10 0 0,2 0 0,6 0 0,1-1 0</inkml:trace>
  <inkml:trace contextRef="#ctx0" brushRef="#br0" timeOffset="44425">22631 7356 7533,'-26'-11'0,"-1"-3"0</inkml:trace>
  <inkml:trace contextRef="#ctx0" brushRef="#br0" timeOffset="44792">22331 7086 7533,'-8'-40'2158,"-10"-3"-1348,-9 27-810,-1-2 270,3 18 539,0 6-719,5 7 90,-6 7 540,-7 18-982,18-13 1,1 1 486,-8 7 0,1 0-135,5-3 0,4 0 225,2 11 0,3-3-135,-1 1-90,9-9 0,6 0-315,7-3 0,5-4-495,20 3 495,6-8 0,2-7 90,-16-12 1,-1-5-1,16-6 0,0-6 45,-9-15 0,-3-3-1502,-5 7 1,-2-2 1680,-8 3 1,-1-2 0,-4 1-45,-3 3 0,-4 1-427,-2-1 1,-2 0 381,-3-20 269,0-4-89,0 10 0,-9 12 0,-6 0-192,-1 6 1,-5 2 101,-9 2 0,-3 3 0,2 3 0,0 7-900,-1 17 1,3 5 629,-8-4-585,21 11 1,6 5 764,10 5 0,24-20 0,15-3 0,2-1 0,4 0 0,0 0 0,0 0 0</inkml:trace>
  <inkml:trace contextRef="#ctx0" brushRef="#br0" timeOffset="45424">24536 6389 7533,'0'-32'1079,"-8"-1"0,-2 0-179,0 13-540,2 9-180,8 11 179,-7 0-179,-3 34 360,-8 9-1630,12-11 0,2 2 1180,0 0 0,1 1 0,2 6 0,2 0 0,-2-7 0,2 2-574,-1 2 1,0 4 0,0 0 483,0-7 0,0 1 0,0 0-450,-1 10 1,0 2-1,3 0 390,2-2 0,2 0 0,-1-2-300,-2-1 0,0-2 1,3-1 179,4-6 0,3-2 0,-3-1-630,-3 12 1,-2-4 224,4-11 1,-2-3-496,-7 20 1080,0-20 0,-24-35 0,-5-12 0</inkml:trace>
  <inkml:trace contextRef="#ctx0" brushRef="#br0" timeOffset="46084">24253 7228 7533,'-21'-29'179,"-1"0"1,4 5 0,-1 1 854,1-1 1,1 3-585,-1 1-90,10 9 719,8 11-629,16 0-90,-4 0 359,37 0-269,-19 0 0,3 0-315,2 0 0,4 0-1228,4-1 1,4-1 0,-4-1 961,-2 0 0,1-1 18,-2-1 1,6-1 0,0-1 0,-6 1 22,3-2 0,-2 0-60,6-2 0,4-1 0,-8 2-451,-16 1 1,-3 2 510,10-4 0,-3 1-863,-3-4 773,-9 0-90,-3 6 180,-24 1 2838,-2 0-2838,-7 5 180,-9 6-180,14 10 1952,-19 11-1683,13 0 1,1 2 45,1-3 0,0 0-709,-5 7 0,1 1 529,10-8 0,2 0-45,-1 14-90,0-3 0,2 1-90,5 5 135,-1 0 0,6-1-792,23 0 567,-6-16 0,5-4 45,4-4 0,4-8 270,11-11 0,-1-8-90,-13 1 0,-2-5 180,11-11 0,-3-6-90,-12 3 0,-3-2 224,-3 1 1,0-1 0,-1 0-90,2-9 0,-1 2-90,0 1 0,-3 2 360,-5-15 0,-2 27 89,-8 4-89,-8 12-540,-2 23-45,1 7 0,1 3 135,-2 12 642,5 2 1,2 2-1093,2-16 0,2 0 225,2 6 1,2 0-46,1 3 0,6-3 360,8-8 0,3-3-45,-4-1 0,1-3 45,5-7 0,1-3 179,0-4 1,-1-3 0,14-1-270,-13-4 0,-1-3 630,-3-4 0,-1-4-361,2-6 1,-1-4 90,2-5 0,-3-4-180,-2-1 0,-3-2 44,-2 2 1,-2-2-270,-2-1 0,-2 0 45,-2 5 0,-3 0-765,-1 3 1,-4 2-1395,-15-17 1260,-3 25 170,-5 14-2509,15 19 2518,2 1 720,8 5 0,16-1 0,7 0 0,2 3 0,-1-1 0</inkml:trace>
  <inkml:trace contextRef="#ctx0" brushRef="#br0" timeOffset="46425">26388 6918 7533,'-18'-33'3058,"1"7"-2518,-1 7-271,0 12 1441,-15 2-1351,11 5 541,-27 5-540,28 2-226,-3 6 1,-1 4-298,6 1 0,1 5 373,0 4 0,0 4 0,1-2-432,-3 1 1,2 0-499,1 18 1,9 1 584,13-19 0,6 0-360,0 9 1,7-1-487,13-3 0,7-4 621,0-5 0,4-6 150,-11-8 0,2-4 1,1-3 89,6-7 0,3-5 0,-5-2 120,2 0 0,-1-5-120,-3-6 0,2-5 0,-6-3 929,-5-7 1,-5-4-181,-5-1 1,-2-5 0,-2 3-181,2-1 1,-7 0-400,-14 10 1,-6-2 0,-1 6 489,-11-11-360,1 22 0,-5 4 90,-4 0 0,-2 4-360,-2 4 1,-3 3-676,-10 4 1,0 4 359,12 1 0,2 4 270,4 3 0,3 5 135,8 2 0,5 3 0,3 25 0,9-16 0,0 1 0</inkml:trace>
  <inkml:trace contextRef="#ctx0" brushRef="#br0" timeOffset="48826">2575 9357 6993,'-10'-6'450,"-5"5"-540,13-11 90,-6 11 270,8-11 179,0 6 91,0-2-90,-8 3-90,6 5-1,-6 0 1,8 0 270,-7 0-720,5 0 270,-6 0 0,8 0-90,-8 0-270,-2 5 180,0-3-270,-5 21 225,2 0 0,0 4 45,2-3 0,1 4-130,-2 6 0,0 5 0,2 2 160,5 4 0,3 2 0,-1-2 30,0-8 0,-1-2 0,4 3-15,3 0 0,4 2 0,1-1 0,-3-7 135,1 14-90,17-7 0,9-6 270,15-16-360,-19-4 0,1-3-248,-3-11 1,-1-4 157,0-8 180,1-1-90,-7-16 90,15 8-90,-17-3 0,1-4 0,4 2 0,1-1-568,0-12 1,-1-3 387,0 4 0,-1-1 180,-2-1 0,-3-1 90,-1 0 0,-2 1-135,-3 4 0,-3 1 45,-2 3 0,-2 1 450,-2-2 0,-2 1 1157,1-10-977,-8-2 269,7 27-539,-7 12 647,8 6-287,-8 11-900,6 15 180,-5-2 0,-2 3-187,4 8 0,0 2 142,0 8 0,1 1-817,-1 2 1,2 2 681,1-2 0,4 1-120,4-15 0,3 1 0,-1-2-420,2 8 1,2-2 359,4-5 1,3-3-91,14 6-989,3-7 419,1-20-509,6 7 1529,-15-17 0,-7-21 0,-1-9 0,-2-2 0,1 0 0</inkml:trace>
  <inkml:trace contextRef="#ctx0" brushRef="#br0" timeOffset="49319">3369 9486 7533,'-25'-33'3276,"13"13"-1785,-4 8-1041,16 12 269,-8 0 91,6 6 179,-13 24-1259,13 0-136,-2 3 0,0 2 406,4-2 0,0 0 135,-4 9 0,0 1-585,3-1 1,0 0 269,-4-2 0,2-2-315,6-4 1,2-4-316,5 11 540,7-17 360,1-30 0,0-25-225,-9 5 0,-1-2-107,1 3 0,0-4 212,0-5 0,-1-4 0,1 2-673,0 0 1,1-2 821,1-4 1,2-3 0,-4 1 195,-2-3 0,-2 1-292,7-3 1,0 2 516,-7 7 0,0 2-103,4-8 642,-1 15 578,0 26-1747,-6 22 1792,6 4-1702,-4 2 0,0 4 45,0 8 0,1 1 45,0-8 0,0 1-387,2 19 0,2 0-18,0-16 1,0-1-451,-1 13 1,3 1 134,6-8 0,-1-2-494,-6-5 0,0-1 719,6-3 0,1-2-1408,11 3 644,-9-8 1169,5-25 0,-14-27 0,-2-12 0,1 10 0,0 1 0,0-1 0</inkml:trace>
  <inkml:trace contextRef="#ctx0" brushRef="#br0" timeOffset="49501">3898 9421 7533,'-17'-20'0,"7"2"2788,2 11-539,8 1-1709,-8 6 1438,6 0-1258,-6 6-180,8 12-3817,0 9 2802,8 12 565,-6 0-469,1-15 0,2 2 334,3 3 0,0 1-1594,-7 3 1,2 0 758,15 5 0,3 0 880,-15-7 0,1-2 0,13-4 0,2-4 0,5 9 0</inkml:trace>
  <inkml:trace contextRef="#ctx0" brushRef="#br0" timeOffset="50301">4163 9435 7533,'-10'-26'1259,"2"11"-539,8-8-1,0 15-179,0-11 0,0 12-361,8 1 271,2 12-270,7 1 180,-7 18-270,14 8-45,-18-5 0,-1 1-730,4-5 0,0 1 640,0 2 0,-2 2 90,-2-1 0,0 0-167,3 1 0,1 2 122,3 8 0,2-1 0,-1-6 0,1-3 45,-1-5 0,2-4 45,10-1 425,8-36-155,-3-24-225,-8 5 0,-1-5-1035,-6-5 1,-3 0 944,2 8 0,-2 2 44,-7-1 1,0 0-472,3 5 0,-1 1 22,-5 0 1,-2 1 314,4 2 0,0 3-585,-4-11 320,0 23-769,0 6 451,0 18-1351,8 11 450,2 16 1529,0-5 0,4-1 0,3 2 0,-2 1 0,-1-1 0</inkml:trace>
  <inkml:trace contextRef="#ctx0" brushRef="#br0" timeOffset="50867">4992 9474 7533,'-18'-19'989,"8"4"-4266,3-3 1793,7 5 3613,-8 6-1320,6-10 630,-14 2-1169,14-5 0,-6 1 1039,0 7-1129,6 4-270,-5-3 540,-1 4 2826,6 0-3160,-14-5 64,14 11-720,-14-5 180,7 12-89,-9 7 269,8 7 90,-5 0-270,5 15 180,-24 0 146,23-8 1,1 4 257,-11 4 1,1 0-841,9-7 0,2 0 616,0 0 0,1 0 90,-8 9 90,14-9 0,2 0-1,-8 5-44,7-6 0,2-1 45,-1-6 0,16 6-180,-12-7 180,19-6-450,-5-1 303,9-11-123,1 5 1447,5-17-1537,-13-9 90,-4 2 0,1-3-1549,-3-4 1,-1-2 1401,2 3 0,-2 1 237,4-21-256,-8 17 0,-2-1 167,3-21 163,-5 17 1,0 0 60,-1 5 0,0 2 495,-4-8-91,0 14 2737,-8 30-2843,-2 17-388,1-3 0,0 2 90,0-1 0,1 1-347,2 4 0,2 1-373,-1-5 0,2-1 135,1 3 1,4-1-361,5-1 1,2-2-616,2 15 885,15-8 270,-8-14-899,7-5 180,2 0-1,17-6 990,-7-12 0,-18-16 0,-3-7 0,-3-6 0,0-1 0</inkml:trace>
  <inkml:trace contextRef="#ctx0" brushRef="#br0" timeOffset="51291">5203 9706 8162,'-7'-7'1619,"5"1"-1259,-14 6 0,14 0 719,-14 0-719,14 6 270,-5 6 179,-1 20-809,6-9 270,-6 13-720,8-16-179,8 0 359,2-2-450,15-16 181,2-15-361,1-26 495,-11 14 1,-1-3-312,-5-6 0,-2-2 626,4-2 0,-1-1 585,-2-1 0,-2 1-450,-3 8 0,0 1 45,3-18 989,-8 27-23,0-3-427,0 16 181,0-4-540,0 12 0,7 6-270,3 1 1248,8 12-1517,0 1 25,-1 0 244,1 4 270,-1-4 0,-7 1 989,6 14-989,-14-17 0,6 17-270,-16 14 0,6-21 90,-6-1 0,0-2-1709,6-4-360,-6 4 360,8 1-360,0-6 630,8-1 1349,2-6 0,23-23 0,5-6 0</inkml:trace>
  <inkml:trace contextRef="#ctx0" brushRef="#br0" timeOffset="51858">5874 9474 7533,'-10'-42'3276,"2"6"-1245,0 23-1042,6 0-269,-6 6-271,8-5-179,0 11 90,0-5-90,0 6-90,0 0-900,-7 0 1,-11 6-181,6 7 360,-19 7 720,19 11-180,-7-14 0,-3 0 0,7 8 0,1 0 540,-14 5-180,15-1 0,3 1-180,0-6-1,5 3 1,0 1 0,-3 6 0,8-1-450,16-3-179,-4-10 89,13-6 0,8-2 0,-11-12 90,19-6-179,-13-12 269,7-15 45,-21 11 0,-1-2-910,4-5 1,0 1 954,2-14 539,-1-1-414,-2 5 505,-7 4-1,1-5 541,-2 19-541,-8 8 451,0 12-630,-8 17-450,6-1 180,-14 27-900,15-14 180,-7 20 1185,8-9-1140,3-14 0,2 0-360,2 3 1,3-1 495,10 8-1170,13 0 1169,-13-29 90,5-1-629,1-12 359,-7-7 630,2-5 0,-1-7 0,-8-7 0,-3-7 0,0-2 0,2 4 0,-1 0 0,1 0 0,0-1 0</inkml:trace>
  <inkml:trace contextRef="#ctx0" brushRef="#br0" timeOffset="52075">6315 8751 7533,'0'-28'269,"0"0"1,0-21 809,-7 19 1,-2 3 719,-3-1-1349,-5 11 899,9 17-539,8 0-361,0 0-269,-8 17 180,6 5-270,-2 12 0,0 5-360,4 8-548,0-15 1,0 5-1,0-4 863,0-7 0,0 0-315,0 12 0,0 4-566,2-6 1,0 1 0,2 0 205,1 1 1,2 1-1,-1 2 157,-2 2 1,1 3 0,0 0 0,0-3 172,3-3 0,1-2 1,0 1-1,-1 10 0,0 1 0,1-3-892,5-2 0,0-2 1192,-4 5 0,-1-4 0,7 2 0,-16-31 0</inkml:trace>
  <inkml:trace contextRef="#ctx0" brushRef="#br0" timeOffset="52285">6262 9241 7533,'-26'-32'0,"12"10"0,1 0 3276,-7-8 0,-3-12 0,21 34-1951,2-9-1235,17 9-899,19-5 179,9 0-229,-19 9 0,1 1-131,18-3 720,-16 6 1,1 0-1135,0 0 0,2 0 1404,6 4 0,3 1 0,0-2 0,8-4 0,0-1 0,-7 4 0,1-1 0,-1 1 0</inkml:trace>
  <inkml:trace contextRef="#ctx0" brushRef="#br0" timeOffset="52735">6579 9744 7533,'-9'-20'1529,"1"2"-1529,16 11 899,1-5-89,25 5 449,3-6-1464,-8 4 1,3 0 384,-1-1 0,0-1-91,5-3 1,-1-3 45,1-4 0,-2-3-45,-1-1 0,-3-3 0,-1-3 0,-5-2 0,-8 1 0,-4-1-45,-3 1 0,-3 0-180,-5 2 0,-2 1 225,1-17 0,-8 9-45,-7 8 0,-3 3-225,-5-1 90,-6-2 0,1 5 90,6 15-45,-2 1 0,-1 4-135,-12 22 450,7-4 0,-1 4-90,2 10 0,3 4 134,2 2 1,3 3-90,2 1 0,5 2-630,11-2 1,4 1 179,-2-3 0,4 0 90,14 9 0,7-3-180,-5-15 0,1-2-445,2 4 0,1-3 580,18-2-1619,3-4 1260,-13 0 404,-3-10 0,1-1 135,0-2 0,-17-41 0,-14 9 0,0-1 0</inkml:trace>
  <inkml:trace contextRef="#ctx0" brushRef="#br0" timeOffset="53084">5450 9099 7533,'-23'-24'3148,"9"2"-2698,-11 2-1080,17 8-180,8 12 631,0 0-1530,0 6 1709,0-4 0,-16-2 0,-3-8 0</inkml:trace>
  <inkml:trace contextRef="#ctx0" brushRef="#br0" timeOffset="53451">3933 9267 7533,'-35'-30'1889,"16"13"-1889,3-13 0,31 11 0,9 1 0,1-3 0,-1 0 0</inkml:trace>
  <inkml:trace contextRef="#ctx0" brushRef="#br0" timeOffset="54609">8996 8686 7533,'-10'-24'839,"0"-1"1,1-3-1,3 3-389,6 9 539,0-2-629,0 12 0,0 12-270,0 1 180,0 17 0,0 11-180,0 6 0,0 6 0,0-2-551,0-8 1,0 0-1,0 4 443,-2 2 0,-1 5 0,-1 3 0,0-3 0,1-6 48,-1-6 0,0-5 0,0 4-30,1 4 0,-1 6 0,0 2 0,1-1 0,-1-6-598,1-1 0,0-3 1,2-1 147,0 20 0,2-18 1,-1-36 89,0-45 45,-3-2 0,-2 2 225,-5 3-23,-4 10 1,-5-9 0,-2 1-1,2 9 203,-12-5 60,0 1 0,-8-6 0,5 17-60,-7 33 405,0 9 0,-2 11-136,14 3 1,2 7 0,2 3-315,5-4 0,1 2 0,1 2 0,1 0 134,0 1 1,1 1 0,3 0 0,6-1-45,6-2 0,5 0 0,4-2 0,5-5-292,8-1 1,7-4-1,5-7-91,2-7 1,6-6 0,2-3 0,-3-2 186,-1-3 1,-1-3 0,2-4-368,3-6 1,3-5 0,-2-2 0,-6 2 202,-5 1 1,-2-2 224,8-6 0,2-3 0,-5 2 0,-10 7 0,-3-1 0,6-7 0,1 0 0</inkml:trace>
  <inkml:trace contextRef="#ctx0" brushRef="#br0" timeOffset="54826">9243 9474 7533,'-37'-15'3276,"11"3"-1785,18 12-1131,8 12 90,8-3-271,-6 9-179,14 6 0,-6 4-1169,7 10 719,-1-18 1,1-1-1190,2 7 1,0-1-1,-1-7 1,1-1 1627,4 5 0,3-6 0,-1-18 0,3-6 0,8-4 0,0 1 0</inkml:trace>
  <inkml:trace contextRef="#ctx0" brushRef="#br0" timeOffset="55168">9860 9331 7533,'0'-37'1169,"0"3"-989,-8 1 1259,6 8 270,-13 1-719,5 2-1,-16 2-359,7 9-1260,-7 28 720,9 10-270,7-3 0,2 4-331,2 3 1,2 2 240,-1 3 0,2 0 90,6 3 0,2 0 0,0 0 1,0-1 179,3 1 0,2 0 269,2 5 1,1 0-90,-3-5 0,0-3-135,3-3 0,-1-2 405,-2 18-270,-2-27 539,-8 8-269,-24-21-360,18 3 0,-25-12 90,21 0-180,-15-12 0,-3 3-598,1-15 328,1 9-1979,17-9 181,1 10 538,24-11 1530,3 5 0,15-1 0,7-1 0,1-1 0,0-1 0</inkml:trace>
  <inkml:trace contextRef="#ctx0" brushRef="#br0" timeOffset="55577">10283 8867 7533,'-35'-26'2338,"16"11"-359,3 9-1439,16 25-450,0 8 0,0 2 0,0-4 0,0 2-1729,0 21 1,0 1 1105,0-17 1,0 0 442,3 9 0,2 5-740,0 1 1,1 5 0,0-4 649,1-14 0,-1-2 0,1 3-332,-1 8 1,0 5 0,0 0-1,1-5 212,4-3 0,2-3 1,-3 0 179,-5-3 0,-2 0 0,3-2-375,10 10 1,-1-4-412,-13 7 906,6-24 0,-8-3 986,-8-41-986,-10-12 45,5 4 0,-1-2 341,-4 2 0,0 1 109,4-1 0,1-1-225,1 6 0,-1 1 222,-4-3 1,0-1-224,4-3 1,1-3 0,0 2-45,-3 0 0,1-2 337,3 0 0,-1-4 0,2-1 1,3 4 156,5-6 1,0 2 539,-7-9 0,3 2-860,11 20 0,5 6-39,26 2-540,-10 15 0,3 1-203,5 0 1,2 0 112,3 3 0,1 0 180,-1 3 1,2 0-1171,6 0 1,2 1 1259,-11 2 0,1 0 0,-2 1 0,6 0 0,0 0 0,3 2 0,0 0 0</inkml:trace>
  <inkml:trace contextRef="#ctx0" brushRef="#br0" timeOffset="56917">10936 9912 7533,'-37'13'449,"11"-4"1,3 1 360,9 4-450,-17 5-181,29-12 181,-6-1-90,8-6-90,0-18 0,16-9-45,-14 2 0,0-1-218,9 3 1,1-2 352,-2-21 0,-2-4-714,-3 11 0,2-1 384,4 3 0,4-3 0,-2 2 150,-7-8 0,1 2 89,17 4 1,1 2-90,-10 8 0,0 2 0,5 6 0,3 5 0,20-1 0,-6 12 0,6 12-270,-15-5 135,0 10 0,1 1 135,-4-2-90,7 5 0,1 0 0,-4-1 45,-3-4 0,-1-1 405,5-2 135,3-1-225,-23-12 1187,-2-7-1367,-8-1 179,0-5 1,0 7 90,-8 4-270,6 3-630,-14 5 180,6 11-539,-7 4 269,-1 22 90,-7 3-809,15-12 0,0 1 1259,-3-5 0,0-1-135,8 2 1,1 1-241,-5-1 0,2 0 420,5 4 0,2 1-45,-5 0 0,2 0 45,10 2 0,2-1 45,3 15-73,4-26 1,1-1-18,3 6 0,5-12 270,-7-7-270,-1-6 0,-7-6 0,6-1 2939,-14-6-2039,6-6 39,-8 11-399,0-10-737,0 12 17,0-1-359,0 1 269,-8 0-90,6 5-90,-6-5 90,8 6-269,0 0-181,-8 0 181,6 0 269,-6 0 0,16 6 540,-6-5-90,14 5-90,-14-6 90,21-6 0,-11-1-180,7-9 0,3-4-366,-3 1 1,-1-4 410,9-15 0,-1-6-516,-7 15 1,-1-1-1,-2-2 561,1-7 0,-3-1 0,0-3 0,-2 4 0,0-2 0,-2 0 0,-1 2-885,-1 0 1,-2 2 0,0-1 884,0-5 0,-1-1 0,0 3 45,-1-4 0,0 3-182,-4 10 0,1-1 316,7-10 1,0 1 180,-6-6 1018,6 15-928,-8 15 477,0 18-1287,-8 24 360,-2 4 0,5 0 0,1 2 1292,-4 1 0,0 2-1472,2 14 1,2 1-17,-1-12 1,0 0 135,2-3 0,0 2 0,1 0-307,2 7 1,0 0 486,0-8 0,0 1 0,0 1-475,2 4 1,1 1 0,0 0 444,0-1 0,0-1 0,1 0 0,1-2 0,1 1 0,1-3-45,5 12 0,1-3 86,0-7 0,2-4-221,1-11 0,3-4 180,16 6 373,-15-24 347,11-30-540,-27-11-46,8 17 1,0 0 45,-10-19 90,13 0-162,-13 13 72,6-13 90,-8 11 921,0-12-1056,-7 21 0,-2-1-225,4-10 0,-1-1 0,-6 7 0,-2 1-45,-2-2 0,-1 1 135,3 4 0,-2 3 309,-19 0-3676,17 4 3073,11 28 1,15 11 0,7 5-1,0 7 1,0 1 0</inkml:trace>
  <inkml:trace contextRef="#ctx0" brushRef="#br0" timeOffset="57676">12330 9499 7533,'-16'-19'1439,"4"5"270,-5 1-1259,1 2 89,6 9-359,0-3-180,-5 5 180,13 0-90,-6 5 90,0 2 0,6 6-270,-14 12-90,14 2 0,-6 12 180,8 11-921,0-14 1011,0 7-180,0-6 269,16 9-179,-4-10-90,11-13 1,3-4-91,-3-11-46,5 0 1,1-5 225,9-20-135,-8 3 0,0-5 90,-1-9 1,-3-2-1,-2 3 0,-3-1-1279,1-9 1,-3 1 1323,-4 12 0,-2-1 179,1-12 1,-1 0-364,0 6 0,0 2 588,-4-2 1,-1 2 938,2-9-803,-10 19 316,-10 25 134,-7 31-1108,3-3 1,2 3-63,6-4 1,0-1 134,-2 5 0,1-1 94,6-10 1,2-1-725,-2 1 1,2 1-91,5-1 1,3 1 179,0 0 1,2-4-586,24-1 271,8-5 269,-20-25 1,0-7 601,8-2 0,-2-6 1,-8-11-1,-4-7 1,0-2-1,-2 7 1,1 1-1,-1 0 1,0-1-1</inkml:trace>
  <inkml:trace contextRef="#ctx0" brushRef="#br0" timeOffset="58058">13088 8776 7533,'-18'-25'539,"9"4"901,1 8-181,8 7-899,0 24-91,0 15-179,0-5 0,0 3-1606,0 13 0,0 0 1246,0-9 0,0 1 180,0 1 0,0 3 1,0-2-490,0-3 0,0 2 286,1-3 1,1 5 0,0 1-1,1-2-97,0 4 0,0-1 1,0 1-174,0 0 0,-1 2 0,0 0 0,1-2 173,2 6 0,1-1 1,-1-4 164,0 6 0,0-5 45,-2-11 0,3-6 180,10-8 0,-14-11 2193,6-8-2193,-8-48 0,-8 13-255,8 2 1,-2-1 254,-14-5 315,8 10 0,-1-3 6,-4-4 0,-2-1 278,4 5 1,-1-1 0,0 0-105,-2-8 0,1 2-181,-1 1 1,2 1 944,3 5 1,1 1-181,-2-12-764,5 15 0,2 1 494,3 6 541,0-3-991,0 16 1,16 2 1106,3 6-1601,6 0 0,1 0 135,13 6 156,-14-5 0,1 0-516,2 1 0,3 2 360,8 0 0,5 1 0,1-3 0,-4-3 0,1-3 0,2 1 0,1 2 0,0 0 0,0 1 0,0-1 0</inkml:trace>
  <inkml:trace contextRef="#ctx0" brushRef="#br0" timeOffset="58458">13723 9537 7533,'-27'-12'2788,"9"-6"-2158,2 9 449,14-3-719,-5 12-450,7 0 0,0 12 0,0 14 180,0 14-360,3-12 0,1 1 45,-3 0 1,0 1-496,7-1 1,0 1 494,-4-1 0,2-1-720,6-4 1,1-2 495,7 11-631,5-9 1080,1-17 0,-2-20 0,3-8 0,5-4 0,0 0 0</inkml:trace>
  <inkml:trace contextRef="#ctx0" brushRef="#br0" timeOffset="59326">14217 9564 7533,'0'-40'629,"0"8"1080,0 2-1259,0 20 180,0-13-270,-8 16 179,6-1-719,-14 3 270,7 10-270,-9-3 180,8 9-180,-13 2 1,19 2 89,-20 9 180,7-9 0,5 3-90,-12-5 269,15-6-269,-9 4 90,8-9 360,-6 10-270,7 1 180,-9 1-360,0 5 270,1-1-360,7 2 270,2 12-90,8-11-1,0 4-448,16 11 89,-12-18 135,13 3 0,5 0-315,7 5 450,9-11-45,-9-5 0,-2-3 135,-11-7-45,12-3 0,-1-5-45,-13-18-729,11-3 729,-9-8 180,-11 10 0,0-1-180,4-10 314,-4 10 1,-2 0-45,-3-9 630,0-2-181,0-7-359,0 6 270,0 3 89,0 16 1,0 3-360,0 11-540,0 1 180,0 6 819,0 0-1898,8 6 449,2 1 90,8 11 180,7 3 91,2 4-91,1 7 90,5 1 360,-13 6-90,5 0 180,-15-14 0,-2 0-180,2 5-90,5 17-90,-13-31 0,14 8 180,-6-17 0,0-1-270,5-18-3007,3-13 2892,-6-4 205,11-8 13,-14 14 0,0-3 122,7-14 0,3-3 45,0 4 0,-1-1 33,-3-8 0,-2 3 282,-1 17 0,-1 4 1124,-1-9-809,0 9 539,-2 17 1687,-8 1-2856,8 18-182,-6 2 2,5 17 447,1 2-942,-7-5 1,0 0 314,7 15-405,-3-4 1,-2 1 314,-2-11 0,0-2-267,3 2 0,0 1 222,-4 1 1,0-2-675,8 13 449,1 4-719,9-9 1439,7-23 0,0-28 0,1-12 0,7-6 0,-1 0 0</inkml:trace>
  <inkml:trace contextRef="#ctx0" brushRef="#br0" timeOffset="59668">15222 9409 7533,'-7'-38'3276,"5"-2"-886,-14 0-1310,14-3-1641,-14 22 831,14 2 505,-6 2-325,1 8-553,-3-4 13,-8 8 360,8 10-900,-13 19 0,11-1 360,3 1 1,0 1-1,1 1 0,1 0 62,5 3 0,2 2 163,-5 7 0,2 0 135,6 4 0,2 0 0,-5-11 0,2 1-135,9 8 0,1-1 449,-6-12 1,0-1-360,3-3 0,0 1 315,0 4 0,-3-2-180,-4-3 90,14 7-150,-14-17 60,6-6 180,-16-1-90,-2-6-90,0 0-1979,-29-11 1709,23 8-675,-10-8 1,-4-1-1755,-8 3 2519,-7-4 0,20 7 0,-1 1 0,-19-2 0</inkml:trace>
  <inkml:trace contextRef="#ctx0" brushRef="#br0" timeOffset="59817">14235 9280 7533,'-23'-16'719,"1"0"1,-14-11-630,19 7-90,9 9 0,8 11 0,0 0 0</inkml:trace>
  <inkml:trace contextRef="#ctx0" brushRef="#br0" timeOffset="60201">11342 9125 7533,'-26'-25'3276,"7"4"-2685,1-5-2389,10 13 808,8 8 360,0-1 630,0 4 0,-31-10 0,-8 5 0</inkml:trace>
  <inkml:trace contextRef="#ctx0" brushRef="#br0" timeOffset="60525">9472 8905 7533,'-26'-6'674,"-1"-1"1,-10-5 45,11 5-720,26-11 0,27-7 0,11-4 0,-9 3 0,0 1 0,-1 0 0</inkml:trace>
  <inkml:trace contextRef="#ctx0" brushRef="#br0" timeOffset="182658">2910 13177 7533,'-9'13'2158,"-15"0"-1618,12 0-180,-5-5-180,9-3-90,8-5 449,0 0-359,0-5 0,0-9-180,0-6 180,23-17 0,-17 2-1176,13 5 1,1-1 1085,-13 7 0,-2-1-225,7-5 0,2-3 0,3-9 0,-1-2 180,-5 8 0,0 0-912,-1 5 1,2-1 0,-1 1 731,2-9 0,-1-2 22,-1 5 1,-1-3 0,2-2 0,-2 2-622,4-7 1,-1 2-1,0-2 756,-4 5 1,0-1 0,0 1-1,-1 2-132,1 3 1,-1 3 0,-2 1 64,0-9 0,-2 2 624,1 8 1,0 1-400,4-4 0,-2 1 1751,-5-5-1931,6 19 810,-8 9 2358,0 11-2988,7 0 1178,3 11-908,0 9-315,2 1 0,0 3 0,-6 7 0,-1 2-638,12 11 0,0 3 593,-10-8 0,-1 2 0,0 1-60,5 2 0,1 1 0,-1 3-102,-6-9 0,-2 2 0,0 0 0,1 1 0,0-4-536,4 9 0,1-3 0,0 2 585,-5 1 1,0 3 0,0-2-1,1-4-697,8 5 1,0-3 539,-6-7 0,-1 0 0,0-3-225,3-4 1,0-2 89,-1-2 0,0-2-1277,1 11 1052,1-14 180,-2 19-629,-8-15 629,0 6-90,0-7-331,-16-2 421,12-15 1547,-19 3-1187,5-12 0,-9-6 0,-1-1 0,-13-18 586,19 12 0,-1-1-631,-7-8 0,-3-1 510,-2 1 0,0-1 119,-1-3 1,1 0 764,3 0 1,2 0-1036,6 9 1,3 0 270,-1-2 0,2 2-46,1 3-139,1 1 140,2 1 449,22 11-629,12-5-180,4 6-315,16-2 0,4-2 135,-5-3-1093,-2 2 1,7-2 0,-5 1-547,-10-1 1,-1-1 1551,14 1 1,4-5-1,-12 0 1,3-5 0,1 0-1,0-1 1,4-2 0,1 1-1,-1 0 1,0-1 0</inkml:trace>
  <inkml:trace contextRef="#ctx0" brushRef="#br0" timeOffset="183403">3898 11977 7533,'-27'-40'0,"1"3"0,9 17 3276,7 1 0,2 12-2722,0 1 255,6 6-629,2 6 180,10 18-270,15 17-135,-18-5 0,-2 3-187,11 3 1,0 3-369,-11-1 1,-2 5-1,0 1-220,3-8 1,1 1 0,0 1 0,-1-2 72,-2 6 0,-1-2 0,0 0-56,-1 3 0,1-1 1,-1-6 577,3-11 0,-2-3-153,-2 11 0,0 2-72,3-3 1,0-1 224,0-3 0,0-1-225,0 8 0,2-5 180,4-4-359,5 11 269,-13-24 392,6-12-302,-8-1 2566,0-6-2656,0-12 3120,8 4-2670,2-22 450,-1-3-180,7-13 224,-15 20 1,0 0 405,15-20 359,-14-4-630,13 16 640,-13 2-280,6 8 181,-8 9-721,0 2 91,0 8-90,0 5-360,0 5 179,8 14-179,-6 3-719,14 21 629,-6-20-90,-1 12-180,7-3 0,-6-3 180,7 2-180,1-1-1799,8-14 360,1 3 1079,0-13 450,-1-12-359,-1-13 269,3-19 0,-18 14 0,-1 0-323,4 1 0,-2 0 503,-9-14-360,14 5 1439,-14 5-359,5 7-180,-7 20 449,0 25-179,0 22-676,0-13 1,0 2-767,0-11 1,0 0 721,-1 6 0,2-2-450,15 16 537,-4-18 1,3-1-268,10-1 0,3-3 0,-1-3 0,1-6 45,14-15 0,1-8 270,-17 3 0,-1-3-90,5-8 0,-2-7 374,-11-4 1,-3-5 0,-4 1-1171,-2-5 1,-2-1 780,3-5 0,0-5 0,-3 6-31,-5 4 1,-2 3-450,1 0 1,0 3 6,0-12-277,-8 6 361,-2 12 1395,0 3-3105,2 16 0,8 14 1979,0 3 0,4 17 0,0 7 0,1-2 0,0 1 0</inkml:trace>
  <inkml:trace contextRef="#ctx0" brushRef="#br0" timeOffset="184217">5398 12610 7533,'0'-26'629,"0"6"-449,0 1 990,0 11-541,0-3 91,0 4-91,-8-5 451,-2-7-900,0 10 180,-6-8-271,7 15 1,-9-3-269,0 5 268,-7 5 1,-10 9-90,13 1 0,-2 6-210,-3 10 0,-2 7 1,1-2-405,7-6 1,1-1 0,0 2 680,2 2 1,0 3-1,0 0 1,4-4 67,-1 2 0,4-1 0,6 13 0,3-1-547,0-19 0,4-1 367,3 5 0,5-2 117,6-8 0,3-5-252,29-6 180,-22-2 0,0-3-564,0-8 1,-1-3 383,13-2 180,5-15-135,-17-2 0,-1-2 135,-5 9 0,-1-3-30,-1-6 0,-1-5 0,-1 4 30,-2 6 0,-1 2 0,1-11 0,-2 2 0,-2-3 705,5-4-705,-13 4 1158,6-6-1158,-16 11 1080,6 10-501,-13 12 860,-3 6 723,-2 17-1623,-5 5-359,7 11-360,8 10-141,-5-14 321,13 14-899,-6-4 292,7-14 0,2 1-23,-2 3 1,2 1 269,2 0 1,2-1-766,2-2 1,3-2 269,6-4 1,4-4-315,25 3 359,-15-20 0,1-5 451,16-11-375,-25 1 0,-1-2 284,4-9 450,1-17 0,-16 7 0,-1-4 0,0 7 0,-1-1 0,1 0 0</inkml:trace>
  <inkml:trace contextRef="#ctx0" brushRef="#br0" timeOffset="184984">5733 12751 7533,'0'-45'809,"0"16"1,0 2-450,0-3 1169,-8-12 540,-2 28-990,-8 1-719,9 13-180,1 24-180,8 16 179,0 8-1557,0 2 658,0-11 585,-1-12 0,2 1-527,5 2 0,3 1-553,0 8 1,2-1 899,5-9 0,3-3-135,-2 1 1,2-6-361,24-6 271,2-21 539,-22-11 0,-1-5-641,-3 2 0,-3-3 686,-6-4 0,-2-2-135,1-4 0,-3-1 360,-4 0 0,-2-1-45,5-13 0,-2 0 674,-6 7 1,-2 3-676,5 10 1,-2 3 135,-5-5 1439,-1 24-1349,-2 18 1047,0 2-1317,1 11 0,2 4-1,6 16-395,-3-10 0,0 5 365,3 0 1,1 5 0,1-3-488,-2 1 0,2 2 315,0-4 1,0 6-1,2 2 1,0 0-634,-1-8 1,2 0-1,0 0 1,0 0 0,-1-1 580,0 1 0,0-2 0,0 2 0,0 1-69,0 6 0,1 3 0,0 1 0,-1-2 0,-1-5-296,-1 2 0,-1-5 0,-1 0 590,-3 3 0,-2-1 0,0-2 749,-1 3 1,-6-9-271,-6-16 1,-5-8 45,-6-11 0,-1-8-496,7-1 1,-1-5-288,-10-15 1,4-5 197,15 8 0,2-1 45,-3-10 0,1-3-405,6 7 0,2 0 180,-1-6 0,1-1 90,-2-3 0,2-1 0,3-1 0,0-3-120,1 7 0,1-2 0,3 0-60,5-1 0,3 1 1,2-1 66,-2 6 1,1-2-1,0 1 1,2 3 78,3-3 1,2 3-1,1 2-236,11-9 0,3 4 45,7 5 1,1 4-1,-9 7 0,0 1 259,-3 3 0,2-1 1,0 0-260,13-6 0,0 0-315,-1 2 1,2-2 299,-3 3 0,2-2 0,-2 2 180,-8 5 0,-1 1 0,-2 0 95,4-10 0,-4 1 144,-2 9 1,-6 1-90,-10-11 2134,7-11-1415,-10 8-359,-8-8 2826,-8-12-1154,-10 12-1763,7-7 59,-21 19-148,20 12 1875,-21 0-2055,21 6 797,-3 2-707,15 5 317,0 5-1126,0 2 1489,0 23-1670,7 10 225,9 3 1,2 2-457,-7-15 1,1 0 860,12 14 0,1-3 45,-11-18 1,0 0-718,7 10 1,1 3 401,1 0 0,-1 1 270,-3-3 0,-1-1 0,-1-1 1,0-2 134,-4-7 0,-1-2 45,0 14 1259,-12-3-1259,-20-20 1034,-8-7 1,-3-4-765,-10-1-46,16 0 1,-1 0 405,-15-6-720,12 5 225,4-5 0,-1 0-1394,-12 5 341,3-5 558,18 6-2271,9 0 1732,8 0 1460,0 0-561,15 0 0,8 0 0,5 0 0,10 0 0,-1 0 0</inkml:trace>
  <inkml:trace contextRef="#ctx0" brushRef="#br0" timeOffset="185525">8290 11332 7533,'-10'-13'0,"3"0"2069,-1 6-1260,6 12-809,-6 10 494,3 18 1,2 6-270,2-13 0,0 2-893,-1 11 0,0 9 0,0 1 0,0-5 758,2-9 0,0-3 0,0 4-19,0 4 1,0 5 0,0 3 0,0-1 0,0-4-406,0-2 1,0-3 0,0 0 0,0 2 333,0 8 0,0 1 0,0 1 0,0-4-619,3 1 0,0-3 0,-1-1 619,-2-5 0,0 0 0,2-4-450,6 0 0,0-4-164,2 18-106,-2-23 1,1-1 89,9 3 1551,-8-1-2540,-2-8 1259,-8-10 656,-8-8 1,-18-31-1,8 11 1,-1-1-1</inkml:trace>
  <inkml:trace contextRef="#ctx0" brushRef="#br0" timeOffset="187042">8079 12441 7533,'-18'-12'1349,"-15"-12"-540,19 14 811,-17-8-631,21 12 0,0 5-269,2-5 269,24 0-629,-12-1-90,27-6 45,-6-1 0,1-2-675,17-1-322,1-3 1,2-1 411,-10 4 0,1 1 150,-6 1 0,2 0 1,1-1-421,4-3 0,1-1 1,-2 2 314,2-4 0,-2 2-45,2 0 0,-4 2-539,1-6 449,-9 15-270,-9-2 270,-10 11-89,-8 0-361,0 17 450,-8-1 1,-10 21-181,6 2 90,-3 7 981,14-21 1,2 1-712,-1 3 0,0 0-964,0 1 0,0-1 1144,0 18 720,0 2-1223,8-22 593,1 10 0,9-10 539,-8 5-166,13 11 77,-11-24-90,6 15-47,-10-32 136,-1 3 1937,3-5-1576,0-11 568,-2 2-1108,0-21 89,1-3-269,1-1 0,-2-3 180,0-7 0,-6 3-135,4 4 0,4-1-894,-2 10 1,1 0 758,-3 2 0,0 1-180,10-11 180,-9 22-180,11-16 360,-6 20-360,19-13 0,-19 21 0,21-3 180,-13 5 2226,13 5-2046,-21 2 0,12 0-181,-15-1 451,1-1-180,-2-3-270,-8 3 450,0 1-361,0-4-358,-8 10 179,6-11 0,-14 16-90,15-2 180,-7 5-90,0 4-450,-2 13 90,0-1 270,2 9-45,7-18 0,2 0-135,7 11 225,-7-13 0,0 0-134,15 6-384,-6-11 293,15-7 180,3-1 180,-9-11-161,20-1 161,-33-7-180,26-6 90,-23-6 90,9 5-90,-8-10 90,6 4 0,-15-6 180,15 6 110,-14-4 69,6 9 255,-8-9-614,0 15 90,0-8 0,0 15-270,0-9 180,0 9 0,0-3-180,0 5-900,0 0 900,0-6-90,8 5 180,-6-5 90,6 6-90,-8-6-90,0 5 90,0-5-90,0 6 0,0 0-89,7-6 89,-5 5 0,6-5 0,-8 6 0,0 0 90,8-6-90,-6 5 90,6-5 180,-8 0 0,0 5 0,0-5-180,0 0 179,0 5 1,0-11-90,8 11 0,-6-5 0,6 1 90,-8 3-270,0-3 180,0-1-360,0 5 180,0-11 90,0 11 180,0-5-180,0 0 0,0 5 270,0-5-270,0 6 270,0 0-270,0 6 0,-8 1 0,6 6-90,-6 0 0,0 22 90,-2-5 45,5-3 0,0 2-192,1-3 1,1 0 56,2 0 0,2 1 90,2 2 0,1-1-360,0-1 0,2-2 270,10 2 0,2-3 180,3 5-270,-2-12 1,3-5-1,3-12 0,1-5 0,-2 0 0,1-2-192,10-7 0,-1-5 237,-10-6 0,-3-1 90,1 5 0,-1-1 0,-3-4 0,-1-2-90,6 0 0,-3-1 135,-8 4 0,-2 0-585,6-4 1,-1 1 1214,-5-3-820,0-12 280,-2 13 630,-8-13 0,0 11 629,-16-12-1079,4 14 1184,-13-6 75,-1 29-720,-9 12-449,6 27-180,-5-2-720,28-1 1,3 3 584,-6-6 0,2 0-1684,5 13 1,2 0 1028,0-8 0,0 0 475,-1-3 1,4 0-1505,18 9 1,5-3 1101,-10-13 1,1 0-184,9 5 0,4 3 1,-1-5-327,-1-5 0,0-4 1046,9 3 0,3-4 0,2-14 0,2-5 0,-11 0 0,1 0 0,-1 0 0</inkml:trace>
  <inkml:trace contextRef="#ctx0" brushRef="#br0" timeOffset="187150">10354 12519 9242,'0'-14'3276,"0"-3"0,0 15-2363,0-9 2363,0 9-2324,0-3-3291,0-1 2339,0 4 0,8 25 0,2 13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09:27:05.061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3475 4440 7533,'-8'-7'1799,"-2"1"-1709,0 6 359,3 23-269,7-12 0,0 20 0,0 3 0,0-1-1016,4 1 1,2 7 0,-1-3 835,-3-7 0,0 1-90,3 8 0,1 8 0,1 1 0,-1-7 135,-1 0 0,0 0-27,-2-7 0,1 7 0,-1 2 0,1-1 0,-1-5 132,1 0 0,-1-2 0,0-1-91,0 5 1,0 0 0,-1-3 75,-2 10 0,0-10-45,0-20 0,0 6-90,0-23-629,0 0 269,0-6-1799,0-13 4215,0 9-3944,-8-30 1888,6 29 0,-14-31 0,7 15 0</inkml:trace>
  <inkml:trace contextRef="#ctx0" brushRef="#br0" timeOffset="370">3510 4478 7533,'-8'-39'1092,"0"0"0,6 6 0,1 0-392,-5-10 1,4 3-251,12-5 629,23 21-989,-4 16-1261,14 8 1351,-7 8-90,-1 11 134,-3-1 1,3 6-285,-8 5 0,1 5 1,-1-2-166,8 1 0,-2 4-45,-11-2 0,-1 6 0,-3 2 0,-6-3 60,-9-2 0,-6-1 1,-1 1 179,0 7 0,-1 2 0,-6-1 30,-8 1 0,-7-1 0,1-8-1146,0-7 1,-1-4 1055,-7 2 0,1-6-180,-3-10 270,6-6-719,-20-1-361,27-12 451,-3-1-1260,40-6 1889,15 1 0,5 2 0,6 1 0,0-1 0,0-1 0</inkml:trace>
  <inkml:trace contextRef="#ctx0" brushRef="#br0" timeOffset="700">4710 4221 7533,'-24'-11'1092,"1"0"0,-2-1 0,1 1-51,-20 4-816,14 11 0,-2 7-225,5 7 0,-1 5 0,2 5-362,2 4 1,1 4 0,2 3 0,1 3 289,4 0 0,2 3 0,1 1 0,1 2 1,2-1 101,3-6 0,0 1 0,1 0 0,2 1 0,1-1 0,3-1-210,2 9 0,4-1 0,1 0 0,2-2 0,2-2-23,2 1 1,1-3 0,4-1 0,4-4-618,8-1 1,6-2 0,1-3 0,-5-5 832,1 0 1,1-4 0,0-5 0,4-2 0,-6-4 0,5-5 0</inkml:trace>
  <inkml:trace contextRef="#ctx0" brushRef="#br0" timeOffset="4833">5062 4427 7533,'-17'-13'449,"7"6"91,-6-5-360,14 11 0,-6-5 270,8 0-270,0 5 359,0-11-359,0 11-90,0-5 90,0 6-90,0 0 360,8 0-360,2 0 359,8 17 1,-1 5-315,-3 4 0,-2 4-384,-2-1 0,-1 2 249,8 10 0,0 1-637,-4 3 1,1 1 306,0-16 0,1 1 1,-1-1 149,5 13 0,0-1 45,2 1 0,1-4 45,-8-17 0,-1-1 0,-3 4 1,-2-3-827,0-8 466,-1 11-899,3-5 359,8 6 990,-8-6 0,-10-2 0,-10-5 0</inkml:trace>
  <inkml:trace contextRef="#ctx0" brushRef="#br0" timeOffset="5083">5098 5278 7533,'-45'0'3276,"9"-5"-1245,11-8-1222,15-13-269,12 3 0,4-4-842,5-8 0,5-2 572,2 6 0,2-1 0,3-2-856,1-2 1,3-3 0,0 0 0,-1 2 555,1 2 0,-1 2 0,1-2 75,1-2 0,2-2 0,0 0 0,-2 4-768,-3 4 1,-1 3 0,-1-1 2,4-4 1,0-1-1,0 4 180,6-2 1,-4 3 179,-10 3 0,-2 5-89,6 12-811,-13-2 1260,0 11 0,-26 46 0,2-18 0,-1 1 0</inkml:trace>
  <inkml:trace contextRef="#ctx0" brushRef="#br0" timeOffset="5417">5874 4853 7533,'-10'-7'2518,"2"1"-2068,0 0-360,6 5 630,10 12-451,-4 5-44,11 4 0,1 3 45,-4 11-1042,1-6 0,0 1 233,4 12 449,-7-11 0,-2 2-384,-2-3 1,-2 0 158,-2 7 0,-4 0-405,-5 0 1,-4 0 404,-1-2 0,-3-4-270,-5-4 1,-3-5 179,1-7 1,-2-3-316,-21 1 720,10-12 0,10-18 0,7-4 0</inkml:trace>
  <inkml:trace contextRef="#ctx0" brushRef="#br0" timeOffset="6190">6438 4504 7533,'-19'-7'2428,"-5"-10"-719,14 14-1529,0-8 270,10 11 270,26 28-810,-5-8 0,3 2-1003,-1 1 1,1 2 0,0-1 494,3 1 1,2-2-303,13 7 1,-1-7 899,0-12 0,-1-11 0,2-6 0,-9-9 0,-1 1 0</inkml:trace>
  <inkml:trace contextRef="#ctx0" brushRef="#br0" timeOffset="6440">7038 4324 7533,'-18'-28'2968,"1"10"-539,-1 24-1890,0 2-44,2 25 0,-1 10-585,-2-2 0,1 3-408,8-12 1,0 2-1,0 2 115,-2 0 1,-1 4 0,0-1 0,4-5 337,6-1 0,0 0-435,-4 13 0,-3 7 1,4-9-151,6 5-360,-1-1 1,2-2-684,7-8 1493,2 0-450,-1-14 630,-1-23 0,0 5 0,2-6 0</inkml:trace>
  <inkml:trace contextRef="#ctx0" brushRef="#br0" timeOffset="6642">7373 5047 9062,'-20'-8'3276,"-11"25"-3314,12 18-142,9-13 0,0 3 180,-11 19 0,3 2 0,14-13 0,2 0 0,-6 1 0,0-1 0,0 1 0</inkml:trace>
  <inkml:trace contextRef="#ctx0" brushRef="#br0" timeOffset="7174">7708 4504 7533,'0'-33'3276,"0"13"-2145,24-2-591,-11 19 224,24-3 1,7 0-495,-14 6 0,1 0-180,12 0 0,2 0-1,-5 3 1,-4 0 0,3-2-90,-5 8 0,-3-1 0,-7-5-359,17 14 359,-31-15-900,-3 15 810,-22 3 360,3 7-180,-10-1 0,-5 3 299,4-1 1,-1 3 0,0-1-560,-6 3 0,0 3 500,-1 3 0,-1 5 0,4-8-151,12-16 1,1 0 0,-2 8 0,-1 5 0,4-5-180,2 5-180,2-2 0,5-2 180,13-8-1099,17-2 919,-3-13-630,5-5 1,2-2 450,3-5-586,5 0 1,0-1 584,-3-7 360,7-1 0,-2 0 0,-21-1 0,21-8 0</inkml:trace>
  <inkml:trace contextRef="#ctx0" brushRef="#br0" timeOffset="7344">7867 4878 7533,'-26'-6'1638,"1"0"0,-6-1 1638,21 1-3082,16 6-1139,29-2 1,10-2 944,-16 1 0,3-1 0,9-1 0,6-2 0,0 0 0,-4 0 0,-1 1 0,0-1 0</inkml:trace>
  <inkml:trace contextRef="#ctx0" brushRef="#br0" timeOffset="7661">8449 4065 7533,'-10'-19'3276,"2"6"0,16 18-2722,10 4-464,7 18 0,1 4 179,7 4-1362,-9 2 1,2 8 0,-3-2 611,-7-10 0,-1 4 355,-4-3 0,0 7 0,0 2 0,-1 0 0,-2-6-96,0-2 0,-2-3 0,0 4 204,-2 5 0,-1 7 0,-1 2 0,-1 0 0,-4-5-5,-3-3 1,-3-2 0,0-2 0,0 1-23,4 0 0,1 0 0,-1 0 0,-4-1 269,-9 5 1,-6 1 0,0-4 0,1-6-815,2-5 1,-3-3 349,-2 2 0,-4 1 0,2-7-569,-17-2-631,18-8 1440,3-12 0,38-29 0,-3-6 0</inkml:trace>
  <inkml:trace contextRef="#ctx0" brushRef="#br0" timeOffset="8183">9825 4750 7533,'0'-39'90,"-8"6"-270,14 13 270,-4 3-180,16 15 899,-1-3 1,24-1-1,-17 4-1312,11-1 1,2 1 772,-3 2 224,1-3 1,4 0-328,-8 2 1,1 0 192,7-2 0,2 0-450,0 3 0,-1 0 0,-9 0 0,0 0-1080,4 4 1,-3 4 540,-1 12 629,3 13 0,-54 2 0,-15 3 0,9-10 0,-1-1 0,1 0 0</inkml:trace>
  <inkml:trace contextRef="#ctx0" brushRef="#br0" timeOffset="8350">9825 5098 7533,'-33'0'0,"3"-6"3276,3 5 0,11-11-1823,24 5-1183,10-6 270,25-5-316,-10 8 1,4 0-702,-6 1 1,3 0-1,-1 1-93,2-2 1,1 2-1,1 0-480,5 2 1,2 2 0,-1-1 1049,-3 0 0,-2 0 0,2 4 0,6 9 0,1 5 0,-1 1 0,-2 0 0,1 0 0,-1 1 0</inkml:trace>
  <inkml:trace contextRef="#ctx0" brushRef="#br0" timeOffset="9034">12012 4904 7533,'-27'25'539,"-1"0"1,9-2 0,3 2-495,2 14 0,4 2-1401,9-9 1,0 0 1444,-3 6 1,1-1-90,2-7 0,2-2 360,6 18-330,2-20 1,0-2-390,3 5 1079,19-17-630,-27-26 45,8-8 0,0-7 0,-10-7 0,-2-5-834,2 7 0,1-1 0,-1 0 639,-1 1 0,-1 0 0,-1 1-75,1-16 0,0-2 45,0 11 0,0-1 0,0-2 22,0 7 1,0-1 0,0-2-1,0-1 32,0 0 0,0-1 0,0-2 0,0 0 1,0 3-272,0-4 0,0 2 1,0 0-1,0 0 262,2 0 0,-1-1 0,1 1 0,1 3 315,2 0 0,1 2 0,1 3-52,5-12 1,3 4 410,5 7 1,3 7-214,15 9-101,-14 25 0,3 7-45,7 10 0,0 6-268,-4 4 1,-1 1 42,6-1 0,-1 1 0,-6 5 0,-5 0 899,-2 6-989,-4-18 0,-2 1 175,-9-1 1,-3 1-86,3 1 0,-2 2-90,-6 3 0,-4-1 109,3-5 1,-5-4-425,-23-1 1,-3-4 269,6-4 908,-10-5 1,-4-1-1179,-5 2 180,16-10 0,-1 0 45,1 5 0,2-1 1319,-9-3-1544,13 4-1216,25-6 47,17 0 540,27 0 989,-5 0 0,-4-8 0,8-5 0,0-1 0,-2 0 0,1 0 0,-1-1 0</inkml:trace>
  <inkml:trace contextRef="#ctx0" brushRef="#br0" timeOffset="9249">13053 4078 7533,'0'-27'3276,"-8"-3"-1515,-2 16 667,-23 1-1168,-12 19-946,10 10 1,-1 5-1114,4-2 1,0 5 918,3 4 0,0 5 0,2-3-1315,-2 2 0,1 1 1045,7-3 0,1 3 0,1-3 105,-4 3 0,3 0-695,6 1 0,2 2 0,2-1 650,-1 1 0,3 1-945,5 9 1,3 6-1,3-5 675,0-8 0,5-2 30,5 1 0,4 3 1,2-4-535,6 0 0,5-2 174,5-3 1,4 1-1,-1-4 825,1 2 0,2-3 0,1-5 0,4-2 0,-2-5 1,2-6-1,0-1 0</inkml:trace>
  <inkml:trace contextRef="#ctx0" brushRef="#br0" timeOffset="9674">13370 4440 7533,'-4'-31'1092,"0"0"0,4 2 0,-2 4 759,-5 4-1581,14 3-1,3 11 91,16 35-180,-7-8-528,-1 5 1,-2 5 572,-7 1 0,1 0-135,7-7 0,0 3 90,-7 9 0,-2 5 0,1-3-1323,4-4 0,1-1 753,-2 3 0,-1 2 1,0-1-511,3 3 1,-1-1 134,1 3 1,0 0-1,-1-8 1,-1-2 851,1 2 1,-8-6 0,-19-17 0,-7-2 0</inkml:trace>
  <inkml:trace contextRef="#ctx0" brushRef="#br0" timeOffset="9841">13388 5007 7533,'-16'-12'2158,"-3"-13"-1618,-17 10 2736,17-15-1785,3 9-771,40-10 0,5-2-1995,4 10 1,3 2 1184,-8 3 0,0 1 135,7-2 0,-1 1-161,-12 5 0,1 0-424,14-3 1,1 0-32,-13 3 0,1-1 451,5 1 0,4 1 0,-2 0-1519,9-5 1,-1 1 1476,-9 6 1,2 0-1,-2 2 1,1 1-1,-2 2 1,18 7 0</inkml:trace>
  <inkml:trace contextRef="#ctx0" brushRef="#br0" timeOffset="10142">14182 4027 7533,'-9'-27'1638,"0"-1"0,-1-9 303,10 31-592,26 31-899,-5-2-715,0 2 0,-1 4 444,-2 2 1,0 3-120,-1 2 0,2 3 0,-2 0-334,-6-7 0,-1 0 1,0 3 219,-1 1 0,0 4 0,0 2 0,-1-1 0,-4-2-649,-3 8 0,-4-3 0,-1 3 545,2-2 1,1 3-1,-2 0 1,-1-5 67,-1-1 0,-1-4 0,-2-1-45,-7 12 0,-3-5-460,1-15 0,-2-3 685,1 0 0,-1-2-184,-2-7 0,-1-3-265,-13 6 983,15-7-894,-19-7 1266,17-12-1176,-13-1-710,10-6 890,15 1 0,10-7 0,10-1 0</inkml:trace>
  <inkml:trace contextRef="#ctx0" brushRef="#br0" timeOffset="10891">15081 4568 7533,'-27'6'1034,"13"17"1,2 7-901,-2 12 1,3 4-1228,6-13 1,2 2 0,-1 1 1117,-3 11 1,-1 4 0,0-3-26,1-13 0,1-2 0,1 2 68,1 6 0,1 1 1,-2-4-69,-3 1 0,1-4 327,7 8 213,0-49-91,0-21-449,0-5 0,0-5-620,0-5 1,0-2 409,0 7 0,0-2 0,0-1 141,-1-4 0,1-1 0,1-1 1,-1 7 1,0-1-1,0-1 1,0 1-255,-2-4 1,0 0 0,-1 0 0,2-1 253,0-1 1,0-2 0,1 1 0,0 0 179,-1 4 0,0 0 1,1 1-1,2 1 68,2-5 0,2 2 0,1 3 180,0-1 0,6 7 134,13 14 1,5 12-180,0 17 0,2 8-180,8 3 0,1 4-403,-13-3 0,0 3 0,-1-1 178,5 1 1,-3 1 44,-7 1 0,-1-1 418,-1-8 0,-1 1-553,-2 7 0,-1 2 0,13 10 649,-12-12 0,-3 0-559,-5 4 165,-4-2 0,-4 2 105,-18 9-90,4 8-45,-7-28 0,-3-4 1351,-7-4-1396,3-3 0,1-1-90,-5 1-329,2-5 0,-1-1 59,-2 6 461,2-3 1,-1-1-462,-7 0 180,2 3-1495,9 1 1135,24 1 225,20 1 315,27-2 0,-4-11 0,8-4 0,2 0 0,-9 2 0,0 0 0,1 0 0,-1-1 0</inkml:trace>
  <inkml:trace contextRef="#ctx0" brushRef="#br0" timeOffset="11192">15963 4259 7533,'-8'-39'2788,"-1"6"-449,-1 2-450,-6 5-1080,6 6-179,-7 1-270,-9 12-900,14 1 360,-19 12-270,4 7 360,-3 7-33,10-5 1,-1 2-13,3 3 0,1 4-324,-9 9 1,-1 4 368,5-2 0,1 3 0,1-2-601,0 7 1,1 0 780,2-2 0,-1 4 0,6-4-45,8-3 0,4-1-135,-5 6 0,2-1 135,6-1 0,4-2-180,0-11 0,4-1-90,9 14 0,1-2 45,-10-16 0,1-1 45,13 6 0,-1-2-45,-4 0-790,5-6 430,-7-1 0,15-6-719,5 0 494,-9-9 1,2-1 764,16 3 0,-20-15 0,-3-5 0,12-15 0</inkml:trace>
  <inkml:trace contextRef="#ctx0" brushRef="#br0" timeOffset="11434">16157 4452 7533,'0'-33'2878,"-8"8"-2248,6 6 449,-5 12-89,7 1-541,0 6-539,0 6 360,0 7-90,7 13 180,3 12-810,2-15 0,2 1 271,-1 1 1,1 1-992,-1 3 1,2 0-470,5 0 1,1 0 1076,-11-5 1,1 0 291,9-2 0,1-1 270,7 4 0,7-28 0,0-7 0</inkml:trace>
  <inkml:trace contextRef="#ctx0" brushRef="#br0" timeOffset="11657">16704 4259 7533,'0'-40'1799,"0"8"1477,0 14-2505,0 10-321,-8 3 719,-9 34-1169,5-11-252,-8 15 0,1 6 162,8-4 0,0 3-513,-4-3 1,-3 2-1,0 2 543,2 1 0,2 1 0,-1 1 60,-1 2 0,1 2 0,1-1-570,1-1 1,1-1-1,2 0 330,2-3 0,2 0 1,2-2-939,3 8 0,2-2 323,-2-10 1,4-5-315,20-1 1169,-19-11 0,36-34 0,-11-5 0</inkml:trace>
  <inkml:trace contextRef="#ctx0" brushRef="#br0" timeOffset="12224">17039 4001 7533,'-8'-26'0,"-1"6"1709,-1 1-720,10 12-1079,10 2-90,7 10 1530,16 14-541,-3 2-1818,-1 2 0,1 3 1323,-10-6 1,-1 2-90,6 5 0,1 3-525,0 9 1,-1 2 448,-9-12 1,0 2 0,-1 3-512,-2 6 0,-1 5 0,-1 1 0,-2-2 452,-1-2 0,-2-2 0,-2 3-113,-5 2 1,-2 3-1,-3 1 1,-2-4-621,-5 4 0,-3-4 0,0-1 523,3-6 0,1-1 0,-2 0 228,-4 3 1,-1 0 0,-1-6-514,-2-8 1,-1-4 200,-3 4 0,-3-2-336,-14-3 0,2-3 180,-3 3 45,7-10 1,2-5 1568,13-6-1434,-3 0 2637,17 0-3536,8 0 1346,0 0 0,24-23 1,5-5-1</inkml:trace>
  <inkml:trace contextRef="#ctx0" brushRef="#br0" timeOffset="12793">18239 4131 7533,'-18'-13'-360,"-8"-1"1529,7 7-539,-7 1 449,-15 6-719,10 12 45,-6 7 0,-1 5-1000,17-7 1,1 4 774,-4 9 0,-3 4 0,4-2-571,2-3 0,3 1 510,0 7 1,1 4 0,1-3-210,-3 1 1,2 0 119,6 4 0,3 4 0,0-2-60,1-10 0,0-2 0,3 2 119,4 7 1,2 2 0,4-3-876,3-4 1,3-3-1,2-1 606,12 8 0,3-3-1227,5-2 0,3-3 552,5-9 1,2-2 854,-4-1 0,2-4 0,-2-11 0,4-4 0,0-1 0,-2-2 0,1 0 0,-1 0 0</inkml:trace>
  <inkml:trace contextRef="#ctx0" brushRef="#br0" timeOffset="13507">18697 4788 7533,'-17'33'629,"-1"-1"-359,0-1-2730,9 2 2639,-7 12 1,7-15 0,0 3-90,4 0 0,-2 1 135,-5-1 0,1 0 45,9-3 0,2-4 727,-8 2-1087,8-4 270,0-17 352,8-2-82,-6-22-270,6 2-270,0-23 135,0 14 0,1-2-895,-3 2 1,0-1 759,2-5 0,0-3 45,0-8 0,-1-4 60,-1 0 1,0-4-84,0 7 1,1-5-1,0-1 1,-1 4-473,-2 0 0,-2 2 0,1-2 495,1-2 0,-1-4 0,1 1 0,1 4 195,3 3 0,0 3 0,2 0 89,-2-4 1,0 1 0,5 4 120,12-2 0,1 6-331,-12 10 1,1 7 240,26 23-450,-5 14 315,-18-2 0,1 2 536,7 2 1,-1 2-627,-6 5 0,-1 0-90,0-9 0,-1 1-90,6 15 0,-4 0 225,-6-3-90,0-6 0,-2 0-90,-3 10 180,-14 4-900,-4 4 675,-5-21 0,-5-3-135,-5-3 1,-3-3 179,-3-1 0,-1-2-129,4-5 0,1-1 129,-16 5 90,-6-9 1631,18 4-1676,1-6 0,1 0 45,7 0-90,-1 0-1574,23 0 1304,0 0-1079,23 0 989,-9 0 45,13 0 0,3 0 405,9 0 0,-9-2 0,5 0 0,0 0 0,-1-1 0,0 1 0,0 0 0</inkml:trace>
  <inkml:trace contextRef="#ctx0" brushRef="#br0" timeOffset="13767">19544 4285 7533,'10'-45'1349,"-10"-1"1927,-10 1-2864,-16 12-13,15 14 140,-13 13 345,6 6-794,-17 18-90,13-2 0,-1 6-1045,-2 8 0,-2 6 0,3-1 1000,2 4 0,1 3 90,3-8 0,-3 2 0,2 1 0,4-5-270,3 2 0,3-1-270,-9 12 1,2 1 359,9-7 1,4-2-91,2-5 0,2-1 45,3 9 0,2 1 0,6-5 0,2-2-270,-5-6 1,1 0 179,5 6 0,4-1-855,10 0 1,0-3 899,-12-7 1,2-2-286,6 1 0,5-1 0,-5-3 510,-1-2 0,7-20 0,2-9 0,-9-9 0,-1 1 0</inkml:trace>
  <inkml:trace contextRef="#ctx0" brushRef="#br0" timeOffset="14266">19879 4401 7533,'0'-20'0,"0"1"3276,0 6-2595,0 1 39,0-1-180,0 6-270,8-5 89,10 5 1,-7 0 180,36-5-180,-7 5-462,-10 3 0,2 1 147,3-1 0,-1 2 135,-2 1 0,-1 2-180,16 5 0,-6-5-450,-8 17 90,-19-16 180,17 16-50,-21-17-309,8 11 89,-9-5 180,-1 6 90,-8 5 540,-23 8-270,-7 13-720,5-13 0,-3 0 675,6-6 0,-1 1 90,-2 3 0,-1 1-334,-4-3 0,0 0 559,-2 7 0,-1 1-120,7-8 0,-1 0 0,2 0 254,-8 10 1,3 1-135,2-4 0,3-1-1651,6-5 0,3 0 1291,-2 10-534,10-9 264,16-11 947,2 0-1307,23 5 450,-11-9-90,1 0 0,3-1-269,11 0 314,-11-4 0,1-1-371,-1 0 0,1 0 236,0-3 0,-1 0 1914,11 0-2993,-4 0 1439,-15 0 0,-40-6 0,-9-2 0</inkml:trace>
  <inkml:trace contextRef="#ctx0" brushRef="#br0" timeOffset="14474">19844 4698 7533,'-39'-20'3276,"-1"7"0,38 7-2183,-5 6-1452,7 0 269,7 6 180,11-5-360,2 11 90,21 1-2339,4 1 1155,-14-2 1,1 1 868,-5-6 0,0 0 180,3-1 1,-1 1 280,16 10 0,-8-10 1,3 0-1,1 6 1,0 0-1</inkml:trace>
  <inkml:trace contextRef="#ctx0" brushRef="#br0" timeOffset="14834">20602 3962 7533,'-8'-39'2428,"6"12"-1168,-5 9-1,7 12-2698,7 12 1259,3 12 90,16 15 270,-5 0 0,1 3-687,-7-8 0,1 2 597,3 1 0,3 3 0,-6-2-1205,-9-3 1,0 0 1114,13 10 0,-1 2-135,-17-12 0,0 0-321,7 2 0,4 3 0,-4 0 576,-6 2 0,-3 0 0,1 0-61,4 0 1,1 0 0,-1-1-860,-4 16 1,-2-2 889,-2-14 0,-2 0 0,-3 6 0,-2 1-366,2-7 1,-3-1 815,-6 1 0,0-2 223,8-7 1,-1-1-90,-14 4 1,-1-1-405,10-4 0,-2 1-214,-5 0 1,-5 0-1,2-2 124,0-4 0,1 0-90,-5 9 0,-3-2 843,-1-12 1,0-1-619,0 6 0,1-1-1125,-1-4 0,1 0 995,9-1 0,3-1-275,-3 1-2329,21-1-9,2-5 2811,9 6 0,26-10 0,11-5 0,2 2 0,0-1 1</inkml:trace>
  <inkml:trace contextRef="#ctx0" brushRef="#br0" timeOffset="14967">20937 5214 7533,'-17'-13'0,"-1"6"-547,-15 7 1,7 17 0,-1 7 0,-9 4 0,-1 0 0</inkml:trace>
  <inkml:trace contextRef="#ctx0" brushRef="#br0" timeOffset="22274">3157 8054 8432,'-9'-6'1439,"1"-13"-1079,8-2-270,3-11 0,2-3-360,4-4-823,1 0 1,2-6 0,0 3-171,-2 11 1,1-1 1149,2-7 1,1-7 0,1-2 0,0 1 74,-1 2 1,-1 1-1,1-1 1,0 0 109,-1 6 0,0 0 0,0 0 0,0 1 0,0 0-175,1-4 1,0 0 0,-1 3-1,-1 4 238,1-6 0,-1 8 135,4 9 270,-6 17-91,15 24-179,-13 0-45,4 17 0,-1 10 101,-7-4 1,-2 4 0,0-1-387,0-8 0,1-1 0,-1 3 60,1 3 0,-1 4 0,1 3 0,0-1 0,-2-3-92,-1 8 0,0-3 0,-1 1-88,1-9 0,1 1 0,-1-1 1,1-1 59,0 4 0,0-2 0,1-3-960,2 5 1,1-6 2678,11 4-2544,-8-7 1,1-4 494,5-14 450,-8 2 0,-10-18 0,-10-7 0</inkml:trace>
  <inkml:trace contextRef="#ctx0" brushRef="#br0" timeOffset="22475">3422 7860 7533,'-25'-14'1092,"1"1"0,-4 3 0,9 1 1388,25-3-2120,-12 11-899,37-11 539,-9 11-1080,14-9 1,2-3 989,5 3 50,-8 0 0,5-4 0,-1-5 0,2-3 0,2-2 1,-5 5-1,0 0 0,0-1 0,-1 1 0</inkml:trace>
  <inkml:trace contextRef="#ctx0" brushRef="#br0" timeOffset="22733">4092 6918 7533,'-19'-22'3276,"3"5"-526,16 28-1401,0 27-1169,0-1-1304,0 10 1,0 2 898,-1-22 0,2 1 195,3 16 0,3 8 0,-2-5-420,-4-12 1,2 2-69,1 5 1,3 7 0,-1 1 0,0-6 202,-1 1 0,0-3-15,0-2 1,2 1-1,-1-4 15,-2-8 0,1-4-764,3 8 1318,-8-5-1498,16 7 449,-4-13 810,5-2 0,15-26 0,-3-15 0</inkml:trace>
  <inkml:trace contextRef="#ctx0" brushRef="#br0" timeOffset="23108">4621 7435 7533,'-41'-25'3238,"18"3"-2384,-1 11 1,-1 2 584,-3-3-629,1 12-361,9 0 91,3 6-360,13 1 0,-6 12-810,8 13 270,0-3 270,8 13-360,3-10 1,3-2 89,8 10-1279,1 2 1,3-1-1625,3-3 2948,-12-14 0,1 2-775,3 2 1,-1-2 820,2 6 387,-6-5 0,1 0-118,9 12 540,-14 1-180,3 5 1978,-23-18-1438,-17-8 2376,-12-14-2643,11-10 0,-1-1-319,0 2 1,1-1-315,-6-9 0,3-2 0,-2 0-270,-8-8 90,37 11 180,-6 6-1416,8-4 697,8 10 499,1-11-1669,17 10 809,-7-3 1080,15-1 0,-6-1 0,6-2 0,2 0 0,5-2 0,0-1 0,0 0 0</inkml:trace>
  <inkml:trace contextRef="#ctx0" brushRef="#br0" timeOffset="23417">5062 7602 7533,'-25'-13'3276,"-3"0"-1155,1 6-1132,-6 1 1530,-3 29-2160,15-6-1445,-5 9 0,5 3 1355,15 1-659,-2 0 1,-2 7-1,4-4-60,9-7 1,2 0 269,2 8 0,1 3 0,3-5 260,1-10 0,5-2-1173,10 1 1,6 1 0,-3-5-148,-7-7 0,1-2 494,8 2 1,4-1 0,-6-5 925,10-10-270,3-13-556,-10-18 1410,-26 9 1,-2-3 314,4-10 1,-3-3-391,-8 5 1,-5-3 0,1 3-241,1-5 1,-2 1 11,-4 1 0,-3-2 1,-2 4-418,-6 4 1,-1 2 180,-4-9 0,-1 3-146,2 14 1,-1 6 279,-16 2-3147,15 48 2788,11 1 0,17 2 0,8 1 0,1-7 0,1-1 0</inkml:trace>
  <inkml:trace contextRef="#ctx0" brushRef="#br0" timeOffset="24125">6844 7395 7533,'0'-38'1259,"0"10"-1079,-8 4 809,-2 11-719,-7 6 0,7 1 360,-22 6-361,3 11-89,-16 4-404,19 4 1,1 5 358,2-2 0,1 3-90,-1 13 0,1 1 45,4-12 0,1 1 45,-2 12 0,4-1 45,4 4-180,0-4 0,6 1-45,10-12 0,6 0 0,4 14 0,5-2 0,-2-17 0,3-3-135,8 4 0,1-6 90,7-11 0,-2-1-270,-9-10 1,-3-4 269,1-7-45,0 4 0,1-3-45,-6-9 0,-3-3 180,3-3 0,-1-2-90,1-10 0,-2-3 270,-5 10 0,0-1 0,-3 2-135,-3 0 0,0 2 539,4-6 1,-5 7-45,-12 16 306,-11 3-126,-2 11-271,3 5 361,-15 20-450,26-2-664,-9-2 1,-1 1 483,6 11-810,0 11 540,1-16 0,3 2-1549,15 8 1,3 1 1028,-10-4 0,2-1 610,12 1 0,9-7 0,4-15 0,5-6 0,1-1 0,7-2 0,-1 0 0,0 0 0</inkml:trace>
  <inkml:trace contextRef="#ctx0" brushRef="#br0" timeOffset="24634">7955 7989 7533,'-16'-19'3276,"5"-1"-796,-7-17-2300,10 8-1128,8-8 678,0 11 180,0-22-270,0 10 315,-3 8 0,-2-1 0,1-3 0,-1-1-15,-5-3 0,-3-4 0,2 1-655,4 4 1,0 1 0,0-4 714,-3-1 0,-1-3 0,0 0 0,2 1 150,1-7 0,2 2 0,0 1-60,0 4 0,0 0 0,0 0 119,0-6 1,1 0 0,1 6-75,3 13 0,0 2 540,-5-16 0,4 5 584,10 14-540,1-17-539,17 28-180,9-5 0,2 12-270,0 6 0,1 2 225,-12 2 0,-1 1-747,10-1 0,-2 1 252,11 8 270,-16-6 0,2 1-315,3 2 1,-1 2 449,1 2 0,-1 0-45,-2-4 0,-1 2-360,-2 11 1,-3 3-1710,-1 7 2249,-2-1 0,-11 5 0,-24-4 0,-13 1 0,-2 1 0,7-3 0,0-1 0,0 1 0,0-1 0</inkml:trace>
  <inkml:trace contextRef="#ctx0" brushRef="#br0" timeOffset="24800">7796 7356 7533,'-28'10'1638,"0"-1"0,-14 6 663,42 15-3111,34-15-315,-8 1 1,3-1 71,6-10 1,2-2 1052,-4 4 0,5-2 0,2-9 0,7-5 0,2-2 0,1 0 0,-8 3 0,0-1 0,0 1 0,0-1 0,0 0 0</inkml:trace>
  <inkml:trace contextRef="#ctx0" brushRef="#br0" timeOffset="25391">9084 7421 7533,'0'-26'0,"-8"1"2968,-2-7-2338,1 5 269,-15-10-359,12 3-450,-13 7 90,1 14 0,-1 2-180,-8 4-175,-4 4 0,-1 6 310,10 4 0,1 4 89,-8 4 1,0 3 45,-1 4 0,1 2-618,3 4 0,1 1 528,3 3 0,3 1-225,10-1 0,3 2 0,-1 4 0,2 0-135,9-2 0,3 0 180,-2-5 0,2-2 0,2-3 0,3-2-90,9 2 0,4-3-141,-2-4 0,3-2 6,5 6 1,3-2 89,6-6 0,0-4 0,-5-3 0,-1-3 0,7-9 0,-1-4 45,-6 2 0,-3-3 0,12-23-135,-7 9 1,-3-2-531,-4-19 710,1 17 0,1-3-132,-6-6 0,-2-1 87,-3 2 0,1 1-167,2 0 0,-1 1 257,-6 4 0,-2 3 1025,2-6-575,-2 16 589,-16-1-140,-2 29-269,-8-4-271,1 23 271,-9 7-401,12-9 1,1 1-1130,-2 6 1,2 0 809,3 0 0,3 0 0,5 6 0,4-2-1125,1-14 1,3-2 45,12 6 0,6-6 1324,1-10 0,5-8 0,6-7 0,5-5 1,1-3-1,4-1 0,0 0 0,-1 0 0</inkml:trace>
  <inkml:trace contextRef="#ctx0" brushRef="#br0" timeOffset="25634">9684 7499 7533,'0'-43'2608,"0"7"-1618,0-14 44,0 24 0,0 1-584,0-10 1169,-8-9-809,-10 25-450,-17 6-270,-2 24-45,11 4 0,1 3-1045,6 2 1,1 2 1044,-4 1 0,0 4-90,-5 14 0,3 3-135,12-8 0,1 0 90,-7 10 1,5-1-541,11-16 0,4-2-187,-2 10-803,15 7 990,-3-20 1,4 0-413,8 3 0,5-3 547,1-5 1,2-4-91,7-4 0,1-4 135,-4-5 1,0-4 449,-4-2 0,-1-5 0,0-12 0,-3-7 0,-6-2 0,1-1 0</inkml:trace>
  <inkml:trace contextRef="#ctx0" brushRef="#br0" timeOffset="26024">10054 6699 7533,'0'-35'629,"0"0"1,0 7 0,0 1-136,1-1 1,-2 4 1934,-7 0-1170,-1 35-539,-1 22-541,5-3 1,2 5-1819,2 9 1,2 2 1598,-1-8 0,0 0 130,0 4 0,0 2-180,0-2 0,0 2 0,0-2-405,0 3 1,0 3 269,0-6 0,-1 5 0,1 1 0,1-3-375,1 0 1,0-2-1,2 2-220,-1-2 1,2 2 0,-1 0 0,1-4 432,1-2 0,1-2 1,0-1 161,6 16 0,-1-8-135,-2-19-629,6-12 809,-14-24 180,6-10 0,-7-4 0,-2-1 0,-7-15 0,2 7 0,0-5 0,0 4-342,1 6 0,-2 0 881,-2-10 1,-3-5 0,2 6 222,4 12 0,0 2-492,-2-6 0,-1-2 1368,-4-5 0,2 1-57,7-6-412,-4 9 1,1 1 2106,7 6-1567,23 0-1978,7 12 134,-2 7 0,4 3-1430,3 3 1,1 2 1384,7-2 0,2 2 289,0 1 0,0 1 1,-11 0-1,1 2 0,0 0 1,14 5-1,0-1 0</inkml:trace>
  <inkml:trace contextRef="#ctx0" brushRef="#br0" timeOffset="27066">10883 7551 7533,'-17'-13'-900,"-1"-1"361,8 7 269,2-4 629,8-2 451,0-7 0,0-6-181,0 6-269,0 1 899,8-5-449,-6 2 179,14-15-719,-22 16 90,4-4-180,-31 18 0,11 1-270,-9 6 0,-3 6 135,6 5 0,0 2-235,-5-3 0,1 3 190,1 10 0,3 3 0,9-3 0,3 0 0,1-3 0,2 2 0,-1 8 0,3 0 0,1 0-1573,8 0 0,4 0 1573,16 6 90,-7 9-634,8-23 1,2-2 543,8 9-90,-12-10 0,3-1-540,23-3 1,2-4 449,-17-2 0,-1-3-55,20-5 0,0-8 100,-14-7 0,-5-5 888,-3-1 1,-5-2-709,-5-2 0,-2-2 0,4-4 0,-3-2 567,-7 2 1,-2-1-433,4-8 0,-1 0-46,-2 6 1,-4 2 495,-10-9 90,-9 9 449,-3 24-359,3 1-361,1 12 317,14 19-766,-14-2 180,14 14-450,-6 6-469,8-13 919,0 19-809,0-22-136,12-2 0,0-1 405,-6 0 180,15-3 0,5-6-180,11-19 405,-9-4 0,-1-4-158,-4-3 1,-1-5 246,5-9 1,-5-3 501,-8-11-591,1 13 0,1-2 135,-6-8 0,-2 0-180,-2 10 0,0 0 299,2-5 1,1-2 0,-3 5-120,-4-7 450,6-8 571,0 34-932,-6 6-89,6 2-449,7 5 89,-3 11 180,21-2-450,-13 9 180,-2-5 194,13 6-553,-2 1 539,16 0-90,-2-2 2366,-15-11-1826,-10-1-90,-11-6-180,1 6 1931,-6 18-1751,-2-1 540,-2 26-1607,-13-14 1067,5 9-360,1-17 0,0 2-450,0 12 1,0 1 224,0-12 0,1 0 135,2 9 1,2 0-586,3-10 0,2-2-1123,9 17 1213,1-14 0,3-4-1214,6-6 900,-2-9 989,13-16 0,-13-18 0,1-7 0,13-6 0,-1 1 0</inkml:trace>
  <inkml:trace contextRef="#ctx0" brushRef="#br0" timeOffset="27441">12083 7318 7533,'0'-33'3276,"-8"-4"-1875,-2 9-591,-8-3 359,-7-1 180,-3 11-899,1 2-270,-14 25-180,27 8-90,-17 18 180,21 12-1736,0 4 1286,5-17 1,2 0-136,10 2 0,2-1 315,-4-5 1,2 1-181,8 6 0,3-1 225,-4-12 0,0 0 0,3 9 0,1 1 45,-1-4 0,1-1 270,0 4 0,-1-1 0,1-2 0,0-2 1169,9 13-628,-9-17 178,-26-10-131,-20-16-948,-17-8-135,19 0 1,-1 0 134,1 0 0,0-2-585,-5-4 1,1 1 494,-9-3 337,5 2-67,26 7 0,40 22 0,7-1 0</inkml:trace>
  <inkml:trace contextRef="#ctx0" brushRef="#br0" timeOffset="28066">12612 7435 7533,'-8'-34'0,"-2"3"-3277,-7 11 3052,7 1 1994,2 12-1230,-8 1 411,12 6-231,-19 0 451,-11 17-541,-5 11-754,17-13 1,-1 4 484,-3 10 0,3 2-180,8-7 0,1 1-91,-8 9 1,1 2-135,5-4 0,4 0 45,6-1 0,2-2 180,6 16-1169,24-7 899,1-19-585,-2-7 1,1-5 494,13-5-135,-13-5 0,-1-1 2349,11-11-2393,-1-9-1,-8-2 90,-2 5 0,-1-2 135,-8 3 0,0-2 180,13-11 0,1-1-180,-10 4 0,-3-1 450,-3 1 0,-1 0-135,0 1 0,-2 2-90,-1-11 1529,-1-7-1079,-9 11 1528,-9 8-1168,-9 20-270,0 25-451,-7 13-89,5 9-360,10-3 1,3 3-547,2-6 0,2 0 861,2 2 0,2-1-900,-2-4 1,2-4-284,7 6 598,1 4-1034,7-15 0,2-1 944,11 12 270,6-8 360,-11-13 0,1-9 0,-1-25 0,-2-16 0,3-1 0,0 9 0,0 0 0,0 0 0,0 0 0</inkml:trace>
  <inkml:trace contextRef="#ctx0" brushRef="#br0" timeOffset="28424">13088 6737 7533,'0'-32'0,"0"5"3276,0 7-1245,0 20-2301,0 55 450,0-8-1273,0-5 1,0 8 0,0-4 155,-1-8 0,2 1 779,2-3 1,1 5-1,1 0 1,-1-1-373,0 2 1,-1-1 0,1 2 304,0 0 0,1 2 1,-1 1-1,1-1-113,1-2 1,1-1 0,-1-1 0,-1 0 187,-4 6 0,-1-1 0,3-2-240,4-4 0,2-2 1,-2-5-61,-5 16 352,6-18 98,-8-32 0,0-25 0,0-9 0,0-6-483,-4 2 0,0-1 546,2-6-95,-8 5 1,-3-4 1606,3-1 1,0-3-1007,1 10 1,0-3 0,0 0-270,-3-1 0,0-1 0,2 3-144,4-2 0,0 3 24,-2-1 0,1 3 1439,7-6 1657,8 9 0,17 10-3254,-3 13-247,5 10 0,2 4-2653,19 4 2850,-7-3 1,4 1-1323,-4 5 1,0 1 1349,7 2 0,0 2 0,-3 4 0,-2 2 0,1 3 0,1 0 0</inkml:trace>
  <inkml:trace contextRef="#ctx0" brushRef="#br0" timeOffset="28890">13529 7472 8972,'-10'-7'2518,"2"2"-2068,8 5-270,-7 0 180,5 5-180,-6 3-180,8 10 360,0 14-181,0-4 1,0 16 270,15 0-1941,-13-15 1,0 1 1130,10 3 0,0 0-878,-7-6 0,0-1 339,12 17 899,9-11 0,-3-33 0,5-6 0,4 1 0,0 0 0</inkml:trace>
  <inkml:trace contextRef="#ctx0" brushRef="#br0" timeOffset="29601">14235 7447 7533,'-18'-18'2968,"0"-8"-2608,1 4 449,-1-2-629,-7 11-90,5 0-90,-6 6 270,9 1-90,7 6 0,-13 0-90,11 6-720,-14 7 720,1 12-720,5 14 451,3-10-1,7-5 0,4-1 0,4-6 0,-2 17 0,0 2 90,4-7 90,3 8 0,2-2 270,5-12 90,0 13 449,13-22-809,-11-1 450,5-7-180,-1-6-90,-14 0 359,14 0-179,-6-6 0,-1-7-90,15-13 0,-12-12-1229,4 12 1,1 0 958,-5-16 90,3-1-320,1 1 365,-10 12 0,0 0-135,3 5 0,-1 1 180,-2-5 0,-4 3 270,-2 6-540,0 7 360,0 7-450,0 18 180,0 7 90,0 9-679,0 3 499,0-5 1562,0 12-1652,16 2 90,-11-12 1,2 1-199,8-2 1,3-1 152,-1 3 1,1-1-46,4-3 0,1-4-135,0-3 0,-1-3 45,14 10 180,-3-18-90,-5-7 477,7-19-342,-17-2 0,-1-2 90,1 5 0,-1-1-724,-2-17 1,-2 0 588,12 4 269,-15 6 1,-2-2-45,-3 2 0,0 1 271,3-2 0,-1 0-137,-1-2 1,-2-1 225,1 4 0,0 2-45,3 3 1439,-8 3-1620,0 18-359,0 12-179,8 14 359,-6 2-990,21 15 630,-11 1-270,8-14 1,1 0 899,-14-3 1,0 0-721,13 5 1,-1-2-754,-15 4 393,19 3 1,-13-5-720,0-11 359,-2 10 720,-8-22 360,0 2 0,-24-22 0,-5-4 0</inkml:trace>
  <inkml:trace contextRef="#ctx0" brushRef="#br0" timeOffset="29808">13794 7215 7533,'-34'-25'0,"13"9"2698,-13-8-3957,25 11 449,1 6 271,8 2 539,8 5 0,17 0 0,12 0 0</inkml:trace>
  <inkml:trace contextRef="#ctx0" brushRef="#br0" timeOffset="30107">11571 7099 7533,'-4'-28'1619,"0"1"0,2 0-2159,3-4 0,6 3-899,21 13 1439,1-10 0,-5 18 0,1 1 0,12-7 0</inkml:trace>
  <inkml:trace contextRef="#ctx0" brushRef="#br0" timeOffset="31368">16828 6595 7533,'-28'-27'2338,"10"8"-1078,3 19-1620,5 7 495,1 15 0,0 4 135,-8 7-1164,12 1 0,3 7 1,-1-3 938,-5-7 0,0 1 22,4 8 1,2 8-1,0 4 1,0-1-424,0-8 0,0 1 0,0 0 0,0 0 0,1-1 401,-2 4 0,1-2 0,0 0 0,1 1-63,1 0 0,2 4 0,0 0 0,0-6 0,0-8 18,-2-7 0,2-4-45,4 14 0,3-6 45,1-19 269,8-14-179,-9-14 135,0-17 0,-2-4-405,3-13 42,-2 6 0,0-8 0,1 5 93,1 10 0,0-2 45,-2-3 0,-1-6 0,1-3 0,2 5 90,6-2 0,3 3 0,-3 0-30,-6 0 0,-1 0 0,6 6 29,10 3 1,7 4 0,-1 17-463,-1 28 1,-1 11 417,3-7 0,0 4-131,-8 6 0,-2 7 0,-3-4 131,-4-5 0,-1 2-68,-1 3 1,1 6-1,-1 1 1,-2-5 22,1 1 0,-2 0 0,-2 4 0,-1 7 0,-1 0 0,-4-10 0,-4-10 0,-3-2 149,-3 10 1,-3 3 0,-4-7 570,-24-5-271,2 1 1,-2-5-450,-10-12-30,13-5 0,-5-1 1,4-4-286,4-11 0,1-1 270,-12 9 0,2-3-450,18-8 1,7 1-46,7 13 1734,2-11-4471,40 5 3191,7-1 0,8-2 0,-5-2 0,5-1 0,1 0 0,-1 1 0,-1 0 0,1 0 0,-1 1 0</inkml:trace>
  <inkml:trace contextRef="#ctx0" brushRef="#br0" timeOffset="32001">17621 7421 7533,'-27'-29'3276,"-7"6"0,-1 46-1373,6-5-1813,6 19 0,5 9-270,8-3 0,8 3-657,3-8 1,3 1 0,7-3-184,5-5 1,5-2 0,4-10 434,19-11 0,4-15 435,-11-6 0,0-9 1,-5-4 778,-4-8 1,-5-5 0,-1 0-1005,0 3 0,-2 0 1,-3 2 599,-6-7 0,-3 4 1064,1 7 0,-2 6 240,-7 8-1889,-8 39 270,-2-1 90,4 22 0,2 6-1397,3-17 1,2-1 856,2 4 0,4 1-474,9 11 0,9-7-246,5-23 1,3-8 719,4-3 1,1-7 1403,-6-8 1,-2-11-978,-9-7 1,-2-10 0,-1-5-1,-3 1-227,-2-1 1,-4-1 0,0-2-1,1-3 400,-1 7 0,0-2 0,0-2 0,-1-1 0,1 0 0,0 1 60,0-2 0,0-1 0,-1 0 0,1 1 0,-2 0 0,0 3 487,-1-9 0,-1 2 0,0 2 0,0 4 485,4 1 0,0 4 0,-1 9 403,0 4-775,-8 62-540,0-12 0,0 3-180,0 7 0,0 4 0,0-2-1292,0 5 0,0 0 1322,0-6 0,0 1 0,0 1-60,0 3 0,0 1 0,0 1-728,0-5 0,0 2 0,0 0 1,0 0 644,0 0 1,-1-1-1,1 1 1,1 3-334,-1 2 0,1 4 0,1 0 0,0-1 1,1-6-275,2 0 0,1-4 1,0-1-91,0 7 1,0 1-1,2-10 810,9-1 0,-13-55 0,-5-25 0,-2-1 0,0-2 0,0 1 0,0 0 0</inkml:trace>
  <inkml:trace contextRef="#ctx0" brushRef="#br0" timeOffset="32124">18344 7086 7533,'-17'-40'3276,"-1"2"-1155,8 18-1042,3 1 360,7 12-629,0 1-271,0 6-179,15 0 360,28 0-810,-2 0-1050,-1 0 0,3 0-499,-4 3 1,2 0 1437,-9-1 0,2 0 1,0 1-1,6 3 1,1 0-1,0 1 1,-3 0-1,1 0 1,-1-1-1</inkml:trace>
  <inkml:trace contextRef="#ctx0" brushRef="#br0" timeOffset="33434">20408 7472 7533,'26'-38'719,"-15"11"271,21-9-810,-20 20 1079,13-25-899,-7 29 449,-9-23-719,-1 27 450,-16-11-360,-1 7 90,-25-1-225,8 9 0,-1 1-45,-14-3-90,-3 7 0,0 4 0,9 2-30,2 4 0,-6 4 0,5 0-60,11-3 1,1 2 201,-5 6 1,-3 6 0,-1 1-1,5 0-939,6 1 0,4 0 0,-1 1 917,-4 2 0,-1 0 0,5 2 90,6 7 0,7 2 0,3-5-10,11 12-110,4-16 0,6 4 0,3-6-105,5-9 0,2-5 45,5 8 0,3-7 0,5-16 0,-4-10 90,-6-7-120,-7-6 0,4-7 0,-5-1 75,-3-9 0,-3-1-14,4-4 1,-1-2 267,-9 12 1,-2-1 0,-4 5 2583,-5-10-2119,3 5 1,-2 3-495,-3 7 1902,-8-6-2261,-1 35-91,-1 3 135,4 19 0,4 7 0,5-6 0,2 1-180,-1 4 0,2 0 216,1-4 0,3-4-710,16 9 539,1-13-180,16 2 360,-13-34 0,1-11 135,6-6 0,-1-4-1517,-7 3 0,-2-3 1607,0-7 0,-5 1 134,-4-1 1261,0-7 448,-9 17-1348,-9 29-1080,-2 52-405,0-13 1,4 3-196,9-10 1,4 2 0,1-3 146,-1 5 1,3-5 182,6-3 1,3-7 89,-3-9 1,1-5 944,14 0 1,-12-18 0,-1-7 0,-4-3-1,-1-1 1</inkml:trace>
  <inkml:trace contextRef="#ctx0" brushRef="#br0" timeOffset="34233">21255 6531 7533,'-4'-28'1484,"0"0"0,2-9-854,-14-1-271,14 21 271,-5 16-270,7-5 90,0 6-270,0 0 629,0 17-629,0-1 629,0 33-539,0-14-1178,-1 1 1,2 1 907,2-11 0,1-1 90,-3 9 0,0 0-135,3-5 0,0 0 90,1 11 0,-2 2-762,-2 6 0,0 3 687,1-6 0,2 3 0,-2-1-60,-2-1 0,0 0 0,0 1-440,2 2 0,1 1 0,0-1 20,-3-7 0,0-1 0,2-1 0,4 0 1,3-1-1,-1-3 195,-2-3 1,0-3-316,6 6 0,1-7-10,-3-19 280,6 7 1326,-14-17-1775,21 0 1774,-19 0-1684,20-17 359,-14 7 1925,7-21-1745,1 6 180,-8-14-265,5 5 265,-13-4 0,6 13 405,-4-4 0,0-3 1933,6-14-2582,-5 14 1,0 1 1682,2 0-539,-7 12-450,0 6 629,0 6-313,0 1-406,0 6-90,0 0-270,-7 0 1160,5 23-890,-6 6-136,7-4 1,2 2-45,-1 1 0,0 1-180,0 6 0,0 0-390,-1-1 1,2 0 344,3 4 0,0 0 45,-2 9-225,9-22 1,1-1-136,-8 3-90,35-7 360,-33-9 270,33-11-629,-11-22 719,1 4-707,4-19 437,-15 11 45,-5 3 0,0-3-313,-3 0 0,-1-2 583,4-10 0,0-1 224,-3-3 1,-3 0-135,-1 0 0,-2 0 0,-3-2 0,-2 3-939,1 10 0,-2 2 804,-6-20 766,0 29-586,7 7-71,-7 13-379,8 25-135,0-2 1,0 5 89,-4 13 0,0 2-244,3-3 0,0 2 259,-2-2 0,0 3 0,1-4-411,2 1 0,0-1 321,0-3 0,0 3 1,0-2 29,0 6 0,0-2 0,0 7 0,0 1 225,1 0 0,-2 0-135,-3-1 0,0 1 0,4-2 0,-2 2-353,-2-8 1,-2 2 0,1-2 622,0 5 0,0 1 179,-5-4 1,-2 3 0,0-6-152,3-13 0,-3-3 601,-11 7 1,-3-9 449,-11-20-1214,7-4 0,-1-3-45,0-9 0,-1-4-190,-4-1 1,2-2 189,6 2 0,1-2 134,-7-6 1,1-1-180,13 11 0,1-1 752,-11-12 0,1-2-1742,6 0 1,1-1-540,2 6 0,3-1 269,1-4 1,6 2 1304,10-3 0,41 13 0,-12 14 0,-1 0 0</inkml:trace>
  <inkml:trace contextRef="#ctx0" brushRef="#br0" timeOffset="34857">23389 6582 7533,'-5'-27'674,"0"0"1,-2-16-135,7 18 359,0 5-539,0 0 180,0 2 719,0 5-540,0 11-719,0 10 180,7 11-45,-5 6 0,-2 5-45,7 5 0,2 3-783,-3-2 0,0 4 0,0 0 693,-2 5 0,-1 2 0,1 3-54,1-10 0,0 2 0,1 1 0,-1 0 0,-2-3 31,-1-1 1,-2-3 0,0 1-1,0 3-247,1 1 0,0 3 0,1 3 1,0-1-1,-1-3 0,0-5 180,-1 1 0,0-6 0,0 5-383,0 8 1,0 6 0,0-1 0,0-8-822,0-1 1,0-5 753,0 0 0,0-4-179,0-4 719,0-35 0,-16-19 0,-7-9 0,-2-4 0,1-1 0</inkml:trace>
  <inkml:trace contextRef="#ctx0" brushRef="#br0" timeOffset="35784">23283 7576 7533,'-17'-33'989,"-1"2"-359,0 10-270,1 3 1798,-1 5-898,8 0-721,3 6 91,7 2-720,7 5 180,3 0-270,16 0 90,1-6 270,16-2-806,-13 1 626,2-2 0,0 1-1328,2 5 878,-6-5 1,2-1-406,4 2 1,-1 1 404,10-3 90,-2 3 0,0 1-899,6 5 899,-9 11 90,-15 4-179,-23 10 809,0-4-62,0 20 512,-15-5-496,9-8 1,0 1 613,-3 0 1,0 0-704,4-3 0,2 1 179,3-1 1,0-1 45,0 20-90,0-12 298,16-13-478,-12-9 197,19-11-197,-13-6 562,8-12-742,7-15 90,-7 2 0,0-1-293,-4 10 1,1 0 202,11-15 0,-3 2-873,-9 5 918,1 8 0,1 1-135,2-11-158,9-7 69,8 5-91,-7-3 270,5 11 0,-21 6 719,11 7-179,-21 7 272,6 6-452,-8 6 995,0-5-725,0 11-463,0-11 103,0 5 180,0 0-180,0 7 269,-8 1-628,-1 22 89,-1-19-360,-6 25 90,14-27 90,-6 27-899,8-14 809,0 12-270,0 2 0,0-7-2737,16 9 1813,-4-11 1104,13-7-89,-7-8 89,15-5 270,-11-6-388,19-1 298,-21-6-270,29-6 90,-10-12 360,-12 8 0,-1-2-135,-8-5 1,-1-3-46,4-1 0,-1-2 225,-1-3 0,-1-1 179,5-9 1,-1 1-90,-3 11 0,-2-1-90,1-8 0,-3 1 402,-3-5 92,3-7 631,-7-5-271,-6 8-629,6 1 450,-8-2 2556,0 32-2452,0-7-914,-8 17 0,6 6 801,-6 7-1520,1 1 950,-3 22-951,-8-7 361,8 9-271,3 0 450,7-11-359,-8 16 719,6-3-66,-6-12 1,0 2 110,7-4 0,0 0 45,-2 3 0,-2 0-45,1-3 0,0 0 629,4 0 1,-2-1-495,-5 9 179,7 8-179,0-32-630,0 7 180,7-11-539,3-4 269,8 4 90,7-6-89,3 0-631,15-6 91,-6 4-271,-12-4 1,1 0 1259,19 5 0,-22-9 0,-1-3 0,21-9 0</inkml:trace>
  <inkml:trace contextRef="#ctx0" brushRef="#br0" timeOffset="36708">24959 7951 7533,'-35'-6'-450,"7"-1"1439,3-7 900,7 2-90,1 4-1349,7 3-360,10-1 90,17 4 135,17-9 0,7-6-196,-11 3 1,2-2 0,0 0-472,1 1 1,1-1 0,1-3 283,-2-4 1,3-4-1,-3-1 1,-4 4 22,0 0 0,-3-1-15,5-10 0,1-7 0,-5 6 105,-10 12 0,-4 1 0,-1-26 0,-7 2-45,-15 8 90,-12-4 0,-7 3 0,-4 12-90,-7 2 0,0 5 90,6 14-1342,-6 14 1,-2 9 1296,21-4 0,1 6 374,-5 10 1,-2 8 0,5-2-437,4-5 1,4 3 76,3 13 0,3 8 0,2-7-240,0-17 0,6 0-45,14 6 0,11 6 0,4-1 0,-3-8-204,-2-7 1,5-4 83,2-6 0,9 1 0,5-1 1,2 0-1,-4-3 0,-6-2-251,-2-3 1,-5-3 0,5-1 212,11 0 1,7-1 0,-1-1 0,-7-1 544,-3-2 1,-4-3-1,3-6 1,-2-2 0,1-1-1,-1 0 1</inkml:trace>
  <inkml:trace contextRef="#ctx0" brushRef="#br0" timeOffset="37757">27287 7447 7533,'-7'-33'1079,"5"13"-89,-14 3-361,6 9-449,0 1 180,2 1 90,1 6-181,-3 0-89,0 0 180,-14 12 0,5 8-180,-9 2-90,3 13 135,12-10 0,0 1-136,3 4 1,1 1-45,-1 1 0,2 2-90,6 12 0,4-1-1325,8 2 1190,-2-12 1,2-3-1,7 0 0,6-15 0,3-2-90,15 0 225,-10-4 0,-1-4 135,13-13-442,-17-2 1,-1-3 441,3-7 0,-1-3 45,8-6 0,1-5-15,-12 8 0,0-3 0,-2 1-75,3-4 0,-3-1 180,4-10 0,-3 3 45,-3 0 44,-11 2 1,0 1-45,6 9 0,-13-21 180,6 32-1,-8 2-359,-8 7 360,6 18-1349,-21 19 854,16-6 0,2 4-666,-8 17 0,1 2 531,6-15 1,2 0-46,-2 16 0,4-2 134,5-19 0,2-1-89,2 9 0,3-2 90,10 8 180,13-12-45,-8-24 0,1-6 45,2-7 0,1-4-532,3 3 1,-1-5 665,-1-13 1,-1-4-90,1 1 0,0-2-75,-10 4 0,-2-2 0,1 1 120,4 2 0,1 1 0,-2-2-31,-3-3 1,-2 0 0,0 1 525,6-3 0,-1 2 564,-8 0 0,-1 4-339,3 6 253,-16 8-1333,8 30 180,-6-2-90,6 15 90,-1 1 180,-5 12-1375,6-15 1,0 1 879,-3 2 1,0 2-811,4 5 1,-1-2-143,2 11 457,-1-22 1,-2-3-90,-5 3-260,6 6-550,-8-11 719,-8 4 990,-10-13 0,-8-24 0,-9-15 0,-2-1 0,6 6 0,0 0 0,1 0 0,-1 0 0</inkml:trace>
  <inkml:trace contextRef="#ctx0" brushRef="#br0" timeOffset="37890">27552 6853 7533,'-27'-18'1259,"1"-1"0,-11-4-1259,11 10 0,26 28 0,10 18 0</inkml:trace>
  <inkml:trace contextRef="#ctx0" brushRef="#br0" timeOffset="39816">27658 7408 7533,'5'-25'0,"0"-1"0,2-9 1889,-7 5-180,0 17-990,-7 11-179,-27 21-720,3 10-463,7-8 1,-3 3 701,3-1 1,-2 2 0,1 0-660,0 3 0,-2 2 528,1-3 0,-4 5 0,-3 2 0,2-1 1,4-2-562,-1 2 1,5-1 0,-3 1 632,-1 1 0,-4 3 0,3-1 0,4-5-135,1 4 1,11-5 2,20-5-48,21-26 180,-4-9 0,3-6-288,2 0 1,2-3 0,-2-1 377,4-7 0,3-2 0,-5 6 0,5-2 0,4-2 0,-1 0 0,-2 1-244,1-3 1,-2 0 0,1 0 0,3-1 228,-5 4 0,3-1 0,2 0 0,-1-1 0,1 1 0,-3 1 31,3-2 0,-2 0 0,1 0 0,-2 2 1,0 0 36,-3 2 1,0 1 0,0 1 0,-2 0 0,-2 2-150,5-4 1,-2 1 0,-4 4 5,0 2 0,-11 10-269,-37 33 269,-5-1 0,-8 7 0,1-2 159,4-4 0,0 0 0,-3 2-249,3-1 0,-5 4 0,-1 1 0,-1 1 0,1-2 0,4-4 206,-8 6 0,4-4 0,-4 4-161,8-6 0,-2 3 0,-2 2 0,0 0 0,1-1 0,2-3 0,-3 4 0,2-2 0,1-1 1,0 1 44,1 0 0,0 1 0,0-1 0,3-1 553,-6 3 1,3-1 0,10-5-1543,16 6 539,32-40 765,6-10 0,6-8-275,-10 6 1,1-3-1,0 0 200,2-4 0,1-2 0,1 1-1,3-1 1,1 1 0,-1 0-30,-3-1 0,-1 1 0,-1 2-787,-4 6 1,-1 2-1,-1 2 172,7-5 1,-3 4-46,10 0 785,-16 27 0,-9 33 0,-14-8 0,0-1 0</inkml:trace>
  <inkml:trace contextRef="#ctx0" brushRef="#br0" timeOffset="40300">29492 7395 7533,'-27'-40'2428,"9"9"-2158,10 18 899,8 7-89,0 6-990,0 0 360,0 6-271,8 1-179,-6 6 90,6 6 270,0 18-720,2-7-171,-5 0 1,-1 0 170,4 0 180,-8 19-642,8-4-348,-4-19 1,2 1-315,6 8 0,1 0 1484,7 8 0,-1-23 0,3-5 0,15-9 0</inkml:trace>
  <inkml:trace contextRef="#ctx0" brushRef="#br0" timeOffset="40707">30057 7872 7533,'-20'0'3276,"4"6"-1425,9-4-1312,5 4-179,-14-1 1709,14-3-1619,-6 4-90,0-12-360,6-2 90,-6-10-450,8-14 450,8 4-290,-6-21 155,6 5 0,0-3-1080,-7 10 0,0-3 1057,2 4 1,2-6 0,-1-1-1,0 1-142,-3-6 0,-1 0 1,1-3-385,1 12 0,1-3 0,1-1 0,-1 1 0,0 2 594,0 0 0,-1 3 0,1-1 0,-1 1 0,1-14 0,0 1 0,1 5-45,0 7 0,0 4-107,-4 2 1,0 0 961,0-3 0,0 1-361,0-15 46,-1 23 0,2 2 1089,7-13-1315,1 15-89,17-2-180,-7 17 1523,7-5-1613,7 11 0,4 1 1033,-3 5 1,1 3-1034,-7-2 0,1 2-547,2 1 1,4 2 0,-1-1-534,12 3 1,0 1 764,-3 5 1,-2 1-856,4-3 1,-7 5 89,-25 8 1,-5 1 1169,16 8 0,-35-8 0,-14 5 0,-2-2 0,1-7 0,0 1 0,-1 0 0</inkml:trace>
  <inkml:trace contextRef="#ctx0" brushRef="#br0" timeOffset="40925">30057 7305 7533,'-18'-13'2338,"8"-6"-449,2 11-809,8-4-91,0 1 270,16 8 1,19-20-1260,-3 14 26,0 0 0,0 0-26,8-4-1530,-2 9 1,0 1 810,3-3 359,-8 6 0,-1 0-2917,-3 0 2845,14 0 0,-39 17 0,-8 5 0</inkml:trace>
  <inkml:trace contextRef="#ctx0" brushRef="#br0" timeOffset="41091">29545 6840 7533,'-37'-20'1439,"11"2"-1169,19 11-270,14 7 0,27 18 0,-11-5 0,1 1 0</inkml:trace>
  <inkml:trace contextRef="#ctx0" brushRef="#br0" timeOffset="42199">2875 9306 7533,'-17'-33'719,"7"7"-179,-6 7 1079,14 11-180,-6 3-1079,8 5 90,0 0-90,8 11 539,10 4-584,-5 5 0,1 3-566,7 3 0,1 1 431,1 10 0,-1 3-528,-2-9 0,1 2 0,-1 0 318,-1 2 0,-1 2 0,0 1 30,0 4 0,0 1 0,-1 1-975,0 1 0,0 1 0,0-1 855,-2-2 0,0-2 0,0 0-630,0-3 1,0-2 0,0-1-196,3 7 1,-1-1 134,1 1 1,-2-2 494,-10-14 0,-1-2 19,4 4 0,-2-2 296,-7 1 0,-8 10 0,-2 3 0</inkml:trace>
  <inkml:trace contextRef="#ctx0" brushRef="#br0" timeOffset="42483">2787 10183 7533,'-27'-6'2069,"-7"-1"-181,7-11-1528,-1 9 1079,3-8-89,15 10-451,2-18-179,24-8 44,-4 6 1,3-3-1577,14-3 0,3 0 1172,-8 0 0,1 0-135,7 4 0,3 0-136,-10 3 1,1-1 0,-1 2-45,9-2 0,1 1-15,-7 2 0,1-2 0,0 1-240,2 0 0,0 0 1,-1 2-950,5-3 0,-1 0 1159,-6 2 0,1-2 0,0 2-810,10-6 1,-2 3 190,-12 6 0,-1 0-416,10-7 1,-1 1 224,4-1 271,-2-4 179,-17 14-1979,6 10 1752,-13 3 587,7 5 0,-18 17 0,-10 5 0</inkml:trace>
  <inkml:trace contextRef="#ctx0" brushRef="#br0" timeOffset="42658">3898 10067 7533,'-17'32'1638,"-11"-3"0,-1 3 0,11-1 0,0 1-2731,-1-1 1,-2 2 0,3-2 615,3-1 1,4 2 326,4 1 0,2 4 1,0-6 397,-5 12 0,17-5 0,9-4 1,23-8-1</inkml:trace>
  <inkml:trace contextRef="#ctx0" brushRef="#br0" timeOffset="43341">4621 9421 7533,'-17'-14'2698,"7"-3"-2068,-6 16 179,14-5-629,-6 6 630,8 0 89,0 0-539,8 0 90,10 11-360,-6 4 90,6-1 0,3 4-630,8 20-1063,4-9 0,3 0 1198,-7-5 0,-1 0-1020,3 2 1,-2-1 705,7 6 89,5-5 540,-16-13 0,3-6 0,14-21 0,4-11 0,-10 6 0,0-1 0,0 0 0</inkml:trace>
  <inkml:trace contextRef="#ctx0" brushRef="#br0" timeOffset="43584">5468 9176 7533,'-27'-7'3276,"1"2"-256,1 10-1581,-3 14-1124,7-1 0,-1 3-1545,3 1 1,1 3 1319,-4 6 0,1 1 0,3-4 0,0 3-545,4 3 0,0 6 1,-1-3 544,-3 2 0,-1 3-293,6-4 1,0 4 0,0 2-1,1-4 9,1-2 1,2-3-1,0 4-391,1 1 1,1 4-1,1 0 1,1-4-271,0 12 1,2-4 44,6 3 1,2-5 359,5-7-540,8-13-271,7-2 901,-5-9-539,-3 3 1138,7-5 0,11-41 1,-7 10-1,-1-1 1</inkml:trace>
  <inkml:trace contextRef="#ctx0" brushRef="#br0" timeOffset="43724">5644 10196 7533,'-29'6'3276,"-10"1"-76,27 17-4999,-6 10 1034,10-10 1,1 3 693,-3 20 0,11-11 0,4 1 0,1-3 0,0 0 0</inkml:trace>
  <inkml:trace contextRef="#ctx0" brushRef="#br0" timeOffset="44418">6544 9267 7533,'0'-28'3276,"8"-8"-346,10 21-2570,17-9 0,-10 19 0,3 2-801,6-3 0,2 1 531,4 4 0,1 0-1087,3-2 0,0 0 952,-7 3 0,-2 0 45,-3 0 0,-3 0 863,6 0-773,-1 0 0,-23 0-630,13 6 270,-22-4 180,-2 9-449,-18 14 359,-1 3 47,-4-2 1,-3 4 222,5-4 0,1 2 0,-2 0-340,-2 1 1,-2 1-1,1 0 250,2 0 0,-1 1 0,1 0 270,-2 3 0,-1 1 0,2-1-398,5-4 1,1-2 0,-1 2 336,-7 6 1,-2 2 0,3-2-75,1 7 0,1 0 314,3-1 1,0 3 0,3-6-558,5-9 0,3-1 108,-2 18 0,4-4 0,9-17-90,24-7-450,1-12 622,0-1-441,22-6 179,-17 0 90,-8-2 0,3-2-135,2-1 0,1-3 969,1-4 1,2-2-1420,7 1 1,1-1 89,-2-2 1,0 0-811,-7 3 1,-1 1 1337,-3 1 0,-3 2 57,2-4 0,-50 13 0,-26 7 0</inkml:trace>
  <inkml:trace contextRef="#ctx0" brushRef="#br0" timeOffset="44600">6597 9667 7533,'-45'-20'3276,"10"1"-436,17 12-321,26 1-2159,4 6-1440,29 0-114,-20 6 474,13-2 1,5-1-811,-6 3 0,0 1 1350,11 0 0,3-1-810,-9-1 1,3-1 0,-3 0 989,4 0 0,2-1 0,-1-1 0,5 0 0,2-1 0,0 0 0,-4-1 0,1 0 0,-1 0 0,1 0 0</inkml:trace>
  <inkml:trace contextRef="#ctx0" brushRef="#br0" timeOffset="45908">9684 9822 7533,'0'-39'1439,"0"6"-809,0 1 89,0 7-269,0 4-90,0 3 539,-8-1-539,-2 11 0,-8-9 89,1 4-269,-1 4 180,-7-3 0,-3 12-270,4 2 0,-3 2-360,-20 9-1248,17-1 0,0 2 1383,6-1 0,2 1 45,4 4 0,1 2-193,-4-2 1,1 2 462,5 3 0,1 0-180,-8 6 0,1-1 225,6-7 0,2 0 224,3 15 1,2 0-180,1 3-45,9 0 0,3 1-135,5-3 45,4-6 0,6-2 0,1-10 0,3-3-748,-1 1 1,1-2 522,19 4 851,-15-14 0,1-4-1031,12-13 135,-11 7 0,1-4-90,-9-8 0,-1-3 90,1-2 0,-1-2-460,-6-2 1,-1-1 684,3 4 0,-1 0 0,-6-2 0,-2 1-180,2 1 1529,-2-13 110,-8 28-920,-8-4 361,-10 18-810,-1 1-114,-7 12 114,16-5 0,-5 10-180,13-3-90,-14 4 270,14-4 292,-6 14-1462,8-6-1168,8 10 1078,2-14-988,15-6 1258,11-12-656,1-1 1107,-2-6-1081,14-6 991,-17-1 224,-7 4 0,1-1-225,9-8-90,0 0 763,-8-9-223,-1 2 0,-8 6 539,-9 1-269,-1 11 771,-16-5 488,-1 17-719,-1-2 809,2 15-180,-8-4-1079,12 0 90,-11-1-270,15-6 269,-8 0-179,6-6-180,-6-1-90,16-23-90,2 7-90,-2-11 0,1-6 0,8-4 1,0-2-1164,-6-5 0,-1 0 1298,7-5 0,0 3 90,-8 10 0,-1 2 225,2-16-90,5 15 0,1 2-90,6-10-324,-6 16 0,3 4 234,14 6 108,-5 11-333,-3-1 0,1 2 45,13 5 180,-14-3 0,1 1-449,17 9 269,-6-1 90,-8-8 0,1-1-180,17 3 270,-20-8 0,-1-2-180,9-8 1709,-1-20-1259,-23 4 360,5-10 89,-16-5-449,0 13 224,1 1 1,-2-2-45,-2 1 0,-2 1-270,-4-16 0,-2 19 0,-4 5 179,-20 14-993,5 13 904,-11 14-90,14 13-670,1-3 1,1 2 579,9-8 0,0 2 0,-5 8 0,1 1 0,10-10 0,3 1-1726,1 11 0,2 1 1546,-2-10 0,4 1-945,9 17 1,10 0-59,2-20 1,5-2 0,1-1 446,2 2 0,2 0 0,1-2 526,2-2 0,1-2 0,0-2 120,3-1 0,1-4 0,-2-2 0,3-4 0,1-4 0,-5 0 0,1-1 0,-1 1 0</inkml:trace>
  <inkml:trace contextRef="#ctx0" brushRef="#br0" timeOffset="46716">13000 9551 7533,'-18'-13'2248,"1"-23"-1078,7 6-361,2-4 451,8 12-631,0 20 541,0-3-901,0 5 541,0 34-450,0-8-91,0 20 1,0 4-564,0-23 0,0 1 144,0 13 0,0 7 0,0-6 195,0-10 0,0 0-765,2 10 1,1 6 0,0-6 539,-4-14 0,4-2-1459,15 22 1,3-5-32,-5-19 1040,17 5-179,-10-35 269,-3-7 90,7-2 450,-1-9 0,-10 4 0,1-3 0,2-4 0,0 0 0</inkml:trace>
  <inkml:trace contextRef="#ctx0" brushRef="#br0" timeOffset="47057">13317 9732 7533,'0'-32'0,"0"10"3276,-7-2-2055,5 17-141,-6 1-91,8 6-449,0 6-271,0 7 91,-8 13-270,7-2 0,0 2-270,-7 17 315,10-6 0,4-1-495,4 2-225,-3-5 1,3-1-315,16-1 314,-2-19 0,3-5 225,6-9-315,0-19 1,-1-7 584,-12-1 0,-3-3 0,6 0 0,-1-3-30,-7 5 0,-1-1 0,0 0 255,8-8 0,-1-2 75,-5 1 0,-2-2 0,1 4 599,5 3 1,-2 2-181,-5-3 1,-1 8 899,-4 22-449,-8 29-1080,0-6 180,0 26 269,0 2-2965,0-4 2066,0 9 0,6-8 0,4 1-459,-2-10 1,3 1 908,2 4 0,1 3 0,2-2 0,1-9 0,1-2 0,0 0 0,3 4 0,0 0 0,0 0 0</inkml:trace>
  <inkml:trace contextRef="#ctx0" brushRef="#br0" timeOffset="48440">14693 8918 7533,'-10'-25'0,"3"5"2698,-1-16-1798,6 13-361,-6-3 181,8 9 89,8 15-449,2 8 0,7 3-90,1 15 360,7 19-2438,-5-6 1898,-11-10 0,0 2-45,6 3 0,1 4-318,-8-2 1,-2 3-1,1 1 63,5 2 0,1 2 0,-2-1-538,-4 1 1,-2 0-1,0-3 343,4 6 1,-2-2 134,-2-2 0,0-2-246,-1-7 0,2-1 381,2-1 0,-1-1 442,-5 13-577,6-39 1351,-8-5-1171,-8-18 90,6 0 0,-21-16 0,11 19 2164,-21-19-2164,13 16-45,0 4 0,-1 0-45,-8-5 225,-10 4 0,-5 4-135,14 7 0,0 3 150,-3 0 0,-3 0 0,3 3-60,0 4 0,1 5 329,1 4 1,-1 4 0,3 2-16,-2 8 1,3 2-528,-8 3 0,3 2 303,18-7 0,3 2 90,-1-1 0,2 0-45,9-1 0,3 0-270,-3 2 0,4 1 179,8 11 1,5-3-674,14 2 449,-9-9 0,4-2-305,3-11 1,4-4 304,4 0 0,3-1 0,-7-3 0,3-1 0,-1-2-322,11 1 0,2-3 382,-9-3 0,1-3 0,-3 0-919,-1-2 0,0-1 904,11-4 0,2-3-255,-10 0 0,1-2 1,-3 0 209,2-1 0,1-2 60,1-3 0,3-2 0,-8 1-131,5-11 116,-13 7 0,-3 0-135,-3-4 517,-2-3-427,-3 10 405,-8-7 0,-4-2-135,-1 7 584,0-10 1,-6 1-495,-21 16 659,5-14-479,-4 17 0,-1 0 89,2-8-44,-9 10 0,-1 3-855,9 3 180,-4 11 0,0 5 0,6 5 90,-11 15-539,15 13 2583,8-9-2404,5-2 0,2 2 135,5-6 1,4 2-76,2-1 0,3 3 0,4-1 90,10 2 0,6-1 1,-1-1 664,0 7 1,4-3-501,-2-15 0,5-1 0,1-2 0,-7-5-135,16 3 90,2-5 1,0-5 275,-10-18-141,-13 4 0,-1-3 135,2-23-45,-9 15 0,-2 0-135,-5-9 630,5 4 629,-16 17-174,0 1-455,-8 29-270,-2 0-90,1 15 0,1 3-90,3-15 0,0 1 205,-3 13 1,0 1-566,7-7 0,0 0 270,-6-3 0,-1 0-90,6 10 0,2-1-598,-5-11 1,2-3 642,6 0 0,2-2-944,5 14 719,7-17-270,-7-3 450,6-18 0,-7-12 270,9-26-180,-13 7 0,0-2-800,3 2 0,0-1 755,-3-8 0,-1-1 0,5-2 0,0-1-355,-5 10 1,-1-2-1,0 0 460,0-2 0,-1 1 0,1-1-600,-1 0 0,1 0 0,-1 1 630,-1-11 0,0 0-228,3 3 0,2-1 0,0-1 78,2 2 0,1 0 0,0-1 419,-3 5 1,1-1 0,0 1 0,2 4-180,9-11 0,-1 7 90,-8 7 0,0 9 903,7 19-903,-7 12-450,9 12 90,7-2 1819,-13 14-1774,7-1 0,1 3 135,-4-4 0,-2 2 111,-2 3 1,0 2-1,1-2-66,5 2 0,-3-3 45,-8 1 0,-4-2 503,5 13-683,-8 1 270,0-5-180,0 4 89,0-5-587,0-6 228,0-2 31,-16 1 1049,-11-5-720,5-13 0,-1-2 1398,-22 1-1398,9-7-45,12-10 0,-1-4 289,-6-6-1009,5 1 1,1 0 134,-2-7-2827,1-10 2237,16 20 95,3-13 945,7 21 0,39 2 0,10 8 0</inkml:trace>
  <inkml:trace contextRef="#ctx0" brushRef="#br0" timeOffset="49390">16457 9847 7533,'-20'0'0,"5"0"-180,15 0 899,31 0-269,-15 0 224,22-2 1,4-1-45,-7-4-1221,-4 0 0,5-1 0,-5-2 861,13-11-91,-7 4 1,0-4 45,-13 0 0,-3-2 115,6-2 0,-1-3-295,-2-6 0,-3-2 45,-5 6 0,-4 0-135,-5-2 0,-7 1-45,-17-16 0,-11 15 180,8 12 0,-3 4-180,-22 0 135,4 0 0,-2 2 45,17 8 0,-1 4 119,-9 0 1,-6 1 0,6 4-30,9 2 0,1 4-45,-17 10 0,2 5-606,17-7 0,3 1 561,2 6 0,3 3 45,-3 3 0,4 1-225,4 14 90,2-15 0,2 1-180,8 4 0,6-2 90,10 12 45,2-7 0,6-2-451,11-9 1,6-3 495,-12-7 0,1-1 0,0-1-111,15 3 1,-2-3 65,-9-2 0,-1-3 45,0-8 0,-2-3 109,17 7-79,-17-11 0,4-4 0,-4 0-75,-1-1 0,-1-3-352,14-11 0,-4-2 442,-19 8 0,-4 1 135,16-20 771,-23 17-681,-2 7 1686,-8 7-1597,0 6-8,0 0-81,-8 6 2949,-2 18-3040,-8 11-89,9-7 0,1 1 187,-2 18-547,5-19 0,2 1-539,3 16-28,0-5 567,0-8 180,8-19-657,10-7 567,9-6 0,8-12-631,-9-2 1,-1-3 630,7-19 135,-9 12 0,3-2-90,-1-7 0,1-2 90,-2 2 0,1-2-15,-3 2 0,1-1 0,0-1 300,1-4 0,0 0 0,-3 2-896,-4-1 1,-1 3 1149,11-8 1,-7 8 135,-18 21 1933,6-3-2023,-8 21-90,0 9-270,-8 9-328,6 9 417,-6 1-628,8-5 359,0-1 0,0 2-1530,0 10 1125,0-8 1,0 1 44,3-2 0,2 0-1279,3 1 1,2 0 893,2-1 0,3 1 745,4 3 0,5-5 0,15-13 0,7-5 0,-12-1 0,0 1 0,-1-1 0</inkml:trace>
  <inkml:trace contextRef="#ctx0" brushRef="#br0" timeOffset="50950">18697 8815 7533,'-5'-28'839,"0"0"1,-3-1-1,1 5-659,5 15-180,-6-2 90,8 11-90,0 0 810,0 23-451,0-6-44,0 9 0,0 2-135,0 9-540,4 1 1,0 2 449,-3-14 0,0 0 0,3 10 0,0 3 0,-4 0 0,0 2 0,-1 3 0,2 0-135,2-1 0,1 1 75,-1-7 0,1 1 0,-1-4-1101,2-4 0,0-1 801,-1 8 0,0 0-760,-1-7 1,2-4 849,5 4-364,-1 0 814,-1-24 488,-16-29-848,-9 0 0,-3-10 1479,-13 3-1389,13 16-135,-4-1 0,-1 0 135,-6-7-180,-13 3 1,-2 1 89,1 2 209,9 10 1,-5 1 0,4 5-165,10 5 1,1 3 313,-12 3 1,0 4 0,2 5 0,5 4 90,10-1 0,1 1-181,-10 2 1,1 0-45,10-4 0,3 0 729,-4 11-594,-3 5 0,21-11-245,-6 16 155,16-3 0,1 0-225,9-15 0,6-1 90,10 3 0,2-3-412,-7-4 0,3-2 337,11-1 0,7 0 0,-6-4-993,-10-5 0,-1-1 1053,4-2 0,3-1 0,0-1-210,-5 0 0,-1 0 0,-1-3-362,1-4 1,0-3-1,0 1 542,5 1 0,0 1 0,-1-3-501,7-8 1,-2-1 455,-8 4 0,-1-2-165,-6-3 0,1-3 0,-2 2 210,0 2 0,-1-1 0,-1-5 0,2-5 0,-5 4-88,6-7 628,-11-13-1,-1 0 271,-14 14 89,-2-20-89,-2 21 89,-22-14 1164,13 13-1703,-23-9-270,7 18-90,-1 7 180,11 7-450,-15 24 270,11 9-220,-1-2 0,1 2 85,6-5 1,2 3-451,4 8 0,1 1 1116,-1-7 1,2 1-847,5 7 0,2 0 135,-1-8 0,2-1 135,2-1 0,4 0-180,8 1 1,3-1 44,12 10 180,-14-13 0,3 0-225,12-2 0,3-3 405,-9-5 0,1-1-266,9 2 1,0-2 265,8-5-360,-9-6-300,-7-12 660,0 4-90,-1-11 0,-1-11 270,-13 13-181,12-14 2003,-15 13-2002,1 9 490,-2-8-670,-8 16 1527,0-4-1257,0 5-441,0 0-369,0 5 511,0 2-781,0 12 450,0-5 90,0 5 1,0-6-361,8-1 180,2-4 450,7-3-360,1-5 180,7-11-179,3-9 89,-10-1 0,-1-3-126,1-1 0,-1-3 396,1-6 0,0-2 224,0 0 1,-1 0-90,-2 5 0,-3 2-90,-2 0 0,-2 2 675,0-12-270,-8 12 2826,0 3-2415,0 17-501,0 12-990,0 4 450,0 15 180,0-9-135,-4 23 1,0 5-226,3-17 0,0 0-733,1 8 1,0 3 0,0-3 488,2 13-94,8-16 0,4-2 69,13 2-541,10 0 900,-1-19-629,5-36 449,-18-7 0,-1-6 270,-2 6 1,-1 0-620,-4 1 1,-1-2-1,-2 2 664,-3 5 1,0-2-76,1-5 0,2-5 0,-1 3-250,0 3 1,0-2 399,2-9 0,2-4 0,-2 2 90,-6 10 0,-1 2 0,0-1-30,5-7 0,2 0 0,-3 1 33,-4-12 0,-1 3 462,7 7 0,0 2-91,-7 3 1,0 3-609,5-12 1013,-2 15 1,-1 0 2006,-5-3-1287,6 6-629,-8-3 909,0 21-1269,0-2 2086,0 11-2356,8 0 1147,-6 11-1237,14-2-180,-14 21-106,5-9 286,-7 16-45,0-6 0,0 0-90,0-5 0,0 0-430,0 12 0,0 4 250,1 4 0,-2 1-449,-1-12 1,-1 0 0,1 3 433,-2 10 0,1 3 0,0-2-657,0-8 1,0-2 0,-1 1 716,-1 0 0,-1 0 0,1-1 0,4-3 0,1 0 1,-1-1-297,-3 1 0,-3-1 0,3 1-94,2 3 0,2 1 1,0-3-151,-4 2 0,0-4-89,4 14 269,0-37-379,0-12 110,0 0 268,0-17 2,0 1 89,0-15 0,0-4 360,0-5 0,-2 9 0,-1-5 0,0 1 0,-2-6 0,0 0 0</inkml:trace>
  <inkml:trace contextRef="#ctx0" brushRef="#br0" timeOffset="51091">20179 9693 7533,'-8'-45'0,"6"-1"0,-2 21 0,0-1-34,0-8 0,0-1 304,0 7 0,-1 0 1368,0-4 0,0 1 1638,-3-8-494,16 8-2332,2 16 84,15-2-264,3 7 0,3 1-360,12-6-618,-6 2 1,0 1 707,9 5-810,-20 2 1,0-1 449,4 2 0,1 1 180,12-1 0,0 0-1459,-8 1 1,-1 1 1630,8 0 1,0 4 0,-7 5 0,-1 3-1,2 1 1,0 0 0</inkml:trace>
  <inkml:trace contextRef="#ctx0" brushRef="#br0" timeOffset="51259">21026 10157 7533,'-20'-7'0,"-11"-4"3276,27 4-2415,-12-1-2300,24 3 1439,-6 5 0,21 11 0,-3 4 0</inkml:trace>
  <inkml:trace contextRef="#ctx0" brushRef="#br0" timeOffset="51784">12788 9331 7533,'-17'-42'0,"-1"0"0,7 14 0,2 0 0,-4-16 0,11 2 0,28 14 0,10 5 0,4 0 0,-1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09:29:05.385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5151 5317 7533,'-18'-31'1619,"8"15"-540,2-7-899,8 16 720,0 0-721,-8 1-448,6 6 89,-5 29 270,7-5-895,2 7 0,1 9 0,-1-4 805,0-4 0,-2 2-23,2 9 1,1 9-1,-1 2 1,-1-7 22,0 1 0,-2 1-18,1-5 0,0 8 0,0 2 0,0-2 0,0-9 63,0 5 0,0-3 67,0 0 0,0 6 1,0-2-1,0-10-112,0 10-529,0-8 1,0-5 618,0-14 180,0-4-1889,0-18 449,0-41-44,0-2 0,0-4 989,1 7 0,-2-2 474,0-3 1,-2-4-1,-1 0-279,-1 1 0,-1 0 0,0 1 162,2 9 0,1 0 0,-2-3-42,-2 2 0,-1-4 0,-2-1 0,2 3 0,2 6-90,3-3 0,0 1 449,-2-3 1,-3-7 0,2 1 0,1 7-316,4 9 1,2 1 524,6-13 1,2-5 0,-1 6-210,-2-6-45,16 9 0,3 2-119,-4-2-62,15 19 1,3 5-135,4-6 180,5 17 0,2 6-398,-24-1 0,-1 4 188,7 7 0,4 5 0,-4-2-60,-6-4 0,-1 2 60,3 11 0,1 6 0,-4-4 30,7 8-31,-19-3 1,-2 8 0,-2-6 30,-1 9-120,-9-6 0,-2 7 0,-1-6 120,-6 11-30,-1-14 0,-4 4 0,0-6-15,0-12 0,-1-2-45,-6 9 0,-1 3 0,1-6 90,-9 0-315,-1 1 0,-1-4 225,2-14-495,4-3 1,3-4 224,4-14-1889,4-13 720,16 5 1439,16-21 0,10 27 0,7 2 0,9-10 0,0 1 0</inkml:trace>
  <inkml:trace contextRef="#ctx0" brushRef="#br0" timeOffset="351">6403 4891 7533,'-20'-43'1574,"9"17"0,-1 7-1304,2 16 899,-8-9-989,1 18-270,-6 8 0,-3 8-150,0 4 0,-1 6 0,-1 4-223,5-3 1,-1 4-1,0 2 1,0 2 0,2 2 596,1-1 1,1 2 0,1 2 0,1 1 0,1 1 0,2 0 6,3-4 0,0 1 1,2 0-1,1 1 1,1 0-1,1-1 1,2 0-112,2 3 0,1 0 0,1 0 0,2-1 0,2-1 0,1-3-228,3 1 0,1-2 0,2-2 0,0-1 0,2-5 18,4 7 0,1-5 1,5-5-451,7-7 0,4-4 1,-5-4 629,10 6 0,-2-13 0,0-5 0,-8-5 0</inkml:trace>
  <inkml:trace contextRef="#ctx0" brushRef="#br0" timeOffset="1018">6756 5304 7533,'-18'-33'1619,"8"-4"-1439,-5 16 1079,13-9-1079,-6 15 539,8 3-269,0 6-180,0 0-90,0 5 180,15 7 89,-11 2-179,16 11 0,0 4-90,-15 6-1018,17 7 0,3 2 972,-13-13 1,-2 0-135,7 11 0,1 2 60,-2-10 0,1 0 0,-1 4-880,-3 2 1,-2 4 0,0 0 0,1-2 426,6 4 0,1-3 0,-1 4-372,-2 0 1,-2 4-1,1-1 1,-1-5 290,5 4 1,-1-3-397,0-1 1,0 2-1,-3-3 870,-2-5 0,-4-2 0,-2 10 0,-6-3 0,-21 8 0</inkml:trace>
  <inkml:trace contextRef="#ctx0" brushRef="#br0" timeOffset="1259">6844 6117 7533,'-26'-25'1529,"7"-1"-1079,-15-6 2248,15 11-1349,-7-9-809,17 10-180,1 0 629,23-10-539,-3 2-540,22-4 674,-6-4 1,2 0-1729,-9 15 0,1 0 1144,2-4 0,2-2 0,-1 0 90,6-5 0,-1 1-511,-3 4 1,3-2 0,-1 1 0,3-3 1,-1 4-610,-2 2 0,0 0 519,3-1 1,3-2-1,-2 3 195,1 0 1,-1 1-676,3 1 1,-1 0 261,-13 7 1,-1 2 98,12 1 1643,-13 6-2723,-3 1 1709,-1 12 0,-22 35 0,5-13 0,0 0 0</inkml:trace>
  <inkml:trace contextRef="#ctx0" brushRef="#br0" timeOffset="1434">7691 5950 7533,'-9'24'1638,"0"1"0,-1 6-1028,2-6 1,0-1 109,-1 7-1170,-1 2 270,-6 12-3097,14-5 3170,-6-1 1,4-7 0,1 2 0,-2 0 0,0 1 0</inkml:trace>
  <inkml:trace contextRef="#ctx0" brushRef="#br0" timeOffset="2433">8202 5253 7533,'-18'-33'3276,"1"7"-436,15 13-2480,-4 7 629,45 29-809,-23-11-180,4 4 0,1 4 90,12 11-3367,-11-2 2632,-1-7 1,-1-1 104,0 6 466,13 5-196,-13-6-1369,4-8 1,1 1 777,-2 10 6,0-13 1,3-1 854,17 10 0,-20-33 0,1-5 0,7 1 0,-1 0 0</inkml:trace>
  <inkml:trace contextRef="#ctx0" brushRef="#br0" timeOffset="2666">8802 5124 7533,'-18'-28'3276,"8"10"-1245,3 12-772,-1 12-899,-2 1 314,-3 16 1,0 7-585,-1-1 0,1 5-871,3-1 1,1 6-1,0 1 1,2-3 390,0-2 0,1-2 0,-1 2 232,-1 7 1,0 3 0,-1 0 0,3-2-599,1 1 0,2-3 0,-1 2 104,0-2 0,-1 2 0,0 0 0,1-2-441,1 4 1,-1-3 0,4-1 879,3 6 0,1-5-147,-2-1-117,14-28 118,-14-6 2159,14 5-2519,-14-11 1182,5 5-463,-7-6 0,16-35 0,4-8 0</inkml:trace>
  <inkml:trace contextRef="#ctx0" brushRef="#br0" timeOffset="3025">9049 4659 7533,'0'-31'2069,"0"9"-1710,0-3-179,0 13 270,0 4 90,23 8-1,-9 13-89,17 12 0,3 5-270,-17-8 0,-1 2-1273,8 8 1,3 5 0,-4-3 914,-2-2 0,-2 1 178,1 8 0,0 5 0,-2 0-601,-3-2 0,-3 0 0,-1 1 541,-1 1 0,-1 1 1,-1 2 59,-3-10 0,-1 3 0,-1 0 0,-1-1 0,0-4-451,-1 2 0,-2-3 0,1 1 451,1 11 0,0 1 0,-3 2-256,-4-13 0,-3 1 0,0 0 0,1-3 256,3-2 0,2-2 0,-4 2 191,-5 4 1,-3 4 0,-1-1-1,2-3-11,2-4 0,0-2 0,-1-1 90,-8 8 0,-4 1 0,2-4-136,-2 2 1,1-4-225,-1 2 0,-1-6 975,-7-5-885,13-11 270,-13 5-240,5-12-1919,1-2 1591,9-5 298,11 0 0,-1-11 0,-2-3 0</inkml:trace>
  <inkml:trace contextRef="#ctx0" brushRef="#br0" timeOffset="3700">10724 5434 7533,'-19'-21'1709,"3"3"-180,16-1 540,0-1-1620,0 6 541,39-3-630,-21 9-181,28 4 1,4 1-180,-13-3 0,12 6 0,0 0-3277,-8 0 3264,-8 2 1,1 2-977,1 5 0,-1 1 719,-9-3 0,1 2-1369,13 5 1,-4 2 597,-13-2 1041,9 5 0,-60-1 0,-3 3 0</inkml:trace>
  <inkml:trace contextRef="#ctx0" brushRef="#br0" timeOffset="3900">10654 5782 7533,'-33'17'1638,"-1"-1"0,-7 4 0,58-7 0,15-3-614,2-10 0,5-7 0,4 0-1047,-1 2 1,4 0 0,1 0-1,-2-2-501,-7 1 0,-1-1 0,0-1 0,2-1 649,4-2 1,3-2 0,2 0 0,-4 1 0,-6 2-1765,9 0 1,-3 2 1446,2-5 0,4-1 1,-5 5-1,-9 7 0,-4 2 1,0 1-1,-1 0 0</inkml:trace>
  <inkml:trace contextRef="#ctx0" brushRef="#br0" timeOffset="5442">13088 4272 7533,'0'-20'989,"0"7"-449,0 8 179,-8 5-359,6 0 810,-6 17-811,8 4-89,0 8 0,0 4-1084,0-9 0,0 2 904,4 9 0,0 4-45,-3 10 0,0 1-45,3-10 0,0 1 0,-3-2 0,-2 3 0,1 0 0,0 0 0,0 0 0,0 0 0,0 3 0,0 0 0,0 0-270,2 5 0,1 1 0,0-3-834,-3 4 0,2-5 924,5-14 1,2-4-631,0 7 270,1-21-359,-2 4 629,-8-14-180,0-16 1072,0-15-1342,0-19 451,0-3 976,0 24 1,0-2-753,-3-4 0,-2-2-334,-4-3 0,0-3 379,5 4 0,2-3 0,-3-1-401,-5 0 1,-1 0 0,0-3 445,5-3 0,2-3 0,0 0 0,-1 4-495,-4 2 1,-1 4 0,1-4 719,4-3 0,0-5 0,1 1 0,1 8-609,-2 5 1,2 3 517,0-13 1,6 0 854,8 11 1,1 4-114,2-8-472,5 9 1,3 4-90,6 11-180,-1-4 809,22 11-716,-10 1-93,-14 5 0,3 2 89,21 6 1,0 3-225,-20-3 0,-1 2-42,5 0 0,2 2 1,-3 0 86,-5 1 0,-1 2-45,12 6 0,0 3 543,-4 0 1,-1 1-649,-7-2 0,1 2 0,-2 1 15,8 7 0,-5 2-461,-12-5 0,-2 0 461,0-6 0,-5-1 0,-14 5 1,-6 0-46,0 5 90,-4-6 0,-4 2-180,-9 4 0,-2-2 90,8-10 0,0 1 90,-6 9 0,-2 0-405,1-13 0,1-3 225,-6 8 0,9-12 1,0-2 496,-17 4-677,5-11 0,-8 5 1302,18-12-1121,11-1 347,8-6-348,6 6 780,-6-5-2669,24 11 1612,-4-5 457,21 6 0,10 0 0,-15 0 0,-1 0 0</inkml:trace>
  <inkml:trace contextRef="#ctx0" brushRef="#br0" timeOffset="5766">14429 4104 7533,'-9'-30'689,"0"-1"1,4 3 0,0 1 1918,-11-10-2068,15 14 179,-15-13-89,6 28-180,0-4-450,-5 18 0,-3 18-90,1 0 0,-1 4-1534,-1 2 1,0 1 1623,-2 7 0,-1 0 90,4-3 0,1 1-180,-1 2 0,1 1 90,-1-3 0,0 1 0,0 6 0,1 2-120,5-11 0,-1 2 1,3 1-186,2 6 1,2 1 0,0 1 281,1-8 1,0 0 0,1 1-1,3 1 0,4 2 1,3 2 0,2-1-1,-2-4-457,-2 0 1,0-4 0,2 0 479,4 0 0,2-1 0,-1-3-900,7 14-261,-1-11 891,9-1 411,-14-12-951,19 4 1158,-19-9-798,21-2 786,-13-2 1,3-25-1,3-11 1,-3 3-1,1 0 1</inkml:trace>
  <inkml:trace contextRef="#ctx0" brushRef="#br0" timeOffset="6425">14799 4375 7533,'-10'-21'2608,"2"-8"-2068,8 26 269,0-8-629,0 11 180,0 0 270,8 0-450,2 0 90,8 6 89,15 24-359,-11-6-111,-6-3 0,1 1 111,-1 0 0,1-1 0,1 2 0,1 1-1639,12 6 1,-1-1 867,-10-5 0,-1-2 636,7-2 0,-3-3-1996,-3 3 1142,13-1-1,3-6 990,-7 0 0,4-35 0,-15-8 0</inkml:trace>
  <inkml:trace contextRef="#ctx0" brushRef="#br0" timeOffset="6666">15487 4131 7533,'-8'-21'2158,"-2"-3"-628,1 15-721,1-3-269,0 18 0,-2 1-91,-6 17 1,-1 5 90,-5 11-893,9-9 0,-1 5 0,0 1 323,0-2 0,-1-1 0,1 1 0,1-1 0,0 0 0,0 2-60,0 0 0,0 3 0,0 0 0,1-1-914,-4 5 0,1-1 0,3 1 1034,3 1 0,3 1 0,-1-1-870,-4-5 0,-1-1 0,4-2 615,6 3 0,2-2-825,-8 2 0,0-2 780,7-11 0,0-2-343,-3 8 1,0-4 342,4-6-89,0 2 1362,8-5-1183,-6-4 1055,6-2-2584,0-2 2016,-6-10 0,29-18 0,-2-11 0</inkml:trace>
  <inkml:trace contextRef="#ctx0" brushRef="#br0" timeOffset="8633">16034 3975 7533,'-28'-13'359,"11"0"-269,1-5-90,14 9 450,-14-19-270,14 18 180,-5-21-270,7 17 270,0-5-1,7 7 361,-5-1 359,14 17-629,-6 10 45,-1 12 0,-1 4-1427,2-3 1,-2 2 1110,-2 12 1,-2 5-60,1-7 0,1 1 0,-1 0-936,-2-4 1,0-2 0,0 2 875,1 10 0,-1 2 0,0 2-15,0-9 0,-1 2 0,0 0 0,-1-2-631,-1 1 1,0-1 0,0 0 607,0-2 1,0 0-1,0 1 1,0-2-202,0 1 1,0-2 0,0-2 312,0 13 1,0-1 122,0-3 1,0-2-438,-1-9 0,2-4 1593,7-4-1503,-6-12 2308,6-7-2668,0-12 1613,-7-1-1972,15-6-1350,-6-17 1350,8 7 628,-1-20-1348,-7 16 1529,-2 1 0,0 13 0,2 7 0</inkml:trace>
  <inkml:trace contextRef="#ctx0" brushRef="#br0" timeOffset="9277">16633 4285 7533,'-9'-20'629,"1"7"-359,0 1 450,6 5-270,-6 0-181,8-4 271,0 9-180,0-4 0,0 6-1,0-5 1,8 3-180,2 2 989,15 19-899,-5 2-619,5 17 529,1-5 90,-9-7 0,1 4-91,-1 0 1,1 2 0,0 0-820,6 8 1,-1 1 639,-3-1 0,1 3 0,-3-4-1368,-3-7 1,-1-1 1232,3 6 0,0 0 90,-1-4 0,1-3-1020,-3-5 1,1-1 794,3-1 0,0-1-686,15 13 507,-13-19 179,5 9-426,-7-12 66,-9-6 2199,-1 4-1569,0-4 0,-29 6 0,-1 0 0</inkml:trace>
  <inkml:trace contextRef="#ctx0" brushRef="#br0" timeOffset="9501">16792 5111 7533,'-37'-20'3276,"4"1"-886,23 6-1220,2-5-810,8-2 269,24-23-359,-7 19 0,3 0-711,3-2 0,1-1 620,1 1 1,1 2-913,-4 4 0,-1 1 823,-3 0 0,1 0-450,17-6 0,3 0-645,-7-1 0,2-2 525,2 5 1,4-1-1,-4 1-1159,-1-2 1,-1 1 1082,5-2 0,-4 3-164,-8 3 661,7 2-1470,-15 5 1529,7 0 0,-16 0 0,-2 0 0</inkml:trace>
  <inkml:trace contextRef="#ctx0" brushRef="#br0" timeOffset="9825">17463 3691 7533,'7'-34'1079,"-5"-2"0,14 22-269,9 1-630,-3 13 449,2 12 1,1 6-1036,-6 4 0,-1 3 675,2 1 1,0 2 0,1 1-797,0 3 0,0 1 0,0 0 617,-3-4 0,1 0 0,-1 0-30,0 2 0,-1-1 0,-1 3-60,-3 3 0,-1 2 0,-2 0-1061,1 8 0,-3 1 1061,-1-8 0,-2 3 0,-1 1 0,-2 3 0,-3 1 0,0-3-424,-2 3 0,-2 1 311,1-10 1,-2 3-1,-1 1 1,-1-4-250,-3-3 0,-2-2 0,0 0 302,-1 2 0,-1 0 0,-2 0 120,-4 3 0,-2 0 0,1-3-16,2-5 1,-1-2-122,-8 3 1,-4 2 0,5-6 166,-8 4 386,-5-5 0,2-5-386,15-12-405,0-3 0,-1-1 629,6-5-1573,1 0 2618,10 0-2078,0-5 1462,7-3 1,16-10 0,15-2-1</inkml:trace>
  <inkml:trace contextRef="#ctx0" brushRef="#br0" timeOffset="10426">19403 4117 7533,'-20'0'1079,"-3"0"-449,21 0-270,-6 0 89,8 6 91,0 12-270,0 4 89,0 6 1,0 4-569,0 5 0,0 5 298,2 4 1,1 5 0,0-2-1183,0-10 1,0-1 0,1 0 1055,-1 7 0,0 1 1,0-2 66,0-5 0,0-1 0,-1-3-870,-2 3 0,0-2 795,4 14 0,0-2 0,-3-15 0,0-3-1124,7 19 326,0-5 394,1-20-1350,1-10 1349,-2-8 471,0 0-21,-6-6 0,6-34 0,-8-9 0</inkml:trace>
  <inkml:trace contextRef="#ctx0" brushRef="#br0" timeOffset="10784">19350 4039 7533,'0'-40'2518,"8"3"-2068,9 22 449,11 10-269,-1 12-270,1 3 0,1 5-1999,-5 3 1,1 2 1020,9-3 1,3 2 587,-11 2 0,0 3 0,-2-3 30,1-2 0,-1-1 90,6 9 0,-1 2-315,-2-3 1,-3-1 224,-8-5 0,-1 1 0,7 3 0,-3 2-135,-8 3 0,-4-2-135,3 11 45,-11-5 0,-6-1 45,-13-1 225,1-3 0,-5-2-45,2-13 0,-1-3-45,1 8 0,-1 0 45,-6-4 0,-1-2 180,3 2 0,-1-1-90,1 0 0,-1 0 385,-5 0 0,0-2-295,-14-2-630,10 2 180,13-17 90,24 0-1079,0-7 3135,0 6-2326,8-5-1438,17 5 1888,5-6 0,6-1 0,10-2 0,1-2 0,-11 4 0,0 0 0,-1 0 0,1 0 0</inkml:trace>
  <inkml:trace contextRef="#ctx0" brushRef="#br0" timeOffset="11093">20461 4065 7533,'0'-34'0,"-8"-2"1889,-2 10-810,-7 5-449,7-4-720,-13 7 180,11 9-450,-22-2 180,-9 28 225,16-2 0,-1 3-804,1 2 0,0 2 759,1 4 0,1 4 0,-5 4 0,1 1 90,8-6 0,1 4-45,-2 3 0,-3 6 0,0 2 0,7-4-15,6-2 0,4-1 0,0 2 217,-4 3 0,-2 3 1,1 0-1,5-2 83,5-3 0,4-2 0,1 0-61,0-1 1,0 0 0,2-2-405,3 12 1,4-2-384,0-2 0,5-3-202,4-6 0,3-4 135,-2-2 1,3-4-271,6-6 1,1-3 854,8 3 0,-3-25 0,1-9 0,-9-1 0,0-1 0</inkml:trace>
  <inkml:trace contextRef="#ctx0" brushRef="#br0" timeOffset="11618">20743 4246 9152,'10'-7'2248,"-2"2"-1888,0 10 540,2 2-181,-1 12-359,7 1 180,2 11-360,9 2-779,-10-8 1,1 0 13,4 2 1,0 0 224,0 5 0,1 0 315,-4-8 0,-1-1-1035,-2 0 1,1-2-899,17 4 808,3-10 1170,-8-4 0,2-37 0,1-17 0,-8 0 0,1 0 0</inkml:trace>
  <inkml:trace contextRef="#ctx0" brushRef="#br0" timeOffset="11850">21519 4001 7533,'-27'-15'3276,"-6"15"0,5 32-2325,10-2 1,1 5-2591,-1-2 1,1 3 1166,-2 7 0,2 1 562,4-9 0,-1 2-622,-1 0 0,-2 3 0,0 0 472,1 2 0,1 0 0,-1 2-233,2-7 1,0 2 0,0-1-1,1-1 263,0 3 0,1-1 0,2-1-690,0-3 1,2-1 0,2-4 494,5-2 0,0-2-482,-4 6 0,2-2 347,11-1-359,-6 1 89,14-17 1010,-6 0-380,0 0 0,-3-12 0,-7-2 0</inkml:trace>
  <inkml:trace contextRef="#ctx0" brushRef="#br0" timeOffset="12250">21696 3768 7533,'0'-41'2788,"8"0"-1888,1 26-990,9 2 90,-8 7 0,6 6 809,9 12-719,4-9-450,15 20 270,-17-14-719,6 9 269,-5 1 270,-1-5 0,-9 5-359,-2-1 719,-15-9-360,7 8 90,-8-15 0,-8 4-899,-17 5 629,3-8 450,-11 14 0,-1-13 0,-4-1 0,-5 3 0,-1 1 0</inkml:trace>
  <inkml:trace contextRef="#ctx0" brushRef="#br0" timeOffset="12960">21131 4388 7533,'-7'-20'359,"-3"-4"-179,-8 15 450,0-2-450,1 11 0,7 0 360,-6 0-181,14 0 91,-13 0 90,5 0-270,0 0-91,2 0 271,0 6 180,-1 1-450,-1 5 0,2-5 359,8 5-179,0-5 0,0 0 180,0 11-181,0-4 181,8 23-360,2-8 45,-2-5 0,1 0-1387,9 5 1342,0 9 0,-3-17 0,3 1-1,11 14-44,-8-12 0,1 1-225,0 1 0,0-1 45,-1-5 0,3 1-285,5 7 0,3 3 1,-1-5 284,-4-8 0,1 0-195,2 5 0,2 4 0,-4-7-209,1-4 269,-3 9-611,-11-13 701,-13-5-540,6-1 450,-8-6-1709,0 0-539,-8 0 2678,6 6-250,-13-5 0,-3 5 0,-9-6 0</inkml:trace>
  <inkml:trace contextRef="#ctx0" brushRef="#br0" timeOffset="13692">21696 3756 7533,'-18'-27'629,"8"-3"-179,3 4-270,7 4 899,0-2-449,0 11-180,0 0 719,0-6-899,0 11 90,7-4 179,3 12-359,8 0 180,-1 6 0,9 18 0,-6-1-1081,0 9 0,1 2 990,0 5-134,0-5 0,-1 5 45,-5 2 0,-2 0-90,1-3 0,-1 1-790,-6-5 0,-1 3 1,-1-2 744,3 3 0,0 3-45,-6-3 0,-1 5 0,-2 2 0,1-2 22,-1-5 1,-1-1-1,0 1 1,-1 0-571,-1 6 1,0 1-1,-1 0 1,-2-3 547,-3 1 0,-2-3 0,-1 1-60,-3 2 0,-2 1 0,1-4-546,-3 0 1,1-1 635,2-2 0,0 1 0,0-2 15,-5-1 0,1-3-45,2-10 0,0-1 0,3 4 0,-3 0 547,-9 1 1,-1-3-278,9-8 0,-1 0-90,-9 8 0,-1-3-1440,-4-6 564,10 3-833,7-15 1169,8 4 656,2-6-296,8 0 0,16-18 0,4-3 0</inkml:trace>
  <inkml:trace contextRef="#ctx0" brushRef="#br0" timeOffset="15010">12559 6260 7533,'0'-21'1979,"0"-3"-1530,0 10 91,16 1-450,-5 7 180,30 6-90,-19 6-225,6-3 0,1 1-45,2 9 180,10-4 0,1 1-769,1 4 349,-6-5 0,8-1 1,-6 0-73,-11-4 1,1 0 221,7 0 0,7 1 0,2 0 0,-6-2-572,2 1 1,2 0 895,-3-3 0,7 1 0,3 0 0,-1-1 0,-6 0-842,-2-1 1,-4 0 0,5 0 906,-5-1 1,5-1 0,3 0 0,0-1 0,-1 1 0,-2-1-8,5-2 1,-4 0-1,2 0 1,4 0-49,-8 0 0,4 1 0,2-1 1,1 1-1,0-1 0,-2 0 0,-4 1-136,2 0 0,-3-1 0,-2 1 0,2 0 0,4 0 38,-3-1 0,4 1 0,3-1 1,0 0-1,1 0 0,-3 1 1,-3 0-1,-4 0-11,3-1 0,-6 2 0,0-1 0,6 0-12,-3 0 1,5 0 0,4 0 0,1 0-1,0 0 1,-1 0 0,-4 0 0,-4 1-57,5 1 1,-6 0-1,-1 0 1,6 0 60,-4 0 1,5-1-1,1 0 1,2 1 0,0-1-1,-3 1 1,-2 0-439,0 0 1,-3 0-1,-1 1 1,1 0 0,4 0 309,1-1 0,2 0 0,3 0 0,1 0 0,-1 0 0,-2 0 0,-3 1 72,2-1 0,-4 1 0,-1-1 0,1 1 0,5 0-27,-5-1 0,4 1 0,3 0 0,2-1 0,-2 1 0,-1-1 0,-4 1 0,-5-1 45,3 0 0,-7 1 0,1-1 0,5 0 0,-1 0 0,5 1 0,3-1 0,3 1 0,-1-1 0,-1 0 0,-4 1 0,-6-1 0,1 0 0,-7 1 0,1-1 0,7 0-30,-3 0 0,5 0 0,4-1 0,3 0 0,1 1 0,1-1 0,-1 0 0,-2 0 1,-3 1 41,3-1 1,-2 0 0,-2 0 0,1 0 0,-1 0 0,3 0 0,1-1-136,-6 1 0,3 0 1,0 0-1,2 0 0,0-1 1,0 1-1,0-1 0,-2 1 1,-1 0-1,-3-1 135,6 1 1,-2-1 0,-2 0 0,0 0 0,-1 1 0,1-1 0,1 1-2,-3-1 0,2 1 0,1 0 1,0 0-1,-1 0 0,-2 0 1,-4 0-1,-3 0-24,12-2 0,-7 1 0,8-1 51,-8 2 1,6-1-1,3 1 1,3-1-1,0 1 1,-3-1 0,-2 1 104,2-1 1,-2-1 0,-1 1 0,1 0 0,2 1-42,-4 0 1,2 0 0,1 0 0,1 0 0,0 0 0,-2 0 0,-1 0-28,1 0 0,0 0 0,-2 0 0,0-1 0,-1 1 0,-1 0-57,1 1 0,-1-1 0,0 0 0,-3 1 0,-1 0 375,0 0 1,-3 0 0,-1 0-1,-2 0-573,17-3 1,-8-1 1648,-1-1-2188,-27-6 2536,-24 0-2536,-2 0 1221,0 6-862,3-4 406,7 9 1,-24 2-1,-5 8 1</inkml:trace>
  <inkml:trace contextRef="#ctx0" brushRef="#br0" timeOffset="15959">16334 6969 8972,'-10'-8'2339,"2"26"-2205,7 7 1,2 3-45,-4 4 0,-2 4-910,1-2 1,0 6 0,-1 0 0,0-3-193,0 10 1,-1 0 951,0 1 0,1 3 0,0-2-300,2-8 1,1-2 0,-1-2 449,-2 3 0,0 0-267,2 1 0,-1 3 1,2-6 86,2 7-38,-2-15 1,6-6 127,11-17 1343,-13-1-1612,6-18 2457,-8-2-2773,0-15 1,0-3 44,0-8 1055,0-6 0,0-4-1055,0 11 0,0-2 420,0-3 0,0-3 0,0-1 0,0 1 0,0 0 1,0 0-649,0 4 0,0 1 0,0 1 768,0 3 0,0 0 0,0 4-135,0 1 0,0 0-628,0-17 1,0 1 941,0 18 1,0 2-45,-2-9 0,4 2 741,8 10 1,4 4 113,15-3-450,8-5 1,4 25-271,-21 5 45,8 10 0,1 2-315,4 0 210,-3 5 0,6 5 0,-4-3-210,-5-6 0,-1 0 59,2 6 1,2 3 0,-4-2-329,12 8 224,-17-10 0,-1 2 45,-9 4 0,-3 0-180,10 8 0,-10 17 0,-16-6 90,6-7 90,-8-11 0,-4 0-45,2-2 0,-3-2 45,-10 3 0,-3-2 0,5-4 0,-1-2-45,-10 4 0,1-4 45,2-7-315,-6-3 0,2-1 315,9-5 619,-4-1 1,3-3-1070,15-4 3104,-3-4-3464,15 4 307,0 3-1296,15 5 1439,-3 0 360,22 0 0,0-2 0,6-2 0,7 1 0,0-1 0</inkml:trace>
  <inkml:trace contextRef="#ctx0" brushRef="#br0" timeOffset="16259">17321 6943 7533,'0'-20'1079,"0"-4"-89,-7-2 1078,5-1-988,-14-5-720,14 18-1,-14-3-179,6 16-180,-7-5 180,-9 12-45,1 12 0,-1 5-405,-7 10-267,10-8 1,-3 5 0,3 0 401,-2 12 0,3 1 0,-6-6 0,1 3 45,9-5 0,1 5 0,0 1 0,2-2-903,1-2 0,1-2 1,1 2 1052,-1 8 0,1 1 0,2-1-60,2-11 0,3-1 0,2-1-767,5 10 0,4-2 767,-2-9 0,2 0-294,2 8 0,1-3 384,9 10-450,-3-17 0,3-2 181,11 9-1306,7-4 1,3-4 1539,-11-14 0,3-4 0,15 0 0,2-6 0,-8-12 1,0 0-1</inkml:trace>
  <inkml:trace contextRef="#ctx0" brushRef="#br0" timeOffset="16710">17621 7086 7533,'-17'-8'3276,"7"2"-2325,2 6-591,8 6 630,8 19-811,2-2-134,1 1 0,3 1-90,2-5 0,3 0 90,11 11 0,1 1-995,-7-10 0,1-1 410,4 0 1,3 0-1,-3-3-1349,14 5 1889,-2-5 0,1-11 0,-6-33 0,-2-12 0,-4 9 0,0 1 0,0-1 0</inkml:trace>
  <inkml:trace contextRef="#ctx0" brushRef="#br0" timeOffset="16909">18327 6853 9961,'-20'0'3276,"5"0"-1694,-1 6-863,-12 19-539,-1 3-1252,8-4 0,1 3 1162,6-3 0,0 3-180,-2 5 0,-3 6-90,3-4 0,-1 5 0,0 2 0,1-2 90,2-3 0,2 0 0,-1-1 0,1 2-478,-4 6 1,0 2 0,1-1-1,1-3 208,1 0 0,2-3 1,1-3-136,1 0 0,1 0-1144,2 6 1,2-2 208,4 7 536,4-17 0,2-3 265,4-7 851,5-12 1,3-13 0,9-8 0</inkml:trace>
  <inkml:trace contextRef="#ctx0" brushRef="#br0" timeOffset="17566">18733 6595 7533,'0'-20'1169,"0"-4"-899,-8 15 1079,14-2-1079,-4 11-180,15 11 180,9 21-180,-7 3-952,1 4 0,1 2 1042,-6-16 0,0 1-120,2 10 0,1 4 0,-2-1-1025,-5 0 0,-1 1 995,1-4 0,1 3 0,-3-1-30,-3 6 0,-3 2 112,-3-6 1,-2 4-1,0 1 1,1-3-53,2-3 0,2-2 0,-4 3 7,-5 5 1,-4 5-1,-2 0 1,1-6-409,2-4 1,1-3 0,-4-2 310,-7 3 0,-2 0 0,0-3 75,2 3 0,-1-3 0,-5-6 0,1-4 44,-3 1 91,2-7 0,-1-1-90,-14 5-180,-1-3 0,0-4 180,6-8-450,1 2 1,3-2-271,11-7-899,-5 5 1259,15 0 487,18-5 0,30-7 0,14-5 0,-11 1 0,1 0 0,-1 1 0</inkml:trace>
  <inkml:trace contextRef="#ctx0" brushRef="#br0" timeOffset="17683">19403 7886 7533,'-18'0'1529,"-15"0"-810,11 0-449,-3 0-270,9 5 0,-2 26 0,5-10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0:31:28.81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18909 4531 8792,'0'-15'1529,"0"-2"-899,0 15-450,0-4 179,0 0-179,0 5-90,0-5 180,0 24-180,0-8 0,0 20 0,0 1 0,1 9 0,-2 1-68,-2-5 1,-1 1-1,-1 1 1,1 3-314,2 1 0,0 4 1,0 0-1,0 0 0,-2-2 313,-1 1 1,-2-1 0,0-2-1,1-1 8,2 4 0,1-2 0,0-8-210,-5 5-1349,8-17-719,0-23 2248,0 0 0,0-12 0,0-2 0</inkml:trace>
  <inkml:trace contextRef="#ctx0" brushRef="#br0" timeOffset="417">18909 4504 7533,'0'-47'944,"-1"20"1,2-1 584,7-11-1349,-6 10 449,21 0-449,-11 28 180,37 6-360,-26 4 225,14 10 0,-1 4-135,-11 1-1729,8 8 1,-1 2-566,-10 3 2135,-4 0 1,-3-1-22,-5 2-121,-9-2 0,-2-1 301,-1-9-285,-16 7 1,-3-2 284,5-6-135,-19-3 0,-3-1 135,13-1-135,-11-10 0,-1-1 45,14 3 430,-6-8 1,1-1-431,14 3-325,-17-6-394,29 0 2327,-6 6-2867,16-5-810,18 11 2069,-13-10 0,20 1 0,5-1 0,-9-2 0,1 0 0</inkml:trace>
  <inkml:trace contextRef="#ctx0" brushRef="#br0" timeOffset="769">19703 4531 7533,'2'-47'3238,"3"20"-2159,-20 4-629,5 16 90,-15 0-450,5 1-360,-13 12 0,7 10 0,1 4 270,-9 11-240,11-3 0,-4 4 0,5-1 8,5-6 1,2 3 261,-4 8 0,-2 5 0,3 2 270,5 4 0,5 1 0,-1-1-466,0-10 0,0-1 0,2 3 368,2 5 1,3 4-1,0-1 1,3-9-68,2-8 0,2-2-405,1 8 0,2 3 0,3-7-360,19 6-225,-5-13 1,1-1 135,3-4 14,-1-10 0,1-2 705,2-1 0,4-36 0,-19-14 0</inkml:trace>
  <inkml:trace contextRef="#ctx0" brushRef="#br0" timeOffset="1602">19950 4607 7533,'0'-20'-1709,"-8"2"2968,6 5-1169,-6 6-90,8-4 0,0 9 0,0-9 0,0 9 450,0-9-91,0 9-269,0-4 810,8 1-720,-6 3 629,6-4-89,-1 6 449,-5 12-989,14-3 180,-6 9 270,8 24-451,-1-16 1,-1 14 0,1 8-1273,-2-13 1,1 1 0,-1-2 854,0 10 1,1 1-93,2-1 1,3 3-1,-5-8 125,-3 7-515,7-9 1,2-1-226,-9-12 1,1-2-855,14 13 1399,-11-11-50,-1-18 3271,-14 0-2821,6-5 0,-32-18 0,-5-12 0</inkml:trace>
  <inkml:trace contextRef="#ctx0" brushRef="#br0" timeOffset="1885">19967 5356 7533,'-36'-3'1638,"0"0"0,-9-4 573,21-17-1492,41-9 1,13-7-481,-6 2 1,1-3 0,1 0-662,-1 6 1,0 0-1,3-2 399,0 0 1,2-4-1,0 2 1,-4 7 22,0 4 0,-1 2-390,2-8 0,3-3 1,-3 6 254,-7 14 0,-1 1-675,11-18 1,-3 3 449,-13 20-1908,17-24 20,-13 27 2248,-7-5 0,5 13 0,-16 7 0</inkml:trace>
  <inkml:trace contextRef="#ctx0" brushRef="#br0" timeOffset="2202">20673 5150 7533,'0'20'3276,"0"-2"-2145,0-5-771,0 0 180,0 0-91,8 6-269,-6-5-1259,5 16-1260,-14 9 2069,-3-9-809,-2 0 0,-2-1 809,-5-11-225,-2 9 0,1-1 46,6-8 449,-9 0 0,-1 0 0,2 2 0,1-8 0,-1 1 0</inkml:trace>
  <inkml:trace contextRef="#ctx0" brushRef="#br0" timeOffset="2717">21008 4737 7533,'0'-33'-1619,"0"1"3957,0 6-1798,0 12 1169,-8-9-1349,6 20 1169,-6-8-1259,8 11 269,0 0-179,16 5-270,-4 8-360,11 5 1,3 2-91,-3 4-540,10 5 1,-1 1-1,-9-6-494,13 4 0,1-1 944,-12-5 450,11-2 0,1-9 0,2-39 0,-8 10 0,-1-1 0</inkml:trace>
  <inkml:trace contextRef="#ctx0" brushRef="#br0" timeOffset="2969">21537 4621 7533,'10'-32'2608,"-2"16"-1169,-8-7-539,-8 22-450,-2 1-270,0 7-1,-5 11-179,-3 14-90,2 7 1,-3 8-211,-1-5 0,-2 4 0,3-2-118,7-6 0,2-1 1,-1 3 124,-5 4 1,-2 4 0,0-1 0,7-8 157,7-9 0,2 0-195,-8 11 0,-3 4 0,5-6 150,6 5-225,-3-15 1,2-2-1215,11-1 989,2-7 630,-1-12 0,23-25 0,-3-11 0</inkml:trace>
  <inkml:trace contextRef="#ctx0" brushRef="#br0" timeOffset="3218">21749 5163 7533,'19'-6'3276,"-19"5"-1245,-27 6-1941,-2 4-675,7 7 0,2 3 585,1-1-809,1 17 359,2-9-180,14 2 630,-5 9 0,22-4 0,5 6 0</inkml:trace>
  <inkml:trace contextRef="#ctx0" brushRef="#br0" timeOffset="3768">22013 4737 7533,'10'-35'3276,"-2"-1"-1335,-8 16-1761,8 6 179,-6 3-179,13 11 0,-5 0 270,24 0-270,-5 0-225,3-1 0,3 2-90,-8 1 0,2 1-1504,19 1 1,-1 0 836,-21-1 0,-2 1 1108,8 2 0,-7-1-216,-15-3 90,-2 9 90,-32 13-136,4 8 1,-5 5 75,0-8 0,-3 1 0,1 0-331,4-1 1,2 0-1,-2 1 331,-4 3 0,-2 2 0,3-2 150,1 5 0,3-1-271,2-3 1,3 1-90,2 0 0,6-4 180,9-10 2269,8 3-2538,2-17-1,15 5 90,3-10-90,-1 3-360,7-5 270,-7-5-135,-1 2 0,-1-2 45,-2-8-629,10 7 0,-3 0 89,-14-7 864,25 0 1,-39 6 0,-4 1 0</inkml:trace>
  <inkml:trace contextRef="#ctx0" brushRef="#br0" timeOffset="4002">22137 5047 7533,'-41'-25'3276,"17"9"-1065,-9-8-2032,25 16-358,24 2 358,-5 12-1798,38 2 1619,-17 5 0,-1-4 0,4 0 0,4-1 0,1-1 0,-7-1 0,0 1 0,1-1 0</inkml:trace>
  <inkml:trace contextRef="#ctx0" brushRef="#br0" timeOffset="4303">22543 4414 7533,'19'-27'2338,"-3"2"-2158,-8 18 360,1 13 0,9 8-46,-1 6 1,-1 3-45,6 13-211,-4-6 1,2 6 0,-1 0-1333,-5-4 1,-1 0 0,-1 1 920,1 2 0,0 1 1,-2 1 201,0 8 0,-2 1 0,-5-5 210,-6-10 0,-4 0-270,0 9 0,-2 4 0,-4-3-375,-8 5 0,-5-2 75,5-8 0,-1 2 1,0-2 329,-3 2 0,1-3-675,-7 1 0,3-6-674,5-7 1349,-11 13 0,7-16 0,-1 6 0</inkml:trace>
  <inkml:trace contextRef="#ctx0" brushRef="#br0" timeOffset="4784">23477 5007 7533,'28'-17'2878,"-11"13"-2338,-9-25-360,-8 26 449,16-13-449,-4 14 0,13-3 270,16 5-810,-9 0 405,5 0 0,0 0-1124,-3 0 539,-1 2 0,-2 1 540,-9 4 0,-28 23 0,-25 4 0</inkml:trace>
  <inkml:trace contextRef="#ctx0" brushRef="#br0" timeOffset="4969">23407 5227 7533,'-26'0'3276,"7"0"-1155,1 0-1852,34 0-89,-3 0-540,18 0 1,3 0 359,-1 0-1050,0-1 1,5-2 0,-3 1 703,-8 2 1,1-1 0,12-2 0,7-2-1,-2 1 1,-12 2 0,1-1 0,0 1-1</inkml:trace>
  <inkml:trace contextRef="#ctx0" brushRef="#br0" timeOffset="5719">24571 4891 7533,'10'-13'1439,"-2"6"-1079,-8 1-720,0 29 360,0-5 225,-8 16 0,0 4-45,4 8-1029,-3-12 0,-3 5 1,3-3 938,6-9 0,1 0-1,-3 8 1,0 4 0,1-5 581,2 11-671,0-10 0,0-2-90,0-6 450,0-8-360,0-19-90,0-42-90,0 15 120,-1-1 0,1-8 0,1-1-774,1-1 0,1-2 0,0 1 834,-3 5 0,0 1 0,1-3 22,3-8 1,1-4 0,2-2-1,1 2 363,1 5 0,1-1 0,1 2 1,2-1-162,3-1 1,2-1 0,1 2 0,1 1-68,-3 2 1,1 0-1,1 4 1,1 6-113,11-1 0,-1 15 495,11 35-451,-14-2 46,-5 10 0,0 5 45,1-2 0,-1 0-135,-7-2 0,-1 1-90,8 11 0,-5-2 225,-13-8-360,6 2 0,-4 2 2864,-22 3-3179,-7-2 0,-5-3 1008,-15-7-918,5-6 1,2-4-136,6-14-180,-11 5 450,29-6-89,-3 0-1,15 0-270,0 6 180,0-5 450,7 5 0,21-4 0,9-4 0,6 2 0,0 0 0</inkml:trace>
  <inkml:trace contextRef="#ctx0" brushRef="#br0" timeOffset="5984">25382 4621 7533,'19'-20'569,"0"0"1,-1-11 0,-3 1 149,-5 4 315,-5-1 1,-2 1-585,-3 10-90,0-2 809,-32 12-899,17 12-450,-16 7 0,-3 4 180,-5 13-1093,13-6 1,-1 4 0,3-1 1030,7-5 0,1 2-358,-8 8 0,-2 4 1,5-2 284,12-8 0,3 1 15,-6 9 0,0 5 0,2-4 30,5-7 0,3 1-60,4 9 0,3 6 0,3-6-165,1-15 1,2 0-346,3 11 0,4 6 1,1-8 299,0-16 0,1-2 360,8 21 0,3-8 0,-2-29 0,2-7 0,6 1 0,-1 0 0</inkml:trace>
  <inkml:trace contextRef="#ctx0" brushRef="#br0" timeOffset="6567">25841 4659 7533,'0'-18'2158,"0"9"-1258,0-8-720,0 15 270,-8-4-360,6 12 629,-6 24-539,16-5-90,-4 10 0,2 1 0,12 3-405,-3 4 0,3 5-495,4-5 1,1-1 434,-4-5 0,1-2-30,6 9 0,-3-5-1484,-3-10 1440,-3 3 449,-9-14 0,-47-11 0,-10-1 0</inkml:trace>
  <inkml:trace contextRef="#ctx0" brushRef="#br0" timeOffset="6804">25700 5291 10861,'-10'-12'1619,"2"-13"-1079,8 4 179,14-11 1,4-2-496,-8 11 1,3 0-1045,7-3 1,6-5 0,2 0 0,-4 4 392,3-1 0,1 0 494,3-1 1,7-5-1,0 0 1,-6 7 344,-3 5 1,-1 0-841,1 0 1,4-4 0,0 0 0,-7 6 157,10-6-977,-7-1 1,-1 1 1246,-3 10 0,-21-14 0,2 10 0</inkml:trace>
  <inkml:trace contextRef="#ctx0" brushRef="#br0" timeOffset="7633">26547 5085 8972,'9'13'1979,"-1"17"-2249,-6-3 0,-4 4-360,-9 14 1,-1 1 494,10-9 0,-2-2-270,-16 10 0,1-7 136,15-15-721,-20 7 810,22-23-539,-6-12 629,8-4 90,0-21 0,0 14 0,0-14 0,0 10 0</inkml:trace>
  <inkml:trace contextRef="#ctx0" brushRef="#br0" timeOffset="8417">26564 4517 7533,'0'-27'719,"-16"-15"-539,5 31 0,-7-23 90,10 25 90,8-4-360,0 7 449,0 12-179,0 1 720,8 29-630,2-6-46,1 9 1,3 1-434,0-17 0,0 0 269,0 11 0,2 5 0,-3-5-15,-2-7 0,-1 1-46,4 13 1,1 7 0,-4 1-836,-8-12 0,-3 1 0,0 0 1,1-1 745,5 5 0,1-2 0,-5 3 22,-7 4 1,-4 6-1,-4-2 1,1-7-1016,-3 0 1,-3-5 962,1-4 0,-1 0 0,0-3-497,-3-1 0,1-7 168,0-10-181,-13-3-450,21-11 2,-12 0-1,23-6 1654,-7-1-1115,8-6 1077,0 1 1,31-7-1,8-1 1</inkml:trace>
  <inkml:trace contextRef="#ctx0" brushRef="#br0" timeOffset="9248">27199 4891 7533,'0'-27'1439,"0"3"-1169,0 11 359,0 12-179,0 13-180,0 16-90,0 10-45,0 4 0,0 1-418,0-16 0,0 2 253,0 11 0,0 6 0,0-6 30,0-9 0,0-2 45,0 21 0,0-2 45,0-5-90,0 0 90,0-30 519,0-25-519,0-3-360,0-22 1,0-10 149,0 14 0,0-1 0,0 0-344,0 0 1,0 1-1,0-5 374,2-1 0,0-5 0,1-2 0,1 0 0,1 3-73,1 2 1,0 1 0,1 1 0,1-2 306,0 1 0,1-2 0,0-1 0,1 2 0,-1 4-84,2-8 0,0 4 0,5 7 254,12 6 1,0 9 248,-4 12-518,5 8 0,-1 4 135,-7 3-270,7 14 0,1 4-90,3 0 180,-2 6 0,-2 1 0,-6-2 225,-1-1 0,-3 0-135,-14 0 0,4-2 0,0-1 180,-8-4 198,-16 4 0,-8-2-1097,-17 0 449,11-6 0,-2-1 248,1-5 1,3-1-1688,-9 2 269,1 4 901,19-11-451,17 5 630,2-11-359,29 5 629,-17-6 0,12-4 0,5-3 0,16-8 0</inkml:trace>
  <inkml:trace contextRef="#ctx0" brushRef="#br0" timeOffset="9517">28063 4388 7533,'0'-20'1439,"-7"-4"-989,-3 15-91,-31 9-179,9 9-1273,7 7 1,-5 6 0,3-2 865,1-4 0,1 3 317,1 5 0,-2 7 0,-1 0 0,4-4-90,-3 1 0,1 0 45,6 2 0,-2 5 0,2 1 0,4-5-90,2 0 0,4 0-15,0 9 0,0 6 0,4-6 15,3-13 0,4 0-285,3 9 0,3 3 1,2-6 937,12 7-1088,-2-10 1,7 2-1,0-5-195,6-9 1,1-3 93,-1 8 0,-2-3 581,-5-10 0,-3-9 0,11-29 0,-16 10 0,1 0 0</inkml:trace>
  <inkml:trace contextRef="#ctx0" brushRef="#br0" timeOffset="9781">28134 4685 7533,'-18'14'2069,"9"4"-1710,1-11-539,0 11 540,6-3 450,-6 15-1170,8-14-899,8 31 719,2-28 90,9 10 0,3 0 450,1-10 0,21-5 0,8-4 0,-8-11 0,-1 0 0</inkml:trace>
  <inkml:trace contextRef="#ctx0" brushRef="#br0" timeOffset="10032">28751 4401 7533,'-27'-13'3276,"-6"23"-1638,15 7 0,0 5-1451,0 1 0,-1 4-1280,-1 11 1,0 5 0,1-3 212,3-9 1,1 2 586,1 1 1,-1 7 0,0-1 0,2-6 202,2-5 0,1-1-510,-2 13 0,0 4 1,2-6 239,0 8-360,6-3 1,1-3 1410,3-11-1950,15 6 719,-11-29 657,35-7 1,-9-35-1,-4 10 1,1 1 0</inkml:trace>
  <inkml:trace contextRef="#ctx0" brushRef="#br0" timeOffset="10664">28963 4324 7533,'0'-21'-90,"0"9"2069,0 0-1620,0 11 1171,0-5-991,0 12 631,8 18-811,10-1 136,-1 14 0,1 4-791,3 0 356,-5-3 0,2 7 0,-5-3-15,-5-11 0,-2 1-180,2 4 0,1 5 0,0 2 0,-2-7-239,0 0 1,-4 0 215,-3 0 1,-1 6 0,-2-1 0,-1-5 67,1-4 0,-5-2-240,-10 10 0,-6 4 0,1-7 420,7-13 0,-3-2-150,-11 5 0,-6 1 0,4-5 240,-11 1-150,14-6 0,-4 2 0,4-5-839,-12-3-406,11 5 1,1 0 135,2-8 1079,2 9 0,7 1 0,0 1 0</inkml:trace>
  <inkml:trace contextRef="#ctx0" brushRef="#br0" timeOffset="11919">29774 4788 6633,'-27'13'2879,"-6"23"-2969,18-7 0,2 7 0,3 4 0,1 6 0,1 1-289,-1-2 0,0 1 0,1 1 439,4-1 0,1 1 0,1-5 80,-3-2 0,2-9 220,3-8 360,0-71-540,0 14-150,2 3 0,0-7 0,2-1-330,-1-2 1,0-1 0,0-3 434,1 1 0,1-2 0,-1-2 0,1 0-82,-2 7 1,0-1 0,0-1 0,1 1 0,1 1 126,2-4 0,2 1 0,0 2 0,-1 2-120,-2 2 0,0 3 0,3 5-150,10 2 0,4 9 0,2 13 0,1 6-90,15 6 200,-5 1 0,2 5-155,-5 7 1,-3 6-1505,0 7 1,-3 2 1700,-3-6 0,-5 0-107,-12 5 0,-6 0 620,-11 7-710,-8-9 0,-5 1-90,-8 0 0,-1-3 180,7-7 0,-1-3 0,-10 4 1,0-6 44,-9-14-270,5 8 180,7-11-1349,25-5 1169,16 3 816,10-9 0,12 4 0,6 1 0,6-4 0,1 0 0</inkml:trace>
  <inkml:trace contextRef="#ctx0" brushRef="#br0" timeOffset="12237">30409 4556 7533,'20'-35'764,"-7"8"1,-2 2-405,-9 6 359,5-29-449,-7 33 1079,0-15-1259,0 21 270,-7-8-630,-11 33 180,-2-6-225,4 13 1,-1 8-46,1-4 0,-1 3 0,-1 2-460,0 1 1,-1 2 0,1 0 0,0 0 660,1 2 1,0 0 0,1 2 135,-2 1 1,0 3 0,2-1-1,5-6-117,8-7 0,2-1 110,-4 12 0,-2 6 0,3-7 30,4 2-180,7 2 0,2-3 90,3-15-450,3 0 1,3-3-361,2-12 869,13 13 1,-14-21 0,7 4 0</inkml:trace>
  <inkml:trace contextRef="#ctx0" brushRef="#br0" timeOffset="12918">30674 4762 7533,'18'-11'2698,"-1"-9"-2068,-7 4 449,6-13-719,-6 21 270,23-17-450,-4 11-46,1 2 1,-1 0-135,2-3 0,8 5 0,3 1-450,-17 5 1,1 1 134,10 3 0,-2 0 45,2 2 810,-21 15-540,-23-8 360,-1 15-360,-9-9 540,-7 21-495,4-14 0,-2 1-135,4-2 0,-1 1-1112,-13 15 1,0-2 1111,1-3 135,0 2 0,0 3 0,11-7 0,2 0 270,-4 5 0,1-2-315,8-9 0,3-2 270,3 7-181,8-28 181,0 11-180,8-6 1863,-6 2-1863,21 3-90,5-10-180,1 5-539,20-6 359,-20 0-270,-3 0 0,-1 0 181,5 0-1530,19-6 1259,-28 0 720,21-2 0,-46-8 0,0 1 0</inkml:trace>
  <inkml:trace contextRef="#ctx0" brushRef="#br0" timeOffset="13171">30727 5007 9242,'-20'-7'2428,"5"2"-2068,15 5 90,0-6-270,0 4 180,15-3-360,28 5-810,0 0 0,3 0 135,-12 0 1,2 0-419,2 0 1,3 1 0,-6-2-795,8-5 1887,-3 6 0,-6-2 0,-20-4 0,0 6 0</inkml:trace>
  <inkml:trace contextRef="#ctx0" brushRef="#br0" timeOffset="13572">31256 4427 7533,'28'-39'1439,"-11"18"-270,-9 3-899,0 18 719,2 0-629,7 0 450,17 23-630,-5-11 0,0 13 0,1 9 44,2 4 1,-1 1-561,-6-7 0,-1 3 396,-3 4 0,-1 4 0,-5-6-330,-3 11 240,-7-12 0,-2 5 0,-3-5 30,-10 13 45,0-5 0,-5 2 105,-5-13 0,-4-2 0,1-2-105,1 0 0,-1 0 194,-6 3 1,-3 3 0,3-8 30,-10-4-495,6-1 0,-1-2 225,-5-10-855,12 3 1,3 3-1395,4 4 630,5 1 1619,22 3 0,19 1 0,11 2 0</inkml:trace>
  <inkml:trace contextRef="#ctx0" brushRef="#br0" timeOffset="13717">31785 5317 7533,'-8'-7'464,"-9"1"1,-7 18 0,-3 5 0,-5 1-1,-1 1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0:32:28.537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1147 3717 6813,'0'-14'1799,"0"2"-899,0 6-541,0 5 451,0-5-450,0 6 359,0-5-539,0 3 540,0-9-540,0 9 269,0-4-269,0 6-90,0-6-450,0 5 360,-8-5-449,6 6 359,-6 6-180,8 13 360,0-3-90,-4 12 0,0 3 90,2 2-90,0-2 0,-2 6 0,2-4-223,2-6 1,0 1 341,-2 12 1,0 6 0,-2 0 180,1-5 0,0-1 0,0-1-210,0-3 0,-1-1 0,1 0 419,-3 8 1,0 1 0,2-6 209,3-11 1,0-4-450,-7 23 270,8-17 179,0-33-449,0 8-180,0-21-720,0 14 270,-8-26-274,7 13-1524,-7-9 1618,8 12-1709,0 1 1440,0 11-1980,0-5 2339,0 6 450,0 6 0,15 13 0,5 8 0</inkml:trace>
  <inkml:trace contextRef="#ctx0" brushRef="#br0" timeOffset="782">1446 4234 6183,'0'-15'2699,"0"-2"-1710,0 10 540,0-6-449,-7 0-810,5 5 449,-6 3-539,8 10-180,0 14 270,0 8-135,0 1 0,0 0-315,0 9 90,0 0 0,0-2-90,0-3 90,-1 1 0,2 0 0,7-9-90,-6 18 1,5-34 269,-7-2-360,8-36 180,2 6 0,-1-9 0,0-1 90,0-3 0,3-2 0,0-1 0,0 2 135,1 1 0,-1 2-135,-2 5 809,6-13-539,-14 23 719,13 7-629,-13 13 360,6 30-360,-8-5-136,7 10 1,2 1-225,-5-3-90,8 9 1,-1-1-1,-9-7-360,10 2 0,0-1 360,-8-10-900,13 0 1,5-3-1439,-1-12 2428,7 7 0,-5-46 0,-13-7 0</inkml:trace>
  <inkml:trace contextRef="#ctx0" brushRef="#br0" timeOffset="2416">2346 3717 7533,'-8'-37'1619,"6"14"-360,-14-7-899,15 23 629,-7-5-629,8 11-270,0 6 0,0 10 45,0 10 0,0 4 45,0 10-135,0 8 0,0 2-544,0-2 379,4-12 0,2 5 0,-1-1 60,-1-5 0,0-1 1,0 0-31,4 10 0,2 0 60,-3-4 0,1 2 0,0-9 30,4-5 0,-3-2 0,0-3 0,-1-9 0,-8-6 0,0-7 359,0-12-40,0-3-769,-16-20 270,-4 0 225,-4 9 0,-3 0 135,-4-8-135,2 19 0,1 5 135,7 5 0,-21 16 0,23 4-180,1 5 180,2 16-90,7-13 45,0 6 0,0 2-45,-1 0 134,5 5 1,2 0-135,3-4 90,0-2 0,0 0-90,0-7 270,24 18 0,13-13-271,2-7 91,-6-10 0,-1-4-450,-1-7 180,6-2 1,1-2-91,3-3 90,1-7 0,-2-3-90,-6-5 45,3-5 0,-2-1 135,-11-2 0,-3 0 0,-1-1-90,-3 1 45,-11 0 0,-2 0 45,4 0 225,-10 3 0,-4 0 404,-11-14-359,-3 7 540,-5 4-720,7 22 360,-8 8-630,15 2 360,-21 21-540,28-7 0,-11 27 90,15-20 45,0 6 0,0 0 45,0-3-45,6 10 1,3 0 44,3-4-135,6 1 0,5-1-45,3-12 1,1-4 269,-3 2 0,1-3-135,14-3 0,-3-6 135,-13-6 360,3-10 0,-5-3-450,-17 1 539,7-11 1,2-1 180,-3 7 180,-1-25-361,-1 32 361,-8-13-810,0 22 90,0 18-180,-8 6-135,8 9 1,-2 3 44,-13 10-571,12-14 0,4 5 1,-1-2 525,-4 3 0,0-2 90,3 14 0,2-2-132,2-13 0,2-3 87,-1-4 0,2-4 0,3-2 540,7 2-360,-14-27 1440,6-15-811,-8-9-224,0-10 0,0-3-180,0 15 0,0-1 44,0-12 1,0-7 0,0 5-605,0 7 0,0-1 447,1-4 1,1-8-1,0 0 1,1 6 22,1 1 0,1-1 0,2 0 0,1-7 0,2 1 0,-1 9-45,1 8 0,1 3 269,8-19 1,3 14 1376,14 42-1286,-17 13 0,-1 6-315,1-7 0,-3 3-45,-6 8 0,-2 4 0,0-6 548,9 3-593,-11 8 0,-2-1-135,4-9 135,-7 1 0,-2 0 315,1-9 90,-24 12-90,11-29-630,-36-7 180,27-7-989,-19-11 719,21 3-1349,-13-15 1349,21 14 676,-3-8 0,38 17 0,7 1 0</inkml:trace>
  <inkml:trace contextRef="#ctx0" brushRef="#br0" timeOffset="3416">3475 4362 11131,'-10'0'2428,"34"-6"-2158,-17 5-45,19-9 0,3-3-45,-7 3 0,5-14 89,5-1 1,-13-19-270,9 12 0,-17 2 0,-5 2 90,-6 10-360,-9-23 360,-15 31 0,-1 4-180,-1-13 135,-3 19 0,1 6-45,9 3 45,2 10 0,0 3-45,-2 3-90,5 6 0,2 3 0,2 4-135,5 1 1,3 0 224,9 6-90,5-5 0,2-1 90,7-1-135,6-2 0,3-1 0,-7-18 0,1-2 135,3 5 0,1-3-1639,3-8 1,-3-6 1253,1-15 8,13-14 647,-23-2-180,-1 0 0,-3 1 360,-3-3-135,-4 3 0,0-1 584,0-6-629,-6 1-360,6 15 2802,-8 29-2802,0-1-810,0 26 810,0-21 68,0 16-1057,7-6 1079,3-9-360,16 1 810,-15-17-181,29-17 361,-34 7-91,16-13 1,3-7 135,-14-3 0,-1 0-496,7 4 1,1-1 315,1-13 0,-4 3 764,-4 10-989,5-1 0,-16 20-270,8 22 180,-6-3 90,14 28-90,-7-13-540,-4 4 0,0 1-809,11 2 629,-7 0 0,0 0-539,2-6 359,6 0 1,-2-1-1710,-11-1 2429,11-2 0,-7-20 0,2-15 0</inkml:trace>
  <inkml:trace contextRef="#ctx0" brushRef="#br0" timeOffset="5098">5009 3459 7533,'0'-31'1619,"0"15"629,0-7-1618,-7 27-450,5 3 180,-14 36-270,14-6 0,-6 10 0,0 3-375,7-24 0,0 2 195,-1 15 0,-1 7 0,1-5 45,1-11 0,2 2 45,-1 1 0,0 7 0,0 0 0,0-7 0,0-1 0,0 0-150,0 5 0,0 5 1,0-7 149,0-13 0,0-2-90,0 6 0,0-4 90,0-6-90,0-14 0,-16-19-90,12-2 45,-15-3 0,-1 1 135,14 5 0,-16-8 0,-3 0 180,11 10 0,-8 0 0,-5 1 269,-18 4 286,18 11 0,-1 5-511,0 7 1,3 3-135,-2 16 90,16-5 0,6 2 0,7-8 0,4 1-90,4 6 0,5 0 224,10-2 1,3-4-270,-4-8 0,1-4 0,15-1 0,3-6 90,1-8 0,0-4-218,-9 4 0,0-1 23,-1-5 0,1-3 0,-6-1 150,11-11-225,-10-3 1,-2-1 44,2 1-1519,-8-8 0,-3 0 1609,-7 6-333,1-10 1,-3 0 601,-8 4-59,-1 0 0,-2-2 419,-9-8-89,1 2 89,-15 10-449,20 23-360,-19 7 1,13 7-721,0 23 720,-6-13-315,14 13 1,2 0 224,-7-11-1081,13 16 1,3 1 1080,-5-11 1216,9 8 0,6 1-1036,-2-10 0,1-1 135,-4-2 0,3 0 44,12-1 1,-1-5 90,-6-7 90,11-3 360,-15-10 179,7-14-629,-13 3 90,11-26-270,-21 25 180,14-24-90,-14 31-90,6-13 90,-8 16 597,0 0-687,0 1 0,0 6 90,0 6 3186,0-5-3160,0 16-296,0-14 90,0 14 90,0-10 180,8 6 0,-7 0-90,7-6 0,-8-1 630,8-6-720,-6 0 0,6 0-270,0-6 180,-6-1-540,6-12 360,-1-1-449,3-17 494,3 12 0,0-1 315,-2-18-180,13 1-180,-22 8 630,6 17 270,0-23 179,-6 19-629,5 2-90,-7 9 0,-7 11-630,5 11 450,-6-2-179,0 27 179,6-13 0,-2 3 0,0 2-90,4 2 135,0 3 0,0 0-225,0-1 90,4-2 0,0 0 270,-2-1-90,14 8-90,1-17 0,3-18 90,-2-5-360,5-39 360,-19 18 90,8-6 0,-1-1-90,-9 1 360,5 0 0,2 0-270,1 6 1349,0-24-1079,-2 33 719,-8-4-449,0 13-900,0 12 360,7 7-1079,3 1-1440,8 22 1619,-8-19-674,1 6 0,1 2-1793,8 15 3158,7-4 1,-7-14 0,1-3 0,17 1 0</inkml:trace>
  <inkml:trace contextRef="#ctx0" brushRef="#br0" timeOffset="5601">6156 4182 7533,'0'-35'3276,"-8"0"0,6 20-1373,-14-10-1633,15 17 0,-7-10-270,8 17 90,0-5-90,-8 6-1080,-2 23 810,-8-11-360,9 16 1,1 3 719,-10-5-225,8 9 0,3 1 585,-3-4-270,5 1 0,2 0 0,3-3-1,0 7-179,0-7 90,0-14-270,23 20 1,-9-20-226,9-5 0,3-3 135,3-3 45,-3-6 0,-1-3 136,5-4 268,-1-9 1,-1-7-180,-8-7 0,-1-4 390,-2 4 0,2-2 0,-2-2-392,-1-4 1,-1-1 0,-3 3 181,-1-2 0,-2 2 269,2-3 1,-7 8-90,-19 16-180,11-1-90,-28 46-360,18-4 0,1 3 225,2-4 0,0 3-675,-3 22 1,5-3 449,9-12-765,6 14 1,3-1 584,3-13-854,7 9 0,3-2-87,8-16 1391,-10-1 0,3-6 0,9-24 0,2-9 0,4-1 0,-1 1 0</inkml:trace>
  <inkml:trace contextRef="#ctx0" brushRef="#br0" timeOffset="6694">7796 4091 8972,'0'-7'989,"0"1"-89,0 6-540,0 0 269,-15 0-449,11 0 180,-20 18-270,14 15 90,1 2-135,-1 2 0,4-2-135,12-2 45,-7 9 0,4 0 45,22-10-135,-8 6 0,2-4 225,10-15-360,-1 0 0,1-4 360,2-13-90,-1-12 0,-1-4 180,0-4 45,-3-16 0,-3-4 45,-1 0-1108,0-4 0,-3-1 1018,-7-2 404,4 3 1,-1 0-45,-11 3 44,8 5 1,0 2-315,-10 9 360,13-7-450,-13 23 90,22 1-91,-20 12 1,27 13 0,-19 2-270,11 6 0,3 1-90,-3 3 90,3 7 1,-3 2 268,-11-2 91,1 2 0,-2-1 1945,-9-8-1855,-1 0 0,-2-3-90,-9-10-90,-16 12-180,7-17-270,-22-6 180,19-1-1889,-19-18 1619,21 9-2917,-13-19 2237,21 19-2237,-19-15 3241,27 11 1,-4-17 0,18-4 0</inkml:trace>
  <inkml:trace contextRef="#ctx0" brushRef="#br0" timeOffset="6849">7955 3795 9062,'-25'-34'3058,"5"14"-3058,10 8 0,44 18 0,-6-2 0,0 0 0</inkml:trace>
  <inkml:trace contextRef="#ctx0" brushRef="#br0" timeOffset="8299">9790 3898 7533,'0'-32'2878,"-8"5"-1799,-10 1-719,-9 13-3637,-1 8 2393,11 10 1237,-15 20-173,11-8-428,-4 12 1,-1 6 157,5-8 0,0 1 0,2 2 240,3 8 0,3 3 0,1 0-60,-5 3 0,1 1 0,8-3 0,14 8 0,11-8-135,1-20 0,3-6 135,26-7-225,-13-26 0,-3-8 135,0-11-522,-5 5 0,-1 0 522,-10 10 0,-2 0 179,0-15 1,-1 0-90,6-2 1548,-8 1 0,-2 0 74,1-4-723,-1 8 360,-16 21-1349,-1 19 919,-1 35-1234,5-10 0,2 2 135,2-5 0,2 1-944,-2 14 0,2 0-46,6-12 1,2-3 944,-4-4 0,1 0-853,9 5 1,4-7 1077,8-20 0,-8-24 0,-3-11 0,2-10 0,0 0 0</inkml:trace>
  <inkml:trace contextRef="#ctx0" brushRef="#br0" timeOffset="8649">10125 3395 7533,'0'-31'719,"0"0"1,1-5-1,-2 6-179,-7 13 989,6-12 630,-6 33-1709,8-3 269,-8 41-269,6-16 0,-2 20 0,0 3-786,4-1 456,-2-7 0,-1 8 0,1-7-30,1-11 0,0 1 112,-1 7 0,-1 8 1,1 1-1,1-4-292,3-5 0,1-3 0,0 1 90,-3 8 0,0 1 0,2-1-450,2-4 1,1-1-1,1-8 180,4 3-540,2-1 1,2-4 450,-3-14-1710,13 9 1709,-22-18-2428,13-1 1618,-5-18 1299,0 3 0,-2-38 0,-8-2 0</inkml:trace>
  <inkml:trace contextRef="#ctx0" brushRef="#br0" timeOffset="9149">10283 4039 7533,'10'-19'2428,"-2"0"451,-8 12-990,-8 1-1260,-2 24-719,1-9 360,1 39-270,8-24-135,0 9 0,0 0-225,0-1-180,5 4 1,6-1-720,16 3 899,-5 0 315,1-24 0,1-11-135,-3-31-90,14-2 270,-16-3 0,-4-3 90,-4-13 90,2 17 0,-2 2 90,-9 2 0,14-8 0,-14 27-90,5 4 179,-7 18 1,0 18-360,0-2 45,4 3 0,0 2-45,-2-1-90,13 5 0,2 1 0,-12-2 0,17-8 0,3-1 90,-3-2 270,3-14 0,1-5-90,3-7 494,-7-12 1,-2-6-405,-1-12 494,-2-6 1,-1-7-316,-5 12 1,-2-1 0,-1-3-360,-2 0 0,-1-4 0,-1 0 0,1 3-1172,0 1 1,1 1 0,-2 1 856,-1-17 1,-6 12-2925,-5 26 1620,6 18 1529,-5 12 0,-1 27 0,3-15 0,0 0 0</inkml:trace>
  <inkml:trace contextRef="#ctx0" brushRef="#br0" timeOffset="9968">11324 3949 7533,'0'-20'2248,"-8"2"-718,-9 5-1530,-3 6 629,-13 1-719,13 6 450,-13 17-180,11 4 0,1 3-270,-11 14 225,7 1 0,1 0-45,5-8-45,9 5 0,2 0 45,0-10-45,10 7 0,4-1 44,4-14-224,2 7 1,1-3 44,7-12-90,13 7 90,-13-17 90,21-23 225,-25-1 0,-3-3-91,6 5 1,-2-2 135,-6-22 0,-5 3 180,2 16 224,-3-9 1,-2 1-225,-1 17 719,6-18-809,-8 29-450,-8 12 90,6 10-720,-6 28 630,8-13-1259,0 6 0,0 0 809,0-3-1099,8 3 1,0 0 778,-4-6-625,14-8 1,3-1 1484,-7-1 0,12-21 0,5-8 0,-8-3 0,1 1 0</inkml:trace>
  <inkml:trace contextRef="#ctx0" brushRef="#br0" timeOffset="10782">11606 4052 7533,'-9'-14'1259,"-7"-3"-899,6 10 989,-8 6-989,9-4 899,-15 34-1349,20-12 270,-8 15 0,1 2-540,9-1 315,-2 5 0,0 1-135,4-1-270,5-7 1,6-1-990,24 5 1079,-4-10 270,-2-27 0,-1-7-90,-6-2 270,-4-18 0,-3-7 135,-5 0 0,-2-1-180,-3 2 0,-1-2 89,1-13 1,-2 4 45,-3 15 630,0-11-540,0 35 359,0 30-629,0 1-13,0 9 0,0 1 193,0 10-360,0-15 0,0 3-45,0 9 0,0 4 285,3-1 0,0 4 0,-1 2-880,-4-4 1,-2 1 0,-1 1 0,2-2 753,5 3 1,2-1-1,-6 0 178,-6-6 1,-5 2-1,-1-3 1,2-9 64,-3 5 572,-6-10 1,-7 1-1,4-7-299,-1-11 314,-7-3 1,-1-8-540,5-23 0,3-7-315,3 12 0,3-3 150,2-10 0,3-5 0,4 4-330,2-13 135,12 2 0,7-2-736,3 9 1,8 1 262,4 6 1,7-1 0,2 0 0,-4 2 298,-7 2 0,-2 0 0,5 1 165,5 2 0,8 0 0,2 0 0,-3 2 0,-8 2 54,-5 1 0,-1 0 22,4 1 1,6-2 0,0 0-1,-5 0 1656,2-6 0,-5-2-59,6-10 0,-3-2-1349,-11 14 0,-5-2 1349,-11-10 0,-6-2-405,-1 6 1,-2 1-855,2 4-1,-2 1 181,-2-5 0,1 7-180,5 17-625,-6-2 85,8 17-180,8 29 90,-6-3-1279,12 12 1,3 2 930,-10-20 1,0 1 437,8 10 0,3 4 0,-2-4 425,-5-7 1,-1 0-366,4 8 0,1 3 1,-2-5 119,-2 11 270,-2-3 0,-2-4-91,-7-16 1710,-16 6-359,5-30-541,-13-7 1,-1-5-541,1-3 1279,-7-3 0,-3 0-3277,10 4 1,1 1 855,0 1 1,-1 2 843,-3-2 0,5 7 0,18 28 0,-1 5 0</inkml:trace>
  <inkml:trace contextRef="#ctx0" brushRef="#br0" timeOffset="14265">13247 3420 7533,'-28'-19'3058,"11"11"-2249,9-3-629,8 11 0,0 0 270,0 11-270,0 13 0,0 6-210,0 2 0,0 3 0,0 3-345,0 1 0,-1 4 0,1 0 0,1 1 60,0 3 0,1 2 1,0-1-1,1-1 0,-1-1 0,0-1 0,1-1 1,0-3-76,0 4 0,0-3 0,0-5 255,2-2 1,-2-7-1126,-3-5 1260,-8-35 0,-1-25 0,0 10 0,0 0 0</inkml:trace>
  <inkml:trace contextRef="#ctx0" brushRef="#br0" timeOffset="14435">13159 4131 7533,'-21'-35'509,"0"1"1,-1-3 0,-3 0 704,-2-3 0,0 1-629,3 12 0,4 1 1304,3-10-360,25 18-1349,3 9 359,31-8-359,-21 10-405,5 0 1,5 1-1081,8-4 1,0 1 1079,-4 5 0,1 0 107,-4-2 0,3 0 0,-2 1 0,6 1 0,0 0 0,6-2 0,0-1 0</inkml:trace>
  <inkml:trace contextRef="#ctx0" brushRef="#br0" timeOffset="15933">13635 4207 7533,'-10'20'1439,"-6"5"-1079,14-11 179,-13 5-179,13-12 180,-6-1-540,8-6 360,0 0-360,0-6 269,16-24-358,-12-12 178,11-5-1695,-7 13 0,0 2 1606,4 1-721,0-8 0,1 0 811,5 6 45,-3 0 0,3 0-135,0 15 0,1 2-90,19-11 90,-13 13 0,-1 5 90,-3 7 0,20 2 0,-21 2 0,-2 9 90,-11-4 2633,-7 0-2723,0-1 2471,0-6-2651,0 0-360,-7 0-180,-3 17 540,-8-7-180,0 32 360,1-19-90,11 3 0,2 2 180,-4 2-135,7 1 0,2-1 45,-1-6-90,2 3 0,4-1-90,12 3 90,1-2-90,22-15 90,-19-20-135,-2-4 0,1-6 135,2-6 0,-3-3-45,-8 5 0,0-1 225,13-14 0,-3 2-180,-18 11 405,8-3 0,-1 1-225,-9 9 269,14-30-269,-14 29 360,6-18-540,-8 28 180,0-9-180,0 15 0,0-9-90,0 10-270,-8-5 360,6 6-270,-6 6 180,8-5-179,0 10 179,-8-3 90,6 10-90,-6-3 270,8 9-180,0-10 0,-7 10-180,5-9 90,-6 15 90,8-15-90,0 16 0,0-17-90,0 17 450,0-4-270,8 0 360,-6 3-270,5-22-1,1 15 1,-6-20 180,22 14-180,-20-15-90,19 4-360,-5-6 360,-6 0-449,11 0 89,-5-12-90,25-8 180,-12-1 135,-1 3 0,-3 0 135,-13 2-45,6-4 0,-1-2-44,-7-1 313,4-4 1,1 0-45,-5 3 315,-3-3 0,-3 1-315,-6 8 1349,0-18-1170,0 22 91,-23 1-540,17 8-3032,-33 10 3032,27 3-29,-21 22 29,13-7 180,-5 14-360,7-6 90,8-3-90,5-2 0,2 2 90,3 3-360,10 0 1,4-1 179,7-2-1279,7-8 1,3-2 467,8-4 1171,2-6 0,1-10 0,-9-23 0,0-9 0,-1 8 0,0 0 0,0 0 0</inkml:trace>
  <inkml:trace contextRef="#ctx0" brushRef="#br0" timeOffset="16549">15469 3936 7533,'-9'-27'2788,"1"-3"-2248,8 21 719,-8-8-809,6 16 90,-6-5-720,8 6 270,0 23-90,0-6-135,4 12 0,0 3-315,-2-1 360,6 18-1079,-8-12 629,0-8-585,6-2 1,3 0 675,3-2-406,4 3 1,1-3 854,-5-14 0,17-10 0,5-8 0,-5-11 0,1 1 0</inkml:trace>
  <inkml:trace contextRef="#ctx0" brushRef="#br0" timeOffset="16900">15857 4234 7982,'-9'-19'3276,"1"-13"-2800,7-1 0,2-3-386,-1 11 0,0-3-1183,-2-11 1,-2-7 0,2 7 363,1 11 1,0-2 683,-1-10 0,0-10 0,0-2 0,0 5-612,2 5 1,0 3 0,0-1 805,0-9 1,0-3 0,0 4 180,0 11 0,-1 3 0,2 3 1565,7-16-1535,-6 12-199,14 7 108,-14 26 1037,21-3-1306,-11 5-90,29 5 90,-19 3-315,6 0 1,0 2 224,-4 5-675,5-1 1,-1 2-316,-7 5 405,1-3 1,-3 2-585,-7 7 1641,-1-4 1,-6 3-1,-24 5 1,-9 2 0,8-4-1,1-1 1,-1 1-1</inkml:trace>
  <inkml:trace contextRef="#ctx0" brushRef="#br0" timeOffset="17104">15875 3807 9062,'-20'0'3276,"20"-5"-1515,28-14-1671,9 3-1729,-8 1 1,1 0-1639,9 1 1845,-6 4 0,1 1 1432,5-4 0,-12 18 0,-21 4 0</inkml:trace>
  <inkml:trace contextRef="#ctx0" brushRef="#br0" timeOffset="17279">15452 3678 7533,'-15'-20'719,"0"-1"1,-8-15-2339,46 23 1079,-1 0 540,13 6 0,-7-6 0,1-3 0,-1 2 0,1 0 0</inkml:trace>
  <inkml:trace contextRef="#ctx0" brushRef="#br0" timeOffset="21183">17092 3485 7533,'0'-32'1529,"0"-1"-450,-8-6-809,6 18 270,-6-2-91,8 16-449,0 28 0,0-2-60,2 12 0,2 13 1,-2 0-453,-1 2 0,0 0 0,-1 4 332,2-11 0,-1 2 0,1 2 0,0-1 1,-1-3 149,0 10 0,-2-2 0,1 0-60,2 0 0,-1 1 0,-4-13 1169,-13-9 1,-3-26-1035,3-22 0,4-10-135,4-15 0,7-4-90,2 4 0,7 1-45,10 0 0,7 3 225,9 8 0,3 6-45,-8 7 0,1 3 45,12-3 0,-2 3 0,-1 3 405,-8-5 0,-3-5 44,-8-3 1,-3-1-315,-2 5 0,-2-2 90,-4-15 0,-2 1 135,0 9-136,-6-4 1,0 1-45,7 9 543,-11-2 0,-2 3-1173,3 15 360,-5-7-630,-9 46 541,12-11-91,-7 17 0,-2 8 90,7-5 0,0 3 0,1 0-89,-2 2 0,0 1 1,1 3 232,2-8 0,0 3 0,1 2 0,-1-2 0,2-4-327,-2 0 0,2-3 0,0 0 333,-1 10 0,2 1 0,5-5-150,10 1 1,3-6 179,-1 10 0,15-16 0,2-9 90,-9-19-623,8-4 1,1-2 532,-10-5 45,6-10 0,-1-3-45,-7-3 45,0-7 0,0-2-135,-2 3 270,-5-7 0,-2-1-180,-2 5 225,-6-1 0,-1-1 314,-3 6-68,-23-13-21,17 28 134,-24 21 1,-3 11-315,16 3-180,-2 5 0,-3 6 0,6-4 89,4 8-629,2 2 1,4 3-451,13-6 1,2-3 764,-5-5 0,4 0-1214,17 10 0,7-6 719,9-15 713,-8-3 0,2-6 0,7-22 1,1-9-1,-13 9 0,1-1 1,0 0-1</inkml:trace>
  <inkml:trace contextRef="#ctx0" brushRef="#br0" timeOffset="21748">18468 3833 7533,'-28'6'3276,"-5"12"-2055,21-2-771,3 13 0,3 1-270,6-2-1,2 8 1,4-1 0,3-10 0,9 16 180,7-26-180,-5-2 629,29-13-629,-25-13 90,4-8 0,0-7-240,-11 0 0,-3-4 0,1 1-386,5-5 1,-1-2 175,-4-7 0,0-4 0,-4 6-45,-5 17 1,-2 2-363,0-12 1,0 5-2292,-4 14-1,15 51 2250,-11-14 629,13 14 0,5 4 0,-4-8 0,2 0 0,0-2 0,1 1 0,0-1 0</inkml:trace>
  <inkml:trace contextRef="#ctx0" brushRef="#br0" timeOffset="23198">19050 3898 7533,'8'-36'1349,"-6"17"90,-2-28-719,-2 31 539,-22-20-899,13 21 449,-31-10-629,21 18 0,-20 1-180,21 12-450,-21 18 540,27-6-495,-6 3 1,1 5-226,12 2 0,2 1 451,-12 17-1460,11-6 1,4-2-836,2-14 2868,11 3 0,1-1-394,-6-9 414,14-1 1,7-2-460,-1-5 0,1-5 135,2-10 0,1-3 45,2 2 0,-3-4-135,-4-21 1079,-17 7-899,-8 12 3096,0 6-1011,0 1-1873,0 6-482,0 0-90,0-6 90,8 5 0,-6-5-180,21-6 90,-11 4 0,7-8 0,3-4 0,1-5 1,-1-2 268,6-3 1,-1-1 0,-7 4 0,-3 1 990,7-10-810,-24 29 539,0 2-539,0 5 180,0 0-1620,0 5 901,0-3-91,0 9 90,0-10 0,0 4 180,0 1 90,8-4 90,-6 4-180,6-6 90,-8 0 0,7 0 0,-5 0 180,6 6-180,-8-5 0,0 5 0,0-6-270,8 0 90,-6 0 180,6 5-90,-8-3-90,0 3 270,0-5 180,0 0-630,0-5 360,0 3 90,0-9-180,0 10 180,8-11-90,-6 5 0,6 0 90,-8 1-360,0 6-269,0-5-91,0 3 360,0-3 360,7 5-180,-5 0 270,6 0 270,-8 0 0,0 0-270,0 5-180,0-3 0,0 3 0,0-5 179,0 0 1,0 6-90,0-5-90,0 4 0,0-5 0,0 0 0,8 0-180,-6 0 270,14 0-359,-7 0 718,1 0 91,14 0 90,-20 0 269,19 0-449,-21-5 449,6-2-719,-8 0 270,0-4-720,0 9 270,0-4-90,-8 0 90,6 5-450,-21-5 360,19 6-449,-28 6 89,28 7 90,-11-4-179,7 14 449,6-15-270,-6 22 450,16-14-180,10 26 180,-7-25-180,5 3 0,0 2 360,-5-1 134,10 0 1,0 1-45,-8 1 360,11 18-451,-24-25 901,-8 20-990,-2-26 179,-15 13-179,5-22 90,-21 5-90,27-6-720,-33 0 630,41 0-1709,-33 0-90,35 0-180,-19 0-179,21 0 2068,2 0 0,41 0 0,-13 0 0,1 0 0</inkml:trace>
  <inkml:trace contextRef="#ctx0" brushRef="#br0" timeOffset="24415">20673 3962 7533,'17'-30'1979,"-7"13"-1170,6-25-629,-14 26 1349,6-25-899,-8 18-630,-8-8 360,-2 12-360,0 6 359,-13 0-89,-13 6-405,5 3 0,0 3 45,-10 6 90,-2 2 0,7 5 0,26 9-135,-20 0 1,-2 1 134,18 7-90,-7-2 0,1 0 0,8 3-1516,3 6 0,2 0 1606,7-3-633,10 4 0,4-2 364,7-11-656,7-2 0,3-2 656,8-6-235,-1-9 0,-1-3 414,-4-3 844,12-16 1,-2-8-710,-24 4 0,-2-1-90,10-1 0,-3-1 675,-9-23-450,-15 36 1601,0-6-1242,0 17 2737,-15 12-3256,3 19-469,-6-6 314,13 1 0,2 1-405,3-10 1691,0 13-1691,0-11 497,8-11 43,2 3-90,16-33 135,-9 0 0,1-2 0,-3 3 0,-1-2-1336,7-15 0,-1 4 1471,0 9-290,-4 1 0,1 1 110,3 7-1837,13-8 1927,-13 17-495,10 1 0,4 0 180,-8 3 1,-1-1 224,11-2 0,-1-1 1927,8 0-2107,-10-10 629,-13 9 541,13-23-720,-21 10 809,12-22-809,-22 20 809,5-25-899,-7 25 270,-23-14-270,17 23-360,-41 8 180,25 19-135,-3 9 0,-1 5 135,-3 12-450,7 5 1,3 2-451,7 0 405,2 2 1,4 0-496,14-2 315,14-5 1,5-4 416,9-7-492,0-13 1,8-2 0,-3-5 973,-9-6 0,1-5 0,9-5 0,5-4 0,-3-4 0,-11-5 0,1 1 0,-1-1 0</inkml:trace>
  <inkml:trace contextRef="#ctx0" brushRef="#br0" timeOffset="24917">22207 3872 7533,'-7'-39'989,"5"12"-899,-14 3-90,14 11 2878,-6 5-2698,8 3-3457,0 16 2663,0 4 712,-4 11 1,0 2-99,2 5-270,-6 12 1,1-1-91,5-10-405,-3 11 1,2-1-46,3-17-560,11 7 0,1-3 921,-6-20 431,15 2 1,5-8 0,-3-29 0,-1-11 0,2 9 0,1 0 0,-1 0 0</inkml:trace>
  <inkml:trace contextRef="#ctx0" brushRef="#br0" timeOffset="25266">22419 3924 7533,'27'-13'989,"-9"6"630,-10 1-719,-16 6 269,6 6-809,-6 1 180,0 17-361,7-8 1,1 20-90,1-21-360,23 22 270,-12-28-1639,11 4 1,3-3-685,-3-8 1095,9-4 1,1-2 957,-2-10 27,-9 2 0,-1-2-72,1-7 0,-2-1 225,-2-1 0,1-2-90,4-8 0,-1-4 540,1-5 0,-3 1 1278,-9 15 0,-2 0-434,2-6 0,-7 11 2072,-12 26-1344,6-2-2472,-13 32 540,13-17-141,-3 6 1,2 4-1499,9 1 1,4 1 308,3 2 0,1-1 1195,-4-1 0,2-2-809,11-7 0,1-6 944,-11-6 0,14-21 0,3-11 0,-6-6 0,-1 1 0</inkml:trace>
  <inkml:trace contextRef="#ctx0" brushRef="#br0" timeOffset="25716">23336 3213 7533,'0'-38'764,"4"9"1,0 2-315,-2 1 989,-2-14-1079,-2 39 629,-6 6-809,8 10 180,-8 34-270,6-18 134,-2 13 1,1 1-636,3-3 471,0-7 0,0 6 0,0-4-330,0 11 90,2-10 0,1 5 1,-1-5 89,-1-10 0,0-1-90,4 10 0,0 5 0,1-6 101,4 11-191,-2-9 1,2-4 269,-1-13 90,7-2 0,-14-13 899,6-29-809,-8 11 200,-2-13 0,-4-3-380,-9 7 0,-3 1 0,-5-8 0,-1 3-45,1 6 0,-1 5-45,-9 0 0,1 11 404,11 18 1,3 4-315,-20 1 0,19 14 0,7 3 0,10-5-90,2 4 0,0 0 90,2-5 90,10 2 0,7 0 45,7-8 0,1-2-135,-6-2 0,1-1-450,24 4 1,-3-6 449,-18-10-1035,16 2 1,-1-3 1034,-23-5 0,30-13 0,-37-11 0</inkml:trace>
  <inkml:trace contextRef="#ctx0" brushRef="#br0" timeOffset="27061">23513 4001 7533,'9'0'2968,"-1"-6"-1979,-8 5-989,8-5 450,10 0-450,1-1 360,15-6-540,3-4 0,0-2 90,2-5-90,-7 5 0,4-3 1,-8 3-1,-4-5 45,2-3 0,-3 0 45,-11 5 90,3-22 0,-23 23 0,-17-4 0,3 12 360,-27 6-270,36 7-180,-14 10 0,-1 5 0,4 2 90,-1 12 0,-1 1 180,-1-4-135,9 12 0,3 1-45,3-6 89,5 11 1,6 1-317,11-5 182,4 6 1,5-1 44,11-13-225,-4-1 0,6-3 180,7-18 0,1-4 45,-14 5 0,1-3 314,15-16 1,-4-7-315,-16-4 225,2-13 0,1-2-225,-4 3 225,-3-3 0,-3 1 45,-5 9 0,-2-17 89,-8 26-89,0 8-360,-8 8-180,-2 35 225,-2-1 1,-1 1 44,7-9 0,0 0-173,-6 12 1,1 0-727,9 5 719,-6-2 45,6-5 0,4-1 45,6-3-225,-4 1 1,2-4 224,3-19 669,15 12-579,-20-28 539,7-20 1,1-9-405,-2-3 0,-2-3-540,1-6 0,2-3 435,-1 7 0,1-2 0,1 4-30,1 7 0,1-1-23,-3-1 1,0-6-1,0 1 1,-1 5-68,5 1 0,0 2 180,1-8 0,1-4 0,-1 9 90,5 4 132,5 0-222,-10 33 539,1 34-449,-5-12-1464,1 11 0,-3 2 1463,-8 1-89,6 2 0,0-1 0,-6-2-90,3-3 0,-2-2 270,-11-2 270,-2 14-270,-7-25-450,-17-6 0,13-7 0,-4-11 0,1-1 90,2 3-899,-19-20 539,29 15-1336,-11-11 1246,21 12-2145,-6 1 2685,8 12 0,31 13 0,8 7 0</inkml:trace>
  <inkml:trace contextRef="#ctx0" brushRef="#br0" timeOffset="28179">24589 4001 10051,'27'0'810,"14"-12"-630,4-8 90,-6-7-91,-9 0 1,-3-1-90,-5 3-1062,-4-5 0,-3 1 1151,-5 12 109,-10-30-198,-10 29 497,-15-12-497,5 23-270,-29 1 270,26 12-90,-9 2 0,-1 2 0,2 12 0,1 2 0,1 6-225,8 4 0,5 4 285,5-6 0,2 2 0,1-1-105,-3 6 0,6-2 135,15 7 0,4-5-90,0-8 45,11-8 0,6-3 135,5-11 0,-1-4-46,-9 2 1,1-3 45,23-12 0,-4-7-90,-21-1-90,16-10 0,-1-3 90,-15-1 0,4-1 0,-1 1 883,-8 6-883,-7-1 0,-1 3-90,-2 12 817,-2-7-637,-8 17 90,-8 0-900,6 0-269,-14 5 719,14-4-360,-5 11 360,7-11-90,0 5 360,0-6-910,0 0 1,0 12 0,0 2 0</inkml:trace>
  <inkml:trace contextRef="#ctx0" brushRef="#br0" timeOffset="28946">25118 3936 8792,'0'7'1619,"0"11"-1259,-8-10 0,-2 23-180,0-16-1,-6 6 1,1 0-180,9-4 270,-17 25-90,15-27 0,-2 10-180,0-18 90,10-13-720,10-25 360,10-6 1,1-2 179,-9 9 0,0 0-788,6-7 1,4-4 0,-6 5 922,-9 9 0,0 1 105,8-4 0,4-3 0,-6 4 30,-7-8 180,18-5 179,-24 47-359,0 3 180,0 41-270,0-17 0,0 6 0,0 1 0,0 0-180,0 0 0,0 1 90,0-3 236,6-6 1,3-2-1767,3-6 541,14 1-450,-1-29 809,-5-4 630,5-10 0,-5-5 0,1-5 0,3-3 0,-1 1 0</inkml:trace>
  <inkml:trace contextRef="#ctx0" brushRef="#br0" timeOffset="30313">25841 3201 7533,'0'-28'1574,"0"0"0,0-19-1394,-8 40 0,6 1 90,-6 12-91,8 1 181,0 23-180,0-7 0,0 6 0,0 2 90,0 6-135,0 2 0,0 1-45,0 5 89,0-1 1,0 2-246,0-21 0,0 1-114,4 20 0,0 0 180,-3-20 0,0-1-360,6 15 0,2-2 91,1-6-361,7 10 720,-7-35-360,-2-1 630,-8-12 179,0-13-539,0 3 90,-8-25 0,-2 23 0,-15-17 0,5 20 180,-21-9-270,27 15 90,-33-2-90,34 11 180,-11 4 0,-1 3-90,3 2 224,-3 11 1,1 7-135,12-1 0,2 3-90,-3 10 0,1 1-24,6-13 1,4 0-67,4 7 0,4-3-90,4-7-1549,5 1 1,3-1 1163,4-3-82,9-5 0,2-2 557,-7 1-180,13-5 0,2-2 91,0 0-181,1-7 0,1-2 225,-14-2 0,-2-2-90,0-1 0,-1-1-90,4-1 0,-3-3 135,-3-8 270,8-2 0,0-2 360,-8-7-315,5-2 0,-1-2 44,-15 3 136,4-5 0,-2 0-135,-13 4 179,3-4 1,-2 1 2795,-11 3-2705,-2-16-630,-8 28 180,-7 7-90,5 7-720,-13 23 630,13-7-225,3 10 0,1 2 136,-4-5-271,10 9 0,3 1 270,-1-2-90,7 4 0,2 2 360,-1-1-180,2 0 1,4 0-91,11 0-45,-4-2 0,2-1-135,20-5 45,-9-2 0,-1-3 136,-1-9 89,4-3 0,-2-4 90,-12-9 1441,20-4-1261,-17-13-91,1 10 46,-8-8 0,-3-2-225,3 1 180,3-6 0,-2 0 270,-7 0-90,11-13-90,-15 28 0,0 3-540,-8 12-90,7 6 270,-7 2 0,8 5 540,0 11-360,0-8-180,8 14 90,-7-22-90,7 15 270,-8-20-90,8 20-90,-6-20 630,14 14-540,-14-16 630,13 11-450,-13-11 90,6 5-270,-8-6 269,0 0-359,8-6 180,-6 5-359,14-5 269,-6 0-180,7-1 180,-7-6 0,13-11-90,-11 9 359,8-9 1,1 0-270,1 0 225,4-14 0,-3-2-569,-9 0 434,1 5 0,3-6 0,-4 4 89,-11 9 1,0 0 0,8-11 0,5-5 0,-4 6 360,-8-9 123,4-2 0,-1 3-123,-7 19-270,-7-20-270,-3 46-270,-8 25 270,0 0-180,11 5 0,1 7 0,2-1-135,-2 8 0,2 1 86,1-12 0,0 1 0,1 2 199,1 9 0,2 2 1,-1-6-421,-1-11 0,2 0 90,5 15 0,3 6 1,0-7-496,-4-14 1,3-2-76,7 5 1,3 1-1,-2-7 211,6-3-1154,19-6 1243,-29-24 634,4-12 0,-24-29 1,3 17-1,0 0 1</inkml:trace>
  <inkml:trace contextRef="#ctx0" brushRef="#br0" timeOffset="30494">26793 3627 9602,'-9'-20'2968,"17"1"-3058,-5 12-225,26-2 0,5 1 45,-6-1-823,7-2 1,10-2 0,-4 1 309,-9 3 0,1 1 783,11-3 0,5-2 0,-9 1 0,-3-8 0,-14 7 0,-1 0 0</inkml:trace>
  <inkml:trace contextRef="#ctx0" brushRef="#br0" timeOffset="31065">22419 3627 7533,'-18'-6'0,"-7"-7"0,13-1 0,28-5 0,23 6 0</inkml:trace>
  <inkml:trace contextRef="#ctx0" brushRef="#br0" timeOffset="31467">27023 4039 7533,'-20'-24'468,"1"0"0,3-6 0,39 29 0,13 9 0,6 2 0,0 0 0</inkml:trace>
  <inkml:trace contextRef="#ctx0" brushRef="#br0" timeOffset="64350">1746 6299 7533,'20'7'1169,"-4"-2"-449,-16-5 359,0 0-449,-8 0-630,6 0 0,-6 0 180,8 0-360,0 6-90,8 7 0,-6-5-180,13 10 270,-13-17 0,22 5 1,-12-12 358,13-12-179,-15 2 450,-2-20-360,-16 26 270,-2-19 719,-23 26-809,19-3 450,-25 25-810,27 3 135,3 2 0,0 1-225,2-1 0,9 6 0,3-1 0,-3-11 0,8 7 0,4-2 90,6-13 90,23 13 450,2-39-270,-16 12 270,-10-18 0,-7-4-271,-10 8 136,4-9 0,-4 1-45,-10 8-270,6-18 360,-21 16-1080,-12 6 180,-5 31 270,17-1 1,3 4 179,9 2 0,5 3-90,4 7 0,4-3-90,0-5 90,13 1 0,1-3-179,-10-12 404,17 2 0,1-7-45,-18-10 494,17-8 1,1-4 1214,-18-25-1529,17 1 359,-24 10 1,-6 3-180,-2 9-540,-6-3 0,-4 2-90,-18 18-539,0-2-1170,4 34 1349,23-8-1798,2 27 2428,8-26 0,39-5 0,10-19 0</inkml:trace>
  <inkml:trace contextRef="#ctx0" brushRef="#br0" timeOffset="65898">3175 5847 6723,'-18'-21'2879,"9"8"-2340,1 13 1,8 42-450,-2-12 0,-1 4 0,0 4-158,0-1 1,1 2-1,-1 2 1,1 1-753,0 5 1,-1 3 0,1-2 0,-1-2 194,0-1 0,0-2 1,1-2 324,1-4 0,1-1 0,1-8-823,7-7 854,-6-2-901,14-25 1170,-14-14 0,2-21 0,0-9 0,-4 13 0,0 1 0,0-1 0</inkml:trace>
  <inkml:trace contextRef="#ctx0" brushRef="#br0" timeOffset="66415">3104 6014 7533,'0'-42'557,"0"0"1,0 0 0,5-3-1,1 0 1,-1 5-468,-4 6 0,2 3 449,13-8 1,7 6 450,22 12-810,-11 2-180,-4 13 0,2 7 135,-5 12 0,-1 2-46,0-9 1,-1 1-135,10 19 1,-3 1-316,-5-10 45,-16 10 0,-4-1 135,1-7-360,-8 28 361,-8-31-451,-18 26 450,-3-19 0,0-2 0,-1 1 180,-1-1-45,-9-8 0,0-1-45,12 0 315,-13-7 0,2-3-135,23 4 630,-31 0-540,43-5 89,4 23-179,4-14-90,22 9 0,3 3-90,-11 1 90,18 3 0,8 3-1043,-17-7 0,0 3 1,-1-2 1087,9 3 0,1 1-45,-5 2 0,1 3 0,-5-5 0,2 5 90,-10 2 0,-4-1 0,-6-9 314,-9 3 1,-7-1-225,-13-9 225,-4 5 0,-3-3-46,-12-9-179,6 3 0,-1-3 0,-5-8-270,1-2 0,2 0 270,2-2-405,-4-6 0,4-1-494,18 7-91,-23-21-989,37 20 1799,-6-9 0,35 1 0,17-1 0,0-2 0,0 0 0</inkml:trace>
  <inkml:trace contextRef="#ctx0" brushRef="#br0" timeOffset="67199">3898 6402 7533,'0'-7'1079,"8"-5"-809,-6 5 360,22-12-451,-21 11 451,37-15-450,-34 14-180,17-5 0,1-2 180,-19 0-1696,15-2 0,0 0 1516,-16 3 155,19-15-155,-21 21 0,-2-14-90,-2 14 270,-21-10 45,-2 14 0,-1 3-225,-10-4 135,-6 4 0,4 4-45,22 4 1548,-15 4 0,0 5 85,7 25-1588,6-6 0,1 2-848,7-5 0,4 0 803,5-2 0,2-1-270,-1 9-1071,24 1 981,-11-9 135,15-2 0,1 0-135,-5-2-225,11-3 1,2-3 44,-3-10-495,7-3 1,0-1 134,-8-5-179,8-6 0,-2-5 989,-13-5 0,3-4 0,-1-3 0,-1-17 0</inkml:trace>
  <inkml:trace contextRef="#ctx0" brushRef="#br0" timeOffset="67461">4392 6233 7533,'0'-13'3276,"-8"-10"-1695,-2 20-142,1-14-1079,-7 15 180,14-4-540,-6 6 0,8 0 0,0 6-270,0 13-90,0 2-1349,8 22 1349,-6-20-585,6 4 1,0-1 494,-6-7-135,1 8 1,1-1 314,4-9-1169,-6 25 1079,6-26 360,-8 14 0,8-33 0,2 0 0</inkml:trace>
  <inkml:trace contextRef="#ctx0" brushRef="#br0" timeOffset="67963">4586 6272 7533,'20'-5'1529,"-5"3"-1169,-15-3 269,0 5-449,0-6 270,0 5-450,0-5 450,0 12-270,0-5-180,0 16-90,0-8 539,0 33-539,0-1-90,0 0-89,0 1-181,8-28 450,-6-1-90,14-13-180,-14-7 180,14-29 180,-15 12-45,11-8 0,0-2 45,-8 3 180,8-4 0,-1-2 989,-9-12-809,6 7 539,-8 13-449,0 29-360,0 18-180,8 9 180,-6 7-765,6-6 0,0-1-494,-6 3 449,5 0 1,1 0-631,2 0 495,2-4 1,2-3-315,5-1 1079,5-6 0,1-8 0,-5-21 0,-1-7 0,12-2 0,-1 0 0</inkml:trace>
  <inkml:trace contextRef="#ctx0" brushRef="#br0" timeOffset="68428">5062 6169 6633,'0'-27'2969,"-7"2"-2340,-3 18 361,-8 7-271,-7 25-809,5 9 90,10-9 0,2 2-719,1 19 539,5-16 0,4 1-540,1-3 1,1-1 269,6 20-90,-4-19 1,6-2-226,15-7 0,3-4 586,5 8 179,-5-14 0,-1-8 404,-10-17 1,-5-6-405,-2-14 629,-4-3 1,-1-1 0,1 0-181,-7-7 1,0 0 0,7 13-45,-7 0 0,-2 2-45,1 10 89,0 15-359,0 15-90,0 20 0,0 5-90,8 12-1003,-5-9 1,0 6 0,1-5 984,0-7 1,2 2 107,-1 6 0,1 8 0,1 2 0,-2-2-7,-1-6 0,-2-1 1,1 1-1,0 0 232,1 7 0,2 1 0,-2 0 0,-1-3-165,-1 2 0,-1-2 0,-4-4 614,-3 3 1,-5-10-136,-9-17-389,-4-4 0,-1-3-690,2-10-258,-13-11 0,-1-7-822,16 4 1,1-2 1079,-7-4 1,1 0 539,5 3 0,1-2 0,-5-17 0,-1-6 0,4 10 0,1 0 0,-1-1 0</inkml:trace>
  <inkml:trace contextRef="#ctx0" brushRef="#br0" timeOffset="68599">4374 5911 7533,'-47'-14'0,"14"3"0,25 11 1619,24 0-1439,4 0-180,15 0 0,0-7 0,4-3 0,3-1 0,1 0 0</inkml:trace>
  <inkml:trace contextRef="#ctx0" brushRef="#br0" timeOffset="69444">6421 5976 7533,'-46'-7'899,"16"3"1,2 2-451,4 8 1,-5 6 0,3 6-270,20 12-45,-9 13 0,-1 4-628,10-20 1,2 1 222,2 12 0,2 6 1,0-6 224,0-12 0,2 0-375,8 11 0,5 5 1,1-8 59,16-1 411,-11-5 1,1-6-322,11-18-180,-5-6 90,15-18 165,-22 8 105,11-20 45,-22 5 0,-3-4 180,3-8 0,0-1-90,0-2 0,-2-2 225,-2-6 0,-5-1 209,-6 10 1,-5 0 0,2 3-345,2 2 0,-2 2 584,-9-5 1,1 16-360,6 38-1,5 17 1,2 5-270,3-14 0,0 2-1094,2 15 1,1 8 0,0-5 778,1-9 0,2 1 180,1 5 0,1 8 0,1 0 1,0-7-91,1 0 0,2 0 45,-3-7 0,2 5 0,0 3 0,-1-3 0,-2-5 90,-1 8 0,-1 0 112,1-3 1,0 6-1,-1 0 1,-2-9 161,-3-5 0,-2-2 176,-5 19 0,-4-5-90,-1-16 269,-23 1-1890,7-23 1801,-1-1-257,-6-16 0,-4-9-508,3-10 1,1-6-376,4 8 0,-2 0 1,4-2 509,-1-13 0,5-1-1215,0-3 1,9 2 674,19 18 1,4 0 89,-9-6 1,6 1-136,24 4 0,8 6 675,-13 6 0,3 1 0,12-4 0,8 0 0,-1-1 0,-6 3 0,1 0 0,-1 0 0</inkml:trace>
  <inkml:trace contextRef="#ctx0" brushRef="#br0" timeOffset="70098">7020 6156 7533,'-10'-28'1092,"1"0"0,-10-9 0,-2 4 309,0 15-727,-4-1 1,-1 2-315,-3 10-90,3 13 0,3 5-270,1 6-180,-4 19 0,3 5-661,9 1 511,2-8 0,-1 6 1,7-1-931,14 3 1,5-1 989,-8 1 0,4-2-180,22-2 1,5-10 269,5-13 123,4-8 0,0-9 192,-22-11 0,-3-4-180,8 7 0,-5-4 674,-11-23 1,-8-3 90,-4 5-271,-6 3 1,-4-5 0,2 6-180,3 0 0,-14-4 0,-2 6-147,10 20-1292,-7-8 629,10 16-629,16 1 1144,2 1-2134,31 16 1709,-10-14-45,10 6 1,1-1 361,1-6 133,2 1 0,0-1 0,-12-2 314,1-2 1,-3-1-405,-17 1 2969,9-21-1890,-23 13 540,0-26-539,-8 20 449,-9-14-989,-3 22-136,-8 9 1,-1 9-360,12 11 0,1 4 0,-10-4 0,1 3-495,9 17 1,6 1 449,1-3-540,9 4 1,7-2 269,13-7-360,4-13 1,6 0-1,-2-5 630,12-6-441,5-5 1,-2-4 260,-22-10 1330,5-18 1,-3-10-477,-14 6 1,-4-3-181,4-5 1,-2-2 225,-9-6 0,-6 4-360,-10 4-181,2 9 1,-1 5-90,-5 11-1799,-11 8 810,23 13-2288,-5 18 3051,20-10 0,21 15 0,-3-20 0,1 0 0</inkml:trace>
  <inkml:trace contextRef="#ctx0" brushRef="#br0" timeOffset="70519">7867 5614 7533,'9'-47'1049,"0"0"0,-4 17 1,-1 1-196,-2-16 1,-4 7-495,0 19 1529,-5-15-990,7 49-1439,0 10 1,0 6-211,0 5 1,0 6-1,0-2 147,-1-7 1,1 0 0,1 2 332,0 4 0,1 4 0,0 0 0,0-1-23,0-4 1,0-1 0,1 1 0,0 0-528,3 3 1,0 1 0,1-1 0,0 0 471,-1 7 0,0-1 0,1-6 663,6-2 0,0-12-315,-3-21 1799,-3-42-1439,-14 4 314,3-10 1,-2-1-405,-12 3 119,8 10 1,-2-5 0,1 6-210,-11-6 135,-6-3 0,-1 4 224,6 17 289,-9 9 1,-1 10-155,8 28 1,3 8-450,2-14 0,1 2-435,3 9 0,4 6 0,9-3-735,20-2 1,5-3 2550,-15-1 0,3-3-2699,16-7 1,7-4 0,-3-5-638,5-5 1730,-6 0 0,1-4 0,11-27 0,-4-6 0</inkml:trace>
  <inkml:trace contextRef="#ctx0" brushRef="#br0" timeOffset="71452">8943 6143 7533,'10'-33'1079,"-2"-15"-809,-8 23-45,-7-2 0,-2 1-45,-3 9-270,-21-19 899,13 27 271,-13 3-901,13 14 271,-13 22-270,13-7 0,3 9 0,1 2-180,-4-1 90,10 4 0,3 4-405,2-14 0,2 0 270,5 1 0,4-1-1594,1-1 1,3-4-146,10-7 1304,21-4 480,-11-17-109,-1-6 1,0-6 63,-4-4 0,-3-3 0,-2 1 0,-2-1 0,4-12 0,-5 2 135,-13 9 270,4-2 0,-1 3-91,-7 15 3007,0-7-2226,0 17 861,-7 17-1552,5-7 63,-6 38-62,16-1-360,-6 2 90,5 0-1080,17-12 810,-10-14-585,13-6 1,3-4 494,-7-6-270,10-15 1,-1-7 539,-9-9-1080,-4-2 0,2-7 0,-4 2 1214,-5 2 1,-2-3-45,3-9 0,2-7 0,-2-2-542,-7 10 0,-1-1 0,-1 0 0,0 1 542,3-4 0,-1 2 0,-1-3 112,-2-2 1,-1-3-1,-1 1 1,1 3-347,1 6 1,-1 2 0,1 2 278,-3-12 0,2 4 383,6 3 1,-1 12-160,-5 23 710,6 23-889,0-1-45,-7 12 0,0 4 45,7 7-294,-5-6 0,0 7 1,-1-5-112,-2-11 0,2 2 45,2 16 0,3 9 0,-3-8 881,-3-14 0,0-1-769,2 6 1,2 6 0,0 1-1,-2-6 23,-2-3 0,0 0-45,1 16 0,2 6 0,-2-7 45,-2-18 0,0-1-105,2 6 0,1 4 1,0-8-31,-1 0-190,5 1 101,-7-26-811,0-5 720,0-5 2098,0-2-1918,0-6 371,0-6 0,-7 4 0,-3-4 0</inkml:trace>
  <inkml:trace contextRef="#ctx0" brushRef="#br0" timeOffset="71666">9384 5833 7533,'-20'-18'3276,"-11"-8"-76,27 10-322,-4-24-2518,18 28 180,15-29-1485,18 25 1,5 5-495,-24 0 0,3 1 1268,14 0 1,8 1 0,-2 4 0,-13 5 0,-2 3 0,2-1 0,13-2 0,1 1 0,0-1 0</inkml:trace>
  <inkml:trace contextRef="#ctx0" brushRef="#br0" timeOffset="72412">10530 6286 7533,'-9'13'2338,"-7"-1"-2428,14-5 90,-14 5 720,14-11 719,2-6-899,2-10-136,23-16 1,5-9-225,-12-4 0,-1-1-424,5 14 1,3 0-1,-3-3 289,-7-1 0,-2-3 0,-1 0 0,-1 5 0,4-2 0,-1 0-113,-3 0 1,0-6-1,-1 1 1,0 5 67,0 3 0,-1 1-30,-2-5 0,-2-4 0,1 9 120,2 5 113,-8-8-203,0 34-450,0 22-90,7 18 450,-5 9-1000,5-4 0,2 0 821,1 3 119,-3-15 0,2 4 0,0-5-120,11 14-485,0-3 1,1-2 484,1-10-288,5-7 1,3-6 287,-7-11 436,6-22 1,-1-10 147,-12 1 1,-3-3-195,2-5 0,0-4 0,-2 2-75,1-5 0,0-2 180,-2 2 0,1-5 0,0 0 0,-2 3-404,-3 3 1,-1 3 0,1-1 200,2-2 1,1-1-1,0 0 1,-1 4 776,-1-5 1,-1 5 100,10-9 299,-8 23-120,-3 21-295,-7 10-335,-3 28 1,-1 11-690,0-14 0,1 1 0,0 3 15,0-1 0,1 2 1,-1 1-1,1-1 135,-1 3 0,0 0 0,1-3 45,1 9 0,2-1-860,3-14 0,1 1 1,2 0 124,1-2 1,2-1-1,-1 1 690,0 1 0,1-1 0,1 1 90,3 5 0,2 0 0,3-11 0,18-11 0,-11 2 0,1 0 0</inkml:trace>
  <inkml:trace contextRef="#ctx0" brushRef="#br0" timeOffset="73098">12047 6040 7533,'0'-39'3276,"0"18"-1695,-7-13-772,5 18-89,-30-22-540,18 23 45,-14-1 0,0 3-45,12 4-46,-18 0 1,-3 5-1214,4 16 314,-1 8 1,0 4 674,13-6 0,4 3-135,2 21 0,5-1 135,2-7-45,11 7 0,2 1 225,-3-9-135,14 6 0,7-1 90,-4-21 0,1-2-45,3 5 0,1-3 225,5-11 0,-1-6-135,1-13 405,-3-12 0,-1-5-226,5-10-441,-8 4 1,-3-1 261,-7-4 315,4 19 0,-1 0 314,-11-17 361,12 12-1260,-16 9 450,0 23-1080,0 4-989,15 27 1170,-11-13-586,7 4 1,2 0 224,-3-2-494,5-1 0,3-1 1484,3-7 0,28-9 0,-11-16 0</inkml:trace>
  <inkml:trace contextRef="#ctx0" brushRef="#br0" timeOffset="73850">12471 5434 7533,'0'-26'-1350,"0"-6"1081,0 16 3545,-16-6-1605,4 20-412,-5 19-989,1 6 179,10 12 1,2 3-540,-6 8-987,7-12 0,0 5 0,2-5 1077,0-6 0,2-1 90,1 15 0,1 5 0,-1-4-495,-1-12 0,0 1-15,4 14 1,1 6-1,-1-6 240,-4-17 0,0-1-459,1 8 1,2 4 0,-2-9 728,-2-5 1259,0-3-1079,0-37 180,8-34-225,0 18 0,1-1-1,4-17 1,2 0-180,-2 16 0,1-1-270,4-13 1,-3 4 1978,-3 10-1889,4-2 0,0 2 45,-5 8 0,1-7 0,2 3-89,3 9 1817,-4-10 0,0-6-1580,1-2 0,-1 2 31,-3 5 1,0 0-891,1-5 0,1-4 0,-4 7 981,-4-3 134,5-1 1,-2 1 1035,-7 11-1980,-8 17 630,6 17 0,-6 18 0,0 5 0,6 6-120,-2-8 0,-2 6 0,1-4-301,-5 16 271,6-10 0,1 7 0,0-6 60,-1-13 0,0 2-68,4 7 1,2 8 0,0 1 0,2-4-912,1-5 0,2-2 1,-1 1 1008,-1 6 0,1 2 0,2-4-300,8 5 0,2-11 1796,1-17-1526,7 1 90,-9-22 630,1-20-630,-8 2 404,-2-3 1,0-2-225,1-2 405,-4-1 0,0 2-316,3 5 1171,-8-24-991,0 38 361,0-7-1889,0 17-451,0 28 811,0-15-541,-1 13 1,2 1 270,7-4-271,0 1 1,2 1 810,1-2 479,3-1 0,4-3 1,5-14-1,5-5 1,9 5-1,0 0 1</inkml:trace>
  <inkml:trace contextRef="#ctx0" brushRef="#br0" timeOffset="74161">13300 5821 7533,'0'-46'629,"0"7"1530,0 8 90,0-1-1080,0 16 810,-8-13-1889,-10 32-270,6-7-629,-11 34 719,21-7-315,-6 9 0,0 2 45,6-1-675,1 11 1,2 1 495,9-10-136,3 6 1,0 1 314,-2-5 90,9-3 0,0-1 900,-7 3-540,8-13 0,-1-3 1349,-8 1 0,4-9-360,-16-6 1530,-31-6-2249,7 0-315,-8 0 0,-3 0-720,7 0 0,2 0 585,-14 0-1549,10 0 1,5 0 1501,20 0 0,-19 0 0</inkml:trace>
  <inkml:trace contextRef="#ctx0" brushRef="#br0" timeOffset="75316">14975 5807 9332,'0'-19'1169,"0"6"-1349,0 2 90,0 9 90,0-4 90,-7 6 180,5 6 180,-22 24-226,21-5 1,2 3-135,-4 13 0,2 3-135,9-1 0,6-1 225,12 0 0,3-6-135,-12-13 0,3-6 45,17-2 0,3-13-45,-7-18 0,0-9-105,-1 3 0,1-4 0,-1 1-72,4-10 1,-2-2 160,-3 3 1,1-2 0,-8 4 60,-7-6 0,10 1 0,-3 2-90,-18 5 495,5 2 0,-2 1-135,-7 4 269,-8-18 91,-2 19-270,1-3-540,1 12 713,8 7-1253,-8 6-359,14 12 539,-12 2-269,29 29 449,-11-13 180,3 4 0,3 4-45,4 1 0,0 0-75,-7-6 0,1 0 480,1 2 0,1 2 0,-4-3 269,-7-1 1,-2-3-360,4 1 0,-3 0 180,-7-1 0,-6-7-450,-2-14 270,-25 2-990,13-11-359,-28-6 809,27-1-1529,-19-6 1079,22 6 810,-15 1 0,22 1 0,-3-3 0</inkml:trace>
  <inkml:trace contextRef="#ctx0" brushRef="#br0" timeOffset="75481">15169 5434 7533,'-35'-14'2698,"16"2"-2698,-5 4 0,53 14 0,3 9 0</inkml:trace>
  <inkml:trace contextRef="#ctx0" brushRef="#br0" timeOffset="76063">16704 5795 12660,'0'25'0,"0"1"0,0 15-585,0-5 0,0-1-134,0 0 269,4 1 0,0-1-449,-2-12-1170,14 13 2069,-7-27 0,17-38 0,-12 4 0,-1 0 0</inkml:trace>
  <inkml:trace contextRef="#ctx0" brushRef="#br0" timeOffset="76445">16969 5860 10411,'0'-15'3238,"7"3"-2968,-5 12-180,6 12 0,-8-3-540,16 10 360,-12-7-899,27 7 719,-19-11-270,13 10 360,-7-17-89,0 5-1081,23-29 1215,-13-2 0,-1-7 555,-7 3 0,-1-3 0,-1 0-722,5-14 0,-3 2 886,-10 11 1,-5 3 45,-5 2 719,0 26-899,0 20-450,0-1-540,0 14 0,0 4-719,0-7 0,0 0 1034,3 2 0,2 0-1349,6 2 0,4-4 944,14-5 806,6 1 0,0-40 0,3-14 1,-13 9-1,1-1 0,-1 1 1</inkml:trace>
  <inkml:trace contextRef="#ctx0" brushRef="#br0" timeOffset="77394">17851 5060 7533,'-8'-48'3276,"6"16"-1155,-14 38-1941,14 10 134,-2 15 1,0 4-135,4 5-390,0-7 0,0 7 0,0-5-409,0 13 319,0-7 0,-1 7 1,2-6-311,3-14 1,0 1 309,-1 18 0,0 8 1,1-8 119,0-14 0,2-1-60,2 11 0,1 5 0,-3-7 60,-2 6 14,5-11 0,-2-6 436,-7-16 1529,0-14-1439,0-8 359,-16-34-539,12 18 90,-11-9 0,-1 0 493,12 1-628,-14 1 0,-3 2 45,7 6 90,-9 4 0,-3 2-270,4 9 180,-19 2-450,22 13 270,1 29-270,10-18 500,6 12 0,4 5-500,5-2 0,2 0 180,-4-4 1,2 1-671,16 14 0,3-5 671,-3-15-181,12 5 0,3-5 180,-5-12-225,8 4 0,0-3 45,-7-12-571,7-5 1,-2-3 750,-13-9 494,10-9 1,0-5 315,-12-7-361,-3 1 1,-1-1 180,-3-6-309,-7 9 0,-2 0 309,2-1-136,-5 7 1,-2 1-405,-3 4 270,0-7-180,-8 23 1081,-2 1-2970,0 18 2697,2-4-1798,0 34 540,7-18 135,-11 11 1,0 2 761,8 2-447,-3-3 0,-2 6-210,3 0 0,1 4 0,1-4-292,2-1 1,0 1 366,-2-4 0,-1 6 0,1-1 0,1-8 0,3-7 0,0-3 0,0 14 0,0-5 135,0-12 630,0-5-271,0-28-269,8-3-90,-3-12 0,0-3 0,5-15-193,-3 13 0,1-5 1,0-1 131,-1 0 1,-1 0 0,1-1-357,1 4 0,1 0 0,1-2 259,0-5 1,1-3-1,0 0 1,-2 5 22,2-3 0,0-1-68,1 3 1,4-6 0,-1 1-1,-1 7 473,-3 4 0,1 3 179,13-14 1,-1 7-450,-12 25 90,19 25-90,-19-2 180,5 21 0,-1 9-225,-9-9 0,-2 2-282,3 6 1,0 2 101,-3 9 0,-2-4 135,-1 0 0,-2-3 0,0-2 0,-2-9 450,-14 10-270,6-29 992,-15-12-1172,5-2 420,-21-24-2129,12 4 90,-7 1 1619,3 8 0,29 29 0,-2 5 0</inkml:trace>
  <inkml:trace contextRef="#ctx0" brushRef="#br0" timeOffset="78283">18027 5847 8342,'25'-18'1529,"11"-15"-1394,-14 6 0,1-5-360,5-3 0,-3-1 315,-13 5 0,-3 2-90,5-16 0,-40 27 90,7 12 180,-30 6-90,25 6 45,-7 0 0,-2 6 44,8 11 1,3 4-90,-3 3 0,3 2-135,1 10 0,8-1 45,13 8-90,14-20 0,6-5-90,11-8 90,5-3 0,2-2-809,4-4-226,-2-3 1,2-2 1034,7-2 0,-16-10 0,5-4 0,-1-2 0,-3-1 0,0 0 0,0 1 0</inkml:trace>
  <inkml:trace contextRef="#ctx0" brushRef="#br0" timeOffset="79166">18874 5821 7533,'0'7'989,"0"-2"-359,0-5 89,31-17-629,-15 7-90,3-3 0,3-4 45,0-4 0,-3-1 45,-3-3-90,3-1 0,-7-2 90,-36-10 180,11 8-135,-12 9 0,-7 6 224,1 10 1,-1 8 45,-9 16 0,0 4-315,7-11 0,3 5-1110,2 23 1,9 3 1019,10-6-870,8 2 1,4 1 779,8-2-90,6 2 1,2-2 89,3-7-225,10-5 0,3-3 135,-1-3-726,8-11 1,0-5 815,-7-4 45,8-11 0,-4-8 135,-20-5-135,15-8 0,-4-2 405,-23 2-261,9-1 0,2 1 171,-8 7 1769,1-16-1499,-10 26 1134,-10 2-1674,-7 19 478,7 31-1378,2 0 630,8 8-629,8-9 809,2-20 1199,31 8-1109,-2-29 270,-2 3 0,-12-20 0,-3-4 0,0 0 44,4-12 1,-1-1-45,-3 6 360,-1 2 0,-3 2 899,-14 7-1349,11 4-270,-15 29 90,0-1-1260,8 38 1170,2-24-1214,1 6 0,3 0-405,14 1 234,-1 6 1025,7-13-539,-15-15 989,5 3 0,1-8 0,-4-22 0,-1-15 0,2 0 0,8-1 0,0 0 0,0 1 0</inkml:trace>
  <inkml:trace contextRef="#ctx0" brushRef="#br0" timeOffset="80329">20073 4995 7533,'10'-28'629,"0"0"1,-3-2 0,-7 7-181,-9 14 451,-9 15-720,8 4 179,-3 17 1,3 5-180,6 1-270,-3-1 0,-3 8 0,3 1-407,5-1 0,2 2 0,0 2 425,0-6 0,0 2 0,0 1 0,0 0 1,0 0-749,1 7 1,-1 0 0,0-2 0,1-1 605,1 6 0,1-3 0,0-3 34,0 8 0,2-10 270,5-14 809,0-11-719,-3-25-180,-7-30 90,0 1 135,-3 0 0,-1-1-45,-6-1 314,-1-7 1,-4 1-90,-2 20 0,-1 2 109,5-6 0,-3 4-154,-16 10 0,-1 11 180,-8 27-675,17-14 0,3 3 90,1 24 0,8 4 45,10-6 886,-2 7 0,1-1-1066,3-5-225,6-2 1,3 0 224,11 3-163,-1-1 1,5 0-18,6-14 0,1-1 270,-7 3 0,1-2-135,12-7 1,0-6 134,2-9 0,-9-9 0,-1-6 270,-5-13 0,-3-2 44,-1 11 1,-3-2 0,1-19 0,-2 4 135,1 17 0,-7-28-270,-2 32 1341,-8-10-2690,0 18 1142,0 1-1322,-8 23 270,-2 5 809,1 5-629,9 9 449,9-14 720,1-2-270,14-9 360,3-28 989,10-11-585,-18 6 1,-2-1-135,0-6 1619,-9-5-1889,-8 31-270,0-9 0,0 30 180,0-9-1260,0 33 990,0-25-1799,8 31 1170,-6-31-541,22 25 1350,-13-32-719,30 1 988,-19-24-149,0-6 0,5-6 0,-3-3 60,-6-2 0,-2-2 0,0-2-541,5-2 1,1-2 0,-2-2 674,-4 0 1,0-3 0,-3 0 0,-1 5-270,-1-4 0,0-1 134,0 0 1,2-7 0,0 1 0,-1 6-90,-1 3 0,-1 0 209,2-8 1,0-5 0,-3 9 60,1-1 1235,-2-3-1325,-8 42 359,-8 29-989,6-5 270,-13 18 0,-1 5-449,10 6-459,-6-7 0,-4 5 1,5-3 502,9-11 0,0 1 45,-6 3 0,-3 7 1,-1-1-1,4-4 135,4-2 1,2 1-334,-3 0 0,-2 8 0,-1 3 1,1-3-1,2-7 333,4 4 0,1-1-180,-1 0 0,1 7 1,0-2-1,1-10 818,0 9-1718,10-7 1,2-13 855,-1-31 449,13 1 0,-13-29 0,-6-9 0,4-3-25,-6 11 1,0-2 24,-4-3 0,0-2-857,3-5 0,1 0 1037,-3 15 0,0-1 0,-1-1 60,2-8 0,1-2 0,0 7 1559,5-11-315,-4 0 0,2 4 1572,4 24-2426,4-1 0,3 4-270,-3 17-226,20-2 1,4 0 135,-3 3-570,-2 0 0,6 0 1,-5 0 254,-7 0 0,-1 0 45,11 0 0,5-1 0,-5-4 0,-10-5 0,-1-4 0,11-3 0,0 0 0</inkml:trace>
  <inkml:trace contextRef="#ctx0" brushRef="#br0" timeOffset="80861">16951 5434 7533,'-8'-26'359,"6"6"-359,18 7 0,11 9 0,7 3 0,12 1 0,0 0 0</inkml:trace>
  <inkml:trace contextRef="#ctx0" brushRef="#br0" timeOffset="81713">22613 5614 7533,'-20'-13'1889,"-3"0"-1530,13 1 271,-7-7-270,7 11 0,-22-16-270,26 21 44,-15-6 1,-5 1-404,5 12 179,-14-2 90,9 16 0,3 5 90,-1 3-943,5 1 0,-1 5 1,2-2 852,7-7 0,1 1 60,-2 11 0,0 4 0,2-4-73,4-8 1,3-1 57,0 21 0,6-3 45,6-13-270,17 11 270,-7-35-2507,23-12 2597,-21-10 45,1-9 0,-3-7-225,-7-3 0,-4-5-30,-3 6 0,-1-3 0,-3 1-150,-4 1 0,-4 0 0,-1 3 617,-6-5 1,-1 6-2596,-5-1 1900,14 39-1271,32 12 1169,-7 6-89,15-6 935,-7 4 0,8-6 0,5 2 0,2 3 0,0 1 0</inkml:trace>
  <inkml:trace contextRef="#ctx0" brushRef="#br0" timeOffset="82063">22807 5950 7533,'10'7'3238,"-2"-1"-2968,-8-12 2068,-8-18-809,6-11-1169,-6-5 45,0 4 0,0 0-399,4-4 174,-3 5 0,-2-6 0,2 4-491,6 7 0,0-2 431,-4-13 0,-1-7 0,1 4-75,4 11 0,0-2 45,1 4 0,0-6 0,0 1 0,0 6 0,1 2 0,0 1 59,3-6 1,2-5 0,0 7-60,4-9 0,-2 15 0,1 2 0,1 1-268,14 7 88,-12 12-539,29-4-451,-12 10 900,14-5-585,-17 9 1,-1 0-495,7-2 224,4 11 1,0 4 45,-3 13 644,-10-11 1,-3 4-1050,-8 14 0,-8 0 1394,-12-2 0,-11-7 0,-10 3 0,-3-3 0,-3-9 0,-1 0 0,1 0 0</inkml:trace>
  <inkml:trace contextRef="#ctx0" brushRef="#br0" timeOffset="82245">22613 5485 7533,'-18'6'2248,"1"-5"181,-9 16-1889,15-8 449,3 10-269,18-12-181,16-3 1,4-2-360,6-2-150,0-4 0,9-3 0,-5 0-1389,-11 3 0,-1-2 1329,4-1 0,2-2 0,0 1-1320,9-2 1,-2 1 1124,-11 2 1,1 0 224,4-1 0,3-1 0,-3 2 0,-2 2 0,0 1 0,10-1 0,1-1 0</inkml:trace>
  <inkml:trace contextRef="#ctx0" brushRef="#br0" timeOffset="84162">23989 5860 7533,'-8'20'989,"6"-7"270,-6-8-899,8-5 0,-8 0-360,6 0 989,18 0-674,8-7 0,5-3-135,7-3 0,3-2-397,0 2 0,2-2 187,-10-2 0,1-2 0,-3 2 75,-3 5 0,-1-1-165,3-4 0,2-4 1,-6-1 164,-7-1 0,-2-1-90,4 4 0,-5-1 224,-22-27-268,-11 33-19,-7-2 1,1 3 107,1 5 180,-10 0 0,-3 1-180,4 7 45,3 3 0,-1 2-45,-12 4 45,17 12 0,1 2 44,-6 2-44,1 11 0,3 2-45,6 2 0,6 5 0,4 2 0,3 0-180,17 3 1,6-2-324,6-7 503,1-12 0,5 2 0,-1-5 0,-6-8 0,3-2 30,12 2 0,6 0 0,-3-2 14,-7-4 1,0-2 105,2-4 0,2-3 0,-1-2 210,11-6 0,-4-7-46,-10-3 1,-3-2-180,4 2 0,-5-3 674,-12-9 1,-4-2 270,6-13-386,-11 13 1,-2 1-155,4-16-954,-8 19-1385,0 13 1795,0 8-1255,0 5 899,0 5-360,0-3 810,0 3-180,0 1 90,0 1 450,0 1-360,0-3 629,8-5-719,-6 0 90,5-5-359,-7 3-1,8-20 90,2 12 90,0-26-90,-2 14 45,-1-4 0,1-2 135,4-10 90,-3 13 0,0 0 90,-1-6-180,-8 17 0,-8-4 0,6 17-360,-22 1 180,20 7-3097,-19 29 2802,13-18 169,5 14 1,0 1 485,-3-7-315,7 9 0,2 1 315,-1-4-375,6 9 1,4 1-121,-1-18 0,2-2 225,1 8 0,3-3-269,18 3 89,-13-23 3433,13-7-3193,-12-22 0,-1-14 0,-2 1 165,4-4 0,-1-2-234,0 2 1,0-3 0,-4 1 188,-8 3 0,-4 1 0,-1 5-48,4-16 138,-8 7 0,0 3 0,0 15 89,0 18-269,0 21 90,0 20 0,0 5-90,0 8-990,0-7 1,0 8 0,0-4 944,0-12 0,0 2 90,0 3 0,1 6 0,-1 3 0,-1-1-514,-2 1 0,-1 0 0,-1 0 0,1-2 469,1-4 0,1-1 0,-1 0 0,-1 2 36,-3 5 0,-1 4 0,-2 1 0,1-4 0,2-7-223,1 3 0,-2-2 187,-2-6 0,-3 6 0,0-2 0,2-6 45,5-4 0,-1-4 359,-17 10 1,-1-6-405,3-11 1170,-27-20-856,25-30 1,3-12-255,0 5 0,-1-5 0,2 1 268,5 3 0,3 1 0,0-3-328,0-4 0,1-4 0,1 2 0,4 6-90,4 7 0,2 0 0,-5-7 0,0-4 0,7 2 774,9 8 0,7 2 0,0 2-1359,6-5 1,3 2 584,-5 8 0,2-1 0,2 6-240,6 8 0,3 5 1,-4 1 194,-4-1 0,-1 0-195,13 0 0,6 1 0,-5 0 195,-9 0 1,1-1-1,2 2 0,7 0 0,1-1 0,-5-2 225,-2-2 0,-2-1 0,-1 0-60,5 1 0,0 2 0,-3-3 689,11-10 1,-9-6 918,-23 3 0,-5-3-616,2-3 0,-2-2-617,-6-5 0,-6 4-135,-14-2-180,0 18 0,-5 5-90,-4 15 0,-1 5 0,-13 0-270,7 14 0,5 5 180,15 5-765,-3 12 1,1 0 1565,6-8-981,12-1 0,4 6 1,2-5-345,14 7 224,5-8 0,9 5 1,-1-7-634,-9-14 0,4-4 326,8 1 0,8 1 0,0-2 0,-5-4 474,-1-4 0,-2-5 1,6-4-1,3-4 0,-4-4 1,-8-8-1,0 0 1</inkml:trace>
  <inkml:trace contextRef="#ctx0" brushRef="#br0" timeOffset="85314">27234 5524 7533,'-3'-25'1349,"-1"0"0,-6-17 180,0-2-1439,2 18-270,8 13 90,-16 7-359,5 6-541,-23 12 720,15-4-135,-8 10 1,-3 6 134,-2 11 0,-1 6 45,10-15 0,-3 2 0,1 1 1,1 1 336,2 4 1,1 1-1,1 1 1,1-3-54,-1-1 1,1-1 0,5 0 165,1 18 0,10-8-135,21-17 0,1 0 0,5-1-675,14-10 1,3-4 314,-7 1 0,0-1-397,9 2 0,-2-4 577,-13-6 1,-3-1-811,20 6 900,-16-8 0,1-7 0,5-18 0,1-7 0,-6 7 0,0-1 0,0 0 0</inkml:trace>
  <inkml:trace contextRef="#ctx0" brushRef="#br0" timeOffset="85967">27570 5679 7533,'-22'-23'1092,"0"0"0,-3 6 0,-2 6-752,-5 7 1,1 8-746,-2 22 1,3 10-226,5 1 1,5 4-1010,7 5 1,8-1 1270,7-10 0,6-6-15,27 2 293,3-18 315,-9-11 0,1-4-135,1-5 404,-2-7 1,-1-2-405,-7-7 225,-7-4 0,-2 0-225,-4 2 90,-10-5 0,-4 1-180,-4 10 45,-2-5 0,-2 1-135,-5 7-887,-22-2 708,27 12-811,-17 6 720,29 0 1201,-6 6-1201,8-5 428,23 11-248,15-16 180,9 2-1443,-13-9 0,-2-3 1443,7-7 0,-4-5 0,-3-3-106,-1-2 106,-11 6 0,1-6 0,-5 4 0,-2-7 90,-1-11 0,-2 1 539,-11 11 1,0-12 0,0 1-270,0 9 269,-4-4 1,0 1-270,2 8 629,-14-13-629,14 28 180,-14 4-361,14 11 1,-5 11 0,7 4 0,0 33-90,0-10 143,0 9 0,0 2-233,0-1-180,0-8 0,0 6 1,0-7-46,0-14 0,0 0 75,0 16 0,0 7 0,0-6-75,-1-14 0,2 0-15,0 10 0,2 6 1,0-6 89,7 9-210,-1-3 0,0-4 1,1-16-631,5 6 630,-5-24 360,8-6 0,15-35 0,-14 14 0,-1-1 0</inkml:trace>
  <inkml:trace contextRef="#ctx0" brushRef="#br0" timeOffset="86866">28187 5704 7533,'0'-33'1349,"0"8"-540,0 0-629,0 17 360,-8-15-360,6 20-540,-14-8 360,7 11-719,-17 17 449,14-7 45,-8 12 0,1 3-45,13-1 90,-13 10 0,-1 4 90,17-5 0,2 1 45,-8-2 0,3-1-90,9 9 1,9-2-46,5-16 0,2-2 90,12 14 90,-6-19 0,-1-7-90,-5-14 720,7-29-630,-16 9 359,-4-8 1,-4-4 45,-9 2 0,-2 0-315,4 7 0,-2-1 209,-3-1 1,-2-3 0,1 5 150,-9-10-360,11 13 0,1 2-90,0 5-90,8 14 90,8 5-90,9 0-270,11 5 270,-1 2 45,-3 0 0,1-1 0,2 1 0,1-1 405,8-1 0,0-3 494,-3-1 1,-3-2-315,5 0 449,-19-11-539,-16 5-540,0 0-630,-8 1 180,-1 12 361,-1 1-811,-14 18 810,20-4-629,-19 22 539,21-20-270,-6 24 360,8-24-449,8 26 359,9-20 270,3-3-180,21-15 720,-19-16-2012,-1-9 1,-1-3 2011,0-1-370,-4-14 1,1-1 279,2 13 0,-5-15 0,-2 0-180,-2 9 44,2-14 1,-1-3-135,-7-3-180,4 19 0,0 2 180,-8 3 540,0 22 1406,0 17-2126,0-7-405,-4 15 1,0 2-316,2-7 225,-2 15 1,0 1 44,4-10-45,0 9 1,0 2 224,0-6-180,4 8 0,0 0 271,-2-7-226,5 5 0,2-2 45,0-11 884,1 18-524,6-34 0,2-2 0,9-13 0</inkml:trace>
  <inkml:trace contextRef="#ctx0" brushRef="#br0" timeOffset="87319">28945 5782 7533,'10'-7'1799,"-2"-4"-990,-8 9-179,0-4-450,0 6 359,0 12-179,0 8-360,0 1-90,0 21 90,0-25-90,0 19 0,0-28 990,0 10-810,0-17 629,0-12-89,7-26 0,2-11-421,-5 16 1,-1-2 0,1 0-402,2-5 0,-1-1 0,2-1 311,4-2 1,1-1 0,-4 6-30,-5 9 0,0 3-135,17-16 0,0 5-134,-17 16-1620,37 9-1260,-11 36 2430,16-6 629,-15 9 0,-1 5 0,-9-11 0,-1 0 0,7 15 0,-1-1 0</inkml:trace>
  <inkml:trace contextRef="#ctx0" brushRef="#br0" timeOffset="87467">29545 5950 10051,'-19'-13'3276,"-5"6"0,22-5-4791,-6 10 1515,16-3 0,33 22 0,-12-6 0,-1 0 0</inkml:trace>
  <inkml:trace contextRef="#ctx0" brushRef="#br0" timeOffset="108517">1782 8015 7533,'0'13'2608,"0"-6"-1978,0-1-450,0 0 90,0-5-91,0 5 91,0 0-270,0 0 0,0 2 180,0-3-180,0-5 180,7-5 0,-5-14 90,6 3 360,-8-31-271,0 28 181,-8-22-360,6 32-270,-21-3 270,19 12-270,-35 24-180,25 16-90,0-5 0,3 2 225,8-12 1,6 0-181,3 4 0,5-5 135,9-16-360,13 4 630,-13-12 180,13-17-90,-13 7 0,-6-12 0,-3-4 899,-1-16-899,-10 1 810,-10-1-721,-8 28 361,-15 1-810,12 19 270,-13 2-270,17 34 90,7-17 45,4 2 0,4 0-674,10 2-91,9 14 360,3-28-89,13 2 539,-13-17 360,5-11 179,-7-27-359,-8 13-225,-4-3 0,-4 3 225,-10 15-1979,-2-7 1529,-8 28 270,-7 15 0,7 13 0,1 8 0,2-10 0,0-1 0,0 0 0</inkml:trace>
  <inkml:trace contextRef="#ctx0" brushRef="#br0" timeOffset="116448">3087 7666 5824,'-16'-8'0,"-3"4"0</inkml:trace>
  <inkml:trace contextRef="#ctx0" brushRef="#br0" timeOffset="124845">3087 7692 7443,'0'-14'809,"-8"-3"-629,6 15 0,-6-9 0,8 10-270,0-5 270,0 6 360,0 0 89,0 11-179,0-2-1,0 17 1,0 6-180,0 9-1248,0 1 1,0 11 0,0-5 1022,0-6 0,0 2-99,0-5 0,0 7 0,0 3 0,0-2 0,0-6-6,0-2 0,0-6 0,0 6-210,0 2 0,0 6 0,0 2 0,0-3 1,0-7 89,0 5 0,0-2-270,2 3 0,1 2 1,0-7 179,-1 3-540,6 0 630,-8-30-269,0-7 269,-8-12 270,-10-30-90,7 10-102,-2 0 0,2-2 12,6-1 0,0 2 360,-12-18 0,8 10 0,0-7 0,1 6-90,2 10 0,0 0 179,-2-12 1,-1-6 0,3 7-90,4-3 134,0 8 1,4 4-135,8 14 450,31 8-540,-18 8-135,12 6 0,3 1-45,3-1-405,1-1 0,0-1 315,7 0-225,-20-5 0,1-2 0,0-7 1,-1-1-46,12-1 135,-10-10 0,-3-2 315,-1-1-360,-12-8 1,-4-4 628,-1-3-89,-5-7 0,-3-1-90,-2 0 59,0 14 1,0-5 0,0 4 30,0-14 225,0 3 0,0 3-135,0 17-91,0-5 3007,0 29-2223,-7 23-783,5 17-136,-2-7 1,0 6-649,2-3 0,0 5 1,0 1-1,0-2 514,-1 2 0,-1-2 0,1 5-90,1-2 0,0 5 0,0 2 0,0-2 0,0-5-90,-1-2 0,0-4 0,2 3 45,1 5 0,3 5 0,-1-1 1,0-7-226,-1-3 0,0-2 90,6 2 0,3 2 1,-3-6-1,-3 2-802,19-1 802,-13-30-850,8-6 1120,-1 0 0,1-18 0,0-3 0</inkml:trace>
  <inkml:trace contextRef="#ctx0" brushRef="#br0" timeOffset="125579">3775 8647 7533,'-10'-7'1079,"-6"2"450,22 5-1439,-12-6-3367,45-2 3202,-15 1-56,9-4 1,1-1 309,-3 2-89,10-14 0,-2-4-360,-11 2 180,0-4 1,1-1-91,-4 3 45,-17 4 0,-4-1-63,-3-1 1,-2 0 197,-3-11 180,-18 13 0,-3 6 0,9 11-1,-11 8 1,-3 4-90,1 9 225,4 12 0,-1 3-135,-11 4-30,21-4 0,2 6 0,1-5 30,-15 12-240,19-9 0,4 6 0,2-4 150,3 13-270,7-15 0,6 4 0,0-6 180,10 4-315,8 2 0,3-4 45,5-15 0,-5-5 1,1-2-451,4-5-225,3-7 1,-4-4 315,-18-2-91,25-6 0,-4-4 720,-31-6 0,17-1 0,1-1 0,-8-15 0</inkml:trace>
  <inkml:trace contextRef="#ctx0" brushRef="#br0" timeOffset="125796">4427 8454 7533,'0'-38'2968,"0"10"-2069,0 2 451,-7 15-1260,5 11 90,-14 11-270,6 38-540,5-21 0,0 1 315,1 4 1,0 0 134,3-6 0,2 1-1459,6 11 1,2 0 1449,-1-13 1,4-2-1,7 8 1,5-7 0,21-23-1</inkml:trace>
  <inkml:trace contextRef="#ctx0" brushRef="#br0" timeOffset="127129">4621 8454 7533,'0'-32'-450,"0"16"1709,-15-1-899,11 17 450,-20 23-631,14-6-224,1 18 1,1 2 223,-2-3-449,5 13 1,2 1-122,3-8-239,7 0 0,2-1 187,3-3 83,3-13 0,3-3-89,2-6-1,13-20 495,-18-13 0,-3-6-45,8-19 314,-9-1 1,-6-1 45,-13 0 135,3-2 0,0 0-225,-5 8 179,6 3 1,0 3-180,-4 16 654,7 7-654,1 48-180,1 0-767,7-6 1,0 0 856,2 15-420,0-3 0,2 10 0,-1-5-556,0-9 0,0 2 773,-3 2 1,1 9-1,-1-1 1,0-6-68,1-3 0,0 1 0,-4 2 0,0 6 0,-1 1 0,-1-6 90,1-10 0,0-4 0,-2 3 67,-1 12 1,-1 5 0,0-1-1,-1-8 23,1-7 0,-2-3 764,-7 14 1,-5-4-135,-6-16 404,-4-15 0,-3-6-674,-4-6-90,-6-16 0,1-9-540,14-7 0,3-4-3,-4 3 0,1-4 213,6-2 0,2-3 0,5 4 299,6 10 1,2 0-570,-5-5 0,-2-5 0,6 0-270,14-4 1,7-1-1,-3 4 240,-7-1 1,2-1-114,10 2 1,9-4 0,2 0-1,-3 3-67,-3 4 1,0 2-1,0 1 390,5-2 0,0 1 0,-1 0 0,-6 3 0,-1 0 0,-3 2-75,-1 2 1,-5-2 44,-6-17 0,-4-2 45,4 12 0,0-3 284,-7-7 1,-2-6 0,1 7-195,0 13 0,0 1 524,0-12 1,0-5 0,0 7-390,0-8 359,0 16 1,0-4 0,0 7-270,0 3 2391,0-21-2391,0 41-180,0 1-1170,0 41 541,0-10-319,0 7 1,0 7-1,0-2 588,-1-6 1,2 1 21,0 4 1,1 6 0,1 0-1,-2-6 68,0 0 0,0 0 18,3-1 0,2 6 0,2 3 1,-1-1-1,0-5-581,-1 0 1,1-3 0,1 1 719,1 0 1,2 3-1,0-1 1,1-5-68,8 11 0,3-15 32,15-26 148,-11-1 180,-12-30 0,-6-9-270,-7 3 60,6 1 0,5-8 0,-3 1 255,-7-8 0,0 0-315,9 6 0,-1 0 584,-9-6 1,-4 8 674,2 23-899,0-2-720,0 26 360,0 8-180,0 32 90,0-21 271,6 14 1,4 3-452,2-11 0,4-1 90,6 10 1,1-3 134,-9-13 0,1-4-135,24 2 630,-27-28 359,21-32-539,-21 0-60,1 6 0,2-6 0,-4 2-310,-7 2 1,-2-2 211,6 1 1,4-6-1,-1 0 1,-3 4-68,-5-4 0,-2-4 149,2 8 1,1-9 0,1-3 0,0-1 0,-1 4 0,-1 8 435,-2-9 0,0 2-91,0 1 1,2-9 0,-1 8-1,0 26-1078,-2 62 179,0 4-108,0-13 1,0 6 0,0-4-163,-1-10 1,2 1-241,3 13 1,2 7-1,-1-6 465,-3-10 0,0 0-23,4 2 1,3 6 0,0 0 0,-2-5 202,-1 0 1,0 0-346,7 9 0,2 4 1,-2-7 299,-6-13 0,0-3-405,14 14 1,-3-6 2727,-14-17-2233,12-33 180,-24-9 0,4-15 0,-2-9 0,-3 13 0,-3-1 0,0-3 775,1 4 0,0-1 0,-1-1 1,1 0-147,1 1 1,1 1-1,-1 0 1,0 3-31,-5-1 1,0 3 0,4 3 1829,1-18-1980,2 39 1767,31 8-2576,3 3 1,1 2 359,16 2-1281,-9-4 1,-3 0 290,-3-3 451,-1 5 996,6-4-457,3 11 0,1-5 0,6 6 0</inkml:trace>
  <inkml:trace contextRef="#ctx0" brushRef="#br0" timeOffset="127311">4621 8002 7533,'-43'-13'1638,"18"1"0,5-1-1400,14 4 1,22-6 0,13 1 0,5 9-1,0 0 1,0 0 0</inkml:trace>
  <inkml:trace contextRef="#ctx0" brushRef="#br0" timeOffset="128052">7250 8299 7533,'-20'0'359,"-11"17"-3636,3 16 1794,-1 3 1662,2-4 1,-3 2-339,2-9 0,1-2 204,3 2 0,-1-2 370,-12-4 0,2-8-235,11-11-90,-6-12 0,3-6-90,13-6 45,-3-9 0,3-1 45,12 3-225,1-8 0,2 0 135,9 7-135,10-6 0,9-2-488,0 11 1,5 2 0,-1 0 592,-6 5 0,-1 0 0,3-2 12,2 1 0,3-4 0,2 0 0,-2 2 0,-6 3 759,2-2 1,-1-1-765,3-2 1,7-5 0,-2 0-1,-8 4 490,-9 3 1,-3 1-378,9-4 0,3-3 0,-11 0 449,-22-5 1,-4 1-270,18-10 90,-41 7 0,-9 6-181,13 14 388,-6 6 1,-9 1 0,3 10-209,9 16 1,2 10 0,0 4-136,0-1 1,-1 4 0,1 4 0,5 1-338,4 7 1,4 4 0,4 2 0,1-3 134,3-5 1,1 0-1,3-1 1,5-1-361,8 2 1,5 0 0,2-3-1,0-5-360,2-2 1,5-3 337,4-3 0,7 2 0,0-2 0,-3-4-190,0-2 1,2-3 549,3-2 0,7 1 0,0-2 0,-4-4 0,6-4 0,-2-2 0,-1-1 0,-1 0 0,1 1 0</inkml:trace>
  <inkml:trace contextRef="#ctx0" brushRef="#br0" timeOffset="128752">8326 7899 7533,'-26'-14'1169,"15"46"0,2 10-2209,-8-11 1100,13 13 0,6 13 0,0-10-60,-2-21 0,2-1 119,7 12 1,3 7 0,-2-7-30,-4 11 0,17-6 0,9-5-225,-9-23 0,1-5 90,4 0 0,1-7 45,10-24 0,-4-10-135,-14 10 1,-3-4 44,3-11 0,-1-7 0,-2 5-45,-2 8 0,-2 0 45,-2-13 0,0-6 0,-3 6 0,-3 15 0,-2 1 120,-1-8 0,0-3 0,-1 6 60,-2 2 1082,0 1-992,0 37 224,0 23 1,0 6-225,0 7-1055,1-4 1,2 7 0,0-6 964,1-12 0,2 0-120,8 16 0,5 7 0,5-8-827,1-19 1,4-5 0,-1 0 946,0 8 0,0 1 0,3-8-30,7-13 0,3-9 0,-5-3 383,-9-1 0,-3-5-113,7-12 0,1-8 0,-5 2-61,-9 6 1,-2-3-411,4-16 0,1-9 0,-5 6 276,-9 13 0,-3 0-45,0-5 0,-1-6 0,-2 0 0,-1 5 391,-3-1 1,-4 0-685,1-1 1,-3-7 0,0 0 0,0 7 157,-1 2 0,-2 2-495,0-8 0,-3-5 1,1 12 179,-5 10-293,-7-8 114,16 48 539,3 24 0,12-6 0,5 3 0,0 9 0,0 0 0</inkml:trace>
  <inkml:trace contextRef="#ctx0" brushRef="#br0" timeOffset="129302">9490 8402 7533,'0'-20'-270,"-8"-10"90,14 20-450,11-25 1890,13 26-721,3-9 1,0 0 90,1 2-361,-4 1 1,6-2 0,-6 2-180,-1-4-45,10-4 0,-5-1 45,-23-4 0,5 7-270,-39-8 270,9 27-225,-14-10 0,-1 0 225,6 9-90,-11-3 0,3 1 0,15 5 450,-12 9 0,1 5-271,14 3 181,-5 21 0,2 7-225,10-9 0,2 0-632,-2 6 0,5 2 317,14 4 0,5-6-539,6-3 89,0-17 0,6-1 1,-2-4-91,15-1 150,-10-8 1,6-2-1,-5-3 30,11-9 540,-7 4 0,-2-8 0,-8-22 0,-5-8 0,-4 10 0,-1 0 0,0-1 0</inkml:trace>
  <inkml:trace contextRef="#ctx0" brushRef="#br0" timeOffset="129484">10142 8105 7533,'-17'-21'1638,"-1"0"0,-2-8 752,-19 40-2210,33 5-135,-9 6 0,-1 5-360,9 4 1,4 2-721,1 4 1,2 1 584,-1-5 0,4 0-1189,19 8 1,5-5 1605,-1-8 0,1-15 0,8-3 0,-1-3 0,4-12 0,0 1 0</inkml:trace>
  <inkml:trace contextRef="#ctx0" brushRef="#br0" timeOffset="130616">10407 8131 7533,'-18'-20'539,"1"-10"-808,-1 20 718,-7-7-179,13 17-3547,-4 11 2842,16-2 589,0 32-64,0-17-360,0 12 0,0 1 270,0 1-270,11 4 0,2 1 91,-7-5 44,14-3 0,7-4-315,-5-15 0,1-3 630,10 13-1122,1-27 0,-5-10 1212,-23-6 663,6-14 0,-1-4-664,-11-4 109,-1 7 1,-2-7 0,-1 3-154,-4-1 0,-1 1 179,-1-13 1,0 2-225,-8 1 0,3 46-90,13 17 90,-3 22 0,2 5-450,11 5 270,-5-8 0,-1 7 0,3-5-90,3-9 0,1 1 90,-2 4 0,-1 7 0,0 1 0,1-6 67,3 2 1,-1 2 4,-3-5 0,0 7 0,-1 3 0,0-2 0,-1-7 63,1 9 0,-1-1-10,-2-8 1,0 5 0,-1 3 0,-2-3 0,-3-7 549,-7 6 0,-3-4-556,8-4 1,2 2 0,-8-11 463,-11-13 1,-3-10-224,-3-9-383,7-16 0,1-6 23,3 4 0,1-6 72,3-6 0,1-11 0,0-5 0,2-1 0,3 5-297,3 1 0,3 1 0,1 1 1,-1-3 116,-3-2 0,-2-4 0,1 0 0,2 2 0,6 4-50,8 2 1,4 3 0,3 3-1,1 1-230,7-4 0,2 4 1,2 0 117,1-2 0,2 1 0,-2 1 240,-6 6 0,0 1 0,0 0-180,4-4 0,1 1 1,-5 3 119,-11 8 0,-1-1-60,9-11 0,3-5 0,-4 4 60,-8 11 0,-3-1 210,3-11 0,0-5 0,-2 5-300,-1-11 495,-4 11 0,-2-2-1,-2 6 1,-2 3 495,1-4 17,-6 1 0,-3 5 162,-3 17-719,-6-7 409,-5 28-1398,19-2 134,-4 18 0,0 5 315,0 2-60,7-1 0,1 6 1,-1-3 1479,-3-9 0,0 0-1300,5 15 0,2 6 1,1-6 14,0-14 0,2 1-23,2 9 1,1 8-1,3 1 1,0-7-1421,11 5 1,1-2 1487,-9-3 0,0 3 0,2-6-495,12-2 0,-1-10 405,-6-10 180,19-21 270,-29-10-225,1-10 0,-3-2 405,-8-4-270,6-4 0,0 0 180,-6 11-46,6-3 1,-1 2-45,-5 11 1079,6-4-629,-8 30-990,0 17 180,0 6-270,-1-6 1,2-1 179,7 3-315,0 1 0,2-2 225,9-4-45,5-3 1,1-3 494,-1-10-46,8-16 1,0-10 45,-14-13 0,-4-6-99,8 3 0,-1-5 159,-9-8 0,-5-5 0,-1 5-150,0 9 0,-2 2-1,-1-2 1,0-3 0,-1 1 0,2-10 0,0-1-495,-3 2 0,-1-4 0,1 4 525,1 14 0,1 1 0,0 0 201,-3-10 0,0-1 0,0 13 39,0 17 995,-8 8-2434,6 48 1169,-6-9-690,5-1 0,0 7 1,1-3 1121,1-6 0,0 2-1197,1 4 1,-1 8-1,1 1 1,1-2 728,3 4 0,2-2 0,2 2 0,-1-5 0,2 1 0,0 1 0,1-2 0,1-4 0,1-1 0,-1 1 0,0 0 0</inkml:trace>
  <inkml:trace contextRef="#ctx0" brushRef="#br0" timeOffset="130801">11465 7795 7533,'-8'-47'1638,"8"16"0,-2 2 932,-5 4-1041,22-16-1618,-3 26 223,14 4 1,5 4-1214,18 5 854,-22 2 0,1 2-1034,7 8 0,-6 4 1259,-13 2 0,-8 11 0,-8 5 0,-15-4 0,1 0 0</inkml:trace>
  <inkml:trace contextRef="#ctx0" brushRef="#br0" timeOffset="130967">10178 7641 7533,'17'0'0</inkml:trace>
  <inkml:trace contextRef="#ctx0" brushRef="#br0" timeOffset="132015">13000 8002 7623,'0'-32'1529,"0"11"-720,0-26-449,-8 22-135,1 0 0,-4 1-135,-24 3 90,6 2-90,-2 14 0,-3 10-90,7 16 0,0 11 0,1-3-948,-10-6 0,1 2 903,12 4 0,0 7 0,3 0 1,4-4 44,4-4 0,4 1-60,-1 8 0,-1 4 0,6-4 15,5-12 0,4 0 90,4 25 0,7-5-225,15-21-1167,2-4 0,1-4 1257,13-15 20,-9-15 1,1-8 114,-6-4 0,-2-4-45,-2-2 0,-3-3 0,-8 5 0,-1-2 0,-3 4 0,6-18 270,-11 2 0,-1 3 989,0 16 82,-16 1-1251,14 62-270,5-11 0,4 0 0,-2-1 0,5-3-45,22 1 1,2-6 2938,1-12-2804,-7-5 0,5-3 0,-4-2 135,-9-2 0,-1-2 15,9-7 0,3-5 0,-6 0-60,-11 2 0,-3-3 89,1-5 1,1-6 0,-5 0 270,-4-14 0,-5 0-225,4 7 0,-4-1 74,-7 4 1,-3-3 0,-2 7-30,-7-7 450,-3 10 0,-3 4-361,-1 10 46,-5 20 0,-1 8-405,-7 11 210,12 4 0,0 8 0,1-4-120,4-5 0,1 2-911,1 14 1,2 8-1,2-7 506,2-16 1,4 1-204,5 5 1,3 6 0,5 1 0,4-8-486,10-9 1,4-5 0,1 2 535,-4 9 0,0 2 0,5-6 538,13-7 1,6-6 0,-2-10 0,-8-10 0,-1-8 0,3-1 0,-1 3 0,0 0 0,0 0 0,0 1-1</inkml:trace>
  <inkml:trace contextRef="#ctx0" brushRef="#br0" timeOffset="133982">14870 7202 7533,'-18'-34'1889,"8"-8"-1620,-6 32 631,7-13-540,-1 21 179,-6 20-359,14-1-45,-2 22 0,0 5-405,4 5-813,0-7 0,0 8 0,0-5 948,0-10 1,0 1 111,0 2 1,0 7-1,0 0 1,0-6-203,0 1 0,0-1 112,3-2 1,1 4-1,1 1 1,-1-6-492,1 6 1,2-4 558,2-1 0,-1-3 225,0 1-270,-8-35-90,-23-18 180,17 8 1263,-18-11 0,-7-5-1578,0 2 0,-1 1 270,3 1 0,-2 1-282,-15-3 0,1 6 956,6 11-1026,9 16 0,1 5 1116,0 5-224,6 20 0,5 5-135,6-3-270,7-5 0,2 6 0,3-6-1,10 6-235,4-8 1,5 3-1,5-7 56,15-11 0,4-5 45,-5 9 0,3-3-45,4-13 0,5-6 0,-8-3 90,7-5-120,-8-3 0,7-2 1,-8-2 119,-16 0 0,-3-2 30,9-5 0,3-3 0,-6 1-30,5-14-45,-6-2 0,-3 0 314,-12 12-1333,0-6 1,-6 2 1243,-13 14 89,6-13 894,-13 22-624,5 3 271,-8 5-630,1 0 1128,-9 5-1847,14 3 539,-3-1-368,15 4 278,0 2 3366,0-5-3250,8 15-116,-7-14 360,15 21-1,-14-8-179,6 3-45,-4 0 0,0 3 0,-3 8 0,0 2-198,2-2 0,2 5 130,-3-4 1,-1 5 0,1 1-1,0-4-1616,3 11 1,0-2 1518,-1-5 1,-1 1 0,0-3-151,1 2 0,0-7 180,4-7 180,-6-5-180,6-24 360,-8-13-315,0-28 0,0-7 45,0 0-736,0 7 1,0-7 0,0 6 735,0 13 0,0 1 839,0-8 1,0-4-930,0 0 0,0-5 0,0 4 45,0-2 0,0 0 0,0 3 0,0-6 0,0 1 0,0 5-1120,-1-4 0,2 2 1255,0 7 0,2 0 0,0 0 225,6-11 0,0 5-135,3-6-45,4 12 0,-1 11-135,-11 23 0,35 13 0,-33 10-135,17 4 0,1 2 225,-10 3-225,7 8 0,-1 0 135,-8 0-135,4 3 0,-1 0 135,-11 3 45,4-5 0,0-1 2645,-8-7-2376,-7-5 1,-2-2 45,-3-9 358,-10-5 1,-5-4-90,-12-1-359,2-12 0,6 5-180,29-11 3186,-6 11-4419,8-5 873,0 6-450,23 0 540,-9 0-90,17 1 1,3-2 89,-9-4-180,15 1 0,0 1 180,-6-4-135,6-7 0,2-1 405,-1 3-225,-2-13 1,-3-3 403,-13 4-269,3-8 0,-5-2 540,-17 2-90,2-11 0,-4-3-91,-9 20 1,-4 0 225,-9-20 0,-3 4-316,-8 6-89,6 19 0,1 6-90,4 11-809,-5 17 629,7-1-405,12 12 0,2 4 315,-3 1-135,2 14 1,2 1-145,1-7 279,3-9 0,2 5 1,1-4 269,7 12-90,1-12 0,4 4 0,-2-5-90,7 10 60,-3-11 0,2 4 0,-1-6-60,4-2-1549,5-1 1,1-5 1705,1-14-377,-5-13 1,1-5 219,3-12-45,-4-12 1,-1-9 164,-8 12 0,-1-2 0,-1 1-30,2-9 0,-1-2 239,0 4 1,0-3 0,-5 7-81,-8-4 695,2 3 1,-1 3 45,-3 10-450,0 0 2826,-7 18-3209,5 6 403,-6 0-739,8 0-407,0 6 226,0-5-180,0 5 361,0-6 358,0 0 1,0 6-90,0-5 450,0 5-270,0-6 450,0 0-450,8 0-360,-6 0 180,5 0 0,-7 0-820,0 0 1,-7 17 0,-3 5 0</inkml:trace>
  <inkml:trace contextRef="#ctx0" brushRef="#br0" timeOffset="134799">15981 7938 6183,'-10'-8'2339,"-6"3"-1979,14 5 360,-13 0-361,13 0 361,-6 17-540,8-7 45,-7 11 0,-2 5 134,5 21-224,-3-22 0,-1-1 225,0 25-180,6-29-540,-6-7 270,8-19-360,8-26 540,2-3-180,2-4 0,1-1-10,-4 17 1,2 0 129,2-8 0,1-3 0,0 3 105,-3 8 0,-1 0-90,11-20 0,0 1-2532,-2 5 2757,-1 0 90,-10 31-270,0 19 180,-7 30-180,7-12-315,-4 9 0,0 4-135,8-1 0,2 0-495,0 2 1,1 0 674,2-4 1,1-6-2250,16 1 2456,1-40 1,-12-24 0,-1-10-1,-4 5 1,-1 1 0,1 0-1</inkml:trace>
  <inkml:trace contextRef="#ctx0" brushRef="#br0" timeOffset="135651">16598 7137 7533,'0'-43'1799,"-8"19"-900,-1-18-269,-1 34 449,2-4-1169,8 18 0,0 36-135,0-4 1,0 8 74,0 0 0,-1 5 0,2 1-670,0-8 1,1 1 0,0 0 0,1-1 660,0 4 1,0-2 0,1 2 0,-2-5 1,-1 2 0,2-2-1,0-6 62,5-4 1,0-2-85,-5 6 0,-1 3 1,3-9 628,12-7-539,-7 5 990,-10-46-450,-25-16-495,11 10 0,-2-1-285,-5-3 0,-1 2 150,-5-8 180,-6-3 2752,5 20-2572,1-2 360,-15 12-360,21 17 224,0 6 1,1 4-225,0 10-225,10 13 0,3 1 225,-1-9-128,9-1 0,6 1-97,-1-7 0,5-2-180,12 2 0,5-1-135,2 8 0,5-2 0,-5-19 0,4-5 1,-2-1 269,1 3 0,0-7-135,10-13 0,-3-8 315,-1-7-225,-12-4 0,-3-1 135,-4 4 0,-7-3 0,-3 1 90,-8 9 540,6-25-450,-8 26 1217,0-14-1397,0 22 170,-8-3-350,6 11-540,-6 11 271,0 9 539,6-4-360,-5 18 360,14-30-270,-5 25 180,6-20 0,8 3 90,-4-6-90,13-12 0,-7 0-90,7-25 0,-5 8 315,-7-1 0,-1 0-45,6-5 809,0-14-719,-9 21 1169,-1-8-1169,-8 22 90,0-3-720,8 11 360,-6 0-90,6 5 90,-8 19-90,0-7 0,4 14 0,0 3 0,-2 11 45,1-17 0,2 2-450,-2 2 1,1-3-945,6-5 1079,0 6 360,13-30 0,-12-26 0,-2-12 0,9-5 0,-1 1 0</inkml:trace>
  <inkml:trace contextRef="#ctx0" brushRef="#br0" timeOffset="136883">16845 8105 10771,'-19'0'809,"3"0"-629,24 0 360,9-12-720,11 4 90,15-11 90,-14 1-788,-4 5 0,-1 0 699,6-9 309,5-8-355,-13 5 0,-3-4 135,-7 4 0,-2-2 135,4-2 0,-3-1 89,-9 0 1,-4 1-135,0 5 90,-7-4 0,-5 2 540,-14 3-540,7-2-270,-26 37 0,41 4-180,-14 16 0,1 7 135,15-1 0,4 0 135,-9 2 0,2 2-120,6-3 0,4 3 0,3-4 528,4-3 0,5-2-708,2 3 0,4 3 1,2-8 74,9-9 0,3-7 135,-4 3 0,0-9-45,0-23 0,-5-7 45,-4-4 0,-1-10 0,-1-1 0,0 2 135,-3-4 0,-1-1 135,-4 7 0,-3 4 0,-3 2 0,-6 10 719,0-2-719,-8 18 0,-9 24-540,5-13 91,-4 31-361,16-9 270,0-4-359,0 12 539,8-31-90,10 18 180,-6-25 180,11 9 0,-13-12 360,8-17-271,-1 1-179,-7-9 540,6 6-450,-14 12 450,6 1-540,-8 6 180,0 11-360,0-8 0,0 26-90,0-19-270,15 26 360,-3-21-179,21 10 269,-13-18 90,21-24-90,-19 0 150,-2-12 0,3-9 0,-2-2-981,-3 2 0,-3-1 0,1-1 921,3-2 0,0-1 0,-2-2 72,-6 7 0,-2-3 0,-1-2 0,0 3 0,-3 5-285,1-9 0,-2-1 393,-1 6 0,1-8 0,0-2 0,-1 3 0,-1 6 134,-1-4 1,0 4 524,2-3 1,1-2 0,-3 24 149,-9 40-1079,3 22 0,0 14-135,-1-18 0,-1 4 1,0 1-1,1 1-74,2 3 1,1 1 0,1 2 0,0 1-47,0-7 0,0 2 0,0 1 0,0 0 1,2-3-1,0-3 195,2 10 0,1-5 0,2 3-502,-1 0 0,2 4 0,1-4 0,1-13 3239,12-2-2587,-3-7 0,-1-12 0,-12-42 0,-4-18 0,3-1 0,0 1 0</inkml:trace>
  <inkml:trace contextRef="#ctx0" brushRef="#br0" timeOffset="137051">17833 7511 7533,'-10'-40'3276,"2"-3"-1245,8 22-682,16-15-1169,4 20 0,7-2 0,4 0-1,11 3-479,-12 6 1,6 0-1,-4 2-2977,13 0 3228,0 2 1,0 4 0,-6 13 0,-14-5 0,1 0 0</inkml:trace>
  <inkml:trace contextRef="#ctx0" brushRef="#br0" timeOffset="137816">14887 8274 8702,'-10'-15'2339,"3"-2"-2159,7 9 359,23-10-539,-17-2 135,17 1 0,1 0-405,-18-9-90,17-7 1,1-2-1,-16 11 0,-2 0 270,8-6 0,-3-1-90,-10 2 0,-10 3 135,-20 8 0,-8 9 540,2 10 0,-1 5-631,-13-1 1,2 9 914,21 13 1,3 9 0,3-3-600,0-8 0,3 1-90,5 10 0,4 6 0,3-6-720,5 7 540,11-12 0,7 4 0,2-6-135,0-9 1,3-4-113,4 2 1,5-1 0,1-3 336,5-7 0,3-6 0,0-2 0,-3-3 0,0-3 0,1-1 0,0-2 0,0 0 0,-1 0 0,1 0 0</inkml:trace>
  <inkml:trace contextRef="#ctx0" brushRef="#br0" timeOffset="138402">19209 7860 7533,'-18'-7'1638,"9"27"0,0 11-546,-3 1 0,-3 4 0,1 2-2185,3 9 1,2 2 0,-2-1-1,-3-7 1,-1-1 0,1-2-547,-3 11 1,1-9 1565,-4-17 73,-6 1 0,17-64 0,5 11 0,0 0 0</inkml:trace>
  <inkml:trace contextRef="#ctx0" brushRef="#br0" timeOffset="140164">20408 7189 7533,'-8'-26'-270,"-1"-5"2069,-9 3-900,8 2-449,2 13 90,0 2-180,6 21 89,-5 17 1,-1 6-270,6 17-1000,-1-16 1,-2 8 0,0 0 0,2-5 671,2 2 1,0 1 93,-2-1 0,-2 6 0,-1 4 0,0-2 0,3-6-282,1-4 0,1-5 1,0 5 353,-3 8 0,-1 7 0,-1 2 0,1-2 0,1-9-153,3 3 0,0-2 45,1 6 0,0 5 0,0-11-2054,2-1 2234,14-6-241,2-20 151,1-15 0,14-19 0,-13 0 0,1-13 0,-1-6 0,-5 6 0,0-2-360,-1 3 0,1-2 1,-1 1 1026,0-7 1,-1 1-848,1 3 0,0-1 0,-1 3 90,-2 4 0,0 1 405,10-21 0,-1 3-225,-8 19 1908,4-10-1368,-16 35 2646,0 12-2017,0 2-270,0 29-899,7-13 90,2 6 0,0 0-180,3-3-225,0 12 0,-1-1-45,-1-10-968,-1 8 1,0 0 517,0-12 746,-1-5 0,0 0-2364,10 18 1888,-6-19-1529,19 12 1979,-27-23 0,35-18 0,-10-3 0</inkml:trace>
  <inkml:trace contextRef="#ctx0" brushRef="#br0" timeOffset="140667">21220 7925 7533,'-8'-33'1638,"0"-1"0,4-11 842,-20 3-2030,23 26 360,-15-14-810,6 22 449,-15-4-988,5 12 359,2 6-810,-13 24 270,12-7 1,1 1 494,-2 0 0,1 1-45,-7 12 1,3-2 269,3-4 225,11 8 0,0 0-136,-6-7 136,11 3 0,6 2 405,5 11-450,5-6 45,10-20 0,5-9-855,12-23 540,7 6 90,-17-18 0,-2-9-180,-2-5 0,-3 0 51,2 7 0,-1-2 278,-5-3 1,-1-3 0,-3 7 120,6 3 359,-11-1 1,0 3-90,-1 16 719,-16 4-899,-2 18-225,-2 10 0,-2 2-45,-5 8-630,6 11 1,0 1 359,-4-5-720,7 6 1,2-1 719,-2-12-1439,8 3 0,4-2 180,8-15-181,23 16 1620,-11-27 0,5-23 0,3-10 0,-7-4 0,1 1 0</inkml:trace>
  <inkml:trace contextRef="#ctx0" brushRef="#br0" timeOffset="141001">21484 7964 7443,'10'-21'3276,"-2"8"-1695,-8 8-142,0 5-1259,0 5-270,8 14-629,-6-4 449,5 33-1080,-7-24-289,0 6 1,0 1-186,8-7-637,2 23 1652,0-37 269,-2 13 180,-8-22 360,8 5 0,17-46 0,-6 15 0,-1 0 0</inkml:trace>
  <inkml:trace contextRef="#ctx0" brushRef="#br0" timeOffset="141331">21643 8092 9422,'-20'0'2428,"5"0"-2068,15 12 0,0 14-360,0 2 0,7-2 0,11-3 0,-6-20-90,19-3 360,-9-22 0,-1-11 59,-1-3 1,-1-4 0,-1 0-589,-1 8 0,-2 1 0,0-4 483,-1-7 1,-1-7 0,-2 2 0,-2 8-135,-2 8 0,-2 2 569,3-13 1,1-4 0,0 9 239,0 10-539,7 4-1169,-6 27-990,15 37 989,-5-30-495,0 10 1,1 5-335,-2-3 1,-1 0 893,1-4 0,-1-1 1007,8 24 0,-42-18 0,-13 3 0</inkml:trace>
  <inkml:trace contextRef="#ctx0" brushRef="#br0" timeOffset="141482">21590 7499 7533,'-33'-12'1092,"-1"-1"0,9 5 0,-1 1-392,-2-5 1,3 5-3399,10 13 2698,40 2 0,0 1 0,3 1 0,8-4 0,1 1 0</inkml:trace>
  <inkml:trace contextRef="#ctx0" brushRef="#br0" timeOffset="142182">23142 7705 7533,'16'-44'2338,"-4"3"-5615,5 3 2063,-9 12 2816,-8-4-1422,0 14 270,-23-14-270,17 21 0,-23 2 0,-5 3-1,9 4-179,-19 8 0,-3 7 0,4 8-60,12-2 0,-5 5 1,5 0 103,9-1 1,1 2-105,-6 6 0,-4 3 1,7-2 59,10-8 0,4 1-210,-3 12 0,-1 6 0,10-4 30,17-6 0,5-2 271,-9 13 0,6-3-331,9-19 0,6-4 0,-2-3-1019,15 5 419,-7-9 1,6 1-1,-6-5 210,11 0 630,-6 1 0,0-3 0,-11-11 0,-1-2 0,3 1 0,1 1 0</inkml:trace>
  <inkml:trace contextRef="#ctx0" brushRef="#br0" timeOffset="142566">23477 7821 7533,'-17'-21'1092,"-1"1"0,-7-1 0,-1 6-231,-13 13-276,1 9 0,1 5-405,4 11-91,-1 6 1,3 2-1660,18 1 1615,0-8 0,2 1-675,11 12 630,0-2-540,18-4 1,3-1 359,-3 2-270,7-13 0,9 0 0,-5-4 181,7-5-181,12 0 0,2-3 360,-7-13 45,-5-4 0,-2-4 765,-6-9 119,-15-13 1,-5-6-300,-8 7 0,-4 0-226,4-4 1,-6-2 165,-10 4 0,-6-1 0,-1 5-256,0 7 1,-1 3-67,-8-10 0,-3 5-158,3 16 0,3 12-2069,6 42-1208,11 2 2801,9-17 1,6 0 561,12-1 0,7-6 0,1-13 0,3-3 0,8 4 0,1 0 1</inkml:trace>
  <inkml:trace contextRef="#ctx0" brushRef="#br0" timeOffset="142867">23901 7111 7533,'0'-31'629,"-3"6"1,-2 0-450,-5-7 2518,0-4-2338,-5 30 630,-3 35-631,6-5-44,-1 17 0,3 3-405,8-18 0,2 1-325,-3 6 0,-2 5 0,0 2 0,2-1 355,1 3 0,2 0 0,0 0 30,0 2 0,0 0 0,0 2-150,0-3 0,-1 1 0,2-1 1,1-6 44,6-4 0,0-1-255,-6 15 0,-3 6 1,2-9 209,7 5-495,-5 1 0,1-6 406,6-23-906,8 25-624,7-38 1439,-5 11 442,-3-12 1,7-2 0,-4-5-1</inkml:trace>
  <inkml:trace contextRef="#ctx0" brushRef="#br0" timeOffset="143615">24253 7925 7533,'0'-49'2968,"0"0"-2518,0 2 89,-7 5 91,-11 22-540,-25 17 45,15 14 0,1 10-585,4 7 0,2 8 1,2 1-644,5 0 1,2 1 0,1-1 890,1-2 1,1 0 0,5 0 111,6 0 0,4 1 0,1-7 0,5 6-180,10 0 0,5-4 90,4-16 90,-5-7 1,-1-4-1,11-17 45,-18-9 0,-1-5-45,10-11-715,-12-9 0,-4-2 1165,-1 1-241,-7 16 1,0-5 0,-2 4 510,-1-12-226,1-4 1,-2 1 225,-6 8-401,2 3 0,0 3 131,-5 16 2489,2-4-2669,8 22-450,8 0 270,2 0-360,15 11 360,3-8-495,-3 7 1,1 2 314,5-3-45,3 3 0,-3 1 135,-16-4 135,14 2 0,-3 0 225,-20-2-90,25 15 539,-29-15-359,6 8 2097,-8-4-2187,0 1 90,-15 16-450,3-8 673,-4-2 0,-2 3-1078,5 6 0,-1 0 406,-13 9-811,15 0 1,6 0-91,6-7 810,2 8 90,21-16-90,-11-22 630,22-1-180,-15-12-45,1-10 0,1-5-135,-2-3 0,0-2-45,-1 0 0,1-3-45,2-11 0,-1 2-45,-6 14 0,-1 2 0,-2-2 0,-2 1 45,7-1-720,-16 24-809,0 41 1259,0-21-765,0 20 1,0 3 1034,0-11 0,0 3 0,0 2 0,0 9 0</inkml:trace>
  <inkml:trace contextRef="#ctx0" brushRef="#br0" timeOffset="143848">25118 7925 7623,'-10'0'-1170,"-6"0"811,14 0 359,-5 0 0,7 11 0,0 4 0</inkml:trace>
  <inkml:trace contextRef="#ctx0" brushRef="#br0" timeOffset="144200">25083 7925 7533,'19'-13'2518,"-3"5"-359,-16 3-1799,-8 16-180,-2-2 0,0 27 0,3-19-91,-6 14 1,2 2 0,5-5-225,-5 10 1,-1 1 134,4-13-180,7 2 0,0-3 180,-7-15-90,16 7 0,-6-28 450,29-27-1,-17 1-1157,0 9 0,5-5 0,-3 4 1067,-5 6 1,-1-1 90,5-6 0,2-6 0,1-1 0,-3 3 290,2-11 0,-1 2-471,1 7 1,2-1 0,-4 5-90,-6 1 0,0 7-899,14 13 719,-11 11 90,6 6-3277,5 12 3238,-3 15 1,-3-8-1,1 1 1,0 4-1,0-1 1</inkml:trace>
  <inkml:trace contextRef="#ctx0" brushRef="#br0" timeOffset="145444">26282 7899 7533,'-26'-28'989,"15"10"91,-5 18-901,16 13 181,0 30-540,0-12 90,0 11 0,0 5-45,0-3 1,0 0-135,0-5 1,0 1-182,3 10 0,2-6 178,5-19-897,7 11 899,1-29-539,15-30 809,-11 4 0,3-20 0,-1-5-649,-3 3 649,-4-5 0,0 1 0,0 8 0,-8 10 0,0-1 0,0 3 0,0 0 450,0-18-136,0 14 1,-2 2 495,-5 0 791,6 2-1152,-8 18 811,0 19-811,0 15-269,0 7-90,3-3 0,2-2-90,5 3-135,-5 4 0,-1 0 135,4-5-450,-1 3 1,2-2 269,3-7-270,13 10 450,-7-28-540,7-12 450,-5-4-45,-3-15 1,-1-5-46,4 2 513,-12 1 0,1-3-558,8 2 0,-2 0-135,-9-17 270,6 17 1,-1 2-91,-11-5 0,0 23 0,0 7 90,0 13-90,-16 18 90,13-2 90,-7-3 0,4 3 0,22 17 0,-7-13 0,1-1 0</inkml:trace>
  <inkml:trace contextRef="#ctx0" brushRef="#br0" timeOffset="147866">27393 7035 7533,'-8'-32'270,"6"16"899,-5-7-450,7 21 1,0 42-540,0-15 0,0 2-1819,0 12 1,0 1 1105,0-6 1,0 1 502,0 0 0,0 3 0,0-2 25,-4-1 1,0 1-131,1 5 0,1 7 0,-1 2 0,1-3-45,-1-8 0,1-2 1,-1 0-1,1 0 90,-2 9 0,1-2 0,2 0-60,5-1 0,2 0 0,0-12 150,-2-15-270,19 1 180,-21-23 900,-2-12-810,-2 2-45,-7-7 0,-5-1 45,-3 5 0,-1 2-135,3-4 0,-2 1 90,-15-3 0,0 5-45,0 8 45,3 0 0,-1 2 135,1 8 135,0 7 0,1 4-45,5 5 90,0 12 0,5 4-90,8 1-136,8 9 1,4-1 45,0-7-180,11 5 1,5-1 178,4-12-134,9 1 1,4-2-46,6-9 90,-3 0 0,-1-2 90,-6-5-46,6-1 1,-1-4 45,-11-10 45,12-3 0,-1-1 135,-13-6-180,-1-4 0,-3-2 0,-1-6 0,-5-2 0,0-2 0,6-5 3051,-1-6-2962,-10 7-89,-8 13 90,15-20-90,-11 22 90,12-15-270,-16 20 1300,0-9-1300,0 13 0,0 5-629,-16 12 269,12 21 360,-19-3-90,13 24 90,0-30 0,-6 25 90,15-26 0,-7 14 0,8-16 90,0 5-90,0-12 180,0 5 180,0-11 0,0 5-180,0-12-1,8-7-179,-7 4 90,7-13-180,0 19 1,-6-14-91,6 10-270,-8-1 360,0-3-450,0 9 360,0-3 90,8-1 0,-6 4 180,6-4-180,-8 6 990,0 0-360,0-5-181,0 3-449,0-3-179,0 5-361,0 0 540,-8-6 90,6 4 270,-6-9-90,8 9 180,-8-4-360,6 6 0,-14 0 90,15 0-1,-7 12-178,0-3 178,6 21-178,-6-9-1,8 29 90,0-20-45,4 0 0,0 0-135,-2 0-45,9-2 0,1-2 135,0-3-180,21 7 0,-13-17 450,21-11-270,-27-4 90,6-16 0,-1-5 0,-7-3 90,5-8 0,-1-4 90,-10 14 0,0-1-45,6-4 0,-1 0-45,-9-1 0,-2 4 90,8-3-180,-16-7 90,6 27-180,-5 4 0,7 12-360,-8 35 270,6-17-30,-3 6 0,-1 8 0,1-2 75,4 3 1,0 0-110,-2-7 0,0 2 0,1 1 184,4 7 0,1 1 0,0-4 15,-2-9 0,0 1-45,4 9 0,1 5 0,-1-7 0,-3 8 0,4-8 1,3-6 89,1-23 539,0 0-179,-4-34 0,-4-16-90,-2 4 0,0 0-490,0-6 1,0-4 279,0 5 0,0-4 0,0 7-15,0 10 0,0-2 22,1-9 1,0-9-1,1-2 1,2 4-68,3-1 0,3 3 0,-2-1-50,-4 7 1,-2-2-1,0 1 1,4 2 229,8-11 0,4 2 0,-3 8-90,-1-1-45,2 16 0,1 5-135,-7 12 180,5 35 0,-5-11-45,-1 8 0,0 3-135,1 11-666,-2 0 576,-8 3 726,7-16-546,-5 3 0,-2 1 866,8 7-776,-11 5 0,-2-1-90,3-9 225,-8 0 0,-3-2-45,1-13 360,-13 6-360,7-18 179,0-12-269,9-1-90,1-6-359,8 0 620,0 0-801,23 0 270,-17 1 45,24 4 0,3 2 135,-16-6-45,23 2 1,1 1 44,-16-5 135,10-2 0,3-4 359,-6-7 1,-1-3-180,-2-1 0,0-2-318,-7 7 1,-1-2-1,-5 1 318,-5-1 0,-4 2-135,1-18 314,-11 16 1,-2 1-45,-5 2-270,0-11 360,-6 30-1080,15 12-359,-23 18 629,20-6 0,-8 10 1,1 2 359,9-4-540,-3 12 0,2 2 90,3-2 360,0 4 0,0 1 180,0 1-90,3-4 0,2-1 90,4-2-45,3-3 0,2-2 45,5-7-270,15 5 450,-22-25 907,19-33-907,-11-8-90,-1-5 90,-6 13 0,-2 2-180,-9 9 180,5-19-360,-7 28-180,0-9 90,0 15-720,0-3 720,0 5-539,8 5 449,-6 3-90,6-1 90,0 4 270,-6-10 270,14 5 90,-7-17-270,9 2 180,7-21 90,-5 14 179,-3-7 1,-1-1 180,4-1-361,-2-12 361,-11 24-540,-7 7 180,8 6-180,2 24-1,0-13-494,-6 15 1,0 1 224,4-8-315,-4 10 0,1 0-224,5-10-1,6 28-989,2-31 1619,1 14 0,4-36 0,3-8 0,-2 2 0,-1 0 0</inkml:trace>
  <inkml:trace contextRef="#ctx0" brushRef="#br0" timeOffset="149215">29210 7072 7533,'-19'-20'749,"1"-1"1,-4 4-1,3 4-569,7 7 630,-4 6-360,16 0-181,0 23-269,0-6 0,0 18 0,0 8 60,2-8 0,1 3 0,0-1-519,2 10 0,0 2 436,-1-8 1,0 4-1,1-1 1,-1-7-23,1-7 0,0-1-165,3 15 0,1 6 0,-2-8 363,-3 1-333,6 3 0,3-3 0,-3-25-90,0 11 270,-2-29-270,-8-11 270,0 2-270,-16-27 180,4 19 0,-21-19 1,13 28 89,-21-16 0,20 22 518,-11-1 0,-1 6 21,0 22-494,7-12 0,1 3 180,5 13 0,6 2-135,3 1 0,0 6 0,6 1-180,13-6 180,3 4 0,3-2 0,8-11-45,5 4 0,3-3 135,1-7 44,5 1 1,2-3-45,4-7-90,-1-5 0,0-3-90,0-7-45,1-11 0,-2-2 135,-6-6-180,-1-7 0,-2-2 180,-9 8-180,-8-4 0,-3 2 90,-3 11 450,-8-19-450,0 27 540,-8-8-630,-1 15 450,-1-3-810,-6 5-270,-2 17 1,7 5 449,-5 5-450,16 9 540,0-21 90,8 16 0,2-23-90,7 10 1,9-17 808,9-7 91,10-14-630,-15-2 0,-9-1 0,-3-1-180,-7 5-1516,2-5 0,0 1 1516,5 7-118,-9-8 298,-1 11-90,-8 6 0,0 7-270,0 19-179,0 8 359,8-6-270,10 8 270,1-20 3289,7 4-3289,7-7 0,-19-12 45,21-7 0,0-4-45,-15-8-848,9-3 1,8-6 0,-7 1 937,-16 9 0,-1-2-23,7-6 1,5-6 0,0-1-1,-6 5-246,-5-1 0,-3 0 246,3-4 1,1-5 0,1-1-1,-4 5 113,-1-2 0,-2-1 45,-1 1 0,1-7 0,0 1 0,-2 7 0,-1 3 0,0 2 104,0-3 1,0-3 0,-3 10-60,-3 9 1349,-23 11-1169,17 27 0,-20 13 0,-3 4-180,13 8-897,3-5 0,-3 7 0,4-5 717,6-10 0,2 1-330,-1 17 0,-1 8 1,2-7 1057,2-14 1,2 0-999,-3 6 0,0 7 0,0 1 0,4-8-45,6-4 1,2-1 44,-5 3 0,-1 7 0,2-2 0,2-6-450,10-6 1,2-2 719,-6 8 0,0 3 0,4-15 0,8-26 0,3-10 0,3 2 0,0 1 0</inkml:trace>
  <inkml:trace contextRef="#ctx0" brushRef="#br0" timeOffset="149385">30268 7331 7533,'-29'-13'0,"3"4"0,5-1 2698,15 1 91,-10-2-1530,57 11-1529,-7 0-720,9-3 1,4 0 934,-18 3 0,1-1 0,2-4 0,3-1 1,0 0-1,10-1 0,0 0 0</inkml:trace>
  <inkml:trace contextRef="#ctx0" brushRef="#br0" timeOffset="149849">26458 7551 7533,'-45'-13'0,"10"-12"270,10 9-270,15-14-900,10 16 360,21-2 1,7 2 539,7-2 0,-5 2 0,8-4 0,6-2 0,1-1 0,-2 1 0,-3 0 0,1 0 0,-1 0 0,0 1 0,1-1 0</inkml:trace>
  <inkml:trace contextRef="#ctx0" brushRef="#br0" timeOffset="150584">31238 7679 7533,'-29'-13'0,"1"11"0,1 3 0,4 0 1439,-20 18-630,17 0 1,3 5-450,2 8 0,2 2-540,-4-3 0,1 1 135,5 13 0,9 0-495,13-15 0,5-4 360,-1-1 1,4-3-181,18-3 0,5-9 90,5-15 135,1-8 0,-2-5 225,-7-6-45,1-5 0,-3-8 225,-13-4 0,-6-1-225,-5 11 0,-3 0-699,-5-16 1,-9 5 923,-20 19 410,-9 3 1,-2 5-411,-4 12-585,9-2 0,3 6-225,8 29 91,25-13 179,14 7 0,5-1-899,4-6 1169,3-2 0,5 1 0,1 1 0,9 3 0,2 0 0,1-1 0,1 1 0,-1-1 0</inkml:trace>
  <inkml:trace contextRef="#ctx0" brushRef="#br0" timeOffset="150883">31591 8144 7533,'-33'-6'2338,"19"5"-809,-17-22-719,21 13-181,4-15 1,2-3-720,-4 2 225,7-20 0,2-3-315,-1 0-913,0 5 1,0-8 0,0 5-60,0 12 0,0-2 1152,0-2 0,0-8 0,0 1 0,0 5-90,0-1 0,0-1 0,0 2 0,0-6 0,0 0 0,0 7 0,1 4 0,-2 0 330,-1-7 0,-1-5 0,1 9 1192,0-1-1253,-3 6 1,2 2 180,11 5-360,9 1 90,3 13-630,21 7-269,-19 6 359,9 10 0,2 3-629,1 5 314,3 13 1,0 4 78,-16-17 1,-3 2 685,12 17 0,-9 5 0,-20-10 0,-7 1 0,-1 2 0,0 8 0,-1-1 0,0 1 0</inkml:trace>
  <inkml:trace contextRef="#ctx0" brushRef="#br0" timeOffset="151049">31415 7705 7533,'-37'-20'3276,"-5"7"-1605,31 7-142,-13 1-1889,38 3-449,29-9 629,-19 7 0,3 1-913,18-3 1,9 0 0,-6-1 818,-10 0 1,2-1 0,-4 4 0,7 0 0,2 1 0,1-1 0,-4 1 0,0 0 0,0-1 0,0 1 0,1 0 0</inkml:trace>
  <inkml:trace contextRef="#ctx0" brushRef="#br0" timeOffset="151800">32403 7241 7533,'-6'-40'2069,"10"8"-1710,-44 25 271,11 37-3783,0 1 3153,15-4 0,4 3-45,5 3 0,2 0 0,-2-5 0,1 2-646,0 13 1,1 7 0,0-4 510,-2-4 0,2 1 90,2-6 0,1 4 0,1 0 1,-1-3-265,-1 11 1,2-1 263,1-8 0,0 3 0,2-6 45,-1-6 0,4-5-45,18 14 225,-8-62 0,1-14-135,-3 15 0,0-2-121,2-16 1,0-10-1,-2 6 121,-4 11 0,-1 0 30,4-13 0,0-7 0,-1 7 105,-3 15 0,0 2-45,1-10 0,1-3 0,-2 7 2403,2 1-2043,12-3 295,-19 55 0,-1 15-565,5 11 0,0 5-300,-3-9 0,0 3 0,0-1 16,-2-8 0,-1 0 0,-1-1-76,0 17 0,-4-6 3336,-7-12-3156,-7-2 0,-2-3 0,5-18 135,-18 0 0,-1-3-315,14-7 225,-17-5 0,-2-2-495,13-1 225,-1-1 0,1-1-584,12-3-1080,5 7 1259,16 0-629,33 0 1259,-13 0 0,4-1 0,2-1 0,4-1 0,1 0 0,5-2 0,0-1 0,0 1 0</inkml:trace>
  <inkml:trace contextRef="#ctx0" brushRef="#br0" timeOffset="152132">32844 7782 7533,'33'-30'0,"-19"7"989,9-19-179,-31 26 449,-25-7-719,9 22-46,-8 5 1,0 3-135,8 3-135,-8 17 0,0 4-225,8-3-180,2 15 0,3 3 0,9-12-540,8 11 1,4-1 359,8-17-225,16 2 1,5-4 224,-4-17-45,21-4 0,0-8 135,-12-10 450,2-11 0,-2-5-608,-7-3 697,-16 4 1,-1-6 0,-3 4 534,1-4-445,-12-13 1,-4 1 180,-6 14-91,-15 1 1,-3 4-540,12 12 45,-13 7 0,0 7 45,17 9-1079,-11 12 90,25 0-1800,25 7 2429,-3-12 360,0-4 0,5-2 0,5-9 0,4-3 0,10 4 0,0-1 0</inkml:trace>
  <inkml:trace contextRef="#ctx0" brushRef="#br0" timeOffset="152800">33196 7382 7533,'-4'-36'329,"1"1"1,-2 2 0,0 0-195,0-7 0,0 1 314,0 6 1,2 6-270,3 11 810,0 4-630,0 19-1,0 41-179,0-15-930,2 0 0,1 6 1,0-4 838,-2-10 1,0 1-60,4 16 0,1 8 0,-1-6-165,-4-15 1,0-1 74,3 16 0,3 7 0,-3-8-75,-3-15 0,0 0 45,6 12 0,3 6 0,-3-7-360,-3 9 90,4-1 1,-1-3 89,-7-20 1032,0-1-492,0-36-90,0-36-90,8 16 0,-4-11 0,2-1-90,12 11 134,-6-11 1,1-4-180,4 14 0,1 1-772,-3 4 0,0-2 1,0 2 861,4-4 0,0 2 0,2 4 0,-1 1 1584,-1-11-1584,-6 9 0,0 0 225,5-13-45,-13 0 0,-1 0 224,4 2-314,-10 11 0,-4 2 45,-3 8-360,-25 37 180,20-1-450,-7 24 1,3 7 314,16-24 0,0 2-184,-5 11 0,-2 7 0,2 1 259,4-1 0,4 1 0,-1 1 60,-1-8 0,1 2 0,0-1 0,1 0 0,1 8 0,1-1 0,2 0-30,2 1 0,1 0 0,2-9-69,10 4 54,-4-9 0,1-7-45,-5-19 90,27-36 180,-25 4 0,6-19 0,1-3-258,-11 24 0,0-1 467,0-9 1,2-4 0,-1 5 203,8-9 486,-5 7 0,-2 3-629,-2 9 2826,-2 9-1533,-8 15-2912,-8 39-900,6-9 1169,-3 10 1,2 1 899,11 2 0,-1-10 0,1 5 0,2-1 0,3-7 0,-1 0 0,0 0 0</inkml:trace>
  <inkml:trace contextRef="#ctx0" brushRef="#br0" timeOffset="157514">29968 5098 7533,'-28'-3'944,"0"0"1,-21 2-406,39-11-539,2 11 360,8-5-360,0 6 630,0-6-540,8 5 989,2-10-719,7 4 89,8-7 1,-1-3-270,2-11-795,9 1 0,2-3 615,-10-3 0,1-4 67,-5 12 1,4-2-1,0-1 1,0-1-888,3-4 1,0-3 0,-1 0 0,0 4 186,1-1 1,-2 3 0,0 0-148,-1-7 0,0 0 1,-9 11 59,-8 15-719,-10-12 1439,-2 23 0,-13 12 0,5 2 0</inkml:trace>
  <inkml:trace contextRef="#ctx0" brushRef="#br0" timeOffset="160001">30833 3407 7533,'-10'-12'180,"-6"4"-1,14-3 181,-5 4-180,7-1 540,-8-3-540,6 10-90,-6-5-180,8 6 270,0 11-180,8 32 0,-7 2 0,0 6 0,1-6 0,2 3 0,-2-1-249,-4-10 0,-1 0 0,0 0 159,0 10 0,0 2 0,-1-9 90,-6 2-135,1-1 0,2-5 135,5-18-539,-5-1 359,7-24-900,7-23 811,-5 7-181,6-7 0,0-1 360,-6 5 90,2-9 0,0 0 0,-4 9 0,0-9 0,0-1 0,0 4 180,0-6 0,0-1-90,0 6 359,0-12 1,0 1-180,0 9 225,4-12 0,0 0-136,-2 13 181,12-12 0,3 3-180,-3 15 44,5 0 1,3 3-135,5 17 90,9-10-180,-9 22 269,14 15-269,-27 4 45,7 8 0,-3 5-225,-15-6 0,-2 1-760,7 0 0,0 0 715,-7-4 0,-2 0-315,1 22 45,-6-22 1,-4 0-91,-3 1 0,-1-1 315,1-3 0,-4-5-225,-11-10 0,-1-5 226,6 1-361,-26-5 270,29 0-720,-13-11-179,21 3 359,-3-5 720,38 7 0,8-2 0,7-1 0,-4 1 0,0 1 0,0 0 0</inkml:trace>
  <inkml:trace contextRef="#ctx0" brushRef="#br0" timeOffset="160367">31556 3304 7533,'-20'-33'899,"-3"13"-449,13-3 270,0 20-361,2-9-539,1 12-359,5 0 359,-6 0-270,8 6 540,-8 1-360,-18 18 270,5-9 270,-3 7 0,-1 1-180,-4 1 494,-5 7 1,1 2-706,16-16 1,1 1 420,-13 9 0,-4 4 0,6-2-474,13-4 1,1 1 353,-13 11 0,-5 5 0,8-3-225,13-10 0,4 1 225,-8 8 0,-2 4 0,7-4-405,10-12 0,4-1-315,2 21 1,3-4 89,12-11-540,17-6 1,2-5 629,-11-7 135,2-7 1,0-1-676,-6 5 900,-7-9 0,5-8 0,1-5 0,-1-3 0,-1-1 0</inkml:trace>
  <inkml:trace contextRef="#ctx0" brushRef="#br0" timeOffset="160668">31609 3382 7533,'-10'-8'1619,"-6"-3"-1349,14 9 179,-5 14-269,7-2 360,15 37-720,-3-16 45,4 5 0,1 1 45,3 1-315,-3 7 1,-1-1-46,4-4-270,1 5 1,-1 0-1558,-6-6 2277,3-8 0,-3-1 0,-20 2 0,4 7 0</inkml:trace>
  <inkml:trace contextRef="#ctx0" brushRef="#br0" timeOffset="160883">31521 3988 7533,'-15'-21'869,"0"1"1,-3-11-1,5 3 31,11 4 89,4-12 1,4-1-631,13-1-269,-1 11 0,3-4 0,-1 4 0,0 4 0,1 2 0,11-7 0,5-2 0,0 3-996,-6 8 0,0 3 0,1 1 906,5-2 0,0 0 0,-1 5 0,6 2 0,-6 8 0,6 17 0</inkml:trace>
  <inkml:trace contextRef="#ctx0" brushRef="#br0" timeOffset="161081">32103 3807 7533,'-32'3'1169,"1"0"0,-14 4 1620,12 12-2879,23-5 450,10 22-2879,2-13 2519,11 5 0,5-1 0,12-3 0,-4-6 0,1 0 0</inkml:trace>
  <inkml:trace contextRef="#ctx0" brushRef="#br0" timeOffset="161401">32367 3498 7533,'-27'-7'0,"9"-5"3148,-5 11-2788,19-5 1079,-12 12-1169,16 1-990,24 17 540,-3 4-899,15-1 134,-16-6 1,1-1 224,8-3 720,-5 2 0,3-2 0,6-13 0,3-5 0,5 3 0,0 1 0</inkml:trace>
  <inkml:trace contextRef="#ctx0" brushRef="#br0" timeOffset="161631">32720 3549 7533,'4'-36'1019,"0"1"0,-7-5 1,0 3 59,9 0 361,-30 2-1171,13 35 1,-23 29-360,23-10-135,-9 18 1,0 3-661,7 0 615,0-4 0,-2 5 0,2-4 180,2-12 0,2 0-600,-3 16 1,1 8 0,1-8 509,3-16 0,2 0-540,-1 18 1,0 8-1,2-9 270,4 4 90,4 3 1,0-3 89,-2-23 327,14 7 0,-7-46 1,9-6-1</inkml:trace>
  <inkml:trace contextRef="#ctx0" brushRef="#br0" timeOffset="161951">32861 3213 7533,'0'-14'2788,"0"-3"-179,8 44-1890,18 15-584,-16-15 0,1 2-521,6 1 0,-1 1 296,-2 1 0,-2-2 180,8 15-210,-7-7 0,2 8 1,-2-5 164,-6-12 0,-1 1-585,1 7 0,1 6 0,-2 1 1,-3-7 359,-5-4 0,-4-1-315,-1 2 0,-2 6 1,-2 0-1,-3-5-90,-13 4 1,-3-3 464,12-7 0,0 2 0,-3-3-120,-7-3 0,-4-3 0,4-2-479,-7 10 719,0-11 0,-5-1 0,-4 0 0,-4 0 0,11-7 0,0 1 0,-1-1 0</inkml:trace>
  <inkml:trace contextRef="#ctx0" brushRef="#br0" timeOffset="162849">31715 4595 7533,'-18'-8'0,"0"-3"1709,9 4-1260,1-6 1081,8-6-1351,0 11 271,0-9-180,0 15-630,8-4 0,-6 6 271,13 0 89,-5 0-90,0 6-270,-2 7 270,-8 1 90,0 22 0,0-19-90,0 9 0,0 1-90,0-2-270,0 8 1,0 0 269,0-8-495,0 8 0,0-1 316,0-8-811,0 25 900,0-27 270,0 2 0,8-34 0,1-6 0</inkml:trace>
  <inkml:trace contextRef="#ctx0" brushRef="#br0" timeOffset="163098">32032 4531 7533,'-33'-14'2428,"11"7"-899,-19 1-899,29 12 360,-11 18-1305,20 6 0,4 3 315,-5-7 0,0 1-750,4 8 1,3 4-1,2-5 570,3-10 0,2-1 180,0 8 0,1 4 0,3-5 0,7-4 0,3-1 0,2 9 0,1 1 0</inkml:trace>
  <inkml:trace contextRef="#ctx0" brushRef="#br0" timeOffset="163901">30833 5666 7533,'-35'30'1619,"7"-13"-1350,10 14 1,3 3-90,3-7 90,-1 19 0,2 3 0,10-14 0,-1 8 0,4-2-810,7-17 360,1 17-180,6-32-269,1-20 539,-5-35 90,4 2 149,-14 12 1,-3-5 0,0 5-379,1-11 341,-1 11 1,-1-9-1,0-1 1,-1 4-796,0 2 1,0 3-1,-1-1 773,1-7 0,0-2 0,-1 2 239,1 2 1,0 1 0,2 7-240,1-8 135,6 13 0,3 3-225,3 11-90,14 6 450,-1 17-630,2-2 180,-5 11 0,0 1-180,15-2-45,-11 10 1,-1 1 224,4-5-180,-14 1 0,-4 2 270,-4 1-180,-7 19 180,-7-25-360,-19 19 360,-3-32-315,4 1 1,-1 1-316,-1-8 0,1-1-719,-13 4 899,5-1 472,42-6 1,27-5 0,12-2 0,-9 3 0,0-1 0,0 0 0</inkml:trace>
  <inkml:trace contextRef="#ctx0" brushRef="#br0" timeOffset="164251">31468 5356 7533,'-26'-32'3148,"-9"6"-2339,6-1-1258,3 15 359,18 6 270,8 6-1170,-8 11-135,-3 9 1,-3 4 1394,-5 3 0,1 1-225,3 2 0,0 1 764,-5 9 1,1-3-450,7 2 359,-4 5 1,-1 2-585,5 0 0,3 2 0,3 0 135,6-2-315,10-6 0,3-1 225,1-3-90,9-11 0,3-2-2339,-5-1 610,4-9 1,-1-2 867,-10-4 771,25-1 0,-43-40 0,10-9 0</inkml:trace>
  <inkml:trace contextRef="#ctx0" brushRef="#br0" timeOffset="164767">31574 5511 7533,'-26'0'1889,"14"0"-720,-19 0-629,27 0 359,-12 11-899,16-2-90,16 33 90,-4-24-270,8 11 0,1 1 1,1-6-271,2 6 0,1 1 270,-4-2-495,7 4 1,1 1-585,2 3 1169,-8-15 0,-3 1 180,-2 7 0,-34-21 0,-13 2 0</inkml:trace>
  <inkml:trace contextRef="#ctx0" brushRef="#br0" timeOffset="165020">31538 5976 7533,'-17'-6'1979,"-9"-1"-1530,14 0 990,-11-5-1259,21 5 1350,2-12-1530,2 10 629,37-19-719,-15 18 225,8-10 0,2-2-585,-2 5-270,4-6 1,0-1 89,-10 7 0,10-4 1,0 0 269,-12 5-719,5 1 0,-1 0 629,-15 6 450,11-2 0,-40 11 0,-4 0 0</inkml:trace>
  <inkml:trace contextRef="#ctx0" brushRef="#br0" timeOffset="165394">31944 5356 8432,'26'41'869,"-1"0"1,-1-1 0,-1 0-1100,0-1 1,-1 1 499,-3 7 0,-5-2-225,-7-19 0,-4-1-135,-1 21 0,-4-1 0,-8-7 225,-4 0 0,-5-4-45,-18-10 163,4 1 0,-3-2-568,4-17 1,0-2 44,-1 5 0,3-1 180,-5-8 120,19 6 0,39 7 0,7 7 1</inkml:trace>
  <inkml:trace contextRef="#ctx0" brushRef="#br0" timeOffset="166299">32350 5743 0,'-26'24'870,"7"10"1661,1-6-1721,9-1 0,2-1-451,5-1-224,-2 7 0,1 1 45,3-1 344,-2 0 1,4-4-1065,5-10 1220,-5-13-500,6-21-90,-3-9 0,-2-4-90,-1-2 90,6-10 0,0-1-90,-6 1 149,2 9 1,3-5 0,-3 4 3031,-2-14-3002,2 13 1,2-5 0,0 5-90,4-14 90,1 5 0,3 2-180,14-1 90,-1 26 0,4 10-45,2 21 0,-1 8-90,-2-10 0,-3 4 15,-8 10 0,-3 7 0,-2-8-60,4-5 45,-13 8 0,-1 0 45,4-12 212,-16 19-1201,-25-21 899,10-2-315,-10-9 0,1-2 45,8-2-359,-25-6 539,38 4-810,-21-9 720,28 9-809,-11-10 899,22 11 180,3-5 0,22-2 0,9-1 0,2-1 0,0-1 0</inkml:trace>
  <inkml:trace contextRef="#ctx0" brushRef="#br0" timeOffset="166629">32967 5447 7533,'-25'-19'2248,"-3"4"-2158,9-3 810,-5 5-1440,22 6 180,-6 2-179,8 10 539,0 14-90,-8-4 314,0 8 1,-1 2 135,-11 5 90,-5 6 0,1 6 359,11 3 1,3 2-1486,-2-13 0,-1 0 0,4 0 766,6 12 0,6-2-315,7-2 1,6-5-1081,5-8 1,3-3 584,-5-5 1,1 0 719,10 3 0,-3-8 0,-13-19 0,9 7 0</inkml:trace>
  <inkml:trace contextRef="#ctx0" brushRef="#br0" timeOffset="166918">33091 5653 7533,'-36'-6'3276,"9"16"-1605,9 4-1491,10 8-1709,32 14 719,-7-16 1,3-2 44,3-2 0,1-1 765,-2 5 0,-1-4 0,13-15 0,-7-3 0</inkml:trace>
  <inkml:trace contextRef="#ctx0" brushRef="#br0" timeOffset="167213">33443 5421 7533,'-27'-15'3276,"-6"38"-2036,21 0 0,4 3-1240,-1 3 0,0 4-437,2 0 0,-1 4 1,0 0 166,-1 4 0,0 0 0,-1 2-343,0-4 0,-2 2 0,1 0 1,-1-2 372,0 10 0,0-2 0,-1-3-100,-6 7 0,5-9-1099,12-10 1079,4-27 360,15-12 0,9-29 0,-12 15 0,-1 0 0</inkml:trace>
  <inkml:trace contextRef="#ctx0" brushRef="#br0" timeOffset="167583">33443 5227 7533,'-19'-34'3238,"-5"9"-2878,22 20 899,10 22-809,4-1-360,8 15 0,1 3 89,1 7-999,-8-12 1,3 8 0,1 2 0,-3-2 724,0 7 0,-2 0 0,0 0 72,1-9 1,0 0 0,0 1-1,-3 1-157,-1 9 0,-4 4 0,-1-2 1,0-7 89,0-4 0,-2-1 30,-8 12 0,-5 4 0,1-8 240,-5 3-45,-12-6 0,-4-4 45,-2-15-235,-1-5 0,0-3 145,1-7-585,3-1 1,1-1 314,7-4 341,-20 5 1,29-12 0,-4-1 0</inkml:trace>
  <inkml:trace contextRef="#ctx0" brushRef="#br0" timeOffset="170531">11889 9537 7533,'0'-12'1619,"0"5"-1080,-8 1-269,6 6 270,-6 18-270,16 20 0,-6-1-1652,2 7 1,0 1 1471,-4-3 0,0-4 0,0 8 0,0-6-226,0-11 0,0 0 136,0 15 0,0 6 0,0-7 45,0-14 0,0-2-15,0 10 0,0 5 0,0-7 60,0 5-90,0-8 0,0-4 0,0-13-360,0 2 360,0-16-989,0-1-541,0-7 3978,0 0-3797,0-4 1306,0 9 43,0-9 0,0-20 0,0-10 0</inkml:trace>
  <inkml:trace contextRef="#ctx0" brushRef="#br0" timeOffset="170914">11942 9447 7533,'-16'-38'3276,"12"5"-2055,-12 12-141,32 10-721,-4 11-44,14 4 0,5 3-225,-3 6 0,0 0-134,4-2 1,1 1 43,-4 6 0,0 4 0,-5-3 0,10 7-135,-1 6 0,-2 2 45,-9-4-45,-4 1 0,-3-1 45,-5-6 90,-15 3 0,-6-1 90,-10-9 135,-11 2 0,-3-2 45,-6-9-91,2 4 1,-4 0-1697,2-8 1,1 0 1471,10 6 0,0-1-787,-6-5 0,7-1 742,19 2 61,2-5-3248,24 6 3192,11 1 1,15-7-1,8-4 1,-12 1 0,-1 0-1,0 0 1</inkml:trace>
  <inkml:trace contextRef="#ctx0" brushRef="#br0" timeOffset="171483">12823 9357 7533,'-27'-14'1799,"2"-4"-1170,7 12 631,0-2-901,1 3 181,-17 22-450,12 4 0,-1 8-30,4 2 0,1 4 0,0 2-1153,-1 6 1,1 3 0,2-2 857,6-5 0,1-2 0,1 3 370,0-4 0,1 1 0,1 2 0,3-3-352,8 8 1,5-2-1,-3 0 217,-8-4 0,-2 0 0,5 0-234,9 7 1,6 2 0,2-9-577,4-14 1,-1-3 494,-6 2 0,2-2-629,14-6 0,-2-7 944,-16-7 0,27-24 0,-13-13 0</inkml:trace>
  <inkml:trace contextRef="#ctx0" brushRef="#br0" timeOffset="173611">13088 9525 7263,'-10'-7'1889,"2"1"-720,1 6-899,5 0 719,-6 6-719,8 7 630,8 36-720,1-11-911,1-6 1,2 5 0,0-4 550,-2-6 0,1 0 180,9 10 0,4 4 0,-3-4-315,-9-10 1,1-1-106,11 4 0,3 3 1,-5-6-31,-6 5-180,12-6 0,-1-5 181,-22-12-721,27 9 811,-22-17 359,-1 10 0,-16-9 0,-13 3 0</inkml:trace>
  <inkml:trace contextRef="#ctx0" brushRef="#br0" timeOffset="173934">13018 10286 7533,'-42'-5'2248,"19"3"-1078,-18-9-990,31 4 629,2-18-359,8 4-46,12-4 1,7-5-15,5 0 0,3-3 0,1 2-1226,-5 6 1,0 1-1,3-3 908,0-1 0,3-4 0,1 0 0,-1 1 0,-4 5-72,7-3 0,-1 0 0,-1-2 0,3-7 0,-1 1 0,-3 7 0,-3 4 0,1 2-360,6-9 0,3-5 0,-7 7 181,-4-1-819,1 10 0,-5 3 638,-19 11-1132,6 3 1222,-8 5-1349,-8 5 1259,6-3 682,-6 15 0,-7 9 1,-5 14-1</inkml:trace>
  <inkml:trace contextRef="#ctx0" brushRef="#br0" timeOffset="174265">13723 9990 7083,'20'27'2608,"3"3"-2248,-21-16 810,14 16-811,-14-14 1,13 20-90,-13-20-90,-9 25 90,3-18-675,-15-1 0,-2-1-944,8 1 539,-15-1 1,-1-1 809,5-2 0,0 2 0,-1 1 0,-2 6 0</inkml:trace>
  <inkml:trace contextRef="#ctx0" brushRef="#br0" timeOffset="174883">14058 9576 7533,'-8'-12'1259,"6"5"990,-13 1-1800,13 6 271,-6 0-540,16 6 450,2 12-451,7-2-314,0 4 1,0 2-226,4 0 225,7 6 0,1-1-1124,-6-3-46,10 4 1,-1-2 405,-8-9 899,-1 0 0,3-4 0,9-23 0,10-6 0</inkml:trace>
  <inkml:trace contextRef="#ctx0" brushRef="#br0" timeOffset="175150">14605 9460 7533,'-18'-7'3276,"1"1"-796,-9 29-2210,7 0-217,3 4 1,-2 8 35,2-2 1,-1 5 0,-1 3 0,3-1-910,2 0 1,3 1 0,0 1 0,-2-1 528,-5 0 1,-1-1 0,0 1 0,4-1-160,5 11 1,5 0-1,-1-13 974,-2-10-1424,9-1 1,3-1 89,-3-12 360,14-1 417,-6-8-1496,7-5 809,9 0 1375,-7-5 0,23-20 1,-24 8-1,1 0 0</inkml:trace>
  <inkml:trace contextRef="#ctx0" brushRef="#br0" timeOffset="175318">14728 10093 11940,'-17'24'180,"-1"-8"-135,9 10 0,1 1-1754,-10-1 1651,13-3 1,0 3 0,-6 0-1,-1 2 1,2 3 0,0-1 0</inkml:trace>
  <inkml:trace contextRef="#ctx0" brushRef="#br0" timeOffset="176011">15081 9590 7533,'-10'-19'3276,"3"4"-2774,7 2 307,23-4-539,-17 15 0,23-7 0,5 0-180,-9 8 179,23-2 1,2 0-270,-5-3-60,-11 6 0,5 0 0,-6-1-120,2-5-90,7 5 1,-3 2-91,-24 5-180,25-5 360,-38 11 630,-2 1-270,-18 1-135,2 4 0,-3 0-45,-3-4 0,-1 1-941,-12 18 0,1 1 986,10-15 0,-1 1 404,-2 8 1,-2 4 0,3-3-315,5-10 0,1 2 224,-3 7 1,0 5 0,2-4-90,-9 10-535,12-2 1,3-2 84,5-11-445,10 23 625,2-37-592,22 19 412,-5-26 1583,25 14-2438,-14-16 1,0-1 495,11 6-721,-7-6 1,-3 0 809,-9 0-738,11 6 1188,-23-5 0,-2 5 0,-8-6 0</inkml:trace>
  <inkml:trace contextRef="#ctx0" brushRef="#br0" timeOffset="176232">15222 9899 7533,'-29'-14'3276,"-10"-9"0,27 20-1913,-6-9-1723,34 12-629,-10 0 584,24 6 0,3 0-314,-16-3 314,22 8 0,3 1-1574,-9-9 1979,3 5 0,2 1 0,-6-8 0,-1-1 0,9 3 0,1 0 0</inkml:trace>
  <inkml:trace contextRef="#ctx0" brushRef="#br0" timeOffset="176532">15628 9409 7533,'5'-40'389,"0"0"1,2 9 0,2 4 1049,8-3-989,-5 22 449,19 14-629,-19 9 45,8 8 0,1 3-135,1 5 29,-6-3 1,1 4 0,-1-3-770,5 12 799,-6-7 1,0 5 0,-4 2-1208,-4 2 0,-4 0 1,-1 0 1027,0-8 0,-2-2 0,-2 4-38,-2 8 1,-1 5-1,-3-2 1,-2-8 333,-7-6 1,-3-2-290,4 2 0,-2 5 1,1 0-1,1-7-67,0-7 0,-1-2-270,-10 10 0,-5 2 1,2-8-2160,-13-7 855,8-6 0,2-5 1574,5-18 0,13-4 0,15 8 0</inkml:trace>
  <inkml:trace contextRef="#ctx0" brushRef="#br0" timeOffset="177132">16810 9680 7533,'-10'-13'2518,"-6"-5"-1978,14 9 539,-5-14-899,7 20 1529,31-20-1259,-2 17 0,5 3-330,-3-3 0,3-1 0,1 2-750,1 3 0,0 2 1,-1 0-493,12 0 0,-5 2 943,3 11-1890,-22-1 989,-23 2 1080,0-1 0,-39 16 0,15-11 0,-1-1 0</inkml:trace>
  <inkml:trace contextRef="#ctx0" brushRef="#br0" timeOffset="177336">16845 9873 7533,'-43'-5'3276,"21"3"0,-1-4-1373,39 6-1813,-5 0-45,20 0 0,3 0-45,1 0-660,3-1 0,9-2 1,-2 1-434,-9 2 1,-2 0 0,2-1 727,0-1 1,1 0 0,1 0 0,6 2 0,0 0 0,-2 0 0,0 0 0,0 0 0</inkml:trace>
  <inkml:trace contextRef="#ctx0" brushRef="#br0" timeOffset="178111">18362 9564 7533,'-10'-39'1529,"-5"18"-270,13-2-989,-6 21-180,8-3 360,0 10-270,0 2 449,0 35-449,0-16-573,2 3 1,1 8 0,0-3 392,-2-9 0,0 0 120,1 16 0,1 7 0,-1-5-255,-1-9 0,-2 0-75,1 9 0,0 5 0,0-6 75,0-11 0,0-1-285,0 5 0,0 2 1,0-7-121,0 2-1169,8 4 1170,-6-36 539,14-42 0,-14 18 0,-2-2 0,4-16 0,0 1 0</inkml:trace>
  <inkml:trace contextRef="#ctx0" brushRef="#br0" timeOffset="178447">18362 9421 7533,'0'-38'1619,"0"-1"0,0-4-180,16-3-989,-4 44 809,37-4-989,-11 19 0,2 4-225,-9-9 0,1 2-1138,3 8 1,4 4 0,-8-3 1030,3 5-154,0 6 1,-4 1-54,-16-1-342,-1 3 1,-2 0 521,-11-1-136,-13 7 0,-6-1 135,-4-11 0,-1 3 0,-3-1-225,-2-11 0,-1-3-184,-2 5 0,-1 0-311,1-2 1,0-3 584,4-5 0,5-2 714,5-2-759,10-6 484,24 0-484,-4 0 533,13 0 0,2-9 0,3-5 0,3 0 0,1 0 1</inkml:trace>
  <inkml:trace contextRef="#ctx0" brushRef="#br0" timeOffset="178749">19226 9344 7533,'0'-49'1638,"0"22"0,0 0-488,1-1 1,-2 1-522,-6-16 1,-19 36-720,4 19 0,-1 6 90,0-4 0,-1 4-342,-1 10 0,0 8 1,0 2 93,6-6 1,1 3 0,0 0-1,1-1 158,-3 3 0,0-2 1,1 5-55,4 0 0,0 5 0,1 2 0,2-2 0,3-4-893,6 1 0,3-4 0,0 1 1007,-4 8 0,1 2 0,4-2-240,6-4 0,4-2 0,4-6-1369,10-1 1,3-5 1093,-4 0 0,1-3 545,4 0 0,1-12 0,-8-24 0,-1-7 0,1 2 0,1 0 0</inkml:trace>
  <inkml:trace contextRef="#ctx0" brushRef="#br0" timeOffset="179267">19562 9564 7533,'-10'-13'3058,"-6"5"-2608,6-3 809,0 10-1079,3-5 180,22 29-90,-3-6 89,8 12 1,1 2-450,1 1-30,-2-7 0,4 3 0,-4-4-60,6 10-360,-2-9 1,5 4-1,-2 0-1099,2 5 1,-1-1-1,1-1 1,-1-1 1447,1 1 0,-9-4 0,-18-8 0,-4-1 0</inkml:trace>
  <inkml:trace contextRef="#ctx0" brushRef="#br0" timeOffset="179498">19579 10106 7533,'-19'-15'3276,"3"-19"0,47-1-2909,-17 13 0,4-3-781,6 3 0,8-3 0,2 0 0,-1 1 144,5-3 0,1 1 0,0 0-90,-8 5 0,1-1 1,0 0-1,0 1-120,11-6 1,0 2-1,-5 6-645,-12 9 1,-1 2 1124,14-8 0,-4 4 0,-13 16 0,1-2 0</inkml:trace>
  <inkml:trace contextRef="#ctx0" brushRef="#br0" timeOffset="179733">20461 9873 7533,'-19'0'3276,"-5"12"-1515,22-3-1402,-12 14 1,-3 7-1709,6-3 0,0 2 1079,-7 1 0,1 1 270,8 0 0,0-2 0,-14 10 0,3 7 0</inkml:trace>
  <inkml:trace contextRef="#ctx0" brushRef="#br0" timeOffset="180266">20867 9603 8972,'-20'-8'1709,"5"3"-810,7 5-539,6 0 180,-6 0-360,8 0 449,8 17-449,2-7-315,8 12 0,5 3-765,0-6 1,1-2-90,-1 3 0,1 0 989,7 2 0,2-8 0,2-21 0,1-6 0,-3 5 0,1 0 0,-1 0 0</inkml:trace>
  <inkml:trace contextRef="#ctx0" brushRef="#br0" timeOffset="180564">21449 9409 7533,'-18'-20'3148,"1"7"-450,-9 13-2338,7 7-45,-3 17 0,2 5-405,-1 5-518,6-6 1,-2 8-1,0 1 1,1-1 457,2 0 0,1-1 0,-1 1 150,-6 5 0,-1 2 0,1 0-210,4 2 0,2 2 1,1-8 74,3-11 0,1-1-630,-5 20 1,4-4 494,8-13 394,-6 6-394,8-29 173,8-1-83,-6-6-450,14-6 450,-14 5 515,5-11-425,1 11 90,2-5 0,8-5 0,-1-3 0</inkml:trace>
  <inkml:trace contextRef="#ctx0" brushRef="#br0" timeOffset="181014">21661 9137 8882,'0'-20'1259,"0"7"-809,-8 2 539,14 21-89,-12-7-271,18 20 1,7 7-270,-5 3-572,2 10 1,1 4 391,-3-11 0,-2 3-871,-6-5 1,-2 5 0,1 1 0,-1-4 720,3-1 0,0-3 0,-3 4-53,-5 11 1,-3 7-1,-1-2 1,-1-7 67,1-3 0,-4-2-383,-2 0 1,-4 6 0,-2-2-1,4-8 248,2-9 0,-2-3-120,-9 5 0,-5 2 1,4-8 119,-3-7-225,-10-3 0,0-3 225,12-9-1079,-12 7 0,0 1 1169,10 0 0,-15-2 0,33-9 0</inkml:trace>
  <inkml:trace contextRef="#ctx0" brushRef="#br0" timeOffset="181844">22137 9603 7533,'-8'7'1799,"-10"21"-1619,-1-11 89,8 16 1,4 6 0,2 1 0,2 0-394,6 1 0,2 2 303,2 2 1,3 5 0,-1-7-499,-3-17 1,1 0 258,3 8 0,2 3 0,-2-7 156,-1-2-366,9 4 90,-8-19 91,6-36-631,-14-25 630,1 22 0,1-3-150,-2-12 0,-2-7 0,-2 6-346,-1 12 0,-1-1 526,2-15 0,3-6 0,-2 6 15,-3 14 0,0 0 225,-2-14 0,1-6 0,0 5-225,3 10 0,0 1 517,-2-1 0,-2-6 0,1 2 1,4 7-134,9 7 1,0 3-70,-8-12 0,4 6 449,27 24-674,5 28 0,3 10-75,-10-12 0,0 2 0,1 0-117,1 2 0,0 1 0,-1 1 57,0 3 0,-2 0 1,-5-4 1167,-2 1-1033,-7 6 0,-2 0-45,-5-7 978,-14 12-888,-11-18 0,-6-2-315,-7-2 0,-2-1 225,4 2 0,-1 1-90,-16-3 0,4-4 180,16-3-90,-6 0 0,0-2-90,10-4-360,-11 5-179,23-6-1413,10 0-27,41 0 2069,0 0 0,-4 0 0,3 0 0,-9 0 0,0 0 0</inkml:trace>
  <inkml:trace contextRef="#ctx0" brushRef="#br0" timeOffset="182165">23019 9306 7533,'0'-26'1079,"0"11"1260,-8-2-1979,-2 16 809,-23 1-989,11 7 89,-2 12 1,-1 3-270,-12 10-1093,17-3 1,-1 6 0,1-3 591,0-6 0,1 3 561,-1 13 0,0 9 0,3-6-60,5-14 0,3 2-23,1 1 1,0 6-1,2 1 1,2-7-68,3-2 0,2-1 90,-2 18 0,4 0-585,16-7 1,1-4-406,-4 9 818,8-11 1,1-6-279,-5-16-310,7 0 1,2-4 759,13-13 0,-12-4 0,0-5 0,-8-9 0,-1 0 0</inkml:trace>
  <inkml:trace contextRef="#ctx0" brushRef="#br0" timeOffset="182766">23283 9603 7533,'-17'-26'2338,"7"5"-809,2-3-1079,8 16 630,16-15-811,3 14 1,6 0 0,1-1-90,-2 3 45,9 1 0,4 0 494,12-1-629,-21 4 0,1-1-135,9 1 0,-3 1 135,-12 2 0,7-1 0,-3 2 360,-13 4-270,9-3 270,-23 3-271,0-5 271,-8 12-270,-9-3-270,-11 21 0,-7-9 0,6 3 0,-1 1-120,10-10 0,-1 0 210,-5 6 0,-4 2 0,4-1 0,5-4 0,1 1 149,-7 6 1,-3 4 0,4-4-150,9-6 0,1 1 180,-6 5 0,-2 3 0,5-4-180,6 8 0,0-5 0,2 0-90,11 1 90,8-3-270,17-6 180,-3-12-180,27-1 1,-20-6 44,0 0 0,1 0 45,9 0-450,-1 0 1,-1 0 359,-4 0 0,16-6-1889,-23 5 1709,-7-5-2068,7 6 2158,-16 0 420,-3 0 0,-30 11 1,-7 4-1</inkml:trace>
  <inkml:trace contextRef="#ctx0" brushRef="#br0" timeOffset="183029">23213 9822 7533,'-39'-20'3276,"-8"7"0,43 7-2183,-12 6-643,32 0-180,3 6 0,9 1 90,13 0-810,-12-1-360,11 0 1,3 0-1,2-4-829,4 6 1,0 2 1407,-8-3 1,-11 5-1,-1 6 1,6 16-1</inkml:trace>
  <inkml:trace contextRef="#ctx0" brushRef="#br0" timeOffset="183401">23918 9203 11580,'13'23'1214,"0"1"1,14 8-1065,-12 1 0,-1 7 0,0-5-646,1-8 0,0 2 586,-2 7 0,1 9 0,-2 2 0,-2-3-1183,-4 0 1,-2-2 0,-1 1 726,4 4 1,0 0 0,-5 0 215,-6 1 0,-5 0 1,-3-8 506,-2-15 0,-2-2-132,-8 17 0,-3-2 359,1-13 1,-1-4-450,4-3 0,-1-2 269,-6 6 1,2-2-45,-2-4-270,5 6 0,1 3 180,3 0-1125,3 2 1,2 0 764,7-4-3187,9 19 2730,17-32 1,7-6 0,3-3 0,5-8 0,1 0 0</inkml:trace>
  <inkml:trace contextRef="#ctx0" brushRef="#br0" timeOffset="183511">24236 10273 12930,'-20'13'149,"-19"0"1,10 0 0</inkml:trace>
  <inkml:trace contextRef="#ctx0" brushRef="#br0" timeOffset="-191530.73">1993 12364 7533,'-17'-7'3058,"-1"-4"-1619,-15 3-1079,19 1 360,-17 24-361,21 7-359,0 9 0,2 14-90,8-28-539,16 22 629,-12-27-720,35 5 450,-25-12 0,27-7 270,-29-1-179,19-22 628,-27 13-89,11-20 0,-15 16 359,-15-11-539,3 11 360,-21 1-450,13 7 450,-13 29-450,13-12-45,6 17 0,3 3 45,1-5-450,8 4 0,4 0 270,8-7-809,23 7 629,-19-23-270,33-12 360,-33-4 450,19-21 629,-23 8-449,-3-9 0,-7 11 269,-15 7-89,3 7 719,-21 12-899,13 1-90,-5 12-360,7 4 0,2 2 0,3 3 135,2 0 0,6-3-1844,15-16-1568,0 2 1543,13-17 1734,-11-1 0,13-29 0,-7-5 0</inkml:trace>
  <inkml:trace contextRef="#ctx0" brushRef="#br0" timeOffset="-190497.73">3263 11784 7533,'10'-33'0,"-2"1"0,0 6 2518,-6-5-1258,-10 9-721,-27 9-494,5 14 0,-3 5-225,-2 5 0,-3 5 0,-1 0-913,-3 3 1,-2 2 0,3 0 748,5-3 1,2 0 0,0 1 403,-6 6 0,0 1 0,6 1-769,8 3 1,3 0 708,-2-6 0,5 2-231,11 13 1,10-2 230,11-11 89,4 0 1,5 5 0,-1-5 90,13 9-90,-5-4 0,4 7 0,-2-7-90,-4-13 0,-1 0 90,1 10 0,0 5 0,-1-5-45,-2-8 0,-1-3 0,4 7 0,-1 2-270,-2 12 0,-1 2 270,-3-8 0,-1 2-45,-2 5 0,-6 1 225,-16-2 0,-4-5-225,-4-3 539,-17-1 1,-3-3-360,9-3 180,-18-1 0,-2-2-450,9-5 240,4-7 0,-8-2 0,7-1-240,-5 1 45,-12-10 0,4-4 45,29-1-257,-13-5 0,5-1 167,21 4 286,-4-11-556,18 20 117,23-9-747,-7 7 1,1 0 673,1-1 0,1-2 0,13-2 0,0-1 0,-5 0 0,-1-1 0</inkml:trace>
  <inkml:trace contextRef="#ctx0" brushRef="#br0" timeOffset="-189219.73">3669 12494 7533,'-26'-13'1169,"15"5"-405,-17 2 1,1 1-495,17 3-90,-19-1 0,-5 1-450,-3 2 360,-10 0-90,21 8 0,1 1 90,-2 1-180,1 20 90,8 2-90,1-4 135,7 5 0,2 0 135,-2 6 0,8 3 0,4 1-180,8 1 89,10 0 1,9-3-45,1-22 0,5-5 45,-1-3 0,3-2 0,-2-5-90,0-5 0,-2-8 90,-1-7 0,1-6 0,-10 0 90,-7-11 45,5-9 0,-3 1-45,-16 8-675,0-3 0,-4 0 585,-7 6 225,-10-3 0,-4 0 44,-8 1-179,-2 4 0,-1 2 180,3 4-652,2 11 1,1 3 291,7 3-387,-13 10 118,17 3-1530,15 10-540,27 3 1439,1-13 1,3-2 674,7 1 0,1-2 652,-10-5 0,0 0-247,11 0 0,-3 0 449,-2 0 451,10 0 89,-19 0-90,-22 5 1499,14 8-2219,-14 7 778,5 29-1002,-6-17 0,-2 2-90,1-6 0,0 1-926,0 8 0,0-2 881,0-6 0,0 2-989,8-1-181,10-25 810,1-18 270,7-12-60,-18-3 0,-4-8 1,2 0 239,2 4 0,1 0 0,-1-2-498,-1-9 1,-1-3 0,1 3 542,2-5 0,-1 5 631,-3 6 1,-2 7-497,-3 14 0,0 5-90,0 18 0,0 24 0,0-9-405,-1 11 0,2 1 135,7-2-630,-1 15 1,4 1-136,5-20 1,3-3 269,-1 9 0,1-3 2971,16-1-2476,-1-42 270,-15-3 45,-1-20 0,-2-8 90,-2 0 0,-1-3-649,-3 5 1,-1-2 0,-1 2 468,2-1 0,-2 3 180,-3-1 0,-2 9 44,-3 21-269,0 22-449,0 30 359,0 6-387,0 1 117,0-6 3200,0-13-3155,-1 3 0,2 0 45,7-1 180,-2 6 0,5 1-90,14-16 0,1-1 45,-9 5 0,0-3 45,7-9 0,1-5-270,0-5 310,-5-5-130,29-5 0,-18-3-90,-1-10 0,-1-5 405,-9 5 0,-3-1-324,-2-12 1,-2-1 233,-1 6 0,-1 0-90,-5 0 0,-2 0 270,1-3 0,0 1 404,3-8-269,-15 8 0,-2 3 90,5 8 449,-35-8-809,25 19 45,-10 15 0,-1 5-225,4 4 149,0 7 1,-3 10 0,4-1-375,6 6 1,2 1 224,-3-8 0,-2 3 0,8 0-900,14 3 1,9 2-1,6-7-180,5-11 1,6-5 0,4-4 259,3-3 1,5-3 0,2-3 0,-3-2 492,2-2 0,-2-2 0,-1-8 1,-6-4-1,1-5 0,-3-3 1,-5 0-1,-2-9 0,1 0 1</inkml:trace>
  <inkml:trace contextRef="#ctx0" brushRef="#br0" timeOffset="-188315.73">5415 11564 7533,'-8'-27'1799,"6"-3"-540,-13 21 180,13 15-1349,-14 15 120,13 10 0,4 10 0,-1 1-180,-5 2 0,-1 2 0,1 1-718,4-9 0,1-1 0,0 2 0,-1 4 688,0-1 0,0 5 0,-1 2 0,0 0 0,1-1 0,1-4-820,1 5 1,1-3 0,0-1 0,0 2 632,0-4 1,-1 1 0,0 1 0,2-2 0,0-3-474,4 12 1,1-4-1,3-12 1202,8-12-2071,7 11 1169,-16-40-719,-3-7 1079,-7-10 0,-14-7 0,-3-2 0,1-8-340,-11 5 1,-2 1 519,7-2 314,-10 2 1,-1 0 674,8 0-210,4 9 1,-3-3 0,4 1 2316,-1-17-1638,10 17 0,4 0-931,9 1-528,23 14 1,7 4 0,3 0-270,-2 2 0,6-2 0,-5 1-105,11-9-795,-2 5 1,9 0 0,-2 0-104,-16 4 1,-1 1 0,0 0-1,6-2 1,1 0 0,-1 3 229,6 0 0,-8 8 1970,-18 14-1107,-3-2-180,-16 9 719,-8 5 1440,-2 10-765,2-17 1,-1 1-675,-1 15 44,5-10 1,2 1-495,3 3-77,0 16-193,8-18 270,2-6 90,0 3-294,1-1 1,1 1-1866,8 9 810,-1 7 1201,13-14 1,-13-33 0,17 0-1</inkml:trace>
  <inkml:trace contextRef="#ctx0" brushRef="#br0" timeOffset="-187665.73">6121 12416 7533,'0'-27'1349,"0"2"-180,0 6-269,0 11 989,0-15-900,-8 14-629,6-3-360,-6 17-90,8 4-225,0 17 0,0 7-315,0-2 1,0 0 494,0 6 0,0 1-1504,-4 9 1,0-3 1091,2-6-571,-3-1 0,2-2 938,11-11-504,2 18 594,0-33 180,6-9-225,-6-28 0,-3-10 225,5-7-133,-2 6 0,3-7 0,-5 7 133,-4-10-30,6 11 0,2-6 0,-2 7 1614,-7-6-1315,10-5 1,-2 1 2274,-9 16-2454,6 5 90,-8 29-540,0 20 0,0 8-225,-1 0 0,2 0-315,6 9 1,1-1 1798,-7-11 1,2-3-1530,12-2 1,2-4 449,-5-5-312,13-1 222,-7-7 989,-1-41-494,-3 12 0,-2-3 359,-5-13 1,-2-1-270,3 9 0,-1 2 1484,-7-19-1710,-8 39 1,-1 22 0,-1 10-315,1 9 0,2 2 45,5-1 45,-2 8 1,0 1-406,4-9-180,2 8 0,4 1 90,6-19 1,2-2 404,-5 3 0,3-2-270,12-4 1,1-7 44,-3-10-1259,19 5 1259,-29-12 360,11 5 0,-21-17 0,6 4 0</inkml:trace>
  <inkml:trace contextRef="#ctx0" brushRef="#br0" timeOffset="-186867.73">6685 12416 7533,'-35'13'3276,"7"0"-3584,11-6-591,9 4 809,8-9-180,16 4 270,-5-6 0,31 0 180,-5-12 314,-11 6 1,1-2 44,-4-7 1,-1-2-90,5-4 314,-13-2 1,-4-1-495,-8-13-180,6-8 0,-16 7 0,-2 13-90,-23 5 0,11 7-1639,-7 18 1,1 7 893,12 5 655,-8 3 0,1 3-1243,12 21 1153,-15-2-195,14 1 1,7 5-301,10-9 1,3-1 584,-7 3 0,4-2-630,14-5 1,3-7 449,6-8-585,-4-8 1,3-3 494,12-1-405,-2-11 1,0-4 584,5-7 860,-16-3 1,4-6 0,-4 0-681,-1-4 0,-1-1 0,3-3 0,-1-2 135,-8-4 0,-3 4-45,3 3 629,-13 1 1,0-1 719,2 3 199,-9 1 0,-3-1 1638,-5-14-2764,1 16 0,0 1-332,-1-3 959,2 11-1409,8 29-269,8 31 269,-6-10 45,9 14 0,2 1 135,-1-7 120,0 1 0,3 10 0,-1-4-490,-4-15 0,-1-2 0,1 1 579,2 8 1,0 0 0,-1-2-30,3 0 0,-2-3 225,-2-6 0,-2-4 135,-7 1-1170,-26 10 540,1-36-1124,-8-5 0,0-3 764,8 0-1079,-8-5 0,0 3 1619,8 7 0,-10-8 0,-4-1 0,9 4 0,1 1 0</inkml:trace>
  <inkml:trace contextRef="#ctx0" brushRef="#br0" timeOffset="-186682.73">6209 11861 7533,'-33'-6'0,"11"5"0,-3-5 0,64-11 0,-10 6 0,1 0 0</inkml:trace>
  <inkml:trace contextRef="#ctx0" brushRef="#br0" timeOffset="-185200.73">9084 12171 7533,'10'-14'1079,"-2"-4"-449,-8 11 629,0-18-899,0 10-3637,0-15 3382,0 15 1137,0-9-1062,0 10 360,-8-11-360,6 11 90,-6-11-90,0 11 2819,-2-4-2999,-7 11-180,-17 7 180,13 7-540,-15 11 0,-1 5-156,2 9 516,4-3 0,-5 6 1,5-3 269,9-6 0,1 2-23,2 2 0,-1 5 1,1 1-1,2-4-22,1-1 0,3 0 75,1 10 0,0 5 0,3-6-30,2-14 0,4 1 60,7 6 0,6 4 0,-1-6-60,7 4-225,19-2 0,3-7 225,-13-17-315,10-5 0,3-8 90,-6-19 0,-2-9 15,-5 7 0,1-3 0,-2-1-135,-2 1 0,-1-1 0,-1-3 345,1-8 0,-1-2 0,-5 4 45,-7 8 0,-2-1-46,3-5 1,0-3 0,-3 5 720,-6-6 244,1 11 1,-2 5-425,-7 17-90,-2 2-181,-8 27-359,9-4-90,-4 16 0,2 3-89,7 4-914,-3-10 1,-3 6 0,4-4-717,4 15 774,0 0 1,4-1 405,7-2 629,12-8 0,7-7 0,3-21 0,3-6 0,15 1 0,0 1 0</inkml:trace>
  <inkml:trace contextRef="#ctx0" brushRef="#br0" timeOffset="-184798.73">9596 12055 7533,'-13'-22'0,"0"1"0,-14-10 1638,5 1 0,1 0-1136,-9 0-233,4 5 1,3 1-180,9 8 540,-25 5-1080,35 18 180,-5 16 0,3 7-45,12 7 1,3 1-15,-7 0 1,0 2 58,9-1 0,3 4 1,0-7 179,-3-11 0,0-1-60,6 16 0,4 7 0,0-4 150,3-2 0,-1-1-21,-7-10 0,-1 1 0,-1-1 561,4 16 0,-11-9 1169,-22-16-1080,1 13-89,-19-34 0,-7-11-361,11-1 1,0-2-315,-4 4 1,1-3-136,-4-9 0,7-3-1259,16-4 719,-11-4-829,43 12 1,9 1 1620,7-4 0,5 8 1,10 0-1,0 0 1,-7 3-1,1-1 1,0 1-1</inkml:trace>
  <inkml:trace contextRef="#ctx0" brushRef="#br0" timeOffset="-184470.73">9948 11964 7533,'-17'-26'1638,"-3"5"0,-1-1-57,-3-2-862,-8 1 1,-1 4 0,10 10-316,-10 1 1,1 5-45,9 20-945,9 21 1,10 9-361,15-1 1,5 3 319,-7-11 1,0 2 0,5 0 114,10 4 0,6-1 1,-4-4 329,-8-12 0,-1 2-45,6 4 0,4 6 0,0 0 1,-6-3 74,-1 7 1,-4-3 778,0-8 1,0 0 0,-7-4 989,-19 18 450,-33-52-1799,4 5-210,9-8 0,-5-4 0,2 0-285,-3-1 0,1-2 225,-6-4 0,2 0-810,7 4 1,7 2 269,13 7 540,4 1 0,57 6 0,-15 0 0,-1 0 0</inkml:trace>
  <inkml:trace contextRef="#ctx0" brushRef="#br0" timeOffset="-183715.73">10407 11938 7533,'-26'-13'899,"15"6"-179,-13 1-450,22 12 179,-21 13-359,19-3 0,-7 11 0,-2 5-45,4-8 0,1 2 45,1 6 0,2 2 45,-4 9 0,2-2-135,7 5 90,1-12 0,2 5 0,1-4 0,4-10 0,2-2-45,-3 13 0,5-4 44,11-16 1,3-7-269,13-14 269,7 2-270,-13-26 0,-2-12-45,-9 3 0,-3-2 18,4-3 0,-1-2 297,-6 8 0,-2-1 0,-4 5-90,-6-13 449,4 6 1,-1 1 990,-7 9-271,-15 17-1349,11 46 90,-12 10-360,11-3 1,2-1-1,1 5-225,-3-1 1,2-1 404,11 3-720,1-6 1,0 1 539,3-3-495,10-6 1,3-2-33,-2-6 977,-3-5 0,3-6 0,2-22 0,-1-7 0,0-2 0,-1 0 0</inkml:trace>
  <inkml:trace contextRef="#ctx0" brushRef="#br0" timeOffset="-182935.73">10989 12145 7533,'-10'-32'2788,"2"11"-899,1 2-1439,-3 14 359,0 5-629,2 0 90,0 22-90,6-4-405,-2 11 0,0 2-404,4 0 269,0 6 0,0 4-495,0-10 1,0-1 674,4 1 0,0 0-180,0-1 1,2-5-181,12-11 900,-1-8 179,9-48-359,-8 8 0,-1-5-150,-6 5 0,-2-3 0,1 2-137,7-6 1,-1 0 285,-6-9 1,-2 5-180,1 13 270,-1-17-180,-8 36 180,0 19-270,0 43-495,0-18 1,0 1 15,0-2 1,0 2 73,-1 10 0,2-3 516,7-12-291,3 15 0,3 0 0,16-10 180,-13-5 0,1-5 540,8-15-450,-9-14 720,-7-30-631,-1 8 1,-2-1 90,-6 5 0,0 0 0,3-7 0,0 4 429,-4 6-159,0-8-450,0 16-180,0 1 90,7 7-270,11 12-90,17 18-90,-12-10 1,-1 1 269,0 1 0,1 1-270,6 2 1,1-2 539,17-7-135,-20 1 0,-1-5 449,-3-19 1,-3-8 135,-4-3 0,-4-1-406,-2-5 1,-3-2 135,-2-1 0,-2-3 0,-3 3 0,-3-1 0,-2 2-225,3-3 0,-5 4 269,-12 8 1,-4 12 315,0 27 0,-1 8-316,1-12 1,-1 3-1176,2 18 0,3 10 1,4-5 860,7-13 0,2 1-210,-3 9 0,0 4 0,3-5-266,6 9-604,18-6 1,3-1 629,-3 1-270,11-16 1,10 1-1,-3-5 720,-5-3 0,1-5 0,1-6 0,3-5 0,-1-3 0,4-10 0,0 0 0</inkml:trace>
  <inkml:trace contextRef="#ctx0" brushRef="#br0" timeOffset="-182317.73">12753 11887 7533,'-18'-29'2698,"1"6"-2518,-9 40-360,14-7 315,3 19 0,3 7-180,1 0 0,2 2-45,2 0 0,0 3 0,1-2-53,-1 6 0,2-1-307,1 6 1,6-4-271,4-23 1,1-3 449,7 19-585,4-24 1,1-7 854,-10-12 0,13-18 0,-1-9 0,-12-8 0,0 0 0</inkml:trace>
  <inkml:trace contextRef="#ctx0" brushRef="#br0" timeOffset="-181948.73">12965 12094 7443,'-10'12'989,"-6"1"360,-2 23-809,7 5-450,12-8 0,6-1 270,14 10-360,14-12-45,-10-31 0,-1-10-225,0-15 0,-1-9 270,-2 9 0,1-1 0,-2-3-736,-3-4 1,-1-4-1,-1 0 1,-2 3 825,3-10 0,-3 2 299,-1 4 1,0-3 0,-4 10-120,-6 6 1439,5-14-989,-14 50-361,5-7-44,-3 20 0,2 7-495,3-3-135,0 17 0,0 1 46,0-11-331,0-3 0,2 5 1,4-3-436,9 1 1,3-3-605,1 10 1,1-3 1323,-2-13 1,1-6 314,21 5 0,-29-40 0,15 0 0</inkml:trace>
  <inkml:trace contextRef="#ctx0" brushRef="#br0" timeOffset="-180785.73">13776 11229 7533,'0'-21'539,"0"8"451,0 2-361,0 10-449,0 1 540,0 36-630,0-5 120,0 0 0,0 6 0,0-3-576,0-7 1,0 2 387,1 5 1,1 8-1,0 0 1,1-5-68,1 2 0,2 1-9,-3-5 0,-1 6 0,1 4 0,1-2 0,1-4-126,5 7 0,2-4 0,0 1-30,-3 4 0,1 1 1,0-6 164,3 1 0,1-14 225,2-23-180,-16-13 899,0-29-494,0 5 0,0-2-360,1-3 0,-2 1 44,-2-1 1,-2 2 45,-3 4 0,-1 5-45,-3 2-90,-11 4 0,-1 2 0,8 8-2661,-33 4 2751,30 12-515,-5 10 0,-1 2 515,-7 5 90,6 9 0,1 1-180,-2-3 165,8 11 0,4 5-210,9-17 0,1-1 90,-1 6 0,4 1-45,8-1 0,6-4 90,7-1-270,7 8-180,7-8 360,-4-14-135,1-1 0,-1 0-45,2-1 1175,2-7 1,-1-1-1176,-8-1 489,18-9 1,4-9-580,-19-2 0,-1-3 225,9 2 0,0-3-45,-2-14 0,-9 0 0,-10 2 180,7-6 0,-3 1 0,-14 5 180,8-2 0,0 0-180,-11 3 844,1-1 0,-4 1 145,-15 0-719,5-7-360,-4 24-360,9 7 91,5 6-131,-6 18 85,3 5 0,2 4 315,2 9 0,0 3-87,-3-4 0,0 4 147,3 5 0,2 5 0,-1 0-1150,0 1 0,0-1 0,0 1 1120,0-1 0,0 0 0,0 1 15,0-6 0,-1 3 0,1-3 0,1-6-935,3-3 1,0-3 934,-4 1 0,2-4-45,14-5 359,-14-30-404,2-19 0,-1-9-135,-2-2 1,-2-5 19,1-2 0,0-7 0,-1-3 0,2 1 52,2 7 0,0-1 0,0 0 0,1 0 1,-1 2 84,0-4 1,-1 1-1,1 0 1,1 0 58,1 4 0,1-3 0,1 2 0,0 3 0,1 7 1449,5-3 1,2 7-1306,1-5 0,3 7-90,8 12-450,-6 27 0,-1 8 270,2 4-45,4 9 1,-3 1 134,-9 1 45,6 10 0,-1 1 134,-7-5-44,1 5 0,-1 0 1115,-2-7-1115,-5-11 0,-2 1 585,-11 15 359,-18-13-809,5 2 643,-9-26 0,-5-7-958,7-4 0,-1-3-360,-3 2 1,0-2 359,5-1 0,3 0-2744,-2 2 1898,17 1 891,1 6 0,39-6 0,8-1 0</inkml:trace>
  <inkml:trace contextRef="#ctx0" brushRef="#br0" timeOffset="-179666.73">13935 12339 6723,'8'-26'2159,"-6"11"-1889,29-19-180,-25 22-180,16-14 0,3-6 45,-13 5 0,-3-1 135,6-11 0,-2-1-90,-3 12 0,-5 2 899,-20-21-899,11 38 630,-35-3-720,25 18 360,-10 5 0,-1 3-450,3 8 180,-3 10 0,1 2 90,11-1 45,-8 9 0,2-1-46,16-7-134,-10 7 1,2 1 133,17-9-89,5 4 0,3-3 0,10-9-90,11-5 1,2-4-1,5-9-1549,6-5 1,4-4 1301,-22-4 0,0-1 337,16-4 0,0-4 0,-10-8 0,-1-4 0,-8 7 0,0 0 0,-1 0 0</inkml:trace>
  <inkml:trace contextRef="#ctx0" brushRef="#br0" timeOffset="-178731.73">14658 12222 7533,'-18'-7'629,"1"2"1,-1 5-180,8 0-1,57-6-359,-18-2 0,3-3 0,0 0 0,2-2 0,-2-1-1059,10-9 0,-6-2 1014,-15 6 0,-4-2-551,1-7 1,-5 3 595,-11 6 225,-3-12 0,-6-2 45,-20-5-225,9 12 0,-2 1-225,-15-1 0,-6 26-135,22 16 0,1 5 180,-2-3 0,3 2-180,-3 20 0,6 4 810,8-15 0,2 0-495,0 14 0,1 1-135,1-16 0,4-1 135,8 13 0,3-1-90,1-1 793,15-1 0,6-2-748,-11-18 0,1-4-45,11-3 0,-1-6 180,10-8-90,-23-19 0,-3-9-120,-6 3 0,-1-5 0,-1 2 164,4-6 1,-1 1 0,0-9 0,-3 6 315,-3 15 373,-16 25-733,6 8-90,-13 33-90,13 8-225,2-16 0,0 0 315,2 13-540,21-16 450,-3-23 270,15-13-45,-12-13 0,-3-5-45,10-9 120,-11 2 0,0-8 0,0 3 284,-3 5 1,-1 1-90,3-10 0,-1 2-225,-1 2 179,-16 53-538,0 24 89,0 2-1260,5 0 1,6 3-290,0-13 1,5-2-1,9 13 1,3-3 340,-9-13 1,1-5 1297,0-3 0,1-10 0,13-31 0,3-9 0</inkml:trace>
  <inkml:trace contextRef="#ctx0" brushRef="#br0" timeOffset="-177586.73">15840 11164 7533,'-10'-7'989,"-14"7"91,20 30-811,3 2 1,2 6-210,4 0 0,2 2 0,1 0-595,1-6 1,1 0-1,-1 3 535,-2 3 0,0 5 0,-1-1 0,-1-6 45,0 2 0,0-1-135,0 9 0,0 5 0,0-9 0,0-16 0,0-3-201,4 14 0,0-6 291,1-17-360,5-11 270,-13-13 1349,-2-34-1079,-2 23 180,-13-22-90,13 26-270,-22-3 0,20 5 0,-35 0 0,18 6 373,-14 4 0,-5 6-148,3 9 0,0 6-16,6-1 1,0 2 0,2 3-611,3 4 0,2 1 0,4 1 446,0 5 0,5 1 270,4 6 0,6-2-519,13 5 339,0-14 0,1 0-315,3 9 0,16-15 0,7-3 90,-10-5 0,1-1 90,4 0 0,5-2-120,-2-5 0,3-3 1,-2-4-241,6-9 0,-1-5 180,-1 1 0,2-1 0,-3-5 90,-2-5 0,-2-4 0,-5 1 225,-2-1 0,-4-1-90,1-10 0,-7 2 855,-14 7-810,6-15 1079,-16 14-899,6 5 270,-22-17-271,12 7-269,-13-2 90,-8 19-360,3 42 135,8 1 1,1 4 134,10-3 0,3 2 640,-2 13 1,4-2-731,6-8 0,-1 6 0,2 0 0,7-4-135,3 10 1,3 0 224,8-9-465,8 1 1,4-2 194,-10-18 0,1-5 315,11-8 0,-1-7-90,-7-2 0,-3-8-879,-8-14 0,-4-9 0,0 5 969,2 8 0,-3 0 314,-2-18 1,-2 5-180,0 19 810,-8 1-15,0 12-1155,0 7 450,-8 13-450,-2 19 270,0-4 1156,4 1 1,5 3-1832,7-8 0,3 0 180,4 4 1,2-3 224,6 7 450,26-44-91,-23-20 1,-3-10-30,-2 9 0,0-2 0,0-1-385,2 1 1,0 0 0,-2-2 324,-3-4 0,-1-2 0,-3 6-90,-2 10 0,0 1 1529,3-16 0,-3 5 180,-8 20-1709,6 36 90,-8 8-1173,0 4 0,0 6 0,0-4 993,0 10-450,0-11 0,0 4 1,0-3 269,0-7 1,0-1-1260,0 23 0,0 1 899,0-22 1,0-1 629,1 12 0,6-8 0,26-22 0,14-11 0</inkml:trace>
  <inkml:trace contextRef="#ctx0" brushRef="#br0" timeOffset="-176665.73">17127 11990 7533,'0'-37'2248,"0"8"-898,0-8-631,0 23-539,-7 2-180,-3 12 180,0 0 0,-21 6-540,-15 12 270,5 4-901,3 1 1,4 3 900,10 4 45,-1 3 0,1 0 225,5-2-236,6 12 0,8 3 56,11-16 0,4-2 0,-2 9 0,5-2-90,22 2 1,5-7 44,-16-17 0,3-2-135,9 2 0,6 0 0,-5-3 180,-9-5 0,-1-3-90,11-5 0,6-4 0,-4-6-880,-8-9 1,-2-6 0,0 2 939,-1 6 0,0 1 0,-1-5 164,-1-7 1,-1-6 0,-1 0 0,-5 6-183,-3 3 0,-3 0 377,3-15 1,-1-7 0,-7 5 434,-12 6 1,-8 4-1,-9-2 1,-5 8-585,0 13 0,-1 11 135,-13 27 0,3 11 196,17-15 0,1 3-481,0 11 0,0 8 0,3-5-75,3-7 0,3 0-255,-2 14 0,1 6 1,7-6 254,7-13 0,8-2-1048,10 10 1,10 2 0,4-7 25,4-16 1,5-7-1,1-1 439,-9 1 1,1-1 0,-1 0 0,0-3 627,7-1 0,-1-3 0,-2-9 0,-11-9 0,-1-8 0,-1-4 0,0 1 0,0 0 0,0-1 0,0 1 0,0 0 0</inkml:trace>
  <inkml:trace contextRef="#ctx0" brushRef="#br0" timeOffset="-176115.73">12665 11655 7533,'-34'-37'3276,"13"13"-1965,-12-11-2120,23 26 809,33-8 0,-2-6 0,3-6 0,2-1 0,1 4 0,1-1 0,-1 0 0,1 1 0</inkml:trace>
  <inkml:trace contextRef="#ctx0" brushRef="#br0" timeOffset="-171983.73">19156 12455 7533,'-10'0'2968,"2"0"-1619,8 0-1169,0 0 90,0-17-270,8 7 90,-3-18 0,0-3 0,5 3-1035,-3-5 0,2-9 1,-2 5 899,-1 12 0,0-1-90,-1-8 0,-1-8 0,1 0 0,-1 5-407,0-1 0,-1-1 542,-2-2 0,-1-5 0,0-1 0,-1 6-520,2-2 0,-2 1 580,0-5 0,-2-4 0,0 4 30,-2 5 0,0 2 90,-4 1 0,0-1-1,0 2 1,0 4-90,0-2 180,4 5 0,2 2 0,3 4-186,11 1 1,1 1-175,-6 7 2128,33-9-2307,-11 12 89,-3 9 0,3 1 1068,19-2-1338,-10 4 1,0 2 89,12 4-384,-7 1 1,1 1 608,-19-1 0,1 2-990,14 9 1,-4 3 1241,-11 2-117,-3 11 0,-11 6 0,-28-3 0,-16 2 0,0 3 0,7-1 0,0 0 0,0 0 0,0 0 0</inkml:trace>
  <inkml:trace contextRef="#ctx0" brushRef="#br0" timeOffset="-171765.73">19138 11990 7533,'-35'6'1799,"7"1"-810,11 6-89,17-6-361,17-1-269,27-12-360,-5-1-360,2-5 1,0-1-1,2 3-510,-12 1 1,5-2 0,-5 3 895,12 5 0,-2-3 0,1 0 1,-15 6-1,1 0 0</inkml:trace>
  <inkml:trace contextRef="#ctx0" brushRef="#br0" timeOffset="-170886.73">19826 11951 7533,'0'-20'809,"0"2"1,-8 5-271,6 6 271,-13-5-540,5 11 180,-8-5-810,-7 6-360,-11 12 91,-9 2 449,8 0 360,4 3 359,7-10-89,7 12-270,-7-4 360,9 9-361,7-10 271,-6 22-360,14 4-180,2-4 45,3-6 0,4-1 135,11-5-225,-1 6 0,-1 0 135,-2-6-225,13 5 1,1-4 44,-13-14 0,26 12 90,-15-23-360,1-11 810,-7 2-180,3-32 180,-21 16 89,2-14 1,0-5-180,-3 14 0,-2 1-225,1-6 0,0-2 224,1-5 1,-2 1-90,-7-5-135,8 16 0,-2 3 135,-13 3-719,13 18 628,-6 6-448,8 23 179,16 0 180,-4 1 0,3 2 225,7 1 0,1-2-136,7 11-89,-14-14 0,-1-3 90,-5-5 0,23 23 180,4-9-270,-7 0-90,9 0 90,-27-19 0,5 9 90,-9-11 360,0-1 629,-6-23-269,6-16-360,-8-14-1538,0 1 1268,0 9 90,0-1-180,0 4 179,3 0 1,2 0-180,-4-5 0,7 3 0,0 1 90,-6 11-540,22-18 270,-20 34-539,35-4 449,-33 18-765,16 2 1,3 2 584,-4 6 360,10 8 0,5-1 0,-1-12 0,2-3 0,-4 4 0,0 0 0,-1 0 0</inkml:trace>
  <inkml:trace contextRef="#ctx0" brushRef="#br0" timeOffset="-170215.73">21731 11797 7533,'-18'-19'-135,"-4"3"0,-5 0 944,-7-2 1,-4 2-181,-4 1 1,0 3-405,6 1 0,1 5 90,4 9 0,5 5-46,13 1-89,-11 32 0,24-17-180,5 19 0,6 3-315,9-12 1,3-2 74,-8 10 0,3 1 30,9-9 0,5 0 1,-3 0 164,-2 4 0,-3 1 15,-5-6 0,0 1 0,-2-3 168,3 0 0,-8-4 671,-28 9-359,4-28-90,-14-4 0,-5-3-91,-2-1-224,-15-6 0,-2-5-225,23 1 1,1-1 134,-9 1 0,1-2-1215,1-16 990,23 25-1439,10-15 1709,34 11 0,-5 1 0,4-1 0,12 1 0,1-1 0</inkml:trace>
  <inkml:trace contextRef="#ctx0" brushRef="#br0" timeOffset="-169019.73">21890 11964 7533,'0'-46'2608,"0"13"-359,0 9-1889,0 11 179,-8 6-359,6 7-180,-14 30-315,11-5 1,1 3 314,-1-4 0,0 2-900,-1 7 1,0 5-1,2-2 225,3 1 1,0-1 404,-4 7 0,2 0-270,9-4 1,4-7 179,2-9-90,21 1 270,-13-24-179,13-30 359,-13 6 0,1-17 0,-1-7 224,-9 6 1,-1 1-1036,8-1 0,-2 1 991,-10 1 0,-3 3 180,5-8 441,0 9 99,-6-13-630,6 28 1349,-8-4-900,0 19 361,0 6-1170,0 12 180,0 20 0,0-3-135,0 1 0,0 0-45,0 1 693,-1 9 0,2 4-1233,6-12 1,2-1 494,-5 3 0,3-1-90,9-3 1,2-6 314,1-10 153,7-2-333,-16-18 90,13-18-90,-11 1 90,0-7 0,1-6 360,5-5 0,-2-3 44,-9-1 1,-1 0-315,7 4 0,-2 5 1080,-11 0-901,0 30 181,0 6-180,0 23-270,0-6-135,0 16 0,0 6-225,0-7 1,0-1-437,0 3 1,0-1 615,-1-5 0,2-1-382,7 21-68,4-23 0,1 0 585,-3-1 0,2-1-90,11 2 1,3-8 853,11-26-629,0 10-409,-14-19 1,-5-5 318,-6-6 90,0-4 0,0-1-90,-3-11 135,-4 0 0,0 0-135,11-1 225,-15 0 0,0 1-135,15 12 1038,-16 1 0,1 6-1038,7 22-360,-8 22 360,0 8-506,0 1 1,0 1 415,0-1-450,0 10 45,-3 5 0,-2 6 435,2-12 0,0 1 0,0 1 60,-1 1 0,1 1 0,0 3-180,0 3 0,1 5 0,0 1 0,1-5 150,1-1 0,0-3 0,0 0 120,0 5 0,0 0 0,0-5-45,0 6 0,0-22 674,0-56-1019,2 1 0,1-7 1,0-2 29,1-1 0,0-3 0,1-2 0,0-1-256,-2 1 0,1-2 0,0-1 1,0 0-1,0 3 391,2 0 0,0 2 0,1 0 0,0-3 9,-1-3 0,-1-6 0,1 1 0,1 2 0,2 8 146,3 7 1,1 6 0,-1-3 69,0-15 0,-1-3 0,3 14 89,20 15 616,-17 62-705,1-9-135,-4 12 0,-3 2 135,1 2-60,-1-9 0,1 7 0,-3-1 89,-7-10 1,-1 0 0,0 0-211,2 5 0,0 1 1,-2-2 179,-2 6 1,-7-8 2908,-26-7-3043,8-40 0,-1-9-585,3-1 0,-1-3 0,-6-10 1,4 0 582,7-7-3320,-4 5 2994,22 33 1,26 2-1,15 13 1</inkml:trace>
  <inkml:trace contextRef="#ctx0" brushRef="#br0" timeOffset="-168480.73">23195 11332 7533,'0'-21'1619,"0"3"450,0 5-450,0 23-1080,3 12 1,2 7-330,0 1 0,2 5 0,-1-1-571,0 10 0,-1 3 451,1-3 0,0 5 0,1 1 0,-2-3-1163,-1 0 1,-1-3-1,0 2 870,-1-7 1,0 1 0,1 1 0,-1-2-38,3 12 0,1 0 0,-1-10-839,5 7 404,-2-10 0,2-4-404,7-13-540,1-2 1259,0-19-899,-1-19 1259,1 4 0,-2-22 0,1-8 0,2 2 0,-1 1 0</inkml:trace>
  <inkml:trace contextRef="#ctx0" brushRef="#br0" timeOffset="-168314.73">23548 11874 7533,'0'-27'3276,"0"8"-1065,0 13-952,-8 29-450,6 12-1034,-2-8 1,0 5-361,3 15 0,2 4-508,3-13 1,2 1 0,0-2 554,-2 9 1,4-1 0,10 3 0,5-7 0,14-8 0</inkml:trace>
  <inkml:trace contextRef="#ctx0" brushRef="#br0" timeOffset="-166853.73">24130 11887 7533,'25'-25'1349,"-5"4"-1169,6 0 1169,-17 4-180,-9 16-1079,-2-4-90,-21 5-90,-5 5 90,7 2 45,-3 2 0,1 1-45,1 4 45,-3 1 0,-1 1-45,5-1 0,0 5 0,3 2 90,6 1 45,1 11 0,4 4-270,10-9 0,2-1-604,0 6 0,2-2 649,4-6 0,3-3-115,5-3 1,3-3-696,9-5 1,1-1 359,-3 2 1,1-2-181,20-7 1,-2-8 89,-13-9 315,7-4 0,-3-3 315,-16-10 45,2 0 0,-1 0-45,-4 0 0,-8-1 0,1 2 0,5 4 764,-12-1 1,-2-1-405,3 4 2698,-7-14-539,0 16-1709,-7 14-1350,5 14 1815,-6 8-1725,16 15-899,1-3 809,1 6-1006,22 5 196,-3-11 991,8-7-271,12-26 450,-27-10-135,3-10 0,-1-8 450,-8-7 0,-3-3-447,5 7 0,-1-4 491,-8 2 1,-2-5 0,-2-2 0,0 3-16,-1-3 0,0 2 0,-2-1 83,-1 4 0,-1-2 1,-1 1-1,1 3 23,1 1 0,-1 3 0,-3 6 1169,-21-13-1079,20 36 180,-19 41-540,13-9 0,1 14 0,0 4-1215,0-12 1,1-1 1124,2 6 0,2-2 90,0-7 0,0 0-695,3 12 1,2-1 604,-1-12 0,0 1 0,1 12 0,1 6 0,3-6 45,3-12 0,2 0-165,2 14 0,3 7 0,1-4 203,2-3 0,3-3-143,-2-8 0,2 1 0,-2-4 15,-5 0 0,1-7 45,26-16 0,-29-12 630,12-28 90,-15-12 892,0 14 1,0-1-984,-4 7 1,0 1-630,3-11 1766,-8 24-2755,0 7 1492,0 12-1042,0 18 539,7-6-360,3 23-359,16-14 629,-7-5 90,-1-5 0,5-28 539,-16-12 1,-2-3-360,13-8 360,-12-3 0,-4 2-180,-2 6 1439,0-3-1350,0 20-269,0 18 45,0 23 0,0 7-270,0-12 0,0 3-958,0 17 1,0 8 0,0-5 944,0-12 1,0 0 237,0 4 0,0 8 0,0 0 0,0-7-278,0 4 0,0-1 278,-1-2 0,-1 6 0,0-1 0,-1-5 0,-2-3 0,0 0-30,0 6 0,-2 4 0,1-8 30,-3 1 269,-4-5 1,2-7-270,7-21-270,-35-8-989,33-8 539,-25-11 91,21-5 1265,-6 6 0,-1-3-1895,5-2 0,2-1 1169,-4 1 0,3 0 0,5-9 0,4-2 0,2 3 0,0 0 0</inkml:trace>
  <inkml:trace contextRef="#ctx0" brushRef="#br0" timeOffset="-166632.73">24818 11615 7533,'-10'-34'3276,"-6"4"-2954,14 23-232,-5 2-90,14 5-810,11 11 540,2-8 270,13 14 0,-6 1 0,9 9 0</inkml:trace>
  <inkml:trace contextRef="#ctx0" brushRef="#br0" timeOffset="-166452.73">24589 11629 0,'-28'-6'0,"-13"4"1651,19-4-1651,-3 12 0,-14 13 0,0 9 0</inkml:trace>
  <inkml:trace contextRef="#ctx0" brushRef="#br0" timeOffset="-166202.73">23618 11551 7533,'-17'-20'819,"7"1"0,-6 30 0,7 5 0</inkml:trace>
  <inkml:trace contextRef="#ctx0" brushRef="#br0" timeOffset="-165951.73">22296 11461 7533,'-34'-28'18,"1"0"0,5 5 0,7 5 0,13 12 0</inkml:trace>
  <inkml:trace contextRef="#ctx0" brushRef="#br0" timeOffset="-164800.73">26899 10983 7173,'0'-21'899,"0"-8"-539,-8 26 270,-1-14 179,-17 10-719,-9 0-180,6 1 135,0 9 0,1 5-225,4 7-339,-11 1 0,-2 5 564,12 3 0,1 4 15,-9 5 0,-3 4 0,3-1-526,11-10 0,3 0 0,-1 4 520,-1 3 0,-2 7 0,0 1 0,2 0 0,3-6-54,4-2 0,4-4 0,-1 5 18,-2 7 0,-2 7 0,1 2 0,1-2 0,3-7 27,2 8 0,4-2-90,4-1 0,0 6 0,3-1 0,2-9 0,4-8 0,4-3-285,6 11 0,4 4 0,1-10 240,0-17 0,1-3-390,7 7 1,4 4-1,-4-7 345,-5-10 0,-1-3 135,6 4 0,3 0 0,-4-3 0,18 0 0,-14-6 0,-1 1 0</inkml:trace>
  <inkml:trace contextRef="#ctx0" brushRef="#br0" timeOffset="-164200.73">26864 12261 7533,'-10'-7'1529,"2"1"-360,1-11-179,5-16-811,-6-3-44,11-7 0,2-3-494,-3-3 426,0 14 1,3-8-1,-1-3 1,0 4-990,0 0 0,-1 2 1,0-1 951,0-7 0,0-1 0,1 1-120,1 3 0,1 1 0,-1 7 0,-4-9 90,4 11 0,-2 4 0,-3 15 270,0-1-1260,8 34 1035,7 6 0,3 4 90,1 13 0,2 1-261,4-4 1,3 2 155,-9-4 0,0 4 0,1 0-120,-1-5 0,2 0 0,-1 0 0,-1-1 254,-1-1 1,-1-1 0,1 0-195,6 10 0,2 0 0,-4-11 30,-2-11-60,21-12 510,-19-7-225,9-26 0,2-13-75,-15 9 0,-3-3 0,1 0-38,2 1 0,1 0 0,-1-2 135,-1-3 1,1-3-1,-1 2 1,-4 5-248,-5 4 0,-1 1 22,3-7 1,2-7-1,-1-1 1,-4 2-323,-6-1 0,-5 1 0,1-1 60,0-5 0,1-2 0,-3 4-210,-4-3 1,-2 7 179,-6 7-1926,9 51-142,16 10 2338,-6 8 0,11-1 0,5 4 0,-3-4 0,-1 1 0</inkml:trace>
  <inkml:trace contextRef="#ctx0" brushRef="#br1" timeOffset="-163549.73">28046 11809 8634,'-10'-27'2865,"-6"3"-2516,14 17-40,-13 1-3586,5 6 1175,-8 0 3096,1 0-798,-1 0-735,-15 12 548,19-4 298,-8 5 0,-3 4-480,6 1 1,1 3 85,-6 9 1,1 4 73,-1 6 1,5-1-1,8-8 1,4 0-46,3 15 1,8-3-46,8-19 0,1-2-59,-4 8 1,4-3 10,19-9 1,1-6 150,-16-5-90,25-7 0,2-11 270,-21-10 0,-2-3 1401,10 4 0,0-4-1552,-7-6 1,-1-5 0,-5 4 105,-6 8 0,0-1 105,6-12 0,4-4 0,-6 2 209,-8 7 1,-2 2-270,7-7 0,-2 2 1156,-11-2-976,0 28 0,-8 8-630,6 25 270,-6-8-405,6 12 0,4 1 226,6-4-181,-8 9 0,2 2 180,13-6-180,-10 8 0,0 0-179,13-13-91,-3 13 1,3-1-901,19-13 675,-14-5 1,-1-2 854,14-7 0,-11-22 0,-7-3 0</inkml:trace>
  <inkml:trace contextRef="#ctx0" brushRef="#br0" timeOffset="-163130.73">28734 11900 7533,'-16'-13'1439,"12"0"630,-19 6-1620,21 1 271,-14 6-540,14 6-450,-6 18-225,4 0 1,0 3-226,3 1 0,0 1 540,-3-3 1,1-1-1261,3 17 991,0-27-990,7 10 1259,3-18 180,0-1 0,-2-40 0,-8-9 0</inkml:trace>
  <inkml:trace contextRef="#ctx0" brushRef="#br0" timeOffset="-162963.73">28681 11655 7533,'-18'-8'809,"1"-15"900,-9 13-2968,22-8 1259,-2 18 0,40 36 0,-16-12 0,1 0 0</inkml:trace>
  <inkml:trace contextRef="#ctx0" brushRef="#br0" timeOffset="-162502.73">28540 11474 7533,'-16'-13'2968,"12"0"-2608,-12 6-540,16-5 270,8 11-720,2-5 630,8 6-1349,-1 0 1349,-7 6 0,22 7 0,-3 7 0</inkml:trace>
  <inkml:trace contextRef="#ctx0" brushRef="#br0" timeOffset="-161536.73">28522 11602 7533,'-20'-5'0,"5"4"1079,-9-10-179,11 9-631,-13-3 271,10 16-450,14-3 90,-5 16-180,7-9 90,7 9-180,3-9-90,16-2 0,-15-7-360,21-6 361,-20 0-1,13-12 90,-15 4 90,-2-23 0,-8 10 0,0 0 270,-8-1-180,-2 19-540,-8-9-450,9 12 630,1 0-899,16 12 629,1-9 540,9 14 0,11-3 0,7 2 0,2 5 0,0 0 0</inkml:trace>
  <inkml:trace contextRef="#ctx0" brushRef="#br0" timeOffset="-161235.73">28769 11694 7533,'-10'-20'3058,"2"-11"-2878,8 21 539,0-13-539,0 16-270,0 0 270,8-4 90,-6 9-90,6-3-630,-8 5 450,0 5-989,8 2 809,-6 6-720,14 0 721,-15-6-361,7 4 630,-8-9-270,0 9 90,8-9-720,-6 4 810,6-6 0,0 17 0,2 5 0</inkml:trace>
  <inkml:trace contextRef="#ctx0" brushRef="#br0" timeOffset="-160635.73">29104 11900 7533,'-17'-13'-540,"7"0"540,2 6 2698,8-5-1618,0 11-900,0-5 539,0 17-539,0-2 360,8 21-360,2-8 90,-2 6 0,1 4-136,0-4 1,0 0-135,2 6 0,3-2-180,14 1 180,-9-23-1639,3-26 1,-4-10 1344,-13-6-44,6 2 0,4-6 0,-1 1-247,-4-4 1,-1-1 224,0 7 0,1-1 0,-1 4-854,0 1 0,-1 6 764,0 5 450,0 31 0,10 30 0,-5-15 0,1-1 0</inkml:trace>
  <inkml:trace contextRef="#ctx0" brushRef="#br0" timeOffset="-160266.73">29457 12003 7533,'-16'-13'3238,"12"-5"-2878,-11 9 629,30-14-449,13 14-540,4-3 0,4 0-90,-2 1 0,-1 2-180,2 0 0,1-2-135,5-10 1,0-5 134,-6-3 0,-3-3 315,-2-7 0,-4-2-90,-1 7 0,-10 2 135,-20 6 0,-6 3 90,-1 3-45,-18 10 0,-5 7-135,8 9-746,-18 3 1,2 7 835,17 19 149,2-9 1,-6 5 0,4-3-105,8-5 0,3 2 75,-4 15 0,0 7 0,6-3-255,10-6 0,4-2-135,-5 11 0,12-3-90,19-17 0,12-5 0,-1-5-413,-2-7 1,4-3 232,-3-2 0,6 1 1,0-2-1,-5-2 450,6-3 0,-2-5 0,-6-2 0,1-2 0,-2-2 0,1-5 0,0 0 0</inkml:trace>
  <inkml:trace contextRef="#ctx0" brushRef="#br0" timeOffset="-159283.73">30586 11499 7533,'-18'-7'809,"1"2"-1079,-1 28 180,0 0-1054,4 14 1,3 5 1323,-1 5 120,5-5 0,0 7 0,5-4 211,8-8 1,4-2-737,1 15 0,5-11-45,22-34-90,-3-29 60,-19-4 0,-2-8 1,-3 4 254,-3 7 0,-2 0-635,2-18 0,1-7 0,-3 7 590,-1 14 0,-2 0 135,-1-7 0,-2-6 0,0-3 0,0 1-100,2 2 1,0-1 0,0-1 0,0 1 413,0-1 1,0 0 0,0 0 0,0 1-293,-2 4 1,-2 0 0,2 1-1,4 4 877,9-13 1,5 11-89,4 17-676,13-9-180,-7 41 0,1 8 0,4-1-45,4 11 0,1 4-225,-14-8 1,-1-1 179,0-2 0,-1 1-222,-3 11 0,-5 0 42,-4 12 0,-10 0-135,-13-22 1,-7-5 179,-7-14 0,-1-4 180,4 6 0,-1 0 90,-16-8 0,1-2-225,7 1 585,-8 0 0,0 0-46,7 0 2483,-7 11-2392,33 15-540,16-4 135,12 12 0,9 3-135,-4-14 0,3-1 0,2 2 54,0 1 1,2 3 0,0 1 0,-1-1-33,-4 0 1,-1 0-1,-1 0 1,-1-1 37,2 0 0,-2-2 0,-6 3 270,-6 5 0,-7 3 0,-6-3 818,-11 3 0,-9-2-819,1-7 1,-4 1 0,-3-4-360,-1-4 0,-4-2 0,0-6-1046,-17-5 1,0-7 760,13 1 1,2-4-361,3-9 1,3-1-136,-9-2 720,9 2 267,12 7-536,16 6 449,24 0 0,21-5 0,-9 1 0,1 1 0</inkml:trace>
  <inkml:trace contextRef="#ctx0" brushRef="#br0" timeOffset="-158633.73">31327 11835 7533,'0'-27'989,"0"-3"-809,0 16 450,0-11-360,0 5 89,0 0-89,0 7-270,-16 2 0,-4 9 90,-7-3 0,-6 10-270,-10 14 180,19-2 0,0 5 180,-3 9 0,2 2-135,9-9 0,4 3 90,-2 15 0,5-1-221,7-9 86,-3 4 0,2 0 90,11-6-180,-2-2 0,5-1-359,25-4 359,9-10 90,0-16-45,-15-25 0,-1-9 0,-1 3 0,-2-2-696,-6 0 1,-2-2-1,-1 1 831,3-1 0,-4 2 225,-5 1 0,-7 4 686,-12 9-551,-1 9-450,-17 38-540,7 16 270,1 1-405,13-12 1,2-1 404,3-5-585,-1 6 1,2 0 495,7-5-451,2 7 0,5 0 810,10-14 0,3-4 0,3 4 0,3-3 0,5-10 0,0 0 0</inkml:trace>
  <inkml:trace contextRef="#ctx0" brushRef="#br0" timeOffset="-157385.73">31697 11797 7533,'-18'-13'0,"9"0"989,-15 6-719,12 1 0,-5 6-90,9 0-270,8 22 270,-8-10-180,7 16 0,0 3-180,-7-5 90,10 18 0,4 7-135,-2-10 0,2 1-998,6 5 0,1 0 1133,-9-9 0,4-7-90,31-7 90,-17-35 0,5-22 180,-9-10 0,-4-7 0,-11 16 0,-4-1 0,3 1-245,3 0 1,1 1 0,-2-1 214,-2-7 0,-3-1 0,0 6 1908,1-7-1519,2-3 1,-4 9 0,-6 31-360,6-3 135,-2 45 0,1 17-46,3-5-518,0-4 0,0 9 0,0-3 339,0-12 0,0-2 0,0 0 0,0 1 0,0 1 0,0 3 202,0 1 1,0 4-1,0-1 1,0-5-23,0 3 0,0 0-91,-2-4 1,0 6 0,-1 3 0,-1-1 0,-1-5 150,-3 5 0,-2-4 0,1 0-173,2-5 1,0 1-1,0-1 1,-2-3 291,-11 15 1,-1-11 341,1-18-162,-3-11 1,-3-7-90,-13-27-630,2 5 135,11-15 0,5-2-413,7 3 502,2-3 1,-1-2-225,0 10 1,2-2-1,8-2 0,4-4 0,-3 3 90,-6 0 0,1-1-150,3-11 0,4-6 0,4 5-75,5 7 1,5 2-779,1 1 1,3-3 0,2 6 929,3 5 0,5 5-17,18 2 1,-2 6 704,-11 1-615,13 1 0,4 1-45,-11 2 0,-1 0-101,3 0 0,2 0 236,-2 1 0,3-1 0,-7-1 202,-13 1 0,-1-2 68,23-8 0,-2-3 1368,-23 7 0,-5-2-418,0-6 1,-4-2-411,-7 0 0,-3 0-541,-4-21-89,-5 22 0,-1-1 326,6-23-1046,-14 12 360,6 6-180,-7 19 78,-1 30-77,8-3-46,1 13 0,3 5 90,4-3 1,2 1-1,-5 15 0,2-1 270,5-16 0,4-2-45,1 2 0,3-5 0,10-10 0,3-1 0,3-2 0,5-2 225,6-10 0,1-4-225,-5-5 405,4-14 0,-1-5 45,-13 4-181,-3 0 1,4-5 0,-3 1 0,-5 0 0,-1 1-90,3-4 0,-1-2 90,-2-3 0,-6 2 269,-15-2-179,12-8 630,-30 27-810,13 18 0,-7 7-720,2 29 0,22 11 540,-12 2 315,18-3 0,8 2-90,-2-8 0,1-2 0,-1 5 0,3 1 75,3-5 0,2 2 0,-3-7 59,2 9-269,-1 0 0,-7-3 450,-17-17-360,-10 1 90,-31-18-720,2-23 450,-6 7-540,19-4 1,3-2 449,1 2-2698,-11-5-90,23 6 1348,2 6 1620,16 7 0,41 7 0,-15 0 0,-1-1 0</inkml:trace>
  <inkml:trace contextRef="#ctx0" brushRef="#br0" timeOffset="-156868.73">32985 10686 7533,'-8'-20'1169,"6"8"-269,-6 6-271,8 12 1350,16 30-1260,0-7 1,3 2-1194,0 2 0,1 2 653,-1-4 1,2 2 0,-2 1-555,-3-1 1,-1 0 0,-1 4 486,2 6 1,0 4-1,-1 1 1,-1-2-53,-2 0 0,-2-2 0,-1 5 0,-3-7 0,-1 5 0,0 3 0,-2 0 0,0-5 0,-1-5-523,-2-3 1,0-5 0,-2 4 641,-1 11 1,-1 7 0,0-2 0,-1-9-45,1-11 0,-2-1-135,-4 11 0,-4 5 0,-3-4-1064,-10-3 1,-1-2 1093,13-5 0,0 3 0,-4-5-158,-21-1 0,0-6-457,19-4 1,1-1-496,-9 0 1,5 2-2070,14 18 1890,31-19 0,9-3 1259,7-1 0,1-11 0,8-4 0,-2-2 0,4-5 0,0-1 0</inkml:trace>
  <inkml:trace contextRef="#ctx0" brushRef="#br0" timeOffset="-156798.73">33338 12455 7533,'4'-31'1638,"1"0"0,3-18-57,-8 25-1671,0 9 90,0 3 0,-8 12 0,-1 7 0</inkml:trace>
  <inkml:trace contextRef="#ctx0" brushRef="#br0" timeOffset="-119553.73">1799 15462 7533,'-17'-6'0,"-1"5"3276,-8-5-1695,7 6-1311,1 0 180,10 0-540,8 0-990,0 0 540,0-6 361,0-1-1,8-12 90,-6 5 90,6-10 180,-16 15 269,6-2-269,-6 16 360,-7 20-315,9 0 0,0 2-315,-12 17 45,16-4 0,4-2-135,0-13 45,12 1 0,4-5-135,-5-12-180,36-15 361,-35-10 44,7-14 0,-3-5 224,-17 6 1,-6 0-45,-1-5 0,-5 2-135,-21-5 315,-4 30 0,-2 8-135,4 6 0,-3 9 0,2 4-90,11 5-270,3 7 0,9 1-1979,36-1 1170,-1 5 989,1-30 0,3-8 0,2-11 0,1-6 0,2-2 0,1-1 0</inkml:trace>
  <inkml:trace contextRef="#ctx0" brushRef="#br0" timeOffset="-118517.73">3087 14778 7533,'0'-20'899,"-8"1"-449,6 6 539,-6 0-539,8 0 270,0 1-540,0-1 179,0 0-89,0 0-90,8 0-360,-6-6 180,6 11-270,-24-9 360,4 10-809,-29 5 449,12 4-1123,-15 15 0,-2 7 1438,23-9 0,-1 1-90,-7 5 0,-7 4 0,1 2 0,5-4 225,3 4 0,2 1-23,-2 2 1,-5 5-1,1 1 1,5-5-23,1-1 0,3 3-68,3 4 0,-2 8 1,2 2-1,4-4-810,4-1 0,4-2 1,-1 0 772,-2 5 0,-1 2 0,5 0 104,8-8 1,2 2 0,4-1 0,2-5-818,9 7 1,3-2 712,-8-8 0,0 1 0,3-2-269,17 6 0,1-8 329,-2-6-225,6-7 0,1-2-45,-5-7 45,7-5 0,0-4-225,-6-5-210,-4-3 1,7-4-1,-6 2-149,6-7 719,5 0 0,-4 2 0,-24 10 0,10 1 0</inkml:trace>
  <inkml:trace contextRef="#ctx0" brushRef="#br0" timeOffset="-117632.73">3422 15449 7533,'-29'-13'-900,"-3"0"1530,30 0-360,-13 6 0,13-4-91,-6 9-89,8-4 360,-8 6-360,6 0 450,-22 0 89,13 0-449,-15 0-450,-7 12 181,-4 14-136,10-5 0,1 4 180,2 7 0,3 0 45,2-8 0,2 1 90,7 12 0,3-2-90,-1-3 90,10 3 0,4 1 0,4-4-90,-1-3 0,7 2-180,16-3 0,3-5 90,-13-6 0,1-2-599,14 6 1,0-8 688,-2-19-180,1-18 720,-9 1-136,-8-12 1,-4-2-135,-4 3-45,-2-5 0,-2 1 45,-7 2 44,0-1 1,0 0-45,0-7 45,-4 9 0,0 3 45,2 3-1,-14 5-179,15 18-629,-7 12 359,8 1-720,8 28 720,-7-10-495,14 12 1,2 3 44,-11-13 0,2-2 540,11 5 0,3-1-135,-9-6 1,1-4 224,14-5-1,13-7 1,-28-3 135,8-18 0,-2-6-45,-8 1 90,6-21 0,0-9-1,-7 5 1,-1 0-792,2 9 1,2 1-1,-3 0 657,-4-6 0,-1 5 315,11 4-360,-16 26-180,8 10 360,2 14-91,7 3-269,-7 11 1,-2 6-46,5-4 0,-1 0-270,-6 1 0,0 2-525,6-4 1,2 2 0,-1-5-16,-2-7 1,0-1 944,5 13 0,3-9 0,15-26 0,-7-24 0</inkml:trace>
  <inkml:trace contextRef="#ctx0" brushRef="#br0" timeOffset="-116596.73">4322 14649 7533,'-10'-20'719,"2"-5"181,0 11-630,6 1 269,2 13 181,18 24-540,-7-1 0,5 15 0,0 2-1,-4 1-519,-2 0 1,1 7-1,1 0 280,-2-10 0,-1-2 0,-1 2-60,-1 1 0,0 2 1,-1 1-91,3 7 0,-1 1 0,-2-6-241,-4-12 0,-2-2 316,6 9 0,-4-4 225,-10-10-90,-9-20 0,-3-10-269,-13-8 269,13 4-180,-6-6 0,-5 1 90,-18 10 0,26-6 0,-1 2 405,-9 17 0,4 6-315,13 2 764,-12 17 1,-1 9-226,16-3 1,5 2-300,0-9 0,1 1 0,4-1-742,9 14 1,6-5 591,-4-17 0,5-4 235,20 4 1,7-8-236,-8-12 0,2-6-150,1-1 0,2-2 0,-3-3-7,4-4 1,-1-8 36,1-8 0,1-8 0,-3 1-1063,-11 8 1,-2 0 0,0-1 989,4-3 0,0-1 1,-1 0-198,-2 2 0,0-1 0,-7 5 1983,-3-7-1638,-1 4 0,-3 3 855,-10 15-541,0-7 451,-16 40-91,5 6-449,-7 5-262,12-5 1,4 1-279,10 13 180,-4-17 0,2 1 1381,9 5 0,3-4-2010,12 2 539,5 2 90,-10-15-540,1-16 360,-14 5 1,3-6 89,-15-6-630,8 5-449,-6-16 1259,14 14 0,-14-15 0,6 11 0</inkml:trace>
  <inkml:trace contextRef="#ctx0" brushRef="#br0" timeOffset="-116314.73">4851 14919 7533,'-36'0'2788,"1"6"-5306,23 1 2518,7 1 0,38 3 0,4-3 0</inkml:trace>
  <inkml:trace contextRef="#ctx0" brushRef="#br0" timeOffset="-115365.73">5274 14572 7533,'-18'-27'2878,"1"7"-2248,7 19-540,2 4 224,5 25 1,6 14-195,1-6 0,2 4 0,0 2-940,-2 0 1,1 4 0,0 0 0,0-1 508,2-5 0,0-2 0,0 0 0,0 2 95,-2 1 0,0 2 0,0 1 0,0-3 0,0-6 320,5 9 1,-2-1-443,-5-3 1,-1 7 0,-1-3 0,3-7 157,4-8 0,-1-2-405,-2 20 1,0-5-136,5-19 91,-18-10 3787,4-16-3113,-14-15 0,-3-5-45,7-8 315,-14-7 0,0-3 45,12 1 299,-2 7 1,-4-6 0,7 5 1409,9-15-1493,-9 14 1,7 2 413,31 2-631,22 24-179,-4 1-135,4 8 0,-1 2 135,-9-2-300,-1-1 0,7 2 0,-3-2 120,-2 0 0,-1-2 45,6 2 0,-2-2 180,-7-3 0,-7-3-225,-13-1 540,11-11-270,-21 12 719,-2-5-629,-2 11 180,-5-5-271,7 6-628,-16 29 359,12-11-810,-8 17 0,1 2 721,9-4-541,-3 8 0,2 1 360,3-9-719,0 6 0,0-1 89,0-6 270,8-3 1,7-3-1620,22-11 1709,-10-7 1,1-4 539,17-11 0,-19-14 0,-3-5 0,-4-2 0,0 0 0</inkml:trace>
  <inkml:trace contextRef="#ctx0" brushRef="#br0" timeOffset="-114448.73">6121 15268 11580,'0'-14'540,"0"-3"-450,-8 10 0,6-1-450,-22-9 180,20 14 90,-19-8-269,5 11-1,-9 11 360,7 4-135,3 5 0,3 3 225,10 7-90,-8 8 0,0 1 180,11-5-90,3 11 0,3-1-90,7-11-45,4 7 0,1-2-135,3-12 45,0-1 0,1-3 45,9-13-270,13-3 360,-16-20 270,-1-28-360,-17 10 315,-3-13 0,-4-5 224,-4 12 1,-4-1-1281,-1 4 0,-3-1 1,2 2 1055,2-3 0,-2 3-602,-11 3 0,-1 7 826,8 8-30,-5-1-509,9 17-540,8 0 271,0 0 1656,23 12-2196,7-4 629,7 5 180,-12-6 0,-1-2-90,-3-4 1079,21 10-809,-23-3 1080,-1 10-990,-2-3 809,-7 20-809,1-17 45,-5 10 0,-2 2 45,-3-4-495,0 7 0,0 0-135,0-3-135,4-2 1,0-1 134,-2-4-450,21 1 450,-19-18 181,28-12-1,-21-7 225,6-7 0,0-3 45,-6-14-90,5-8 0,0 0 90,-4-3 59,-7 15 1,1-4 0,0 5 2221,10-8-1697,-11 1 1,0 1 405,4 14 508,-1-6-1318,-8 24 89,0 40-674,0-8 1,0 3-166,2 3 0,0 4 1,2-1-1160,4 13 1,2-2-1,-2-6 1,3-2 1606,4-5 1,4-6 0,16-4 0,-12-8 0,-1 0 0</inkml:trace>
  <inkml:trace contextRef="#ctx0" brushRef="#br0" timeOffset="-113598.73">7197 15372 7533,'-8'-26'1439,"-2"-12"-630,-8 16-314,3 1 0,-3 0-135,-19-6-181,11 13 1,-1 6-180,-4 10 0,1 8-405,1 12 1,3 9 314,2 5 0,3 2 90,6-5 0,5 0 45,4 2 0,4-4-45,2-1-45,6-2 0,4-1 45,1-4-45,11-6 0,5-4-135,20-11 135,-11-13 0,-1-9 135,-1-12 0,-5-7-87,-12 8 0,-2-3 0,-2-2 87,-3-3 0,-1-1 0,-3 3-45,0 1 0,-4 3 405,-10-14 89,-2 47-539,-7 13 90,7 24-180,2-12-45,6 7 0,4 0-44,6-12-226,2 12 0,5 0 180,6-17 0,4-5-90,13-1 1,2-10 404,-2-20 0,-2-9-504,-3 3 0,-3-6 436,-12 0 1,-3-7 0,-1-1-1,-4 5 68,-2 0 0,-2-1-45,1-6 0,3-8 0,-2-1 0,-2 7-1516,-4 1 0,-2 1 1471,2-2 0,2-3 0,-2 1 90,-2 9 0,0 2 0,0-2-580,0-10 0,0-1 0,0 3 625,0-5 0,0 4 468,-2-10 1,-4 20 115,-4 43 204,-10 22 0,-1 10-893,10-6 0,1 3 0,0 0 0,-5-1 0,-1-1 0,4 5-165,3 6 0,4 5 0,2 1 1,2-4-16,2-3 0,2-3 0,1 2 105,-2-4 0,0 1 0,0 1 0,3-1-293,4 1 1,2 0 0,0-2 0,0-5 766,-1-1 0,1-1-789,4 9 0,3 3 0,-2-7-989,6-1 1443,-5 2 1,-9-5-1,-23-20 1,-15 11-1</inkml:trace>
  <inkml:trace contextRef="#ctx0" brushRef="#br0" timeOffset="-113381.73">5733 14855 7533,'-39'-7'359,"1"0"1,6 0 0,7 2-360,18 5 0,46-11 0,-15 4 0,1 0 0</inkml:trace>
  <inkml:trace contextRef="#ctx0" brushRef="#br0" timeOffset="-112750.73">8361 15101 7533,'-28'-6'2608,"3"5"-1798,7 6-810,8-2 449,3 37-179,7-4-629,0 11 89,7-13 0,1-2 90,-4 5-225,8 0 0,0-1 46,-10-4-541,8-1 1,3-3 449,-1-16 450,13 16 0,-12-45 0,0-10 0,1 1 0,-1 0 0</inkml:trace>
  <inkml:trace contextRef="#ctx0" brushRef="#br0" timeOffset="-112392.73">8590 15229 10231,'10'36'854,"-2"-12"1,0 0-675,1 19-315,9-6 0,6-4-135,-3-19 1,5-8-316,12-8 0,2-12 405,-11-8 0,-2-8 1,-3-5-641,-3-1 1,-2-5 0,-2 0 0,-1 1 494,0 0 0,-1 1 0,-1-1 714,1-6 1,-1-1 0,-4 10 1729,-6 4 130,12 8-2519,-16 53 450,0 13-1215,-2 3 1,4 3 539,9-11 1,1-1-136,-10 4 0,2 1-120,14-7 1,7 0 0,-5-4 749,-2 6 0,18-14 0,8-10 0,-16-20 0,1 1 0</inkml:trace>
  <inkml:trace contextRef="#ctx0" brushRef="#br0" timeOffset="-110698.73">9507 14223 7533,'-17'-13'1979,"-1"6"-1530,8 30 91,4 7 0,4 10-480,7 4 0,5 7 0,-1 2-880,-4-11 1,-1 3 0,2-1 0,1-1 507,2-4 1,2 0 0,1-1 0,-1 0 176,-2 3 0,-1 1 0,1-3 1,0-5 534,4-2 0,1-2-730,0 4 0,1 3 0,-2-6 150,0 0-179,19 5 1168,-30-41-449,5-4 90,-14-27-180,-3 19-46,-2-7 1,-2 1-45,-5 6-180,-2-5 0,1 2 90,-2 10-45,-2-2 0,-1 1-135,-4 9 1728,3 0 0,1 4-1257,1 17 0,3 4-291,-17 4 14,24 0 0,2 8 1,5-2-195,8 2 0,4 0 0,-1 12 0,4-2 45,7-11 0,5-4-45,5-3 0,1-5 0,5-1 0,5-4 0,1-3-90,-4-6 45,6-5 1,4-6 44,-5-10 0,-3-5-734,-1-5 1,-1-2 823,-1 3 0,-6-3-302,-14-3 0,-6 2 302,2 3 899,0-19-449,-6 27 539,5-21-539,-7 20-450,0-3 180,-7 8-180,5 4 1528,-6-6-1618,8 5 1353,0-3-1353,0 9 180,0-3 180,0 5-810,0 0 360,-8 0 0,6 5 180,-6-3-90,8 3 90,0 7-270,-8-3 270,6 10-180,-5-7 91,7-5 89,0 5 0,0-11-90,0 5 90,0-6 179,0 0 1,0-6-180,7-1 90,-5-6 0,6 6 0,-8-4-180,0 4-90,0 0 270,0 1 0,0 0 180,0 4-270,-8-9 90,-1 9 0,-1-3-90,2 5 0,8 0 180,-8 0 180,-2 0-180,0 5 179,-5 14-269,13-3-180,-6 31 90,8-28 0,-1 17 0,2 4-449,7 6 359,-5-14 0,4 0-450,7-2 0,5-5-269,18-2 629,-7 1-90,5-22 0,0-10-180,0-23 360,4 6 1,-1-3 223,-18-5 1,-3 0-90,1 9 0,-3 1 225,-8-6 0,-4-2 269,2-1 1,-2 0-225,-3 0 0,0-1-270,0 3 0,0 3 135,0 4-1169,0 40 719,-8 28 90,-2-6-817,5-8 1,-2 6 0,2-5 816,-5 11 120,6-6 0,2 6 0,0-4 105,2-12 0,0 1 15,0 15 0,0 7 0,0-6-60,0-15 0,0 1 60,4 17 0,3 7 0,-2-7-865,-4-17 0,2-3 805,9 15 0,-1-3 180,-9-15-180,6-24 0,-8-36 90,0 4-777,0 0 0,0-7 0,0 3 687,0 8 0,0-2-90,0-6 0,0-9 0,0 0 0,0 5-45,0 1 0,0-2 9,0 2 0,0-7 0,0-3 0,0 2 0,0 7 171,-1-10 0,2 1 63,2 11 0,2-6 0,1-1 0,-1 3 0,0 7 27,-3 1 0,1 4-45,8-16 0,2 9 2076,-5 24-1266,2 41-720,7-7-1,-4 13 1,0 3 0,6 1-225,-2 6 0,0 2 0,-7-23 0,-1 2-75,3 10 0,0 6 1,-2-4 74,-4-13 0,-1 1 75,1 11 0,0 5 0,-2-5 1732,-4 5-1537,-3 2 0,-2-2-45,-5-17 135,-8-6 0,-5-6 44,-8-24-538,-12 2-91,9-26 180,15 21 392,-15-10-3579,23 13 3174,-5 4 0,40 14 1,5 9-1</inkml:trace>
  <inkml:trace contextRef="#ctx0" brushRef="#br0" timeOffset="-109749.73">10689 15178 7533,'-10'0'2608,"-5"6"-2338,29-23 0,9-11-135,-11 1 0,1-3-105,7-2 0,2-2 0,-3 1 15,-3-4 0,-4 1-270,-3-2 0,-3 4 225,-6 10 90,-16-2 0,-7 4 0,-10 12-45,0 4 0,-3 7 179,0 17 1,4 7-1864,10-7 1,2 3 1670,-9 8 1,2 3 12,11-2 0,4 2-810,-3 9 1,3 2 719,4-10 0,6 0-108,10 16 0,9-3 108,5-23 0,3-3 45,1 4 0,3-2-81,16-6 0,0-8 216,-14-9 0,-1-3-135,10 2 0,-1-5 89,-4-12 1,-4-4 90,1-1-135,-7-6 0,-1 0 225,-5 5-90,7-16-90,-17 27 2850,-1 0-2850,-8 8 1840,-8 29-1661,-1-11 13,-1 20 1,2 6-912,-2 8 584,4-16 0,4-1-225,13 0 0,2-5 0,-7-12 135,17 3 0,1-7-135,-18-14 495,20-10 0,3-4-135,-14-12-120,3 5 0,4-5 0,-5 1 80,-10 5 0,0-1 129,8-8 1,3-4 0,-4 4-45,-11 8 0,0 1 405,13-21 0,-1 4-91,-13 17 631,6-14-541,-16 67-539,6-15-585,-3 28 1,2 10-361,8-9 1,6 1-149,1-7 1,3 2 0,1-3 623,2 5 1,5-6 0,16-13 0,5-10 0,-12-11 0,0 0 0</inkml:trace>
  <inkml:trace contextRef="#ctx0" brushRef="#br0" timeOffset="-108180.73">11836 14159 8612,'-10'0'990,"-6"0"-811,14 0 1,-6 17 45,7 7 0,2 7-45,-1 9 0,0 5 0,0 4-569,2-4 0,0 3 0,0 2 0,0-1 353,0-8 0,-1 1 0,1 0 0,0 0 0,1-2-77,3 3 1,0-1-1,2-2 1,-2-3 157,-1 8 0,1-9 45,10-13 275,-24-42-545,-2-14 180,-7-1-180,-2 6 0,-3 2 0,-4 6 1,-3 4 179,-14-4 0,-3 7 314,9 16 1,0 6-315,1-4 0,3 8 405,8 25 0,7 7-180,7-12 0,3-1-424,-2 5 0,4-1 244,4-8 0,4-2 135,22 17 0,-4-18 0,5-2-91,10 1 1,2-1-211,-5-2 1,1-4 165,13-6 0,-2-4-1341,-1 0 1341,-13-4 0,-1 0-1695,4-3 1605,-9-7 0,3-3-225,16-7 0,2-5 84,-15-1 0,-1-4 0,-1 0 306,-1 0 0,0-1 0,-3 1-15,0-8 1,-7-2 164,-13-2 0,-6 1-45,-1 6 0,-4 2-46,-6-5 1,-1 3 1112,-6-13-123,-11 22-1169,19 33-90,-6-1-720,11 28 721,-1-8 1428,6-4 1,2 4-1745,-2 6 0,4 1 405,10-1 0,1 0 216,-8 1 1,4-2-37,17-4 0,3-5-90,2 3-45,-9-11 0,1-2 135,3-7 0,-3-3-1,-9-5 91,25-25-180,-35 8 0,12-13-90,-16 17 540,0 0-360,0 6 180,0-5-271,0 11-538,0-5-181,0 6 810,0 0 0,0-5-180,8-2-90,2-12-180,7-7 270,-7-1 270,6-5-270,-14 7 90,5-1-90,-7 5-90,0 3 0,0 5 90,0 6-360,0 1 360,0 35 0,0-11-90,0 15 0,0 0 90,0-7-135,0 11 0,0 2-674,8 5 719,-7-17 0,0 0-180,15 14 270,-6-32-360,15-9 225,-11-23 1,0-9 89,8-7 0,-1-3-111,-10 1 1,-1-1 365,1 5 0,1-1 0,-3 5-120,-7-13 764,5 5 1,1 3-585,-6 13 1889,6-9-1890,-8 33-628,0 7 449,0 8 0,8 29-810,-6-13-270,4 13 1,4 3-495,-1-13 0,-1 0 1034,-2 9 0,0 1 450,8 5 0,3-6 0,11-8 0,-6-7 0,1-1 0</inkml:trace>
  <inkml:trace contextRef="#ctx0" brushRef="#br0" timeOffset="-107465.73">13070 14945 7533,'-9'-13'2968,"-15"1"-1709,12-1-989,-13 6-630,7 1 540,1 6-270,7 6 0,-6 1 90,6 0-90,-23 27 90,11-4 0,5-11 0,1 3 180,6 5 0,2-1 0,-1-7 90,1 14 0,8 4-225,11-14 0,1-2 0,-6 9 0,2-1-90,22-2 0,5-5 135,-2-1-270,11-7 0,2-4 0,-3-2 60,-7-14 0,5-5 0,-4-6-144,-9-6 0,-3-4 1,0-2 233,7-6 0,-1-2 0,-3 0 120,-8 4 0,-3 0 0,-3 0 0,-6-2 0,-3-1 0,-3 5 90,-2-15 134,-2 2 1,-4 3-45,-3 15 224,-6 3 1,-4 6-135,-10 21-90,0 7 0,-1 8-1,7 9 1,2 8 0,2 1-1363,4 0 1,2 1 0,0 0 641,-2 0 1,-1 0-1,8-2 45,11 5 1,10-4-90,8-10 1,9-4-676,10 1 1,10-5 1177,-11-9 1,6-1 0,1-4 0,-4-7 0,-6-8 0,-2-5 0,-1-3 0,1-1 0,0-3 0,0-1 0,0 1-1,-1 0 1,1 0 0</inkml:trace>
  <inkml:trace contextRef="#ctx0" brushRef="#br0" timeOffset="-106981.73">8573 14739 7533,'-42'-24'1979,"27"8"-1215,-13 6 1,9 1-765,30 3 0,17-17 0,4 9 0,1 0 0</inkml:trace>
  <inkml:trace contextRef="#ctx0" brushRef="#br0" timeOffset="-106448.73">14446 14945 7533,'0'-20'2878,"-8"-4"-3957,6 16 1079,-5 8 0,-1 37 0,3-10 0,0 0 0</inkml:trace>
  <inkml:trace contextRef="#ctx0" brushRef="#br0" timeOffset="-106281.73">14340 15294 8792,'0'-14'1259,"0"-9"-1259,0 20 0,0-20 0,0 9 0</inkml:trace>
  <inkml:trace contextRef="#ctx0" brushRef="#br0" timeOffset="-104583.73">15540 14649 7533,'-18'-8'-810,"8"3"1710,-5-1-361,5-1-449,0-6 180,2 0-180,8 6 180,0-4-180,-8 9 90,7-3 0,-7 5-90,8 0-360,0 0 540,0 5-270,0 3 269,0 10-179,0-4 270,0 22-45,7 3 0,1 2-315,-6-10 0,0 2-803,4 2 0,3 7 0,0 0 0,-1-7 758,-3-2 0,1 0 67,3 3 1,2 7-1,0-2 1,0-6-98,-1-5 1,1-2 194,4 8 0,2 4 0,0-9-30,12-5 90,-4-4 0,1-9 179,1-32 1,-1-8-90,14-2-880,-20-2 0,0-9 0,-4 3 655,-4 8 0,-2-2-45,6-13 0,2-6 0,-3 5 906,-3 10 1,-2 0-930,-3 0 1,0-5-1,-1 0 1,-1 6 67,0 2 0,-2 0-195,-2-6 0,-2-3 0,1 6-30,0-4 90,-7 10 0,-2 5-360,5 15-1127,-19 3-1031,21 31 2608,-6-8 0,16 8 0,7 3 0,0-7 0,0 0 0</inkml:trace>
  <inkml:trace contextRef="#ctx0" brushRef="#br0" timeOffset="-103866.73">16563 14804 7533,'-18'-19'359,"8"11"-359,-5-15 810,13 8-720,-6-5 270,8-5 269,0-6-359,0 3 0,0 2 270,0 3-450,0 20 359,-16-8-449,5 11 0,-15 0-89,1 17-1,5-7 90,-3 11 0,-3 5-135,3-6 0,-1 1 165,1 3 0,-2 2 0,2 1-1322,-1 9 1,1 0 1336,1-6 0,3 1 79,8 7 1,5 1 9,0-10 1,2-2-45,-2 0 0,4 1-45,10 9 0,7-4-764,15-7 764,-4-6 0,1-3-135,10-11 45,-11-16 0,-3-5-45,-1-7 0,2-13 0,1-2-88,-4-3 238,-7 8 0,0-5 0,-1 4-15,-2 10 0,-2-1 105,0-12 0,0-5 0,-2 4 1488,-1 9 0,-2 2-624,-1-13 0,-6 9-626,-7 23-298,1 17-225,-1 18 0,4 4 45,4 1-270,-1 0 0,0 7 1,1-1-586,1 2 1,2-2 809,2 7 0,2 1-1125,1 4 1,6-7 0,23-11 899,-18-10 0,3-3 360,6-12 0,-1-10 0,-9-16 0,-3-6 0,4-4 0,0 0 0</inkml:trace>
  <inkml:trace contextRef="#ctx0" brushRef="#br0" timeOffset="-103365.73">16757 15074 9332,'0'15'989,"0"-3"-629,-8-1-90,6-8 90,-6 14-360,8-10 539,0 6-449,0 0-450,8-34 90,1-11 1,0-7 149,-3 3 0,1-3 0,-1 0-139,3 1 0,-1 0 1,1-1 347,-1-10 1,1-2 0,-1 6-90,2 13 0,0 1 135,3-17 0,-1 5-45,-2 22 0,14 3 0,-13 24-90,23 13-90,-22-3 90,6 2 0,3 0 0,0 3 0,7-1 0,-5-3 810,-21-27 56,6 13-236,-8-31 179,0 18-539,0-14-180,-16 22 0,12 4 0,-27 33 0,19-10-360,0 16 0,-1 7 45,2-14 0,4 3-868,11 8 1,7 4 0,-4-5 212,-9-11 0,4-3 565,16 9 1,3-9 314,-11-25 0,15-9 0,3 3 0</inkml:trace>
  <inkml:trace contextRef="#ctx0" brushRef="#br0" timeOffset="-102115.73">17445 14816 7263,'0'-20'450,"0"-10"179,0 15-359,0-10 809,8 7-359,-6-8-540,6 4 450,-8-8-361,0 16 361,0-5-450,0 7 180,0-1-360,0 5-180,-16-3 0,12 9-450,-35 8 1,9 20 629,-4 1 0,0 3-45,16-6 0,2 2 105,-5 2 0,-3 3 0,7 1 119,11 5 1,6 0-135,-2 4 0,4-1-180,2-9 1,6-5 44,13-8 0,3-6-90,-5-5 45,3-11 0,1-3 45,4-3 45,-2-18 0,-3-3 45,-2 4-30,-6 0 0,2-6 0,-5 4 30,-7-6 135,6-1 0,-1 1-225,-11 6 810,0-8-181,-15 22-3661,3 4 3212,-6 16-355,3 20 355,5-2-135,3 11 0,4 4-225,5-7 1,4 0-46,6 7 0,3-2 180,-2-9 0,4-4-45,15-7 0,0-7 90,-14-8-90,22-9 1,-2-8 89,-20-15 318,4 4 1,6-5 0,-5 1-274,-11 5 0,-1-2 15,6-14 0,1-6 0,-4 6-15,-7 11 0,-2-1 112,1-2 1,1-7 0,-1 1-1,-2 5-22,-2 3 0,-2 0 112,2-5 1,1-6-1,-1-1 1,-1 7 67,0 4 0,-2 0 44,-1-5 1,-1-3 0,0 6 407,1-7 132,-13 5-449,5 24-360,0 13-540,-6 36 271,7-5-151,2 7 0,1 10 0,1-3-344,0-3 1,0 2 650,2-8 1,1 3 0,0 1-1,1 0 113,3 10 0,1-1 0,0-3 45,1 1 0,2 2-23,0-10 1,2 5 0,1-1-1,1-9-567,5-7 1,0-2 589,1 19 0,3-5 45,22-19 0,-27-7 1351,17-13-1441,-21-8 0,0-10 584,-5-11 1,-2-2-315,-3-11-120,0 3 0,0-8 0,0 3-667,-4-1 1,0 2 606,1-6 0,-4-1 0,-6 1 0,-7 9 43,-6 24 0,-1 6-2022,-14-2 539,-1 23 305,35 38 1045,22-9 0,1-19 0,4-2 0,7 0 0,0-1 0</inkml:trace>
  <inkml:trace contextRef="#ctx0" brushRef="#br0" timeOffset="-101748.73">18239 14016 7533,'-16'-44'1439,"12"15"90,-20-7-989,23 27-360,-7 4 179,8 35-134,0 5 0,0 6-105,-2 1 0,-1 4 0,0 2-923,0-5 0,1 3 0,0-1 0,-1-1 833,0 6 0,0-2 0,-1 3 42,1-7 0,0 2 0,-1 2 0,1-1 0,1-5-299,0 5 1,2-4 0,0 2 68,-1-3 1,1 2 0,0-1 0,1-6-248,-3 8 0,6-10-1754,19-10 1440,-11-25-1620,21-25 2339,-13 3 0,-3-9 0,-1-5 0,-2 5 0,0 0 0</inkml:trace>
  <inkml:trace contextRef="#ctx0" brushRef="#br0" timeOffset="-101131.73">18274 14816 7533,'-20'-5'0,"-11"4"1799,27-5-270,-12 6-1169,16 0 809,0 0-1169,32 6-225,-7-3 0,5 1-270,13-2 1,4-3 134,2-4 0,0-3 225,-12 0 0,-2-6 360,5-13 0,-5-6 494,-13 4 1,-5-3 359,0-10 1,-7-1-496,-10 9 1,-9 2-405,-11 6 0,-6 8-360,-8 17 0,-2 12-270,2 13 1,3 10 239,11-6 0,2 3 0,3-1 120,0 10 0,5 1-135,7 8 1,6-4 134,7-10-270,8 8 0,5-3 180,8-14-45,5 5 0,3-4 45,2-15-90,0-5 1,0-8 494,-15-18 0,-3-7-231,5 4 1,-3-6 244,-8-9 1,-4-8 0,-2 1-1040,-3 8 0,-2 1 1,0 0 889,0-2 0,0-1 0,-1 0 269,0-7 1,-2-2 0,-3 8-108,-3 13 0,-2 2-117,6-14 0,-4 8 584,-4 24-1528,7 32 719,0 3-360,0 9 0,0 2 271,0 1-271,4-7 0,2 5 0,-1-4 438,-3-9 1,0 1-379,5 8 0,2 4 0,-1-4 1494,-3-9 0,0 1-1314,-2 8 0,0 4 0,0-5 1693,5 13-1933,-10-7 0,-4-1 0,-3-5-1169,-17-2 1619,-9-14 0,-10-17 0,18-1 0,1-1 0</inkml:trace>
  <inkml:trace contextRef="#ctx0" brushRef="#br0" timeOffset="-100913.73">17251 14391 7533,'-26'-16'1259,"1"0"0,-6-11-1259,5 7 0,52-15 0,-3 21 0,1 0 0</inkml:trace>
  <inkml:trace contextRef="#ctx0" brushRef="#br0" timeOffset="-98050.73">20355 14636 7533,'-10'-13'359,"3"6"1,-1-10-180,6 14 90,-6-14-90,8 10 90,0-6-90,8-6 539,2 4-629,-1 2 450,-1 2-360,-8 10 90,0-10-90,0 9-270,-8-9 90,6 9 179,-21-10-179,19 11-89,-19-5-91,13 6 90,-8 0 0,0 0-90,1 6 180,-1-5-180,-7 11 180,13-5 0,-4 1-180,1 8 180,3-7-90,-6 9 0,-5 7 90,11-4 0,-4 6 0,-1 1 0,-3 9 360,-1 5 0,1 1-282,6 3 102,3-14 0,-1 5 0,4-5 0,6 10 0,0 1 0,4-3-270,8-15 135,5-3 0,3-2-135,3-12-135,7-3 0,1-4 45,3-14 90,-3-5 0,0-7 0,-7-1 0,-2-5 0,-1-1-97,4-5 1,-1-1 0,-2-2 186,-3-1 0,-1-2 0,-2 2 269,4-4 1,-5 6 270,-13-4 180,-23 37-541,17 8 181,-25 26-180,21-10-225,0 15 0,2 5-135,-2 2-734,5-3 0,2-1 734,3-1-1459,7-5 1,2 0 1034,3 2-610,17 0 0,7-4 449,-11-18 1,1-3 719,5 4 0,0-5 45,-4-8 0,-5-9 0,-6-15 0,-4-8 0,5-4 0,1 0 0</inkml:trace>
  <inkml:trace contextRef="#ctx0" brushRef="#br0" timeOffset="-97619.73">20585 14894 10591,'-5'28'809,"0"0"1,-3 3-990,16 11 180,2-35-989,15-24 674,-6-15 0,-3-5 315,-5 10 0,0-1-153,4-12 0,1-5 1,0 5 511,-2 6 1,1 2 0,8-9 1,7 4-631,12 14 0,1 9-333,2 8 558,-9 6 0,0 2-494,-1 3 269,10-10 674,-21-6 1,-2-3-315,13-9 313,-24-2 0,-5-5 496,-6-16-629,-9 4-135,-9 19 0,-5 10 494,-8 30 1,-1 10-487,2-16 1,1 3-24,3 17 0,3 10 0,5 0-1386,6 6 1,5 1 995,2-15 0,1 1 1,5 0-211,8 10 0,6 2 1,2-8-77,1-9 1,5-3 15,12 5 0,7 2 1,-3-8 179,-7-14 0,1-4 360,3 3 0,5 0 0,-3-7 0,3-15 0,-1-6 0,-8 4 0,1 0 0,0 1 0</inkml:trace>
  <inkml:trace contextRef="#ctx0" brushRef="#br0" timeOffset="-94269.73">22807 14416 7533,'-8'-20'719,"-2"-4"181,-7 10-450,7 1-91,2 7-179,8 6-270,0 12 0,-8-4 90,-1 34-90,-1-12 45,5 9 0,2 1-45,3 0 45,0 7 1,0 0 44,0-7-823,0 3 0,0-1 823,0-5 44,7-8 1,2-3 225,-6-10-270,21-4 0,-6-43 90,-7 7-135,5-14 0,0-2 45,-4 0-60,0 5 0,3-8 0,-1 2-44,0-4 0,1-1 343,2 1 1,1-2 0,-2 4 554,-5 3 1,0 4-345,2 2 0,-3 9-181,-10 17 361,0 14-90,0 32-600,2-8 0,0 5 0,2 0-120,1-2 0,2 1 0,-1-1-14,-3 4 1,0 0 0,2-2-437,11 13 1,0-5 704,-5-4-525,1-5 0,2-3 91,4-13-1261,-1 16 1261,1-31 359,-8 9 0,13-47 0,-3-8 0</inkml:trace>
  <inkml:trace contextRef="#ctx0" brushRef="#br0" timeOffset="-92432.73">23495 13784 7533,'-10'-33'629,"2"7"451,8 7-720,0 18-91,8 8-89,2 8-180,8 26 90,-9-22 135,3 18 0,0 2-135,0-10-1183,-6 4 1,0 9 0,-1-5 1216,0-13 0,-2 2 26,1 20 0,-2 9 0,0-7-195,-1-15 0,0 0 75,2 15 0,0 7 0,-1-9 368,-2-21 1,0 0-399,2 10 0,1 5 0,0-9-179,-1-10 89,5 20 809,-7-53-1348,0-19 224,-7 5 0,-1-1 225,4-22-135,-6 19 1,-4 0-136,2 6 0,-1 2 630,-9-14-225,-2 16 0,-1 4 225,12 9 1458,-18 8 0,-1 9-1126,15 8 0,1 3-332,-15 8 0,1 3-90,14-6 0,4 2 269,-1 9 1,3-2-270,8-4 315,-3 5 0,2 0-315,11-5 89,-4 0 1,2-1 0,11-1-135,-1-7 0,2-1 45,11-6-225,-4 1 0,1-3 45,3-10 135,0 3 0,-1-1-404,4-5-46,0-5 0,2-1 225,5 3-45,-5-13 0,-1-2 135,-2 6 45,-9-4 0,-2-4 135,-3-11 90,1-4-180,-8-4 270,-2 2-270,-8 16 720,0-21-630,0 25 359,0-31-269,0 31-90,0-9 0,0-1 90,-8 3-270,-2-7-180,0 25 0,2 13-89,0 11 89,6-3 90,-5 15 90,7-20-180,0 19 270,0-21-90,0 11 180,0-12-180,0-2 540,0-5 180,0 0-540,7-11-90,-5 3-180,6-5 180,-8 2-90,0 9 0,0-10 90,0 11 90,0-5 90,0 1-90,0 3-90,0-4 0,0 1-90,0 3-270,0-4 270,-8 12 180,-1 1 0,-9 6 359,0 11-269,1-2-90,-1 4-180,8-2 180,2-15-90,8 20 0,0-19 270,0 25-270,0-25 270,16 36-180,-4-21-270,5 14 180,7-9-180,-12-16-360,13 11-89,-7-23 449,7-9 90,-5-15-180,-3-2 0,-1 0 180,4 0-45,-7-3 0,-1 0 46,-2 10 133,3-6 1,-2-1-314,-7 1 359,19-9 0,-21 13-90,6 12 89,0-4-178,-6 9 89,6-9 89,-8 10-89,0-5 0,0 12 0,0 1 540,-8 28-540,-2-10 90,5 8 0,0 6-150,-2-6 0,-2 3 0,2 2-14,2 2 0,3 3 0,0 2 0,-1-2 6,-1-1 1,-1-1-1,0 1 1,1-2 187,1 10 0,0-2 0,1-7-83,2-12 1,0-8 232,0-11-360,4-30 0,0-13 0,-2-1 90,0-2 0,1-8 0,0 5 45,1 11 0,0-2-203,-2-10 1,1-8 0,-1-3-1,1 1-662,0 4 1,2 0 0,0 0 0,-1 0 650,1 2 1,-1 0 0,0 0 0,1 0 190,-1-1 1,0-1-1,0 4 1,2 7 111,2 9 1,1 5 225,9-17-270,-8 26 532,21 35-532,-16-4 0,-1 3-45,5 1 0,0 3-509,-2 3 0,0 4 1,-2-6 283,6 9 180,-9-3 0,0 7 0,-3-7 2541,1 3-2092,-1 11 1,-2 0-270,-5-13 764,-5-3 1,-2-2-675,1-13 1079,-35 1-1079,25-23-225,-10-2 0,-1-3-585,4-5-315,-4-2 1,1 1-2423,2 7 1517,-3-7 1760,17 22 0,19 15 0,9 7 0,0 5 0,-1-1 0</inkml:trace>
  <inkml:trace contextRef="#ctx0" brushRef="#br0" timeOffset="-91406.73">24589 14649 7533,'-8'-8'1079,"-2"-3"90,8 4-359,12-12-630,9 5-45,6 1 0,-1-4-225,-7-4 0,-2-2 135,7-2 0,-1 0-585,-3-20 270,-17 17 0,-2 3 90,-1 6 45,-17-10 1,-9-1 268,1 13 1,-3 4 270,-14 4 0,-2 8-180,3 11 0,5 9-135,13 3 0,5 6 59,6 6 1,3 7 0,5-3-1431,7 3 0,4-1 1325,-3 8 1,5 1 45,5-16 0,3-1 0,2-6-135,1-9 0,3-1-15,6 4 0,5 3 0,-1-8-30,-1-11 1,1-4-46,12 8 0,0-5 0,-11-18 0,-3-6 0,-1-7 0,-3-3 90,-10 6 0,-1-2 135,4-13 0,-5 3-180,-11 12 90,6-11 450,-8 24-180,-8 4-270,-2 8 3102,1 8-3012,-7 28-180,14-12-45,-3 5 0,2 3-270,5-6 1,4 0 89,5 3 0,4-3 315,2-4 0,3-5 90,17-6 135,-11-23 0,-3-6-45,-1-6 134,-1-11 1,-1-2-135,-1-2 584,-5-5 1,-2-2 1214,-2 0-1754,-6 19 0,-1 3-45,-3 7-1170,8 46 811,10 13-496,-9-19 0,1 3 675,10 13 0,2-1 0,-4-15 0,1-1 0,7 12 0,1 0 0</inkml:trace>
  <inkml:trace contextRef="#ctx0" brushRef="#br0" timeOffset="-89932.73">25612 13913 7533,'-18'-40'539,"8"3"91,2 16 359,8-8-899,0 19 90,0-7 810,0 11-990,8 16 180,10 33-225,-8 4 0,-1 4-177,4-12 1,0 3 71,-6 3 0,-2 3 0,1 1-81,0-4 0,0 0 0,-1 1 231,-2-6 0,0 1 0,-1 0 0,0 0 67,0 0 1,0 0-1,0-2 1,0-3 22,2 14 0,0-12 90,-2-19-270,6-40 90,-8-8-180,-3 1 0,-2-3-315,-3 7 0,-2 0 360,-7-10 1,-1 1 89,8 9 0,-2 3 287,-17-1 0,-5 8 298,-7 11-450,-6-1 180,13 19 0,6 6 0,12 3 550,-10 12 0,3 6-460,18-9 0,6 3-180,5 13 0,6-1-90,0-12 0,7-4 44,15 1 1,6-6-1034,-7-15 1,-1-3 763,0 2 0,1-3-180,13-6 1,-2-4 224,-1-11-270,3-2 0,-2-2 360,-22 4 0,-3-3-315,15-13 1,-1-2 159,4-1 110,-18-4 0,-2 1 135,8 9-90,-18-6 0,-4 0 270,-3 13 89,-2-11 271,-22 18-450,13 11-90,-15 18-540,1 18 270,13 0 980,-1 0 0,2 1-1025,9-11 0,2 0 45,3 11 1,2 0 89,7 9-90,21-20 90,-13-20 262,5-5-262,1 0 180,-7 0 0,15-34-90,-15-3 0,-6 11 0,0-1 0,-3-6 0,-3 0 0,3-10 0,-2-3 360,-8 16-360,0 17-180,0 6 180,0 7 0,0 19-90,0 2 90,0 16-45,6-4 0,4 2-270,2-8 0,3-1 405,7 7 0,1-3 0,15-6-180,3-35 180,-6-16-45,-12-12 0,-1-9-301,-6 10 1,-1-4 0,-1-2 322,-2 2 1,0-3-1,-2 0 1,-1 0-846,-2 1 1,-3 0 0,0 1 0,1 2 777,3-4 0,1 2 0,-3 1 300,-4-1 0,-3 1 0,2 6-1355,7-11 1190,-7 13 0,-2 13 405,1 27-540,0 10 90,-3 24 0,-2 9-90,1-1 0,-1 2-65,1-17 1,1 1-1,0 1-115,-3 15 0,0 3 0,2-8 135,3-15 0,0-1-255,0 18 0,1 8 1,1-8 209,3-15 0,2-1-180,1 9 0,1 4 1,2-7 134,3-13 0,2-2 166,6 10 1,1-10-32,-1-32 0,-7-14 0,-4-9 0,-10-15 0,0 1 0</inkml:trace>
  <inkml:trace contextRef="#ctx0" brushRef="#br0" timeOffset="-89767.73">26458 14236 7533,'-17'-13'0,"7"6"2428,2-5-1888,8 11 539,24-11-764,7 8 0,6 1-465,-2-3 0,3-1 0,-1 2 150,-3 2 0,1 1 0,0-2 0,9-7 0,1-3 0,-3-1 0,4-3 0,0 0 0</inkml:trace>
  <inkml:trace contextRef="#ctx0" brushRef="#br0" timeOffset="-89316.73">22684 14094 7533,'-36'-12'629,"17"4"-629,19-11 0,21 9 0,9 2 0,7-3 0,0 1 0</inkml:trace>
  <inkml:trace contextRef="#ctx0" brushRef="#br0" timeOffset="-87982.73">27799 14442 7533,'-18'-13'0,"8"0"359,3 6 451,-1-10-720,-2 8 630,-8-9 89,1 11-989,7 1 90,-6 17 180,14-2-90,-13 38-90,5-21 90,5 4 0,0 0-180,-3-1 225,10-2 0,4 0-45,4 4-135,1-1 0,3 0 46,6-6-46,8 2 0,1-4 135,-12-12-135,19 2 0,-1-7 45,-19-17 135,12-2 0,0-3 45,-14-13 60,1 3 0,3-5 0,-4 2 74,-6 2 1,-2 1-90,7-8 0,-1 0 675,-4-7-630,-8 34 179,-8 2-359,6 13-90,-13 29 90,13-17-270,-2 13 1,0 0 179,4-12-405,4 13 0,0-1 225,-2-13-90,15 0 1,5-3 179,-6-9-1459,15-9 1,2-7 1433,-9-7 345,-3-5 1,2-7 0,-3 0 399,-3-8 0,-2 0-361,6-4 1,1 0 540,-4-5 0,-3 7 539,-3 12-1259,4-5 0,-16 33-270,0 39 270,0-14-1093,7 9 1,5 11 0,0-7-848,4-2 1940,-1 1 0,5 7 0,2-20 0,15-38 0,-11 9 0,1 1 0</inkml:trace>
  <inkml:trace contextRef="#ctx0" brushRef="#br0" timeOffset="-87180.73">29016 13577 7533,'-20'-14'2338,"-3"-3"-2787,21 16 89,-6 7 899,13 15 1,6 6-360,0 13-1273,-4-3 1,-1 7 0,-1-6 739,-1-10 1,0 1 442,-1 7 0,-1 8 0,-1-1 0,1-5 153,-1-1 1,0-1-132,0 6 1,1 7 0,0-1-1,1-7-67,0-7 0,1-1-195,-2 13 0,-1 5 0,6-12 150,19-11-629,1 1 449,-7-39-135,-6-13 0,-5-6 90,-10 2 1,-4-1 1850,2-8 0,-3-1-1626,-5 3 0,-6 4 615,-6 4 1,-5 7-346,1 13 0,-1 4-180,-19-2-45,13 26 0,4 10-45,13-6 0,2 3 150,-2 7 0,-1 4 0,2-2-15,5-5 0,3 1-46,1 7 1,1 5 0,3-10 0,3-4 0,6 10 0,4-2-180,1-23 135,9 1 0,2 0-225,-1-4 45,9-4 0,5-7 90,-3-13 1,1-9-16,-2 0 0,3-3 0,-1-3-1033,-1-3 1,-2-2 0,-2-1 989,1-8 1,-3 0-33,1 0 0,-7 6-220,-16 8 535,11-5-180,-15 19 449,-8 10 181,-9 6-630,-3 15 180,-5 2 1458,18 3 0,4 3-1608,-5 15-210,8 4 90,7-18 0,2-4 90,2-9 400,8 5 1,4-6 93,2-14 1,3-10-90,4-14 0,0-10-165,-5-1 0,0-5 0,-2-2-1060,-8 7 1,-1-2 0,-1 0 0,-1 2 600,-1-1 1,-1 1 0,1 2-1177,7-12 1,-1 13 135,-8 26 989,15-4 270,-8 27 0,-5 7 0,-1 4 0,2 6 0,0-1 0</inkml:trace>
  <inkml:trace contextRef="#ctx0" brushRef="#br0" timeOffset="-85784.73">30409 14223 7533,'0'-20'270,"-7"1"-360,5 12 180,-6-4-90,8 4 1079,0-6-989,0-1 0,0 2 180,-8 4-270,-10 8-90,-1 8 135,-10 8 0,1 3-45,2 6 90,4-4 0,-5 4 0,4 0 179,6 2 1,3 2-150,-4 3 0,0 4 0,3-3-75,4-3 0,2-1-45,-2 7 0,6-1 135,14-9 0,6-1-225,4 3 0,7-2-180,6-7 0,6-3 0,4-4-159,-6-5 1,2-4 0,1-3-1,0-3 339,3-4 0,0-4 0,0-3 1,-3 1 89,5-2 0,-3-1 0,0-5-45,-7-4 0,1-6 0,-3-1 0,-4 1-135,-5 1 1,-3-1-1,0 0 270,5-4 0,0-2 0,-5 3-45,-3-2 0,-10 3 495,-25-9-450,-2 27 539,-6-1 1,-4 2-360,1 6 0,1 1-360,-1-1 0,1 3-45,-2 8 0,3 6 951,0 30-1086,15-1 0,4 7 270,1-9 0,0 1 0,5 2 151,9 6 0,5 1 0,1-1-181,-2-5 0,1-2 0,4-2 30,6-2 0,5-3 0,2-8-57,15-8 1,1-14-34,-7-16 0,-2-10 210,-10 1 0,-3-4 0,-3-2 239,-4-16 1,-5 0 135,-1 18 0,-4 3-225,-14-4-270,-2 35 0,0 7-90,-5 2-810,13 9-2377,2-4 2534,2-6 399,5-3 254,1-11 270,2 0 90,0 0 0,-2-11 270,0 3 2736,-6-11-2981,13 0-385,-13-6-89,14-3 179,-14 3 0,6 12 0,-1 1 90,-5 5-90,6 0 269,-8-5-269,0 11-359,0-5-361,0 0 450,8 5-539,-6-5-900,6 6 1709,0 0 0,-6 35 0,6 8 0</inkml:trace>
  <inkml:trace contextRef="#ctx0" brushRef="#br0" timeOffset="-85264.73">31415 13707 7533,'-28'-35'1349,"3"11"-360,23 41-944,5 7 0,4 4 45,2 4 0,1 5-612,2 1 1,0 5 0,-2-1 491,-5-5 0,-3-1 0,2 0 60,4 0 0,1 1 0,-2 2-188,-5 1 1,-2 4-1,-1-1 1,2-2-936,4-3 1,1-2 0,-1 1 917,-4 7 0,-2 1 0,3-5-455,6 1 1,-1-10-91,-5-17 91,6 3 629,-8-15 0,-16-13 895,-3-11-895,-2-6 0,-1-5 674,-2-9 1,3-1 878,5 7 1,2 0-1104,1 4 0,-2-2 0,4 4-181,-1-13 810,3-2 1,1 0-630,0 3 224,10-1 1,4 3-315,3 16-225,12 1 0,7 4-495,4 10 0,1 4 0,-1-3 1,3 3 359,5 2 0,6 3 0,-3 3 0,6 5 0,0 2 0,-10-3 0,0 0 0,1 0 0,-1-1 0</inkml:trace>
  <inkml:trace contextRef="#ctx0" brushRef="#br0" timeOffset="-84497.73">31909 14468 7533,'0'-14'809,"0"-9"540,15 3-269,5-19-900,7 10 180,-9-12-91,-10 19 1,-16-15-180,-2 21-450,-15-7-89,5 22 89,-13 1 180,13 7-90,-3 10 0,-3 7 90,3 7 0,-1 4 180,3-5 0,-1 2 0,3-1-1258,-2 10 1,4-1 1302,3-8 0,5-2 135,9 19-90,0-19-337,11 0 1,1 0 246,-6-6 39,29-2 0,9-8-84,-18-14 0,1-4 0,8 4 0,2-3-15,-6-9 0,0-6 0,-5 1-102,10-15 162,-8 6 0,6-4 0,-6 1 0,-11 7 0,-1-2 60,6-11 0,1-5 0,-3 2 30,-8 7 0,-3 1 1203,6-9 0,-4 2-303,-11 1-451,-2 28 811,-22 14-1081,12 3 305,-1 12 1,1 5-755,2 1 0,2 1 234,3-1 1,1 2-865,-2 18 0,4 0 270,5-17 1,2-1 28,-3 7 1,5 0-749,12-3 0,3-6 719,2-10 540,0-1 0,1-9 0,-3-34 0,-1-15 0,-3 14 0,1-1 0,-1 0 0</inkml:trace>
  <inkml:trace contextRef="#ctx0" brushRef="#br0" timeOffset="-84283.73">32579 14274 7533,'-18'-12'359,"1"-1"1171,-1 5-901,8 3 541,-5 5-1800,13 23-1979,-6 17 2609,14-3 0,4 4 0,-2 1 0,3 2 0,1-12 0,0 0 0,-1 0 0</inkml:trace>
  <inkml:trace contextRef="#ctx0" brushRef="#br0" timeOffset="-83882.73">32826 14326 7533,'-18'0'0,"1"0"2608,-9 12-1259,7 19-1394,9-8 0,2 2 225,0 22-450,10-16 1,4-2-91,4-5 135,6-1 0,1-4-584,-3-10-271,33-3 720,-33-14 135,10-8 1,1-4 314,-4-4-1729,0-13 1,-1-4 1203,0 1 1154,-7-5 1,-1 0 499,6 6-634,-9 2 0,0 3-226,0 15 1440,-1-15-1439,-8 32-899,0 8 628,0 2 2674,16 34-4113,0-11 1,3 2 225,8 8 0,1 0 1124,-4-3 0,-1-2 0,-4-8 0,-5-2 0,-6-1 0</inkml:trace>
  <inkml:trace contextRef="#ctx0" brushRef="#br0" timeOffset="-83731.73">32614 13862 7533,'-27'-13'-540,"-14"0"180,27 5 360,-10 3 0,48-1 0,5-1 0</inkml:trace>
  <inkml:trace contextRef="#ctx0" brushRef="#br0" timeOffset="-81785.73">3104 16985 7533,'-25'-26'1259,"5"12"-1079,3 2 180,-7 24-315,10 8 0,1 3 45,-9 10-740,6-2 0,-2 5 0,5-3 650,7 10 240,-3-7 0,-4 5 0,4-5-60,7 12-80,0-15 0,1 4 0,4-5 170,22 8-1469,-11-11 0,2-4 1289,19-12-238,-7-10 1,1-6-78,-4-10 0,-1-4 135,7 4 0,1-4-148,-6-9 0,-1-5 0,-2 3 103,-2 5 0,-1-1 75,2-6 0,1-4 0,-1 2-5,0-2 1,1 1 154,-1 1 0,2-2 0,-1 4-135,-3 0 0,1 2 135,8-2 0,-1 7-90,-9 16 2777,15 18-2687,-15-1 359,7 26 1,-9-3-315,-10-2 0,-4 1-315,-3 18 0,-8-17 0,-4 3 0,-1-2 45,-6-1 0,-1-1 135,-2 5 0,-2-2-90,-4-5 1,0-7 124,4-13-80,-4 1 0,-1-5 45,8-11 2235,-13-2-2235,1-29 449,12-6-449,7 19 0,2-2 270,6-3 0,4 2-270,2-3 450,8-13-270,-6 20 976,37-8-1022,-13 24 1,3 3-135,8-1 0,1 3 76,-7 2 1,0 5 57,8 7 1,-5 4-135,-9 0 45,7 6 0,1 1 135,-4 5-90,7 4-180,-19-20 0,-9-15 90,4-17 0,0-9 0,-2-5 0,1-1 135,11-7 0,-1 0-90,-11 7 0,0 3 765,13-5-631,-21 29 721,6 7-630,8 25-90,-4-8-495,3 7 0,3 5-585,3 3 1,1 0-740,1 7 1,1-1 1448,-1-3 0,-1-4 0,12-1 0,-17-32 0</inkml:trace>
  <inkml:trace contextRef="#ctx0" brushRef="#br0" timeOffset="-80781.73">4780 16391 7533,'-8'-20'0,"-1"-4"1529,-9 10-1439,8 6-180,2 10 449,9 26 1,6 14 150,-2-9 0,2 3 0,-1 3-1246,-1-1 0,-1 2 1,1 1-1,0-1 616,4 3 0,0-1 0,-1 0 60,-2 6 0,-1 1 1,1-8-211,3-16 0,0-1-270,0 20 1,0-5 449,0-28 269,-1 5-179,-31-46 0,9 7 45,-13 1 0,-3 1-45,7 5 90,-20 3 0,-2 4 90,7 7-45,-4 9 0,2 3-225,11 7 539,7 7 1,-2 8 0,5 1-90,4 11 0,4 2-371,0-7 0,1 2 1,6-1 55,12 11 0,11-7 0,14-11 0,5-8-90,-10-10 0,3-4 15,4-3 0,6-1 0,-4-5-150,3-5 0,-1-4 180,10 4 0,0-2-180,-1-13 0,-4-1 1818,-19 8 0,-1-2-1678,11-15 1,-3-2 219,-3-2-45,-15 10 0,-3-1 315,-3-13 719,-8 9-719,0 0-360,0 3-720,0 16 1,0 2 766,0 6-407,0 18 270,0-8-90,8 37 0,2-22 45,-1 5 0,0 0 45,0-5 45,3 2 0,0-2-225,0-13 0,21 16 90,-21-26-90,19-14 990,-27 2-361,7-14 1,2-4-360,-4-4 135,0-5 0,0 1-45,1 4 224,-5 0 1,-2 11-944,-3 23 449,0 18 180,0 11-945,-2 4 1,4 2-785,8-6 1,3-2 1373,-4-2 1,4-4 0,14-4-1,4-8 1,-3-15 0,-1-1 0</inkml:trace>
  <inkml:trace contextRef="#ctx0" brushRef="#br0" timeOffset="-79698.73">5468 16584 7533,'-18'-12'-360,"9"5"2069,-15-4-1259,20 9 719,-11-3-629,7 16-360,6-3 89,-6 17 91,8 23-330,2-16 0,1 4 0,0 4-850,-3-1 1,0 3 0,0 1 0,2-3 660,2 6 1,2-2 0,-1 1-22,-2-3 0,-2 3 0,1-3 1,2-4-316,5 0 0,0-4 135,-4 3 1,0-3 269,2 3-990,-7-32 811,0-5-901,0-11 721,0-4 269,-7-5 3456,-11-21-2634,5 20 1,-1 0-239,0-9 1,0 1 855,-11-11 1438,15-2-1798,10 26-676,20 6 1,9 2-180,-1 1 0,3 3-90,3 3 0,4 0 45,-1-1 0,2-2 0,-1-1-180,2-4 1,0-1 314,10 3 0,-2-2-46,-15-3 1,-7-1 180,-8 6 360,-11 2 719,-14 5-539,5 0-990,-22 29-1349,20 12 1439,-4-17 0,0 1-495,7 12 0,2-3 316,-1-2-541,3 9 0,2 1-539,5-2 1214,-6-14 0,2-2-224,10-1-271,1-15-180,-5-1-989,35-7 1799,-23-7 0,8-16 0,2-8 0,-6 0 0,-1-1 0</inkml:trace>
  <inkml:trace contextRef="#ctx0" brushRef="#br0" timeOffset="-78985.73">6262 17114 7892,'0'-14'450,"0"-3"1439,0 10-1439,0-6 989,-8-6-1259,6 4 0,-14 2 360,7-4-810,-9 3-180,8 0-180,-21 2 360,17 12-89,-27 17 359,13 17 270,1-4-226,13-1 1,3 0 135,1-4 0,3 9 0,6 3-135,10-8 0,5-2-1684,4 7 1,2-2 1131,-2-10 0,3-5 327,4-5 0,-1-7 0,-5-11-45,3-7 0,-2-4 135,-7-7 90,7-7 0,-1-4 540,-11 3 0,-4-2 359,6-9 1,-2 0 89,-6 5 0,-4 3 2287,-8-10-2800,0 34-476,2 24-629,16 30-136,0-11 1,2 2 179,6 9 0,3 0 405,-1-2 0,1-3 90,-1-11 0,0-3-179,15 6 359,-6-34 0,-7-4-1,-2-14 1,-5-6 90,-9-9-90,11-6 0,2-4 225,-11 18 0,-1-1-378,5-11 1,-2 1 1321,0-6-989,-8 14-1,0 13 991,0 12-900,0 1-360,0 6-270,0 52-180,0-22 170,0 9 0,0 1-710,0-6 1014,0 4-1508,6-9 0,4 2 539,3-5 1,1 0 719,-4 4 0,2-2-555,12-7 1,-1-6 419,-17-7 360,41-3 0,-18-45 0,-3 15 0,1 0 0</inkml:trace>
  <inkml:trace contextRef="#ctx0" brushRef="#br0" timeOffset="-78681.73">7003 17037 7533,'0'-21'2428,"0"-14"-629,-8 0-1439,6-5 0,-6 8 989,0-9-629,-2 5-1350,-7 1 180,7 47-45,4 21 1,4 12 464,3-5 0,2 5 0,1 1-751,0-6 1,0 0-1,0 0 1,2-2 840,-1 0 0,1-2 0,2-1-30,3 3 0,1-1 0,-2-6-831,2 1 891,4 5 359,-24-42-1888,-10-11 989,-17-16 450,7 13 0,-5 1 0,-9 3 0,-4 1 0,10 2 0,0 0 0,0-1 0</inkml:trace>
  <inkml:trace contextRef="#ctx0" brushRef="#br0" timeOffset="-78465.73">6068 16714 7533,'-37'-19'584,"4"11"1,1 2-1664,6-1 1079,-7 3 0,35 15 0,16-4 0</inkml:trace>
  <inkml:trace contextRef="#ctx0" brushRef="#br0" timeOffset="-78281.73">5062 16740 7533,'-27'-26'0,"9"6"0,42 12 0,15 10 0</inkml:trace>
  <inkml:trace contextRef="#ctx0" brushRef="#br0" timeOffset="-76499.73">8767 16171 7533,'-10'-26'0,"2"1"809,0 1-449,-2 8 0,0-3-270,-5 13 449,5 12-269,-8 7-90,4 15 0,3 4 90,-1 10-1221,-1 1 0,-2 9 1,4-5 950,8-11 0,0 1 89,-3 0 1,-2 6 0,-2 3 0,2-1 0,1-6-604,2-4 1,2-3 0,-1 4 531,0 1 0,1 5 0,-1 2 0,0-1 0,1-4-138,0 4 0,0-4 0,2 3 142,0-1 1,1 4 0,0-1-1,1-4 23,-2 9 0,2-4-90,1 4 0,3-10 45,5-25-90,8-14 180,-8-14-90,-2-16 0,-1-6 0,3-11-120,-2 9 0,1-6 1,0 5 119,0 9 0,1-1 0,4-12 0,1-5 0,-3 7 802,-5 12 0,0 2-652,9-11 0,4-4 0,-1 8 300,4 6-1,13 20 1,3 10-90,2 25-300,-15 0 0,1 6 0,-5-2-105,-10-9 0,-1 2 105,8 11 0,3 6 0,-8-4-105,-14-6 0,-2 0 90,15 8 0,-4-3-90,-23-12 0,-4-6 45,5-4 0,-24-3 0,-7-3-180,14-4 0,-1-1 1764,-12 1 0,-2-2-1764,5-2 1,4 0 36,-3 0-127,-3 0-89,33 0-1171,9 0 991,9 0-721,40 0 901,-15-6-136,13 0 0,4-1 0,-25 1 1,1-2 314,12-2 0,7-3 1,0 0 89,-10 1 0,0 0 0,0-2 0,-1 1 120,8-6 0,0 0 0,-2 1-25,1 0 0,0 1 0,-8 0 624,-10 1 1,-7 2-540,-7 7 1259,-2 1 90,-32 29-180,18-5-539,-9 13 0,-1 3-540,6-1 44,3 10 1,4 3-270,5-19 0,4-2-495,9 8 1,6-2 449,-3-12 0,3-6 98,7-6 0,3-9-503,0-14 1,-2-9 224,1-9 0,-3-5 240,-5 5 0,-1-2 0,-3-1-1163,-2-10 1,-5 1 1461,-1 13 1,-4 3 501,-6 0-501,0 23 0,0 1-180,0 29-90,8 18-315,-2-6 0,6 1-45,11-1 1,4-3 134,-3-1 0,1-4 1307,5-10 1,1-9-1308,3-8 0,-1-11 90,-7-14 0,-3-7-346,4 4 0,-1-3 421,-10-1 0,-2-4 0,-3 1 150,-1-10 0,0-3-45,-2 13 0,1-5 0,0 1 0,-2 2-15,-2 0 0,-2 2 0,1-2 37,1-8 0,2-5 1,0 2-1,-3 6 68,-2 2 0,-2 1 524,3-9 1,0-5 0,-1 10 2129,-2 1-2520,0 10 1,0 13 720,0 53-1170,0 0 0,0 3-76,0-2 1,0 3 7,0 2 1,-1 7 0,1 3 0,1-3-369,1-4 0,2-1 0,0 0 1,2 3 165,-2-6 0,1 3 0,0 0 1,1 1-1,1-1 0,1-2 162,2 3 0,2-2 0,1 0 1,1-3-1,0-3-242,3 9 1,2-4 0,1-19-551,24-41 1080,-38-10 0,-9-10 0,0 1-131,0 4 0,0 0 0,-3-2 131,-4-4 0,-2-4 0,-2 0 0,1 5 225,-7-6 0,1 2 314,3 7 1,1 0 0,1 1 1098,-5-7 0,4 8 1452,5 13-2370,3-3-450,38 19-450,-15 6-330,13-3 0,11-1 1,-6 0 329,8 1-913,-5-1 1,8-3 0,-6 1 347,-13 2 0,-1 1 601,13 0 0,1-1 0,-9-5 0,0 0 1,2 2-1,-1 0 0</inkml:trace>
  <inkml:trace contextRef="#ctx0" brushRef="#br0" timeOffset="-75782.73">12682 16791 7533,'-33'0'989,"19"0"-1079,-25 11 495,31 21 0,4 8-1,-5-6 1,1 1-2044,2 14 1,4-2 1106,2-19 0,0-5 712,0-5 769,8-12-1309,9-23 405,0-13 0,2-8 15,-2 2 0,1-4 0,0-3-96,-3 2 1,1-3 0,0-2-1,-1 1 283,0 0 1,-1-1-1,0 1 1,-2 3 321,2-2 1,-2 3 0,-3 6 419,-1-14-809,-8 67 0,-2 16-180,-2 9 0,0 2 90,3-1 0,2 0 565,2-9 0,2 2 0,3-2-1748,4-1 1,2 0 0,3-3-1,3-1 1,3-2 0,-1 0-547,4 16 1,5-9 1628,2-23 0,5-8 1,-5-7-1,-9-7 1,-1-4-1,7 0 1,1 0-1,0 0 1</inkml:trace>
  <inkml:trace contextRef="#ctx0" brushRef="#br0" timeOffset="-75018.73">13423 16714 7533,'-8'-26'1979,"-9"0"-900,-11 6-899,-7 7 314,13 26 1,1 9-765,-3 12 1,3 5-138,1-4 0,3 3 287,5 2 0,3 4 0,4-4-420,7-3 1,4-2 404,1 6 0,6-3-360,14-4 1,4-8 224,10-10-90,5-14 0,-1-10 315,-23-7 0,-1-4 45,10-3 0,-3-3-90,-11-20 450,-8 10 0,-2-1-270,-5-6 578,0 7 0,-1-6 1,-4 4 320,-12 3 1,-3 2 44,3-7 1,-2 6-1125,-18 15-1260,35 39-89,35 14 989,-5-20 1,3-5 314,-5-6 0,1-8-829,4-12 1,2-9 0,-5 0 1007,-7 2 1,-1-4-15,3-9 0,2-6 0,-5 5 54,-6 12 1,-4-1 35,-2-11 0,-2-4 0,-1-1 180,0 8 0,-1-1 0,-1 1-271,-1-1 1,-2-1 0,2-2 262,0 1 1,0-4-1,0 3 1,-1 5-158,-2 6 0,0 1 134,3-19 1,0 7 450,-4 25 629,-8 25-1169,3 16 0,0 11-780,2 3 0,0 6 1,0-2 285,-1-9 1,1-1-1,2 3-24,3 6 1,1 5 0,2 1 0,0-2 179,-1-6 1,0-1 0,1 0-1,2 2 50,2-3 0,3 1 0,1 1 1,0-1-1,-1 0-297,0 4 0,-1 1 0,1-3 1,2-4 805,3 2 0,2-4 0,-2-19-1750,0-31 854,-18-10 1,-7-6 404,-5-5 0,-2-1 90,2 3 0,-1 0 135,-10-4 0,-1-3 23,9 5 0,1-3 1,-1 0 933,-7-2 0,-2-2 0,2 2 0,6 4 0,2 0 0,0 5-726,-6 1 1,9 7 623,27 10 185,7 11-1085,10-5 0,3-2 90,6-1-754,-12 2 0,1-1 394,-1-2 0,0 0-450,20 0 270,-15 4 0,5-2 1,-4 1 359,-4-1 0,1 1 0,5 2 0,3 0 0,-1 0 0,2-3 0,0 1 0</inkml:trace>
  <inkml:trace contextRef="#ctx0" brushRef="#br0" timeOffset="-74016.73">15275 16649 7533,'-10'-36'2158,"-5"2"-1528,5 33-360,0-5 270,-5 6-630,13 6 360,-14 18-360,14-7 135,-7 10 0,2 5 89,13 4 1,2 0-135,-11-6 0,2 0 0,12 2 0,6 2 0,2-5-225,3-8 1,3-5 89,15 5 0,0-3 135,-15-9 0,-1-7 0,17-20 0,-3-11 45,-16 1 0,-3-2 0,8-2 0,1-3 0,-2-6 0,-3 4 224,-4 12-134,-5 0 0,-2 2-45,-2 15 0,-2 8 450,-16 37-855,5-5 0,4 2 135,4 7 0,5-2-90,3-4 1,4-4 224,0-9 0,3-6-765,29-10 630,-19-14 405,-1-14 0,0-9-90,0-6 0,-3-6-996,-6 5 0,-2-3 1,-1 1 949,-4 8 1,-1 0 0,-2 1 405,0-14 0,-4 6 764,-6 16-90,8 6-1169,2 24-315,2 13 1,1 7-316,1 5 1,0 3-181,3 11 0,1 1 720,-4-11 1,-1 1-1396,-3 12 1,-2-3 1484,2-20 0,-4-4 0,-20 6 0,2-41 0</inkml:trace>
  <inkml:trace contextRef="#ctx0" brushRef="#br0" timeOffset="-73831.73">15505 16198 7533,'-28'-6'989,"-13"-1"-539,27-1-1440,-1 8 990,40 8 0,7-8 0,9-2 0,2-1 0,-6 1 0,1 0 0,0 0 0,0-1 0</inkml:trace>
  <inkml:trace contextRef="#ctx0" brushRef="#br0" timeOffset="-72348.73">17657 16547 7533,'-28'-20'1259,"-13"0"-989,14 10 0,1 0 0,-15-8-136,8 12 1,1 5 405,-5 12-90,0 22-360,11 3-180,15 0 0,7 5-180,8-4 0,5 1-1369,-1 6 1,4-1 1275,4-8 1,5-5 9,0-9 1,1-6 352,6-8-89,13-13 178,-20-8 135,1-13 1,-2-6-45,-13-1 0,-3-1-287,5-2 1,-2-1 196,-10-11 0,-2 2 2067,3 1-2067,-11 0 0,-5 2 1455,-4 11-1545,3 49 450,5 15-1069,16 1 0,7 9 0,3 3 0,-4-6 529,-1 1 0,0 2 72,2-4 0,3 7 0,1 2 0,-1-1 0,-1-7-302,0 9 1,1 2 408,-1-11 1,1 6 0,2 5 0,0 1 0,-2-2 0,-2-5 0,-2 2 0,-2-3 0,-1-1 0,1 2-90,2-2 0,1 1 0,1 0 0,-2 0 0,-1-1 45,-3 4 0,-2 0 0,-1-3 0,-1-6 0,2-4 0,-4-3 135,-7 20 0,-5-7 359,-8-19-89,-1-12 0,-5-5-315,-7-15 0,2-7-270,11 4 0,1-4 135,-11-7 0,-4-5 0,8 0-180,13 3 0,2-3 67,-7-7 1,-5-7 0,1-2-1,5 5-52,5-9 0,2 1 225,-2 2 0,-3-2 0,7 1-210,9 7 0,5 2 1,1 4 149,7-16-966,16 14 1,11-4 0,-2 7 830,-11 14 0,1 2 75,9-4 0,5-1 0,-3 2-481,-2 2 1,-3 2 405,-5 2 0,1-1 390,2-1 1,4-2-1,-1 0-375,-3-1 0,0 0 1,-1 1 29,12-6 0,0-3 419,-10 0 1,0-3 0,-6 1 743,-8 2 0,-4 0-533,5-11 0,-5-2 1098,-15 6 0,-6 3 691,-12-6-2149,-1 0-180,-4 29 0,22 1 58,-5 18-328,7-4-809,0 40 899,0-22-225,6 18 1,3 6 179,0-16 0,2-2 617,2 7 0,1 1-527,6 7 0,1-5-45,-2-21 0,0-2 180,-2 8 0,3-4 90,5-12 0,-1-10 90,5-37-90,-1 4-90,-11-9 0,-3-3 0,-2-1 30,-2 14 0,3-4 0,-3 5-30,2-10 180,-3-6 0,-2 3-180,-7 16 0,2-9 0,3 1 90,5 17-270,8-24 0,-8 33-90,-2-2 90,-8 11 0,7 6 180,-5-5 90,22 23 0,-12-15 180,4 11 0,1 2 0,3-5 224,-4 9 1,1 1-315,2-2 180,2 7 0,0 1-270,0 5 44,-4-15 1,0-2-854,0-2 269,-7-13-1439,-2-6 900,-8 0 791,0 0 0,-24 40 0,10-15 0,-1 0 0</inkml:trace>
  <inkml:trace contextRef="#ctx0" brushRef="#br0" timeOffset="-71248.73">18891 16714 7533,'-10'-7'1799,"3"1"-1440,7 6-179,0 0 180,7 6-180,3 1 270,31 6-90,6-12-405,-19 0 0,-1-3 45,7-14 0,-1-4 45,-9 9 0,-1-3-45,1-11 0,-1-7 0,-1 1-1639,-1-2 1,-3-1 1445,2-4 1,-7-2 57,-15-4 0,-12 4-135,-6 17 0,-5 2 270,2-6 0,-3 2 45,-14 9 0,-2 8-45,13 12 0,1 4 90,-4-3 0,1 5 0,7 11 0,2 7 0,2 1 45,-1 12 0,3 1-263,-2 1 0,4 3 278,13-8 0,3 3 0,3-7-60,9 8-120,6-11 0,6 4 0,-1-7 30,12 0-60,5-7 0,10 1 0,-3-6-165,0-12 0,-2-4 225,-7 5 0,2 0 0,-2-5-150,-3-9 0,-1-5 0,-5 1 330,12-6-180,-6-10 0,-3-1 3276,-11 12-1578,-5-7-798,-34 61-675,5-4 0,-1 3-225,4-5 0,0-1-546,1 3 1,3-5 725,6-14-450,8 0-449,25-40-883,-10 5 0,1-5 1512,-1-5 0,1-4-30,3-5 0,1-4 0,-3 4 75,-7 6 0,0 0-585,6-3 1,3-1-1,-4 6 836,-1-3-1915,9 19 1709,-13 37 0,5-4 0,5 0 0,4 4 0,0-1 0</inkml:trace>
  <inkml:trace contextRef="#ctx0" brushRef="#br0" timeOffset="-70516.73">20267 16456 7533,'-8'-19'1979,"-9"-1"899,-3-11-2518,-5 15 179,7-13-629,-15 21 540,11 0-270,-11 10-1709,7 28 809,4-3 1,1 3 809,9-8 0,1 2-90,-6 5 0,-1 3 0,6-4 270,8 5-1,-5 9 1,2-1-90,7-8-225,-1 4 0,2-2 45,7-11 0,6-1 0,5-4-360,20-16 360,-8-14 0,-1-8 0,-2-9 0,-3-6 90,-5-6 0,-3-1 45,-3 9 0,-2 0 45,-3 3 0,-3 3 180,-4 4 629,-2-3-449,-9 25-630,-1 13 0,-6 24-90,14-7-315,0 0 1,4 1 179,8-7 0,6-1 90,5-1 0,3-2 135,7 10 90,1-32 0,-1-8-90,-8-6-1291,6-17 0,1-5 1381,-11 15 0,-1-2 0,0-15 0,-1-8 0,-1 4-257,-1 13 0,0-2 279,-4-4 1,-1-8-1,1 0 1,-2 6-23,1 2 0,-1 0 45,-2 0 0,-1-8 0,0 2 0,1 6 44,2 8 1,0 1 240,-6-7 0,0-2 0,0 9 210,5 9 2518,-16-4-2698,6 42-270,-5 2-1,6 8 1,2 2 90,-9 8-330,6-7 0,3 5 1,-2-4-49,-7 16 198,7-8 0,1 7 0,1-6-225,-2-17 1,2 1-294,1 11 1,1 9 0,1 3 0,3-5-113,2-2 0,4-2 1,0 1-191,-1 1 1,1 2 0,2 0 0,0-4 1142,1-2 0,2-2 0,3-13 0,8-16 0,0-12 0,-6-21 0,-1 0 0</inkml:trace>
  <inkml:trace contextRef="#ctx0" brushRef="#br0" timeOffset="-70406.73">21114 16637 7533,'0'-21'3276,"0"2"-2145,0 12-1131,0 1 0,-16 52 0,6-17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0:39:31.58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1940 3846 5824,'0'-14'180,"0"3"-1,0 5 91,0 4-90,-8-9 90,6 9 0,-5-3-90,7 5 629,0 0-449,0-6 360,0 5-91,0-11-179,-8 10-360,6-4 450,-6 1 89,8 3-359,0-9-90,0 10-90,0-5 0,-8 6-180,6 0 360,-6-6-180,8 4-90,0-4 270,0 6 719,0 0-809,-7 0-180,5-5 0,-6 4-90,8-5 90,0 6 0,0 0 90,0-5-90,0 3 90,0-9 90,0 9-180,0-4-180,0 6 360,0 12-135,0 13 0,0 10-23,-2-3 1,0 6-1,0 3 1,0 0-267,0-1 1,0 1-1,0 1 1,0 1 0,0 0 315,0 5 0,0 1 0,0 1 0,0-1 0,0-2-72,0 4 0,0-1 0,0-2 0,0-4 179,2 0 1,0-4 0,0-2-90,0 6 0,0-7 0,0-9 0,0 1-90,0-22 450,0 0-720,0-7 1127,0-13-857,-7 5-809,5-10-91,-14 11-89,14 0 449,-6 1-180,8 6-1708,0-6 2428,0-12 0,7-15 0,2-7 0,1-8 0,-1 0 0</inkml:trace>
  <inkml:trace contextRef="#ctx0" brushRef="#br0" timeOffset="716">1834 3846 6903,'-17'-20'1169,"-1"-10"-809,8 20 90,-5-19 719,13 15-809,-6-6 90,8 1 0,0 6 269,0 0-89,0 0-1,8 0-449,-6 6 360,29 1-360,-17 6 135,11-1 0,7 2-1,6 8 1,2 5-135,-9-1 0,1 3 0,-1 1-1161,3 6 0,0 2 1,-4 1 980,0 3 0,-7 3 0,-6 14 0,-10-3-191,-15-8 326,1 4 0,-4-1-135,-16-2-90,7 8 180,-5-14 0,-5 1-953,2-1 0,-1 1 908,1 0 0,-3 0 135,3-9 0,-3 0 0,2-6-728,4-7 1,1-2 637,-3 2 0,-1-1 1185,-21-8-2625,38-6 1268,-5 5-1807,16-5 1999,8 6-110,17 0 0,3-5 0,5-1 0,8-2 0,0 1 0</inkml:trace>
  <inkml:trace contextRef="#ctx0" brushRef="#br0" timeOffset="2733">2805 3807 7533,'-8'-33'2698,"6"7"-1888,-14 8-630,6 11-1,1 1-358,-7 6 179,14 0-180,-22 6-90,5 7 180,-1 1-180,-19 16 270,25-14-45,-5 6 0,-3 3 270,4-3 0,1 4 104,3 8 1,2 7 0,1 1-83,-1-6 1,0 1-1,1 2 1,2 1-305,3 7 0,3 3 1,2 0-1,0-1 192,-1 0 0,1-1 0,2-1 0,3-1-285,5 5 0,4-3 0,0-4 105,0-2 0,3-6-360,4-10 0,1-6-1753,7-12 269,7 5-1388,-15-1 2426,-5-11 1024,-7 5 0,2-6 0,8 0 1</inkml:trace>
  <inkml:trace contextRef="#ctx0" brushRef="#br0" timeOffset="3201">3087 3885 7533,'-18'-13'359,"1"0"991,7-5-181,2 9-809,16 9-360,-6 9 180,8 11 0,3 6 44,1 13 1,0 6-345,-2-1 0,0 5 1,1 1-325,-2-7 1,0 2-1,0 0 1,-1 0 60,-3 0 1,-1 0 0,1-1 0,0-1-128,7 5 0,1-2 0,-2-4 330,-7-1 1,1-5-406,6-7 0,-2-5 585,-11-8 0,0 8 0,0-11 0</inkml:trace>
  <inkml:trace contextRef="#ctx0" brushRef="#br0" timeOffset="3553">2999 4672 7533,'-24'-9'1638,"1"-1"0,-11-15-308,46-2 0,8-2-610,-3-16-1813,9 14 1,8-3 0,-6 3 889,-10 5 1,0-1 442,10-6 0,5-4 0,-4 4 395,-9 5 1,1-1-524,5-2 1,6-5-1,1-1 1,-2 3-233,-3-1 0,-2 2 0,2-1 150,4-4 0,2 0 0,-2 2-840,-6 6 1,-1 1 0,-4 5-2044,9-5-424,5 9 3219,-17 22 0,-10 35 1,-8 11-1</inkml:trace>
  <inkml:trace contextRef="#ctx0" brushRef="#br0" timeOffset="4320">3722 4517 7533,'-20'0'3276,"-3"6"-2325,21-4 758,-6 20-1349,8-6 90,0 27-270,0-14-360,0 0 0,0 2 90,0-3 0,0-1-1529,0 21-20,0-16 1,0-5 597,0-10 1041,0 19 0,0-21 0,0 3 0</inkml:trace>
  <inkml:trace contextRef="#ctx0" brushRef="#br0" timeOffset="4970">4180 4634 7533,'0'-21'2069,"0"3"-1710,8 4 721,-6 7-900,14 1 989,2 6-989,1 6 360,7 13-361,-17-3-89,-1 32-629,-8-24 404,-3 6 0,-2 0-1035,3-6 271,-14 8 0,-7 1-46,4-17 1,-1-1 764,-3 6 0,-1-3-450,-17-1 270,31-17 360,-6 0 0,46-17 0,1-5 0</inkml:trace>
  <inkml:trace contextRef="#ctx0" brushRef="#br0" timeOffset="6135">4710 3949 7533,'0'-25'180,"0"10"539,0-8-539,0 21 360,0-22-270,0 16 269,0-11-359,0 6 360,7 1-360,-5 4 449,14-3-449,-14 10 540,22 23-450,-5-3-91,-5 8 1,1 9 0,-1-4-481,1-8 0,0 2 413,-1 8 1,2 7-1,-1 2 1,-4-6 22,-3-1 0,0 1-225,4 1 0,4 5 0,-1 1 0,-3-7-933,-5-5 1,0-1 842,13 15 0,1-2-135,-11-17 1,0-3 134,15 5 45,-16-3 0,0-4-135,0-12-270,7 18-179,-6-19-482,0 16 572,-2-17 1328,-8 10-699,0-17 0,0-1 0,0-7 0</inkml:trace>
  <inkml:trace contextRef="#ctx0" brushRef="#br0" timeOffset="6502">4745 4840 7533,'-39'-7'2248,"-1"-5"-449,46-18-1439,-4 6 359,18-14 1,9-7-949,-10 15 0,0-2 0,2-1 0,1 0 454,4-6 0,3 0 0,-1-1 0,-2 0-181,-4 4 1,-1-1 0,-1 1 0,2-1 45,-1 2 0,3-1 0,0 0 0,-2 1 0,-2 5-1279,8-14 0,-3 3 979,-4 5 0,0-1 0,0 3-60,6-2 1,-7 6 273,-16 7-1084,8-1 1,0 1 719,-11 5-1169,15-12-270,-14 23 1938,14 18 1,-13 21 0,-4 9 0,3-6-1,1-1 1,0 1 0</inkml:trace>
  <inkml:trace contextRef="#ctx0" brushRef="#br0" timeOffset="6936">5450 4531 7533,'-19'-22'3238,"3"-2"-1979,32 17-629,3 0-450,1 2-1,7 3 1,1 4-719,5 9 89,-5 0 0,-3 4-89,1 25 539,-19 0-135,-16-9 0,-5-2 135,0 3 854,-16 3 1,-4 2 269,13-10 0,0 0-404,-10 1 0,2-1-271,1 10-269,13-20-180,38-15 0,-1 3-270,6-10 1,2-1-1,10 3-1369,-3-11 1,0-1-1202,4 11 2840,-14-6 0,-3 3 0,-6 13 0,-10 0 0</inkml:trace>
  <inkml:trace contextRef="#ctx0" brushRef="#br0" timeOffset="7904">6456 3666 7533,'0'-28'809,"0"-2"361,0 5-991,0 3 451,0-8-450,0 21 360,0-8-360,0 10 449,0 0-449,0 1-180,8 6-90,-6 6 720,5 29-450,-7 3-1221,0-1 0,0 9 1,0-3 1085,0-2 0,0 3 8,1-4 1,-1 8 0,0 4 0,0-2 0,-1-6-417,-1-3 0,-1-5 1,1 7 436,1 0 1,1 7 0,1 4 0,-1-1 0,-1-3 0,0-7-45,-4-2 0,-1-6 0,1 4 42,3 5 0,2 6 0,1 2 0,-1-4 0,-1-9-27,-3-5 0,0-2 15,3 5 0,2 4 0,-1-8-384,0 3 414,8-3-180,-6-16 90,6-17 2695,-8-5-2695,0-3 556,0-16-2805,0-9 1890,0 10-2520,0-11 2879,0 25 0,16 2 0,3 8 0</inkml:trace>
  <inkml:trace contextRef="#ctx0" brushRef="#br0" timeOffset="10787">7179 3833 7713,'-20'-7'899,"5"2"-719,15-1 180,0 4-360,0-9 629,0 9-539,0-3 360,-8-1-270,6 5 180,-6-5-270,8 6 539,0 0-89,0 11 270,8 15-361,2 2 1,8 11 0,5 0-450,-8-19 0,1 1-736,3 8 1,3 6-1,0 1 1,-2-5 824,1-2 1,1 1 22,2 2 1,4 5 0,1 0-1,-4-6-255,-3-2 1,1-3 202,8 4 0,5 2 0,-5-4-60,2 8-180,3-11 1,0-1 44,-15-7 0,-2-1-45,18 11-360,-6-8 360,-29-8-629,6-9 629,-8 4-630,0-6 181,0 0 2710,0 5-2890,0-3-25,0 4-65,0-6 899,0 0 0,-16-12 0,-3-3 0</inkml:trace>
  <inkml:trace contextRef="#ctx0" brushRef="#br0" timeOffset="11168">7214 4943 7533,'-27'-13'1799,"1"6"0,9-16-1440,7 7-179,2-10 1529,24-21-840,1 18 1,4-4 0,0 1-1048,0-9 1,3-2 464,-2 11 1,4-3 0,4-2 0,0-1 0,-1 1-521,0-1 0,0 0 0,0-1 0,0 1 0,0 2 215,-3 4 0,-1 2 0,1 0 0,-1-1 0,2-1-102,1-3 0,2-3 0,1-1 0,-2 1 0,-1 1 0,-3 4-209,3-6 0,-4 3 0,0 1-481,4-4 1,0 1 0,-3 2-361,0-5 1,-7 7-1170,-11 10-19,-24 41 2358,-3 6 0,4 1 0,-1 3 0,3-4 0,1 0 0</inkml:trace>
  <inkml:trace contextRef="#ctx0" brushRef="#br0" timeOffset="11934">8149 4478 7533,'-25'-40'3276,"13"9"-436,-4 18-2750,48 19-180,-9 3 0,1 1 0,0 1 0,1 0-817,16 13 637,-18-11 335,-11 0-514,21 6 179,-13 7 270,-2-4 180,-11 7-360,-38-2 0,-8-1 450,8-12 0,-1-2-91,4-1 1,3-3-90,-2-1 303,3-1-483,22-6 90,10 6 0,27 7-45,-12 1 0,2 3 90,6 5 0,-2 2-45,-13-4 0,-2 1 0,4 6 0,-5 1 314,-18 1 1,-4-1-225,5 11-90,-14-10 0,-5-5 90,2-10 0,-20-1-899,-3-7 539,5-6-540,-4-6 540,18 5-1798,7-4 359,8-1 1439,2 5 270,16-5 0,25-6 0,15-2 0</inkml:trace>
  <inkml:trace contextRef="#ctx0" brushRef="#br0" timeOffset="12367">8767 3433 7533,'0'-21'1709,"0"-2"0,31 50-1349,-15-8 149,3 6 1,5 9 0,-3-3-991,-5-5 0,0 2 661,1 7 0,3 6 0,0 2 0,-3-1-1000,-5-6 1,-2 0 0,-1 0 0,1 1 828,3 1 0,2-1 0,-2 2 0,-3 3 117,-4 2 0,-2 3 0,-2 2 0,-2-1 0,-2-3 36,-2-2 0,-1-1 0,-3-1 0,0 2 0,-2 0 0,-1 2 0,-1 0 0,-2 0 0,-2-2-1,-2-4 1,-1 0 0,-2-1 0,0-3 0,2-3-72,-3 3 0,0-4 0,-3-1-420,-8 4 0,-4-2 1,3-3-1310,4-5 1,2-1 1613,3 1 0,0 2 1,2 0-1,-5 10 0,5 1 1,10 5-1,1-1 1</inkml:trace>
  <inkml:trace contextRef="#ctx0" brushRef="#br0" timeOffset="18786">10283 4259 7083,'-17'-7'989,"7"1"181,-6 0-990,14 5 359,-13-10-359,13 3 900,-6 1-901,8-4 901,0 9-900,0-3 359,8-1-269,2 4 360,23-3-630,-19 5 225,16 0 0,2 0-405,-6 0 180,14 0 0,2 0-180,-1 0-360,2 2 1,-3 1-1,-15-1-405,11 4 1,-1-1 134,-20-3-1708,26 15 2518,-31-9 0,-25 29 0,-15-3 0</inkml:trace>
  <inkml:trace contextRef="#ctx0" brushRef="#br0" timeOffset="19173">10195 4582 7533,'-45'0'2788,"18"0"-1529,11 0-899,16 0 630,16 0-226,7-3 1,5 0-361,14-3 1,6-1-675,-10 2 0,1 0 1,1 1-391,2-1 0,0 0 1,-2 2-915,7 4 0,-4 4 1574,-12-1 0,-9 6 0,-14 21 0,-28 3 0</inkml:trace>
  <inkml:trace contextRef="#ctx0" brushRef="#br0" timeOffset="21085">12153 3678 7533,'-10'-21'1529,"3"-8"-1349,7 26 359,0-14-539,0 16 90,0-11-90,0 11-90,0-5 0,0 6 1,0 6-1,0 7 449,0 13 1,0 8-135,-4 11 0,0 3-1059,3 0 0,0 2 894,-4-5 0,-1 3 0,1-2-30,2-10 0,0-2 0,-1 3-763,0 4 1,-1 3 0,1 1-1,0-4 703,0-4 0,1-2 0,0 2 52,-1 2 1,-1 5 0,1-2-1,1-7-677,2-2 1,0-4 654,-3 10 0,0-3-228,4-6 318,0-23 312,-7-1-402,5-6 1690,-6 0-1690,8 0 1302,0-6-2022,0-1 673,0-6 47,8-23 0,0 6 0,1-5 0,5-11 0,0-1 0</inkml:trace>
  <inkml:trace contextRef="#ctx0" brushRef="#br0" timeOffset="21437">12030 3666 7533,'0'-33'539,"0"1"91,0 12-540,0 1 1799,15 12-900,21 7-2628,5 15 1,4 6 1645,-14-9 1,1 2 142,5 6 0,4 6 0,-6-1-1169,-4 6 0,-3-1 974,9-3 0,-3 2-135,-12 5 0,-9 3 315,-13-4 0,-8-1-135,-12 3 0,-5-1 0,7-4 0,-5-1-180,-8-8 0,-7-1 0,3-3-405,3-1 1,1-2 494,-5 6 0,0-1-405,5-4 0,7 0-1034,12 0 1079,2 3 450,28-5 0,27-6 0,-14-4 0,1 0 0</inkml:trace>
  <inkml:trace contextRef="#ctx0" brushRef="#br0" timeOffset="21821">13018 3575 7533,'-18'-40'3276,"0"8"-2774,8 14-323,-5 11-808,-11 7 629,5 7-90,-3 10 0,-1 7 180,5 1 0,0 3 0,-1 3-910,1-1 1,-1 4 0,0 0 0,1 0 764,-3 4 0,1-1 0,0 5 360,3-4 1,0 5 0,0 2 0,1 0 0,5-2-24,3 2 0,4 0 1,2-1-1,-2 2-282,-1-2 0,0 0 0,-1 2 0,1-2 0,3-2 0,2-1 0,1-1 0,2-3 0,3-2-450,4 1 0,4-2 1,1-8 359,17 4-765,5-2 1,4-3 854,-14-15 0,1-2 0,9 3 0,-1-4 0,9-8 0</inkml:trace>
  <inkml:trace contextRef="#ctx0" brushRef="#br0" timeOffset="22539">13282 3846 7533,'-10'-13'809,"-5"-5"361,5-2-1,0 5-629,2 15 89,9 21 1,6 13-331,0-1 1,2 4 0,0 3-406,-2-3 1,0 2-1,0 2 1,2 1-3,2 4 0,2 3 0,1 1 0,1-1 0,-1-3-712,0 0 1,0-2 0,0-1 0,0 0 472,0-2 1,-1 1 0,0-3 0,2-3-374,4-2 1,1-4-1,-2-5-1349,11 5 2069,-8-11 0,-6-1 0,-13-5 0,-14-7 0</inkml:trace>
  <inkml:trace contextRef="#ctx0" brushRef="#br0" timeOffset="22853">13212 4711 7533,'-26'-3'539,"1"0"1,-7 2 1169,-17-5-1259,37 6 989,-3-12-629,38-25-226,2 2 1,3-2-799,-4 6 0,3-2 484,-1 1 0,5-4 0,-1-1 0,-3 6-459,0-2 0,1 0 243,-3 2 0,6-5 0,1-2 0,-1 1 0,-3 5-84,-3 5 0,-2 3 0,3-4-135,0 0 0,3-4 0,2-3 0,1 0 0,-3 3 0,-3 4-165,1-2 0,-3 5 1,1-3 209,10-9 0,1-2 0,-7 5-3118,-3-2 809,-34 47 2429,-20 27 0,10-9 0,-1 4 0,-3 8 0,1 1 0</inkml:trace>
  <inkml:trace contextRef="#ctx0" brushRef="#br0" timeOffset="23105">13935 4556 13289,'-10'31'-269,"2"-9"-1261,16 26 721,-6-18 809,2 4 0,0 5 0,-7-1 0,-2 3 0,2-6 0,-1-1 0,1 1 0</inkml:trace>
  <inkml:trace contextRef="#ctx0" brushRef="#br0" timeOffset="26649">14711 3523 7443,'-20'-7'1799,"5"2"-1709,15 5 1619,0 0-720,0 11-809,0-2 360,7 32-360,-5-11-945,1 6 0,0 10 1,-1-3 899,-1-2 0,-2 4-210,0-5 0,-2 8 0,0 4 0,0 3 0,0-1 0,1-5-245,-1-2 1,1-2 0,0-1 0,0 0 0,-1 3 319,-1 1 0,0 3 0,-1 0 0,0 1 0,1-3 0,0-3 26,1 5 0,1-3 0,0-4 0,-1-3 199,-1 8 0,1-9-225,3-3 0,0-26-720,-8-28-719,6-16 1698,-6 10 1,0-2-2059,6-20 1169,-6 13 1391,8 19-761,0 7 0,24 18 0,5 2 0</inkml:trace>
  <inkml:trace contextRef="#ctx0" brushRef="#br0" timeOffset="27284">15134 3962 7533,'-17'-13'2158,"7"0"-1978,2 6 450,8-4-540,0 10 450,0-5-181,8 6 181,2 6 540,23 24-721,-18-5 1,-1 3-225,7-2 0,1 4-198,-4 9 1,-2 6 0,1 1 182,2-2 0,0-1 0,-2 1-120,-3-3 0,-2 1 0,1 1-90,6 4 0,0 1 0,-2-7-1549,-6-14 1,0-4 1146,7 4 1,-1-2-1039,1 5-89,-3-17-360,-5 5 990,0-3 989,-2 3 0,-8 1 0,0 1 0</inkml:trace>
  <inkml:trace contextRef="#ctx0" brushRef="#br0" timeOffset="27616">15152 4827 7533,'-47'0'1799,"-2"0"-810,37 0 450,-12 0-359,38-17-2442,10-12 1,3-4 1451,-6 10 0,3-3 292,5-4 0,7-7 1,-1 0-1,-5 5-236,-6 0 0,1 0-21,0 2 1,6-5 0,3-2 0,-1 0 0,-4 2-81,0-1 0,-3 0 0,-1 1 0,1-1-351,-2 3 0,1-2 1,-1 1-1,0 1 0,-1 1 186,8-7 0,-1 2 0,-7 3-600,-7-5 1,-6 8-1530,-3 15 451,-7-3 898,0 19 900,-7 8 0,-3 22 0,-8 4 0</inkml:trace>
  <inkml:trace contextRef="#ctx0" brushRef="#br0" timeOffset="28401">15893 4504 7533,'-18'-13'3276,"-7"-6"-1335,5 5 128,2 1-1890,26 8-358,20 10 44,1 1 0,2 1-180,-2 6 0,-1 0 225,0-3 0,-3 2 0,8 18 0,-15-16 270,-8 10 0,-10 8-135,-18-17 0,-5-1 0,-1 3 0,-1-3 180,-11-5 0,1-5 134,-10 2-448,20 5-91,17-8 90,16 20 360,9-3-270,3 2 0,4-2 0,1 1-225,-9-1 0,-1 1 494,5 9 1,-5 4-45,-12 0 0,-6-2 135,-8 16-45,-13-25 0,-1-5-315,9-9 135,-8 0 0,1-1 134,11-7-179,-13 5-809,-1-6-1890,-1-12 2159,7 10-2608,5-16 2429,15 17 629,15-4 0,20-13 0,-7 7 0,-1 1 0</inkml:trace>
  <inkml:trace contextRef="#ctx0" brushRef="#br0" timeOffset="28832">16369 3291 8972,'22'34'655,"1"-1"0,-4 5 1,1 6-1,-1 4 0,-3-1 145,-3-2 0,-2 0 0,-2 2 0,2 4-1269,-3-8 1,1 5 0,1 2 0,-1 1 0,0 0 0,-2-2 0,-1-2-188,0 3 1,-2-2-1,0-2 1,-2 1 0,0 0 510,0 1 0,0 2 0,-2-1 0,-1-2 0,-2-4-664,-6 10 0,-3-4 0,0-6 899,2-1 0,-4-2-237,-8 1 1,-5 2-1,4-9 237,-3-7-392,2-6 0,-5 3 0,2-5 122,-14-2-431,9-1 1,-4 3 0,4-1 610,5-3 0,1 1 0,-13 10 0,3 3 0,19-6 0,-1 0 0</inkml:trace>
  <inkml:trace contextRef="#ctx0" brushRef="#br0" timeOffset="33186">17568 3743 5824,'0'-8'1349,"0"2"-1079,-8 1-270,7 4 0,-7-5-90,8 6 540,0 0-361,-8 0 1,6 0 0,-6 0 0,8 0 90,0 0 90,0-5-180,0 3 180,0-9-180,0 3 360,0-5-360,0 6 269,0-10-269,0 14 270,0-14-270,0 10 270,0-6-180,0 0-90,0 0 179,0 0 271,0 0-450,0 6 270,0 1-540,0 6 180,0 6 0,0 7 180,1 15 0,-2 4-180,-3-7 0,0 3-353,3 6 0,1 6 0,1 4 0,-3 0 263,-1-3 0,-2 1 0,-1 1 0,1 0 0,1-3 45,2 2 0,1-2 0,1 0 0,-1 3 63,-1 6 0,0 6 0,0 0 0,1-6 0,0-10-18,2-9 0,0-4-45,3 24 0,0-5-45,-4-26 1066,0 5-526,0-14 360,-8 13-810,-2-22 539,0 5-809,3-6 242,7 0-1232,-8-12-1513,6 9 434,-6-14 1890,8 16 449,0-10 0,8-2 0,2-7 0</inkml:trace>
  <inkml:trace contextRef="#ctx0" brushRef="#br0" timeOffset="33971">17533 3729 7533,'-18'-21'989,"1"-7"1,-1 8 89,8-13-270,10-6-179,18 6-450,17 13 0,-13 8 0,25 12 45,-25 10 0,1 3-1,12 6 1,2 2-45,1 9 0,-3 1-135,-7-6 0,-3 3-225,2 12 0,-5 3 225,-13-6 0,-4 2-105,-2-2 0,-2 4 0,-5-3-1033,-8-5 1,-5-2 0,1-2 932,-3 6 0,-4-5 160,-15-6 0,-4-7-6,14-11 0,-1-3 6,-11 3 0,0 0 0,12-6 0,1 0-45,-3-1 0,3 2-585,6 4 270,-5 3-1708,26 10 1528,2-3-1619,29 9 1799,-17-16-225,21 2 1,3-2 584,-11-7 0,15-2 0,4-4 0,-17-2 0,-1 0 0</inkml:trace>
  <inkml:trace contextRef="#ctx0" brushRef="#br0" timeOffset="34354">18556 3498 7533,'-19'-29'3238,"3"0"-2878,8 28 89,-2-11-1078,-15 5-1,-11 11 585,7 13 0,-2 9 464,1 5 1,1 6 0,-1 4-520,10-7 1,-1 4 0,1 1 0,1 2 0,0 1 263,1-2 1,0 2 0,0 0 0,2 2 0,1-1 0,2 1-150,1 1 0,2 0 0,1 0 0,2 1 0,1-1 0,3-1-339,0 3 0,2 1 0,3-2 1,2-1-1,3-3 289,5 1 0,3-2 0,2-3 0,4-7 0,4-5 0,3-7 0,1-5 0,14-6 0,1-1 0</inkml:trace>
  <inkml:trace contextRef="#ctx0" brushRef="#br0" timeOffset="34988">18768 3782 7533,'-26'-13'1799,"15"0"-1440,-5 6 721,16-5-1,23 34-449,-5 3 0,2 7-481,2 3 1,2 5 0,0 3-970,-3-1 1,0 5 0,-1 0 0,-1-3 254,1 0 1,-1-2-1,-2 1 430,-3-5 0,-1 3 0,-1-3 0,-2-6 430,-1-6 0,0-1-745,1 5 0,2 4 1,-1-2-856,4 3 1,0 0 1304,-1 6 0,-1-3 0,3 7 0,-16-28 0</inkml:trace>
  <inkml:trace contextRef="#ctx0" brushRef="#br0" timeOffset="35320">18715 4711 7533,'-41'-19'3276,"17"-12"-1638,9 6 0,5-2-815,20-22-523,3 20 0,6-3 0,-1 3-657,2 6 0,2-1 536,-1-3 1,3-5 0,2-2 0,1 2-901,1-1 0,1-1 0,1 1 0,-2 1 766,-3 3 0,-1 0 0,1 1 0,1-2-135,4-3 0,4-3 0,0 0 0,-3 3 0,-5 4 472,-2 1 0,-1 1-1132,7-6 0,2-1 1,-6 4 479,-4 0-900,-5 8 1,-1 3-1169,-6 10 1168,-2-3-269,-16 30 1439,-2-8 0,1 14 0,1 5 0,-1-5 0,0 0 0</inkml:trace>
  <inkml:trace contextRef="#ctx0" brushRef="#br0" timeOffset="35802">19332 4504 7533,'0'-31'2428,"0"9"-449,16-14-809,11 15-991,3 1 1,11 2 270,-14 17 0,6-3 0,1 2-630,1 8 270,-4-5 0,-5 5-990,-16 30 180,-26 11 540,0-9 1,-5 2 478,-1-13 1,-4 0 0,3-2-165,3 2 0,-1 0 270,-7 4 0,1-3 764,8 1-899,-1 4 449,12-3-539,18-22-90,16 10-90,-1-16 0,1-3 0,7 7-1080,8-5 1,-2-2-270,-13 1 1349,15-5 0,-2 4 0,-21 17 0,21-1 0</inkml:trace>
  <inkml:trace contextRef="#ctx0" brushRef="#br0" timeOffset="36719">20391 3627 7533,'-10'-15'1709,"2"-7"-1529,8 19 989,0-15-809,0 17 0,0-5-181,0 6 901,0 29-720,0-5-121,2 7 1,1 9 0,0-3-671,-2-6 0,0 2 543,0 10 1,2 7-1,-1 2 1,0-6-808,-2 2 0,0 0 659,0-6 0,0 7 0,1 3 0,-2-3 0,1-7 36,-4 7 0,0-1-68,3-4 1,2 5 0,-1 0-1,-2-6-1465,-6 5 1,0-6 1577,7-3 0,0-3-320,-3-5 1,0-10 364,4-20-423,0 5 153,0-12-1584,0-1 1674,0-6 833,8-11-1282,-6 14-914,22-19-166,-20 21 1619,19-5 0,-5 1 0,9 5 0</inkml:trace>
  <inkml:trace contextRef="#ctx0" brushRef="#br0" timeOffset="37203">20973 3821 8522,'-10'12'1080,"10"12"-181,17 15-629,-4-10 0,2 6 0,1 0-390,-1 1 0,1 1 0,0 1-42,-1-1 0,0 1 1,0 0-19,-1 4 0,-1 1 0,1-2-90,-2-8 0,-1-3 1,1 2-97,1 1 0,0 1 0,-2-1-893,4 13 0,-2-5 1259,3 0 0,-40-6 0,-5-14 0</inkml:trace>
  <inkml:trace contextRef="#ctx0" brushRef="#br0" timeOffset="37538">20832 4840 7533,'-30'-13'3276,"7"-6"-1676,38-9 0,17-10-1083,-11 8 0,2-5 0,3-2 1,2-1-993,-3 5 0,3-1 0,1-2 0,0 0 0,1-1 0,-1 1 500,-3 2 1,0-1 0,1 0-1,-1 0 1,0-1 0,0 1-1,-1 1-115,4-4 0,0-1 0,0 1 0,-1 1 1,-1 0-1,-2 1-400,-1-1 0,-2 1 0,-1 1 0,-1 1 0,-1 2-320,4-8 1,-3 2 0,-2 4 257,-4-1 1,-3 7 551,-3 11 0,-16 47 0,-2 12 0</inkml:trace>
  <inkml:trace contextRef="#ctx0" brushRef="#br0" timeOffset="38304">21749 4452 7533,'-26'-12'3276,"15"-1"0,-5 6-2902,24 7-194,1 7-90,17 12-180,-5-7 0,1 1-360,1 4 0,1-1 180,8 0 1,-3 1 89,0 21 539,-5-11-89,-56 4-90,17-11-180,-19-7 90,19-7 0,-3 0 270,-9 1-360,-1 0 90,11-1-720,9 0 270,8 7 91,23 12 224,-8-3 0,0 1 314,14 13-134,-15-12 0,-4 0 45,-10 4 540,0 15 89,-16-9-629,4-1-45,-8-16 0,-1-4-225,7-4 450,-33 3-1350,34-18-539,-21-7 1259,17 4-2338,7-14 2068,2 14 540,16-9 0,17 10 0,12 2 0</inkml:trace>
  <inkml:trace contextRef="#ctx0" brushRef="#br0" timeOffset="38753">22331 3278 7533,'8'-36'2878,"1"13"-1529,25 59-1049,-17-11 0,1 5 0,0 4-98,-1 4 0,0 4 1,-1 4-1,-2 2-637,-4-7 0,-1 3 0,-1 2 0,-1 1 0,0 0 0,-1-1 524,1 0 1,0 1 0,-1-1 0,-1 1 0,-1-1 0,-1-2-90,-2 4 0,-2-2 0,0 0 0,-2-1 0,-1 0 162,-1-1 0,-1 1 0,-2-1 0,1-3 0,0-6 18,-3 8 0,-4-1 112,-3-1 0,-5 6 1,0 0-1,3-8-202,1-5 0,0-2 0,-4 6 0,-5 3 0,2-8 325,3-13 0,-1-3-1045,-11 16 0,-1-1-809,6-15 0,1-2 1439,4 5 0,3-3 0,6-5 0,25-12 0</inkml:trace>
  <inkml:trace contextRef="#ctx0" brushRef="#br0" timeOffset="57852">25982 2659 7533,'-18'-13'90,"9"6"539,-7-11-359,14 15 90,-6-20-180,8 20 180,0-14 269,0 5-449,0 3-809,0 4 539,-8 34 90,6-4-45,-5 15 0,-1 3-135,6-2-913,-4 0 1,-4 7 0,2-6 899,2-13 1,0 0 147,2 7 0,0 6 0,0 0 0,-1-6-77,-4-4 1,2 0 61,5 11 0,3 5 0,-2-7-30,-7 7 45,8-7 0,0-5 45,0-19-539,8 12 359,-6-28-540,14-7 630,-14-2-899,21-23 989,-19 10 0,4-12 0,0-5 0,-8 0 0,0 0 0</inkml:trace>
  <inkml:trace contextRef="#ctx0" brushRef="#br0" timeOffset="58204">25912 2594 7533,'-8'-49'719,"7"18"1,0 4-360,-7 9 179,16-23-89,-6 31 90,29-13-540,-17 21 314,16 8 1,4 5-135,-12 5 0,-2 3-180,7-2 0,-1 2 90,-8 1 0,-3 1-270,10 22 360,-13-11-405,1 3 0,-2 2 90,-13-10 1,-2 0-46,0 7 0,-2-2 135,-2-7 0,-4-4-630,-10-1 1,-5-4-226,-20-2 405,12-7 1,0-1-226,-4 5 360,-1-9 360,46 9 0,28-3 0,-6-2 0,0 1 0</inkml:trace>
  <inkml:trace contextRef="#ctx0" brushRef="#br0" timeOffset="58602">26635 2503 7083,'0'-21'0,"0"-13"270,0 18 809,0-10-539,-8 13-180,-2 13-450,-8 7 270,1 6 0,-17 23-225,9-4 0,-2 7-15,3-3 0,-1 3 0,1 3-566,5-8 1,0 1-1,1 1 1,2-2 625,-2 2 0,3-1 0,2 2-120,3 7 0,2 2 0,3-6 120,4-14 0,2-1-30,3 9 0,1 6 0,2-7-60,4 6-286,11 3 1,5-1 15,-7-18 1,0-1 89,2 3 0,1 1 270,-2-3 0,-1-4 0,-1-4 0,7 10 0</inkml:trace>
  <inkml:trace contextRef="#ctx0" brushRef="#br0" timeOffset="58987">26776 2633 7533,'-18'-20'1079,"1"1"-179,7 12-631,2 24 91,24 29-315,-4-6 0,3 5-195,1-8 0,2 2 0,1 1-943,2 2 1,1 0 0,-2-1 585,0 4 0,-1-1 147,-3-11 0,1 1 1,-3-7 89,-2-1-405,4 4 0,1-1 675,-5-12 0,3 13 0,-15-17 0</inkml:trace>
  <inkml:trace contextRef="#ctx0" brushRef="#br0" timeOffset="59286">26758 3420 7533,'-37'-20'1889,"4"2"-900,23-18-539,16 10 0,4-2-361,-5 1 1,3-1 90,7-1 0,5-2 0,2 0-472,3 1 1,2 0 0,-1-2 81,1-3 0,-2-2 0,2 2 120,-1 6 0,0 1 0,0-1-390,0-4 0,-1 0 1,-3 4-511,-5 8 1,-1 2 764,10-9 0,-1 0 298,1-2 1,-17 33-1,-1 0 1</inkml:trace>
  <inkml:trace contextRef="#ctx0" brushRef="#br0" timeOffset="59602">27340 3162 7533,'-10'-7'3276,"-5"1"-2774,13 6 307,-14 23-629,14-12-450,-2 16 0,0 5 270,3 0 0,2 2 0,6 9 0,2 2 0,-2-11 0,-1 0 0,1 0 0</inkml:trace>
  <inkml:trace contextRef="#ctx0" brushRef="#br0" timeOffset="60669">27675 3317 7533,'-9'-20'2518,"-7"7"-2338,14 7 630,-6 6-630,16 6 359,-6 18-809,6-6 315,-7 7 0,-2 2-854,1-2 44,1 2 1,-2 0 134,-7-3-629,-2 17 809,-7-25-449,-9 8 719,14-17 180,-27-7 0,33-1 0,-17-17 0,23 10 0,23-28 0,7 2 0</inkml:trace>
  <inkml:trace contextRef="#ctx0" brushRef="#br0" timeOffset="60986">28081 2775 7533,'-29'-7'2518,"5"1"-2068,16 12-90,6 18-180,2-1-90,4 9 0,2 2 89,4 5-449,1-7 0,3 6 1,0-1-391,-1-4 1,0-1-1,0 0 147,2-2 0,1-1 1,0 2-28,2 3 0,0 2 1,-5-6 539,-1 7 0,-4 2 0,-18-22 0</inkml:trace>
  <inkml:trace contextRef="#ctx0" brushRef="#br0" timeOffset="61237">27869 3523 7533,'-25'-11'1574,"-1"-1"0,3-11-405,-8-15-135,40-2 1,13-3-706,-5 14 1,2 1 0,0 0-680,-1-3 0,0 0 0,5-1 192,6-1 1,5-1 0,1 2 0,-4 6 157,-2 3 0,1 1-248,-1 0 1,5-4 0,1 0-1,-2 6-1391,13 0 1,-2 4 1389,0-4 1,-3 1 0,-12 6 0,-6 1-1,-9-1 1</inkml:trace>
  <inkml:trace contextRef="#ctx0" brushRef="#br0" timeOffset="62487">28504 3239 10411,'10'-14'2339,"-2"-9"-1979,-8 20-181,8-19 1,-6 19 0,14-15 0,-7 17-630,17-5-809,-7 12 899,7 7-989,-16 18 1079,-2-8-45,-11 4 1,-2-1 583,3-7 46,-12 6 0,-4 3 405,-11 12-451,0-4 91,7-17 0,4-2 0,14-4-180,-11-6 0,15-1-450,8-6 90,1 0-1079,25 0-1350,3 0 2249,-8 6 360,3-5 0,-15-1 0,11-7 0</inkml:trace>
  <inkml:trace contextRef="#ctx0" brushRef="#br0" timeOffset="62837">28857 2387 7533,'-17'-41'3276,"30"28"-2235,-7 23-951,13 10 0,3 3 0,6 12 150,-11-4 0,0 9 0,0 2-539,-4-4 1,-1 2 0,0 2-1,-2 3 374,-3-6 0,-1 3 0,-1 1 0,0 1 0,-2 0 0,0-1-60,-1 1 0,0 1 0,-2 0 0,0-1 0,-2 0 0,-2-2-231,-2 3 0,-1 0 0,-3-1 0,0-3 1,-2-1 34,-1 0 1,-1-2 0,-2-2 0,-4-5-270,-7-2 0,-3-4 1,1-3-361,0 6 0,-1-6 540,0-11 1,2 0 269,-6 23 0,23-18 0,-5 15 0</inkml:trace>
  <inkml:trace contextRef="#ctx0" brushRef="#br0" timeOffset="63899">29386 3085 7533,'-45'7'3276,"10"-1"-1785,25-6-1221,4 0 359,38-6-449,-11 5 45,15-8 0,3 0-585,-4 7 360,10-7 0,6 0-990,-7 5 1,2 1-104,-5 0 1,3 0 0,-1 2 161,-3 0 0,0 1 0,-3 1 988,1 1 1,-5 3 0,-2 8 0,-31 0 0</inkml:trace>
  <inkml:trace contextRef="#ctx0" brushRef="#br0" timeOffset="64216">29369 3459 7533,'-36'13'2698,"17"0"-629,42-6-1889,4-6 0,3-2-270,-2-1 0,3-3-1003,6-2 1,4-2 0,-7 0-1142,5-7 1844,-5 7 0,5-2 1,-6 1 799,0-4-1715,4 5 1,-1 0 1304,-13-4 0,-5 11 0,-30 3 0</inkml:trace>
  <inkml:trace contextRef="#ctx0" brushRef="#br0" timeOffset="64602">30004 2594 7533,'-18'0'1439,"-7"0"-180,5 0-405,3 18 1,1 4-495,-4 0-674,9 10 1,0 12 0,0 3 110,-3-3 1,-1 4 0,-1 0-1,2-1-158,3-8 0,1-1 0,0 1 0,-2 4 271,-1 0 0,-2 4 0,-2 3 0,1 0 0,1-3 0,1-5-45,0-1 0,2-4 0,0-2 0,1 1 90,-1 2 0,0-1 0,1 0 1,1-2-286,0 2 0,1-1 0,4-9 60,5-5-179,0-4 359,0-6-630,0-11 720,0 5 0,24-35 0,5-6 0</inkml:trace>
  <inkml:trace contextRef="#ctx0" brushRef="#br0" timeOffset="65786">30656 2956 7533,'-27'0'1889,"9"5"-1350,3 14-179,5 2-135,1 16 0,0 4-225,-1 7-820,5-15 1,-2 7 0,0 1 0,3-5-553,2 0 1,0 1 1281,-3 2 0,-2 6 0,0 1 0,2-8 0,4-5 0,0-2-101,-3 6 0,-3 2 0,3-7 101,2-2 738,-6 0-648,8-24-630,8-23 450,-6 1 180,5-13 0,1-8 0,-6-10 0,-2-4 0,3 5 0,0-1 0,-1 1 0</inkml:trace>
  <inkml:trace contextRef="#ctx0" brushRef="#br0" timeOffset="66087">30533 2749 7533,'-5'-31'1259,"0"1"0,5-13-89,33 31-811,-9 12-44,17 7 0,6 9-315,-8 11 0,-1 3-647,0-7 0,0 1 617,-11 1 0,-2 3 0,-4-3-97,-2 9-278,-8 0 0,-4 0 135,-7 4-45,-14 2 1,-6-2-46,-3-12 135,-12 2 0,-3-3 348,5-15-258,-4 2 0,0-1 45,-3-4 45,11-3 0,0-1-44,-9 3-721,3 5 270,17-8-269,18 14 449,10-15 471,8 4 1,8-6-1,5 0 1,2 0-1,0 0 1</inkml:trace>
  <inkml:trace contextRef="#ctx0" brushRef="#br0" timeOffset="66419">31309 2749 7533,'0'-46'1799,"-8"13"-900,-9 9-269,-11 17-1170,9 1 0,-21 34 225,22 4 1,-1 7 246,1-9 1,-2 4-1,-1 1 1,2 2-557,-1 5 1,1 2 0,1 0 0,0-2 683,-4 4 0,0-3 0,3 4 322,6-1 0,0 4 1,4-1-1,3-4-475,5-9 0,3-2 1,3 0-538,5 14 0,5 2 1,3-7-181,9-3 1,5-10 809,3-8 0,1-13 0,-6-22 0,-2-9 0,-5-3 0,0 0 0</inkml:trace>
  <inkml:trace contextRef="#ctx0" brushRef="#br0" timeOffset="66716">31380 2930 7533,'-26'-14'1979,"7"7"-1530,1 7-179,18 19-360,7 4 0,4 4-495,5 13 1,3 5 194,-4-4 0,0 2 1,0 2-431,-2-6 1,1 1 0,0 0 0,-2-3 508,-1 2 0,-1-2 1,-2-1-1,-2 0 1,-2 0-1,-6-6 0,-18 9 1</inkml:trace>
  <inkml:trace contextRef="#ctx0" brushRef="#br0" timeOffset="66949">31238 3536 7533,'-26'-6'1638,"0"1"0,-4-27-546,34 5 0,12-5 0,3-2-954,2 2 1,3-1-1,3-1 1,3 0-795,3 1 1,3-1-1,2 0 1,-1 1 0,-2 2-144,-3 0 1,-1 2 0,-1 1 0,2 1-22,5-1 1,3-1 0,-2 4 0,-8 7-274,5-1 1093,0-2 0,-13 8 0,-36 23 0,-7-2 0</inkml:trace>
  <inkml:trace contextRef="#ctx0" brushRef="#br0" timeOffset="67400">31679 3549 7533,'-17'0'2069,"-9"0"629,15 6-2788,-5 19 90,39 15 0,-6-9 0,4 2 0,10 3 0,0 0 0</inkml:trace>
  <inkml:trace contextRef="#ctx0" brushRef="#br0" timeOffset="69204">31750 3588 8972,'0'-14'-540,"0"-4"450,0 17-180,0-11 270,0 5 0,0-6 90,0 6-90,0 2 0,0 5 90,-8 0-180,6 0 180,-6 0 0,1 0-90,5 0 450,-14 5-450,14 2 270,-14 12-270,6-5 360,1 11-180,1-10 359,0 20-269,-2 0-90,0-1 90,2-7 0,1-1-90,5-2-270,-6 8-90,8-15 90,0-15 90,0 3-360,0-16 270,0 2-180,0-15 270,8 4 0,-6-6 0,6 12 0,-8-3 0,0 15-90,0-3 90,0-1-180,0 4 0,7-4 1,-5 0-1,14-1 90,-14-11 0,6 3 180,0-9 0,1-2 449,1-7-179,-2 6-360,-8 3 90,0 17-90,0 1 0,0 6-180,0 0 90,0 6 90,-8-5 180,6 10 90,-6 8 0,1 19 0,-3 10-180,0-2-135,2-21 0,0-1-45,6-1 0,-5 18 90,7-31-1260,0 13-89,7-21 1349,3-8 0,6-15 0,1-7 0,2-6 0,0-1 0</inkml:trace>
  <inkml:trace contextRef="#ctx0" brushRef="#br0" timeOffset="69637">32015 2749 7533,'0'-20'1169,"0"-5"-809,0 17 449,0-9 631,0 32-856,10 12 1,3 3-626,-6-7 0,0 2 71,3 12 0,3 7 0,-3 0-420,-2 0 1,-2 0 0,-2 4 47,-2-8 0,-1 2 1,0 2-1,-2 1 0,0-1 126,-3 0 0,0 2 0,-2-1 1,0-1-1,0-2 148,2 2 1,-1-2-1,0-1 1,-4-3 37,-8 5 0,-4-3 0,2-10 120,-3-7-180,-2-6 0,-1-5 0,4-10-629,-13 3-451,9-10 990,13-3-1128,4-10 1308,18 9 0,24-19 0,3 6 0</inkml:trace>
  <inkml:trace contextRef="#ctx0" brushRef="#br0" timeOffset="70220">32279 3239 7533,'-35'-7'2788,"7"36"-2158,11 14-900,15-15 0,4 4 30,0 0 0,1 3 0,2 0-210,3 13 1,1 0 449,-5-12 0,-1 1 0,0-2 45,4 12 0,-6-18 1034,-9-34-899,6-9-90,-2-20 0,0-9-135,7-3 0,2-5-353,-3 14 1,0-4 0,0-1 0,2 1 397,1-2 0,2 0 0,0 0 0,-1 2 89,0-6 1,0 1 0,2 2 120,4 0 0,3 2 0,-1 9 60,8 4 89,-7-1 1,3 8-270,15 38 90,-11-12-360,3 21 180,-9-12-179,10 17 89,-5-7 90,12 8 0,-23 16 1229,-2 2-1589,-16-16 1,-7 0-91,-5 1 0,-6-4 0,-8-11 1,-4-4 89,5-1 0,1-4-899,-11-4 1259,35-6 0,49 0 0,-12 0 0,-1 0 0</inkml:trace>
  <inkml:trace contextRef="#ctx0" brushRef="#br0" timeOffset="70541">32879 2878 7533,'-26'-13'1638,"1"0"0,-14-1 303,3 14-4100,13 37 1079,17-4 1,2 6 839,-3-1 0,-2 3 1,0 2 88,2-7 1,-1 2-1,1 0 1,1 0 622,0 3 0,1 1 0,0-1 1,2-1-383,0 6 0,3-2 0,3-2-664,3-6 0,3-2 1,3-4-462,9-1 1,3-6 674,13 3 360,-3-14 0,-17-41 0,1-8 0</inkml:trace>
  <inkml:trace contextRef="#ctx0" brushRef="#br0" timeOffset="70837">32967 3033 7533,'-27'-7'3276,"9"7"-2774,18 30-547,7-7 0,4 1-180,-2 0 0,1 1-270,10 15 0,1-3 136,1-4-121,-7-3 0,2 6 0,0-1-285,2 0 1,-1 1 554,-7-3 0,-2 1 1,1-3 209,5 0 0,-7-3 0,-31 13 0,-7-21 0</inkml:trace>
  <inkml:trace contextRef="#ctx0" brushRef="#br0" timeOffset="71120">32879 3652 7533,'-28'-24'3276,"26"-9"0,-1-1-2822,20 8 1,14-2-1,-1-1-874,-3-2 0,1 0 1,3-2-237,-2 4 1,4-3-1,0 0 1,1 0 0,-4 2-165,-2 2 1,-2 2 0,0 0 0,0 0-1,2-2 1,1 0 0,-2 1 0,-5 2-524,-6-2 0,-3 2 983,12-5 718,-17 1-358,-16 29 0,-9 24 0,-11 5 0</inkml:trace>
  <inkml:trace contextRef="#ctx0" brushRef="#br0" timeOffset="71570">33249 3485 7533,'-27'-20'3276,"9"1"-1695,26 0-1761,27-1-90,-5 9 0,3 2 90,-1 1 1,1 3-136,-1 9 0,-4 4 315,0 1 0,-20 33 0,-18-19 45,-6 5 0,-1-1-45,3-2 404,-8 0 1,-3 2 0,6-6 0,1-1 89,-6 3 1,1 0-225,-5 16-450,30-20-449,18-13-1710,29-6-180,-2-6 2070,0 4 449,-6-4 0,-23 1 0,-1-2 0</inkml:trace>
  <inkml:trace contextRef="#ctx0" brushRef="#br0" timeOffset="71903">33620 2672 7533,'0'-20'2158,"0"7"-1618,0 7 989,0 23-1169,0-1 404,6 22 1,3 13-675,-2-9 0,0 4 0,-1 3-484,-1-6 0,0 3 0,-1 2 0,-1 1 1,0-1 303,-3-5 0,0 0 0,0 1 0,-2 0 0,-1-1 0,0-1-36,-3 4 0,0 0 0,-2 0 0,0-3 0,-1-1 86,-2 1 0,1-1 1,-2-4-1,-3-3-320,-3-4 0,-3-3 1,2-5 179,-11 10-1619,-3-10 1349,23-22 450,2 11 0,16-11 0,2 5 0</inkml:trace>
  <inkml:trace contextRef="#ctx0" brushRef="#br0" timeOffset="97604">1482 6479 7533,'-8'-20'3276,"6"1"-2864,-6 12 307,0 1-539,6 6 270,-6 0-90,8 0-270,0 0-180,-7-5 180,5 3-360,-14-3 180,14 5-90,-29 0 180,17 0-180,-17 7 0,-3 3 180,9 0 90,-11 12 0,-1 3 90,6-1-180,9-1 0,-2 6 0,3-3-102,5-7 1,1 2 191,-4 14 0,-2 6 0,4-4-416,5-12 1,2 0 415,1 18 0,0 7 0,2-6-90,2-16 0,2 1 30,4 16 0,2 8 0,1-7 15,0-14 0,2-1-135,3 13 0,3 6 0,0-6 90,-2-16 0,2-1-120,7 12 0,5 5 1,-3-8 119,5 6-135,8-7 0,4-4 135,2-17-1390,1-16 0,2-7 1345,-17 2 0,-1-3 165,5-14 0,3-7 0,-6 2-3,-9 9 1,-3-3 91,8-15 1,1-8 0,-6 6 15,-10 12 0,-2 0 74,7-16 1,2-6 0,-4 6-165,-8 12 0,-2 1 75,4-15 0,2-7 0,-4 8-165,-5 19 0,-3 1 75,-2-12 0,-2-4 0,-1 7 60,-11 1-136,-11-3 1,-1 0-45,7 6-300,1 10 1,-5-1-1,5 2 120,0-5-1042,-8 4 0,1 4 952,10 9-427,-11 1-2092,23 12 3449,2-5-2009,24 16 1383,-4-3 0,20 14 0,8 5 0,-14-10 1,-1 0-1,1 0 0</inkml:trace>
  <inkml:trace contextRef="#ctx0" brushRef="#br0" timeOffset="98003">1782 7421 7533,'0'13'1349,"-8"0"360,6 0-270,-14 5-180,14 3-899,2-1-270,10-7 180,0-7 180,-2-18-91,-4-13 1,-1-5-135,-2 6 0,0-5 314,4-7 1,2-8 0,0-2 0,-2 4-271,-3 7 1,-2 3 0,2-2-210,3-9 0,1-1 0,-2 5-105,-6 1 0,4 11-2203,22 23 1978,-2-6-675,2 18 1,2 8-630,-3-3 0,0 1 1259,-1 0 0,1-1 173,12 12 1,6-6-1,-4 1 1</inkml:trace>
  <inkml:trace contextRef="#ctx0" brushRef="#br0" timeOffset="98653">2805 6956 7533,'-10'-19'2338,"2"0"-1618,0 6-540,6 0 1169,-6 6-809,8 1-360,0 6 179,0 11-89,8 4-450,-6 5-89,14 10-271,-6-8 540,7-2 90,-7-9 90,-2-22 0,-8-21-180,-16-10-180,4 3-1349,-21 14-1,21 25 1530,-3 19 0,16 6 0,6 6 0,-3 6 0,1 0 0</inkml:trace>
  <inkml:trace contextRef="#ctx0" brushRef="#br0" timeOffset="99004">2822 7331 7443,'-10'20'3238,"10"-2"-3238,2-10 270,14-3-90,-14-5 269,29 0 541,-25-5-1,18-14 1,-24-8-271,-16 0-989,-3 8-2518,-1 30 2788,4 5 0,40 22 0,5-6 0</inkml:trace>
  <inkml:trace contextRef="#ctx0" brushRef="#br0" timeOffset="103421">4657 6453 7533,'-18'-18'359,"8"9"451,2-8-630,8 10 180,0-12-180,0 5 359,0-5-449,0 6 0,0 0-180,0 6 270,0-4-270,0 9 360,0-3-180,0 5 180,0 0 90,0 5-91,0-3 181,0 32-225,0 2 0,0 4-135,0-7 0,0 3-871,0 3 1,0 7-1,0 0 1,0-5 825,1 2 0,-2 1-45,0-4 0,0 6 0,-1 3 0,0-2 0,1-6-237,0 8 0,0-1 169,-1-3 1,-1 6 0,0-1-1,3-5 158,3 3 0,2-5-45,-5 5 0,2-4-90,5-13 0,1-13-135,-6-18 3113,6-9-4282,-16-21 989,6 15-1349,-6-33 1259,8 30-225,0-9 1,0 1 314,0 8 528,0-29 1,0 7 0,0 10-1,0 1 1</inkml:trace>
  <inkml:trace contextRef="#ctx0" brushRef="#br0" timeOffset="103800">4586 6363 7533,'-10'-24'1638,"1"-1"0,-7-22-957,16 32 309,16-9-406,9 15 1,8 4-495,-1 1 0,2 2 0,0 1-295,10-1 1,0 5 354,-3 4 0,2 5 0,-5 5-150,-10 6 0,-4 5 0,-2 2-60,1 4 0,-3 3 0,-4 2-959,-3 7 1,-5 3 0,-5-3 1063,-9 3 0,-10-3-105,-5-8 0,-6 0 0,1-6 10,5-11 1,-1-2 79,-8 5 0,-5 1 0,2-2-210,-6-5 0,3-2 0,7-2 0,-1-1-90,-9-1 0,8-1-2698,25-4 2249,-18 6 768,24 6 1,47-5-1,-17-4 1,-1-1 0</inkml:trace>
  <inkml:trace contextRef="#ctx0" brushRef="#br0" timeOffset="104621">5856 6337 7533,'8'-26'180,"-6"6"539,6-10 451,-8 9-721,0-5-89,0 7-180,0 12 360,-16 1-450,-27 12-315,12 4 0,-3 4 75,3 1 0,-2 2 0,1 3-943,3 4 1,2 4 0,1-1 1124,-7 5 1,3 4 57,10 2 0,4 5 0,3 1-333,6 1 0,4 0 1,1 4 224,2-9 0,1 3 0,1 1 0,0 0 0,1 1-36,1 0 0,1 1 0,0 1 0,2-1 0,2-1-90,2-1 0,2 0 0,1 0 0,1-2 1,0-2-105,0 0 1,0-1-1,1-2 1,3-3-819,9 4 1,3-4 0,-4-5 1065,-6-7 0,-1-5 0,9-6 0,-3-5 0,-6-6 0</inkml:trace>
  <inkml:trace contextRef="#ctx0" brushRef="#br0" timeOffset="105102">6068 6543 7533,'-28'-34'3058,"11"10"-2518,9 35-1,24 34-269,-3-3 0,1 6-240,-2-9 0,1 2 0,-1-2-250,0-5 1,-1-2 0,1 4 196,2 3 1,0 4-1,0 0 1,1-2-158,4 3 0,0-2 0,0 0-189,0 2 0,0-1 0,0-1 279,-2-7 0,0-1 0,-2-8-540,3-6 360,-1-2-449,1-5-900,7 6 629,-13-11 990,12 9 0,-22-21 0,5 3 0</inkml:trace>
  <inkml:trace contextRef="#ctx0" brushRef="#br0" timeOffset="105485">5997 7615 7533,'-25'-31'1638,"25"6"0,4-1-237,-8-17-3040,21 4 1,7-1 1211,-10 18 0,1 0 966,11-16 1,3-8 0,-1 5-86,-6 9 1,1-2-204,-4 4 1,4-4 0,1-3 0,0 0 0,-1 1-140,3-4 1,0 0-1,-2 0 1,0 1-226,-3 5 1,-2 1-1,1-1 1,1-1 112,0 0 0,2-2 0,0 0 0,-2 3 0,-5 5 124,-4 1 0,-1 2-364,8-9 0,2-4 0,-4 5-390,-10 7 1,0 3-720,10-11 0,-3 6-1260,-12 21 2609,-2 40 0,-1 0 0,0 4 0,-3 9 0,0 0 0</inkml:trace>
  <inkml:trace contextRef="#ctx0" brushRef="#br0" timeOffset="105954">6809 7344 7533,'0'-20'3276,"0"1"0,0 12-1373,0 1-1543,0 35-495,0 1 0,0 4-900,0 10 1,0 1 854,-4-5 0,0 1-1459,3 5 1,0-4 1535,-7-9 0,8-19 1,0-38-1</inkml:trace>
  <inkml:trace contextRef="#ctx0" brushRef="#br0" timeOffset="109865">7796 6286 7533,'-9'-20'809,"1"1"-269,8 6 629,8-12-269,1 4-540,1 1 269,6 8-449,-14 6 360,14 5-270,-15-5 89,7 6 361,-8 35-405,0-1 0,0 4-225,0-4 0,0 5-910,0 0 1,0 7 0,0 0 0,0-5 806,1 2 0,-2 3 49,-1-6 0,-1 8 0,0 3 0,-1 0 0,1-2-257,0-5 0,1-1 0,0-1 0,-1 1 0,1 0 293,-1 4 0,-1 2 0,0-1 0,0 0 0,1-3 18,1 1 0,-1-1 0,2-2 0,-1-3 120,2-1 0,0-3 0,0-5 869,0 5-719,0-3-180,0-16 89,0-34-358,0 6-1171,-7-36 1080,5 28 343,-3-7 0,2-1-3440,3-2 3587,0-3 1,0 19-1,0 14 1</inkml:trace>
  <inkml:trace contextRef="#ctx0" brushRef="#br0" timeOffset="110882">8537 6531 7892,'-10'-15'1440,"3"-2"-901,7 16-179,0-5 90,0 6-180,0 0 1799,0-6-810,15 51-1124,-2-18 0,2 3-1696,-1 7 0,1 2 1650,1-1 1,1 3-150,-3-5 0,1 1 1,-2-1-261,-2-1 1,1 3 319,1 0 0,3 6 0,-1-1 0,-2-6-270,-2-4 0,-1-3 60,4 6 0,0 2 0,0-4-825,-5-8 1,1-3 764,2 0 1,2-1-1710,11 8 1979,-13-23 0,-4-7 0,-18-7 0</inkml:trace>
  <inkml:trace contextRef="#ctx0" brushRef="#br0" timeOffset="111250">8484 7602 7982,'-37'-6'3059,"4"-12"-2879,23-4 539,15-7 1,6-2 89,10-8-1902,-1 3 1,4-8 0,-1 5 935,1 8 0,1-3 426,-6 3 1,3-6 0,1-3 0,0 2 0,-2 5 41,0 3 0,-2 4 0,3-5-168,2-6 1,3-5 0,1-3 0,0 0 0,-3 4-54,-2 3 0,-2 2 0,0 1 0,0-2-126,-1 2 0,0-2 0,0 0 0,0 2 0,-2 2 36,4-4 0,-2 2 0,-1 3-720,-1-7 1,-3 7 449,-5 17-1084,-2-4-1255,-8 14 2159,0 5 91,0 0 521,0 17-162,-8 4 0,3 10 0,0 6 0,-4 0 0,0 0 0</inkml:trace>
  <inkml:trace contextRef="#ctx0" brushRef="#br0" timeOffset="111816">9172 7253 7533,'-17'-25'3276,"7"4"-1515,2 9-1311,16 6-450,-6 6 539,29 0-359,-9 0 0,3 4 0,1 3 0,-5 8-90,3 5-90,-24 4 0,-16 8 0,4-9 0,-13 13 90,-9-5 674,16-11 1,-1 0-540,1-3 0,-1 1 224,-3 5 1,3 1 809,-1 16-1259,3 2-3212,9-11 3122,16-13 90,33-17-180,-14-5 1,3-3-91,17-5 0,2-3-1369,-14-2 1,-4-1 1252,-4 1 1,-3 2-2892,8 2 3051,-29 7 0,5 47 0,-13-16 0,1 0 0</inkml:trace>
  <inkml:trace contextRef="#ctx0" brushRef="#br0" timeOffset="112249">9719 7395 8612,'0'-22'3276,"0"0"-2684,0 20 1117,0 2-1349,8 2 449,10 20-269,9 11-360,-7 4-360,-7-10 0,-3 0 90,-8 2-90,-2 20 180,-10-26-899,-15 18-990,-18-19 1259,19 3-135,-3-14 1,-1-3-1845,-1 5 2609,-8 0 0,11-12 0,18-2 0</inkml:trace>
  <inkml:trace contextRef="#ctx0" brushRef="#br0" timeOffset="112968">10460 6505 7533,'0'-20'629,"0"-5"451,0 11-720,0 1 719,0 2-809,0 9 719,0-3-539,0 10 629,16 20-494,0 8 0,3 8-436,-2-1 1,1 4 0,2 3-360,-5-12 0,1 3 0,0 0 0,0 1 0,-1 0-78,-1-1 0,-1 1 1,-1 0-1,1 0 0,0-2-364,4 7 0,0-1 0,0-1 0,0-3 22,2 2 0,-1-3 1,-2-2-451,0 4 1,-2-4 629,9 4-449,-23 7 899,0-24 0,-23 9 0,-7-13 0</inkml:trace>
  <inkml:trace contextRef="#ctx0" brushRef="#br0" timeOffset="113317">10407 7615 7533,'-26'-7'2518,"-1"-22"-2248,7 18-135,5-17 0,7-3-45,14 5 629,2-3 1,4-6 0,1 4-1307,2 7 0,3 0 969,6-10 0,4-8 1,2-1-1,-6 6-776,-1 0 1,1 0 644,-1 5 1,4-5 0,3-3 0,0 1 0,-3 2-677,2-3 1,-1 1 0,0 2 0,-1-1 356,0 4 1,-1 1 0,0 0-1,1-1-22,4-6 0,3-1 0,-3 1 0,-5 6-388,-5 1 0,-1 3-107,7 0 1,-3 1-431,-14 0 0,-3 5-1593,1 12 1565,-8-11 1043,0 35 0,-8 20 0,-1 15 0</inkml:trace>
  <inkml:trace contextRef="#ctx0" brushRef="#br0" timeOffset="114166">11271 7215 7533,'-17'-19'3276,"-1"-1"-886,8 5-1040,2 4-1080,8 11-450,16 0 270,-4 0 359,21 0-629,-13 0 270,13 0-449,-13 0-1,13 11 270,2-2 180,-13 16-90,1-11-270,-31 10-360,-25-4 450,10-7 1,-1 0-1,-15 7 494,14-7 1,3-1-315,10-3 360,-21 7-540,21-8 270,-4 4-90,16 1 90,16 0-180,-12 0 270,35 0-270,-2 11 90,3-7-180,-11-4 0,-2 3 810,-5 16-450,3-4 449,-17 22-539,-16-28 180,-3 6 0,-3-2-90,-8-8-315,2 1 0,-1-2 225,2-4-450,-7-6 180,-7 5-269,11-11-811,-19 4-898,14-10 2158,7 4 0,12-11 0,18 5 0</inkml:trace>
  <inkml:trace contextRef="#ctx0" brushRef="#br0" timeOffset="114866">11924 5886 7533,'0'-15'0,"0"4"1439,8 11 180,17 22-540,-3-4-858,0 5 0,4 8 0,-2 3 116,-6-2 0,-1 2 1,-1 3-1,0 2-787,-2-1 1,0 3-1,1 1 1,-1 2-1,-1-2 1,-1-2 426,4 8 1,-2-2-1,-1-1 1,-3 4-38,-5-6 0,-2 3 0,-1 1 0,-2 0 0,-1-5 0,0-6-147,-3 9 1,-4-2 26,-2-3 0,-3 5 0,-1 0 0,2-8 45,1-5 1,-1-2 104,-11 11 0,-4 4 0,4-7-60,11-13 0,-1-1 90,-14 15 0,-6 4 0,5-6 0,10-15 0,0 0-480,-10 10 0,-6 5 1,6-6-196,11-11 0,1-1-180,-17 15 1,1-1 854,11-4 0,-5-5 0,18-18 0</inkml:trace>
  <inkml:trace contextRef="#ctx0" brushRef="#br0" timeOffset="121999">13335 6776 7533,'-10'-7'449,"-5"-5"-179,5 11 900,-8-11-1,0 11-270,9-11-629,9 11 270,41-4-810,-4 4 0,6 2 150,-5-1 0,3 0 0,-2 0-93,8-3 1,0 0 62,-10 2 0,1 1 0,-7-1 61,2-5-676,-3 6 0,-3 6-1573,-8 19 2338,-1-8 0,-22 8 0,-8 3 0,-2-8 0,-1 1 0</inkml:trace>
  <inkml:trace contextRef="#ctx0" brushRef="#br0" timeOffset="122286">13194 7189 7533,'-37'-7'3276,"3"-5"-2145,25 11-501,1-5 269,31-11 630,22-5-1349,-22 9 0,3-1-1273,6 2 1,3-1 0,-4 3 478,14-7 554,-11 9 0,5-1 0,-6 2 739,10 0-2073,2 4 0,0 6 1394,-18 7 0,-5 4 0,16 15 0,-25 15 0</inkml:trace>
  <inkml:trace contextRef="#ctx0" brushRef="#br0" timeOffset="123869">14923 6376 7533,'-8'-20'-90,"6"7"-990,-6 1 811,8 11 89,-8-11 180,6-1 90,-6-1 359,8-10-269,0 9 360,0-9-270,0 16 359,0-15-539,0 20 450,8-14-450,-6 15 450,6-9 269,0 15 1,-6 26-316,2 12 1,0 5-863,-4-11 1,0 4 434,-1 0 1,2 6 0,-2 0-1,2-6-67,-1 0 0,0 0-23,0 5 1,0 9 0,0-1-1,0-7-22,-4-2 0,0 0 0,3-4 0,1 6 0,1 0 1,-3-5-1,-6 7 0,0-4 179,6 1 1,2-4-1934,0 1-359,10-61 2158,0-27 0,-6 14 0,0-2 0,-4-4 0,0-1 0</inkml:trace>
  <inkml:trace contextRef="#ctx0" brushRef="#br0" timeOffset="124267">14887 6233 7533,'-8'-42'3276,"14"1"-3044,-4 0-52,16 17 179,0 12 181,15 11 180,12-5-540,2 12-1,-6 7 1,0 4-45,-15-6 0,-1 2-135,5 5 0,2 2 0,-2 2-1093,-4 1 1,-2 2 0,-1-2 1077,7 2 0,-3 3-120,-1 15 0,-11 3-956,-19-9 1,-8-2 1090,3-9 0,-3 1 30,-8 0 0,-4 0 0,1-6 55,-18-3-130,4 0 0,-1-1 135,-1-8-180,2 0 0,0-1 180,-5 0-315,8 0 0,2 3 45,2 3 296,-3 4-116,31-5 0,35 0 0,-4-7 0,-1 1 0</inkml:trace>
  <inkml:trace contextRef="#ctx0" brushRef="#br0" timeOffset="125116">16087 6169 7533,'17'-31'-540,"1"-2"1350,7-6-361,-13 6-269,4 7 360,-16 13-450,0 2 180,-8 10-90,-10 1-90,-1 1-1,-22 16 1,19-8 225,-6 12 0,-1 5-225,-2 5-263,8-2 0,-4 6 1,2 3 329,6-2 0,-1 3 1,3 2-1,1 3-404,3-2 1,2 2 0,1 2 0,1 1 0,1 0 246,1-5 0,1 1 0,0 1 0,2-1 0,2 0 0,3-1-324,5 4 0,4 0 0,2-1 0,1-2 0,-1-4 174,1 5 0,0-5 1,4-3-391,11-1 0,4-5 1,-3-7-181,4-6 720,-5-2 0,3 0 0,1-5 0,2-1 0,4 1 0,-1 0 0</inkml:trace>
  <inkml:trace contextRef="#ctx0" brushRef="#br0" timeOffset="125801">16633 6440 7533,'0'-27'-720,"-7"-14"1889,5 12 361,2-4-991,9 14 1,1 19 359,6 31-539,-6-7-1999,5 14 1,3 1 1473,4 1 255,-9-6 0,1 6 0,0 0-261,0-4 1,1-1-1,-1 1 21,-3-1 0,-2 0 1,2 0 89,2-2 0,2-1 0,-2 0-570,5 16 1,-2-5 449,5 1-270,-7-13 0,0 4 0,-1-6 181,7 1-766,-6-5 1,-2-1 764,-3-3 903,-1 15 1,-39-20 0,-8 8 0</inkml:trace>
  <inkml:trace contextRef="#ctx0" brushRef="#br0" timeOffset="126069">16492 7150 7533,'-35'-24'2338,"15"8"-359,5-25-1619,23 18-1999,10-12 1,5-2 1346,-8 17 0,3 0 651,7-7 1,5-5 0,1 0 0,-3 4 57,0-1 0,1 0-309,-3 2 0,5-5 0,1-2 0,2-1 0,-3 3-153,5-3 0,-1 1 0,-1 0 0,-1 0 30,-5 3 0,-1-1 0,-1 1 0,2-1 60,8-4 0,2-1 0,-3 3 0,-8 5-135,-2-10-1394,-3 7 0,-3 4 674,-11 12-90,-8-7 540,0 22 597,0-5 1,-23 35 0,-7 6 0</inkml:trace>
  <inkml:trace contextRef="#ctx0" brushRef="#br0" timeOffset="126417">17392 7035 7533,'-10'-22'3276,"2"-2"-2595,8 17-141,0 0-360,0 1 630,0 24-900,4 8 0,0 4-72,-2 17-468,1-13 0,1 5 1,-3-5 269,-9 14-733,7-15 1,1 4 0,-1-6 231,-7 10 861,6-6 0,4-10 0,6-28 0,2-6 0</inkml:trace>
  <inkml:trace contextRef="#ctx0" brushRef="#br0" timeOffset="128166">18344 6131 7533,'0'-15'989,"0"-2"-449,0 10-180,0 0-3637,0-5 3112,0 11 1744,0 12-1265,0 16 1,0 8-135,0 0 0,0 3 0,0 1-460,0-3 1,0 0 0,0 4 279,0 7 0,0 5 0,0 0 0,0-5-614,3-12 1,0-3-1,-1 2 636,-1 3 1,-1 1-1,0 2 1,1-1 67,3 0 0,0 1 0,1-2 0,-2-3 670,-2 6 1,0 1-784,1-2 1,0 6 0,0-1-1,0-9 23,-2 12 135,0-5 0,0-3 647,0-11-2131,0-3 1079,0-20 1947,0-25-4016,0-3 2479,0-3 1,0 0-1,0 5 1</inkml:trace>
  <inkml:trace contextRef="#ctx0" brushRef="#br0" timeOffset="128584">18874 6427 7533,'-8'-7'2428,"6"2"-539,2 45-1439,2-19-151,3 7 1,3 7 0,2 3-999,5 4 0,3 3 0,0 2 411,-6-10 0,-1 1 0,0 1 0,1 1 1,1 0-109,3 1 0,3 1 0,0 0 0,-2-1 1,-2-2 185,-1 10 0,-2-3 0,1-3-420,7-6 1,1-2-1,-7-7 860,-8-3-230,12-3 0,-4-3 0,-20-10 0,4 3 0</inkml:trace>
  <inkml:trace contextRef="#ctx0" brushRef="#br0" timeOffset="128900">18838 7538 7533,'-25'-6'2428,"-10"-7"-1978,5 4 1529,5-20-1529,17 14 584,16-11 0,7-3-674,7-14-733,2 9 1,8-5 0,2-3 695,-9 11 1,2-2 0,0 0 0,1 0 0,-2 1-636,4-1 1,-1 1 0,0 0 0,3-4 400,-2 2 1,1-4 0,2-1 0,0-1 0,-1 2 0,-3 2-652,4-5 0,-2 2 0,-2 0 0,0 2 382,-4 2 0,-1 2 0,0-1 0,-1 0-405,0 0 0,0-2 1,-3 3-1,-8 7-314,-10 3-521,6-12 970,-8 26 450,0-3 0,-24 36 0,-5 5 0</inkml:trace>
  <inkml:trace contextRef="#ctx0" brushRef="#br0" timeOffset="129717">19879 6956 7533,'-20'-19'2428,"-3"-6"-1888,21 11 1079,-14-11-1349,14 17 629,2-10-449,34 17-135,0 0 0,2 2-360,-10 1 0,1 3-135,21 6 0,-8 3 0,-24 2-135,13 3 1,-3 3-676,-20 19 720,17-6-225,-30-8 1,-9-1 179,-5-10 0,-3-3 135,-12 10 0,-1-2 135,9-9 0,-1-2 495,-5 5 0,4-2-360,8-4 899,-11 16 91,23 0-900,10-3-1,25 14-89,-3-21 0,3 0 0,-1 1 0,-10-2-90,25 16-90,-35-14 0,12 8 0,-16-11 90,0 0-449,-24 5 179,10-3-135,-8-5 0,-5-1-180,-3-5 1,0-1 224,4 0 0,1 0 0,-2-3 1,3 0-811,0 0 1170,30 0 0,27-18 0,-4 8 0,-1-1 0</inkml:trace>
  <inkml:trace contextRef="#ctx0" brushRef="#br0" timeOffset="130400">20585 5924 7533,'-10'-13'2518,"2"6"-1169,24 24-270,0 15 1,3 11-833,-4-11 1,1 4-1,1 3 1,-2 3-795,-4-3 1,-1 5 0,-1 1 0,0 2 0,0-2 0,-1-3 423,2-1 0,0-3 0,-1 0 0,-1 0 0,-1 4 153,-3 5 0,-1 4 0,-2 3 0,0-2 0,-2-4 0,0-7-43,-1-4 1,-1-6-1,-1 3-167,0 4 0,0 6 0,-1 1 1,-1-3-1,-1-8-45,-6 0 0,-1-2-45,3 8 0,1 5 1,-5-6-1256,-14-6 0,0-4 1435,13-1 0,-2-1-720,-18-3 1,0-7 449,12-9-585,0-2 1,-1-1 1459,6-4 0,-7 16 0,9-2 0</inkml:trace>
  <inkml:trace contextRef="#ctx0" brushRef="#br0" timeOffset="-53778.73">1552 9241 7533,'0'-26'1349,"0"-5"-90,0 3-809,0 2 629,0 2-719,8 10-270,-6 1-540,-2 30 45,-10 13 1,-5 9 194,-2 3 0,-1 6 0,0-2-214,2-6 0,0 0 0,-1 2 406,1-4 0,0 2 0,-2 3 0,1-1 0,1-1 422,-1 4 1,1 0 0,0-1 0,1 1-68,-2 1 0,0 1 1,1-1-1,1 0-71,1-3 1,1 0 0,3-2 0,4-5-87,5 7 0,10-10-180,28-1 90,2-21-180,1-17 0,0-5 90,-4 7-420,-2-8 0,7-6 1,-3 2-616,2 4 1,-1 0 1034,-6 1 0,1-1 0,-3 2 0,-2-1 0,-5 5 0,-1 6 0</inkml:trace>
  <inkml:trace contextRef="#ctx0" brushRef="#br0" timeOffset="-53547.73">1552 9680 7533,'-25'-7'2248,"13"-5"181,-35 5-990,31 0-1259,-17 1 270,33 12-810,10-5 360,31 11-989,-10-5 44,6-3 1,1-1 224,-5 3-584,7-6 0,0 0 494,-6 0 810,-8-1 0,-1-4 0,0-25 0,-7-11 0</inkml:trace>
  <inkml:trace contextRef="#ctx0" brushRef="#br0" timeOffset="-53327.73">1499 9215 7533,'-29'-22'3276,"-2"0"-1515,44 9-1401,-1 4 224,15-6 1,5 1-405,1 10-120,-1-7 0,7-5 0,-6 3-500,6 2 350,3-4 0,10-2 0,-9 1 135,-18 8 0,-1-1-285,17-6 0,7-2 0,-7 2 151,4-3-1004,-13 8 1,4-1 0,-6 2 1079,-5 2 0,15 19 0,-40 9 0</inkml:trace>
  <inkml:trace contextRef="#ctx0" brushRef="#br0" timeOffset="-52710.73">2187 9693 7533,'-17'-7'1619,"-9"1"-1259,-1 6-360,-1 17 179,-5 10-44,22-4 0,2 6-1228,0 6 1,0 4 0,2-3-37,1 0 1,2 0 1068,3 9 0,2 4 0,7-5 537,10-7 0,7-4-657,1-1 0,5-10 90,12-17 1,0-17 358,-20-12 1,-5-10 0,-2-4 63,-3 5 1,-1-4 0,-2-1 0,-2 0-289,-3-6 0,-2-2 0,-3 1 0,0 3-15,-2 3 0,-1 3 0,-2 1 329,-3-17 1,-2 23-253,1 54 0,1 23-85,6-15 1,3 3 0,2 4-1,1 3-82,-1-2 0,2 2 0,1 4 0,0 0 0,1 2 0,1-1 18,0-1 0,2 2 0,1 1 1,0 0-1,0-1 0,0-1 1,-1-3 58,2 6 1,0-2 0,0-2 0,0 0 0,-1 0 72,2 1 0,0 1 0,0-1 0,-2-4 0,-4-5 45,-4 9 1,-4-7 88,3-6 1,-6-4 632,-14-7 0,-5-8-497,-8-15-136,3 4 1,-3-4-45,-11-10 0,-1-4-171,13 2 1,-2-1-213,-1-3 1,-5-3 0,-1-2-1,2 0 68,4-2 0,1-1 0,1-1 1,-3 0-686,-6-1 1,-2-1 0,0 1 0,4 0 773,-3-5 0,4 1 0,5 3 0,4 4 0,15 7 1,34 10-1</inkml:trace>
  <inkml:trace contextRef="#ctx0" brushRef="#br0" timeOffset="-51827.73">4233 9203 7533,'-17'-26'1619,"7"5"-270,2-3-90,8 9-269,8 2 269,25 31-899,-2 14 0,1 11-360,-10-13 0,0 3 0,1 3 0,0 2-477,0 3 1,1 2-1,-1 2 1,0 1-1,-2-1 81,-3-2 0,0 1 1,-2 0-1,0-2 1,0 0 260,2 2 0,0-1 0,-1-1 0,-1-1-630,-4-2 1,-1 0-1,-1-2 1,-2-3-586,-2 12 1,0-3 1349,4 1 0,-5 0 0,-13-3 0,-7-3 0,0-15 0,0 0 0</inkml:trace>
  <inkml:trace contextRef="#ctx0" brushRef="#br0" timeOffset="-51593.73">4233 10170 7533,'-9'-43'655,"-1"0"0,0 0 1,9-1-1,4 0 0,3 3 983,2-4 0,7 1-1523,4 9 0,5-4 1,3 1-1,1 2-115,0 5 0,0 3 0,2-1 0,2-2-656,0-2 1,2-3-1,1-1 1,0 2 0,-1 1-87,5 0 0,0 2 0,0 2 1,-1 0 741,-3 4 0,0-1 0,-3 4 0,-4 6 0,11 1 0,-27 21 0</inkml:trace>
  <inkml:trace contextRef="#ctx0" brushRef="#br0" timeOffset="-51260.73">5151 9925 7533,'-8'-7'-90,"6"1"-90,-14 6 540,14 0 359,-6 0 990,8 29-675,0-2 1,0 5-795,2 3 0,2 4 0,-2 2-1234,-1 7 1,-1 2-1,1-2 994,1-8 0,0-1 0,2-3 0,2 9 0,4-9 0,9-13 0</inkml:trace>
  <inkml:trace contextRef="#ctx0" brushRef="#br0" timeOffset="-50694.73">5891 9783 7533,'-9'-13'989,"1"0"-449,8 0-360,0 0 809,0 6 360,31-16-854,-1 15 0,3 1-630,-4-4 0,3 1-165,3 4 0,5 2 0,-2 3-600,-4 2 1,0 3 0,-2 2 843,15 7 0,-6 6 0,-10 0 0,-11 4 1,-27 5-1,1 1 0</inkml:trace>
  <inkml:trace contextRef="#ctx0" brushRef="#br0" timeOffset="-50497.73">6015 10015 7533,'-28'7'1638,"1"-1"0,-16 7 1292,33 0-2840,12-6 630,31 5-1215,11-7 0,4-3 450,-15-1 0,1-1-775,2-1 1,6-2 0,-1-1 0,-5 0-658,-3-3 1,-1-2 1476,-1 0 0,3-1 0,1-1 0,0-2 0,1-2 0,0 0 0,5-3 0,-1-1 0,1 1 0</inkml:trace>
  <inkml:trace contextRef="#ctx0" brushRef="#br0" timeOffset="-49630.73">7849 9654 7533,'-27'0'809,"-6"0"-629,13 6 630,-13 18-630,21-1 224,3 14 1,2 3-225,-1 8 30,7-11 0,1 7 0,-1-5-533,-3-11 1,1 0 472,4 8 0,2 4 0,0-9-1,-1-3 121,14 18-329,-14-45-121,14-18 180,-7-6-90,0-14 0,0-4-218,0 15 1,0-1 127,-5-11 0,-1-5 0,0 3-46,1 7 0,-1-1 1,-2-8 0,-2-7 0,1-3 1,0 4-490,3 8 1,2 1-1,-1 0 1,0 0 735,-1-2 1,-2-2-1,2 1 1,2 1 112,3-2 0,2-1 0,1 4 0,1 6-212,1 5 0,3 3 287,7-4 0,3-3 0,0 6-210,-6 10 0,3 4 150,8-1 0,4 1 0,-3 4-57,-7 4 0,1 3 42,20 3 0,0 4 44,3 3 91,-10 11 0,-3 4-180,-13 1-45,3 14 0,-5 2 335,-17-6-440,-3-1 0,-1 6 0,-1-5 2820,-3 9-2700,-9-4 0,-7 7 0,-2 0-944,-3-3 1,-3-1 0,1-1 883,6-3 0,1 0 0,-4 1 247,-5 0 0,-4 3 1,0-2-1,9-6-112,9-7 0,2 0-450,-10 7 1,-4 3 0,5-6 764,0 8-415,8-5 1,3-2-396,3-15 465,23 12-375,-3-28-540,17 3 1,7-2-270,-3-7 0,1-2 1498,2 4 0,2-2-1469,-6-5 1,2-1 0,-2 2 1460,1 3 1,1 2 0,13-8 0,2 1 0,-5 7-1,0 1 1</inkml:trace>
  <inkml:trace contextRef="#ctx0" brushRef="#br0" timeOffset="-49313.73">8661 10054 11670,'8'-14'1619,"17"-9"-1619,4 14 45,5-4 0,-1-4-465,0-4 285,8-6 0,-1-1 135,-15-3-450,9-3 1,-3-4-136,-22 8 0,-4 0 450,5 2 1,-5 0-472,-20-11 1,-11 6 290,3 22 0,-3 4 630,-5-8 0,-1 6-46,-6 21 1,2 12 1124,6 13 1,3 4-1421,-1-9 1,1 3 205,10 4 0,3 4 0,4-6-90,0 5-630,14 6 1,8-2 359,9-13-315,9 3 0,7 0 495,-7-20 0,4-4 0,-2 2 0,12 9 0,0 0 0,-7-11 0,0 1 0,-1-1 0</inkml:trace>
  <inkml:trace contextRef="#ctx0" brushRef="#br0" timeOffset="-48864.73">9507 9835 7533,'-7'-33'3276,"-3"-4"-2505,0 21 669,-6-13-1261,14 26 181,-13-14 90,13 16-720,-30-5-629,11 34 449,-22-9 90,20 15 0,2 4-21,-8-5 321,12-6 0,-1 6 0,4-4 150,0 5 89,1-5 1,-2 5 0,4-2 180,9-6 0,0 0-270,-8 4 0,5-2-180,28 8 180,-1-29-540,6-10 0,2-5 270,10-8-90,-6-9 1,-2-5 395,0-7-246,-11 11 0,3-5 0,-5 4 300,5-13-135,-2-3 0,-3 3 944,-9 14 1350,-2-16-1529,-8 35 359,-24 24-809,10 0-1999,-7 17 1,1 4 978,8 2-979,2 4 1,5 2 1572,12-12 1,9-6 0,11-6 0,7-7 0,12-5 0,0 0 0</inkml:trace>
  <inkml:trace contextRef="#ctx0" brushRef="#br0" timeOffset="-47628.73">10213 8828 7533,'-29'-8'3058,"-3"3"-2878,22 10 0,1 3-270,3 18 0,4 7 270,2 3-1273,0 6 1,0 11 0,0-6 803,-1-12 1,2 3 396,0 3 0,2 8 0,0 4 0,1 0 0,0-5 9,1-7 1,-1-3 0,1 0 0,1 3-280,1 3 0,2 4 0,1 1 0,-1-3 0,-1-6 132,-1 0 0,0-5 0,1-3-150,5 5 0,-3-10 889,-10-20-619,0-13-90,-8 4-719,-17-27-13,-8 15 1,-3 1 596,11-2 0,-3 1-15,-6 4 0,-4 2 0,5 2 700,-11 0-370,3 15 0,0 5 1529,2 3-810,8 14 1,3 4-436,7 4 120,6 8 1,6 2-675,9-8 120,6-8 0,5 3 0,3-4 15,12-7 0,3-5 1383,-1 8 0,3-4-1518,5-11 0,6-6 0,-6-4 0,11-8 150,-4-1 0,9-1 0,-2-5-1153,-6-10 1,-1-5 0,-1 2 897,-2 8 1,-1 2-1,0-4-30,-4-5 0,2-5 0,-4 0 1,-9 5 113,0-9-24,2-1 0,-5-3 989,-22 9 1,-2 2-315,9-11-90,-16-3 989,-14 39-862,20-5-667,-19 17 3302,21-2-3932,-6 27 540,8-19-540,3 12 1,2 1 359,5-4 45,1 7 1,3 0 44,6-9-315,3 1 0,3-3 406,5-6 179,2-6 0,1-1-270,-3-4 360,-2-12 0,-1-3 359,-6 0-224,-1-9 0,-1-4 135,-9 1 134,2-2 1,-2-1 675,-9-9-91,6 6-899,-8 12-450,-8 21-629,6 37-900,10 2 1619,-8-17 0,4-1-90,14-5 0,3-6 270,-7-8-225,13-5 0,2-4 405,-5-5-270,9-12 0,-1-4-90,-9-3-578,-4 1 1,2-5-1,-4 2 938,-3-12 719,6 0 1,-1 1-91,-15 9 1530,4-6-1979,-18 34-180,0 4-2519,-6 28 1889,14-7-1189,-2 3 1,1 3-1,5-2 1,3-1 367,5 17 1679,8-2 1,8-32 0,5-5 0,2 2 0,0 1 0</inkml:trace>
  <inkml:trace contextRef="#ctx0" brushRef="#br0" timeOffset="-47146.73">11553 9925 7533,'-7'-44'2968,"5"15"-719,-14-13-1800,6 32 1081,-7-13-1261,7 22 91,-6 18-180,14-5-585,-6 14 1,0 7-901,10 0 1,2 0 539,-4-4 1,2 0-166,10 2 1,6 1 0,1-6 524,1-9 0,1-3-216,10 7 0,-1-4 531,5-6 90,-10-19 0,-1-7 0,8-8 481,-14-3 1,0-8 0,-3-1 477,-3-4 1,-4-1 0,-1-2-541,-2-3 1,-2-2 0,-1 3-360,1 7 0,0 2 0,-3 4 884,-6-1 1,-4 11-586,0 19 361,-15 32-990,13 2 270,6 4 0,0 9 0,3-1-354,1-2 0,4 6 521,-1-11 0,2 8 0,1 4 0,1 4 0,-1-1 0,-1-1 0,0-4-490,-1 4 0,-2-3 1,1-1-1,0 0 1,1 3 336,2-2 1,2 2 0,0 2 0,0-2 0,0 0 0,-3-4-303,-1-1 0,-2 0 1,-1-2-1,1-5 0,1-6 117,4-3 0,-2-3 126,-2 19 0,-10-7 540,-17-27 0,-5-6-225,-6 12-151,2-18 1,-7-7 0,5 0 60,-8-2-240,10-2 0,-7-4 0,6 2 195,9 6 0,1-1-795,-7-7 1,-2-3-1,3 1-914,6 7 0,3-2 1574,0-8 0,0-6 0,2-3 0,2-8 0,2-5 0,0-2 0,2 1 0,-1 0 0,0 1 0,1-1 0</inkml:trace>
  <inkml:trace contextRef="#ctx0" brushRef="#br0" timeOffset="-46978.73">10689 9512 7533,'-36'-23'1092,"0"-1"0,11 6 0,5 4 1568,4 2-5088,41 12 2428,-3 0 0,7-2 0,8-2 0,1-1 0,-3 0 0,0 1 0,1-1 0</inkml:trace>
  <inkml:trace contextRef="#ctx0" brushRef="#br0" timeOffset="-45760.73">14199 9525 7533,'0'-20'180,"-8"1"89,-9-5 721,-11 8-540,-15-3-181,6 13-134,5 19 0,-3 9 135,-1 7 0,0 8-1363,8 0 1,0 4 0,2-1 1067,3-10 0,1 0 0,4 2 145,2 7 0,3 2 0,9-3 289,11 2 1,9-5-500,9 2 0,5-5 0,2-10 0,3-7-1083,0-9 1,-2-9 1082,2-21-270,2-6 0,-1-6 90,-13-8 0,-1-1 240,-1 17 0,1 0 0,-4-1-120,-6-7 0,-5-2 1,-3 6 2224,-4-1-1895,-5 4 0,-5 4 848,-18 16-533,12 25 0,3 10-406,-3 12 1,6 5-90,10-5 0,6 1 0,4-2-270,3-4 0,4-2 1,6-9-31,8-11 0,7-8 0,-1-9 613,-5-7 1,1-9 0,-2-4 0,0-3-314,-2-4 0,-1-4 0,-1-3 0,-1-1 0,-3 2-308,1 0 0,-2 1 1,-3 0-1,-1-4 308,-5-1 0,-1-3 0,-2-1 0,-3 0 0,0 3 67,-3 2 1,-1 2-1,-2 1 1,-1 0 224,-3 0 0,-2 0 1,0 1-1,2 2-52,3-6 0,1 2 0,-6 10 569,-26 1-719,12 55 0,2 13-135,6-18 0,-1 2-629,-2 11 1,-2 7 0,1 2 0,5-6 628,6-1 0,2 1-90,-4 4 0,-1 7 0,0 0 0,4-6 26,4 1 1,5-1 153,1 1 0,2 7 0,2 1 0,4-3 67,1-7 1,3-1-1,3-2 1,1 0-307,4 1 0,3 0 1,1-2-1,-2-2 194,2 6 0,0-3 0,2-12 225,18-13 0,-4-21 387,-24-23 1,-7-12-224,-5 5 1,-2-4 0,-2 2 142,-2 4 1,-3 2 0,-3-2-503,-6-13 0,-5-2 0,-2 8-75,1 18 0,-4 1-75,-5-4 0,-5-3 1,2 6 29,4 8 0,-1 5-776,-20-3 1,1 12-619,20 18 0,3 5 1484,-17 8 0,40 6 0,13 3 0,7-13 0,-1 0 0</inkml:trace>
  <inkml:trace contextRef="#ctx0" brushRef="#br0" timeOffset="-45410.73">15434 9667 7533,'-20'0'3276,"-3"0"-1875,21 6-861,2 18-360,2-7-990,12 10 1,3-1 719,-3-7-945,2 2 1,1-1-675,9 1 1709,-7-1 0,4-10 0,3-2 0,21 5 0</inkml:trace>
  <inkml:trace contextRef="#ctx0" brushRef="#br0" timeOffset="-44929.73">16069 8854 8252,'-20'6'1350,"5"7"-811,15 30 271,0-1-1903,0-2 1,0 8 0,0-4 1145,0-5 1,0 3 90,0-5 0,0 6 0,0 4 0,0-3 0,0-6-54,0 8 0,0-1-90,-1-1 0,1 7 0,-1-2 0,3-9 631,0-10 1,4-2-1082,2 8 0,2 3 1,5-8-1171,24-5 1821,-21-7 1,1-2-2721,21-12 1260,-29-10 1259,7 3 0,-10-26 0,-8-1 0</inkml:trace>
  <inkml:trace contextRef="#ctx0" brushRef="#br0" timeOffset="-44427.73">16510 9590 7533,'-20'0'2428,"-3"11"-2338,21 3-360,-14 24 270,14-10-1259,-6 21 809,16-26-269,2 13-1,0-28-89,13 4 809,-19-12 0,20 0 0,-30-17 0,4-5 0</inkml:trace>
  <inkml:trace contextRef="#ctx0" brushRef="#br0" timeOffset="-43097.73">16880 8880 7533,'-9'-7'3058,"-7"12"-2698,14 10 179,-2 11 1,0 8-300,3 1 0,2 5 0,-1-1-1175,0 8 0,0 4 935,2-5 0,0 7 0,0 0 0,0-9-540,-1-2 1,0-2 314,2 0 0,1 6 0,0-1 0,1-8-317,0-5 0,-1-2-448,0 17 1,2-4 630,10-14-361,-14-5 630,6-18 90,-16-29 0,6 6 577,-9-9 1,-2-3-264,4-4 1,-1 1-270,-4 7 0,0-1 1304,0-14 1,3 2-990,1 14 2338,-6-23-1349,14 31-719,26-3-630,-8 13 45,19 10 0,2 4-45,-11-5-180,13 5 0,2 1 0,-8-2 45,1-4 0,-1 2 45,-4 6 0,12-9 0,-29 3-359,4-10 2158,-24-8-1350,6 4 1,-14-3-540,7 18-359,-17 19-1,7-3 270,8 7 0,4 3-359,-1 5 44,10 2 0,4 1 226,4-2-136,12 5 0,5-3 315,-2-12-45,14 1 0,3-5 46,-9-15 403,5-9 1,-2-6-225,-12-15 854,2-14 1,-5-4-585,-17-8 389,3 15 1,3-6 0,-4 6-390,-4-8 404,4 0 1,-4 3 1034,-10 12-1979,6 1 360,-5 60-360,-1-3-640,4 1 0,1 8 0,0-5 820,-2-9 0,0 1 90,1 8 0,-1 8 0,1 1 0,1-7 90,3-2 0,-2 0 0,-2 6 0,-3 6 0,0 1 0,2-7-90,4-3 0,-2-1 67,-5 0 0,-3 4 1,-1 1-1,4-8-22,6-3 0,-2-3-285,-12 6 0,-5 1 1,3-8 149,2-5-405,-18-6 0,-4-7 315,12-11-989,-14-9 0,0-5-270,15-3-20,-12-14 1,1-4 469,5 2 989,10 5 0,-1-4 0,1 4 0,-1-3 0,0-1 0,0-4 0,-1-1 0,1 0 0</inkml:trace>
  <inkml:trace contextRef="#ctx0" brushRef="#br0" timeOffset="-42914.73">16633 9409 7533,'-17'-27'719,"-1"1"1,-1-13-900,-5 21-540,22 6 451,-6 11 269,8-5 0,-8 12 0,-1 1 0</inkml:trace>
  <inkml:trace contextRef="#ctx0" brushRef="#br0" timeOffset="-42714.73">15558 9241 7533,'-20'-22'299,"0"1"1,5-19 0,50 21 0,-8 5 0,1 0 0</inkml:trace>
  <inkml:trace contextRef="#ctx0" brushRef="#br0" timeOffset="-41827.73">4339 11512 7533,'-17'-13'1709,"-1"-5"-1349,8 4 1438,-13 1-628,19 36-631,-5 13 1,2 9-383,9-10 1,4 4-1,1 1 1,1 3-443,0-1 0,-1 2 0,2 1 0,1 1 0,2-1-57,2 2 0,3 0 1,1 0-1,1-2 0,1 0-90,-2-5 0,1 0 1,1-2-1,1-1 0,1-3-197,4 1 0,1-3 0,1-1 0,-3-3 629,-2 2 0,-1-3 0,-3-3 0,15 11 0,-36 1 0</inkml:trace>
  <inkml:trace contextRef="#ctx0" brushRef="#br0" timeOffset="-41579.73">4286 12584 7533,'-32'-15'779,"0"1"1,-4-7-1,5 2 481,9 3-361,4-7 1,5-2-541,19-12-1452,2 6 1,4-6 0,1 4 1098,2 5 1,4-2 330,3-6 0,7-7 1,0 0-1,-4 5-247,2-2 0,1 1 180,-3 6 0,4-5 0,2-1 0,-1 1 0,-6 5-181,5-7 1,-1 1-216,-3 10 0,4-4 0,2-2 1,-3 4-1,-4 4-819,0 1 1,-1 2 284,9-6 1,4-3-1,-6 7-267,2 3-712,-7 10 1,-1 2 1535,-5 5 0,-9 23 1,-12 5-1</inkml:trace>
  <inkml:trace contextRef="#ctx0" brushRef="#br0" timeOffset="-41195.73">4957 12351 7533,'-10'-21'3276,"10"-13"-2415,2 24 129,37-21-810,-16 17-45,10-2 0,1 2 44,-3 4-269,-2 0 1,-1 3 268,2 7-628,5 23 359,-17-6-315,-21 23 0,-10 9 315,0-10 0,-4 1-5,3-10 1,-1 1 0,-1 1 483,-1 6 1,0 2 0,0-5-210,2-10 0,1-1 150,-1 9 0,1 4 0,2-5 29,0 6-85,2-9 0,4-3-274,14-12-810,33-2 720,-7-18-870,1-2 1,7-3 0,-6 0-211,-11-1 1,-1-1 1169,7 0 0,3-1 0,-1-2 0,1-3 0,-2-1 0,2-1 0,7-2 0,-1 0 0,1 0 0</inkml:trace>
  <inkml:trace contextRef="#ctx0" brushRef="#br0" timeOffset="-40762.73">6297 11874 7533,'-20'-15'2338,"5"-2"-2158,15 16 0,23-5-90,-1 6 135,10 0 0,3 0 45,6 0-810,4 3 0,0 0 360,-10-2-809,10 8 0,-2-1 629,-17-5 360,3 7 0,-9 4 0,-33 3 0,-11 3 0,-2 7 0,1 0 0</inkml:trace>
  <inkml:trace contextRef="#ctx0" brushRef="#br0" timeOffset="-40597.73">6315 12210 7533,'-29'7'1638,"1"0"0,-13 10 1638,33-10-2093,24 6-1003,3-6-135,16-5 0,5-4-45,-11-3 0,2-3-1093,14-1 1,5-2 0,-3 0-495,-7-3 0,2-1 1587,-3 3 0,6-1 0,1 0 0,-4 3 0,-5 1 0,-2 2 0,1 0 0,3-1 0,0 1 0,-1-1 0,1 1 0</inkml:trace>
  <inkml:trace contextRef="#ctx0" brushRef="#br0" timeOffset="-38361.73">8361 11371 7533,'-18'-13'1349,"8"0"-270,3 0-269,7 0-450,0 17-360,-8 5 149,3 15 1,3 12 0,-1 4-263,-1 0 1,-1 3 0,0 3 0,1 2-382,2-6 0,0 2 1,0 2-1,1 0 0,0 1 1,-1-1 193,1 0 0,-1 0 0,0 0 0,0 0 1,1-1-1,2-2-78,0 2 0,2-2 0,1 0 1,0-3-1,-1-4 378,0 6 0,-1-4 0,5-12 0,11-13 0,-10-36 0</inkml:trace>
  <inkml:trace contextRef="#ctx0" brushRef="#br0" timeOffset="-37930.73">8220 12107 7533,'-20'-28'1979,"-3"-2"-1350,21 21 271,2 3-720,2 8 449,29 15-449,-9-14-180,10 3 0,2 0 0,7-6-1639,8-7 1,0-4 920,-23 5 1,1-3 357,5-5 0,5-3 0,1-1 1,-6 1 134,2-2 0,-1-2 0,-1-4 0,3-5 0,0-1 0,-6 3 0,-1 1 1,-5-2-76,1-9 0,0-6 0,-5 6 589,-8 11 1,-2 1-80,-3-9 0,0-4 0,-3 5 59,-3-13 61,-2 14 0,-1-4 0,0 5 120,1-8 539,-2 5 0,1 4-539,3 15 809,-8-7-899,6 33 180,-6 39-540,3-4 0,2 3-302,2-1 0,0 4 99,-1-14 1,0 5 0,0-1-1,0-5-67,2 2 1,0 2 111,0 2 1,0 8-1,0 0 1,0-8-23,0-1 0,0 0 67,0 2 1,0 7 0,0 0 0,0-8 22,0-5 0,0-2 30,2 7 0,2 3 0,-2-6-30,0 6 680,6-17 0,0-2-860,-6-6-1138,6-1 868,-8-6 540,0 16 0,0 0 0,0 16 0</inkml:trace>
  <inkml:trace contextRef="#ctx0" brushRef="#br0" timeOffset="-37261.73">9366 12235 7892,'-10'-6'450,"-5"5"-180,13-5 360,2 6-360,2 0 449,21 0-449,-11-5-45,15-3 0,3-3-135,-5-10-45,12-5 0,-1-3 135,-13-3-225,2-6 0,-1-1-45,-4 6 0,-9-6 0,-4 0 90,-7 14 0,-10-6 0,-6 3 90,-13 11-90,-4 1 0,-1 2-180,1 7-1459,-7 7 1,-1 5 1793,0 9 159,7 17 1,0 4-295,10-16 1,3 4 159,5 15 0,5 9 0,2-2-90,2 3 0,5-2-61,2-13 1,3 1 0,3-1-60,8 4 0,4-1 1,1-8-61,22-1-60,-6-7 0,5 2 0,-1-5-525,1-11 1,0-2 391,9 5 0,0-1-842,4-12 1,-8-4-135,-9 0 1259,10-7 0,-4-6 0,-24-8 0,1 7 0,1 0 0</inkml:trace>
  <inkml:trace contextRef="#ctx0" brushRef="#br0" timeOffset="-37029.73">10001 12015 7533,'-15'-37'1079,"11"20"2159,-12-11-2878,16 20 1529,0 1-1529,0 1-630,0 24-270,0-8 405,-4 14 0,0 5-854,2 2 224,-2 11 1,0 1 134,4-3-270,4 6 1,0-3 359,-2-15-270,13 5 1,1-2 450,-10-14 359,15-1 0,5-7 0,0-25 0,1-9 0,1 6 0,-1 0 0,1 0 0</inkml:trace>
  <inkml:trace contextRef="#ctx0" brushRef="#br0" timeOffset="-35693.73">10354 12015 7533,'-18'-25'1799,"1"5"-540,-9 7 0,-1 13-1079,-1 7-360,3 35 270,15-16-1729,5 15 1,2 1 304,3-8 659,4 11 1,0-1 1443,-2-11-1399,8 2 1,4-4 359,5-14-270,5 2 1,3-9 134,1-31 0,-1-8 287,-2 18 0,-3-3 267,-4-20 1,-5-11 0,-3 6-15,-4 14 0,-2-1 165,-2-13 0,-3-7 0,0 7 2682,-1-10-2533,-4 3 1,-4 1 1349,-7 4-1529,-3 19-222,3 54 132,9 13-203,9-13 1,3 6-1,1 3 1,0-2-278,1 6 0,0-2 1,2 2-81,0-8 1,1 0 0,0 1 0,0 4 364,-1-3 0,-1 3 0,1 3 0,-1-1 0,0 0 0,-1-3-532,1 8 1,-2-2 0,0-1-1,0 1 547,0-4 0,1 1 0,-1 0 0,0 0 0,-3-1 90,-1 9 0,-3-1 0,-1-3 0,0-8 0,-1-10 0,-2-3 407,-8 22 1,-6-8 132,-9-26 224,-4-6 1,-1-6-495,1-16-1,-7-5 1,0-1-180,6-6 135,-2-7 0,-2-1-135,-1 8-225,20-1 0,2-3 180,-4-2 0,3 0-315,12-15 90,-6 4 0,1 0 90,11-2-810,9-3 1,5-1 449,-4 23 0,2 1 0,10-13 0,5-4 1,-2 6 89,-4 11 0,2 0-23,2-2 1,6-4 0,0 0 0,-5 3 202,-2 0 0,-1 0-113,5-3 1,4-3 0,2-1-1,-6 4 113,-1 3 0,-1-2 45,-2-6 0,3-8 0,-1 0 0,-3 5-628,-1 4 1,-3-1 672,-2-4 0,1-5 0,-4 5 0,-4 10 0,-3 1 63,-1-5 0,-2-2 476,1-2 1,-2 0-450,-2 4 0,-2-1 989,2-7 1,-2 3-900,-7 1 3096,-2-12-2048,-7 35-171,7 2-2046,2 12 3042,0 28-3088,3 9 1,1 3 719,-2-10 0,2 3-487,0 13 0,0 6 1,4-8 621,3-18 0,2 0 30,-2 18 0,-1 8 0,3-7 60,3-16 0,1 0-210,2 15 0,0 6 1,0-7 209,-1-17 0,2-1-30,3 5 0,3 4 0,-2-9-60,6-8-104,19-6 104,-22-25 450,-5-9 0,-2-3 270,5-5-46,-10-9 1,-4-3 89,2 13 1,-2 2-405,-2-3 0,-2 2 720,1-13-451,0 35 1485,0 7-2294,0 30 0,7-2 1,2 3 314,-4-6 0,2 1-405,10 14 0,7-2-135,1-16 1,3-2 494,-5 1 0,3-2 360,8-7 0,-2-6-91,-2-7 181,-5-28 0,-1-12-60,-10 8 0,-2-3 0,-1-3-810,-1-1 1,0-4 0,-1 0-1,-1 1 570,2-2 0,-2 1 0,0-3 97,-3 2 1,-1-3-1,0 0 1,-2 4-332,-1 4 0,-1 3 0,1 0 264,2-2 0,0 0 0,-1 3 340,-2-1 1,0 10-72,0 21-628,0 29-451,-4 9 0,0 5 675,3-10 0,0 2-407,-1 12 1,-1 7 0,0-7 91,3-13 1,0 0-31,0 17 0,-1 8 0,2-7 210,3-14 0,0 0-23,0 3 1,0 5 0,0 0 0,2-5 112,3-4 0,2 0-270,-1 12 0,2 6 1,-1-9 1955,8 3-2316,-6-4 1,0-8 269,-3-22-719,5-26 1079,-13-8 90,-1-4 0,0-7 0,-3 0 0,-6-10 0,-1 0-6,5 11 1,0 0-1,0-1 6,-3-4 0,-2 0 0,1 5 0,-1-12 1638,0-2 0,0 3 1638,-1 19 0,18-20 0,27 28-3386,7 11 0,3 2 110,-18-4 0,0 1-1035,22 2 1,-2 1-945,-7-1 1979,-13 3 0,-1 2 0,1 8 0,-11 2 0</inkml:trace>
  <inkml:trace contextRef="#ctx0" brushRef="#br0" timeOffset="-35495.73">10160 11641 7533,'-25'-6'0,"-1"-1"0,-5 6 0,-10 2 0,46 24 0,7 2 0</inkml:trace>
  <inkml:trace contextRef="#ctx0" brushRef="#br0" timeOffset="-30711.73">4216 14326 7533,'-10'-13'539,"-21"-17"541,17 7-1,-12-14-179,11 17 89,21 7 90,11 36-899,5 2 0,5 10 0,3 8-623,-12-6 1,0 4-1,0 2 101,-1-9 0,0 2 1,1 1-1,1 1 0,-1 0-314,1 5 1,1 0-1,0 2 1,0-1 0,-1-1-1,-2-2 1,0 0-1,0-1 1,-1-2 0,-1-1 622,5 6 0,-1-2 0,-5-2 0,-6 10 1,-8-3-1,-10-19 0,0 0 0</inkml:trace>
  <inkml:trace contextRef="#ctx0" brushRef="#br0" timeOffset="-30437.73">4216 15268 7533,'-29'-15'1638,"1"0"0,-7-13-668,7 10 1,5-3 648,17-17 0,12-1-1170,1 15 1,5-1-529,7-14 0,4-7 0,2-1 169,-2 7 0,2-1 0,0 0 0,0 2-328,-5 7 1,-1 2 0,1-1 0,1-3 207,1-1 0,2-3 0,1-3 0,0 2 0,-3 3 0,-3 5-15,5-7 0,-1 1-297,-2 7 0,4-5 0,2-1 0,-1 1 1,-3 5-752,1 1 1,-1 4 0,-1-1 574,0-3 1,-1-1 0,0 4-833,5-1 1,-5 13 1349,-11 19 0,-7 18 0,-4 9 0,0 6 0,0 0 0</inkml:trace>
  <inkml:trace contextRef="#ctx0" brushRef="#br0" timeOffset="-29893.73">4921 14894 7533,'-21'-21'0,"-1"-1"0,-7-8 1638,14 5 0,4 1 1202,3 3-1760,8-9-1080,24 21-270,-10-2-45,13 19 0,2 6 45,3-2-180,5 13 1,0 3-1,4-4-225,-2 5 1,-3 2 314,-5-1 180,-1 3 0,-3 0 0,-5-7 630,-6 4 0,-7-1 809,-17-6-1079,-11 3 539,-4-15 1,-5-5-180,-7-4 0,-1-2-226,-1 4 1,0 3-450,-1 2 0,5 6 45,16 9 0,7 4 0,4 16-45,19-8 1,7 0-1,2-5 0,1-3 135,-3-6 0,-1 0-90,4 9 0,-4-3 90,-10-6 1529,-9 10-990,-20-21 1,-9-3-270,-6 0 0,-4-3-765,-6-3 1,-2-4-755,-1-3 1,2-3-101,12 2 0,5-2 1349,-8-16 0,49-2 0,15-2 0,-1 5 0,0 0 0,0 0 0</inkml:trace>
  <inkml:trace contextRef="#ctx0" brushRef="#br0" timeOffset="-29326.73">6668 14584 7533,'-20'-14'3276,"4"-3"-1245,16 15-1132,32-4-719,-9 6-585,9 0 1,3 0 404,4 0-945,-3 2 1,2 2-695,-9 2 1,-1 1 1072,5-1 1,-3 3 565,5 15 0,-45-1 0,-11 3 0,-9 4 0,1 1 0</inkml:trace>
  <inkml:trace contextRef="#ctx0" brushRef="#br0" timeOffset="-29143.73">6668 14907 7533,'-27'9'1638,"1"0"0,4 6 1202,8-2-2300,63-7-720,-15-6-1459,13-2 1,4-2 832,-25 1 1,1-1-245,15-3 1,8-2 0,-3 0 1107,-2-2 0,0 1 0,1 2 0,4 2 0,-1 0 0,-11 2 0,1 0 0,0 0 0</inkml:trace>
  <inkml:trace contextRef="#ctx0" brushRef="#br0" timeOffset="-28446.73">8996 15268 7533,'-37'33'1529,"11"-13"-1439,18-8 449,24-35-449,-12 6 150,9-9 0,5-7 0,-2 3-1089,-8 6 1,0-2 870,8-11 1,6-7 0,1-1-1,-4 5-741,-1-3 1,-1-2 733,-3 12 0,2-3 0,1-4 0,1-2 0,-1 0 0,-1 1-30,-1-2 0,-1-1 0,0 0 0,-1 0 0,0 0 0,1 2 33,0-1 0,-1 3 0,1-1 0,0 0 0,-1-2-3,0-1 0,1-5 0,0 0 0,-2 1 0,-1 6 0,-2 8 344,-3-1 1,-1 6 310,4-5 1,-2 14-491,-7 24 90,3 28 0,2 8 0,5 7-1114,-3-5 1,2 9 0,0-6 888,1-10 0,0 1-90,-2 6 0,1 8 0,-1 0 0,0-7 29,2-2 0,0 0 16,-4-4 0,1 5 0,-1 4 0,1 0 0,0-3-495,1 3 0,1-1 1,0 0-1,0 1-161,0-5 1,0 2-1,0 0 1,0-1 0,0-2 343,1 1 1,-1-1 0,1-1 0,-1-4-456,4 19 0,-1-13 767,-4-24 0,-16-11 0,-2-28 0</inkml:trace>
  <inkml:trace contextRef="#ctx0" brushRef="#br0" timeOffset="-27807.73">9472 15062 7533,'-28'-30'1079,"-1"-1"0,4 11 1,-1 0-900,-1-9 0,-1 3 1259,-11 7-2069,69 19 450,-1 0 0,4 2-360,1 3 1,3 1-354,6-4 1,5-2 0,0-1-38,0 0 1,0-1 0,-1 0 809,-7-1 0,-1 1 0,2-2 120,-1-1 0,4-1 0,-2 0 0,-6-1 137,2-3 0,-7-1 223,8-14 2068,-37-1-2158,-47 6 539,20 9 1,-1 3 360,-19 12-1170,16 5 180,10 12 0,6 7-540,14 10 0,4 1 90,-6-6 0,4 0-669,12 3 0,6 3 1,0-6 668,-5-12 0,3-2-120,14 7 0,7 2 1,1-5-214,5-6 1,2-9 542,-9-10 0,2-5 0,-3 0 60,1 2 0,-6-7 330,-14-14 0,-5-9 0,-8 1 164,-14-9 1,-7 0 74,6 9 1,0-2 0,-3 4 644,-9-7 1,-3 17-900,1 37 0,3 19-615,13 8 0,9 11 0,-1-1-96,-4-3 1,1-1 0,3 4 323,6-8 0,2 4 0,3 0 0,0-2 0,-3-5 42,-1-5 0,-1-3 0,2 4-6,1 2 0,2 4 0,1 3 0,-1 0 0,-2-2 103,-3 1 1,-2-1-1,-1-1 1,1 0-68,5 7 0,1-2 0,-6 0 359,-7 0 1,-5-1 0,-8-12 1278,-12-15 0,-9-11-1266,-3-8 0,-6-7 0,-2-4-283,5-4 1,-2-4 0,1-3 0,2 0-474,6 3 0,1-1 1,2-1-1,-1-3 226,-5-7 1,-2-3 0,3-2 0,5 1-890,7 0 0,4 0 0,1 2 417,-2 1 1,0 2 0,3-1 134,-1-15 0,7 4-135,5 9 630,31-6 0,22 23 0,-8 6 0,-1 1 0</inkml:trace>
  <inkml:trace contextRef="#ctx0" brushRef="#br0" timeOffset="-27261.73">11077 15255 8252,'24'-20'1350,"-3"2"-901,22 2 1,4 2-975,-20 3 1,1-1 734,14-8 0,6-4 0,-6 1-165,-14 5 0,-1-2 44,6-9 1,3-5 0,-7 1 45,-12 1 0,-3 0-45,-1 2 0,0-3 0,-6 1 225,-11-17 0,-7 3-90,2 16 0,-4 1 14,-7 1 1,-6 1 0,-3 5-1333,-1 10 1,-4 6 0,0 1 686,-9-6 1,-2 9 465,1 15 0,-3 10 0,7 1 30,8 1 0,3 6 202,5 3 0,-1 8 1,1 1-1,5-6-112,-2 2 0,11 1-436,14 0 0,8 9 1,5 2-1,2-3 1,-1-11 255,7 0 0,7-6-571,0-4 0,8 5 0,4-1 0,-1-5 0,-6-9 481,8-9 0,2-10-566,-11 0 1,5-3-1,1-2 1,0 0 0,-5-1 603,5-1 0,-4 0 0,2-3 1,-4 1-1,3-2 0,-2-1 1,-2 1-1,-4-2 0,0 0 1,1 0-1</inkml:trace>
  <inkml:trace contextRef="#ctx0" brushRef="#br0" timeOffset="-27127.73">12277 15255 7533,'2'-18'742,"4"4"0,-22 1 0,6 7 0</inkml:trace>
  <inkml:trace contextRef="#ctx0" brushRef="#br0" timeOffset="-21714.73">20955 9331 7533,'0'-14'-630,"-8"-3"360,6 10-180,-6 0 540,8-5-90,0 11 180,0-5-90,0 6 180,0-6-180,0 5 450,0-5-270,0 6 2878,0 0-2429,0-6-539,0 5 360,0-5-360,0 6 180,0-6 269,0 4-449,0 14-90,1 12 0,-2 8-23,-3 5 1,-3 9-1,0 1 1,2-3-697,2-2 1,2-2 0,-1 5 613,-2-6 0,-2 5 0,0 3 0,0 0 0,0-2 0,3-4-233,0 3 1,3-3-1,0-2 1,1 2 22,0 0 0,1 1 0,0-1 1,0-3 164,1 3 0,-1-2 0,5-9-1194,19 1 894,-16-25-1169,-3-12 1169,1-2 360,-6-10 0,6-25 0,-8 15 0,0 1 0</inkml:trace>
  <inkml:trace contextRef="#ctx0" brushRef="#br0" timeOffset="-21428.73">20832 9421 7533,'0'-38'1394,"-7"10"0,-2 0-315,3 3 1,0 1-361,-12-21 451,18 8-271,20 18 1,9 1-691,0 1 1,4-1 0,3 0-1030,2 1 1,3 0 0,1 1 0,-2 0 194,2-1 1,-1 1-1,2 2 40,-4 3 1,3 1-1,-2 1 1,-7 3 744,-5 2 0,-3 1-1105,19-4 1,-5 8-1575,-18 22 2159,3-6 360,-32 21 0,-20-11 0,-9 0 0,8-7 0,1 1 0,-1-1 0</inkml:trace>
  <inkml:trace contextRef="#ctx0" brushRef="#br0" timeOffset="-21226.73">20867 9603 7533,'-28'13'1638,"7"1"0,1 1 1638,-1 9 0,34 7-2299,18-28 1,11-10-1136,-8 1 1,3-2 0,3-1-1,0-1-662,4-3 1,3-1 0,-2 0 0,-1 0 454,4-3 1,-2 0 0,-1 4 0,-4 5 0,-1 3 0,-5 5 0,-9 8 0,1 0 0</inkml:trace>
  <inkml:trace contextRef="#ctx0" brushRef="#br0" timeOffset="-20209.73">21855 9886 7533,'0'-13'0,"0"0"539,0-5 361,-8-2-91,-10-6-269,-9 0-180,-1 17 0,-3 3-136,-1 4 1,-1 4-195,2 8 0,-3 6 0,3 1-301,-8 12 1,4 4 405,1 5 0,7 3 0,10 2 0,8 2 99,13 1 1,8-2-505,7-4 0,7-4 45,12-1 0,5-12 405,-6-25 0,0-8-135,-4 3 0,-5-6-180,-8-24 0,-7-3 225,-3 1-135,-11-4 0,-6-4-45,-4 3 0,-5 2 270,-5-4 0,-3 3-135,-5 2 0,12 17-3322,29 30 1638,14 17 1,5 8 1587,-4-2 0,1 0-20,0-6 1,3 1 0,-4 0 70,-2 11 0,-5-1 0,-3-10 0,0 0 630,12 18 0,-4-1-360,-13-11 2608,6 13-2428,-10-29 1863,-8-3-1144,0-11 346,-8-23-706,9-5 1,4-7-330,-3-2 0,1-4 0,2 2-684,4-8 0,1-1 383,-2 1 1,0-3 0,2 5 45,2 5 0,1 3-611,-1-3 1,4 5-2493,27 11 1239,-13 36 1,0 10 1502,-2-1 0,1 1 1,4-3-1,5 0 1,-1-2-1,-3-6 1,0 0-1,0 0 1</inkml:trace>
  <inkml:trace contextRef="#ctx0" brushRef="#br0" timeOffset="-19525.73">23830 9732 7533,'-10'-21'899,"-5"-9"-89,-3 14-271,-25-8-449,13 19 0,-3 3-90,-13 2 0,-4 6-950,14 5 1,-1 5-1,2 0 1040,-4 1 0,2 4 0,7 5 0,2 5 0,6 2 435,7 12 1,8 3-436,4-11 0,3 2 0,1-2-841,-1 9 0,6-5 751,9-7 0,3-7-360,8-9 315,9-18 0,4-4 45,8 1 99,-12-12 1,3-7-1,-5 0-99,-11 4 0,-3-4 30,6-12 0,1-8 0,-2 3 187,-3 1 0,-3-3 120,-5 5 0,-1-7 1,-1 2-1,-4 8 2002,-5-10-2969,-22 36 495,8 26 0,3 14 95,-2 9 0,2 9 1,5-3-1054,7-10 1,4-2 0,-1 0 936,-4 15 0,8-4 1,15-16-1,9-4 1,3-7-1,-2-16 1,0-1-1,1 1 0</inkml:trace>
  <inkml:trace contextRef="#ctx0" brushRef="#br0" timeOffset="-18909.73">24783 10106 7533,'-27'12'764,"1"0"1,-12-2 1034,13-4-1260,9-44-449,14 7-319,-1-5 1,-3-9-1,0-3 588,0 7 1,-1-2 0,1-1 0,-1 0-569,2 3 0,0 1 0,-1-1 1,1-3 312,-1 3 1,1-2 0,-1-1 0,0-1 0,1 2 0,-1 2 232,0-6 0,-1 3 1,0 1-1,2 0-247,1 4 0,1 1 0,1 0 0,-1 0-45,-1-4 0,-1-2 0,1 3 0,1 9 45,3-8-558,3 3 1,2 2 467,5 12-539,16-19 449,-2 33 0,2 2 895,16-11-850,-3 13 0,4 4 45,0 1 0,2 0-414,-7 1 1,3 1 0,-2 1-457,-4 2 1,-1 2-1,-1-1 1015,8 0 1,-6 4-1225,-14 13 0,-9 2 629,-10-1 450,-4 19 0,-15-18 0,-10 1 0,-1 1 0,-1 3 0,0 0 0,1 0 0</inkml:trace>
  <inkml:trace contextRef="#ctx0" brushRef="#br0" timeOffset="-18744.73">24448 9641 7533,'-20'0'3276,"20"12"-886,27-4-2300,1-1 0,5-1-660,-1-3 1,4-1-1,0-1-523,1-2 1,0-2 0,1 1 821,-2 2 0,0 0 0,-1-1 0,0-4 0,-2-1 1,-1-1-1,5 0 0,-1 0 0</inkml:trace>
  <inkml:trace contextRef="#ctx0" brushRef="#br0" timeOffset="-18326.73">25365 9667 7533,'-18'-26'3276,"8"12"-3224,10 14 757,2 8-314,9 13 0,2 6-540,-3 9 0,-1 5-555,2-3 0,2 2 1,-1 1-385,-1 5 0,1 0 0,0 0 984,-1-4 0,0-2 0,2-4 0,4-6 0,1-6 0,18-4 0</inkml:trace>
  <inkml:trace contextRef="#ctx0" brushRef="#br0" timeOffset="-17543.73">25788 9667 7713,'8'7'2608,"-6"-1"-809,21 5-540,13 15-1124,-6 1 0,2 4-555,-5-8 0,0 2 1,0 0-451,-2-1 1,0 1-1,-3-1-769,2 3 1,-3-2-865,11 5 1290,-30-6 853,5-8 91,-7 8 269,0-17 0,-31 10 0,-8-2 0</inkml:trace>
  <inkml:trace contextRef="#ctx0" brushRef="#br0" timeOffset="-17360.73">25876 10209 7533,'-21'-16'1638,"-1"1"0,1-7 1638,-3-19-2093,40 17-733,-5-13-90,7 16 0,6-1-470,3-2 0,5-1 0,1-2-710,-4 3 1,0-1 0,2-1 0,1 1 564,5-2 1,2 0 0,1 0 0,-3 2 0,6-4 0,-2 1-1,-1 2 1,-9 7 0,0 0 0,1 1 0</inkml:trace>
  <inkml:trace contextRef="#ctx0" brushRef="#br0" timeOffset="-16826.73">26511 10029 7533,'0'-21'2968,"0"2"-3867,16 7 269,-4 4 810,9 3 0,7-1 179,6-3 1,2-1-833,-2 3 0,1-1 532,-2-4 1,2-1 0,-3 2-60,-7 4 0,-1-2 0,6-8 0,2-5 0,-4 2 180,7-13-35,-2 1 0,-9-3 215,-30-5-225,-15 16 0,-9 3-135,-14 5 0,-4 5-193,2-1 0,-2 5 552,9 10 1,-2 4 0,5 1-225,10-2 0,1 5 494,-3 9 1,-1 7 0,4-2-495,8-6 0,3 2 74,-2 10 1,2 6 0,3-4-480,4-6 1,4-1 209,3 9 0,4 4 0,7-3-1033,11-9 1,6-3 0,-1 0-194,3 12 1,5-4 595,4-13 1,7-4 0,0-8 646,-7-6 0,-1-6 0,1-8 1,-2-9-1,1-8 0,1-4 1,-1 0-1,-2 0 0,-1 1 1,0 0-1,1 0 0,-1-1 1</inkml:trace>
  <inkml:trace contextRef="#ctx0" brushRef="#br0" timeOffset="-16394.73">27517 8854 7533,'0'-26'2158,"-16"11"-988,4 4-1080,-21 34-90,21 12 0,4 10 30,-1-3 0,1 5 0,0 3-384,3-6 0,1 2 0,0 3 1,1 1-1,1-2 408,1 1 0,0 0 0,1 0 0,0-1 0,0-2-144,-1 2 0,0-2 0,1-1 0,4-2 0,8 10 0,3-2 0,-1-13-359,2-7 422,12-11 0,-1-11 297,-13-26-90,11 0-180,-17-11 0,-8-4 90,-6 4 0,-4 1-128,-1-3 1,-5 0 397,-13-9 0,-3 5-360,12 17 0,-1 2 539,-18-11 1,-2 5 359,8 17 1,1 5-675,-1 0 0,-1 5 284,3 12 1,-1 7 0,5 0-330,8-3 0,5 4-540,-1 17 0,3 10 0,5-6 135,10-11 0,4-1-524,0 4 0,2 3 1,3-5 343,4-9 0,3-3-719,6 4 0,1-3 1371,5-4-1596,2-5 0,-1-4 1349,-9-6 0,-5-41 0,-24 9 0,0 0 0</inkml:trace>
  <inkml:trace contextRef="#ctx0" brushRef="#br0" timeOffset="-16225.73">26176 9383 7533,'-43'-12'1638,"16"7"0,1 2-1412,-13 7 0,37 17 1,18 2-1,-1 1 0</inkml:trace>
  <inkml:trace contextRef="#ctx0" brushRef="#br0" timeOffset="-15393.73">29016 9732 7353,'0'-8'450,"0"-3"-271,0 4 541,-8-18-270,6 9 89,-6-19-269,8 13 270,-15-15 0,-5-2-450,-7 10-45,3 15 0,-1 4-135,-7 5 45,-1 14 0,0 5-508,1 3 583,6 6 0,-3 8 0,4-2-75,7-9 0,1 3 90,-2 8 0,-1 7 0,1 1 0,2-5 0,0-4 0,5 0 15,6 13 0,4 5 0,0-7 30,-2-1-90,25-2 0,5-6 90,-10-20-180,11 1 0,3-3-180,7-16 225,-7-7 0,1-4 45,8-7-120,-12-4 0,3-7 0,-7 3-60,-3-13 120,-4 12 0,2-6 0,-5 4 150,-11 3 0,-4 2 0,4 2 0,-4 1 180,-15-1 0,-5 10-450,-12 32 270,7-13 0,1 4-405,11 19 0,5 6-494,2 12 269,8 3 270,8-13 270,17 9 0,13-25 0,9-2 0,-10 3 0,0 0 0,0 0 0</inkml:trace>
  <inkml:trace contextRef="#ctx0" brushRef="#br0" timeOffset="-14643.73">29298 9706 7533,'-17'-45'3276,"-17"17"-1155,13 15-2076,-1 28 0,3 13-1170,9 14 1,8 8 554,0-9 0,2 2 1,2-1 247,0-7 0,1-2 0,4 0 52,4 6 0,3-1 0,2-7 260,13 2-170,0-4 0,1-5 0,1-15 495,-1-10 0,-3-10 404,-13-18 1,-6-11-361,1 9 1,1-3 0,-4-2-984,-5-1 0,-3-3 0,-2 0 0,1 3 759,2-14 0,-2 3-15,-3 10 0,-2 0 0,-1 12 867,-1 15-987,0 8-90,1 33 0,3 19-330,3-4 0,4 5 1,-1 3-314,-2-8 1,0 3-1,-1 1 1,2-2 732,0-4 0,2-1 0,-1 1 0,0 2 54,-1 3 0,1 2 0,-1 2 0,-1-1 0,-2-2-327,-4 0 1,-4-1 0,1-2 0,1 1 294,4 2 1,2-1-1,-2 0 1,-4-2 415,-7-1 1,-6-1 0,0-4 0,6-9 461,-1 0-271,-16-9 1,-2-14-405,19-26 0,2-5-315,-7 10 0,-1-3 90,4-24 0,5-3 0,4 11-90,5-3 0,2-1 0,3-2 94,3-1 1,2-1-275,13-4 546,-5 14 1,4-3 0,4 0-367,5 4 0,5 1 0,1 1 0,-2 0-188,1-3 0,-1 1 1,3-1 241,1 3 0,3-2 0,3-1 0,-1 1 0,0 2 81,2-1 0,1 2 0,-2 0 0,-1 0-45,-5 3 0,-2 1 0,-1-1 0,2-2 0,-2-1 0,3-3 0,-1-1 0,-3 3 0,-6 3 135,-1 0 0,-4-1 14,0-12 1,-1-6 0,-4-2 844,-7 6 1,-3-2 0,-6 2-606,-6-1 1,-5 1 0,-7 5 600,-3 7 0,-6 5 1,-1 12-692,-9 22 1,-2 17 0,3 2-263,10-5 0,2 1 1,4 6-106,1 7 1,3 6-1,3 1 1,6-7-350,10 0 0,4-3-213,-2 13 1,4-2 134,8-8 0,5-6 360,1-11 0,3-2-225,5 8 1,3-2-46,8-6 0,6-5-673,-6-8 0,2-4 0,0 0 928,-7 2 0,0 0 1,0-1 107,8-3 0,1-2 0,-5-2 0,-9-3 1,-3-1-1,2-1 0,1 0 0</inkml:trace>
  <inkml:trace contextRef="#ctx0" brushRef="#br0" timeOffset="-13094.73">20549 11448 7533,'-35'-20'3276,"15"13"-1155,13 36-1912,15-2 1,9 6 0,-1 3-120,-4-1 0,-1 4 0,1 2 0,2 1-746,1 0 1,3 2-1,0 1 1,0 0 0,-1 0-1,-1 0 1,-1 0-1,-1 0 1,0-1 0,-1 1 565,0-2 1,-2 2-1,0-2 1,-1-1 0,0-3-1,3 7 1,-1-4 0,-3-2-1,-5 8 1,0 0-1</inkml:trace>
  <inkml:trace contextRef="#ctx0" brushRef="#br0" timeOffset="-12795.73">20373 12494 7533,'-23'-19'1092,"1"0"0,11-10 0,10-5 0,12-1 0,8-3 0,2 2-743,4-4 1,5-1-332,-7 12 0,4-2 0,2-1 0,1 0 0,0 2-158,-1 2 0,1 1 0,0 0 0,1-1 0,0-1 35,0-2 0,1-1 0,1-1 0,0 0 0,-1 0 1,-1 2-274,0 1 0,0 1 0,-1 1 0,-1 0 1,-1 0-186,5-6 1,0 0 0,-2 1 0,-6 4-580,-5 0 0,-3 3 197,-2 2 1,-3 1 495,-4-7 449,-18 35 0,-23 21 0,14-5 0,1-1 0</inkml:trace>
  <inkml:trace contextRef="#ctx0" brushRef="#br0" timeOffset="-12560.73">21273 12210 7533,'-30'0'3276,"7"0"-1785,23 23-1491,0-12-1889,15 36 1889,-3-24 0,7 10 0,3 6 0,-3-5 0,-1 1 0</inkml:trace>
  <inkml:trace contextRef="#ctx0" brushRef="#br0" timeOffset="-12027.73">22119 12158 7533,'-14'39'869,"1"0"1,0-12-1,0 1-1019,4 8 0,2 5 0,-2-3-929,-9 4 0,0-2 944,8-4 0,-1-3-135,-6-6 0,3-7-270,12-14 540,-14-29 0,14-1 0,2-4 0,-4-12 0,0 0 0</inkml:trace>
  <inkml:trace contextRef="#ctx0" brushRef="#br0" timeOffset="-11710.73">22525 11499 7533,'-10'-14'3276,"-13"3"-1875,19 45-1131,-4-8 0,16 13 0,9 7-1241,1-13 1,3 1-1,1 2 498,-3-2 1,2 2 0,0 1 0,0 1-184,0-4 1,1 2-1,1 0 1,-2-1 0,-2-1 290,4 6 1,-3-2 0,-4 1 0,-3 7 0,-4 1 0,-8-3 0,-15-3 0,-1-1 0</inkml:trace>
  <inkml:trace contextRef="#ctx0" brushRef="#br0" timeOffset="-11493.73">22472 12325 7533,'-22'-21'1092,"1"1"0,6-5 0,8-4 0,12-5 0,8-4 0,1 2-1420,-2-1 0,5 1 732,7 5 1,7-3 0,3 1 0,-1 0-270,-4 4 0,0 1 0,1 0 0,-1 0-340,0 1 1,-1 1 0,1 0 0,1-1 69,7-7 0,2-2 0,0 2 1,-5 6 134,1 4 0,-2 2-1093,0-2 1,2-3 0,-3 6-419,-6 11 1,-3 3 1510,20-5 0,-35 38 0,-18 15 0</inkml:trace>
  <inkml:trace contextRef="#ctx0" brushRef="#br0" timeOffset="-11144.73">23107 12029 11131,'0'-15'2248,"16"-2"-1304,7 10 1,5 1-585,15-2-180,-5-2 0,-2 2-270,-6 7-135,3-5 0,-2 6-494,-13 23-361,-2 23 675,-26-13 1,-10 2 883,-8 0 1,-6 2 0,4-3 59,10-4 1,1 0-91,-8-2 1,-4 2 0,10-5-180,18 4 540,3 14-900,25-30 0,8-5 90,12 11-900,-9-15 1,5-3-1,-4 0 688,-6-1 0,-1 0 0,9 0 0,0 0 0,-13 0 1,-1 0-1</inkml:trace>
  <inkml:trace contextRef="#ctx0" brushRef="#br0" timeOffset="-10393.73">24924 11822 7533,'-10'-20'270,"2"2"719,8 11 630,16-5-630,3 11-89,17 1-450,-9 7 899,-1 35-1349,-19-9 0,-5 5-210,-2 4 0,-3 4 0,-1 1-400,-2-9 0,0 1 0,-2-1 1,0 0-171,-4 11 1,-2-1-1,3-6-345,2 4 1,6-20 1124,7-29 0,15-19 0,5-11 0,-1-5 0,-1-1 0</inkml:trace>
  <inkml:trace contextRef="#ctx0" brushRef="#br0" timeOffset="-9994.73">25259 12029 7533,'-20'0'3276,"-3"11"-616,13 26-2570,0-5-405,4 10 1,4-1 224,10-12-360,-5 5 0,4-3 360,11-21-449,7 7 479,-5-31 0,3-16 0,1-1 209,1-1 1,0-2 0,1-4-350,-4 2 0,1-4 0,0-2 0,1 0 0,-2 2 523,-1 3 1,-1 0 0,0 0 0,-1 1 0,-1 2-204,2-9 0,-2 2 0,1 5 374,7-9 1,-5 21 290,-19 43 0,-2 14-650,4 6 0,0 3-135,-4 0 0,0 3-1093,-1-2 1,0 4 0,3-7 195,5 9-93,-4-17 1,0 5-1,1-5 541,14 13-991,2-10 1,1-3 1458,-5-3-19,17-8 0,4-12 0,-12-29 0,-1-10 0,6 8 0,-1 0 0,0 0 0</inkml:trace>
  <inkml:trace contextRef="#ctx0" brushRef="#br0" timeOffset="-8676.73">26335 11048 7533,'-26'-43'3238,"7"43"-2744,4 30 1,4 12-450,1-7 0,3 3-1138,2 4 1,3 6 0,-1-6 620,-2-9 0,2 1 719,5 0 0,2 4 1,1 2-1,0-1 15,0 9 1,1 1-1,2 0-487,3-7 0,3 1 1,0-1-1,-2-1 195,-2 1 0,-1-1 0,4-5-465,10 6 1,3-14 949,1-27-635,-7-2 630,-5-41-270,-15 17-180,0-24 90,-8 17 270,-6 13 0,-5 0-271,-2-2 1,-5 1 45,-16 2 0,-2 3-135,15 6 0,-1 5 450,-15 11 0,0 11-91,11 8 1,3 7 83,9-7 1,0 1 0,2 0-399,-8 6 0,5 1-166,10 12 0,8-3 121,5-9 51,5 5 0,8 0-186,12-10 0,8-5 75,-5-4 0,2-1 0,3-3-165,8-1 0,4-4 0,2-4 67,-8-7 1,1-4 0,1-2 0,-2-3 127,8-7 0,-1-4 0,-2-4-123,-11 2 1,-1-3 0,-2-1-1,-4 1 243,9-10 0,-7 0 135,-6-5 0,-11 2 1892,-18-2-498,-21 6-1511,7 17 0,-3 4-828,-21 6 946,10-5-316,17 11 3302,2-5-3482,14 6-269,-13 0 359,13 0-630,-6 0 540,8 6 810,0 13-630,8 25 90,-4-10 0,2 4 90,2 11 0,1-1-228,-4-13 0,0 0 93,5 14 0,3-3-45,0-20 0,2-2-185,12 13 0,7-3 140,1-15 0,2-10 135,4-15 0,-1-12 60,-12 1 0,-1-4 0,-4-4-238,-5-3 1,-3-4 0,-1 0 387,4-4 0,-1-2 0,-3 0 209,-6 5 1,-2-1 0,0 0-66,0-3 0,1 0 0,-3 1-309,-3-5 0,-2 3 45,-1-6-80,-21 27-190,19 28-1169,-28 21 719,18 9 1,1 5 494,-2-12 0,1 1-39,3 7 0,3 6 0,1 0 204,1-1 0,0 1 0,2-1-416,3-8 0,0-1 0,2 2 476,-1 6 0,2 4 0,0-1 0,1-9-225,2-6 0,2-3 15,3 7 0,1 4 0,1-9-60,8-1-325,-2 4 595,-3-36-45,-5-23 0,-2-13 105,1-4 0,1-5 0,-2-5-328,-2 8 0,0-4 0,-1-2 0,0-1 1,1-1 305,-1 7 1,1-1-1,0-2 1,0 0-1,0 0 1,0 2-1,0 0 111,0 0 1,0 0 0,1 1 0,-1 1 0,0 2 0,0 1 235,0-10 0,-2 0 0,3 6 1,6 13-791,15 11 0,-1 17-225,-12 35 390,2-4 0,4 6 1,-2-3 393,-4-9 1,-1 1-275,1 12 0,-1 5 0,1-5-105,-1-12 0,-1 1 105,-1 10 0,0 6 0,-3-4 435,-2-4 0,-2-1-315,1 2 0,-4-2 214,-20 9-619,-5-37 1,-5-6-856,-7 2 1,-2-2 899,4-1 0,-1-1 98,-13 1 0,4 1 172,10 2 0,7 9 0,3 5 0,5 14 0</inkml:trace>
  <inkml:trace contextRef="#ctx0" brushRef="#br0" timeOffset="-7461.73">27605 12158 7533,'-10'-20'1349,"18"1"-1169,-4 6 179,18 4 1,3 0-180,-9-5 270,23-4 0,2 0-90,-14-5-1503,13-4 0,1-1 1413,-10-2-91,-5-3 1,-1 0-90,2 1-165,-16-4 0,-4 0 75,1 11 180,-15-8 0,-10 1-495,-4 16 0,-3 3 315,1-8 0,-3 3-270,-11 8 0,0 7 90,-2 10 0,9 15 0,1 4 180,-8 7-463,21-4 1,1 6 0,3-4 462,-8 10-30,10-9 0,1 6 0,4-6 1915,11 14-1750,5 0 0,4-1 1006,8-7-991,1-15 0,6 1 0,-3-5-60,8 5 0,8-10 0,4-4-45,-18-5 0,-1-4-411,8-8 0,-2-3 456,12-1-45,-16-13 0,-4-5 45,-2 3 372,-3-9 1,-1-1-373,-2 10-403,-9-21 403,-1 38 778,-16-3-778,7 18-540,-15 19 180,14-3 90,-6 8 1,0 1-271,6 0 135,-3 2 0,2 0 45,11-3-449,10 13 359,1-23 1445,23-13-635,-16-24 0,1-7-405,-7 11 0,1-3 526,1-12 0,0-8 0,-2 0-122,-1 1 1,-1 0 0,-2 0-412,-2 4 1,-1 0 0,1-1 163,3-2 1,1-4-1,-1 2 1,-4 6 67,1-17-91,3 11 1,-3 6-359,-12 15 268,6 21-89,-6 18 0,-4 8-899,2 15 12,-1-14 1,1 4-1,1-5 617,7 14-1079,0 0 0,1-2 1118,3-5-848,4 0 0,0-1 629,-5-6 450,8-5 0,4-11 0,2-36 0,2-16 0,-2 9 0,-1 0 0,0 0 0</inkml:trace>
  <inkml:trace contextRef="#ctx0" brushRef="#br0" timeOffset="-6177.73">29104 11215 7533,'0'-48'449,"0"16"316,4 4 0,0 2-496,-2 10 721,14-1-810,-14 23 359,13 24-314,-12 2 0,-4 6-105,4 3 0,0 4 0,-1-2-557,-2 4 1,0 2 436,0-10 0,0 3 0,0 1 0,0-2-30,0 5 0,0-1 0,0-2 60,0-6 0,0-1 0,0 1-120,1 12 0,1 2 0,3-16-629,5-21 629,0-4 90,-3-33 45,-12-3 0,-5-3-1597,-3 3 1,-2 0 1506,-2 1 0,-3 1 382,-4-6 0,-3 5-337,-7 15 0,-1 4 89,10-4 1,-1 3 90,-11 17 0,0 9 0,4 4 0,5 7-1404,10 15 0,3 2 1269,-7-12 0,5 0-45,12 10 0,10-1-215,8-13 1,5-2 484,3 9 0,5-3-30,0-12 0,4-3 0,2-4-31,7-4 1,2-6 0,1-4 644,0-6 0,0-5 0,1-4-787,-5-1 1,1-4-1,-1-2 1,-4 1-68,0-2 0,-4 1 0,0-4-150,6-9 0,-2-3 0,-6 3 150,-11 10 0,-2 0-180,4-3 0,2-4 1,-5 2-46,-7 0 0,-4 1 585,11-20 2916,-49 34-3273,13 28 1,0 9-499,-11 9 0,2 7 315,14-7 0,3 3 1,1-2 134,-3 1 0,3 0-45,4 12 0,6-5 138,9-10-183,2-4 0,5-1 547,10-10 1,3-7-323,4-8 0,1-7-180,8-12 0,-4-6 90,-12 2 0,-3-4-315,5-15 1,-5-3-46,-7 9 0,-2 2 270,1 3 0,-1 0 0,-4-2 0,0 2-180,7-2 360,-14 9-180,5-8 630,-7 22 270,0 24-541,-7 3-134,5 6 0,2 4 45,-4-3 0,0 0-270,3 6 0,2 2 180,2 6 0,2-3-180,4 12 90,17-7 90,-7-35 180,7-7 90,-8-18-270,7-21 180,-5 9-181,-5-5 1,3-1-45,0 17 0,-1-1-135,-3-7 1,2-3-136,13-4 0,-2 2 45,-11 5 180,3-3 0,1-4 0,-6 4 0,-2-3 60,-2 0 0,0-3 0,-1 0-255,5-9 1,0-1 284,-5 1 0,-1-2 0,-2 1 239,-4 5 1,-2 1 0,0 2-210,3 4 0,0 1 0,-1-1 150,-1-6 0,-2 0 0,1 7 809,0-3-719,-8 4-270,6 32-90,-6 15-270,4 14 0,0 8 150,-1-1 0,-1 4 0,0 0-151,2-7 0,0 1 0,0 2 361,0 7 0,-1 5 0,1-1 0,1-6 225,3-2 0,0 0-113,0 3 0,0 6 1,0 4-1,0-4-292,0-5 0,-1-1 0,0 0 1,3 1-384,3 4 1,3 2 0,1-1 0,1-3-621,3 6 1,3-3 0,2-7 571,4-4 1,5-14 520,3-17 0,-3-12 0,-8-25 0,-6 7 0,0 1 0</inkml:trace>
  <inkml:trace contextRef="#ctx0" brushRef="#br0" timeOffset="-5976.73">30092 11564 7533,'-39'-20'1638,"12"11"0,7-1 1638,16-3-474,-4 6-2532,49-10-180,-8 8-780,-2 3 1,7 0-1,-1 0 622,9 0 1,2-1 0,-11 2 0,2-2 0,2 1 0,-1-1 0,0 1 0,0-1 0,1 0-1,-1 0 1</inkml:trace>
  <inkml:trace contextRef="#ctx0" brushRef="#br0" timeOffset="-5424.73">25171 11487 7533,'-21'-27'359,"1"1"1,12 3-450,0-9 0,10-1 90,34 14 0,12 5 0,-9 0 0,2 0 0,-1 4 0,0 0 0,0 0 0</inkml:trace>
  <inkml:trace contextRef="#ctx0" brushRef="#br0" timeOffset="-5039.73">30639 12068 7533,'-28'-11'1619,"1"1"0,-8-3-1619,50 2 0,17-8 0,-2 6 0,0-1 0</inkml:trace>
  <inkml:trace contextRef="#ctx0" brushRef="#br0" timeOffset="-2128.73">20144 14133 7533,'-10'-8'2788,"-6"2"-1798,14 6-271,-6 24-539,8-2-150,0 12 0,0 10 0,0 3-850,1-3 1,1 2 0,0 2 0,1-1 373,1 1 0,0 0 0,0 0 1,2-1 85,-1 0 0,1 1 0,1-4 0,2-8 436,5-2 1,0-18 0,-5-48 0,-9-2 0,-1 0 0</inkml:trace>
  <inkml:trace contextRef="#ctx0" brushRef="#br0" timeOffset="-1576.73">20108 14055 7533,'0'-41'655,"0"-1"0,0 0 1,5 7-1,0 0 0,1 1 225,-3-16 1,6 2-162,15 4 1,9 11-450,-3 22 0,4 9 44,14 1 1,2 9-1408,-16 6 1,-1 6 0,-2 0 1058,7 6 1,-3 4-267,-11 1 0,-1 4 0,-4 0-303,2 6 0,-4 1 63,-7-6 0,-2 3 1,-7-2 134,-11 12 0,-13-8 405,-10-14 0,-9-8 270,1-9 0,-6-5 0,4-3-225,2-4 0,2-3 404,2 1 1,0 0 0,7-1 1239,6-2-1419,15 30-181,32 8 1,14 3-270,-7-8 1,3 2-138,-6-3 1,4 4-1,-1 1 1,-2-2 16,-2 0 0,-2-2 0,0 1 180,2 2 0,-1-1 0,-3 4 0,-1 11 0,-2 3 1,-8-3 298,-12-2 1,-4-1 0,10 4 0,-8-4 1099,-27-11 1,-11-10-921,6-15 1,-4-7-60,-3-3 0,-4-3 0,0 0-361,0 0 0,0-1 0,3-1-839,-6-9 1,6 1-740,11 7 1,15 5 1419,27 7 1,16 5-1,7 3 1,4 2 0,0 0-1</inkml:trace>
  <inkml:trace contextRef="#ctx0" brushRef="#br0" timeOffset="-876.73">20920 14662 7533,'-43'-7'2338,"21"1"-1798,-9 6 90,21 6-450,-8 1 719,-7 28-629,14-4 0,2 3-315,1 9 0,6 2-75,12-10 0,5 1 0,2-4-15,-2-1 0,5-6-75,9-7 0,6-5 1,-1-10-376,7-23 0,0-13-508,-7 8 1,0-3 0,-2-1 1005,-5 0 0,-3-1 0,-2-1-3,5-12 0,-5 0 225,-8 3 0,-3 1 401,-4 7 0,-2 0 453,-3-1 1,-4 6 1259,-10 9-2070,-13 28 136,14 16 0,4 7-720,0 5 1,4 3 164,4-5 0,2 3 0,1-1-47,0 11 1,4-3 151,10-4 0,5-5 1480,6-4-2514,10-16 0,5-9 134,-10-11 1,0-9 1034,-1-3 0,1-6 0,-5-2 0,-2-16 0,-7-5 0,-9 8 0,-1 0 0,1 0 0</inkml:trace>
  <inkml:trace contextRef="#ctx0" brushRef="#br0" timeOffset="-677.73">21696 14043 7533,'0'-15'1259,"0"-3"540,-8 11-990,6 29-2448,5 18 1,2 7 1600,-4-9 1,2 3-211,3-1 1,2 5 0,1 3 0,-1-2-265,-2-1 1,-2 0-1,1 1 1,0 1 511,0-4 0,1 2 0,0 1 0,0-1 0,-2-2 0,0 1 0,-1 0 0,-1-2 0,-1-3 0,-2 0 0,1 1 0,-1-1 0</inkml:trace>
  <inkml:trace contextRef="#ctx0" brushRef="#br0" timeOffset="-508.73">21661 14701 7533,'-14'-37'787,"0"1"0,0 0 0,6 5 0,1 1-98,-7-7 1,0-3 0,10 4 884,25 5 0,5 3-1304,-6-15-61,10 22 1,10 1 0,2 2-1286,-5 5 1,2 2 0,2 1 1075,3 1 0,4 1 0,0 2 0,0 0 0,-2 3 0,0 0 0,-1 3 0,1 1 0,-1 4 0,0 0 0,0 1 0,0-1 0</inkml:trace>
  <inkml:trace contextRef="#ctx0" brushRef="#br0" timeOffset="205.27">23601 14726 7533,'-28'-14'1349,"3"3"-899,15 39-181,5 0 1,2 3-225,3 7 0,0 0 0,0-1 0,0-2 0,0-6 0,0-4 135,0-4-90,8-2 90,10-48-225,0-4 0,-1-5 90,-6 6 0,0-3-316,3-8 1,2-4 0,1 0 330,-2 5 0,-1 0 0,2 0-299,0-2 0,0 0 0,1 0 239,0 2 0,1 1 0,-2 5 224,-3 8 1,-1 6 585,6-2-180,-1 28-630,1 28-90,0-1-180,-13 6 0,-1 4-45,5-4 0,-2-1 225,-6-2 0,0 2-630,5 9 1,4 0-675,3-11 0,-1-2 1130,-6-6 0,2-2 264,14 9 0,3-12 0,4-42 0,-2 9 0,-1 0 0</inkml:trace>
  <inkml:trace contextRef="#ctx0" brushRef="#br0" timeOffset="958.27">24395 14455 7533,'-38'-18'1638,"2"17"0,0 5-147,8-2-1401,-12 17 0,0 11 90,17 9 0,7 5-604,3-8 0,2 2 0,5 1-26,8 4 0,7 0 1,6-4 149,7-7 0,6-5 0,4-6 210,10-6 0,4-8 1,0-10 59,-5-12 0,0-10 0,-4 1-15,7-2 0,-8-4 164,-17-3 1,-5-6 0,-7 4 420,-9 6 0,-4 2-405,3 0 0,-4 0 1333,-18-4 0,-7 9-389,-11 23-1108,11 6 0,3 7-1141,15 14 1,11 4 224,16 0 1,7-2 404,-10-6 1,5-4-1,16-10 0,8-8 1,-5-3 359,13-11-719,-15 2 0,4-3 1,-4-2 763,1-8 0,-3-7 105,-3-2 0,0-7 0,-3-2-28,-5 6 0,-2-1 0,-2-3 0,-1-1 381,-3 3 1,-1-2 0,-1 0 0,-1-2 0,-1 1 17,0-4 1,-2 0 0,0-1 0,-1 1 0,-1 1 265,-2-3 0,-1 1 0,-1 3 0,1 1 82,0 1 1,1 2 0,-2 6-690,-7-14 180,6 88-300,-1-10 0,0 6 0,1-1-285,1 8 1,2 2-24,0-4 1,2 5 0,-1-1 0,0-6 728,-1-1 0,0-2-691,3 7 0,1 4 0,2 2-105,-2-10 1,2 1-1,-1-1 1,1-2 374,0-2 0,0-2 0,1 3-218,0 9 1,1 5 0,0-1 0,-2-11 520,-2-14 1,0-2-724,0 13 1,-2-8 179,-3-23 0,-8-42 450,-2 4 300,-1-1 0,-4-9 0,0-2 429,0 1 0,-1-4 0,0 0 0,0 3-205,-1-1 0,-1 2 0,2-2-322,0 0 0,-2-3 1,5 2-1,11 9 1346,17 7 0,9 7-1296,12-2 0,11 2-648,-12 10 0,7 0 0,3 0 1,1 2-1,-1 1-350,-2 2 1,1 2-1,0 1 1,-1 0 0,1-1 542,-1-1 0,0-1 0,0 1 0,-2 1 0,-4 3 0,6 1 0,-4 3 0,-11 6 0,-6 14 0</inkml:trace>
  <inkml:trace contextRef="#ctx0" brushRef="#br0" timeOffset="1805.27">26670 14313 7533,'-27'-13'0,"1"6"2338,1 2-1888,13 5 360,-4 11-1080,16-2 270,0 21-900,8-3 450,1 0 1,0 2 89,2 13-45,1-4 0,0 4 405,-4 0 0,2 0 0,2-6 0,3 0 0,3 3 0,-1 1 0</inkml:trace>
  <inkml:trace contextRef="#ctx0" brushRef="#br0" timeOffset="2221.27">26882 14403 7533,'-20'-20'1979,"-3"8"-630,21 29-1259,2 29-270,10-11 0,5 3-450,5 2 1,5-1 134,4-5 0,5-9 360,1-17 0,0-14 195,-7-10 0,-1-9 0,-3-4 210,-3-4 0,-3-5 0,0-2 269,-2 2 1,-1-4 0,0 1 0,-3 4 449,4-13 0,-4 8-449,-2-1-360,-4 79-90,-6 4 0,0 4-630,3-1 1,3 0-316,5 0 1,4-3-271,5-5 1,3-5 1124,0-7 0,1-6 0,21-10 0,-12-22 0</inkml:trace>
  <inkml:trace contextRef="#ctx0" brushRef="#br0" timeOffset="3489.27">28063 13436 7533,'-9'-28'359,"-7"-8"-179,14 27 360,-6-3-540,8 19 450,8 41-360,-3-9 0,0 6 22,-1-9 0,1 4 1,-1 1-1,0-3-385,0 1 0,-1-2 0,0 3 408,1 5 0,1 4 0,-1 0 0,-1-2 44,-2 1 1,-2-2 0,3 1-113,3-9 1,2 1 0,-1-1-1,-1-2-157,-3 2 0,-3-2 0,4-8 90,13-1 90,-16-53-270,-8-13 1,-2-1 44,-9 6 0,-3 1 45,-1 0 45,-3 2 0,-5 3 0,4 19 0,1 2-2078,-7-11 2168,5 13 0,1 4 225,-9 13-135,13 8 0,-1 8-180,-4 11 0,4 3-61,8-8 1,4 3 45,4-3 0,2 3 0,4-2 15,7 6 0,6-1 45,4-7 0,4 1 0,-2-1 0,-1 6 0,3-5 90,18-3 0,7-9 90,-6-13 0,2-9-61,-2-7 1,2-6 0,0-2 0,3-3 0,0-2 0,-2-5-187,-11 3 1,0-2-1,-2-2 1,-2-1 155,3-7 1,-3 0 0,-3 1-45,-3-2 0,-3 2-90,2-5 0,-6 3 3321,-11-6-2571,-1 15 1,-2 1-347,-17-8-89,-17 7-630,13 13 593,-25 8-1312,33 34 719,1-4 1,1 3 314,6-3 0,4 2-135,4 16 0,4 2-1277,6-5 1,1-1 1411,-3-3 0,2 0-105,4-3 0,3 1 1,3-6 14,7-4 0,5-10 45,6-9 0,2-7 45,-8-1 0,-3-8 105,-7-13 0,-2-7 0,-4 1-15,-6 5 0,-2-2-90,8-18 0,-3-1 225,-9 14 0,-2 2-1,4-17 181,-24 29-405,7 40 0,-2 11 135,-16 8-395,17-7 1,2 6 0,1 0 124,0-2 0,0 0 1,3 3 89,2-1 0,2 2 0,0 0 0,0-1 829,-2 3 0,-1-1 0,2 1-679,5 6 0,1 1 0,2-9-150,3 0 180,-3 0 0,3-14-180,0-35 449,-2 8-89,1-31 0,-2-17-240,-3 9 0,-1-3 0,1-4-657,3-1 0,2-4 1,1-2-1,-2 4 627,-3 9 0,-1 1 0,1 0 0,0-2 90,1-3 0,-1-2 0,1-2 0,1 3 0,3 4-386,6-4 1,2 5 0,-2 0 355,-5-5 0,-1 0 0,3 6-175,16-6 1,-1 16 204,-17 22-329,29 36 329,-27-5 134,11 12 1,1 3-45,-3 0-120,-9-9 0,2 5 0,-2-1-15,2 9 0,-3 0-75,-4-11 0,-2 0 0,0 1-30,2 3 0,-1-1 0,-6-3 607,-13 1 0,-8-6-862,-2-12 0,-3-5 136,-24-4 493,21-19 0,-1-6-1709,-5-1 1,2 1 1124,-5-7-585,-2 9 1,5 2 854,22 8 0,20 18 0,22 3 0</inkml:trace>
  <inkml:trace contextRef="#ctx0" brushRef="#br0" timeOffset="4454.27">29157 14545 7533,'24'-20'1169,"-4"5"0,5 0-809,6 2 0,5 1 0,1-2-409,-3-3 0,1-3 0,-1-1 49,-3 1 0,1-2 0,-1-2 0,-3 1-150,0-5 0,-3-1 0,-6-2-120,-1-14 0,-8 0 225,-5 14 0,-6 3 306,-13 2 0,-6 3-81,-15-4-180,-2 7 244,8 16 1,-1 8-155,-2 14 0,1 8-61,8-2 1,1 4 0,3 4-152,-1 8 0,4 5 1,7 1 121,9-9 0,6 1 0,3 0 0,-1-1-195,1 5 1,2-2-1,5-2 135,9-1 0,5-3 0,-1-6-75,-6-6 1,1-4-1,9 0 0,0-5-66,7-6 66,5-18 0,0-7 135,-22 6 0,-1-1-45,16-12 0,-2-7 165,-13-3 0,-3-5 0,-4 2 149,-2 4 1,-2-1 205,-1-1 0,0-3 1,-10 10-207,-20 10-808,-1 45 449,4 4 42,14-1 1,4 2-538,1-4 1,2-1 224,10 8 0,3-2 360,6 10 108,3-20 0,3-10 27,-3-25 0,-1-7-45,15 0-55,-19-3 0,1-7 0,-3-2 325,-6 1 0,-3-2 0,1 0-1,3-2 1,1 1 0,-2 0 404,1-14 1,-3 5-405,4 0 90,-16 37-450,8 37-630,0-1 0,1 4-225,0 3 1,2 3-239,2-5 1,2 2 0,-2-3 1022,-4-3 1,4-5 0,13-8 0,9-3 0,0-5 0,13-8 0,0 1 0</inkml:trace>
  <inkml:trace contextRef="#ctx0" brushRef="#br0" timeOffset="6006.27">31133 13359 7533,'-30'-15'2788,"-9"4"-2878,27 11 450,-13 28 0,7-9 44,12 13 1,2 7-495,-2 5 0,5 3-607,8-3 1,5 5-1,0 1 607,-5-4 0,0 1 0,0 1 0,3-1-135,4-1 0,3 0 0,-1-1 1,-2-3 164,-3 3 0,-3-2 0,2-4-255,8 6 0,-4-13 1140,-12-25-915,6-14-19,-24-25-71,0 9 0,-3 0 135,-9-2 0,-7 3-874,-5 10 1,-5 3-1,2 3 964,5-2 0,0 6 165,-8 11 0,-4 6 0,9 2 231,18-2 0,3 2-171,-8 7 0,-2 5 0,5-3 0,2 12 44,1 4 1,5-1-225,15-7 45,-1 1 0,6 1-90,14-8 0,7-2 45,9 2 0,6-2-803,2-10 1,5-4 0,-1-1 652,-10-3 0,-1-2 0,3-3 15,1-5 0,4-2 0,-1-2 0,-6 1 927,2-2 1,-1-2-1003,8-5 0,5-5 1,-3-2-121,-8-3 0,-1-3 0,-2 0 210,-3 6 0,1 0 0,-2-3 0,5-9 0,-1-3 0,-8 3 120,-6-11 90,-7 7 0,-4 0 90,-10 1 449,0-12-269,-8 26 224,-8-2 1,-1 1-405,1 10 225,-11-6 0,-1 4-585,7 13 224,-5 1 1,1 2-404,3 12 224,-3 4 0,3 4-495,16 9 143,-13 3 1,-1 5 36,15 3 0,6 3 180,0-5 0,1 2 1,3-2 4,3 7 0,5-2-5,5-8 0,3 0 0,-1-7 90,12 2-135,4-8 0,0-3 135,-10-7 1467,9-11 1,2-9-1198,-16-13 0,-3-4-90,6 9 0,-3-2 132,-6-7 0,-4-1-222,-3-5 426,-8 2 474,0 7-1080,0 4-122,-8 22-687,6 14 89,-6 19 91,24 4 269,3 3 630,17-31-270,-9-9 450,6-35 0,-21 12-135,0-6 0,0-5 854,-3-18-719,1 9 540,-2-8 89,-8 43-1259,0-8-359,0 28 719,0-7-540,8 32 360,2-1-90,7-6 270,-1-13 0,2-2-90,3-6-135,6-5 1,3-5 224,17-15-30,-20-9 0,0-7 0,-2 0 30,-4 3 0,-1-3-820,-3-5 1,0-6 0,-1-1 0,-4 6 851,-4 2 1,-2-1 79,2-4 0,1-5 1,0-1-1,-2 4-447,3-3 1,-2-1 513,-2-1 1,1-6 0,-1-3 0,1 4 67,-1 7 1,1 2-1,0 0 1,0 0-218,2-10 0,1 0 0,-2 2 389,0 4 1,-2 1 0,-2 14 929,-4 20-1439,-18 51 180,9-10 0,0 7 0,0 3-872,1-1 1,1 4 0,1 0-1,0-3 752,-1 5 0,1-3 0,1 3-38,2-2 1,0 2 0,1 1-1,2-3 527,1 4 0,1-2 0,3 1-819,3-6 0,3 2 0,1-1 1,-2-2 264,-2 5 1,-2-2-1,6-5-295,4-7 0,4-4 1,0-7 389,16-2 0,-7-24 0,4-12 0</inkml:trace>
  <inkml:trace contextRef="#ctx0" brushRef="#br0" timeOffset="6206.27">32350 13875 7533,'-38'-20'3276,"-3"-5"0,30 10 0,3-3-2704,28 8 1,9 1-393,6-5-732,-4 7 0,6 1 1,1 1 551,2 0 0,2 2 0,-1-3 0,3-2 0,0-3 0,2 0 0,-6 3 0,1-1 0,0 1 0,-1-1 0</inkml:trace>
  <inkml:trace contextRef="#ctx0" brushRef="#br0" timeOffset="6707.27">26776 14184 680,'-33'-36'270,"19"23"355,6-16 1,35 18 0,18-3-1</inkml:trace>
  <inkml:trace contextRef="#ctx0" brushRef="#br0" timeOffset="7588.27">19967 16198 7533,'0'-21'1799,"0"8"-1170,0 36-539,0 19-45,0-16 0,0 3-90,0 15 0,0 2-630,0-4 1,0-2 179,4-5 1,0 0 494,-1 4 0,4-13 0,26-58 0,-14 13 0,-1-1 0</inkml:trace>
  <inkml:trace contextRef="#ctx0" brushRef="#br0" timeOffset="7973.27">20285 16274 7533,'-20'37'3276,"20"10"-2261,8-16 1,4-1-926,0-6 0,3-3-900,8 1 0,3-8 180,1-16 1,1-10 359,-1-4 0,1-6 1,-3-3-102,1-9 1,-2-6-1,-1 0 618,-4 5 1,-1 0-1,-1-1 1,-2 2 351,-4-1 1,-2 1 0,0 4 311,3-1 1,-1 13 437,5 37-1394,-3 7 0,2 6-375,-1 1 0,1 4 1,1-3-476,3 3 0,-1-1 355,-1 8 1,-1-5-91,2-11-1009,-5-1 1,-1 0-911,0-2 2549,12 11 0,-38-53 0,2-11 0</inkml:trace>
  <inkml:trace contextRef="#ctx0" brushRef="#br0" timeOffset="8155.27">20108 15798 7533,'-43'10'479,"0"0"1,-1 6 0,16 3-2279,41 5 1799,1 7 0,23-28 0,8-10 0,-3-1 0,1 0 0</inkml:trace>
  <inkml:trace contextRef="#ctx0" brushRef="#br0" timeOffset="9521.27">22049 16017 7533,'-26'-9'0,"1"1"0,-7 3 0,-9-12-90,16 29 135,7 6 0,0 7 164,3 1 1,-1 5 0,2 2-1030,3 2 1,2 3 0,0 1 0,1-2 554,-2 4 0,1-2 1,3 2 354,3 0 0,2 3 0,2-2 0,2-7 361,0-6 1,3-2-542,13 18 1,4-7-91,0-23 135,13-11 0,1-8 45,-4-17-782,-6-2 1,3-5 0,-5 0 781,-7 2 0,-2-2 120,5-13 0,2-7 0,-3 5-338,-4 9 0,-2-1 397,-6 1 1,0-6 0,-2-2 0,-1 1-60,0-6 0,-3 0 0,-1 1-90,-3 5 0,-1 0 0,-2 2 60,0-3 0,-1 1 0,-1 23 781,-2 51-661,4 0 0,2 10 0,3 3-246,2-8 0,3 5 0,1 1 0,0 0 0,-2-1 13,-2 5 1,-1-1-1,-1-1 1,3 1-23,4-2 0,2 0 0,0-1 0,-2-2 75,-4 0 0,0-3 0,0 3-99,3-4 1,1 1 0,1 3-1,-1 0 1,-1 0 50,-2 2 0,-1 2 0,0 0 0,-1-1 0,-1 0 36,1-2 0,-2 0 0,0 0 0,0-3 0,-2-2 12,2 9 0,-2-3 0,-9-13 490,-15-19 1,-5-13-341,-8-17 0,-1-14-180,14 7 0,-2-5 0,0-1 0,1 2 60,-8-1 0,0 1 0,3-2 30,3-7 0,4-3 0,2-1-60,0-2 0,1-1 0,11 1 73,12 8 0,8 2 0,4-2-328,1-3 0,3-4 0,3 3 0,2 5 729,3 7 0,3 5 1,5 2-685,7-1 0,6 2 0,0 0 0,-8 4-915,-4 0 1,-3 1 1004,3-2 0,3-2 0,0 0-120,-3 1 0,0 0 1,0-2 696,4-6 1,-1-2-1,-1-3-277,-2-1 0,-3-2 0,-2 0 30,-4 7 0,-1 1 0,-8-1 209,-8-14 1,-8 4-90,-8 7-135,1 5 0,-4 2 674,-9 4 1,-3 4-541,-8-6-182,2 13 1,1 10-448,11 21 1,5 9-1,-4-2 0,4 4-150,11 8 0,7 6 1,5-1 239,4-5 0,4-2 0,2-1-382,0-3 0,1-2 1,2-2 531,-2-3 0,1-2 0,0-5-60,6-5 0,1-3 924,0 3 1,3-1-1195,11-1 1,0-3 979,-14-3 0,-1-5 189,-2-8 1,-5-5-630,-15-6 540,-14-16-91,5 12 2647,-6 4-3320,8-2-766,8-2-449,17-14-380,1-3 1,1-2 951,-7 12 0,1-1 716,3-11 1,2-6 0,-3 6-58,-7 13 1,-1 1 387,2-11 0,2-4 0,-4 5 2428,5-10-989,-5 16-1619,-15 21 270,0 30 0,0 13-271,0-3-89,3 9 0,2 6-675,3-7 1,2-2 2132,-1-6 0,1-1-3187,5 5 1,4-10 1628,24-24 0,-19-19 0,-1-9 0,7-10 0,1-1 0</inkml:trace>
  <inkml:trace contextRef="#ctx0" brushRef="#br0" timeOffset="10570.27">23513 16301 7533,'-18'-13'899,"8"5"-179,10 2-360,10 6 449,31 0-449,-2 0-405,3-4 0,1-3-156,-18 4 0,1-2 320,8-5 1,4-4 0,-5 2 60,12-5-240,-15-2 0,3-5 0,-5 2 60,3-5-270,-4-14 1,-5-1 179,-10 9 45,-3-6 0,-3 0 135,-6 8 0,-10 0 0,-3 2 0,-1 6 44,-12 3 1,-5 4-45,-8 7-135,10 3 0,-3 6-1417,-3 18 0,2 6 1462,8-9 0,1 3-30,0 11 0,0 6 0,5-3-45,7-9 0,3 2-15,-1 10 0,1 7 0,4-6-161,5 13 296,4-5 0,8 2-774,9-17 0,6-1 1,-1-3 638,-3 0 0,3-2 90,12 2 0,7-1 0,-6-8 1807,4-9-1852,6-5 0,0-4 45,-14-5-314,0-1 1,-5-3 223,-18-3 360,19-5 140,-27 7-50,27-7-360,-27 10 3065,20-2-3065,-22 17 90,5 7-90,-14 6 630,5 13-630,-14-11 719,14 16-629,-6-22 341,8 4-251,0-14 1008,0-5-919,16-17 181,-12 1-135,14-17 0,3-5-225,-7-4-967,3 6 1,4-8 0,-2 5 921,-8 11 0,1 0 15,8-12 0,4-6 0,-3 6-91,-10 15 0,1 1-419,13-14 1,-1 5 269,-12 18-2159,12 10 1889,-15 12-2248,17 23 2158,-7-13-360,6 7 1,-1 0 899,0-7 0,10 3 0,4 1 0,-9-7 0,-1-1 0</inkml:trace>
  <inkml:trace contextRef="#ctx0" brushRef="#br0" timeOffset="11221.27">25012 15991 7533,'0'-14'2428,"0"-9"-179,0 14-1889,0-4 1529,-8 2-1709,-2 10 449,-7-11-719,-24 11 90,-7 12-360,9 4 1,0 3 269,10-1 0,1 2-135,-4 9 0,5 4 90,15-1 0,5 3-90,5 6 1,4 0 179,1-5 0,6-3-135,13 2 0,5-7-90,4-11-45,1-5 0,3-5 225,0-15 0,0-5 135,-5 7 0,-1-4 45,10-18 0,-4-8-45,-13-1 0,-6-3 45,-5 8 0,-2-1 0,-2 1 404,0-10 1,-6 6 405,-19-1-675,5 54 0,-1 11-135,-6 9-315,8 7 0,9 3-540,11-17 1,7-3 224,6 2 0,3-2 360,-1-3 1,3-9-46,16-20 0,-2-11-45,2-9-823,-18-4 1,2-10 0,-2 3 1034,1 6 1,-3-1 87,-6-1 0,-1-3 0,-1 0-53,1 6 0,-1 0 0,-2-3 225,-1-4 0,-3-4 1,0-1-1,1-2-22,-2 5 0,1-1 0,-1-1 0,1 0 0,-1 0 143,1-1 1,0 0 0,0-1 0,-1 2 0,-3 3 485,0-10 1,-2 2 0,-6 17 629,-8 19-1439,-6 40 0,1 20 90,6-10 0,3 5-910,1-5 1,0 6 0,1 0 0,2-6-435,2-2 0,2 1 647,-2 3 0,-2 7 0,1 2 0,4-2-213,5-6 1,2 1 0,2-2 0,-2-2 804,-4 6 1,0-3 0,3 1 0,5-3 0,2 1 0,2-3 0,-1-5 0,4-5 0,-1 1 0</inkml:trace>
  <inkml:trace contextRef="#ctx0" brushRef="#br0" timeOffset="11373.27">26088 16094 7533,'-8'-21'3276,"6"-8"0,-14 26-743,7-8-4063,-1 17 1530,-6 18 0,7 7 0,1 7 0,-6 9 0,0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0:50:49.848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4004 4259 7533,'-35'0'0,"-1"0"0</inkml:trace>
  <inkml:trace contextRef="#ctx0" brushRef="#br0" timeOffset="4018">4022 3666 7533,'-8'-26'989,"6"-12"91,-14 4-181,14-11-359,-6 12-91,16 14-449,-6 7 180,14 18 630,-6 35-765,-1-5 0,-1 7 0,-4-4 0,-1 4 0,-1 4 0,-1 0-701,0-1 1,-1 1-1,0 2 1,-1-1 0,1-1 614,0-2 0,0-1 0,-1 0 0,1-1 0,-1 0-31,0 1 0,-1 0 0,0 0 0,0-3 0,1-3-596,1 3 1,0-5-1,0-2 803,0 1 0,0-4-179,0 16-45,0-33-181,0-1 90,0-7 1749,0-6-2739,0 0 2073,0-17-2522,8-5 1619,-6-5 0,6-9 0,-8 9 0</inkml:trace>
  <inkml:trace contextRef="#ctx0" brushRef="#br0" timeOffset="4454">4128 3588 7533,'-4'-31'719,"0"-1"1,2-11 134,1 12 1,2 2-225,9 0-91,4 9 1,5 3 180,18 2-541,-11 12 1,1 6 90,8 16 0,-1 5-365,-10-9 1,1 3 214,2 10 0,3 4 0,-5-3-120,-8-9 0,-1 1-60,6 9 0,3 4 0,-7-2 60,-4 14-90,-3-14 0,2 5 0,-6-5 90,-13 10 90,-1 6 0,-4-2-90,-10-7 90,-8-5 0,-7 0 629,2-9 1,-4-4-420,6-8 0,-3-2 0,2-1-345,-13 4 0,2-4-405,3-5 1,5-4-1260,7-1-1568,5 0 3158,71 5 1,-4-3 0,0 1 0,1 0 0</inkml:trace>
  <inkml:trace contextRef="#ctx0" brushRef="#br0" timeOffset="6035">5203 3420 7533,'-43'-7'2698,"-2"7"-2473,19 14 0,-1 8-90,-9 12 0,4 3-763,14-5 1,2 3 717,-4 6 0,-3 6 0,4 1-238,6-5 1,4 1-1,1 2 328,1-1 0,1 3 0,1 1 0,2 0-68,0 0 0,2 0 1,2 0-1,4-1-202,2-6 0,4 0 0,2-2 1,1-2-237,4 4 0,4-3 0,1-4 146,-1-6 0,3-4 1,-2-2-766,1-2 1,-1-4 944,3-6 0,-3-3 0,-3-3 0,5-5 0</inkml:trace>
  <inkml:trace contextRef="#ctx0" brushRef="#br0" timeOffset="6386">5521 3691 7533,'-10'-20'629,"2"7"181,8 19 44,7 15 1,2 7-495,-5 18-524,3-13 1,2 3 343,-5-5 0,-1-1 0,7 19-210,-4-12 0,-1 7 0,2-5-559,2-3 1,0 0 520,-3 0 1,1 6 0,-1 0 0,0-6-383,-1-1 0,2-1 60,2 2 0,1 3 1,2-5-494,1-5 1,2-4 882,4 5 0,-1-2 0,-6 5 0,-16-8 0</inkml:trace>
  <inkml:trace contextRef="#ctx0" brushRef="#br0" timeOffset="6704">5398 4568 7533,'-29'-9'1638,"1"0"0,-13-5 0,52-17 0,17-8-554,-8 10 0,2-1 0,2 0-1801,3-2 0,1 0 0,2-2 807,2-2 0,3-4 0,-1 1 0,-4 5 0,-2 2 0,1 0-144,-5 5 0,4-3 0,2-1 0,-1-1 0,-3 3-928,2-9 1,-4 1-1,2 2 562,4 2 1,2 1-1,-3 0-450,-5-3 1,-2-2 0,-2 8-1295,8-1-534,-11 10 2698,-17 23 0,-9 25 0,-7 10 0,-3 0 0,1 1 0</inkml:trace>
  <inkml:trace contextRef="#ctx0" brushRef="#br0" timeOffset="7419">6332 4362 7533,'-17'0'3276,"7"0"-2055,-6 0 218,14 6-89,-6 24-1171,8-6 91,4 5 0,0 3-495,-3 6 0,0 0-405,3-11 1,0 0-1,-3 22 1,-2-3-990,1-15-20,-4 0 1,0-2 1602,2-5 1,2-29 0,10-25 0</inkml:trace>
  <inkml:trace contextRef="#ctx0" brushRef="#br0" timeOffset="9701">7108 3523 7173,'0'-33'1979,"0"2"-900,0 0 180,0-3-449,0 7-180,0 32-450,-7 12-91,3 11 1,2 10 0,-2-2-682,-5-3 1,0 4 483,5-3 0,0 5 0,1 5 0,0 0 1,0-2-1,-1-1 0,0-1 0,1 0 0,-1 1 0,1 0 144,-1 2 0,0 0 0,1 1 0,-1 0 0,1-1 18,1 0 0,1 1 0,-1-1 0,0-3 0,-1-4 215,-5 14 1,1-7-450,6-12 1,0-6-91,-7-8-2249,8-40-449,0-6 2968,8-11 0,9 9 0,11 12 0</inkml:trace>
  <inkml:trace contextRef="#ctx0" brushRef="#br0" timeOffset="10135">7655 3601 7533,'-25'-13'3276,"13"12"-2864,-4 2 1027,24 29-1259,2-1-1819,6 6 1,1 3 1285,-6-13 1,0 1 442,7 14 0,3 6 0,-3-5-195,-6-9 0,-1 0 15,2 5 0,3 6 0,-1 1 0,-2-7-270,-2-4 0,0 0-120,1 11 0,2 5 1,1-5-1160,2-4 1,1-3 1046,-3-3 0,-1-1-311,4-3 0,-2-7 903,-6-14 0,-3 2 0,-7-11 0</inkml:trace>
  <inkml:trace contextRef="#ctx0" brushRef="#br0" timeOffset="10452">7602 4504 7533,'-28'-13'1638,"0"0"0,-14-7 1638,50-27-1823,12 16-2546,-3 0 1,4-6 0,0 3 1114,2 1 1,3-2 224,-3 2 1,3-6-1,0-1 1,-1 6 118,5-4 1,0 0-277,-2 2 0,3-6 0,-1 0 0,-3 7-315,0 3 0,-1 0 202,-3 1 1,3-3 0,0-2-1,-3 5-1292,6-8 0,-1 2 222,-7 10 1,1-1 0,-3 4-547,0-1 1,-2 5 456,-2 9 1182,-15 24 0,0 19 0,0 8 0</inkml:trace>
  <inkml:trace contextRef="#ctx0" brushRef="#br0" timeOffset="10902">8255 4207 7533,'-8'-20'3276,"6"-4"-2055,-6 15-52,24-2-809,-12 11-90,35 0-270,-25 0-225,18 15 0,1 4 135,-16-4-90,10 11 1,-7 7 89,-23-6 0,-7 3 719,-7 10 1,-2 0-540,4-5 0,-3-1 449,-7-2 1,1-4 540,-2 4-271,7-5-89,-14 5-540,21-18 449,-4 3-809,16-15 180,24-2 0,-11-2-675,19-6 1,1-1-45,-8 6-920,20-3 1,-1 0 1232,-25 6 0,7 14 0,-5 7 0,-21 22 0</inkml:trace>
  <inkml:trace contextRef="#ctx0" brushRef="#br0" timeOffset="12034">9066 4324 7533,'0'-33'1439,"0"7"630,0 7-180,0 12-1080,8 30-719,-6 4 0,-2 5-765,5 16 1,-2 3-419,-4-17 1,-2 0 0,-1-2 624,0 6 1,-2-4-618,-1-4 1,-3-7 634,-8-13-539,-7 7 809,13-17-630,-12-6 630,22-1 1596,-13-6-1416,13 1 0,17-13 0,15-2 0</inkml:trace>
  <inkml:trace contextRef="#ctx0" brushRef="#br0" timeOffset="12450">9543 3795 7533,'-14'-37'1092,"0"0"0,1 1 0,1 4-860,2 3 487,2 0-269,16 28-270,-6-5 540,29 29-406,-9 0 1,1 6-225,-2-2 0,2 2 0,-2 1-473,6 6 1,1 4 134,-8-10 1,1 3 0,0 1-1,-3-1-322,0 6 1,-2 0-1,1-1 450,3-2 0,2-2 0,-1 2-600,-1 6 1,0 1 0,-3-5 719,-1-3 0,-3-2 0,-2 1 0,-2 1 0,-6-1 0,0-1 0</inkml:trace>
  <inkml:trace contextRef="#ctx0" brushRef="#br0" timeOffset="12801">9543 4659 7533,'-28'-6'1638,"1"-1"0,7-23 1638,16 7-3377,38-14 520,-16 11 1,2-4 0,0 2-1216,5 4 1,1-3 952,-2-2 1,2-6-1,0-1 1,-2 4-68,5-3 0,1-1-90,-3 4 0,4-6 0,3-2 0,-1 0 0,-3 3-158,-3 0 1,-1 1-1,-1 0 1,1 0 103,-2 5 0,2-1 0,0 0 0,-2 0 0,-1 1-276,8-14 0,-3 2 1,-6 7 149,-1-3-537,-3 6 1,-3 0-1083,-5 5-449,-2 2 2248,-8 31 0,-8 40 0,3-12 0,0 1 0</inkml:trace>
  <inkml:trace contextRef="#ctx0" brushRef="#br0" timeOffset="13384">10319 4246 7533,'-10'-26'3276,"2"7"0,32 5-2183,-3 9-1138,4 4 0,1 2 225,4 4-540,-2 0 1,0 4-406,-7 5 1,-2 3 224,5 2 0,-3 2-89,-4 25 539,-19-13-45,-15-17 0,-7-2 449,-2-6 1,-3-2 405,-3 1 0,0-1-451,-13 0 541,13 0-90,22 1-631,1 0 271,16 16-720,21-1 360,-7 5-360,0-6 1,-2-1-1,-8-2 135,3 6 0,-2 5 405,-2 18 90,-18-14 0,-8 0-225,-5-4 0,-5-5-135,-9-6 0,-2-5-270,0-2 0,3-4 181,-11-6-1710,12 5-540,31-12 2429,-4 5 0,45-17 0,0 4 0</inkml:trace>
  <inkml:trace contextRef="#ctx0" brushRef="#br0" timeOffset="13849">11007 3175 7533,'9'-36'3276,"23"7"-1676,-11 46 0,3 12-1061,2-4 1,2 3 0,-2 5-1027,-6 4 1,-3 4 0,-2 3 0,0 2 530,-3-8 1,-1 3 0,1 0 0,-2 2 0,-2 0 0,-2 1-30,-3 2 0,-3 1 0,-1 1 0,-1 0 0,-1-1 0,0 1-210,0-1 0,1 0 0,-1 1 1,-1-1-1,0-2 0,-2-3 172,-1 7 1,-2-2-1,-1-3 1,-1 0-181,-2-3 1,-1 1 0,-1-4 0,0-5 180,-3-2 0,-3-2-458,0-1 0,-3 3 0,0-3-1159,-3 6 1,0-5 1629,3-11 1,2 0-1,8 5 1,3 1 0,3 3-1</inkml:trace>
  <inkml:trace contextRef="#ctx0" brushRef="#br0" timeOffset="19969">12153 4027 7533,'-37'-20'3276,"11"7"-1965,19 7-52,22 0 1,28-1-1081,-9 1 1,5-1-120,2 2 0,5 1 0,-4 0-247,0 0 0,-1 1-443,0 0 1,2 2-1,-6 5-1009,-11 7 1,-3 2 1535,22 5 0,-45 29 1,-29-13-1</inkml:trace>
  <inkml:trace contextRef="#ctx0" brushRef="#br0" timeOffset="20203">12188 4298 7533,'-28'0'1638,"0"0"0,-14 0 1638,58 0-1643,-2 0-913,35 0-586,-12-3 1,2 0-675,-4 2 1,1 1-554,2-2 1,4-1 0,-5 2-236,-7 0 1,-1 2 1276,6-1 0,4 0 1,-7 0-1,5 0 0,-4 0 1,-1 0-1</inkml:trace>
  <inkml:trace contextRef="#ctx0" brushRef="#br0" timeOffset="21465">13617 3627 7533,'-17'-35'2698,"7"11"-2158,2 47-270,8 1-240,0 10 0,0 10 0,0 3-713,0-5 1,0 2 0,0 1 0,0 2 574,0-3 0,0 2 0,0 0 0,0 1 1,0-1 71,0 2 0,0 0 0,0 0 0,0-2 0,0-4 364,0 12 0,0-5 1,0-8 120,1-11 1,-2-9-270,-7-14-270,2-38 0,2-22 22,-1 11 1,-2-6 0,0-3 0,1 0-563,1 5 1,1 0 0,0-2 0,1 0 0,-1-1 599,1 8 0,-1-1 0,0 0 0,1 0 0,1 0 1,1-1 14,1-3 0,1-2 0,2-1 0,0 3 0,1 2 0,0 6 373,2-2 1,0 6 0,4-2-90,2-10 1,4-6 0,2 5 0,2 12 314,8 17 1,1 6-450,2-14 0,1 9 225,5 31 0,0 14-91,-3 3 1,-3 3-135,-6-7 0,-1 4 105,2 8 0,-1 7 0,-5 0-330,-11-9 0,-5 1 0,-2 2-23,0 2 1,-2 3 0,-2 0-1,-3-1-200,-5-3 0,-3 0 0,-3-2 1,-2-3 12,-10 4 0,-5-5 0,2-3 75,-5 3 0,-1-10-405,-5-21 1,4-8 359,12-5 2606,-15-10-2606,25 6-750,14 6-779,2 1 1974,18 6 0,12-4 0,7-3 0,5 0 0,0 0 0</inkml:trace>
  <inkml:trace contextRef="#ctx0" brushRef="#br0" timeOffset="21851">14693 3343 7533,'-10'-27'2788,"-13"-3"-1888,19 4-631,-20 4 181,15-2-270,-17 22-270,7 4-45,-2 13 0,0 5-45,0 10-396,-1 2 0,-3 8 0,-1 2 643,7-6 1,1 2-1,0 3 1,-1 2-45,2-5 1,0 3 0,0 2 0,-1 1 0,2 0 0,1 0 125,0 0 1,1 2 0,0-1 0,2 1 0,2-1 0,2 0-294,3 3 0,2 1 0,2-1 0,4-2 0,1-2-428,4-1 0,2-2 0,3-4 0,5-5-58,12-3 1,5-7-1,-2-4 270,1-4 1,-1-5 359,11-6 0,-8-6 0,-20-9 0,15-1 0</inkml:trace>
  <inkml:trace contextRef="#ctx0" brushRef="#br0" timeOffset="22718">14940 3459 7533,'-17'-13'3276,"7"6"-2325,2 1-1131,16 18-359,-6-4-1,21 5 540,-19-7 450,12 0-360,-16-5 1169,8 5-539,-6-6-451,5 0 541,-7 0-90,0 0-631,0-6 181,0 5-540,0-5-179,0 0 269,0 5-360,0-11-269,0 5 449,0 0 270,0 1 270,0 0-180,0 5 539,0-5-359,0 6-2338,0 0 449,0 6 989,0-5 1080,0 5-270,0-6 1079,-7 6-899,5-5 719,-6 5 540,0-6-1259,6 0 720,-14 0 269,14-6-1259,-5 5 450,7-5-270,0 6 179,0 6 91,7 35-450,3-8 0,2 5 0,0-1-1024,3 7 1,1 4 1068,-2-8 0,1 5 0,1-1 0,-2-6 0,1 0 0,-1-1-450,-1 1 0,2 7 1,-1-1-1,1-3 100,0-5 0,1-3 1,0 1 124,5 11 0,0 2 0,0-5 45,-2-8 0,-1-4-90,-1-4 0,-3-4-674,-4-7-1170,8 15 990,-8-15-630,-3 9 1709,1-15 0,-14 2 0,4-11 0</inkml:trace>
  <inkml:trace contextRef="#ctx0" brushRef="#br0" timeOffset="23049">14993 4647 7533,'-40'-3'1092,"0"0"0,2-3 0,5-7 546,14-6 0,9-6-462,12-17 1,13-6-570,2 14 0,6-2 0,2-1 0,-1 2-1063,2-3 1,0 1-1,2-2 779,-3 4 1,3-3 0,0 0 0,-1 1 0,-4 6-144,4-8 0,-1 0-45,-1 4 0,2-6 0,1 0 0,-2 2-199,0-2 0,-2 1 0,0 0-206,2 1 0,-1 0 0,-1 1 300,-6 6 0,-1 0 0,-1 3-1669,2-1 1,-5 6-302,-9 1-1337,12-7 798,-8 22 1399,2 2 1080,-1 12 0,-17 30 0,-1-11 0,-1-1 0</inkml:trace>
  <inkml:trace contextRef="#ctx0" brushRef="#br0" timeOffset="23288">15734 4221 7533,'-18'0'3276,"8"5"-796,-5 14-3109,5 20 449,0-4 180,5 11 0,2 3 0,3-18 0,0 0 0,0 4 0,0 0 0,0 1 0</inkml:trace>
  <inkml:trace contextRef="#ctx0" brushRef="#br0" timeOffset="25598">16510 3278 7533,'0'-20'1349,"0"-10"-1169,0 20 1529,0-24-1439,8 24-180,-6-9 90,6 13 269,-8 12-269,0 1 720,0 40-541,0-13-519,-2 7 1,-1 12-1,0 0 362,0-15 1,1-1-1,-1 2 1,1-1-579,0 4 0,-1-1 0,1 2 0,-1 2 412,0 0 0,0 3 0,-1 1 0,1-3 0,1-6-36,1 8 0,0 0 90,-3-4 0,0 7 0,-1-2 0,2-8-135,2-8 0,0-3 135,-3 20 0,0-4-1,4-17-89,0 7 90,0-22-719,0-1 539,0-8 13,0-10-103,0 3-368,0-15-1611,0-3 899,0-7 721,0 6 539,8 4 0,2 5 0,7-8 0</inkml:trace>
  <inkml:trace contextRef="#ctx0" brushRef="#br0" timeOffset="26401">17127 3420 7803,'-7'-13'2788,"5"6"-899,2 42-1080,13-2 1,7 7-586,-7-7 1,0 6 0,1 0 0,1-3-727,3 3 0,1-3 0,1 4 547,-2 3 0,1 4 0,0 0 0,-1-5 45,1-4 0,-1-4 0,0 1-540,-2 1 1,-1 0-1,1-2 90,8 5 0,1-7-2698,10-6 42,2 0 3016,-9-12 0,-20 4 0,-18-11 0</inkml:trace>
  <inkml:trace contextRef="#ctx0" brushRef="#br0" timeOffset="26686">17110 4401 7533,'-34'-19'3276,"13"-6"-1785,-12 3 308,31-14-1439,4 15 674,18-12 1,9 0-586,-10 13 1,3-1-1270,2-6 1,4-6 0,1-2 0,-3 6 527,9-3 0,1-1 435,-9 5 1,2-5 0,2-3 0,0-1 0,0 3-105,-1 3 1,1 1-1,-1 0 1,1-1 0,0 0-364,1-3 0,0-2 0,0 1 0,-1-1 0,1 2-332,-3 3 1,1 0-1,-1 1 1,-2 1 0,-3 2-609,10-14 1,-7 7-1615,-4 3 1349,-23 31 1852,0 13 1,-13 14-1,-5 7 1,-2 4 0,0 0-1</inkml:trace>
  <inkml:trace contextRef="#ctx0" brushRef="#br0" timeOffset="27237">17762 4156 7533,'0'-20'0,"-7"-4"3276,20 3 0,7 7-2775,16 6 1,4 4-502,5 4-135,-3 8 1,-3 2 44,-18 0-135,1 6 0,-3 4-225,-7 13 180,4 1 810,-32 9-540,-3-21-45,-2-7 0,-2 0 45,-6-1 270,4-1 0,1-2-270,3-2 90,-21 14-180,23-15 180,1 5 0,18 5-270,26 1 0,-5 3-90,0-6 0,-1-2 180,0 1 180,5 20-180,-7-17 180,-10 7 0,-6 3 810,-18 13-811,7-17 1,-3 0 450,-13 2 0,-1-4-450,-4-6 179,6-3 1,-1-3-1439,-4-9-270,-6 5-1619,9-17 2158,16 2-1079,2-15 1979,8 10 0,19-9 0,9-2 0,2 1 0,-1 0 0</inkml:trace>
  <inkml:trace contextRef="#ctx0" brushRef="#br0" timeOffset="27655">18627 2878 7533,'23'5'3276,"-17"3"-2306,24 24 1,3 8-1397,-24-17 0,-1 3 718,9 10 1,5 8-1,1 1 1,-4-4-786,-1 2 1,-3 3 528,-4-5 0,0 9 0,0 3 0,-1-2 0,-2-7-66,-1-5 0,-1-5 0,-1 5 60,-3 0 0,-1 6 0,-1 3 0,-1 0 0,0-4 0,0-5 0,-2-2 0,0-5 0,-1 5 42,-1 5 0,-2 7 0,0 3 0,0-4 0,0-7-72,-3 3 0,-2-1-135,0-1 0,-3 4 0,-1 1 0,2-8 90,-1-4 0,-1-1 405,-6 7 0,-3 4 0,-3-5-604,5-14 0,-2-4 0,1 0 334,-5 13 0,-1-4-1729,-4-9 1,3-8-107,12-8 1829,-7-17 0,16 2 0,3-10 1</inkml:trace>
  <inkml:trace contextRef="#ctx0" brushRef="#br0" timeOffset="40003">935 6014 6723,'-10'-20'360,"2"2"-540,8 5 180,0 0 90,0 0 180,0-6 629,0-1 1,0-6 359,0 1-180,0 10-899,0-2 270,0 15-90,0-4-180,0 6 90,0 18-135,1 8 0,-2 4-91,-3-5 1,0 3-263,3 10 0,2 6 1,-3 1 277,-2-4 0,-3 1 0,3 1-90,2 5 0,2 3 0,0-3 30,-3-4 0,0-2 0,1-4-90,2-1 0,0-6 0,0-7-2069,0-24 540,8-18-360,2-15 1619,-1-1 360,-1 2 0,-4 2 0,0-4 0,1-1 0,0 0 0</inkml:trace>
  <inkml:trace contextRef="#ctx0" brushRef="#br0" timeOffset="40406">900 5782 7533,'-9'-36'1092,"0"-1"0,4-2 0,0 3 1209,-3 1-1762,11 4 1,2 3-270,-3 9 90,22-17-91,-13 23-89,31 6 0,-13 2-90,3 10 0,3 7-225,-11 3 0,1 3 90,6-2 0,-2 3-45,-5 12 0,-5 5 0,1-2 0,-4 3 0,-11 1 0,-4 4 1,-3 0-142,-2-1 1,-2 0 0,-4-1 140,-8 1 0,-4-1 0,-1-5 90,0 0 0,-3-5-180,-15-6 0,2-7 180,13-8 0,-6-2 0,0-3 0,10-4-180,-3 0-1169,9-5-1928,38 3 3178,-1 8 1,8 2-1,3 4 1,-1 4 0,1 1-1</inkml:trace>
  <inkml:trace contextRef="#ctx0" brushRef="#br0" timeOffset="40703">1217 6595 7533,'-8'40'3276,"6"-8"-6553,-13-19 3644,13-7 1876,-6-24-2063,8 8-1,0-20 1,0-4-90,0 5-508,2-2 1,1-6-1,0 5 418,-1-10-194,2 9 1,2-6 0,-1 3-122,0 0 0,0 2 1192,6-7 0,4 3-1327,-2 13 0,1 6 181,6 1-2567,19 36 1397,-10-2 899,-7-4 0,1 2 1086,4 0 0,-3 2 0,6 17 0,-14-10 0,1-1 0</inkml:trace>
  <inkml:trace contextRef="#ctx0" brushRef="#br0" timeOffset="41069">1605 6286 8342,'0'-15'1889,"-8"-8"-1529,6 14 1799,-13-15-1080,5 4-629,0 6-180,-13 2-270,11 12-180,-22 23-180,23 3 0,3 6 60,-1-1 0,0 3 1,1-1 209,1 6 0,5 1-270,5 1 0,5 2 0,4-9 135,5-14 1,5-4 314,16 12 0,3-7-135,-12-17 0,-1-10 359,8-18 1,-6-12-135,-15-8 0,-8-5-1104,-3 11 0,-1-1 0,-2 1 879,-4-9 0,-6 2-180,-12-1 0,-7 9-225,1 22 1,-1 4-271,3-4 1,1 6-2558,-17 35 3011,49-2 0,6-5 0,7-2 0,6-11 0,1 0 1</inkml:trace>
  <inkml:trace contextRef="#ctx0" brushRef="#br0" timeOffset="41934">2099 5627 7533,'-25'-34'0,"13"4"3276,-4 23-2145,16 7-951,8 24 270,2 22-630,7-3 0,-8-10 0,0 5 0,-1-3-196,-2-10 1,0 1 165,-1 12 0,1 6 0,-2-5 120,0-13 0,0-1 0,0 10 0,-1 5 1,0-1 44,2 7 0,0-2 0,-1 5 0,0-3 45,-4-12 0,0-6 719,0-11-629,0-23 0,-8-13 45,-7-5 0,-4-2-45,4 3 0,-1 1 135,-5-1 0,-1 2 674,-19-2-719,19 22 600,-6 6 1,-1 7-242,8 8 1,3 6-1551,2 2 1,1 4-1,1-2 1011,-1 3 0,5 0-1061,7 16 1,6-3 1060,-1-15-878,11 0 1,5-2 877,4-5-308,2-6 1,2-1 217,4-2 717,-3-6 0,3-5-987,1-12 0,0-7 225,3-4 0,-1-4 135,-1 1 0,-3-4 0,-6-11 0,-5 2 1910,2 4-1865,-7 0 0,-1 1 135,-2 1 3096,-2-19-1616,-8 19 372,-8 9-2392,-2 27 360,0 14-899,2 23 674,7-16 0,2 1-135,7 10-405,-4-5 1,2-4 135,12-13-451,15 19 900,-11-27 270,19-3-90,-22-14 900,7-33-810,-16 15 179,2-7 1,-1 0-90,-7 3 809,4-5 1,0-2 629,-8-2-90,0-5-1978,0 78-271,0 13-60,0-10 1,0 6-1,0-5-859,-1-10 1,2-1 1156,1 9 0,4-2-2036,11-2 936,-5-10 1582,11 9 0,11-24 0,13-2 0</inkml:trace>
  <inkml:trace contextRef="#ctx0" brushRef="#br0" timeOffset="42338">2999 6376 7533,'-18'-28'1979,"8"10"-270,-6 0-1260,15 10 811,-7-22-1440,8 14 180,-8-8-270,-2 16 0,-15 14 495,3 8 0,0 4 135,-1 6-91,-5 6 1,1 5 854,11-6 1,3 2-810,-4 5 0,4 3-450,5 3 0,8-3-585,15-10 1,6-5 458,-3-6 1,3-3-820,8-1 1,1-5-989,15-7 583,-11-11 1,0-5 1484,-4-1 0,-3-6 0,-7-6 0,-2-6 0,-3 0 0,-4-1 0,0 1 0,0-1 0</inkml:trace>
  <inkml:trace contextRef="#ctx0" brushRef="#br0" timeOffset="42552">3140 6104 4978,'0'-41'562,"0"-1"0,0 1 1,0 3-1,0 0-173,0-1 1,0-2 0,0 8 1319,0 1-1349,0-4 1455,0 36-1994,0 7 358,8 29-358,-6-6-1011,5 14 1,1 3 919,-7-21 0,0 2-360,3 16 1,2 9-1,0-1-190,-2-13 1,1-1 0,-1 0 0,0 1-22,1 10 1,-2 0-1,1 0 891,1 0 1,0-1 0,1-4 0,1-2 0,2-4-1,0-1 1,1 0 0</inkml:trace>
  <inkml:trace contextRef="#ctx0" brushRef="#br0" timeOffset="42719">3246 6660 7533,'-10'-33'-135,"2"3"0,0 0 315,-2-9 912,1 2 0,-3-8 0,0 2-674,0 11 0,-1 2 0,1-3 674,1-13 0,2-3 0,-1 4 125,-3 5 1,3 5-364,6 5 1,8 7-496,27 16-538,-7 1-1306,14 7 1,6 4 1484,-7 0 0,0 3 0,8 3 0,1 3 0,-3 3 0,0-1 0</inkml:trace>
  <inkml:trace contextRef="#ctx0" brushRef="#br0" timeOffset="43836">3916 6582 7533,'-10'13'2248,"2"0"-2068,8-5 990,0 3 269,0-15-1169,0 2 629,0-28-719,0 13 0,4-9 0,0-2 0,-2 4 179,1-7 1,2-4 90,3-13-405,-7 21 0,0 1 405,6-17-630,17 11-3097,-2 16 2982,21-1 115,0 22 135,-13-4 0,1 0 225,-3 2 0,0-1-90,17-2 180,-21-5 359,-24 3-539,0-3 0,-8 5-360,-2 5 3213,-15 20-3303,5 15 180,-5 2-45,19-12 0,2 0-45,-4 0 135,11 0 1,2 0 44,-3 0-45,15-4 0,5-3-585,9-1 540,15-9 450,-21-19 0,-1-7-360,-5-19 0,-1-5 135,1 14 0,-1-3 165,-3-7 0,-1-6 0,-2 6-76,-1 9 1,-2 1 585,0-12 0,-1 2-450,0 5 359,-8 11 1,0 28-540,0-2-180,-8 27 0,6-13-405,-2 4 0,1 1 316,3 2-1460,3 0 1,1 0-636,-2 0 635,9-2 1,2-2 693,-1-3-694,7-3 1,3-4 1627,-1-13 1,13-39 0,-25 5 0,-1-1 0</inkml:trace>
  <inkml:trace contextRef="#ctx0" brushRef="#br0" timeOffset="44169">4745 5666 7533,'-8'-32'3276,"6"11"-1785,-6 2-1311,8 13 270,8 29-270,-6-11 179,9 19 1,2 8-180,-11-5 0,-1 1-472,11 2 0,0 2 322,-10 2 0,-2 3 0,0-4 60,4-12 0,0 1 120,-3 16 0,-2 8 0,1-8-165,0-16 0,0 0-435,1 14 0,2 7 0,1-7-375,0-14 1,1-2 134,-1 13 1,2-5-1995,18-11 2624,-20-18 0,19-12 0,-13-1 0</inkml:trace>
  <inkml:trace contextRef="#ctx0" brushRef="#br0" timeOffset="44534">4868 6440 7533,'-8'-13'2158,"7"6"-538,-7 2-1081,8 5 361,23 0-720,7 0-180,7 0-180,-4 0 0,-1 0-90,-7 0-270,15-2 1,0-2 269,-6-9 315,-1 0 0,0-6 179,-11-13 1,-6-4 764,-1 1 1,-3-1-855,-5 0 0,-6 1 719,-8 2 1,-4 5-315,-8 5 359,-23-1-989,21 18 450,-7 18 0,-1 10 134,4 11 1,3 6-645,8-5 0,1 3 1,1 0-76,-8 10 0,8 0-765,21 5 1,6-7 539,-1-14-854,19-2 0,6-5 674,-4-14 630,14 2 0,0-7 0,-23-14 0,-1-5 0,14 0 0,-1 0 0</inkml:trace>
  <inkml:trace contextRef="#ctx0" brushRef="#br0" timeOffset="45268">6033 5976 7533,'-10'-7'3276,"-6"1"-436,6 6-4729,0 6 1889,3 6 0,30 31 0,-8-15 0,0-1 0</inkml:trace>
  <inkml:trace contextRef="#ctx0" brushRef="#br0" timeOffset="45434">6015 6324 7533,'-18'0'3276,"8"-6"-975,3-1-2391,7-5 90,7-1 0,27-18 0,-11 14 0,1 0 0</inkml:trace>
  <inkml:trace contextRef="#ctx0" brushRef="#br0" timeOffset="49199">7179 5691 7713,'0'-20'1529,"0"-4"-1169,8 10 269,-6-5-359,14 12 360,-15-5-271,7 11-269,-8 41-210,-2-10 0,-1 5 1,0 3-701,3 0 1,-1 3 0,1 0 0,0 0 480,-3 7 1,0-1 0,1 2 225,1-6 1,1 2 0,0-2-1,1-7 113,-2-6 0,2-2-90,2 19 0,2-6-179,-4-19-1,7-9-630,-8-20 630,0-7-1169,0-22 1439,0 7 0,-3-3 0,-2-3 0,1 1 0,-1 0 0</inkml:trace>
  <inkml:trace contextRef="#ctx0" brushRef="#br0" timeOffset="49515">7214 5524 7533,'12'-27'1638,"0"1"0,17-13-867,1 20-96,4 23 0,2 10-271,-6 6 1,-1 5-375,1 1 0,1 2 0,-2 3-1123,-5 3 1,-3 2 0,-3-1 637,2 3 0,-7 0 140,-11 5 0,-12-3 38,-8-17 1,-7-5-219,-9 4 0,-4-3-90,-7-5 1,0-4-91,3-6 1,3-2 674,-6-2 0,37 6 0,28 1 0</inkml:trace>
  <inkml:trace contextRef="#ctx0" brushRef="#br0" timeOffset="50284">8132 5601 7533,'0'-20'-270,"0"8"1439,0-5 1,0 2-721,0-5-179,0 1-540,-8 6 360,-2 6-540,-23 1 405,11 20 1,-2 7 283,-3 4 1,-4 4 0,3 0-579,-3 7 0,2 4 519,7-6 0,-1 5 0,1 2 0,6 0-90,6-4 0,4 0 0,2 1 0,3 1-113,1 3 1,3 1-1,3 0 1,0-1-158,2-1 0,1 0 0,2-2 0,2-5 150,5-2 0,3-5 0,3-4-645,16 2 1,2-9 619,-8-9 0,-1-5 0,4-3 0,-1-4 0,-7-5 0,0-1 0</inkml:trace>
  <inkml:trace contextRef="#ctx0" brushRef="#br0" timeOffset="50716">8378 5679 7533,'0'-14'809,"0"-4"-809,0 17 1619,0-5-449,0 23-541,24 16-539,-18 3 90,7-7 0,5 4 0,-2 0-270,-1 9 0,-1 0-145,-2-11 1,0 0 0,2 2-456,4 9 1,2 3 0,-2-7 554,-2-13 0,0 0-900,9 18 1,1-1 1034,1-4 0,-17-33 0,-12-9 0</inkml:trace>
  <inkml:trace contextRef="#ctx0" brushRef="#br0" timeOffset="51001">8378 6324 7533,'-19'-35'1638,"12"10"0,6-2 0,17-7 0,9-3-1124,-3 1 1,3-2-1,1 0-1056,-2 7 0,2 2 0,0-2 654,-2 0 0,1-1 1,1 0-1,-1 2-322,5-2 0,0 2 1,-2-1-241,-1-1 0,-2-1 0,0 2 180,-4 2 0,0 1 1,-3 3-1350,1 1 0,-6 5 1553,-11 4 66,6 4 0,-24 34 0,-4 6 0</inkml:trace>
  <inkml:trace contextRef="#ctx0" brushRef="#br0" timeOffset="51286">9049 6131 7533,'-18'-8'3276,"8"14"-1335,2 8-3336,7 13 1,2 7 1394,0 5 0,-2 2 0,-2 6 0,-1 1 0,0-15 0,1 0 0,0 1 0</inkml:trace>
  <inkml:trace contextRef="#ctx0" brushRef="#br0" timeOffset="52033">9402 6169 7533,'-10'-13'1709,"2"0"-90,8 0-1439,0 6 809,16 1-809,3 18-90,9-4-180,-3 34-360,-15-17 270,-2 18 0,-8-17-449,0 5 89,0-9-90,-13-1 1,-6-1-91,-12-3 765,9-4 0,-1-1 45,-6-5 0,1-3-540,-3-2 181,-5 3-451,21-5 630,23 0-90,1 0 180,9 0 0,31 0 0,-21 0 0,1 0 0</inkml:trace>
  <inkml:trace contextRef="#ctx0" brushRef="#br0" timeOffset="52401">9860 5731 10861,'-10'12'1079,"10"12"-719,10-2-315,2 7 0,2 2-45,5 8-1093,-6-9 1,2 5 0,-2-4 321,-2-5 0,0 1 111,7 8 0,4 4 1,-5-4 479,-9-8 0,-1-1-1124,17 18 0,-1-3 1530,-11-11-226,6 6 0,-18-29 0,-10-1 0</inkml:trace>
  <inkml:trace contextRef="#ctx0" brushRef="#br0" timeOffset="52616">9807 6286 7533,'-19'-13'0,"-5"0"2338,22 0 541,2-6-2340,10-1 1,11-3 0,7-3-301,-1 0 1,3-2 0,1-1-1333,5-3 1,3 0 0,-2 0-1,-4 3 1,0 0 0,1 1 1010,-3 5 1,2 0-1,-1 1 1,-7 1-1,-4-1 1,-2-1-1,5 0 1,0 0-1,0 0 1</inkml:trace>
  <inkml:trace contextRef="#ctx0" brushRef="#br0" timeOffset="53617">10407 6143 7533,'-10'-13'2158,"-6"6"-538,15-4-361,1 4-450,25-6-359,12 6-720,8 1-809,-9 12 449,-19 12 630,-32 15 540,1-10 0,-2 0 44,-2 4 1,-1-2-315,-14 4 269,23 5-359,2-26 90,16 17-90,2-17-540,23 10 90,-19-17 1,33 5 179,-41-6-3187,41 0 3158,-26 0 1,7-40 0,-21 15 0,1-1 0</inkml:trace>
  <inkml:trace contextRef="#ctx0" brushRef="#br0" timeOffset="53987">10813 5524 7533,'0'-32'3276,"7"11"-1785,3 3-862,12 21 1,5 11 224,5 10 1,1 9-645,-2 1 0,0 4 0,-3 6-396,-8-3 0,-2 4 1,-3 2-1,-3 0-156,-5-6 0,-2 1 1,-2 0-1,-2-1 0,0-2 229,0 1 1,-1-2 0,-2-2 0,-2 1-181,-5 3 1,-3 0 0,-2-3-1,0-6-289,-8-3 0,-2-4-318,-6 6 1,-2-3 44,8-13 1,1-4 494,-18 2 360,31-11 0,2 16 0,8-2 0</inkml:trace>
  <inkml:trace contextRef="#ctx0" brushRef="#br0" timeOffset="57434">11748 6001 7533,'-30'-20'1619,"7"2"-450,23 5-989,0 0 360,0 0 899,0 0-270,23 0-719,14 0-720,-3 9 0,3 1-405,6 0 1,2 0-630,1 3 0,-2 0 1079,-10 0 0,-3 0-1035,0 0 1,-5 0 1259,-14 0 0,-12 23 0,-20 6 0</inkml:trace>
  <inkml:trace contextRef="#ctx0" brushRef="#br0" timeOffset="57701">11748 6195 7533,'-28'0'0,"-5"0"3276,21 0-706,-4 0-2030,16 0 270,16-6-541,4 5-224,4-7 0,3-1-45,12 0 45,2-3 0,0-1-45,2-1-1439,5 4 0,2 2 1439,-16 3 0,-1 3 0,0 3 0,-2 3 0,-6 3 0,-1 0 0</inkml:trace>
  <inkml:trace contextRef="#ctx0" brushRef="#br0" timeOffset="59649">13229 5601 7263,'-10'-13'1889,"-5"1"-1170,13 5-719,-6 1 270,8 0-360,0 5 180,0-5 90,0 28 90,0 19-180,0 7-246,0-11 0,0 7 0,0 0 96,0 5 0,0 1 0,0-1-297,0-4 0,0 0 1,0 1 266,0-4 0,0 2 0,0-3 0,0-7 0,0 12 135,0-3 0,0-3-45,0-14 0,0 15 0,0-34 90,0-7-989,0-7-331,8-29-389,-6 1 1619,13-5 0,-13 6 0,-2-3 0,4 6 0,0-1 0</inkml:trace>
  <inkml:trace contextRef="#ctx0" brushRef="#br0" timeOffset="60016">13159 5614 7533,'-5'-28'1079,"0"0"0,-1-1 1,4-2-316,13-2 1,1 0-405,-6-13-180,19 28 0,5 6 359,9 11-359,8 2 45,-13 15 0,-3 4-45,1 5-180,-6 10 0,-2 7-315,-7-6 0,-6 3 75,-8-4 0,-3 4 1,-1-3-1400,1 3 1,-4-2 1400,-11-2 1,-3-4-483,-10 1 380,-7-5-200,0-2 180,-1-6-89,1-6-271,0-6 360,15-1-449,5-6 449,15 0 0,0 0 2188,23 6-1828,-1-5 0,5 2 0,4 0 0,-3-3 0,-1 0 0</inkml:trace>
  <inkml:trace contextRef="#ctx0" brushRef="#br0" timeOffset="60400">13917 5563 7533,'0'-27'1799,"0"-10"-180,-8 10-900,-9 0-629,-3 8-180,-5 19 90,-9 36-180,8-4 1,-1 2 67,7-3 0,-1 3 292,-1 0 0,-1 2 0,3-4-180,-1 8 239,7-9 1,-1 7 0,3-1 255,3 9 0,6 2-585,3-7 0,3 2 0,2 0-150,1-3 0,3 0 0,5-4-570,18 4 1,5-8-406,-5-11 1,0-5 1214,0-8 0,-1-4 0,12-10 0,-17-1 0</inkml:trace>
  <inkml:trace contextRef="#ctx0" brushRef="#br0" timeOffset="60965">14129 5640 7533,'-10'0'3276,"-6"0"-886,14 6-1310,2 30-766,14-8 1,6 4-345,-6 0 0,2 4 1,1-1-571,3-1 0,2-1 1,-2 1-241,-1-1 1,-2 0-1,0-3 345,1-2 1,0-3-361,-1-3 1,-1-3 854,-4-4 0,-12 9 0,-20-4 0</inkml:trace>
  <inkml:trace contextRef="#ctx0" brushRef="#br0" timeOffset="61315">14076 6311 7533,'-33'-12'3276,"19"-7"-2415,-10 5 489,40-17-451,-1 5 1,5-4-631,6-1 1,4-4 0,0-2-49,-3 3 1,0-2-1,1-2 1,0 1 11,-3 5 1,1 0 0,-1 0 0,1 0 0,-2 2-234,7-8 0,-1 1 0,-1-1 30,-2-2 0,-2 0 0,-3 7-1120,8-1-549,-15 5 1,-5 10-1639,-10 25 2869,-2 2 0,-13 28 1,5-1-1</inkml:trace>
  <inkml:trace contextRef="#ctx0" brushRef="#br0" timeOffset="61916">14676 6131 7533,'0'-8'1259,"0"-3"-180,-8 9 540,6-15-449,-6 14-1260,8-8 360,8 11-450,-6 6-450,6 18 135,-8 0 1,0 4-316,0 2 1,0 1-91,0 6 1,0-4 449,0 2 450,15-1 0,5-59 0,15 0 0</inkml:trace>
  <inkml:trace contextRef="#ctx0" brushRef="#br0" timeOffset="62500">15311 5498 7533,'0'-26'1079,"0"6"630,0-4-1349,0 15 629,0-3 630,0 30-719,7 20-630,-5 6-91,3-7 1,1 7 0,-1-1-1221,-4-5 1,-1 0-1,1 0 1131,1 3 0,2 1 0,-2 2-68,-1 0 1,-2 2-1,1-1 1,0-8-332,0-7 0,0-2 189,0 15 0,0 6 1,0-12-1321,0-11-269,0 4-719,0-43 449,0-8 2798,0 0 0,0 4 0,0 10 0</inkml:trace>
  <inkml:trace contextRef="#ctx0" brushRef="#br0" timeOffset="63234">15716 5679 8432,'-10'-13'3276,"3"12"-975,30 25-1852,-1 9 1,1 4-360,-3-8 0,1 2-1183,3 8 1,2 5 0,-3-8 335,-7-14 0,-1-1 637,4 11 0,1 5 0,0-5-1248,3-9 1,-1-2 827,-7 6 1,0-2-1710,24-1 2249,-28-18 0,7-17 0,-10-4 0</inkml:trace>
  <inkml:trace contextRef="#ctx0" brushRef="#br0" timeOffset="63553">15734 6260 7533,'-20'-32'3276,"5"10"-1515,30-25-1491,-3 17-279,11-4 0,10-9 0,-1 1 459,-5 4 0,-1 1 0,2-1-473,-3 5 1,2 0-1,1 0 1,-1-1 179,1-3 0,1-2 1,-2 1-1,-3 6-517,3 1 1,-3 1 59,0-4 0,-1-3 0,-3 6-1499,-1 0 810,-3-6-2208,-16 43 3197,-8 9 0,0 7 0,-1 4 0,-5 2 0,0-1 0</inkml:trace>
  <inkml:trace contextRef="#ctx0" brushRef="#br0" timeOffset="64503">16369 6014 10141,'-4'-6'2519,"8"-6"-2249,39 3-540,-14-2 90,5 17 180,-40 24 180,-5-5 0,-6 3 359,-8 5 1,-4 1 134,-4 2 1,3-2-270,10-9 0,3-4-585,-7 5 90,48-14 90,-19-12-90,21 0 0,3 0-90,-5 0-270,0-2 1,3-2-631,3-2 1,-1-1 629,4-2-1888,8-8 2338,-25 15 0,-22 14 0,4 9 0</inkml:trace>
  <inkml:trace contextRef="#ctx0" brushRef="#br0" timeOffset="67334">16792 5331 7533,'0'-21'449,"0"-3"811,0-2-1,16-7 90,11 6-675,-2 19 1,3 8 45,12 18 0,-1 7-541,-9-7 1,-2 5-1161,-3 13 1,-2 7-1,-4-3 1071,-3-12 0,-4 1-158,-5 6 1,-2 7 0,-2 0-1,-1-6 158,-1-3 0,-2 0-815,-1 4 1,-1 7-1,-2 0 1,-2-8 544,-6-6 0,-2-1 7,2 9 0,-1 5 0,-2-6-97,-9-4 0,-3-4-540,1 2 1,-1-2 89,-2-5 1,-1-5 359,-6 0 2234,4-6-2863,23 6 629,-6-5-1079,7 22 1439,-1-19 0,10 19 0,10-16 0</inkml:trace>
  <inkml:trace contextRef="#ctx0" brushRef="#br0" timeOffset="68084">17498 5640 8072,'-10'-14'3276,"2"20"-2620,3 17 0,2 10-656,2-2 0,1 5 0,-1 1-388,0 0 1,-2 3 0,1 0-1,1 0 208,0-1 0,1 0 0,0-1 1,1-1 89,-1 2 0,0-1 0,0-3-540,0 5 1,0-8 359,0-18-285,0-8-1244,15-31 1665,-11 8 134,12-19 0,-16 10 0,0-7 0</inkml:trace>
  <inkml:trace contextRef="#ctx0" brushRef="#br0" timeOffset="68502">17515 5498 7533,'0'-33'0,"0"2"1619,0 10 270,16-15-1440,-4 25 1,7-7 0,3 2-90,7 13 89,7-9-89,5 12-180,-12 0 0,-4 1 0,1 4 180,9 17 0,-1 3-271,9-1-269,-9 13 1,-11 7-316,-27-14 0,-6 1 180,5 0 1,-4 0 89,-10 5 0,-5-4 0,0-11 0,-3-3-1414,-4-1 1,0-1 1490,6-5 1,1-2-474,-11-2 0,5-2 531,16-5-629,-17 0-1440,29 0 540,10 5 1079,3-3 1032,15 9 1,4-10-1,5-1 1,3 3 0,0 0-1</inkml:trace>
  <inkml:trace contextRef="#ctx0" brushRef="#br0" timeOffset="68853">18344 5498 7533,'-9'-21'3276,"-15"-2"-2055,5 22-1311,-9-5 720,-13 17-810,27 3 135,-16 8 0,-3 5 270,12 7 0,1 3-1318,0-8 1,-2 1 0,2-1 215,-4 10 0,5 1 1326,4 7 1,4-4 1229,1-3-1679,11-6 0,2 6 0,1-8 270,0 0-1350,13 11 1,5-4 1669,0-22-2229,7 7 1,1 0 1627,-7-7 1,7-6 0,3-3 0,6-10 0</inkml:trace>
  <inkml:trace contextRef="#ctx0" brushRef="#br0" timeOffset="69486">18627 5550 7533,'-10'-20'2069,"2"7"-1080,0 1-899,6 5 719,-6 6-629,8 2 180,16 23 450,-4 9-631,4-2 1,1 1-90,-7-7 0,0 1-90,10 19 0,1 0-45,-11-22 0,1 0-255,5 8 0,2 4 1,-3-5-357,7 10 161,-2-3 1,1-2 44,7-1-630,-10-11 1,-1-1 629,2-1-1079,5 8 1080,-22-26 449,6 8 0,-40 1 0,-7 2 0</inkml:trace>
  <inkml:trace contextRef="#ctx0" brushRef="#br0" timeOffset="69767">18627 6117 7533,'-30'-20'3276,"7"-4"-1065,23 10-1042,15-13 0,9-5-584,3-2 0,3-1-828,-9 11 0,0-1 0,3-2 310,5-3 1,4-4 0,-1 1-1,-4 5-360,-3 5 0,-1 0 173,7-7 0,3-3 0,-1 2-1230,3 1 1,-3 2-290,-8 3 1,0 0-1,7 4 1,-5 4 1208,-9 1 430,-10 27 0,-32 19 0,10-9 0,-1 0 0</inkml:trace>
  <inkml:trace contextRef="#ctx0" brushRef="#br0" timeOffset="70269">19209 6053 7533,'0'-20'1799,"0"-4"-1440,0 15 1081,15-8-631,13 10-359,17 0-540,-16 1 360,11 12-990,-37 12 630,13-2-90,-32 25 900,-3-6-360,-9-1 179,12-12 1,-1-2-360,-2-4 899,-7 14-629,8-10-270,9-6-180,16 4-450,21-17-179,-7 5-91,26-6-2557,-1 0 1767,-18 2 1,0 1 1509,17-1 0,-21 9 0,-24-3 0</inkml:trace>
  <inkml:trace contextRef="#ctx0" brushRef="#br0" timeOffset="70719">19826 5304 7533,'0'-20'1619,"0"7"1079,16 13-1574,1 16 1,1 4-675,6 12-91,-4-5 1,4 6 0,-6-3-672,-9-4 0,-2 1 461,11 15 1,4 5 0,-5-4-60,-9-8 0,-2 1-68,0 4 1,1 8 0,-1 1-1,-2-7 23,-2-1 0,-4-1-225,-2 2 0,-3 6 0,0 1 1,2-8 89,3-2 0,-2-2-360,-9 4 0,-5 3 1,2-7 464,-6 7-555,-3-8 0,-1-7 0,5-18 181,-19 12-1260,21-17-630,-24 1 2249,13 0 0,-11 11 0,14-4 0</inkml:trace>
  <inkml:trace contextRef="#ctx0" brushRef="#br0" timeOffset="139668">2752 7847 7713,'-10'-7'1259,"-6"2"-899,14-1 269,-6 4-179,8-10 90,0 5-270,8 0 89,2 7-179,0 1 180,-2 28-450,-8-6 270,0 14 0,0 5-225,0-14 0,0 3-188,0 2 1,0 7 0,0 2 0,0-1 277,0 1 0,0 0 0,0 0 0,0 0-105,0 8 0,0-1 0,0 1 82,0-9 1,0 2 0,0-4-1,0-7-22,0 11 90,0 6-449,8-35-811,-7-8 900,7-14-2248,-8-16 1169,0 8 1278,0-13 0,8-9 0,2-9 0</inkml:trace>
  <inkml:trace contextRef="#ctx0" brushRef="#br0" timeOffset="140003">2734 7757 7533,'0'-45'0,"0"17"3276,-8-8-2145,6 27 308,10-2-899,-4 11 270,35 17-451,-5 10 1,1 7-180,-4 4 0,0 2-352,-2-14 0,1 0 0,-4 2 202,-8 3 0,-5 1 0,-1 0-570,-1 6 0,-3-1 450,-1-2 1,-6 0-226,-11 6 0,-5-5 135,-7-7 45,-8-9 0,-4-3 45,9-6 0,1-2 45,-3-1 0,-1-3-630,-2-1 1,3-2-405,5-2-360,-3 0 1439,17 5 0,39-3 0,9 4 0</inkml:trace>
  <inkml:trace contextRef="#ctx0" brushRef="#br0" timeOffset="141615">3792 7744 7533,'0'-40'2878,"0"3"-1978,0 16-541,-7 9-269,5 0-90,-6 10 90,0-3-360,6 5-89,-37 11 179,16 6 0,-1 4 300,0 1 0,-1 3 0,1 0-219,-8 5 1,1 4 300,13-4 0,1 5 1,0 2-1,3-3-827,-1 2 1,3-1-1,0 0 715,-2 2 0,1 1 0,4 2 60,5 9 0,4 3 0,4-6-401,7-1 0,6-2-259,0-4 1,3 1-1,4-3-150,0-8 1,4-4-1,0-3-105,10 0 1,-2-5 219,-8-3 0,-3-4 545,14-3 0,-27 5 0,14-4 0</inkml:trace>
  <inkml:trace contextRef="#ctx0" brushRef="#br0" timeOffset="142000">4039 7860 7533,'-9'-14'3276,"1"8"-2126,16 25 1,7 10-972,-1 5-457,-2-3 1,3 6 0,-1 2 247,-2 3 0,-1 1 0,1 1-712,1-4 0,0 1 0,1 0 0,-1-1 157,-1-2 0,-1 0 1,1-2-1,0-1 585,6 3 0,1-2 0,-5-6 0,-2 3 0,-6-16 0</inkml:trace>
  <inkml:trace contextRef="#ctx0" brushRef="#br0" timeOffset="142249">4057 8621 9062,'-27'-18'3276,"9"4"0,10-28-1650,28 2 0,7-2-1841,-14 11 0,2-1 350,7 0 0,6-3 0,2 0 0,-5 7-46,-3 2 1,1 3-428,2-2 1,5-3 0,0-1 0,-1 3-756,0 2 1,-2 2 0,1 0-1,5-5 1,1 0 0,-1 2 580,9-5 0,-5 2 1,-14 9-1,-3 1 0,5-8 1</inkml:trace>
  <inkml:trace contextRef="#ctx0" brushRef="#br0" timeOffset="142565">4780 8402 7533,'-27'0'3276,"-7"17"-1335,23-7-1806,1 18 0,4 3-1575,6-4 1440,-2 19 0,4 3 0,5-22 0,2-1 0,0 18 0,1 0 0</inkml:trace>
  <inkml:trace contextRef="#ctx0" brushRef="#br0" timeOffset="143802">5874 7835 7533,'-20'-15'2608,"4"3"-1978,9 12 449,5 18-719,-6-8 45,12 13 0,8 7-271,0 1 1,3 4-1228,1 5 1,3 5 0,-1-3-1,-3-10 1,1-2 0,0 3 528,-1 3 1,0 5-1,0-2 1,-1-6 248,0-4 0,1-2-554,1 7 0,1 3 1,-1-6 328,13 6 187,-10-9 1,-2-2 352,0-4 0,-24-4 0,-13-12 0</inkml:trace>
  <inkml:trace contextRef="#ctx0" brushRef="#br0" timeOffset="144034">5909 8595 7533,'-20'-33'1638,"3"11"0,3-4 0,15-17 0,10-7-1367,-3 16 0,1-3 0,3 0 1,2 0-25,4-5 0,3-1 1,1 1-1,1 1-202,-1 5 0,1 1 0,0 1 0,1 1-203,1 0 1,1-1 0,0 3 0,-3 3 157,6 1 0,-1 1-1050,-2-4 1,0-2-1,-1 4 825,-6 11 1,1 2 355,12-9 0,0 1 1,0 3-1,-7 7 0,1 0 1</inkml:trace>
  <inkml:trace contextRef="#ctx0" brushRef="#br0" timeOffset="144884">6509 8389 7533,'-28'-7'1889,"11"-4"-720,9 9-899,8-3 449,0-1 541,16-1-1080,-5-6 359,23-1-359,-23 7 270,29-4-360,-35 9 0,27-3-90,-30 10 270,6 14-180,-16 3-765,-3 9 0,-4 4 855,-3-1 0,-1 1 90,0-2 0,1 2 134,-4 12 1,3-5-315,7-15-925,-4 21 745,16-36 90,16 2-90,3-7 45,10-6 0,1-2-135,-4-1-540,12-5 1,2-3-2558,-7-4 3158,2 7 1,-1-1 0,-5-14 0,-5 7 0</inkml:trace>
  <inkml:trace contextRef="#ctx0" brushRef="#br0" timeOffset="147386">7197 8364 7533,'0'-21'90,"-8"8"-450,6 8 90,-6 5 450,8 11 0,8 4-180,-6-1 360,6 3-270,-8-16 989,0 11-809,0-11 809,0 11-719,0-11 0,0 5-270,0-1-180,0-3-90,0 4 180,0-6-360,0 0 270,0-6 90,0 4 90,0-9-90,0 10 180,0-5-180,0 0 90,0 5-90,0-5 180,0 6 270,0 0-450,0-6 89,0 5-358,0-5 179,0 6 0,0 0-450,8-5 180,-7 3 360,7-3 90,-8 5 630,0 0-630,0-6-90,0 5 0,0-5-90,0 6-360,0 0 270,0-6 90,0 4 0,-8-4 180,7 6-180,-7 0 360,8 0-180,0 0-180,-8 0 90,6 0 0,-6 0 0,8 0 270,0 0-270,8 0 90,-6 0-90,6 0 0,-8-5 0,0 3 0,0-3-180,0 5 540,0 0-270,0-6-270,0 4 270,0-4-270,0 6-607,0 0 0,8 0 0,1 0 0</inkml:trace>
  <inkml:trace contextRef="#ctx0" brushRef="#br0" timeOffset="159792">5327 8518 7533,'-10'-34'3276,"10"4"0,18 34-3352,9 28-419,-15 1 1,-4 5-1036,-2 3 1,-4 0 1214,-5-7 1,-4-2-901,-4 3 1,-4-6 1214,-4-10 0,-22-12 0,3-30 0</inkml:trace>
  <inkml:trace contextRef="#ctx0" brushRef="#br0" timeOffset="160789">7214 7615 7533,'0'-20'449,"0"-16"811,0 1 269,-8-10-270,7 17-449,-7 46-1967,10 24 1,4 10 1246,-5-9 0,-1 4-135,2-1 0,1 6 0,-1 1 0,-1-6-377,0-11 0,-2-3 0,1 4 404,0 7 0,0 6 0,-1 3 0,1-2 0,1-8-72,2-3 0,0-6 0,-1 5-54,-1 1 0,-2 6 0,0 2 0,2-4 0,1-8 54,6-1 1,0-3-91,-5 2 0,-1 2 0,3-6-360,12-3-1709,9-13 2249,9-21 0,-6-32 0,-12 13 0,0 0 0</inkml:trace>
  <inkml:trace contextRef="#ctx0" brushRef="#br0" timeOffset="161288">7849 7795 7533,'-17'-13'3276,"7"12"-2595,18 20-501,3 4-1273,8 9 1,6 10 0,-4-4 530,-8-11 0,2 1 584,5 9 1,7 6 0,0 1-1,-5-7 487,-4-5 1,-1-1-803,0 1 1,3 6 0,0-1-1,-3-6 203,3-3 0,-2-1-840,-1 8 1,0 4 0,0-5-196,-2-7 1,-1-3 1124,2 2 0,-7-1 0,-24 17 0,-15-15 0</inkml:trace>
  <inkml:trace contextRef="#ctx0" brushRef="#br0" timeOffset="161487">7867 8415 7533,'-17'-24'1092,"1"0"0,18-8 0,5-3 546,-9-2 0,2-2-2731,15 4 1,8 0 0,-2 2 1076,-3 2 1,3-1 37,6-1 1,7-4 0,1-2-1,-1 3-629,-6 5 1,-1 1-1,0 0 1,1 0 493,2-1 1,2-1-1,1 0 1,-1 1-608,1 0 0,2-1 0,-2 2 0,-5 4 720,0-1 0,-3 3 0,10-6 0,-1 2 0,-1-2 0</inkml:trace>
  <inkml:trace contextRef="#ctx0" brushRef="#br0" timeOffset="163570">8590 8351 8072,'-10'-13'900,"3"5"-810,7-3 90,-8 9 0,6-4-90,-6 6 269,8 0 1260,0 0-1439,0-5-180,0 3 90,0-3 0,0 5-90,0 0 90,0-6-90,0 4-90,0-3 90,0 5 0,0-6 180,8 5 180,-6-10 90,21 9-450,-11-4 90,6 6 0,-3-6-90,-13 5-90,14-5 270,-14 6-91,6 0-89,-8 0-809,0 0 809,0 6 360,0-5-360,0 11 90,23-5 0,-17 0 179,41 10-179,-41-14-180,33 20 90,-35-14 0,20 10 0,-22-6-449,-2-1-181,-18 1 450,-2-6 180,-3-1 0,-3 0 90,-13 1 90,13-4 0,-1 1 0,-8 2 90,17 0-270,18 1 0,10 6 0,31 5 269,-14-8 1,1 1-90,9 6 0,-1 3 180,-7-2 0,-3 4-91,-5 6 1,-9 1-180,-20 7-225,-3-11 1,-5-3-46,-10-12 0,-1-4 90,4 4 0,-1-1 45,-10-5 0,1-2-45,2-2 45,1-2 0,3-2-45,13-3-360,-25-12-899,35 5-90,-12 1-270,32 2 450,-12 9 1259,19-3 0,4-3 0,3-2 0,8-1 0,1 1 0</inkml:trace>
  <inkml:trace contextRef="#ctx0" brushRef="#br0" timeOffset="164617">9190 7356 7353,'0'-19'899,"8"0"271,9 0-271,11 10 91,15 9-91,-6 21-405,-11 6 1,-1 8-333,-8-3 1,-2 5 0,-2 2-28,-2 1 0,-1 4 0,-2 0 0,0-2-413,3 5 0,-1-2 0,-5 3 233,-6 0 0,-3 3 0,-4 0 0,-3-3-180,-2-6 0,-3-2 0,-1-1 1,1-1 194,-1 8 0,0-2 0,-2 1-173,-3-3 1,-2 2-1,0-3 1,6-7 112,5-9 0,2-3-405,-6 14 1,1-6 404,0-16-540,14-2-359,2-12 179,10-12 810,15 10 0,-5-21 0,5 8 0</inkml:trace>
  <inkml:trace contextRef="#ctx0" brushRef="#br0" timeOffset="167167">10248 8054 7533,'-19'-7'-810,"-5"1"1710,14 0 89,0 5-719,3-5 450,7 0-361,0 5 1350,0-5-1349,7 6 1169,3-6-1259,16 5 809,9-11-899,-6 11-180,7-5 0,1 0 180,-2-1-720,12 1 1,4-1-631,-13 0 1,-1 2-470,0 4 1,0 0 1394,-1-3 0,-13 4 0,-29 17 0,-15-3 0</inkml:trace>
  <inkml:trace contextRef="#ctx0" brushRef="#br0" timeOffset="167401">10248 8299 7533,'-27'2'1574,"-1"1"0,-7-1-45,19 3-1079,16-5 719,24-5-809,-10-2-45,20-2 0,4-1-226,-3-4-299,3 2 0,8-1 1,0 2-884,-11 3 1,0 0 0,1 1 977,10-5 1,2 0-1,-7 10 1,-8 18-1,-9 8 1,-19 9-1,-1-1 1</inkml:trace>
  <inkml:trace contextRef="#ctx0" brushRef="#br0" timeOffset="169102">11783 7705 7533,'-10'-27'1799,"2"8"-1170,8 8-359,0 10-90,0-5-180,0 6 360,0 11-180,0 4-90,1 13 0,-2 3 0,-7 10-917,7-2 0,1 9 0,-1-5 872,-2-11 0,-1 2-90,1 6 0,1 8 0,0 1 0,1-1-575,0-6 0,1-1 0,0-1 0,-1-1 650,-2 7 0,0-1 0,1 0 90,3 5 0,1-1 0,3-13 328,5-13-358,-1-4 90,-1-21 0,-8-16-540,0-16 0,0-4 225,0 11 0,0-2-147,-1-4 0,-2-8 0,1 0 0,0 5 192,2-1 0,-2-3-54,-1 6 0,-2-6 0,0-2 0,-1-2 1,2 2 107,1-1 0,1 0 0,0 1 0,0-1 0,-1 2 58,-1-6 1,-1 2-1,0 0 1,1-1 345,1-6 0,0-2 0,1 3 0,3 12 1341,6-4-1439,3 7 539,31 42-629,-17 3 90,15 9 0,2 5-270,-5 7-532,-6-7 1,6 3-1,-4-2 442,-10-2 0,-1 1 60,1 2 0,1 2 0,-2 0 398,3 5 1,-5 2-594,-5 11 0,-6 0 180,-1-10 1,-6-1 103,-10-1 1,-7 1 0,-2-5-60,-9-4 0,-3-4 517,-2 9 1,1-4-518,-12-8-317,2-18-762,4-12 809,-1 3 602,5-14-2850,39 21 2581,-10-10 0,51 6 1,-8-1-1</inkml:trace>
  <inkml:trace contextRef="#ctx0" brushRef="#br0" timeOffset="169486">12682 7447 7533,'-17'-13'359,"7"0"1620,-14 6-719,-3 1-766,5 15 1,-1 5-90,-8 7 0,1 4-436,7 1 0,-1 4 300,2 0 1,-2 4 0,0 3 0,4 0-948,4-1 0,4 2 0,0 0 0,-1-1 723,-2-2 0,-2 0 0,1 0 0,3 0-68,4 5 1,2 2-1,3-2 1,1-7-35,1-6 0,4-2-438,9 20 1,9 0-1081,4-12 1,7-4 1524,-1-5 0,4-2 0,0-2 0,12 2 0,0-5 0,1-9 0,0 1 0</inkml:trace>
  <inkml:trace contextRef="#ctx0" brushRef="#br0" timeOffset="170084">12947 7641 7533,'0'-22'1619,"-8"-1"-810,6 22 2250,2 35-2565,10 4 1,6 9-720,-6-13 0,1 5 0,1 0 1,0-1-393,3 9 0,1-2 0,0 1 437,-4-9 0,1 0 0,0-1 1,0-4-1,4 4 0,1-4-675,8 6 1,-1-3 134,-2-5-184,3-7 0,-5 1 904,-17 3 0,-19 0 0,-24-2 0</inkml:trace>
  <inkml:trace contextRef="#ctx0" brushRef="#br0" timeOffset="170316">12929 8389 7533,'-23'-20'839,"-1"0"1,-2-7-1,3 0 60,12 3 1,3 0-159,-3-4 1,4-3-203,11-5 1,8-2 149,5 1 1,5-2 0,-1 2-901,4-5 0,3 0 660,-1 9 1,3-5 0,1 2 0,-5 6-270,-4 2 0,1 3-360,3 1 0,5-2 0,2-1 1,-1 2-661,2-3 1,0 2-1,0 0 60,-2 2 1,0 1-1,0 0-90,2-3 1,0 1 0,-4 4-1636,7-7 2505,-10 14 0,-35 27 0,-21 21 0</inkml:trace>
  <inkml:trace contextRef="#ctx0" brushRef="#br0" timeOffset="170616">13600 8221 7533,'-10'-7'3276,"2"1"-796,0 18-2390,-2 31-450,1-14 1,1 4-1280,2 9 1,2 0 1609,-3-13 1,6-4 0,25 6 0,5-33 0</inkml:trace>
  <inkml:trace contextRef="#ctx0" brushRef="#br0" timeOffset="172265">14093 7472 7803,'-9'-12'629,"1"-1"-449,8 6 180,0-4 180,8 3-1,-6-5 900,13 12-854,-12 21 0,-4 13-376,4 9 1,0 8 0,-1 4-866,-1-8 1,-1 5-1,0 1 1,-1-1 0,1-1 650,0-9 0,0-1 0,0-1 0,0 1 0,0 0-67,0 7 0,-2 2 0,2 0 0,0-5 1,2-6-244,6 1 0,0-6 0,-8 1 0,4-5-494,19-12-810,-13-47 1619,8 5 0,-12-8 0,-3-5 0,1 7 0,0 0 0</inkml:trace>
  <inkml:trace contextRef="#ctx0" brushRef="#br0" timeOffset="172788">14693 7654 7533,'-10'-15'3058,"-13"-2"-1619,19 21-899,-4-2 449,26 39-449,9-9-180,-10-1 0,1 5-271,3-2 1,2 1 0,0 1-720,2 1 1,-1-1 0,2 3-136,-6-6 1,1 2-1,0 0 1,-1-2-16,4 3 1,1-3-1,-6 0 780,-1 7 0,-8-4 0,-10 5 0,-20-5 0</inkml:trace>
  <inkml:trace contextRef="#ctx0" brushRef="#br0" timeOffset="173037">14728 8402 7533,'-37'-14'3276,"4"-9"0,23 9-2093,2-7 167,32-20-1171,-3 16-1193,2 0 0,4-5 0,-2 2 1104,-8 8 0,1-1-270,8-6 0,7-6 0,3 0 0,-3 1-590,2-3 0,-1 2 0,2-2-50,-1 2 1,2-1 0,0 0 0,-1 3-274,5 0 1,-2 3 0,-5 1 321,-5-3 1,-5 7 770,-1 16 0,-38 23 0,-5 13 0</inkml:trace>
  <inkml:trace contextRef="#ctx0" brushRef="#br0" timeOffset="173919">15381 8208 7533,'-10'-13'3276,"-13"-5"-796,19 3-2120,-12-3 720,24 11-901,2-5-179,15 11 0,-13-5 360,27 6-180,-17 0-1079,21 0-810,-8 12 1619,-7-9 90,-11 19 360,-17-2-360,-9-4 0,-17 13 89,-1-20-89,-1 4 720,-13 9-720,27-6 180,-9 22-450,23-17 90,8 9-359,9-16 179,0 9 0,2 2 270,10 0 45,-11-3 0,-3 0-330,-5-4 285,-2-5 720,-8 11-540,0-8 269,-16 26-179,-11-25-629,-10 7 179,1-18 270,11-6-630,7 0-359,0-6-451,9-7 181,1 5 1259,8-15 0,20 5 0,7-1 0,2-9 0,1 1 0</inkml:trace>
  <inkml:trace contextRef="#ctx0" brushRef="#br0" timeOffset="174350">15963 7369 9062,'10'-7'3276,"14"24"-4911,-10 20 0,-1 7 1680,2-14 0,-1 4 45,-3 4 0,-2 8 0,-1 2 0,-2-2 22,-3-3 0,-2 0 0,-2 0 0,0 2-256,-1-3 0,-1 3 0,0 0 0,-2 0 0,0-1-54,-1-1 0,-1 0 0,0-1 1,-2-1-1,1-4 108,-3 6 0,-1-5 0,-2-1 30,-4-5 0,-2-1 0,1-5 144,0-7 1,-2-3-580,-12 8 1,-2-3-946,11-10 1,1-2 1439,-20 2 0,25-34 0,10-5 0</inkml:trace>
  <inkml:trace contextRef="#ctx0" brushRef="#br0" timeOffset="175468">16916 7718 7533,'-18'-20'3276,"0"7"-436,1 58-2795,11 1 0,2 7-865,1-11 1,1 3 0,0 2 0,1-4-274,0 1 1,1-2 0,1 1 393,0-2 1,1 3-1,0-2 1,1-9 1297,7 8-1319,-2-6 1,1-4 359,1-17-899,6-25 899,-14-6 360,6-20 0,-11 8 0,-2-3 0,0-2 0,0-1 0</inkml:trace>
  <inkml:trace contextRef="#ctx0" brushRef="#br0" timeOffset="175768">16792 7576 7533,'0'-31'1092,"0"0"0,0 0 0,0 1-411,0-19-51,14 25 0,4 8-270,5 14 44,14 3 1,8 4-285,-7 6 0,1 5 0,-2 0-709,5-1 0,0 3 634,-6-1 0,3 4 0,-1 1 0,-6 1-450,2 12 0,-7 3-688,-4-2 1,-1 2 0,-4-1 608,-1 2 0,-11-1 60,-17-2 0,-11 1 1,-1-9 378,1-13 0,-2-3-367,-5 5 0,-4 1 0,3-6 412,-17-5-437,6-3 1,0-2 166,-2-2-90,1 0 0,2 0 90,8 0-222,-1 0-138,25 0 906,32 0 1,17-7 0,10-3 0,-8 3 0,1 0 0,0 0 0</inkml:trace>
  <inkml:trace contextRef="#ctx0" brushRef="#br0" timeOffset="176034">17815 7395 7533,'-8'-13'0,"-1"-5"3238,-25-2-2698,13 6 629,-20 2-899,21 24-270,3 6 0,1 7-60,1 4 0,0 6 0,2 2-598,1 1 0,3 2 1,-1 2-1,1 2 532,1-3 0,-1 2 0,0 1 0,3-1 1,3 1-145,3-2 0,3 1 0,3 0 0,0-1 0,3-1-315,2 5 1,3 0-1,1-3 1,1-3-281,2-2 0,2-3 0,1-5 865,12 2 0,-1-10 0,3-9 0,10-7 0</inkml:trace>
  <inkml:trace contextRef="#ctx0" brushRef="#br0" timeOffset="176449">18098 7628 7533,'-18'-15'0,"8"-2"3276,34 45-2171,1-4 1,4 4-1346,-1 4 0,0 5 0,-1-1-109,-5-6 1,0-1-1,-2 3 109,4 9 0,-2 5 1,-3-2-854,-7-6 1,-3 0 0,0 0 1046,1-1 0,-1 0 0,-1-1 0,-1 11 1,-6-6-1,-11-5 0</inkml:trace>
  <inkml:trace contextRef="#ctx0" brushRef="#br0" timeOffset="176682">18098 8311 7533,'-23'-18'1439,"0"-1"0,-4-4 45,15-1 0,8-4-360,22-6 1,11-3-526,-4-1 1,2-4 0,4-1-840,-6 13 1,3 0 0,2-1 0,0 0 0,0 1-157,0-2 0,1-1 1,1 1-1,-2 2 0,0 1 36,8-7 0,-2 3 1,-1 1-734,-2 3 1,-1 2 0,-6 6-573,-5 5 1665,10-1 0,-36 28 0,3 3 0</inkml:trace>
  <inkml:trace contextRef="#ctx0" brushRef="#br0" timeOffset="177284">18768 8182 7533,'-8'-30'3276,"6"19"-76,2-23-2660,2 25 809,29-9-989,-17 10-90,35 3-360,-27 5-360,2 3 0,1 5-989,-4 18 629,-6-5 1,-4 4 89,-16 6 1,-6 2 1033,-2 1 1,-3-2 1259,-13 4 1,-3-2-614,7-6 1,3-2-872,3-6 0,2-2 449,2 7-1078,46-18-946,-5-3 1,3-2 1484,11-4 0,2-2 0,3 4 0,-1-1 0,-5-2 0,0 0 0</inkml:trace>
  <inkml:trace contextRef="#ctx0" brushRef="#br0" timeOffset="177865">19650 7435 7533,'-18'-25'3276,"-15"9"0,3 55-2912,15-7 1,0 8-1,2 0-976,5-5 1,2 1 0,1 4 467,0-1 0,2 5 0,-1 1 1,2-2-1,0-6 144,1 7 0,2-1-270,-2 0 0,0 6 0,1 1 0,2-5-823,5-3 1,2-4 0,-2 0 345,-2-3 0,-2-1 1,3-1-546,10 10 0,2-10 932,-1-19-899,1-1-360,-1-13 1743,9-7 0,-6-24 1,5-3-1</inkml:trace>
  <inkml:trace contextRef="#ctx0" brushRef="#br0" timeOffset="178198">19932 7731 7533,'-10'-42'3276,"2"7"-346,24 28-1850,19 29-811,-8 2 1,1 5-330,0 3 0,2 3 0,-2 2-612,0 3 0,-1 2 0,1 0-148,-6-7 1,2 0 0,-2-1 0,-2-1-2,-3-2 0,-2-1 0,0-3 596,6 9 0,-3-6-1574,-8 1 1799,0-16 0,-26 21 0,-13-8 0</inkml:trace>
  <inkml:trace contextRef="#ctx0" brushRef="#br0" timeOffset="178449">20003 8441 7533,'-34'-30'1638,"18"11"0,3-3 0,2-21 0,10-7-546,10 8 0,8-3 0,0 2-1251,-3 8 0,0 2 0,3-1 541,3 0 0,4-1 1,0 1-1,-2 6-157,1 6 0,1 0-203,2-2 1,3-4-1,2-1 1,-1 2-1116,7 0 1,1 1 0,1 1 272,-6 1 1,2 0 0,0 1 0,-3 2-23,-1 1 1,-1 3 0,-3 4-419,5 2 1,-7 5 1259,-13 6 0,3 5 0,-15 3 0</inkml:trace>
  <inkml:trace contextRef="#ctx0" brushRef="#br0" timeOffset="179049">20726 8054 7533,'-10'-35'3276,"2"5"0,32 17-2183,-3 6-823,22 2-405,-13 8 0,-1 5-1034,12 18 539,-16-5 1,-7 3 179,-17 3 0,-10 0 450,-7-3 0,-5-3-90,-18 5 630,11-18 0,-1-5 899,-8-3-1169,0 0-450,11 0-180,42 18-809,13 15 989,1-3 90,-8-1 0,-5 1 0,-13-6 539,5 5 1,-2 2 270,-13-4 0,-4-1-3573,-10 17 3213,-7-7-1563,-14-30 303,19-12-1079,-19-7-1079,29-12 2158,-3 9 900,15-7 0,31 10 0,8-7 0</inkml:trace>
  <inkml:trace contextRef="#ctx0" brushRef="#br0" timeOffset="179402">21237 7344 9062,'0'-14'809,"0"2"-1258,0 12 3507,32 34-2698,-17-7-628,6 1 0,7 9 0,-4 5 223,-9-1 0,-3 4 0,-2 2 1,2-2-194,0-9 1,1-2 0,-1 1 0,-2 4 327,-3 4 0,-1 5 0,-1 3 0,-2 0 0,-1-4 0,-2-7-30,-1-2 0,-2-6 0,-2 4-24,-1 4 0,-2 4 0,0 3 0,-1-3 0,-2-4 24,-3 3 0,-2-5 0,-1-1-60,1 0 0,-2-1 0,-3-2 149,-6 2 1,-4-3 0,-1-7-870,-2-12 1,0-4 719,-8 9 0,3-2 0,-4-4 0,28 0 0</inkml:trace>
  <inkml:trace contextRef="#ctx0" brushRef="#br0" timeOffset="193932">3157 9744 7353,'-9'-7'1799,"-7"2"-1080,14 27-359,-6-4-180,3 13 0,2 9-90,2-4 0,1 3 0,-1 1-443,0-3 0,-2 2 0,1 0 0,0 1 330,2 2 1,-1 1 0,1-2-1,1-2 113,2-1 0,0-2 0,-1-5 1257,0 10-1437,-10-84 180,4 3-240,-2 8 0,-2-5 0,-1-1-279,0-3 0,0-2 0,1-3 406,2 0 1,1-3 0,0-2 0,0 1 111,-1 1 1,0-1 0,1 1 0,4 2 67,3 5 1,3 1-1,2 2 1,5 6 202,15-10 0,8 17-91,6 28 1,1 15-270,-14 0 0,-1 5 0,-2 1 0,5 6 0,-7 4-360,-7 16 1,-6-3 765,-3-11-541,-9 4 1,-3-1 134,-5-8-450,-15 9 0,-7 0 180,4-18 0,-3-2 90,2-1 0,-2 1 1,3-6-65,-19-7-1375,31-15 1259,20-4 360,27 7 0,-6 6 0,1 0 0,12 0 0,-1 0 0</inkml:trace>
  <inkml:trace contextRef="#ctx0" brushRef="#br0" timeOffset="194284">3828 9603 7533,'-10'-34'2608,"-6"9"-1528,6 6-541,-7 6 1,-17 6-630,13 7 0,-7 13 0,-1 10 0,9 6 0,3 6 0,-1 1-544,-4 1 0,0 0 1,1 3 520,6-4 1,1 4-1,2-1 1,1-3 52,0-2 0,2-2 0,3 1 0,2 9 0,4 2 0,4-2-182,4-5 0,3-1 0,3 0-538,7 5 1,3 0 0,2-4 779,-3-8 0,2-4 0,3-7 0,5-11 0,3-8 0,-3-5 0,7-16 0,1 1 0</inkml:trace>
  <inkml:trace contextRef="#ctx0" brushRef="#br0" timeOffset="194865">4145 9757 7533,'-17'-20'2428,"-1"-4"-1078,8 10-811,2 1-359,16 13 360,18 30-2101,-4 3 0,1 4 1471,-4-8 0,1 2-330,-2 6 0,-1 4 0,-3-5-116,-2 11 146,-1-11 0,4 6 1,-2-1-916,-2 7 1,-1 0 1304,3-13 0,1 0 0,-5-3 0,-9-2 0,-6-9 0,-16-20 0</inkml:trace>
  <inkml:trace contextRef="#ctx0" brushRef="#br0" timeOffset="195101">4110 10299 7533,'-45'-6'3276,"17"-7"-1638,37-13 0,14-7-1184,3-2 1,6-4-1,0 2-1231,-3 3 1,0 2 0,3-4 812,-3 4 0,5-4 0,-1 0 0,-1 2 0,-5 5-666,2-4 1,-1 1-91,0 1 0,4-3 1,1 0-1,-5 8-816,-1 8 1,-3 2 1535,7-14 0,-9 12 0,-22 42 0,-29 12 0</inkml:trace>
  <inkml:trace contextRef="#ctx0" brushRef="#br0" timeOffset="195319">4833 10132 7533,'-27'14'3238,"1"26"-3688,16-18 0,3 3 450,-1 22 0,6 3 0,4-9 0,4 1 0,3 4 0,1 1 0</inkml:trace>
  <inkml:trace contextRef="#ctx0" brushRef="#br0" timeOffset="195801">5398 10196 7533,'-18'-7'3276,"0"1"-2415,8 29-1131,3-6-360,5 17 1,4 4 359,-2-4-585,1 6 1,-2-2 584,-7-14-809,-2 18 90,-23-34 989,19-2 0,-10-7 0,9-16 0,3-9 0,-14-14 0</inkml:trace>
  <inkml:trace contextRef="#ctx0" brushRef="#br0" timeOffset="196134">5680 9654 7533,'-8'-26'3276,"6"12"-2505,-6 8 129,16 36-900,7 0 0,3 5-360,-3 0 0,1 3 0,0-1-169,-1-6 0,1-1 0,0 1-161,6 12 1,0 2 0,-1-1 689,-4-8 0,-2 0 0,0-2 0,5 12 0,-1 0 0,-3-1 0,0 0 0</inkml:trace>
  <inkml:trace contextRef="#ctx0" brushRef="#br0" timeOffset="196368">5733 10390 7533,'-19'-17'1092,"0"-1"0,1-11 0,3 0-51,5 3-2680,12-12 1,4-2 874,6 2 1153,4 7 1,6-4 0,-3 4 440,-7 8 1,1-1-472,9-10 1,5-6 0,-3 7-270,-9 12 0,1 0-360,4-8 0,3-3 1,1 4-1087,7 8 1,0 3-284,-2-7 1,-1 3 1467,15 8 1,-35 26 0,-18 15 0</inkml:trace>
  <inkml:trace contextRef="#ctx0" brushRef="#br0" timeOffset="196789">6209 10157 7533,'0'-31'3276,"23"-8"-436,7-1-2930,-4 23 0,1 7-449,2 10 359,-5 10 90,-24 20-3187,-16 13 2532,4-12-297,-8 5 1,-1 0 1491,7-5-270,-6-1 0,1 1 1079,7 9-1259,-5-5-270,32-17-854,9-21 0,5-7 1124,4 3 0,1-1 0,9-5 0,0 1 0,-8 6 0,1-1 0</inkml:trace>
  <inkml:trace contextRef="#ctx0" brushRef="#br0" timeOffset="197100">6844 10299 7533,'-18'-7'2878,"1"1"-1259,7 6-450,-14 12-989,13 2-1439,-10 12 0,0 3 719,8 10 540,-7-1 0,0 3 0,14-6 0,1 1 0,-8 10 0,0 0 0</inkml:trace>
  <inkml:trace contextRef="#ctx0" brushRef="#br0" timeOffset="197786">7338 9667 7533,'-17'-19'494,"0"-1"1,4-13 495,-11 8-631,24 12 631,0 1-810,0 10 719,0 14-719,8-2 404,3 14 1,4 5-450,9 6 0,4 2-165,-6-6 0,0 1 0,-1 0-111,-2-4 1,-1 0-1,0 2-429,7 10 1,0 3-1,-2-2-390,-8-7 1,-2-2 0,0 2 179,3 9 1,0 2-1,-3-3 780,0 1 0,-11-7 0,-15-12 0,-7-6 0,-27-13 0</inkml:trace>
  <inkml:trace contextRef="#ctx0" brushRef="#br0" timeOffset="198069">7267 10312 7533,'-29'-27'1638,"15"4"0,4-1 213,10-24-1626,7 25 0,2-2 584,7-18 1,3 3-755,-4 19 0,2 1 544,9-14 1,6-7 0,-2 3-2239,0-2 1,1 1 1640,-6 9 0,2-1 0,1 0-272,0 0 0,1-1 0,-4 5 711,-4 8 1,-1-1-1312,7-6 1,2-5 0,-2 5-256,-6 6 1,-1 1 494,6-9 1,-1 0-811,0 2-1438,1 8 2878,-14 11 0,3 7 0,-15 7 0</inkml:trace>
  <inkml:trace contextRef="#ctx0" brushRef="#br0" timeOffset="198615">7849 10054 7533,'-8'-43'3276,"7"2"-886,1 6-1940,9 1 0,32 31-270,-17-9-315,4 14 0,1 8-1214,8 21 584,-13-6 1,-3 3 359,-5 5 0,-4 0 630,-2-5 0,-5-3-45,-13 13 269,-25-25 541,-6-8-720,2-5 269,5 0-449,30 0-539,-5 0-91,7 12 0,15 19-45,-1-5 1,0 1 224,7 17-45,-3-15 1,-4 0 943,-13 6-539,7-1-90,-31-9 0,1-19 90,-2-8 0,-3-2-269,-18-9-811,0-2 271,18-3 809,19 4 0,27 5 0,11 0 0,3-1 0,1 0 0</inkml:trace>
  <inkml:trace contextRef="#ctx0" brushRef="#br0" timeOffset="198982">8396 9267 7533,'18'-22'3276,"15"16"-2235,-19 21-636,5-1 0,1 3 404,0 28-885,-5-19 0,3 3 1,0 3 142,-5 3 1,-1 2-1,0 3 1,-2 2-724,-3-2 1,-1 3-1,0 1 1,-1-1 0,0-2 544,2 1 0,0-2 1,-2 0-1,-2 0-137,-6 2 1,-2 1 0,-2-2 0,-2-7 391,-3-1 1,-3-5-460,-6 2 0,-3-2-495,-6-4 1,-1-3 809,3-4 0,1-3 0,-18 7 0,11-2 0</inkml:trace>
  <inkml:trace contextRef="#ctx0" brushRef="#br0" timeOffset="200436">2805 10932 7533,'-30'0'809,"7"0"-179,15 0-630,6-6 450,-6-1-360,8 0 539,16-11 181,3 10-316,10-4 1,1-1-495,-4-1 225,9 7 0,0 1-495,-11 1 225,8 4 0,2 2 45,5-1 0,3-3 0,7 0-1093,-9 2 1,2 1 0,-1-1 933,-5-1 1,0 0 0,2 0 135,5 2 1,6 0 0,-2 0-1,-6 0-233,1 0 0,-2 0 211,-1 1 0,5 1 0,0 0 0,-6-1 45,3 0 0,0 0 0,-2 0 0,5 1 0,1-1 0,0 1-368,0-2 1,0 0 0,-1 0 0,0 0 322,-5 0 0,-1 0 0,1 0 0,2 0 27,4-1 0,3 0 0,2-1 0,-4 1 0,-6 0-218,8 0 1,-2 0 432,-7 0 1,5-2 0,2 1 0,-1-1 0,-7 1 27,11-2 0,0 1-171,-7 1 0,8 0 0,2 1 0,-2 0 0,-7-1-114,-5 0 0,-6 0 0,6 1 114,6 0 0,8 1 0,1 0 0,-1 1 0,-8-1 66,-7 0 0,-4 0 0,5 0 14,-1-1 1,6 0 0,3 0 0,0 0 0,-3 0 0,-5 0-75,0 0 0,-5 1 0,5-1-75,0 0 0,7-1 0,2 0 0,0 0 0,-2 0 0,-6 0 257,5 0 0,-6-1 0,5 1-332,-5 0 0,3 0 0,3 0 0,1 0 0,0 0 0,-1-1-45,-1 1 0,1-2 0,0 1 0,-1 0 1,-1 0-1,-1 0 153,0 0 0,-3 0 0,0 0 0,2 0 0,3 0-70,1 0 1,6 0-1,2 1 1,-1-1 0,-1 0-1,-4 1 1,-8-1 111,1 1 0,-7-1 0,5 1-60,0 0 0,7 0 0,2 0 0,0-1 0,-4 2 0,-6 0 0,8 0 0,-2 0 0,-5 0 0,5-1 0,0 0 0,-6 1 90,-2 1 0,0 0 29,10 0 1,5 0 0,-2 0 246,2 0 0,0 0-217,-11 0 1,2 0 0,-3 0 1032,0 0 1,-5 0-1363,9 0 270,-29 0 978,3 0-1248,-15 6-1079,-8 1 989,-9 0-1709,5 5 1979,-27 1 0,7-1 0,-5 2 0,3-3 0,0-1 0,0 1 0</inkml:trace>
  <inkml:trace contextRef="#ctx0" brushRef="#br0" timeOffset="201350">4921 11384 7533,'-27'0'2788,"1"17"-2608,9-1 45,6 20 0,4 5-45,-3 8-1273,7-7 1,0 8 0,1-4-55,2-11 0,0 0 1237,0 8 0,0 6 0,0-8 354,0-13 0,0-3-534,0 13 0,0-4 996,0-13-546,0-8-450,0-43-135,0 4 0,0-3 135,1 0 0,-2-3 809,-3-8 0,-2-5 1,1-1-900,1-2 0,0-2 0,0 0 10,-2 3 0,-1 1 1,2-3 393,3 4 1,2-4 0,0 2 0,2 9-180,2 9 0,2 2 540,13-17 0,3 5-316,2 18 46,10 12 0,4 11-180,-5 15 0,-1 9-255,-4-6 0,0 3 0,-2 3-90,-1 8 0,-4 3 1,-4 1 164,1 8 0,-10 1-195,-15-14 0,-6-1 0,-1-3-69,3-2 1,-3-5 83,-18 2 1,-1-7-46,4-9 68,0 0 0,-1 1-1327,-9 0 899,3 4 772,29-8 0,28-8 1,14-5-1,4 1 0,-1 0 1</inkml:trace>
  <inkml:trace contextRef="#ctx0" brushRef="#br0" timeOffset="201669">5644 11229 7533,'-23'-32'3276,"-6"5"-2055,-9 1-1221,10 16 0,-1 7-270,-10 32 90,9-11 0,0 7-30,7 8 0,3 8 1,2-3-329,-3-5 0,3 3 658,2 7 0,1 7 0,4-8-120,5-13 0,3-1 180,1 12 0,3 6 0,0-6-91,-2-13 1,4 0-90,4 10 0,5 5 0,0-7 90,9 6-540,4 2 1,1-3-361,4-9-16,-3-8 1,3-3 825,17-6 0,-20-24 0,1-9 0,-3-6 0,1 0 0</inkml:trace>
  <inkml:trace contextRef="#ctx0" brushRef="#br0" timeOffset="201934">5786 11293 7533,'-10'-14'1349,"2"-3"-270,0 27 360,22 21-1304,-6 3 0,3 4-315,5-3 0,2 2 1,1 1-557,-4-3 0,0 1 1,1 0-1,1-1 128,2 0 1,2-1 0,0-1 0,-4-1 607,-2 3 0,-2-1 0,1-4 0,8 1 0,-5-8 0,-17-12 0</inkml:trace>
  <inkml:trace contextRef="#ctx0" brushRef="#br0" timeOffset="202215">5768 11977 7533,'-24'-19'1638,"1"0"0,-10-14-218,28 4 0,10-2-296,11-8 1,9-1-736,-3 3 1,3-2 0,0 3-580,-3 5 1,1 2-1,1 0 130,7-6 0,2 0 0,1 3-720,-4 4 1,-1 2 0,0 1 554,6-5 0,1 1-868,-5 2 1,2 0 0,-7 5-309,-5 5-667,11-8 2068,-23 20 0,-14 16 0,-7 4 0</inkml:trace>
  <inkml:trace contextRef="#ctx0" brushRef="#br0" timeOffset="202832">6262 11809 7533,'0'-20'3276,"-8"2"-76,6-1-2570,18 4-361,21 2-224,-3 8 0,2 5-495,-3 7 1,-1 3-181,0 0 1,-3 2 539,-2 15-180,-19 3 180,-33-10 180,-20-5 899,-2-4-629,3-5 630,11-5-1350,14 11 360,9 0 90,4 3-810,45 9 225,-20-7 1,1 3 89,8 5 0,-1 4 810,-5 3 0,-9 1-360,-16 1 0,-9-2-90,-5-8 0,-5-3 45,-16-3 0,-3-4-540,12-7 0,1-2-1079,-15 1 360,28-12 899,22-1 360,3-6 0,18-1 0,9-2 0,1-1 0,0 0 0</inkml:trace>
  <inkml:trace contextRef="#ctx0" brushRef="#br0" timeOffset="203149">6738 11061 7533,'24'-35'3276,"21"57"-796,-4-5-3573,-16 14 1,1 12 0,-5-5 530,-8-14 0,-2 2 629,1 6 1,2 6 0,0 2-1,-5-1-336,-5 8 0,-4 0 0,0 0 299,3-2 0,1 1 0,-5 2 61,-5-9 0,-2 3 1,-2 1-1,-2-1 0,-1-5-241,-6 7 0,-3-5 1,-2 0 14,2-2 0,-3 0 0,0-1 0,-1-4 134,-4-2 1,0-5 0,0-4 0,-6 0-1,1-6 1,10-9 0,-1 1 0</inkml:trace>
  <inkml:trace contextRef="#ctx0" brushRef="#br0" timeOffset="-214345.73">10283 10441 5914,'-19'0'449,"3"0"-359,8 0 180,6 0-90,-13 0 90,13 0-180,-6 0 90,8 0 180,0 0-91,0-5 1,0 3 90,0-9 0,0 4-270,0-6-180,0 5 360,0 3-270,0 5 359,16 0-269,19 0-135,1 0 0,6 0-75,-5-2 0,3 0 1,-1 0-271,-1 1 0,-1 1 0,0-1-510,14-3 1,-6 2 899,-2 14 0,-59 14 0,-4-6 0,1 1 0</inkml:trace>
  <inkml:trace contextRef="#ctx0" brushRef="#br0" timeOffset="-214047.73">10125 10803 7533,'-30'-20'1349,"7"7"-270,23 1 1,8 5-541,33-11-539,-2 10 0,2 1 135,-6 0 0,1 1-315,-1 3 0,2 1 1,-3 1 179,15 1-1125,-7 5 1,0 2 1124,-1 2 0,0 15 0,-33-4 0</inkml:trace>
  <inkml:trace contextRef="#ctx0" brushRef="#br0" timeOffset="-206312.73">12188 9603 7263,'-9'-21'360,"-7"-3"-270,14 10 179,-14-5 91,14 6 0,-5 0-360,7 0 360,0 0-270,0 0 180,0 0-90,0 6-91,0-4 451,0 9-450,0-4 270,0 1-270,0 9 539,0 21-449,0 5-1819,0 5 1,0 3 1535,0-13 1,0 0-91,-4 8 0,0 3 73,-2 1 0,0 3 0,0-2-95,0-2 0,0 1 147,2-1 1,-1 6-1,1 0 1,2-6 22,1-1 0,2-3 0,-1 19 0,0-4 45,0-11-405,0 6 45,0-34 2292,0 3-3372,0-28 1468,0 7-1647,0-31 1529,0 24 218,7-19 0,-8 2 1,-3-4-1,3-7 1,0 0-1</inkml:trace>
  <inkml:trace contextRef="#ctx0" brushRef="#br0" timeOffset="-205978.73">12083 9603 7533,'0'-39'539,"0"0"1,-2 6 0,4-2 89,6 1 1,4-2 0,-1 5-271,5-17-179,6 31 0,5 6 45,3 8 0,-2 6-45,8 9-90,7-5 0,2 5-180,-11 10 0,-3 6-225,3 6 0,-2 4 45,-11-9 0,-2 1 1,-8 3-808,-12 5 1,-9 2 0,-2-3 1121,-2 0 0,-6-3-45,-5-2 0,-5 0 0,1-7 347,5-12 1,-1-2-303,-17 14 0,2-2-45,6-13 0,-2 2 0,0-1-450,12-10-1619,7-1 2069,36-1 0,9-4 0,5-2 0,3 4 0,1-1 0</inkml:trace>
  <inkml:trace contextRef="#ctx0" brushRef="#br0" timeOffset="-205394.73">13053 9370 7533,'-16'-26'1799,"4"6"-1619,-5 2 269,1 11-269,6-5-270,-7 11 180,-1-5-450,-15 18 450,11 2-225,-2 8 1,-1 5 313,-4 9-984,14-6 0,0 5 0,2-3 895,-2-9 0,2 2 149,5 21 1,3 9 0,0-8-195,1-19 0,1 0-105,5 17 0,4 8 0,1-9-646,5 3 211,4-6 1,1-3 314,3-3-765,11-7 1,3-2 944,-7-7 0,2-4 0,-1-7 0,-10-15 0</inkml:trace>
  <inkml:trace contextRef="#ctx0" brushRef="#br0" timeOffset="-204946.73">13159 9512 7533,'-10'-14'1889,"2"2"-1440,8 18 451,8 18-451,3 5 1,3 5-360,-2 1 0,0 2 0,2 2-470,0-4 0,1 1 1,1 1-1,-1 0-205,0 1 1,-1 1-1,-1-1 1,0-3 434,0-1 0,-1-3 0,0-1-615,10 12 1,-4-8 314,-14-18 503,19 14 1,-29-27 0,4 1 0</inkml:trace>
  <inkml:trace contextRef="#ctx0" brushRef="#br0" timeOffset="-204614.73">13141 10119 7533,'-27'-28'3058,"-7"-7"-899,22 1-1170,9 7 1,6-3-1,15-6 0,8 0-779,-3 8 0,5 0 0,1 0-806,5-2 1,2 0-1,2 0 236,-8 5 0,1 0 1,1-1-1,-2 0-135,0 0 0,0-1 1,-1 0-1,-2 2 405,-1 1 0,-2 2 0,0-2-390,3-4 1,-1-2-1,-6 6 335,-6 0-575,6-1 1,-1 1-1440,-15 2 2159,11 4 0,-26 32 0,-9 12 0,0 2 0,1 1 0</inkml:trace>
  <inkml:trace contextRef="#ctx0" brushRef="#br0" timeOffset="-204311.73">13776 10003 7533,'-10'-15'3276,"2"-2"-76,8 27-3740,8 16-809,-7 2 0,0 3 1349,3-7 0,0 2 0,0 15 0,0 1 0,1-12 0,0 1 0</inkml:trace>
  <inkml:trace contextRef="#ctx0" brushRef="#br0" timeOffset="-203413.73">14358 10029 7533,'-10'-21'449,"2"8"-89,8-4-180,0 9 2519,0-11-1980,0 12 271,16 2-721,4 33-584,-6-6 1,-1 3-226,-2 14 0,-4 1 405,-2-9 1,-2-1-901,-6 8 1,-2-4 674,-5-10-270,-2 1 1,-2-2 359,-5-7-270,-14 3 360,13-13-359,-13-6 359,21 0 180,-4 0 0,24 0 0,2 0 0</inkml:trace>
  <inkml:trace contextRef="#ctx0" brushRef="#br0" timeOffset="-202929.73">14905 9512 7533,'-20'-20'2158,"5"7"-628,22 25-1171,3-2 136,6 13 0,2 7-315,0 1 0,1 4-330,1 2 0,1 3 0,-1-1-128,-1 4 0,1 0-502,-2-2 1,2 3 0,-1-4-860,0-1 1,-1-2 1297,-3 1 1,-1-2 340,6-4 0,-8-4 0,-26-2 0,2 0 0</inkml:trace>
  <inkml:trace contextRef="#ctx0" brushRef="#br0" timeOffset="-202612.73">14923 10157 7533,'-26'-30'3276,"14"-10"-1638,9 4 0,6-4-327,11-2 0,8-2-951,-1 9 0,4 0 0,-1 2-547,5-2 0,1 1 37,-3 5 0,2 0 1,-3 4 14,-2 6 0,-1 0 135,11-14 0,1-1-1529,-4 13 0,1 1-110,3-12 1,0 2 263,-6 14 0,-3 2 206,9-16 1169,-11 24 0,-46 35 0,1 6 0</inkml:trace>
  <inkml:trace contextRef="#ctx0" brushRef="#br0" timeOffset="-202059.73">15452 9976 7533,'-28'-18'3238,"11"4"-1529,9-5-1349,8 12 359,0 1-539,0 6 90,23 0-90,-9 0-405,13 2 0,3 2-1304,9 9 1214,-8-4 0,-1 2 46,-1 15 538,-5-6-179,-24-1 180,-24-12-90,18-1 720,-41-1-721,41-3 271,-33 9-360,35-10-180,-19 16-270,21 4 450,-6-6-539,16 26-1,2-30-45,6 16 0,1 4-44,4 13 584,-4-12 0,-8 0 0,-17-7 0,-8-4-3322,-15 5 3252,-14-14-1101,4-12 1126,21 0-899,-5-6-1260,15-2 1889,2 1 270,16 1 0,13-6 0,7-4 0,5-2 0,1 0 0</inkml:trace>
  <inkml:trace contextRef="#ctx0" brushRef="#br0" timeOffset="-201720.73">15981 9228 9691,'12'24'1259,"-1"0"1,3 20-751,3-12 1,4 5 0,-2 3-1330,-9-4 1,-3 4 0,-1 0 0,2-1 234,7 3 1,0-2-1,-2 4 427,-5 3 1,-4 4 0,-1 0 0,0-9 426,2-7 1,-2-2-810,-6 9 1,-3 3-1,-1-5 45,3-13 1,-4-1 321,-7 7 0,-6 4 0,1-6 0,0-6 0,-2-3 0,-12 11 0,0 1 0</inkml:trace>
  <inkml:trace contextRef="#ctx0" brushRef="#br0" timeOffset="-200612.73">11889 10893 7533,'0'-7'899,"0"1"91,0 0-91,23 5-629,-9-4 90,30 1 0,8 2-1113,-25 1 0,3 1 825,9-3 0,10-1 0,5 0 0,0 0 0,-7 1-645,1 2 1,-5 0-1,9 0 533,-16 0 0,6-1 0,4 0 0,2 0 0,1-1 0,0 1 0,-2 0 1,-2 0-1,-5 1-407,3 0 1,-4 1 0,-2 0-1,2 0 1,6-1 338,-4 1 0,4-1 0,4 1 0,2-1 0,1 1 0,0-1 0,-1 0 0,-2 1 1,-4-1-1,-5 0 63,14 0 0,-8 0 0,0-1 0,8 1-25,-12 0 0,4 0 0,3 1 0,3-1 0,1 0 0,-1 1 0,-1-1 0,-2 0 0,-4 0-123,3-1 0,-3-1 0,-1 1 0,-1 0 0,0-1 0,0 1 238,1 1 0,0-1 0,0 0 0,0 1 0,1 0 0,1 1 186,-2 1 0,3 1 1,0 1-1,1 0 0,-3 0 1,-4 0-1,-6 0-171,3 0 0,-6 0 0,4 2 137,6 1 1,7 2 0,1 0 0,-2 0 0,-9-2 27,-1 1 0,-2 0 75,5 1 0,4 1 0,-7-1-210,3 6 348,-8-4 0,-2-1-258,-1-2-180,5-1-269,-17-6-1,-10-6-606,-8 4 426,0-9 960,-8 10 1,-10-5-1,-9 6 1</inkml:trace>
  <inkml:trace contextRef="#ctx0" brushRef="#br0" timeOffset="-199792.73">13070 11539 7533,'-25'18'-180,"5"25"270,3-5 149,10-8 1,2 6 0,1-1-15,2 10 0,2 1-165,0-11 0,0 1 0,0-2-883,0 4 1,2-5 1092,6-3 723,-8-47-1083,0 5 90,-3-13 0,-2-3-90,-5 4 45,2-14 0,-1-2 78,-9 0-123,9 7 0,0-6 0,1 4 135,2 8 0,1-1-45,-2-9 0,0-5 0,5 0 150,7 4 0,5 1 0,-1 1-105,-5-8 0,5 0 225,10 6 0,5 0 0,-2 9-90,3 4 89,11 5 1,1 4-360,-6 9 225,2 13 0,1 5-45,5 6 0,-20 4 0,-3 1 613,8 0-613,-22 25 0,6-22-135,-10 5 0,-4 0 135,-4 0-405,-10-5 1,-1-2 224,5-1-315,-19-11 0,0-4 225,17-1-270,-17-4 1,-2-4-900,5-4 719,-11 5-180,25-5 630,18 6 226,10 0 0,19 5 0,7 2 0,2 0 0,0 0 0</inkml:trace>
  <inkml:trace contextRef="#ctx0" brushRef="#br0" timeOffset="-199460.73">13635 11215 7533,'-30'-14'1259,"-9"3"-719,28 11 89,-31 0-539,29 5 0,-27 14-90,29-3-45,-5 11 0,-2 5 45,4-4 0,1 0 45,-1 4 0,0 3-15,5 2 0,0 4 0,2 0-216,2-3 0,1 1 0,3 0 156,4 10 0,2 1 0,3-2-360,0-7 0,1-1 1,3-5-16,5-1 0,4-5-135,3-8 1,1-6-1,4-7 571,-3 0 1,-1-4 0,-4-16 0,3-2-1</inkml:trace>
  <inkml:trace contextRef="#ctx0" brushRef="#br0" timeOffset="-199144.73">13723 11358 7533,'-29'-7'1349,"5"7"-989,24 13-360,0 6 809,16 25-629,-4-15-150,2-1 0,4 5 0,-1-4-30,6 8-240,1-3 0,6 8 1,-4-6-1400,-8-12 1,0-1 919,11 12 1,1-1 362,-9-12 0,-1-1 356,9 17 0,-17-15 0,-16 0 0</inkml:trace>
  <inkml:trace contextRef="#ctx0" brushRef="#br0" timeOffset="-198860.73">13776 11938 7533,'-35'-25'2158,"7"4"-808,3-3 359,23-7-1349,4 8 314,18-8 1,9-3-495,6 1 0,2-1-583,-3 3 0,1-2 523,-3 1 0,2-1 0,-2 3-1759,1 1 1,-1 2 1514,-4-6 1,0 0-970,0 10 1,1 0 0,-5 2-1417,1-21 2059,-4 21 0,-1 3 450,-4-1 0,-22 14 0,4 5 0</inkml:trace>
  <inkml:trace contextRef="#ctx0" brushRef="#br0" timeOffset="-198226.73">14288 11694 7533,'-18'-13'2158,"8"5"-628,2 3-1440,8 5 629,24 0-449,-3 11-450,5-1 0,-1 0 0,-3 6-180,-2 1 1,-1 0 179,-7-7-270,5 20 270,-9-21 90,-8 8-90,0-10 450,-23 0 0,1-1 270,-13-6 449,2 0-629,21 0-450,-4 0 360,16 6-270,0 1-90,0 6 0,0 0-720,16 11 541,11 9 403,-16-10 1,0 0 135,12 12 90,-23-5-360,-23-12-180,17-3 90,-33-2-270,27-7-629,-21-6 629,21 0-1259,-12 0 989,22 0-899,-5 0 1080,7 0 449,0 0 0,31-6 0,8-2 0</inkml:trace>
  <inkml:trace contextRef="#ctx0" brushRef="#br0" timeOffset="-197912.73">14728 11215 7533,'6'9'3276,"14"20"-1638,-6-7 0,1 5-2731,0 5 1,-1 4 0,-1-3-3,-3-6 1,-1 2 1049,-3 7 0,-1 7 0,-2 1 0,1-6-360,1-1 0,-2 1 90,-4-1 0,0 7 1,-2 0-1,0-7 821,-1-3 0,-2-1-956,-4 0 0,-2 2 1,1-6 179,-3 7-180,-10-15 1,1-6 914,17-7-465,-41 9 0,2-15 0,9 4 0,-1-1 0</inkml:trace>
  <inkml:trace contextRef="#ctx0" brushRef="#br0" timeOffset="-194959.73">17551 9654 7533,'-18'-20'1799,"8"7"-1799,2 7 359,8 23 91,-7 28-360,5-10 0,1 11 0,1 5 0,1 0 0,-1-6-120,-1 5 0,1-3 0,1 3-113,-2-6 1,1 4-1,-1 1 1,2-5-1,2-7 188,3 2 0,3-14 107,1-17 478,0-14-810,-2-26 270,-16-10-1054,4 0 1,-2-2 738,-2 18 0,-2-1-15,1-7 0,0-5 0,2-1-60,2-1 0,2-1 1,-1 2 179,-1 5 0,-1 2 0,2-2 165,2-4 0,1-3 0,2 1 0,1 7-45,1 6 0,1 2 60,1-8 0,0-3 0,3 6-60,19-8-1164,-6 5 0,2 2 1254,6 9 26,0 1 1,-1 3-27,-5 9 114,13 0 0,1 3-114,-12 7 449,8 7 1,-1 3-90,-3 6-45,-7 7 0,-1 2-45,7 5-91,-17 3 1,-4 1-90,0 3 45,-5 5 0,-4 1-135,-5-3-508,-7-7 1,-4 7 0,1-7 417,-11 4-270,6-11 0,-4 3 1,2-6 1939,-14-2-2075,5-7 1,-2-4 134,2-5 0,1-3 135,4 2 0,1-2 691,-14-8-2265,31-1 437,18-6 1272,35 12 0,-1 1 0,4 1 0,-6 4 0,-1-1 0,0 0 0</inkml:trace>
  <inkml:trace contextRef="#ctx0" brushRef="#br0" timeOffset="-194526.73">18468 9421 7533,'-10'-41'1979,"-6"-6"-1889,14 25 1439,-13-21-1349,13 20-1,-14-2-358,6 20 358,-7 5-358,-1 11-1460,-2 9 1,-1 3 483,-10 16 1185,9-6 0,-2 7 0,3-5 310,5-8 1,1 2-94,-1 5 0,-2 8 1,1 0-1,3-5-112,1-1 0,2 1 67,1 4 1,-2 7-1,1 0 1,3-6-114,2 1 1,2-1-90,3-4 0,0 4 0,2 0 0,0-6 0,3-5 0,2-1-240,5 8 0,3 3 1,2-8-751,16-5 540,-7 0 1,1-2 269,1-14-1709,14 2 450,-3-7 1439,-9-2 0,-6-10 0,-23-2 0</inkml:trace>
  <inkml:trace contextRef="#ctx0" brushRef="#br0" timeOffset="-193746.73">18644 9537 7533,'-9'-6'2248,"-7"-5"-808,14 9-1081,-6-4 1,8 6 630,8 12-810,-6-4 89,11 15 1,5 1-90,4 2-1741,2 12 0,3 2 1381,-9-21 0,1 0 120,1 9 0,0 5 0,-1-4-594,-4-6 0,1 1 324,6 6 0,2 5 0,-5-4-929,-4 9 0,13-1 0,-1 0 539,-13-10 720,12 14 0,-34-16 0,-12-2 0</inkml:trace>
  <inkml:trace contextRef="#ctx0" brushRef="#br0" timeOffset="-193459.73">18644 10183 7533,'-37'-18'3276,"12"-8"-1335,32 4-1447,8-5 1,6-4-16,6 3 1,6 1 0,1-3-1300,-3-1 1,1-3 0,1 0 0,-2 1 538,-4 5 0,-1 1 0,0-1 0,1 1 258,7-6 1,3-1 0,-1 0-1,-6 3 95,-7 3 1,-5 1 0,2 0-1166,4-1 1,1 1 0,-3 2 32,-3-3 0,-5 5 1275,-6 12 1,-16 29 0,-2 9 0</inkml:trace>
  <inkml:trace contextRef="#ctx0" brushRef="#br0" timeOffset="-192893.73">19262 10003 11221,'45'0'1889,"-18"0"-1260,12 11-269,-33 3-810,18 7 270,-32 3-539,-18 2 1348,-3-5-359,3 0 0,1 0 450,4-4-1,-4 6 1,3 1-360,8-7-180,-12 13-180,18-22 0,8 9 89,8-14-448,18 14-451,-1-15 1,3-2-1,13 5 450,-11-7 0,-3-1 181,-8 1-3098,15-10 3174,-15 11 0,-9-5 0,-12 6 1</inkml:trace>
  <inkml:trace contextRef="#ctx0" brushRef="#br0" timeOffset="-192526.73">19703 10132 5824,'9'-15'989,"7"4"-809,-14 11 1169,6 6-1079,0 1 2339,2 11-91,-1 2-719,-1 12-1349,-8-11-270,0 4-180,0-12-540,-15 11 90,3-8-1189,-8 2 1,-1 0 598,-1-3 1040,-11 16 0,-1 6 0,16-13 0,-1 0 0</inkml:trace>
  <inkml:trace contextRef="#ctx0" brushRef="#br0" timeOffset="-191711.73">20144 9512 7533,'0'-14'1889,"-8"-3"-1350,6 9 721,-6 1-631,8 1 91,0 12-1,16 7-314,-3 7 0,1 3-225,23 9-952,-11 9 1,-1 1 726,-6-23 0,0 2-45,0 12 0,1 6 0,-1-3-160,5-4 0,-1 1-380,-2 3 1,-1 3-1,0-2-270,3 4 1,-1-1-91,0 2 1,-1-1 809,-6-17 1,-2-1 179,4 19 0,-17-28 0,-9 5 0</inkml:trace>
  <inkml:trace contextRef="#ctx0" brushRef="#br0" timeOffset="-191343.73">20020 10390 7533,'0'-8'0,"-8"-14"1349,6 11 1080,10-30-1710,4 18 120,7-1 1,7-6 0,1 1-391,1 1 1,0 1 0,1-1-778,-1-3 0,-1 0 0,4-2 620,4 1 0,3-2 1,1 0-1,-6 2-202,-6 3 0,-4 0 0,1 1-330,8-3 0,2 0 1,-3 1 149,1-8 0,-8 5 427,-12 10-1686,12-19 359,-22 26-408,13-14-761,-5 16 181,0 1 1438,6 7 713,-15 12 1,7 7 0,-8 6 0</inkml:trace>
  <inkml:trace contextRef="#ctx0" brushRef="#br0" timeOffset="-190692.73">20902 10093 7533,'-10'-20'3276,"2"1"-1155,8 6-1672,0 6 451,16 2-720,-4 5 90,29 5-180,-19-3-315,7 2 0,-2 3 225,-11 0-315,12 1 0,-1 3-45,-13 3-89,19 5 269,-23-6-180,-2 0 360,-16-1-180,-18 1 180,-11-6 180,0-1 90,-4-6-180,29-6 0,-12 5 90,15-5-90,-1 6-1,2 0-448,16 6 179,-6 1 90,29 18 90,-9 7 0,13 3 90,-20-3 0,-5 2 45,-4-9 0,-2 0 89,2 4 1,-4 1 225,-7 2 0,-6-3-360,-16-5-180,-2 6-45,0-27 0,1-6-135,4-4-45,-1-5 0,1-1 136,5-3-1351,-7-8-1258,16 11 1079,3 0 1709,7 6 0,39 7 0,10 8 0</inkml:trace>
  <inkml:trace contextRef="#ctx0" brushRef="#br0" timeOffset="-190293.73">21467 9241 7533,'27'0'3276,"6"23"-2216,-14 6 1,-2 5-1537,2-3 1,-1 4 789,-6-2 1,0 6 0,-2 2 0,-1 2-971,-3 1 1,-1 2-1,-2 2 1,0-1 0,0-2 563,0-2 1,-1-2-1,0 1 1,-2 2 1,0-1 0,-2 3 0,0 2 0,-1 0 0,-2-4 0,0-6-253,-6 3 1,-1-6-1,-1 1 13,1 8 0,0 1 1,-1-5 59,-4 1 0,-1-5-765,1-8 1,1-7 315,-4-7 719,-13-2 0,8-18 0,-1-5 0,-7 0 0,1 0 0</inkml:trace>
  <inkml:trace contextRef="#ctx0" brushRef="#br0" timeOffset="-189394.73">17410 10906 7533,'-38'-7'0,"5"1"1529,23 0-1259,2 5 0,8-5-1,8 6 631,33 0-450,-7-6-492,-4 3 0,8-2 0,5 0 0,-1 0 267,4-3 0,2 0 0,0-1 0,2 1-732,-10 2 1,0 0 0,0 0 0,3 1 0,3-1 528,-2 1 1,3-1-1,4 0 1,1 0-1,-1 1 1,-1 0-1,-3 0 1,-5 1-341,8 1 1,-6 0-1,0 1 1,7 1 267,-11-1 0,6 0 0,3 0 0,3 1 0,0-1 0,-1 1 0,-2 0 0,-3 0 0,-6 1-108,9 1 1,-7-1 0,-1 2-1,7 2 113,-5 1 0,4 1 0,3 2 0,3 0 0,0 0 0,-2 1 1,-1-1-1,-5-1-270,7 2 1,-3-2-1,-2 1 1,0 0-1,1 2 435,-5-1 0,1 2 0,-1 0 0,1 0 0,-1 0 0,1-1 119,-1-2 1,2 0 0,0-1 0,-1 0 0,-4-1 0,-4-1-6,1 1 0,-5-1 1,5 0-2,1 0 1,5 2 0,2-1 0,-3 1 0,-5-2-99,10 3 0,-2-2 135,-3-1 0,4 0 0,0 0 0,-7-1-181,-5 0 1,-1-1 60,13-3 0,7-2 0,-7-2-60,-18 1 0,-2-2-60,7-3 0,3-1 0,-5 2 60,16-2-450,-20 1 0,-3-1 360,-4 2 439,-4 0-529,-16 1-359,-16 6-91,4 0 135,-11 7 0,-3 3-404,3 0-226,-2 4 1,1 2 314,4-2-2557,-5 11 3264,15-16 0,2 8 1,8-10-1</inkml:trace>
  <inkml:trace contextRef="#ctx0" brushRef="#br0" timeOffset="-187879.73">18203 11371 7353,'-9'-7'1529,"1"7"-720,0 30-629,6-6 45,-2 14 0,0 1-45,4 1-1273,0-4 1,0 5 0,0-4 990,0-12 0,0 0 222,2 13 0,1 6 0,0-7 1132,-1 11-1567,1-2 0,2-2 46,3-13-451,-7 5 483,7-36-33,-8-7-1079,0-12-360,0-6 1709,0 9 0,-8-25 0,-1 13 0</inkml:trace>
  <inkml:trace contextRef="#ctx0" brushRef="#br0" timeOffset="-187495.73">18186 11280 7533,'8'-46'3276,"25"14"-1811,-3 25 0,3 6-1375,-8 1 0,1 3-45,19 10 0,-2 4 135,-10 5 135,4-2 0,1 3-1079,-18 0 1,-1 0 718,0-6 0,-3 1-855,-8 12 1,-8-1 719,-18-5 79,-1 1 0,-5-1-304,-13-8 1,-4-5-1021,-1 3 0,-1-1 1470,-1-6 0,0-1-90,8 2 0,4 1-224,-13 5 359,17 0-974,20 9-1094,34-14 1618,-5 10 360,2-12 0,3-1 0,0-2 0,1-1 0,9 0 0,1 0 0</inkml:trace>
  <inkml:trace contextRef="#ctx0" brushRef="#br0" timeOffset="-187146.73">18909 11268 7533,'-18'-35'2158,"8"-1"-1618,3 22 360,-9-5-990,4 12 90,-13 7-90,-1 36 180,-1-10-923,4 17 0,3 3 743,-2-5 330,6-4 0,-2 7 0,5-6-195,9-13 0,2 0 194,-5 18 1,-3 7 0,4-7-240,5-14 0,2-1 60,0 13 0,2 5 0,1-6-285,-1-13 1,3-1 44,8 20 0,6-2-1035,5-18 1,3-3 809,-9 2 1,3-4 404,10-4 0,0-9 0,-2-20 0,13-9 0</inkml:trace>
  <inkml:trace contextRef="#ctx0" brushRef="#br0" timeOffset="-186811.73">19138 11409 7533,'-19'0'3058,"3"6"-1439,24 29-1214,0-10 0,1 0-585,1 1 0,0 2-1455,6 17 1,1-1 1454,11-3-150,-16-10 0,-1 5 1,1-1-796,10 9 1,-1-1 944,-10-8 0,0 1-540,6 8 1,-3-5 855,-12-10 1,6-9 0,-8-16 0</inkml:trace>
  <inkml:trace contextRef="#ctx0" brushRef="#br0" timeOffset="-186510.73">19050 12080 7441,'-27'-18'1638,"8"-3"0,4-1-4494,11-10 2856,-2-17 1169,21 27 1,4 1 1806,2-15-2167,1 9 1,7-4 0,1-1-496,-3 2 1,3-1 0,0-1 0,-2 2-482,3-3 1,-1 2 0,3-3-86,-3 7 0,3-4 0,0 1 1,-2 1-1,-5 4-243,2-5 1,-3 3 269,11-2 0,-3-1-1252,-18 6 1,-5 1 1476,-2 2 0,-16 6 0,-2 11 0</inkml:trace>
  <inkml:trace contextRef="#ctx0" brushRef="#br0" timeOffset="-185610.73">19685 11900 8072,'-10'-14'2429,"-5"-4"-1709,13 11 809,-6 0-630,23 1-719,-3 6 180,29 11-495,-14-4 0,-1 1 135,15 12-135,-11-8 0,-3 1 45,-7 1-539,5 4 809,-15-11-270,-2-1-360,-47-6 450,21 0 180,-14 0 0,-1 0 0,12 0 179,-12 0-179,15 0-270,-8 0-180,15 12 180,19 13 1,13 16 89,0-24 0,1 0 0,1 14 0,-3 3-315,-4-6 0,-2 0 225,0-3 0,-3 0-1405,-3 21 1585,-8-39 0,-8 0-270,-9-1 360,-3-6-540,-29-6-269,18-1-720,-13-6 1349,19 0 0,47 6 0,9 1 0</inkml:trace>
  <inkml:trace contextRef="#ctx0" brushRef="#br0" timeOffset="-185261.73">20391 11139 7533,'-10'-15'3276,"18"21"-2325,-4 10 68,9 8 1,8 10 0,-1 2-976,-4 0 1,-2 2 0,0 2 0,-1 3-701,-2-2 1,0 4-1,-1 0 1,-1 0 0,1-1 70,1-4 1,0-2-1,0 1 1,-2 0-1,-4 0 351,-4 6 0,-5 2 0,-2 0 1,-1-3-1,0-4-365,-2-1 0,-1-3 0,-1-1 539,0 5 0,-1 0 0,-2-5 419,-1-5 0,-3-7 270,-23-5-629,14-10 0,-1-2 0,-12 4 0,-1-1 0,8-2 0,2-1 0,1 1 0,1-1 0</inkml:trace>
  <inkml:trace contextRef="#ctx0" brushRef="#br1" timeOffset="-167195.73">25224 9693 8792,'0'-15'2878,"0"-2"-2518,0 16 270,0-5-450,0 6 989,0 0-719,15 11-270,-11-2-855,18 8 0,3 2 585,-1 4 90,12 4 0,2 0-1169,3-2 584,-3 2 1,-1-1 44,-6-9-135,-2 4 1,-1 0 224,-6-11-1079,3 18 1529,-17-19 0,-24 21 0,-3-2 0</inkml:trace>
  <inkml:trace contextRef="#ctx0" brushRef="#br1" timeOffset="-166845.73">25224 10170 7353,'-20'-13'1709,"-4"6"-1080,23-4 361,1-2-271,9-2-89,7-5 0,2-1-270,11 2 134,4-15 1,1-2-1229,7 9 914,-12 1 0,3-4 0,-3 3-180,-7 7 0,-1 1-30,8-6 0,3-4 0,-3 4 30,-4 3 0,-1 1-1215,7-6 1,-1 4 584,5 3 711,-17 9 0,-34 28 0,-13 4 0</inkml:trace>
  <inkml:trace contextRef="#ctx0" brushRef="#br1" timeOffset="-165994.73">26176 9525 7533,'0'-13'1079,"0"-5"810,-8 3-1079,6 8-1,-6 43-854,11-6 0,2 7-158,-4 0 1,0 5 0,-2 2 0,2-5-143,2-4 0,0-3 0,-1 3 52,-1 8 1,-1 7 0,-1-3 0,1-9 157,0-12 0,0-2-135,0 10 0,0 4 0,0-9 270,0-9-270,0 20-179,0-39-900,0-12 1349,0-16 0,0 0 0,0-4 0,0-2 0,0 0 0</inkml:trace>
  <inkml:trace contextRef="#ctx0" brushRef="#br1" timeOffset="-165627.73">26194 9486 7533,'0'-40'539,"-1"13"1,2-1 449,6 2 1,1 0-540,-4-18 134,11 18 1,2 5-225,-6 12-270,23-2 90,-7 22 89,-1 4 1,-1 2-90,7 13 0,-3 2 0,-2 2 0,-5 3-1819,0 2 1,-3 1 713,-7 5 745,1-3 0,-3 0-270,-8-3 108,-7-2 1,-5-2 71,-12-5-45,-2-7 0,-3-3 45,-10-5-55,11-8 0,1-3 55,-4-4-617,-13-6 707,23 5 652,-7-11-652,9 11 115,7-11-115,2 11 386,16-5 1,17 17-1,13 4 1</inkml:trace>
  <inkml:trace contextRef="#ctx0" brushRef="#br1" timeOffset="-165244.73">26952 9499 7533,'0'-34'1619,"0"-8"-1259,0 32 539,-8-13-539,6 22-90,-21 1-270,-5 18 0,-1 4-90,6-2 0,-3 5 0,3 1 135,0 9 0,2 1-394,-9 0 1,0 2 587,11-4 1,3 2 0,2-5-150,-8 10 120,9-4 0,0 6 0,6-3-300,8-6 0,4-1-180,-6 9 0,6-1 45,13-5 0,5-6-854,6-6-91,-4 1 1,1-2 450,11-8 719,-15 0 0,-1 0 0,7 0 0,-3 3 0</inkml:trace>
  <inkml:trace contextRef="#ctx0" brushRef="#br1" timeOffset="-164814.73">27093 9667 7623,'-9'0'899,"-7"0"-449,14 0 719,-14 6-809,14 1 809,2 23-1034,14-5 0,6 2-585,6 9 1,2 1 240,-4-6 0,1 0 29,1-7 0,2 0 0,-1-1-1079,2 2 0,-1-3 809,0-1 0,0 0-180,7 2 1,-5-4 629,-16-11 0,9 9 0,-30-9 0,-3 5 0</inkml:trace>
  <inkml:trace contextRef="#ctx0" brushRef="#br1" timeOffset="-164547.73">27093 10235 7533,'-37'-14'3276,"12"-15"-1875,17 19-367,14-16 1,11-7-286,2 6 1,5-1 0,2-2-1079,-1-2 1,2-2 0,2-2 0,0 1 305,2-1 1,1 0-1,1 1 1,-2 1 82,3-2 0,-1 1 0,-2 2-1050,-5 4 1,-2 2 0,1 5-650,2 6 1,-2 4 1040,15-14 1,-7 14-1,-25 12 1</inkml:trace>
  <inkml:trace contextRef="#ctx0" brushRef="#br1" timeOffset="-163694.73">27693 10041 7263,'-10'-20'1889,"2"2"180,8-7-1,0 4-1708,8 1 90,2 2 90,16 17-360,-7-5 89,22 12-1348,-11 13 90,5 8 359,-23 3 0,-6 1 450,-6 3-270,-7-3 1,-4-4 89,-9-11-449,-13 14 988,13-22 91,-13 10-90,14-17 540,-7 5-450,16-6 269,2 0-269,8 0 180,0 0-360,16 0 0,-12 0-360,35 6 270,-33 1-630,33 12 630,-27-5-270,6 10-89,-10 8-181,-32 2 225,7-13 0,-3-3 90,-7-3 1,-1-4 314,-17 2-1080,12-8-1169,15-5 2159,16 0 0,27-11 0,22-3 0</inkml:trace>
  <inkml:trace contextRef="#ctx0" brushRef="#br1" timeOffset="-163325.73">28205 9409 7533,'0'-15'1529,"0"4"1349,15 28-2248,-3-7-91,12 17 1,1 5-180,-1 1-1278,-6-2 1,3 6 0,-4-3 917,-5-5 0,-2 2 60,2 11 0,0 6 0,-3-5-60,-2-6 0,-4 1-360,-3 7 0,-4 6 1,-8-2-343,-4-14 0,-5 0 0,-3-1 0,1 0 207,2 1 0,-1 0 1,0-1-1,-3-1 495,-6 1 0,-3-1 0,0-2 0,4-3 0,-8 9 0,3-5 0,6-10 0,-1 1 0</inkml:trace>
  <inkml:trace contextRef="#ctx0" brushRef="#br1" timeOffset="-158946.73">24994 11487 7533,'-17'-7'1709,"-9"-5"-540,14 5-809,-3 0 180,15 1-540,8 6 449,17-6-359,4 5 135,1-2 0,-1 0-45,3 3-90,8 3 0,0 0 0,-5-2-1172,0 1 1,7 0 0,-5 0 1126,-10 1 0,1 0-135,8-3 0,5 0 0,-3 1 13,5 4 0,-3 2-868,-2-1 1,-2 0 404,-8-2 0,-5 1-1708,-7 6 1618,-16-5 630,-8-5 0,-33-12 0,12 1 0,1-1 0</inkml:trace>
  <inkml:trace contextRef="#ctx0" brushRef="#br1" timeOffset="-158495.73">25329 11177 7533,'-35'-14'2698,"16"2"-2068,3 12-450,16 0 0,0 0-270,8 6 0,9 7 0,3-5-270,13 15 270,-13-20-360,5 8 360,-7-5-269,0-4 359,-1 4-270,-7-18 90,-2 3 0,-24-9 270,4 5-180,-21-5-225,8 13 0,-1 1-45,-7-7 360,-8 22 0,41 20 0,10 17 0</inkml:trace>
  <inkml:trace contextRef="#ctx0" brushRef="#br1" timeOffset="-157995.73">25259 11912 7533,'-20'0'989,"-3"0"-539,21 0 90,-14 0 809,6 0-989,1 0-270,1 0-270,31 0 180,-17 0-270,33 0 270,-35 0-630,20-5 450,-22 4 90,13-5 0,-13 0 0,6-1 90,-8 0-90,-8-5 270,6 11 360,-13-5-270,-3 6-270,6 6 90,-3 7 0,15 1-540,0 16-899,23-14 1349,-1 2 0,2-25 0,3-8 0,-5-3 0,1 0 0</inkml:trace>
  <inkml:trace contextRef="#ctx0" brushRef="#br1" timeOffset="-155379.73">26599 11229 7533,'-17'-39'90,"7"0"0,2 18 809,8-3-449,0 23 449,0-5-539,0 6 270,0 35-585,1 4 0,-2 5-45,-2-7 0,-2 2-820,1-3 1,0 4 0,-1-1 0,1-5 671,-2-2 1,0-1-123,-2 15 0,-1 6 0,2-6 177,6-17 1,0-1-148,-1 8 0,-1 3 1,1-6 59,2-2-540,0 16 630,0-38-719,0 2 629,0-11-720,7 0 540,-5 0 1179,14-5 0,-6-8 0,8-7 0</inkml:trace>
  <inkml:trace contextRef="#ctx0" brushRef="#br1" timeOffset="-154976.73">26599 11215 7533,'-7'-44'809,"5"16"-179,-6-9-450,8 23 809,8 1 91,9 13-91,19 19-809,-7-3-90,-4 14 540,7 7-361,-17-6 1,-1 3-360,1 0 0,0 1 0,-2-6 0,-3 0-45,-8-1 1,-4-3-316,-6-2-540,-17 9 361,-12-19 359,-1-8-45,5-4 0,2-2-134,5-4 269,-23 3-990,39-9 1170,18 10 0,14 0 0,7 2 0,8 2 0,1 1 0</inkml:trace>
  <inkml:trace contextRef="#ctx0" brushRef="#br1" timeOffset="-154561.73">27393 11151 7533,'-25'-33'1709,"13"7"-900,-19 8-899,19 11 900,-14-5-630,17 11-720,-7-5 450,6 12-360,0 1 181,-13 11 179,19 3-90,-15 2 0,-1 2 180,6 7-90,-6 9 0,-1 1-4,1-8 154,9-3 0,-1 7 0,2-6 30,-2 9-90,5-7 0,0 7 0,5-2-180,12 9 0,4-2 45,-8-4 0,2 1-708,6-6 1,4 2 0,-1-9 572,4-3 135,-5 0 0,2 0-1319,7-8 1454,-5 2 0,13-20 0,-6-10 0</inkml:trace>
  <inkml:trace contextRef="#ctx0" brushRef="#br1" timeOffset="-154111.73">27640 11255 7533,'-10'-21'0,"3"3"1349,-1 4-989,6 2 719,-6 5-899,8 1-180,8 23 180,-6-7 0,8 15 0,3 3-360,-1-2 135,3 16 0,3 5-315,0-12 0,0 0 1,-8 5 0,1 1-1,5-8 0,2 0 1,-5-3-91,-7 16-30,8-17 0,5 3 1,-5-3-61,-8 15 540,11-16 0,-3 0 0,-20 15 0,4-3 0</inkml:trace>
  <inkml:trace contextRef="#ctx0" brushRef="#br1" timeOffset="-153810.73">27623 11874 7533,'-32'-36'3276,"16"6"-2891,-2 11 1,3-1 1144,23-21-1171,-4 18 1,22-7 0,3 0-776,-12-2 535,9 9 1,8-2 0,-5 1-30,-12 6 0,1-1-180,12-5 0,6-2 0,-4 3-405,-11 4 1,1 1 194,9-7 0,5-3 1,-5 4-99,-9 7 1,-1 0-443,6-7 1,2-4-1,-3 3 35,-5 6 0,-2 0 310,-1-6 1,-1 0 494,6-1 0,-21 36 0,6 13 0</inkml:trace>
  <inkml:trace contextRef="#ctx0" brushRef="#br1" timeOffset="-153360.73">28205 11732 7533,'-18'-32'1799,"8"11"-540,10-15-539,18 9-900,1-1 360,23 4-360,-21 17 270,20 1 0,-5 12-1,-15 1 1,3 17-90,-24-8 0,0 20 90,0-14-90,-8 9-90,-2-5 180,-16 6 270,-1 1 0,7-6 90,-11-3-360,27-11 0,-19 0-540,21 0 360,-6 0-810,24 0 451,-5-6-361,23 4 810,-15-9 0,22 9 0,-15-15 0,1-2 0,10 2 0,-1-1 0</inkml:trace>
  <inkml:trace contextRef="#ctx0" brushRef="#br1" timeOffset="-153096.73">28822 11758 7533,'-8'-7'2878,"6"1"-809,-6 6-1709,8 6-1170,0 7-269,8-5 179,-6 21-89,6-19-1080,-24 31 900,5-12 1169,-15 4 0,-7-3 0,-5-10 0</inkml:trace>
  <inkml:trace contextRef="#ctx0" brushRef="#br1" timeOffset="-152510.73">29333 11306 7533,'-27'-19'2158,"2"11"-898,15-3-1,2 11-1079,24 11 0,3 15-90,9-4-225,-8 11 0,1 5 0,-2-9 0,-1-1 11,-3 5 1,-1 2-552,7 8 0,-2-3-404,-8-7 359,6 6 1,0-1-181,-6-6 900,-1-3 0,-4-4 0,-6-15 0,0 0 0</inkml:trace>
  <inkml:trace contextRef="#ctx0" brushRef="#br1" timeOffset="-152193.73">29263 11887 0,'-18'-13'1050,"1"-6"2226,7 11-1682,-6-21-1324,14 19 539,11-16 1,6-1-630,8 7 7,3-2 1,6-6-1,0 2-157,-1 3 0,0 1 0,0 0 30,-1-2 0,1-1 0,2-3-132,-3 2 0,4-3 0,1-1 0,-1 0 0,-5 2-468,2-5 1,-4 2-1,1-1 315,0 4 0,3 0 0,-2 1 1,-5-1-316,5-16 0,-9 5 0,-10 15 582,-2-18-222,-8 34 2204,-16-4-2024,-3 24 0,-1 8 0,4 13 0</inkml:trace>
  <inkml:trace contextRef="#ctx0" brushRef="#br1" timeOffset="-151644.73">29827 11564 7533,'-37'-14'3276,"12"3"-1875,25 5-1311,9 4 809,40-4-1619,-20 8 1,-1 2 359,0-1 1,1 1-91,9 5 0,-3 1 90,-12 5 90,3-4 1,-3 2-1,-11 1 360,4 10 90,-16-9 719,-24 10-449,10-17 809,-16 2 1,-4-3-91,-7-5-855,10 0 1,1 1-404,-6-3 89,19 6 89,9 1-2067,24 17 808,11 3 855,-5-2 1,1 1 359,-3-6 0,-3 1 494,-4 8 1,-8-2 539,-23 2-899,-3 1-135,-7-24 0,-1-4 45,6 3-719,-26-5 539,29 0-2069,-6-5 2159,32 3 0,37-4 0,-5 6 0,-1 0 0</inkml:trace>
  <inkml:trace contextRef="#ctx0" brushRef="#br1" timeOffset="-151327.73">30427 10983 10951,'20'26'1394,"-1"3"0,1 2-1727,-9-9 0,-1 2 400,3 10 1,1 7-1,-1 3 1,-2-2-1161,-1 7 1,-4 0 0,0 1 1025,0-12 1,0 1-1,-2 0 1,-4 1 192,-5-1 0,-4 3 0,-1-1 0,-3-2 0,1-5-1765,-12 11 1,-3-4 1213,5-3 0,-2 2 0,-1-5-724,-9-1 0,1-7 1149,2-6 0,10-4 0,1 2 0,2 8 0</inkml:trace>
  <inkml:trace contextRef="#ctx0" brushRef="#br1" timeOffset="-136179.73">3281 12919 6273,'0'-7'720,"0"-4"-360,0 3 90,0 1 629,0-10-809,0 14 539,0-20-539,0 21 270,0-21-360,0 20 0,0-15-180,0 11 0,0 0 0,0-4-450,0 9 720,0 8-180,0 2 180,0 40-181,0-22-648,-2 4 1,-1 7 0,0-4 693,2-8 0,0 0-105,-6 18 0,-2 7 0,2-5 15,4-10 0,2-1-15,-4 7 0,-2 5 0,3-5-30,3-12 0,2 0 0,-1 15 0,0-3 0,0-11 90,0 12-90,0-28 0,0-1-450,0-8 450,0-5-1439,0 0 629,8 0 1946,-6 0-3205,21-5 1440,-19-2 629,12 0 0,-8-22 0,1 0 0</inkml:trace>
  <inkml:trace contextRef="#ctx0" brushRef="#br1" timeOffset="-135761.73">3334 12803 7533,'-8'-26'1169,"6"-5"-449,-6 9 629,16-14-450,10 21-719,9-4 180,-1 19 0,-1 5-180,-1 4 134,12 7 1,-2 4-135,-16 3-45,14 4 0,0 1-521,-10 2 251,-4-3 0,-3 0-225,-5 8 225,-5-4 0,-2 0-45,-3 0 90,-10-1 0,-4-1-179,-7-6-1,-7-4 0,-3-1 0,-8-4 135,9-4 0,1-2 45,-8-7-66,10 2 1,3 0-744,2-3 539,-1 0-1169,31 0 1529,17 5 0,0-1 0,3 0 0,8 2 0,1 0 0</inkml:trace>
  <inkml:trace contextRef="#ctx0" brushRef="#br1" timeOffset="-135379.73">4145 12803 7533,'0'-27'899,"0"2"-359,0 7 539,0-2-629,0 0 270,0 1-451,0 6 271,-8 6-360,-1-5 0,-17 22-225,2 6 0,-3 6-225,1 5 0,-1 7 0,0 1-823,-2 3 1,1 1 0,0 0 1113,1-2 1,0-1 0,3 3 113,8-3 0,3 3 0,1 0 0,2-4-1226,-2 14 0,4-2 1031,3-8 0,2 1 0,4-2-1252,9 11 0,5-8 772,7-9-620,9-4 1,2-4 349,-7-14 1049,2 3 1,1-3-1,-2-14 1,8 2-1</inkml:trace>
  <inkml:trace contextRef="#ctx0" brushRef="#br1" timeOffset="-134743.73">4304 12958 7803,'-10'-20'989,"2"7"-359,8 7-450,8 6 1169,10 23-1349,1-11 314,2 15 1,-1 5-405,2-1 90,-5-6 0,-1 0-270,-2 0 1,-2-1-1,7 12-45,-1 5 0,-2 3 135,-4 3-480,-1-13 1,3 5-1,0-5-284,-3-6 0,-1-3 944,6 9 0,-4-4 0,-12-12 0,-20-19 0</inkml:trace>
  <inkml:trace contextRef="#ctx0" brushRef="#br1" timeOffset="-134475.73">4286 13539 7533,'-19'-25'2968,"3"10"-2339,21-11 1,6-2 180,0-3-391,6 4 1,6-4 0,2-1-1040,3-2 1,3-1 0,0-1 686,-4 5 1,2-2-1,-1 1 1,0 1-518,5-4 0,0 2 0,-1 0 180,-3 2 0,-1 0 1,-3 4-1270,-4 8 0,-3 2 909,4-3 1,0 1 803,3 1 0,-31 35 0,-6 12 0</inkml:trace>
  <inkml:trace contextRef="#ctx0" brushRef="#br1" timeOffset="-134260.73">4957 13449 7533,'-18'18'3276,"8"-3"-3944,2 20 488,8-17-944,-3 7 0,-2 3 1124,3 2 0,18 8 0,14-14 0</inkml:trace>
  <inkml:trace contextRef="#ctx0" brushRef="#br1" timeOffset="-133961.73">5556 13384 7533,'-17'0'3276,"-9"0"-2505,14 5-1490,-11 14 629,13 3-495,-2 4 1,-1 2 404,-7 10-231,11-14 0,0 2 0,-6 17 0,5-3 0</inkml:trace>
  <inkml:trace contextRef="#ctx0" brushRef="#br1" timeOffset="-133427.73">5874 13100 7533,'-20'-7'3276,"-3"7"-2685,21 13-321,10 18-90,3-2 90,9 4 0,1 0-810,1 0 210,0-3 0,4 7 1,-1-3-1310,-4-4 1,1 0 541,8 8 0,0 1 197,-7-1 1,-4-4 1060,0-8 1,-9 10 0,-12-30 0</inkml:trace>
  <inkml:trace contextRef="#ctx0" brushRef="#br1" timeOffset="-133160.73">5856 13513 7533,'-27'-27'3238,"1"-15"-1619,40 2-1259,-16-1-1219,31 1 0,5 2 1218,-17 4-149,7 2 0,6-5 0,-3 5-30,6-3-270,-5 4 0,5-4 0,-4 6 225,-8 12 0,1 1-1185,9-7 1,5-3 0,-5 3-3,-9 7 0,-1 2 332,10-2 1,-3 0-840,-10-1 1559,-3 16 0,-20 7 0,3 8 0</inkml:trace>
  <inkml:trace contextRef="#ctx0" brushRef="#br1" timeOffset="-132726.73">6368 13410 7533,'0'-20'1079,"0"1"0,0 6-539,0 6 1439,39-16-1799,-29 13-180,20-3 0,2 1-360,-18 5 90,27 7-539,-21 13 449,-3 8-719,-32 22 1034,-3-17 0,-1 0 90,4-1 0,-2-1 132,-13 5 1,5-3 92,19-4 584,-16 1 1,-3 1-46,12 0-539,-13 13-540,18-18 540,16-12-1619,10 4 724,1-9-1014,13 1 1,1 0 1569,2-3 1,12-7-1,4-3 1,-13-1-1,-1 0 1</inkml:trace>
  <inkml:trace contextRef="#ctx0" brushRef="#br1" timeOffset="-132543.73">6932 13462 7533,'-8'-7'1439,"6"-5"900,-13 11-810,-3 1-1170,-2 7-3597,-13 29 3238,13-6 0,0 9 0,-1 6 0,3-4 0,-1-1 0</inkml:trace>
  <inkml:trace contextRef="#ctx0" brushRef="#br1" timeOffset="-132010.73">7250 12868 10681,'23'43'2159,"-9"-13"-2069,1-7 0,3 3-45,6 6 0,1 3-1684,3 6 1,1 0 760,-1 0 1,1 0-23,-5-8 1,2 1 0,-4-5 1855,10 3-956,2 7 0,-2-7 0,-16-25 0,6 15 0</inkml:trace>
  <inkml:trace contextRef="#ctx0" brushRef="#br1" timeOffset="-131711.73">7250 13449 7533,'-22'-16'1529,"0"0"0,1-11-899,-3 1 359,32-4-269,2 14-361,8-9 721,15-4-630,-11 0 29,4 2 1,9-5 0,0 1-1573,-4 1 1,1-1 0,1 1 597,3-1 0,1 0 1,1-1 584,-3 2 0,2 0 0,-1 0 0,-5 6 639,1 3 1,-1 0-1823,7-6 1,3-4 0,-4 6-547,-11 12 1,-1 2 1621,2-6 0,-3 4-2411,-9 13 2428,-15 7 0,-7 29 0,-3 5 0</inkml:trace>
  <inkml:trace contextRef="#ctx0" brushRef="#br1" timeOffset="-131193.73">7902 13280 7533,'0'-14'3276,"0"-8"-1515,16 13-1581,-4-4 90,21 7-180,-13 6-90,13 0-810,2 18 90,-13-9 630,1 16-719,-46-12 809,17-1-180,-33-4 90,27-2 900,-21-1-361,21-3 91,-12 9-540,15-9 360,-1 9-270,2-9 0,8 15 0,0-14-180,16 19 180,3-7-810,16 16 405,-20-9 0,-2 1 90,-2 0 1,-5 1-1,-12 3 0,-3-2 135,3 2-90,-19-13 0,-5-5-270,7-8 181,-21 5-1171,19-6 1440,15-11 0,34-15 0,-5 6 0,1 0 0</inkml:trace>
  <inkml:trace contextRef="#ctx0" brushRef="#br1" timeOffset="-130861.73">8467 12519 8612,'23'3'1638,"-5"11"0,1 5-1072,5 1 0,-1 4-775,-3 5 0,1 7 1,-2 3-1,-4 0 51,-5-2 1,-4 1 0,-1 1-1,-1 3 104,2 0 0,1 3 0,-1 1 0,-2 0 0,-3-1-104,-4 6 1,-3-1 0,-3-1 0,-1-3-936,-3 3 1,-2-3 0,-2-6 755,0-2 1,-3-8 111,0-10 0,-1-3-703,-6 2 928,6-5 0,-2-2 0,-22 3 0,19-10 0,-1 1 0</inkml:trace>
  <inkml:trace contextRef="#ctx0" brushRef="#br1" timeOffset="-129444.73">3087 14081 9152,'29'-7'1799,"18"1"-1260,-10 0-359,3 5-45,-5-4 0,2-1-225,0 2 0,-1 0-128,-3 1 1,2-1 97,3 0 0,4 0 0,-8 0-60,3 3 0,-2-1 0,7 0 0,-7 0 90,2 2-135,12 0 1,0 0 44,-8 0 90,5 0 0,-2 0 270,-8 0-270,10 5 0,4 2 449,-17 0 1,0 0-315,8 3 0,1 1 135,-8-5 0,0 0 0,-2 0-90,-7 1 0,1-1 60,10-3 0,5-1 0,-5 0-265,-8 1 0,-1-1 205,14 0 0,7-2 0,-5-2-45,-8 0 0,0-1-15,10 1 0,6-1 0,-6 1-408,-9-1 0,1-1 423,-1 1 0,5 0 0,0 0 0,-4 1 0,-1 1 0,2 0-68,5-1 1,9-1-1,1-1 1,-5 1 112,-3 1 0,-4 0 0,2-1-68,-6 1 1,1 1-1,0-1 1,0 0 44,2 1 1,2-1-1,-3 0 1,-5 2-113,-1-1 0,1 2 67,9 1 1,10 1-1,0 0 1,-8 0-1334,-7-2 0,-2 1 1311,12 1 0,6 2 0,-9-2-45,-16-3 0,-3 0-13,3 0 0,3 0 28,7 0 0,5 1 0,-4-2 30,-1-1 0,1-2-403,3 3 1,7 0 0,1-1 0,-7-1 402,-2-3 0,0-1 0,0 4 0,6 0 0,1 0 0,-8-1 0,1-2 0,1-1-171,-7 3 0,7 0 0,2 1 0,-2-1 1,-6 1 215,8-2 0,0 1 72,-6 0 1,5-1 0,0 0 0,-7 2-118,1 2 0,-1 1 150,4-2 0,3 0 0,-4 0-150,-8 2 0,1 0-21,13 2 1,6 0 0,-5 0 65,-11-2 0,0 1-105,10 3 0,6 0 0,-6-1 60,-10-2 0,-2 0 90,17 2 0,-4-1 1386,-16-2-1476,10 0 0,-1 0 0,-13 0-45,10 3 0,-1 0 45,-15-2 1057,13 11-2316,-17-5-810,-23 18 1260,10-15 869,-35 19-1409,19-21 1349,-5 10 0,-15 1 0,3 1 0</inkml:trace>
  <inkml:trace contextRef="#ctx0" brushRef="#br1" timeOffset="-128744.73">4763 14584 7533,'-18'-7'270,"8"2"1708,-6 45-1528,14-13-1543,-4 8 1,-4 9 0,3-4 80,5-9 1,0 2 1033,-2 6 1,0 8-1,-1 0 1,2-6-158,3-3 0,0-2 351,0 4 1,0 2-1,0-3-441,0-6 0,0-3 45,0 13 282,0-14 0,0-3-282,0-11-270,8 2-539,-6-40 3633,14 12-2644,-14-36 0,-5 6 0,-2-4 0,-2 6 0,1 0 0,-1 1 0</inkml:trace>
  <inkml:trace contextRef="#ctx0" brushRef="#br1" timeOffset="-128431.73">4692 14584 7533,'8'-31'2698,"9"4"-2069,6 14 1,5 5-225,4 11 0,1 6 0,12 6 0,-2 4-271,-13 1 1,-3 2-225,5 5 0,-7 0 270,-13 2-450,-3-5 1,-3 1-271,-13 3 225,-4-5 0,-4-3-450,-9-4 1,-5-4 314,-6-1 1,-2-2 179,0-2 0,1-3-225,4-3 1,3-2 314,2 1-990,11 0 721,24 0 449,10 0 0,9-2 0,4-1 0,7-1 0,-1 1 0</inkml:trace>
  <inkml:trace contextRef="#ctx0" brushRef="#br1" timeOffset="-128145.73">5468 14519 7533,'-10'-12'0,"-5"-1"2428,-3 0-1888,6 6 0,-27 7-360,25 7-1,-12 15 1,-5 10-90,12-7 0,1 4 0,1 2-1183,-1 11 1,2 4 0,1-2 827,-1-9 0,2-2 1,2 2 144,6 8 0,4 2 0,3-8 804,6 5-1089,3 5 1,6 0-631,8-17 1,5-4 1034,6 7 0,2-5 0,-1-17 0,1-8 0,-3-12 0,0 0 0</inkml:trace>
  <inkml:trace contextRef="#ctx0" brushRef="#br1" timeOffset="-127627.73">5733 14610 7533,'0'-26'2338,"0"12"-1978,0-3 540,0 21-361,0 26-359,7-4-861,2 7 0,0 0 681,3-3 45,0-6 0,-1 1-45,-1 8 45,-1-6 0,0 2-45,8 13-270,-6-11 0,1 4 1,-1-4 224,-1-7 0,1 1-705,5 6 0,3 4 1,-5-5-510,0 7 1331,6-4 0,-1-12 1,-15-22-1,12-3 1</inkml:trace>
  <inkml:trace contextRef="#ctx0" brushRef="#br1" timeOffset="-127360.73">5680 15101 7533,'-26'-32'3276,"22"-7"-1245,-9 5-3670,29 4 1,7 0 873,0-7 990,1 12 0,3-1-314,7-7 0,-1 0 179,-12 13 0,1 0 32,12-10 1,6-4 0,0 2-333,-9 6 0,0 1 1,1 1-884,4-1 1,1-1 0,0 3-418,8-6 0,-4 7 881,-6 11 629,-19 18 0,-27 14 0,-10 6 0,2 1 0,-1-1 0</inkml:trace>
  <inkml:trace contextRef="#ctx0" brushRef="#br1" timeOffset="-127177.73">6315 15023 8702,'-8'18'2249,"-2"8"-3598,0 2 584,2-1 0,1 0-44,5-1 809,-3 9 0,2 1 0,3-5 0,0-3 0,0 0 0</inkml:trace>
  <inkml:trace contextRef="#ctx0" brushRef="#br1" timeOffset="-126527.73">6738 15023 7533,'0'-22'2968,"0"5"-1529,16 23-1439,-12 1 360,19 18-180,-21-4-225,6 8 0,0 2-585,-7-3 1,0 0 449,3-1 0,0 1-90,-7 3 0,-2-3-270,-5-11-809,-16 13 810,7-23-451,-14-1 630,21-6-89,-20-6 269,29-1 180,-13-6 0,32-6 0,3-1 0</inkml:trace>
  <inkml:trace contextRef="#ctx0" brushRef="#br1" timeOffset="-126193.73">7126 14636 7533,'-10'-20'1709,"2"7"180,8 8-1709,0 5 359,0 5-89,8 2-180,2 29-180,16-12 0,-16 2 0,-1 3 134,3-7 1,2 1-1005,-1 9 1,2 5 0,-2 0-314,-3-4 1,0 0 0,1-1 379,4 2 0,0 0 1,-2-3 712,-2 5 0,-4-5 0,1 0 0,-8 2 0</inkml:trace>
  <inkml:trace contextRef="#ctx0" brushRef="#br1" timeOffset="-125893.73">7108 15229 7533,'-37'-20'3276,"12"2"-975,40-24-1357,12 6 0,7-5-854,-11 12 0,2-2 0,1-2 0,0 1-910,1-1 1,1-1 0,0 0 0,-1 2 74,3-4 1,-1 1-1,0 1 445,0-2 0,0 1 1,-5 4 405,-7 11 0,0 0-736,5-9 0,2-4 1,-6 6-181,-4-1-90,3-2 1,-3 2 539,-12 18 360,6-7 0,-23 31 0,-9 12 0,0-1 0,-1 0 0</inkml:trace>
  <inkml:trace contextRef="#ctx0" brushRef="#br1" timeOffset="-125393.73">7602 15035 7533,'0'-13'2248,"0"-4"-1978,8 15 180,18-9-180,-5 9 180,28-4-630,-27 6 180,19 0 0,-29 0-540,11 0 180,-21 6-179,-2 7 449,-2 1 719,-29 22-269,17-19 45,-10 7 0,-1 0-136,4-7 136,4 7 0,0-1-135,0-11 90,7 28-181,2-30-1078,24 8-180,-5-12-1,38-6-539,-18 0 0,1 0 1619,1-1 0,1-4 0,2-7 0,-4-6 0,-10-3 0,0 1 0</inkml:trace>
  <inkml:trace contextRef="#ctx0" brushRef="#br1" timeOffset="-125093.73">8132 14416 7533,'0'-27'2608,"0"9"-1528,23 35-631,-9 0-179,4 8 0,6 9 0,-2 2-270,-1 5 0,-2 2 0,-2 5-820,-3-3 1,-2 4 0,0 1 0,-1-2-1,1-7 1,0-1 0,-2 0 0,-5 1 615,-4 4 0,-6 2 0,-1-2 0,1-7 809,1-2 0,-4-3-1175,-7 5 0,-6 3 1,0-7 614,2-10 0,-3-4-705,-5 0 0,-3-1 1,3-2 299,-14 9 434,11-17 1,3 1 0,7 9-1,-5 1 1</inkml:trace>
  <inkml:trace contextRef="#ctx0" brushRef="#br1" timeOffset="-120279.73">10089 13810 8162,'-7'-15'3276,"5"-2"-2684,-6 16 577,8-4-809,0-1 810,0 4-991,8-3 451,25-1-450,-17 4-135,22-6 0,2-1-45,-13 6-510,3-4 0,6-2 1,-4 2 419,12 4-900,-2-3 1,-2 1-990,-9 5 1979,10 11 0,-49 18 0,-13 8 0,0 8 0,1 1 0</inkml:trace>
  <inkml:trace contextRef="#ctx0" brushRef="#br1" timeOffset="-120077.73">10125 14016 7533,'-30'-7'3276,"-9"-5"0,43 11-2003,-10-5-1003,47 6-270,-9 0-1639,11 0 1,4 0 461,-21 0 0,1 0 1177,21 0 0,4 0 0,-18 2 0,0 0 0,2 0 0,6 0 0,1 1 0,-1-1 0</inkml:trace>
  <inkml:trace contextRef="#ctx0" brushRef="#br1" timeOffset="-113763.73">12118 13268 7173,'0'-26'1259,"-8"0"-809,6 6 629,-6-4-809,8 10 540,0-5 179,8 18-719,-6 2 179,3 20 1,-2 11-330,-2 2 0,-1 4 0,-1-1-473,-3 8 1,0 2 172,4-6 0,0 6 0,0-2 0,-2-6 180,-6-7 0,0 0-300,6 10 0,2 5 1,0-4-151,0-6 0,0-3 315,0 0 0,2-2-44,14 3-541,-14-29 450,14-6-719,-14-12 539,6 4-899,-1-28 899,-5 13 450,6-7 0,0-6 0,-9-9 0,-4-6 0,5 7 0,-1 0 0,0-1 0</inkml:trace>
  <inkml:trace contextRef="#ctx0" brushRef="#br1" timeOffset="-113444.73">12083 13023 7533,'0'-32'0,"-4"6"0,0 2 1619,2-2 180,-6-20-1260,8 43-179,8-8 630,17 16-406,4 6 1,3 3-495,9 5 0,0 2-272,-7-1 1,-1 2 151,-5 1 0,0 2 0,-4-2 253,8 11-613,-18-5 0,-1 7 1,-5-1-196,-5 4 0,-6-1-338,-6-4 1,-4 0 0,0-3 742,-1 4 0,-4-5-45,-13-3 0,-2-7 315,1-10-270,3 2 0,0-1 180,-9-4-359,3 0 269,10-1-575,15-6 215,2 0-899,16 6 989,2-5 360,31 11 0,-15-11 0,3-1 0,11 3 0,0 0 0</inkml:trace>
  <inkml:trace contextRef="#ctx0" brushRef="#br1" timeOffset="-113109.73">12894 13139 7533,'-8'-35'2248,"-2"-1"-1798,1 28 180,-15-15-450,12 20 359,-13-8-359,7 11-360,-7 17 135,3 4 0,1 2 45,-3 16 0,4-9 0,-3 6 0,3-2 90,7 1 0,3 2-319,0-1 1,0 6 0,1 1 0,3-3 168,3-1 0,4-1 1,1-1 29,-1 5 0,2-1 0,4-3-375,13 5 0,1-7 315,1 0-810,5-11 1,3-2 899,-7-6 0,1-6 0,3-13 0,1-5 0,-3-5 0,1 0 0</inkml:trace>
  <inkml:trace contextRef="#ctx0" brushRef="#br1" timeOffset="-112812.73">13088 13139 7533,'-10'-7'2608,"-5"1"-2428,13 6 720,2 17-541,2-1-224,8 10 0,3 2 45,-1 10-495,8 3 0,1 2 315,-10-20 0,0 0-690,4 11 1,2 6 0,0-6 329,-2-9 0,-1-1-45,4 19 1,-1-2-1157,9-7 1561,-9-2 0,-7-14 0,-2-5 0</inkml:trace>
  <inkml:trace contextRef="#ctx0" brushRef="#br1" timeOffset="-112527.73">13000 13772 7533,'-16'-19'3276,"4"-13"-1638,19 0 0,8-5-974,4 1 0,6-3 1,3-2-1321,-4 9 1,3 0-1,1-1 1,1 0 0,-1 0 514,-1 0 1,1 0 0,0 1 0,0 0-1,-2 1 141,2-1 0,-1 1 0,-1 0 0,-1 2-390,4-7 1,-1 1-1,-3 4-1249,-4 5 1,-3 2 1406,1 0 1,-2 2-1,-2-1 1,-15 23-1</inkml:trace>
  <inkml:trace contextRef="#ctx0" brushRef="#br1" timeOffset="-111562.73">13705 13552 9242,'0'-14'1529,"0"2"-900,0 12-89,0 0 540,8 12-721,2-4-89,3 13 0,0 6-360,-7 2 0,-1 2-585,4 6 1,-2 0-1,-8 3 1,-6-4-586,-11 5-2017,-17-12 914,14-21 2003,-11-3 180,30-5-809,-5 0 809,7 0 180,7 0 0,18-2 0,7-1 0,6-1 0,1 1 0</inkml:trace>
  <inkml:trace contextRef="#ctx0" brushRef="#br1" timeOffset="-111291.73">14323 13036 7533,'-18'-13'0</inkml:trace>
  <inkml:trace contextRef="#ctx0" brushRef="#br1" timeOffset="-110712.73">13494 13655 8252,'-10'-14'1889,"2"-4"-899,8 17-810,0-5 449,0 12-179,0 24-900,0-5 0,0 3-494,0 11 0,0 1 89,4 3 0,0-1 855,-4-12 0,2-5 0,14-7 0,-7-34 0</inkml:trace>
  <inkml:trace contextRef="#ctx0" brushRef="#br1" timeOffset="-110142.73">14199 13113 7533,'-9'-13'359,"-7"6"1800,14-5-1709,-6 11 539,8 1-89,16 13-450,-5 7-91,12 8 1,3 4-450,-6 2 0,0 1-279,2 1 1,1 3 188,-4-3 0,1 2 0,-2-5 90,-7-9 0,1 1-540,9 14 1,3 6 0,-4-4-901,-8-10 1,-1 0 329,6 8 0,0-2 1200,-2-2 0,-21-28 0,4-1 0</inkml:trace>
  <inkml:trace contextRef="#ctx0" brushRef="#br1" timeOffset="-109860.73">14164 13733 7533,'-26'-10'1638,"-1"1"0,-2-6 0,21-10 0,8-3-725,12-5-2006,7 3 1,9-4 0,-3 2 762,-4 6 0,3-1 456,0 2 0,6-5 0,2-3 0,0 1 0,-3 3-458,6-6 1,-3 2 0,1-2 286,-4 4 0,0-2 0,0 0 1,0 1-631,-1 3 0,0 1 1,-1 1-1,-4 2-48,-1-7 0,-1 1-896,10-3 0,-3 3 1259,-11 0 360,-9 19 0,-24 41 0,-3 7 0</inkml:trace>
  <inkml:trace contextRef="#ctx0" brushRef="#br1" timeOffset="-109329.73">14781 13397 7533,'-7'-45'3276,"12"5"0,5 7-2992,10 15-284,5 12-180,-7 6-180,23 11-989,-2 15 809,-15-9 0,-3 0 271,5 22-91,-26-1 540,-18-11-90,-1-1 180,-15-8-181,15-11 991,-22 5-271,19-5-629,-11 6 270,15 6-810,8 7-179,10-5-91,18 21 360,-6-25-135,4 6 1,-1 1 44,-11-7 0,19 25 270,-21-32 360,-2 19 0,-17-27-90,-19 16-90,15-17-360,-26 11-1439,33-11 0,-19 5 1709,23-6 0,41-23 0,-6 9 0,-1 0 0</inkml:trace>
  <inkml:trace contextRef="#ctx0" brushRef="#br1" timeOffset="-109011.73">15222 12880 7533,'0'-31'3276,"16"21"-706,11 23-2120,11 11-270,-9 13 0,1 4-135,-11-19 0,1 2-1138,0 13 1,0 7 0,-1-5 50,-4-8 0,-1 1 974,-4 9 1,-1 9 0,-1 0-1,-2-7-472,1-7 1,-4 1 201,-3 2 1,-2 8 0,-3 0 0,-4-8-21,-11 1 0,-5-3 88,6-3 0,-3 1 1,-1-2 269,-6 1 0,-3-2 0,-1-3 0,-3-4 0,-3-3 0,0 0 0,5-3 0,0-1 0,0 1 0,1-1 0</inkml:trace>
  <inkml:trace contextRef="#ctx0" brushRef="#br1" timeOffset="-108361.73">11924 14416 7533,'-18'-28'2788,"32"-12"-6065,15 30 2625,-3 0 0,3 1 832,1 5 0,1 2-21,14 1 1,2 2 20,-10-1 0,5 0-227,-2-1 0,8 0 1,4 0-1,-1 0 1,-5-1 106,1 0 0,-3 0 0,8-1-27,-12 1 1,7-2 0,4 1 0,3-1-1,0 0 1,-2-1 0,-2 1 0,-6 0-175,-1 0 1,-5-1-1,-1 1 1,2-1 0,6 0 131,-4 1 0,5-1 0,5 0 0,2 0 0,1 0 0,0 0 0,-1 0 0,-2 0 0,-4 0 0,-6 1-9,7-1 0,-7 0 0,-3 1 0,3-1 0,5 1-32,-3 0 0,4 0 0,3-1 0,2 1 0,1 0 0,-1-1 0,-1 2 0,-4-1 0,-3 1 283,8-1 1,-4 1 0,-2 0 0,-1 1 0,1-1-198,2 0 0,-1 1 0,1-1 0,-1 0 0,0 1 90,1 0 0,2 0 0,-2 1 0,-3 0 0,-6 1 331,4 2 1,-2 2-391,-5 2 1,4 2-1,-1 0 1,-7 1 1501,13 9-1704,-5 8 1,-7 1-605,-22-10-1510,5 8 4758,-24-19-2509,-17-6 0,-20-12 0,13 5 0,1 0 0</inkml:trace>
  <inkml:trace contextRef="#ctx0" brushRef="#br1" timeOffset="-107696.73">12947 14674 7533,'-8'-34'2338,"-2"4"-1798,1 23 360,-7 24-811,14 1 91,-6 19-1819,7-5 1,2 1 934,-1 9 704,0-7 0,0 7 0,0 0 51,0-2 0,-1-1 0,2 1-441,3 5 0,2 2 1,0-2-31,-3-4 0,0-1 1,2-6-346,4-1 1,0-15 764,-1-43 0,-20-13 0,-7-8 0,6 4 0,-1 0 0,1 0 0</inkml:trace>
  <inkml:trace contextRef="#ctx0" brushRef="#br1" timeOffset="-107412.73">12841 14636 7533,'0'-46'0,"0"13"3238,8-3-2788,-6 26 719,29-7-450,-5 23 1,1 5-630,-2-4 0,1 2 120,5 7 0,2 4 0,-7-2-390,0 8 225,3 4 0,-3-1 45,-15-6 134,-1 7 1,-2 0-674,0 2-1,-8 7 0,-8-1-180,-10-20 1,-5-3-226,-7 11 1,-5-3 89,-9-14 1,-2-5 314,12 0 0,3-2-89,-10-2-181,33 0 720,40 0 0,0-3 0,6 0 0,-1 0 0,-1 1 0,1-1 0</inkml:trace>
  <inkml:trace contextRef="#ctx0" brushRef="#br1" timeOffset="-107158.73">13653 14636 7533,'-13'-23'1638,"0"0"0,-7-4-147,-21 4-1311,28 21 45,-21 4 0,-3 8-91,19 11 1,1 2-736,-17-5 0,-1 3 631,15 8 0,3 6 0,3-4-165,3-8 1,1 1-46,-2 10 0,0 6 0,4-5 135,6-6 0,2 1-135,-2 9 0,1 6 0,4-3-495,12-1 1,4-2 539,-6 7 0,5-1 135,13-7 0,5-11 0,11-20 0,-17-3 0,0 0 0</inkml:trace>
  <inkml:trace contextRef="#ctx0" brushRef="#br1" timeOffset="-106627.73">13829 14688 7533,'-10'-15'3148,"2"-2"-2788,8 16 629,8 1-719,2 7 629,23 23-719,-11-7-45,2 3 0,1 2 45,4 2-540,-3 3 1,-1 0 359,5 5-1639,-5 2 1,-1 4 218,-13-15 0,-1 0 1420,6 2 0,-6-4 0,-26-2 0,-14-27 0</inkml:trace>
  <inkml:trace contextRef="#ctx0" brushRef="#br1" timeOffset="-106312.73">13794 15217 7533,'-26'-19'1979,"14"11"899,-3-27-1349,38 1-1079,-9-8 29,6 16 1,8-1 0,-4 2-446,-7 6 0,2-2 370,8-4 1,6-5 0,3 0 0,-3 2-1343,-2 2 1,-2 3 0,1-1 967,8-4 0,1-1 0,0 1-480,-5 2 0,0-1 1,-2 3-1190,5-1 1,-2 1 178,-5 1 0,-3-1 20,-5 4 1,-3 4 719,-3 9 344,-14 7 0,-2 18 0,-10 9 0</inkml:trace>
  <inkml:trace contextRef="#ctx0" brushRef="#br1" timeOffset="-105679.73">14446 15035 7533,'-17'-18'3276,"-1"-7"-1965,8 9-591,2-1-361,8 17 451,0 0-810,8 0 450,18 0-630,-5 5 315,4 1 0,-1 2-675,-2 6 270,1-3 0,3 2-225,-3-1 1,-1 2 404,9 13 90,1-7 180,-40-2 0,-2-17 0,-23 10 269,-5-9-359,-7 3 0,2-5-90,16 6 0,1 1-180,16 6-359,18 12-271,20 13-829,-10-17 1,1 0 1265,-1-2 1,-1 1-74,9 21 266,-16-23 719,-10 23 541,-18-26-900,-2 4 270,-21-13-540,20-6-45,-3-5 0,-1-2-1215,-13-1 1171,9-5 3035,5 2-5195,24 9 2602,0-4-263,0 6 0,40-5 0,9-2 0</inkml:trace>
  <inkml:trace contextRef="#ctx0" brushRef="#br1" timeOffset="-105312.73">14923 14519 7533,'0'-25'2428,"0"11"-449,7 2-1439,11 18 269,17 24-449,2-5-90,-14 3 0,1 10 0,-4 1-598,-4 3 0,-3 3 0,-1 2 395,-2-4 1,0 3-1,-1 1 1,-2-3-68,0 6 0,-1-1 0,-6-1-450,-7 2 0,-6 0 0,2-7 315,5-14 0,-2-3-135,-8 3 0,-6 2 1,3-7 544,-4-1-1040,-1-5 0,-1-1 765,-10-3 0,-10 0 0,18-8 0,1-1 0</inkml:trace>
  <inkml:trace contextRef="#ctx0" brushRef="#br1" timeOffset="-89630.73">22507 13243 7533,'0'12'0</inkml:trace>
  <inkml:trace contextRef="#ctx0" brushRef="#br1" timeOffset="-89026.73">22543 13087 7353,'0'-20'1259,"0"1"-899,0 7-270,0-1 450,0 0-361,0 6 181,7-5 0,-5 11-270,6-5 180,-8 6 180,8 0-181,-6 0 1,6 11 0,-8-2 450,0 21-271,0 15-134,0-7 0,0 1-225,0-7 0,0 1-914,0 0 0,0 4 0,0-6 1004,0 15-180,0-6 0,0-1-90,0 3 90,0-11 0,0-1 0,0 6 135,0-8 0,0-2-225,0-2 90,0-6-180,0-19 2292,0-12-3281,0-6 179,-8-1 181,6 0-1800,-6-4 1350,8 9 899,0-3 360,0 11 0,8-11 0,2 4 0</inkml:trace>
  <inkml:trace contextRef="#ctx0" brushRef="#br1" timeOffset="-88510.73">22595 12984 7533,'0'-20'1169,"0"-5"0,0 6-719,0 4 1799,0-14-1889,0 19 809,0-14-270,16 17-629,-4 1 315,10 11 0,5 7-226,0 5 1,1 5-405,4 10 0,0 2-1066,1-1 0,-5 1 841,-11-5 0,-6 0-180,-7-1 1,-8-2-1,-14-4 0,-8-2 315,-9 1 0,-2-2 45,12-5 0,-1-3 45,-18-4 1,2-3-1126,8 3-719,-11 6 1889,22 0 0,40-4 0,13 0 0,-1 1 0,1 0 0</inkml:trace>
  <inkml:trace contextRef="#ctx0" brushRef="#br1" timeOffset="-87381.73">23213 12894 7533,'10'-8'449,"5"-9"901,-13 3-451,14-6-449,-6 7 449,-1 1-629,-1 11-360,-8-5 270,0 6-180,0 0-90,-8 0-90,-1 6-90,-9 1-89,-7 18 359,13-10-90,-9 3 0,3 0 180,12 4 90,-16 0 0,-3 5 224,5 8 1,2 6 14,5-4 1,0 3 0,0 0-547,-1-2 0,-1 1 0,3 0 277,6 4 0,4 2 0,0-2 120,1 7 0,2-3-180,3-12 0,2-1-45,5 4 0,4-5 134,4-9-404,1-5 1,1-3-766,9-7-89,-3 2-180,5-11 989,-29 0-1439,13 0 1709,-16 6 0,-8 13 0,-1 9 0</inkml:trace>
  <inkml:trace contextRef="#ctx0" brushRef="#br1" timeOffset="-86895.73">23372 13139 7263,'-10'-13'2878,"2"6"-1439,8 1-899,0 12 450,16 18-451,-7 1 1,1 2-585,3-6 0,2 2-1594,6 22 1,-1-1 623,1-10 790,-4 0 1,0-2-136,0-4-675,-3-7 1,-2 1-1395,0 18 2070,3-6 359,-15-4 0,-15-23 0,-5-1 0</inkml:trace>
  <inkml:trace contextRef="#ctx0" brushRef="#br1" timeOffset="-86593.73">23301 13577 7533,'-10'-12'3276,"-13"-1"-1638,34-12 0,5-3 1638,-16-1-3128,15 6 0,9-4 1,2 0 53,0 0 0,3-2 1,0 1-1,-3 1-1841,5-10 1,0 0 1602,-4 8 1,4-1 0,-1 0 0,-6 4-100,-5 3 1,-3 1-347,7-6 0,-1 1 166,-3 8 0,0 0-1304,-1-9 0,-3 2-1529,-5 10 751,-10 10 1858,-10 15 1089,0 15 0,-21 13 1,16-13-1,0 0 1</inkml:trace>
  <inkml:trace contextRef="#ctx0" brushRef="#br1" timeOffset="-86279.73">23795 13397 7533,'0'-20'3276,"0"7"0,0 8-1823,8 39-1903,-6 3 315,2-11 1,0 1 44,-4 16-900,3-15 1,1-1 539,-2 0-944,2 8 0,0 0 1394,-4-5 0,-8 14 0,-1-12 0</inkml:trace>
  <inkml:trace contextRef="#ctx0" brushRef="#br1" timeOffset="-84711.73">24253 13552 10141,'0'7'1799,"8"-7"-2159,-6-1 360,14-11-90,-6 5-89,0 0 89,-3 1-90,-7 6 270,0 6 0,-7 1 449,-11 34-449,6-15 0,-8 15 0,1 2-90,13-3-225,-14 3 0,1-1-764,15-12 494,-5-4 1,2-4-676,7-14 1170,8-2 0,7-30 0,3-16 0,6-2 0,-1 0 0</inkml:trace>
  <inkml:trace contextRef="#ctx0" brushRef="#br1" timeOffset="-84377.73">24536 13164 7533,'0'-14'3276,"23"49"-4731,-9-8 0,2 3 1320,6 4 0,1 1 135,-1 6 0,-1-5-365,6-5-1119,-6 1 0,-1 1 584,2-1 1076,-2-2 0,-7 0 1,-26 5-1,-9 9 0</inkml:trace>
  <inkml:trace contextRef="#ctx0" brushRef="#br1" timeOffset="-84092.73">24536 13577 7533,'-18'-25'3276,"8"5"0,2-5-2183,8 11 391,9-13 1,6-5-811,14-5 1,3 0-1053,-7-1 1,3-2 354,-3 12 1,4-1 0,2 1-1,-3 0-217,1-2 0,-2 2 1,2-2-854,4-5 1,1-1 0,-1 1-1,-8 4 1,-1 0 0,-3 3-418,-2 0 1,-5 4 609,-6 0 900,-8 18 0,-23 35 0,-7 7 0</inkml:trace>
  <inkml:trace contextRef="#ctx0" brushRef="#br1" timeOffset="-83691.73">25030 13577 9242,'7'-25'3276,"27"-7"-526,5 5-2750,-13 16 0,1 2 540,16-8 0,-16 16-1440,-9-5 720,-10 6-449,-8 6-91,-16 24 630,12-12 540,-14 8 0,-3 1-181,7 2-44,-2-10 0,-1 0-45,-1 24 90,9-20-1080,1 25-2338,31-20 3148,-1 0 0,5-27 0,5-8 0,-5-7 0,1 0 0</inkml:trace>
  <inkml:trace contextRef="#ctx0" brushRef="#br1" timeOffset="-83276.73">25770 13513 7533,'-9'0'1709,"-15"6"-1889,12 13-720,-11 13 1,-3 3-1889,3 8 2788,5-4 0,3-1 0,-1 7 0,11-19 0,0 1 0</inkml:trace>
  <inkml:trace contextRef="#ctx0" brushRef="#br1" timeOffset="-82129.73">25859 13087 7353,'0'-14'1619,"0"-3"-1169,0 15 269,0-3-449,-8-1 360,6 5-360,-6-5 359,8 0-449,0 5 630,0-5 179,0 17-629,8-2 90,2 15-181,6 0 1,1 1-90,-3 13-120,5-6 0,5 5 0,-5-4-225,-10-5 0,0-1-225,10 8 0,5 3 1,-2-2-421,-3-1 1,-1-2 134,-3-1 1,-1-3-1295,10 7 979,-16-31-1079,-6-10 1440,5 3 629,-7-9 0,-15-2 0,-5-7 0</inkml:trace>
  <inkml:trace contextRef="#ctx0" brushRef="#br1" timeOffset="-81844.73">25876 13603 7533,'-43'-13'3276,"22"1"-886,-3-1-1130,24 0-811,0 0 406,15-8 0,9-5-286,1-1 1,3-2 0,0 0-870,-5 3 0,1 0 0,1-2 434,4-4 1,2-3 0,1-2 0,-2 3-45,1-6 0,-2 1 0,1-1-585,-5 7 0,1-1 1,0 0-1,-1 0-598,3-8 1,0 0 0,-4 5-547,0 5 1,-7 5-1639,-9-2 126,-8 40 3151,0-2 0,-9 12 0,-5 5 0,-1-2 0,0 0 0</inkml:trace>
  <inkml:trace contextRef="#ctx0" brushRef="#br1" timeOffset="-81277.73">26370 13487 7533,'-10'-7'3276,"3"-4"-2774,7 9 1566,0-9-1708,0 10 270,7-5-180,11 6-181,2 0-449,29 6-629,-2 0 449,-8 7 90,8-6-89,-35-1-361,5 0 630,-9-5 0,-16 11 180,-2-11 90,-23 5 0,12-6 719,-28 6-629,35-5 360,-25 17-450,27-10 89,-6 34-628,10-18 44,9 5 0,6 2-45,12-4 0,3-1 90,-2 10 1,2 0 583,9-5 1,-2-2-135,-15-2 0,-8-3-90,-16-5-90,-11-7-315,-8-10 1,1-4 134,4-4-405,-4 6 0,-1-1-1484,8-5 1710,-12 6 359,23 0 0,49-17 0,-10 6 0,1 0 0</inkml:trace>
  <inkml:trace contextRef="#ctx0" brushRef="#br1" timeOffset="-80945.73">26899 12687 7533,'0'-20'2338,"0"1"-359,24 29-1079,-10 0-1418,7 17 0,7 11 1,-5-2 696,-9-10 1,-1 3-113,4 6 1,3 7 0,0 4-1,-4-3-97,-4 4 0,-3 0 0,-1-1 30,3-2 0,-1-1 0,-3 3 29,-6-6 1,-3 4-1,-2 1 1,-1-3-1,-1-4-689,-3-3 1,-2-3-1,0 1 480,-2 9 0,-2 2 1,-2-4-301,-3-8 0,-2-4 0,-1-5-457,-8-2 1,-3-4 126,5-2 1,-2 0-1,1-1 630,-7 0 0,2-4 180,8-6 0,3-1 0,-2 9 0,9-5 0</inkml:trace>
  <inkml:trace contextRef="#ctx0" brushRef="#br1" timeOffset="-79998.73">27517 13345 7533,'-20'-7'1799,"12"2"-1170,42 5-944,-2 0 1,6 0-496,11 0 1,2 0 661,-14 0 0,1 0 0,-5 0 0,16 0 0,-30 0 0</inkml:trace>
  <inkml:trace contextRef="#ctx0" brushRef="#br1" timeOffset="-79778.73">27534 13590 7533,'-9'-7'3148,"1"-4"-2518,8 10 1079,0-11-1350,8 5 361,25-6-540,-10 6-1819,13 3 1,1 2 713,-4 2 925,11 2 0,2 2 0,-16 4 0,-1 2 0,14 4 0,0-1 0</inkml:trace>
  <inkml:trace contextRef="#ctx0" brushRef="#br1" timeOffset="-79160.73">28240 13126 7533,'-20'20'1124,"11"3"0,3 2-674,6 5-270,0 8 0,0 9 0,0-1-1273,0-7 1,0-2 0,0 2 125,0 4 0,0 2 1,0 0 666,0 6 0,0 0 0,0-9 1447,0 2-1507,2-4 1,3-15-451,5-48 720,0-1-808,-5-17 0,-2-3 808,-3-3 150,-2 10 0,0-7 0,-2 0-19,-1 3 0,-1 0 0,-1-3 246,2 6 1,-1-1 0,-1-3 0,2 1 0,1 0 72,1-8 0,1 0 0,2 0 0,1 3 112,0 4 0,1 0 0,3 3 0,7 5-262,12 1 0,7 5 0,0 7-165,-5 6 0,3 7 23,5 11 1,4 7-1,-6 2-68,1 11-590,1 3 1,-1 2 679,-4 2 90,-10 6 0,-5 0-90,-4-3-32,-4 3 0,-4 0 32,-10-1 196,-9 4 0,-7 1-601,-3-10 1,-3-3 269,3 2 0,-3-4-990,-11-7 1,2-7 45,13-11 224,1-6 0,1 0 316,15 3 1787,-7-14-1338,14 15 0,18 14 0,13 10 0</inkml:trace>
  <inkml:trace contextRef="#ctx0" brushRef="#br1" timeOffset="-78246.73">28963 12906 7533,'-8'-20'1349,"6"7"-1169,-6 2-90,8 9-180,0-3 180,0 5-540,-7 0 450,5 5 90,-6 3 180,8 5 90,-16 5-91,4-3 451,-13 15-630,7-14 180,5 9 0,1 3-180,-8 3 59,7-2 1,-2 6 0,2-3-336,2-5 0,0 1 186,-3 13 0,-1 7 0,3-5 0,6-12 0,1 0-60,-2 14 0,2 5 1,1-7 14,3-17 0,2-2-225,5 25 0,4-3 180,1-16-810,23 8 361,-15-25-810,22-7 539,-11-6 810,-3-6 0,-11-7 0,-16-8 0</inkml:trace>
  <inkml:trace contextRef="#ctx0" brushRef="#br1" timeOffset="-77792.73">28981 13203 8162,'9'-7'900,"-1"1"449,0 18-809,-6-4 179,6 17-539,-8-5 540,16 6-540,-12-1-360,19-4 360,-5 20-540,-7-16-405,10 5 1,-2 0 44,-13-6-405,9-1 1,1-4 1124,-6-11 0,-8 4 0,-4-12 0</inkml:trace>
  <inkml:trace contextRef="#ctx0" brushRef="#br1" timeOffset="-77494.73">28875 13643 7533,'-8'-14'3276,"-2"-5"-346,32-18-2166,0 8 1,3-1-720,-1 6 0,3-1-71,1-2 1,2-2 0,0 1-110,7-5 0,-2-1 75,-9 7 0,-1-1 0,1 2-540,9-5 1,-1 4-1040,-12 7 1,-3 4-1561,-8 9 2389,5 1 810,-16 6 0,0 12 0,0 2 0</inkml:trace>
  <inkml:trace contextRef="#ctx0" brushRef="#br1" timeOffset="-76079.73">29404 13513 6993,'-10'-7'2249,"-5"1"-1350,13 6-719,-6-6 450,8 5-360,0-5 449,0 6 2429,0 0-2338,0 11-720,0-8-270,0 26 90,0-13-899,0 27 359,0-20-1079,0 24 899,0-29-1708,8 17 2068,-6-26 450,13 8 0,3-38 0,9-2 0</inkml:trace>
  <inkml:trace contextRef="#ctx0" brushRef="#br1" timeOffset="-74679.73">29880 12880 6993,'0'-25'1979,"0"5"-1799,0 1 0,0 6 0,0 6-1,0-4-448,0 9 988,0-4-179,0 6-270,0 0 90,0 6 89,0-4 1,0 9-90,0-10-180,0 11-90,0-11-180,0 5 360,0 0-270,0-5 90,0 5 89,-8-6-269,6 0 90,-5 0 90,7 0 1619,0 0-1619,0-6 0,0 5-360,0-5 270,0 6-89,0-6 89,0 5 179,0-5 1,0 6 0,0 0 90,0-6-450,0 5 90,0-5 90,0 6 450,0 0 360,0 6-721,0 7 541,0 36-540,0-5-781,-3-9 1,-2 8-1,1 1 1,0-5 600,2 0 0,0 2 90,-2-5 0,-1 8 0,-1 1 0,1-3 0,2-7-148,1-1 1,2-2-63,-3 7 0,0 4 0,1-6-3067,2 6 3005,0-4-178,0-22 270,0-17-3097,0 0 2188,8 0 1130,-6 0 0,13-40 0,-10 15 0,0 0 0</inkml:trace>
  <inkml:trace contextRef="#ctx0" brushRef="#br1" timeOffset="-73463.73">30110 13126 7533,'-18'-13'1979,"8"-6"-1260,2 11-539,8-4 720,16 18 89,4 24-764,4-3 0,3 5-375,-11-4 0,-1 4 0,1 0-570,4 4 1,1 2-1,-2-2 720,-2-4 0,-2 0 0,-2-3 0,-1 3 0,-4-5 0,-2 2 0</inkml:trace>
  <inkml:trace contextRef="#ctx0" brushRef="#br1" timeOffset="-73176.73">30110 13643 7533,'-36'-27'1619,"17"7"989,3-10-1169,24-9-1079,2 4 0,12-7 0,5 0-759,-12 22 1,3-1 428,10-13 0,4-5 0,-2 4 15,-5 12 0,1-1-383,-2-2 1,2-5 0,0 0 0,-2 6 202,2 3 0,-1 1-855,1-11 1,0-6 0,-4 7 629,8-2-765,-12 5 1,-3 2 584,-5 11 598,-10 3 1,-18 30 0,-9 3 0</inkml:trace>
  <inkml:trace contextRef="#ctx0" brushRef="#br1" timeOffset="-72362.73">30515 13513 7713,'-10'-6'2068,"-5"-1"-1618,5 0 899,0-5-1079,2 11 900,16-10-451,18-2-899,-5 4 315,3 2 0,1 3-225,5 4-450,13 0 271,-16 0-271,-1 6 450,-17-5-180,-1 22 270,-8-13 0,-15 31 630,-13-12-540,-1 4 584,5-14 1,-1-2-405,-5-1 269,3 8 91,3-5-360,15-11-90,-9 21-270,16-19-810,20 15 721,3-18-1351,28-1-1747,-12-1 1967,9-3 1310,-19 4 0,4-1 0,-11 2 0</inkml:trace>
  <inkml:trace contextRef="#ctx0" brushRef="#br1" timeOffset="-72094.73">30956 13577 7533,'-27'-6'3276,"1"0"-2145,17 17-3380,1 21 2249,16 9 0,-7-12 0,-1 0 0,4-3 0,0 0 0</inkml:trace>
  <inkml:trace contextRef="#ctx0" brushRef="#br1" timeOffset="-71508.73">31168 13100 7533,'-28'-7'2788,"3"-5"-2518,7 11 1439,9-5-1169,1 23-360,16-6-1,9 30-89,-5-18-180,7 1 1,1 1 268,-6 3-1818,14 6 1,1-1-815,-14-7 2138,9 5 0,-1-3-1034,-11-12 44,5 8 1,0 0 1304,-6-6 0,-26 18 0,-25-23 0</inkml:trace>
  <inkml:trace contextRef="#ctx0" brushRef="#br1" timeOffset="-71210.73">31080 13577 7533,'-18'-19'0,"8"6"2518,-5-10-1079,13 7 1080,9-27-1799,5 14-2359,15-4 1,3 0 244,3 0 1304,-5 5 0,5-5 0,-3 5 696,-9 11 1,1 0-757,6-9 0,4-4 0,-2 3-1020,-1 2 1,-1 1-470,0-6 1,-1 1 508,6-4 935,-25 16-345,-8 17 540,0 0 0,-16 11 0,-4 4 0</inkml:trace>
  <inkml:trace contextRef="#ctx0" brushRef="#br1" timeOffset="-70576.73">31415 13449 7533,'-18'-19'3276,"1"-1"-1875,15 5-1131,-4 4-270,21 11 450,3 0-540,10 5 270,15 3-46,-21 3 1,1 2-360,0 1 1,-1-1 583,13 15-179,-17-4 450,-10-11-630,-8-6-90,-8 5 180,6-11-450,-30 5 90,11-6 270,-7 0-629,-3 0 539,27 6 450,-19 1-181,21 6 91,-6 0 180,31 11-360,-17-14-225,17 6 0,1 2 135,-10 4 0,19 5-195,-23 3 195,-2-15 0,-8-2-90,-8 4-450,-10-14 540,-9 8-1169,-16-11 89,-2 0 91,8 0 629,11 6-1259,18 1 1619,16 0 0,33 5 0,-12-9 0,-1 1 0</inkml:trace>
  <inkml:trace contextRef="#ctx0" brushRef="#br1" timeOffset="-70177.73">31856 12751 7533,'-10'-27'3276,"2"3"0,16 34-2280,4 11 1,2 8-817,-4 3 0,-1 5 0,1-1-584,8 6 0,-1 3 449,-8-7 0,-2 5 0,-1 1 0,-2-3-1074,-2 1 1,-2-1-1,0 0 1059,0 2 0,0 0 0,-2 2-278,-2-4 1,-2 3 0,-1-3 0,-2-7 157,-4-7 0,-1-2-330,-2 12 0,-1 5 1,-1-9-301,-14-6 225,4 4 0,0-3-494,6-18-136,-3 1 1,1 1 1124,10-5 0,-17 0 0,21-1 0</inkml:trace>
  <inkml:trace contextRef="#ctx0" brushRef="#br1" timeOffset="-68563.73">32138 13203 7533,'-18'25'1034,"9"4"1,1 3-676,-2 16-1452,6-16 1,2 5 0,0-5 784,2 14-278,4-3 0,0-1 496,-2-5 356,5-10 1,2-5-537,0-13 90,9-11 90,0-40 0,-9 10 584,0-3 1,-2-2 225,-5 0-181,2 0 1,0-5 180,-3-4 0,-2 1 116,0 12 0,2-1-717,3-7 1,3-4 0,-2 8-120,-1-7 60,4 10 0,4-5 0,-1 5-60,1-6-225,3 2 1,3 4 134,2 17-180,21-6 90,-28 23 135,11 10 0,0 3 45,-11-1 225,5 13 0,-2 3-225,-7-10 269,0 11 1,-2 1-360,-5-11 1946,6 28-2036,-16-20 0,-4-5 0,-1 0 90,-9 7-180,-4-9 1,-5-4-271,4-7 0,-1-3 90,0-2 1,-1-2 269,2 3 0,3-5-1979,7-12 1080,17 11 1182,10-10 1,39 3-1,-21 2 1,0-1-1</inkml:trace>
  <inkml:trace contextRef="#ctx0" brushRef="#br1" timeOffset="-68225.73">32685 12933 7533,'-26'-19'2428,"15"4"-2068,-5 2 180,16 7-540,0 6-360,0 6 90,-16 13 360,5 2 45,-9 7 0,-2 5 314,3 8 1,1 2-557,-1-7 1,1 2 405,3-1 1,0 4 0,4 0-330,5-6 0,3 0 0,0-1-285,-6 7 1,2 0 134,8-1 0,4 3 0,5-9-360,7-12 0,1-5 495,-3 6 1,2-1-1261,11-5 1,0-6 315,2-8 989,-3 9 0,5-41 0,-13-7 0</inkml:trace>
  <inkml:trace contextRef="#ctx0" brushRef="#br1" timeOffset="-67864.73">32720 13177 7533,'-17'0'2338,"7"0"-898,2 6-1440,24 13-450,-13-3 315,12 4 0,2 1-585,-5 2 90,3 3 1,3 3-226,0-3 1,-1 1 674,-6-3 0,0 0 180,6 1 0,-3-1 0,-20 25 0,5-22 0,0 0 0</inkml:trace>
  <inkml:trace contextRef="#ctx0" brushRef="#br1" timeOffset="-67591.73">32667 13643 7533,'-17'-32'2788,"7"4"-359,2-15-1350,13 9 0,6-1-1298,-3 12 0,3-1 669,10-16 0,1 3-90,8 8-315,-1-1 0,-1 0 135,-5 4-758,12-7 0,3 1-2699,3 8 1638,-14 5 1,-1 1 1162,-1 5 1,-25 7 0,-10 6 0</inkml:trace>
  <inkml:trace contextRef="#ctx0" brushRef="#br1" timeOffset="-66993.73">32967 13577 10141,'-2'-14'2159,"12"-3"-2249,2 16 360,27-11 0,-25 11-270,11-5 360,-9 0-360,-14 5 269,-2 1-89,-2 1 360,-22 17-360,12-10 269,-7 8 1,-3 4-135,3-1 0,1 2-180,-2 2 0,3 1-2294,-1 21 1439,12-25-1708,38-3 2428,5-15 0,-7-2 0,3 0 0,2-4 0,0 0 0</inkml:trace>
  <inkml:trace contextRef="#ctx0" brushRef="#br1" timeOffset="-66829.73">33249 13616 7533,'-17'-7'0,"7"-5"3276,-6 5 0,14 0-2363,-6 1 167,1 12-3329,5 30 2249,-6-16 0,6 23 0,4 7 0,-2-11 0,0 0 0</inkml:trace>
  <inkml:trace contextRef="#ctx0" brushRef="#br1" timeOffset="-66361.73">33320 13126 7533,'-18'-7'629,"8"1"1440,3 6-1619,7 0-270,0 0 180,7 6-450,-5 1 180,14 6 224,0 6 1,1 4-450,-1 2 0,0 4-720,6 11 1,-1 5 194,-11-12 1,-1 2-1,-3-2 660,1 9 0,-4-2 0,-5-3 0,-4-4 0,-13 10 0</inkml:trace>
  <inkml:trace contextRef="#ctx0" brushRef="#br1" timeOffset="-66112.73">33267 13616 7533,'-10'-13'1439,"-6"-11"-630,15 3-269,-7-5 1799,8-4-1800,0 14 315,5-9 1,5-3-180,10 0 0,3 1-585,-3 0 0,2-2-60,5 1 0,5-1 0,-1 3-1669,3 0 1,-2 2 584,1-3 0,-1 1 1054,-2 3 0,-3 4 0,0 5 0,9-5 0</inkml:trace>
  <inkml:trace contextRef="#ctx0" brushRef="#br1" timeOffset="-65277.73">33602 13552 7533,'-10'-13'1709,"2"-6"-180,1 5-1169,5 1-91,-6 7-89,8 6 270,0 0 270,8 0-450,17 6-360,-11-5 90,9 5 180,-15 0-450,10-5 180,-6 5-90,3 0 0,-15 1 90,0 6-90,-8-6 0,-1 5 90,-9-11-2942,8 5 3212,2-6 450,-7 6-451,11-5-268,-20 10 178,22-9-268,-6 9 89,8-4-180,16 12 270,-4-4 3212,6 3-3752,-3-5-269,-5 11 809,8-8 359,-9 20 91,-9-20-180,-9 2-270,-25-12 180,21-6-900,-27 0-1888,21 0 2608,-1 0 0,36 17 0,23 5 0</inkml:trace>
  <inkml:trace contextRef="#ctx0" brushRef="#br1" timeOffset="-63679.73">33690 12803 7982,'0'-14'900,"0"2"-720,0 7 539,0 3 91,0-10-810,0 11 450,0-5-450,0 6 90,8 0-90,-6 0 0,14 23 0,-6 6 0</inkml:trace>
  <inkml:trace contextRef="#ctx0" brushRef="#br1" timeOffset="-63260.73">33743 13823 7533,'-10'14'1439,"3"4"-1979,-1-17 540,6 11 0,-14-6 0,6 7 0</inkml:trace>
  <inkml:trace contextRef="#ctx0" brushRef="#br1" timeOffset="-62396.73">33708 13862 7173,'-10'0'1799,"-6"0"-1799,14 0 0,-5 0 0,7-6 0,7-1 90,-5 0 629,6-11-719,-8 15 1170,8-14-900,-6 10 449,14-6-809,-14 0 450,6 1-540,-8-1-360,7-6 181,-5 10-181,6-14 360,-8 15-270,8-17 720,-6 5-180,6 0 360,-8-4-270,0 9 359,8-9-449,-6 16-90,5-10 0,-7 11 0,0-6 0</inkml:trace>
  <inkml:trace contextRef="#ctx0" brushRef="#br1" timeOffset="-61044.73">33761 12984 7533,'-10'-7'3276,"2"-5"0,0 11-3352,6-11-374,-5 5 180,7 0 180,0 2-269,0-1-1,-8 4 0,6-9 270,-6 9 0,8-4-90,0 6-90,-8-5 180,6 3 270,-6-3-90,8-1-90,0 4 270,0-4-180,0 6 180,0-5-270,0 3 180,0-3-180,0 5 90,0-6-270,0 4 270,0-3-90,0 5 0,-8 0-450,6 0 360,-5 0 540,7 0-360,0 0 270,7 5 179,-5 20-269,22 3-180,-20 6-90,12 13 0,-9-28-180,-5 28 180,6-31-90,0 25 90,-6-24-90,6 31 0,-8-31 90,8 13 0,-6-6 0,5-8-90,-7 8 90,0-5 180,-7 2-180,5-7 180,-14 3-90,14-10-90,-6 0 0,0-1 0,6-6 90,-5 5-90,7-3 90,0 4-180,0-6 90,0 0-90,0 6 90,0-5-180,0 5 180,0-6 0,0 0 270,0 6-270,0 1 270,0 6-450,0 0 270,0-6-450,0 4 450,0-9 0,0 9 0,0-10 0,0 11-180,0-11 0,0 11 90,0-11-360,0 11 270,0-11-1079,0 5 1079,0-6-1709,0 6 720,0-5 89,0 5 990,0-6 0,0 0 0,0 0 0</inkml:trace>
  <inkml:trace contextRef="#ctx0" brushRef="#br1" timeOffset="-52813.73">6209 15074 9242,'0'-7'1439,"0"2"-1259,0 5-450,0-6-180,0 5-179,0-5 629,-8 6 449,6 0-269,-6 0 450,8 0-630,-8 0 450,6 0-360,-5 0-90,7 0 89,-8 0-268,-2 6 89,0-5 90,2 5 90,0-6 269,7 0 451,-7 0-540,8 0 1529,0 0-1080,15 0-449,5-12-360,15-2 90,-7 0-360,5 2 91,-6 12 179,9 6 90,-9 13 0,-9-4-90,-10 21 90,-8-20-270,-8 14 180,-10 2 90,6-15 0,-11 23 90,5-18 270,-9 16-270,-1-10 0,11-4-180,9-11 180,0-1-90,6-4 0,-14 3 0,14-9 179,-5 3-89,7 1 180,0-4-270,0 4 180,0-6 270,0 0-90,15 0-180,-11 0 89,20 0-89,-14 0 90,7 0-540,1-6-179,7 4 179,-13-4-810,12 6 721,-22 0-1261,13 0-358,-5 0 718,0 0 1260,-2 0 0,-1-11 0,3-3 0</inkml:trace>
  <inkml:trace contextRef="#ctx0" brushRef="#br1" timeOffset="-51592.73">7708 15345 7083,'-10'-5'360,"3"3"0,-1-3-181,-2 5 1,0 0-270,2 0 90,8 0 2069,0 0-1709,-8 0 539,6 0-629,-5 0 540,7 0-450,0-6 359,0 5-359,0-5-180,0 6-90,0-6 90,0 5 0,0-5 90,0 6-91,0 0-89,0-6 0,7 5-90,-5-5 180,30 6-270,-26 0 360,33 0-360,-35 0 180,27 0-180,-19 6 360,13 1-270,-7 6 90,0 6-90,-9-11 180,7 15-180,-14-14 180,6 21-90,-16-3-90,6 0-360,-29 4 360,25-17-90,-18-2 0,1 0 360,17 3-90,-20-2 0,-3-2 90,13-3-691,-25 4 870,24-6-269,-1-5 90,8 5-180,-13-6 90,19 0-180,-12 0 180,8 0-1170,6-6 900,-6 5-2518,8-5 89,8 6 2160,-6 0-811,6 0 332,-8 6 838,8 1 0,10 6 0,9 0 0</inkml:trace>
  <inkml:trace contextRef="#ctx0" brushRef="#br1" timeOffset="-50612.73">7620 15191 7533,'-18'-7'989,"1"-5"-629,7 5 360,2-6-541,8 0 451,0-5-360,0 9 449,0-14 631,8 9-1170,-6-7 809,14 3-809,-14 10 360,21 3 179,4 5-719,3 0 0,11 11-90,-29-8-180,27 20 180,-33-14-179,33 21 89,-35-20-90,20 25 270,-23-31-90,7 30 0,-8-29 180,-15 29-90,3-24-360,-21 14 360,13-11-180,-13 0 360,21 0 180,-27-6-270,33-1 540,-26-6-181,23 0-359,-1 0 0,2 0-90,8 0-180,8 0 360,2 0 270,23 0-360,4 0 0,0 0-90,-7 5 0,-3 1-180,-11 3 90,23 10 90,-29-7-90,0 2 270,5-1-180,-13-1 270,6 13 90,-31 8-360,1 7-1639,-2-17 1,-3-2 1253,-2 1 295,-12 1 450,21-22-360,-5 5 269,7-6-269,0 0-269,8 0 89,-13 0-360,19 0 1144,-12-6-3303,9 5 1710,5-5 989,-6 6 0,23 6 0,5 1 0</inkml:trace>
  <inkml:trace contextRef="#ctx0" brushRef="#br1" timeOffset="-30513.73">3193 16469 7533,'-10'-14'359,"-6"-10"1620,6 10-450,1-12-4806,1 12 2933,8-3 1833,0 16-1309,0-11-90,0 11 179,0-5 91,0 12 0,8 6-540,-3 17 0,-1 8 0,2 8 0,-2 5 112,-1-11 1,-1 4 0,0 1 0,-1-4 7,0-2 0,-1-3 0,-1 1 239,-1 10 1,-1 1 0,0-9-180,1-1 270,-2-9 0,0-1-180,4-6 720,-7-2-1170,5-13 180,-6-6 90,8 0-26,0 0-334,0-6-1259,8-1 1709,1-7 0,9-16 0,0-4 0</inkml:trace>
  <inkml:trace contextRef="#ctx0" brushRef="#br1" timeOffset="-30146.73">3193 16249 7533,'0'-20'2878,"-8"-10"-989,6 14-1439,2-3 179,17 14-449,-5 5 180,35 5-180,-23 3-270,8 6 0,2 8-180,-1 10 0,-3 6 45,-4 0 1,-3 1-55,0 0 1,-5 0 8,-10 1 0,-8-3 180,-8-4-180,-3 1 1,-3-2 179,-8-9-90,-6-6 0,-1-3 90,6-7-180,-26-1 180,37-6-719,-19 0-631,27 0 1440,-4 5 0,34 2 0,11 6 0</inkml:trace>
  <inkml:trace contextRef="#ctx0" brushRef="#br1" timeOffset="-29719.73">3898 16274 7533,'-19'-13'3058,"3"-4"-2698,8 9 269,-2 1-89,-15 13-360,5 3-90,3 9 0,1 5 359,2 1 1,0 0-405,1-1 0,-1 2 315,-3 16 0,1 1-366,1-13 1,2 0 185,2 15 0,3 0-180,-1-11 0,2 0 120,4 0 0,3 3 0,3-1-570,11 10 0,3 0 0,-7-11 1,0 0-1,2-3 135,9 4 1,3-7-991,0-7 1,1-6 1304,20-1 0,-6-6 0,2-10 0</inkml:trace>
  <inkml:trace contextRef="#ctx0" brushRef="#br1" timeOffset="-29362.73">4057 16443 7533,'-10'-7'2158,"-6"-10"-1528,15 14 360,-7-9-811,8 12 631,15 12-450,-11-4 44,11 14 1,2 4-225,-6 0 60,3-1 0,4 7 0,-1 0-240,7 11 0,-1 1-1093,-4-9 1,0 2 0,-2-2 664,1 6 0,0-3-741,3 0 0,-3-6-181,-12-13 720,10 2 1,-1 0 269,-13-7 360,6 4 0,-8-10 0,0-2 0</inkml:trace>
  <inkml:trace contextRef="#ctx0" brushRef="#br1" timeOffset="-29060.73">4057 17127 7533,'-22'-15'1638,"1"0"0,-9-2 0,15-6 0,5-2 445,10 2-1229,7-1 1,4-1-136,8-9 90,5-1 1,1-3-699,-10 13 1,2-1 180,2-2 0,4-2 1,1-3-1,0 3-743,4-4 1,-1 0 0,2-1-90,-2-1 0,0-2 1,1 0-1,-2 2-553,2 1 1,0 2 0,-4-1-1,-4 2 1,-3-1 0,-3 6-1799,4-1 2891,-10 4 0,-24 59 0,-4 9 0</inkml:trace>
  <inkml:trace contextRef="#ctx0" brushRef="#br1" timeOffset="-28745.73">4586 16907 10681,'-10'-7'3058,"2"1"-2698,8 6 360,8 12-541,2 20-89,-1-4 0,0 3 0,-4-7 0,0 2-945,-1 12 1,-1 1-785,-2-11 1,-2-2 1040,1 23 1,-7-7 0,-3-29-1</inkml:trace>
  <inkml:trace contextRef="#ctx0" brushRef="#br1" timeOffset="-27664.73">5221 16184 7533,'-10'-12'0,"2"4"1979,8-9-630,0 9 90,0-11-540,8 41-719,-6-10-45,6 32 0,0 7-513,-7-27 1,0 2 354,2 8 1,2 7-1,-1 2 1,0 0-235,-3-1 0,-1 1 1,0 0-1,1 1 203,0-3 0,1 1 0,0 1 0,-1-1 0,0 0 121,0 7 1,0 0-1,-2-2 1,0-4-38,-1-6 0,-1-3 0,1-4-120,0 18-450,-6-41-89,8-1-1620,0-12 1889,0 4-514,0-9 244,0 4 934,0-6 1,8-12-1,1-2 1</inkml:trace>
  <inkml:trace contextRef="#ctx0" brushRef="#br1" timeOffset="-27327.73">5609 16430 7533,'-10'-7'3276,"-5"1"-1335,21 29-1581,-12-12-91,19 17 1,5 4-180,-12-1-605,13 2 0,1 2 515,-8 6 45,4-17 0,1 2-360,-3 2 0,0 0 90,-1-7 0,1 1-675,7 14 1,-1 1 0,2 6-496,3-14 1,-1-2 855,-10 0 635,17 3 1,-45-21 0,2 2-1</inkml:trace>
  <inkml:trace contextRef="#ctx0" brushRef="#br1" timeOffset="-27043.73">5644 17023 7533,'-27'-13'3276,"9"6"0,11-10-2363,7 9 725,8-21 0,7-7-443,5 0 1,5-4-2016,-2 5 1,4-5 0,1 0 0,-2 3 535,-2 2 0,0 2 0,1 0 164,6-4 0,4 0 1,-3 2-421,-8 3 0,-1 1 1,-2 3 376,1 6 0,-1 0-930,1-10 1,1-5 0,-3 5-2185,7-5 1375,-7-2 1363,-4 23 539,-16 16 0,-32 40 0,13-15 0,-1 0 0</inkml:trace>
  <inkml:trace contextRef="#ctx0" brushRef="#br1" timeOffset="-26414.73">6174 16882 8252,'0'-7'3059,"-8"-5"-991,6 5-988,2-6-720,2 6 359,21-5-539,-19 11 0,20-5 90,-7 6 0,11 0-90,-1 0-720,-1 0 450,-9 6-180,-7 7 180,-2 1-809,-24 16 539,-3 15 1079,-9-14-359,7 2 0,1-1 180,6-13 44,-6 6 1,1 3 494,15 6-1079,-11 0-90,15-9 0,7-14-719,27-15 629,-11 2-900,10-5 1,-1-4 540,-9-4-766,5 3 1,1 0 944,1-3 360,-3-3 0,-11 11 0,-16 1 0</inkml:trace>
  <inkml:trace contextRef="#ctx0" brushRef="#br1" timeOffset="-25631.73">6756 16972 13020,'9'28'-390,"1"0"0,0 2 0,-4 0-824,-12 7 0,-4-2 764,-1 7-540,-23-8 811,15-33-541,-7 5 540,9-6-90,7 0 90,-6-6 0,14 5-179,-6-5 359,8 0 0,32-6 0,7-8 0</inkml:trace>
  <inkml:trace contextRef="#ctx0" brushRef="#br1" timeOffset="-25193.73">7126 16469 7533,'-10'-33'3276,"2"7"-1785,8 13-1131,0 7 539,16 17-719,-4 4 0,21 16 0,-13-3-90,0 1 0,1 2 0,1 8-660,-4-4 0,2 6 1,-2-4 268,-6-11 1,0 0-240,4 12 0,1 6 1,-1-8-720,3 5 629,-5-5 0,-2-1 396,-2-6 234,5 14 0,-28-32 0,1-1 0</inkml:trace>
  <inkml:trace contextRef="#ctx0" brushRef="#br1" timeOffset="-24898.73">7126 17101 7533,'-35'-6'2968,"0"-1"308,15-11 0,28-31-2702,9 24 1,8-1-1,1-2-574,4-7 0,2-1 0,0 1-394,-2 6 0,0 1 0,3-2 304,0-2 0,3-1 0,0-1 0,-4 2-990,-3 0 1,-3 2 0,1-1 337,-1 2 0,2 0 0,-1 1 0,-2 2 592,8-8 1,-7 4-1920,-9 2 1709,-9 27 360,-8 6 0,-15 10 0,-5 11 0</inkml:trace>
  <inkml:trace contextRef="#ctx0" brushRef="#br1" timeOffset="-16414.73">7743 17088 6813,'-9'-12'1979,"1"-1"-1169,8 0 179,0-6 0,0 10-179,0-8-630,0 15 0,0-3 0,0 5-270,0 0 0,16 0 0,-13 0 90,29 0-90,3 0 0,-8 4 0,1 3-180,19 8 180,-6 10 90,-31-10-360,-10 2 360,-2-15 0,-29 9 0,9-10 270,-21 11 360,0-11-810,13 5 270,-3 0-720,23 12 630,2-8-180,16 30 0,10-22 180,2 13 90,13-1-180,-14-14 450,7 20-360,-8-20 540,-9 8-360,-1-17-90,-8 5 539,-23-5-359,-7 1-540,-7-3 180,-4-5-359,13-5-901,1 3 811,9-4-1350,3 6 1169,13 0 720,-6 6 0,39 7 0,8 6 0</inkml:trace>
  <inkml:trace contextRef="#ctx0" brushRef="#br1" timeOffset="-15613.73">8308 16043 7533,'-10'-26'3238,"-6"0"-1349,22 12-1709,-4 8 809,32 36-809,-13-6 135,3 16 0,1 4-790,-10-22 0,0 3 632,-3 6 1,2 7-1,-1 2 1,-1-6-637,3 5 1,-1 1 532,-5-5 0,0 6 0,0 2 0,-1-1 0,-2-5-264,-1-2 0,-2-4 0,1 3-150,0 11 0,1 6 1,-1-2-1,-1-6 135,-2-1 0,-2-2-165,-6 3 1,-2 2-1,1-7-60,2 8 45,-11-7 1,-5 0-136,4-15 0,1-1 450,2-2 0,-2-1-765,-12 2 1,1-2 495,7 0 359,-5 1 0,-5 14 0,2 0 0</inkml:trace>
  <inkml:trace contextRef="#ctx0" brushRef="#br1" timeOffset="-6764.73">9719 16714 7533,'0'-7'90,"-8"-5"0,-2 11 899,1-5 450,-7 0-629,6 5 719,0-10 450,18 4-1619,4-6 269,29-1-719,-19 7 45,10 1 0,0 1 135,-6-3-540,10 5 1,0-1-91,-12-1-1034,7 3 0,2 4-1703,15 9 3264,-1-8 0,-38 43 0,-30-3 1</inkml:trace>
  <inkml:trace contextRef="#ctx0" brushRef="#br1" timeOffset="-6543.73">9754 16972 7533,'-19'0'0,"-13"-6"3276,13-1-2505,-1 0 1388,4-10-1799,16 14 1529,16-20-1439,-4 14-900,16-5 0,9-2-675,3 5 1,2 1 518,-8-1 0,2 1-264,2 3 1,3 1 0,-8 2 869,2 3 0,2 2 0,1 4 0,7 9 0</inkml:trace>
  <inkml:trace contextRef="#ctx0" brushRef="#br1" timeOffset="-5560.73">11218 16610 7533,'-8'-13'0,"-1"6"899,-1 1 360,2 18-719,8 25-180,0 1-300,0-4 0,-1 9 0,2-1-210,1-3 0,1 0 0,0 0-90,-2 2 1,-1-1 0,1 2 149,2 0 0,2 3 0,-1-1 0,0-8-225,-3-5 1,-1-2 300,5 19 1,-2-11 823,-3-31-631,-3-28 1,-2-17-270,0 7 0,-1-4 1,0-2-731,-1 1 1,1-3 0,-2-1 0,1 1 897,1 2 0,-1 0 0,0 0 0,0 0-108,-2-10 0,0 0 0,2 0-242,2-2 1,2 0 0,1 5 585,-3 3 1,2 1 85,4 3 1,3-1 0,7 10-131,12 15 0,4 5-315,5-8 0,3 4-157,8 12 0,2 6 67,3-1 0,-2 6 589,-14 4 1,-1 4 0,-3 1-635,3 6 0,-4 4 180,-2 6 0,-10 0 3054,-25 12-3174,-6-17 0,-7 1 1,-3-3-1,0-8 0,-2-3 0,-2 1 60,-11 8 0,-2 1 0,1-4-255,-5-4 0,2-7 180,12-5 0,7-2-1484,19 1 1959,9-5-1869,29 11 1535,-10-11 1,24 2 0,8 0 0,-18-3 0,0 0-1,-1 0 1</inkml:trace>
  <inkml:trace contextRef="#ctx0" brushRef="#br1" timeOffset="-5163.73">12083 16366 7533,'0'-39'1079,"0"0"-719,-8 12 629,6 2-89,-14 13-990,6 4 90,-15 14 225,4 20 0,-1 8-46,-6 4 1,1 7-558,9-3 0,2 6 0,1 2 0,1-3 400,3-8 1,2 0-1,0-1 1,1 0-113,1 1 0,0 1 0,1-1 0,2-1 30,2 7 0,2-2 0,2-5-75,5-11 0,2-1-315,-1 18 1,4-3 89,15-11-90,-5-6 0,-3-1 91,-5-7-361,9 0 0,1-2 271,-10-5 449,19 2 0,-15-11 0,-1 0 0</inkml:trace>
  <inkml:trace contextRef="#ctx0" brushRef="#br1" timeOffset="-4810.73">12294 16572 7533,'-9'-7'2878,"1"-10"-1349,8 14-989,0 8-450,0 5 135,10 13 0,3 2-315,-7-1 0,16 15 0,3 5-495,-10-11 0,0-1 9,2 4 0,3 0-204,-2-6 1,2 0 0,-1 0-526,0 8 1,1-2 1304,4-1 0,-3 1 0,-12 1 0,-8-2 0,-13-2 0</inkml:trace>
  <inkml:trace contextRef="#ctx0" brushRef="#br1" timeOffset="-4528.73">12330 17076 7533,'-28'-13'1889,"3"0"1079,7-6-2338,8 10 1528,2-20-1798,16 19 224,8-12 1,2-3-225,-3 1 0,19-9 0,3-1-864,-4 3 504,-7 5 0,4-5 0,-2 5 0,-3 9 0,-1 0-240,4-14 0,1-7 0,-3 7 60,-6 12 1,1 1-361,4-11 0,1-7 1,-3 7-181,9-4 135,-6 1 1,-3 3 314,-12 14-2575,5-2 2305,-16 17 540,0 17 0,-16 10 0,7-4 0,-1 0 0</inkml:trace>
  <inkml:trace contextRef="#ctx0" brushRef="#br1" timeOffset="-4260.73">12929 17063 7533,'-17'-13'3276,"7"5"-616,2 8-2570,8 8-2428,0 16 1978,0-3-899,0 16 629,0-9 630,0 3 0,3 3 0,2 4 0,0 4 0,0-1 0</inkml:trace>
  <inkml:trace contextRef="#ctx0" brushRef="#br1" timeOffset="-3460.73">13582 16391 7533,'0'-20'989,"0"2"450,0-1 0,0 4-539,0 3-720,0 12 1439,0 47-1439,0-7-1221,0-3 0,0 6 1,0-3 950,0-5 0,0-1 45,0 16 0,0-1 45,0-17 0,0-1-486,0 11 0,0 4 396,0-8 0,0 2 0,0-1-45,0 8 0,0-1-75,0-1 0,0 3 1,0-10 29,0-2-135,-2-7 0,4-5-1574,6-18 1529,2-6 2235,-1-11-3044,15-10 1589,-12 0-420,13-4 0,-7 18 0,-1 1 0</inkml:trace>
  <inkml:trace contextRef="#ctx0" brushRef="#br1" timeOffset="-3094.73">14058 16494 7533,'-8'-18'3276,"-1"9"-2864,-1-2 307,2 11-539,8 6 450,16 24-540,0-2 0,3 3-45,-4-6 0,1 1 0,8 14 0,1 3-405,-5-10 0,0 1 0,-1 0-332,-2-2 0,-1 1 1,2 2 83,1-1 1,1 2 0,0 0 0,-3-5 247,3 5 0,-2-3 360,1 5 0,-5-4 0,-12-5 0,-4 8 0</inkml:trace>
  <inkml:trace contextRef="#ctx0" brushRef="#br1" timeOffset="-2797.73">14058 17256 7533,'-29'-7'3276,"-10"-5"0,43-6-2055,9-17 1,7-3-1043,0 13 1,3-1-951,1-5 1,5-6 0,0 0-1,-3 6 996,0 5 0,1 0-225,-3-1 0,4-4 0,0-1 0,-3 3 94,-2 4 1,-2 1 0,2-1-343,5-4 1,4-2 0,0 0 0,-4 2 247,-6 2 0,-3 1 0,2 0-870,13-9 1,2-1-1,-10 5-1109,-10-6 553,8 11 0,-1 3 616,-11 3 810,6 6 0,-34 26 0,-14 10 0</inkml:trace>
  <inkml:trace contextRef="#ctx0" brushRef="#br1" timeOffset="-1974.73">14728 17114 7533,'-17'-13'989,"-1"0"450,8 1-179,3-13-451,7 3-180,21 6 1,5 1-360,-7-5-135,22 12 0,-1 3-225,-25-1 135,14 7 0,-3 4 135,-20 2-315,17 1 0,1 3-45,-10 15 180,11-5-270,-17 15-359,-24-15 269,5-1 225,-13-6 0,-1-5 225,1-6 135,-5 5 0,1 2 404,7-3-449,-13 0 360,17 16-450,15-2 0,4 6-360,15 4 180,1-23 0,2 9 0,1 1-180,11 5 315,-9 1 0,-3 2-45,-11-3-269,-18 5 538,-27-20-179,-1-1-270,2-1 180,2-6-899,-3 0-1170,7 0 0,3 0 2069,34-6 0,14-5 0,7-2 0,8-5 0,1 1 0</inkml:trace>
  <inkml:trace contextRef="#ctx0" brushRef="#br1" timeOffset="-1560.73">15311 16107 7533,'0'-33'1799,"0"-4"719,7 10-2158,3 7 540,31 31-541,-9 6-1045,-9 5 1,3 6 0,-1 0 865,8 5 0,-1 4-60,-5 1 0,1 4 0,-3-2-240,-5-10 0,-2-2 0,-1 3 97,-1 2 1,-1 4-1,-1-1 1,-2-2 67,0 8 0,-3 3-315,-3-5 0,-1 7 0,0 3 1,-3 0-1,-2-3-60,-3 2 1,-2-2 0,-3 0 0,-1 2 299,0-9 0,-1 2 0,-1 1 0,-1-1 0,-2-1 0,-1-2 12,-2 0 0,-3-1 0,0-1 0,-2-4 0,1-3-72,-6 3 0,-1-5 0,-1-2-420,-2 0 0,0-1 1,3-6 149,-11-2 360,12 0 0,3 2 0,-4 6 0,3 8 0</inkml:trace>
  <inkml:trace contextRef="#ctx0" brushRef="#br1" timeOffset="35021.27">20302 3821 6453,'-7'-15'630,"5"4"-360,-6 5 0,0-1-270,6-1 0,-6 2 0,8 6 90,-8 0-90,6 0 90,-13 0 269,13 6-179,-14-4 0,14 4-90,-6-6 0,8 0 3186,0 0-2684,0-6-232,0-1-270,0-1 179,16-3-179,-12 10 90,19-11-90,-13 10-90,8-9 90,-1 10 90,9-10-90,-7 9 0,23-3 0,-13 5-90,-2 0 90,20 0 90,-7-6-180,7 4 45,-14-1 0,-2 0-225,-7 3 270,13 3 0,-2 0-270,-17-1 180,21 6 0,0 1 0,-21-7-45,18 6 0,1 1 45,-14-1 45,9 1 0,1 1-45,-10-2 180,13 7 0,1-1-1,-4-10-915,4 13 0,1 1 736,9-8 134,-9 7 1,0 2-135,-14-12 0,1 1 270,21 12 0,-2 2-180,-8 1-30,-6-8 0,5 2 0,-4-1-150,4 13 150,-5-13 0,6 1 0,-4-1-105,-11-2 0,1 0 15,9 3 0,5 0 0,-5-1-15,-9-2 0,-1 0 15,6 2 0,4 0 0,1 1-309,4 0 1,2 0 0,0 0 308,3 2 0,0-1 0,0 0 30,-1-1 0,-1 1 0,0-2 0,4 1 0,0-1 0,-7 0 0,-14-2 0,1 1-90,9 2 0,5 1 0,-1 1-746,-4 2 0,-3 2 0,1-2 836,8 4 0,2 2-30,-3 0 0,1 2 0,-7-2 40,-14-9 0,-1 1 20,10 6 0,3 3 0,-4-2-75,-8-7 0,0 1 75,6 8 0,4 5 0,-3-5-30,-4-8 0,-1 0-90,1 8 0,0 5 0,-1-4 0,0-7 0,-1 0 270,13 17 0,-3 1-180,-4 4 45,5-6 0,-3 2-45,-20 5 90,13-3 0,1 0 0,-16 3-180,7-2 0,1 4 180,-6-4 0,-2 0-90,1-8 0,0 2 29,-2-3 1,0 2 0,-1-6-119,-2 9 133,0 1 1,0-1-314,-8-2 314,3 2 0,0 0-45,-5-6-542,2 5 0,1 1 542,-3-2 269,-6 7 0,-2 2-359,4-13 0,-1-1 90,-2 4 0,-1 0-90,1-1 0,0-4 90,-2-7 1012,2 7 1,0 3-1103,4-13 0,-1 1 14,-7 12 1,-1 2-60,0-1 0,-1 0 90,-7 2 0,-1-2 1503,8-8 1,-1 0-1414,-6 11 0,1-4 134,-8-2-44,12 3 0,-1 1-225,-11-4 180,8 3 0,-1 2-45,6-15 0,1-1-861,0 2 0,1 0 636,-11 7 180,-1-6-90,5 14 90,8-23 0,-1 1 90,0 11 0,1-1-90,-9-3 0,4-2 0,3 1 90,10 6-45,-11-7 0,1 0-45,9 2 214,-20 7 416,1-11-270,12-10 1790,-13 2-2060,24-11 0,-5 0-630,13-11-270,-6 8 630,8-9-629,0 6-540,0 5 359,0-5-2287,-8 6 3219,6 0 0,-13 11 1,5 4-1</inkml:trace>
  <inkml:trace contextRef="#ctx0" brushRef="#br1" timeOffset="35703.27">22507 7344 7533,'0'-20'809,"0"1"540,8 0-809,-6 11 270,6-4-451,-8 12 271,8 0 90,2 6-540,7-5 0,-7 5-1,-2 5 91,-8-8-360,-8 26-180,-2-24 91,-7 23-1,7-19-180,-22 21 540,26-14-90,-15 4 0,-5 1 45,7 0 0,1-1-46,-1 0 1,-1 1 270,-13 14 0,1 2 134,12-10 1,1 2-225,-4 7 0,1-1-180,8-11 0,3-2 90,3 14 0,8-27 0,0 3 0,0-12 179,0 0 181,15 0-270,-11 0 90,28 0 0,-21-6-91,17 0 1,1-1-180,-3-8-180,13 0 0,2 0 0,-8-1-540,11-4 1,3-1-1010,-22 6 1,1 1 1162,9 0 1,-2 1 475,2-10 0,-25 28 0,-12-4 0</inkml:trace>
  <inkml:trace contextRef="#ctx0" brushRef="#br1" timeOffset="36770.27">20355 4221 7713,'0'-15'809,"0"-2"630,0 10-359,0-12-631,0 5-179,0 1-180,0 2 270,0 4-540,0-7 180,0 1-90,0 6 180,-8-10 0,-1 8 180,-9-21 0,0 14-90,2-7 0,-1-1 89,-5 0 1,-3-8 0,1-2-90,11 3 90,-12-3 0,3 1-90,16 3 89,-14 3 1,1-1 360,15-11-450,-12 10 90,16 0-90,0 28-1,0-10-268,8 9 628,33-10-224,-6 6 0,3-1-621,-2 1 1,4-2 417,1-2 1,7-1 0,1-2-1,-1-1-500,-5 1 0,0 0 1,-1-1-1,3 0-62,-3 3 0,3-1 1,0 1-1,-1 0 1,-3 0-114,0-2 1,-2 0 0,-2 0 0,-5 3 337,6 2 0,-9 3-1574,-14 5 1439,-15 8 360,0-1 0,-23 10 0,-6-3 0</inkml:trace>
  <inkml:trace contextRef="#ctx0" brushRef="#br1" timeOffset="38686.27">24342 3885 7533,'0'-26'1349,"0"-5"-450,0 3-719,0 8 720,0 8-900,0 12-270,0 29 90,-8 13-90,4-8 0,-2 4-119,-1-5 1,-2 3-1,0 1 186,-1-1 1,-2 1 0,1 1 0,0-2-158,1 4 0,0-3 0,-1 3 405,-2 2 0,-3 2 0,1 0 0,2-7-90,2-2 0,1-2 224,-1-1 1,-1 3 0,1-5-90,2-5 0,1-2 405,2 3 0,2-2-315,-4-2 629,16-5-629,-6-17 360,29 0-270,-17 0-1,17-5 1,3-2-270,-9-1-45,15-5 0,0 1-135,-6 3-405,11 0 1,0 1 596,-10 7-1631,13 2 0,0 3 1619,-12 11 0,-9-1 0,-41-2 0</inkml:trace>
  <inkml:trace contextRef="#ctx0" brushRef="#br1" timeOffset="38885.27">24359 4388 7533,'-29'-20'2248,"-10"-4"-1078,43 15-990,-10-2 269,31 11-269,3-6-135,-3 5 0,1 1 135,13-6-900,-2 5 1,0 2 629,4-1-1125,-3 0 1,-1 0 1214,-6 0 0,-5 11 0,-28 4 0</inkml:trace>
  <inkml:trace contextRef="#ctx0" brushRef="#br1" timeOffset="39087.27">24271 3975 7533,'-18'-13'1169,"-7"-11"900,13 2-1709,12-3 629,36-6-629,11 16-999,-22 3 1,2-1 818,11 1 0,-1 0-180,6-10-240,-1 7 0,9-3 0,-7 3 60,-14 2 1,1 1-361,9-1 0,8-1 0,1 0 1,-8 2 399,-6 4 1,-1-1 0,6-2 0,4-2 0,-5 2 0,-7 0 0,-1 1 0</inkml:trace>
  <inkml:trace contextRef="#ctx0" brushRef="#br1" timeOffset="39955.27">25065 4621 7533,'-8'-21'270,"-2"-3"-1,0 10 181,-5-16 450,-3-4-361,-1-5-359,-7 5 180,8 10-450,-7 17 180,5 13-90,-5 8-270,7 18 90,5 6 0,1 3-21,1-17 1,2 1 200,2 10 0,1 4 0,1-5 180,-2 11-180,5-6 0,4 0 179,5-2-224,3-4 1,6-5 313,29-11-1734,-14-12 1,1-4 1554,-4-5 0,-1-8-733,-1-11 0,1-9 0,-6 4 733,5-11-42,-6 6 0,4-5 0,-6 3 312,-4-9-315,0 19 0,-3 4 495,-11 3-585,-13 39 0,-7 17-135,0-3 0,-2 3 0,1 1 573,4-4 0,1 1 0,-1 2-465,0-4 0,-2 3 0,0 2 0,1-1 0,2-1 72,4 1 0,2-2 0,1 1 0,-1 0 90,-2 2 0,-1 1 0,2-1 0,2-1 60,4 5 0,3-1 0,1-7-150,5 14 3276,35-37-2394,-9-30-625,7 3-257,-12-6 0,-1-2-1439,5-5 899,-11 9 1,0 1-1350,7-8 1889,1-6 0,-7 6 0,7-6 0</inkml:trace>
  <inkml:trace contextRef="#ctx0" brushRef="#br1" timeOffset="40420.27">25418 4685 7533,'-18'-25'539,"0"-2"1,9 6 719,-7-2-359,14 21-900,-6 2-270,8 8-360,-8 27 361,-2 7 179,1 5 90,4-16 0,2-1 0,3 0 224,-2 5 1,4 2-135,13 1-180,-3 7 90,22-28 90,-7-23-45,-1-7 0,-1-4-45,6-13 0,-9 6 0,1-4 0,-3 1-104,-8 2 0,0-2 314,8-11 0,4-7 0,-4 2 194,-7-1 1,-2 1 269,6-5 1,-1 4-315,-8-3 1079,-8 52-1978,0 27-451,0-2 585,-1 5 1,2 2-1305,7 1 764,-1 5 1,3-1 944,10-3 0,-2-12 0,5 5 0,1-3 0,9 6 0,0-1 0</inkml:trace>
  <inkml:trace contextRef="#ctx0" brushRef="#br1" timeOffset="41052.27">26070 4647 7533,'-17'-26'989,"7"5"-269,2-3-540,8 10 539,-8-5-449,6 6-90,-6 6 450,8 1-361,0 6 91,0 0-630,0 23 450,0-6-225,0 13 0,0 6-360,0 6 1,0 1 89,0-10 0,0 1-709,3 3 0,0 2 1,-1-8 573,0-4-667,5 7 1,2-4 576,1-18 540,7 16 0,-1-49 0,2-14 0,0 2 0,1 0 0</inkml:trace>
  <inkml:trace contextRef="#ctx0" brushRef="#br1" timeOffset="41374.27">26282 4607 7533,'0'-21'1079,"0"-2"1170,-8 21-1530,6 20-89,2 16-450,2 8-135,8 1 0,4 3-630,-1-13 1,1 0 494,-4 4 0,2-1-90,10-3 0,3-8 630,4-14-1,8 0-44,-14-33 0,-5-9-315,2-5-353,-6 1 1,-2-3 262,-7 10 0,-1 0-135,0-8 0,0 0 45,0 5 1,0-1-601,-2-10 0,-2 6-2548,0 17 3238,-2-3 0,-2 44 0,0 15 0,4-2 0,0 1 0</inkml:trace>
  <inkml:trace contextRef="#ctx0" brushRef="#br1" timeOffset="42053.27">26970 4647 7533,'-10'-21'1709,"-6"-3"0,7 4-1529,-9 5 179,8-2-89,2 16 90,0-10-450,-1 9 180,-1-3 270,-6 5-900,14 0 0,-13 5-269,13 2-91,-22 18 810,10-4 1,1 2 268,-17 14 46,5 4 0,1 1 90,13-16 0,1 0-225,-4 6 0,2 0 0,7-3 0,2-3-90,3 2-360,16 10 450,-4-24-360,29-2 270,-12-12-90,-3-11 0,-1-1 270,5 0-135,-9-13 0,-1-3 225,-1 4-1,-1-3 1,-2-1-180,-4 5 1260,3-12-451,-15 20-269,-15 14-900,3 21 270,-6 3-1979,10 24 1709,8-30-2068,16 25 1888,-4-26-1529,21 14 1979,-5-22 0,-4-11 0,2-5 0,2-7 0,-1 1 0</inkml:trace>
  <inkml:trace contextRef="#ctx0" brushRef="#br1" timeOffset="42409.27">27252 3949 7533,'-10'-18'0,"2"9"359,8-8-269,0 16 1619,0-5-989,8 12 269,2 24-629,8 11-347,-12-6 1,-2 6 46,-3 1 0,-1 4 0,-1 2-880,-3-2 1,0 3 0,-2 0 0,2-2 735,1-7 0,0-1 1,1-1-1,-2 3-132,0 0 0,-2 3 0,1-1 1,0-2-1,2-8 3,1 0 0,2-3-417,-1 6 0,1 3 1,1-6 269,1-2-675,13-6 1,1-3 1034,-10-7 0,33-31 0,-19-14 0</inkml:trace>
  <inkml:trace contextRef="#ctx0" brushRef="#br1" timeOffset="43670.27">27446 4840 7623,'20'-14'2158,"11"-4"-1978,-19 17 270,21-11 270,2 5-540,-5 0 359,11-5-449,-29 6 180,11-19-405,-17 1 0,-2-2-45,6-13 135,-5-3 0,-2 1-45,-3 8 180,-8-3 0,0 0 90,4 12 90,-27-12-90,19 29-180,-29 18-90,21 14 0,3 6-135,-7 10 0,3 6-86,6-7 1,3 4 0,3 1 160,3 0 0,2 1 0,4-1 240,6-4 0,4 0 0,0-4 0,-1 8 0,5-5 45,12-8 0,5-10-405,-5-13 0,1-10 270,5-10 0,1-7-45,7-10 0,-2-6 45,-17 5 0,-3-3 0,-2 1 90,3-4 0,-3 3-90,0-11 180,-16 31-180,0 12 90,-8 12-270,6 14-270,-6-4 392,16 20-571,2-15 359,8 1-90,7-4 450,3-17 270,-1-13-360,-1-2 449,-1-28-269,-13 19 0,11-25 0,-21 26 1169,6-19-179,-8 19-1350,-8 9 270,-2 9-360,1 17 180,1 17-90,8-17-90,0 28 90,0-31-449,23 25 359,-9-24 405,13-2 0,3-5-135,-7-10 179,15-20 1,-3-8 0,-17-6-410,5 1 0,6-8 0,-3-4 297,-11 7 1,-4-2-1,0-3 1,1-2-606,0 5 1,2-3 0,1-1-1,-1 0 1,-1 0 0,-1 2 501,-1 0 0,-1 1 0,-1 1 0,-1-1 0,1 0-18,2-7 0,0-3 0,-1 1 0,-1 4 0,-3 9 279,-3 3 0,-2 5 0,8-16 0,-2 7 584,-7 23 181,-8 15-451,-2 26-899,1 3 135,0 14 1,2 3 134,5-2-142,-3-6 0,-1 9 1,1-1-309,4-4 0,1-1 1,-1 0 419,-1-5 0,-2-1 0,2 3-285,3 3 0,1 4 0,1 0 1,-1-4-226,1-2 0,1-3 1,-1 0 359,0 3 0,0 0 0,1-2 1685,4 4 1,0-8-2046,-6-16 630,5-24 0,-7-35 0,-3 4 0,-1-7 180,-2 2 0,0-3 0,0-3 400,1 8 0,0-3 0,0 1 0,0 1 319,-1-9 1,0 2 0,1 3-631,1 9 1,1 2 0,2 5-90,1-13 443,23 37-533,-1 7-495,10 10 1,3 2-1215,-2-4 1619,7 5 0,0 3 0,-19-2 0,-1 1 0,15 5 0,-1-1 0</inkml:trace>
  <inkml:trace contextRef="#ctx0" brushRef="#br1" timeOffset="44003.27">26176 4311 7533,'-18'-31'1709,"24"20"-1709,6-12 0,17 15 0,13 7 0,1-1 0,1-3 0,1 0 0,-1 1 0</inkml:trace>
  <inkml:trace contextRef="#ctx0" brushRef="#br1" timeOffset="44173.27">29210 4634 7533,'0'-15'546,"0"3"0,28 24 0,15 11 0,1-2 0,0 1 0</inkml:trace>
  <inkml:trace contextRef="#ctx0" brushRef="#br1" timeOffset="46368.27">2223 8235 7533,'0'-15'0,"0"-3"-270,0 17-270,-8-5 450,6 6-180,-14 0 90,14 0 91,-6 6-181,0 1 270,6 6 0,-5-5 0,7-2 0,0-1 0,0-3 90,0 3-90,0-5 359,0 0-269,7 0 90,-5 0 90,6 0-360,-8 0-809,0 0 899,8 0 0,-6 0 0,6 0 0,-8 0 0,0 0 0,-8 6 0,-2 1 0</inkml:trace>
  <inkml:trace contextRef="#ctx0" brushRef="#br1" timeOffset="47856.27">2187 8274 10501,'-10'-8'720,"-5"-4"-630,5 11-1,-23-16 181,8 9 0,-3 1-180,-8-3 0,-1 0-1729,8 3 1,1 1 1240,-1 2 1,2 2 1052,-17 2-565,13 0-268,-18 6 178,37 1 90,-19 23-225,27-3 0,4 4 225,-5 10 0,2 4 0,7-8 0,3 1 0,0 3-23,-4 0 0,-1 4 1,0-2-1,3-2-37,2-5 0,2-3 0,-2 4-30,-5 4 0,-2 5 0,-1 1 0,2-4-469,4 3 0,1-2 0,-1-2 469,-4-3 0,-1-2 0,1 2 156,1 8 1,2 1 0,-2 1-97,-4-1 0,-1 1 0,0-3-30,0-12 0,0-3 0,-1 6-15,0 0 0,-2 6 0,1 4 0,-1 0 0,-1-4 0,2-6-227,-2-3 1,0-5 0,-1 5 211,0 4 0,-1 5 0,-1 4 0,-1 1 0,1-1 0,1-3 35,1-3 1,0-1 0,0-1 0,1-1 0,-1 0 9,-1 8 0,-1-2 0,1 1 0,0 2 9,0-1 0,1 2 0,-1 1 0,2-1 0,1-2-54,1 2 0,3-1 0,0-1 0,-1-2 0,-1-4 0,-1-1 0,0 0 0,1 2-154,0 2 1,1 4-1,-1 0 1,2-2 0,-1-2 108,2-2 0,1-3 0,0 0 0,0-1 15,-3 9 0,0-1 0,1 4-60,0-8 0,0 4 0,0 1 0,1-2 0,0-6 45,0 9 0,0 0 45,0-9 0,-1 6 0,0 2 0,0-1 0,1-7 0,1 11 0,0 1-18,0-9 0,0 5 0,-1 4 0,1-1 0,1-2-148,0-1 0,1-1 1,1 0-1,-1-1 166,0 1 0,1-1 0,-1 0 0,1 1-23,-1 6 1,-1 2-1,2-3 1,0-9 522,5-8 1,0-1-531,-2 13 0,-1 7 0,2 0 0,3-5 0,2-1 0,1-1 441,-1-7 0,1 0 0,-1 2-479,-1 3 1,0 6 0,0-2-1,-1-8-67,4-7 1,0 0-24,-5 4 1,0 6-1,-1 3 1,-1-1 67,-1-4 0,-2 0 0,1-1 0,0 0 232,3 9 1,1-2-1,-1 4-196,-3-10 0,-1 2 0,-1 1 0,0 0 0,0-3 99,0 1 0,-1-3 0,0 1 0,1 2 9,0-1 0,0 2 0,0 1 0,1 0 0,-2 0 36,1 2 0,-2-1 0,1 1 0,0 0 0,0 1-36,1 2 0,1 1 0,0 0 0,0-1 0,-1-1-99,0 0 0,-1-1 0,0-1 0,1 2 27,-2-5 0,1 2 0,0 1 0,-1-2 0,0-1-95,0 3 1,-1-2 0,0-1-1,-1-2 83,1 0 0,0-1 0,0 1 7,1-3 1,0 3 0,-1-1-1,-2-2-20,-2 0 0,-2-3 0,1 3 43,1 2 0,2 3 0,-1 0 0,0-3-27,-3 0 0,0-3 0,0 1-3,3 2 0,0 2 0,2-8 210,1 3-270,-4 3 0,0-1 0,2-9 369,-2 6 1,0 0-370,-4-6 90,6 4 2716,-6-3-2716,8-10 0,0 0 759,0 11-849,0-4-89,0 0 89,0 3 90,0-21 90,0 13 89,0-19 1193,-8 8-922,6-11-180,-5 0 539,7 0-1258,0 0-91,7 0 360,-5 0 900,38 0-720,-25 0-90,34 0 179,-15-1 1,4-1 0,-4 0-392,-7-1 1,1-1 233,6 0 1,7 0 0,0-1-1,-4-1-247,7-3 1,-4-2 224,-1 1 0,-1 0-180,2 1 0,-8 0 90,-20 1-899,4-3-180,-16 9 989,0 2-1169,0 25 1079,0-8-540,-8 30 630,6-24 270,-6 14 0,0 1 0,-2 2 0</inkml:trace>
  <inkml:trace contextRef="#ctx0" brushRef="#br1" timeOffset="48585.27">2311 16791 7533,'-28'-13'719,"3"6"-179,7 2-360,8 5-360,3 0 90,7 0 2519,0 0-1800,15 0-539,-11 5 540,20-3 89,-7 9-719,19-4 90,-7 6-180,-5-4 1,1 1-1,4 4-360,1-2 0,-1 1 360,2 1-90,6 1 0,-1 0 90,-11 1 180,4 0 0,-1-2 90,-8-5-270,5 13 270,-15-19 180,-2 14 0,-8-15-180,0 3 719,0-5-89,-8 0-720,6 0 89,-6 0-448,8 0 269,0 0-360,-7 0 450,5 0 180,-6 0-270,-8 12 269,-11 25-269,-11-5-788,15-3 0,-3 6 0,1-4 922,-1-10 1,1 0-45,3 6 0,-1 3 0,-1-2-1065,-10 5 0,2-3 930,15-7 0,0-1-1161,-16 7 0,2-3 846,17-12 360,-9-2 0,30-35 0,9-12 0,-1-1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4:14:15.37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1746 6711 7353,'18'0'450,"-8"0"-91,-2 0-179,-8-5 180,0-2 450,0-12-541,0-1-448,-8 0-91,-18 7-450,-19 30 495,14-2 0,-1 4 270,0 11 0,2 5 180,5 0 0,5 2 45,3-2 0,8 1-135,15 1 0,4-3-45,-4 7-1,22-8 1,6-1 90,-13-10 0,0-1-135,6 5 0,0 1 0,-4-3 0,-4 1 225,-2 13 90,-15 8-90,-19 0-180,3-13-135,-11-13 0,-5-4-225,-9 0 90,8-5 0,-1-3-809,-13-8 449,12-2-1799,23-21 1889,10 19 450,10-25 0,31 3 0,-18 6 0,1 0 0</inkml:trace>
  <inkml:trace contextRef="#ctx0" brushRef="#br0" timeOffset="252">1588 6879 7533,'-18'-20'-540,"0"-16"2699,-7 1-540,13-4-1349,-4 13 899,24 3-180,33-3-629,-4 6 0,7 0-450,-12 7 0,3 0 0,2-1 0,0 2-730,3 0 1,1 0 0,1 1 0,-3 1-274,6-3 1,-3 2 0,1 1 257,3 3 0,0 1 0,-7 1 835,-12-1 0,-3 6 0,7 13 0,-3 8 0,-3 22 0</inkml:trace>
  <inkml:trace contextRef="#ctx0" brushRef="#br0" timeOffset="934">2311 7215 7533,'0'-46'1709,"-8"13"-1529,6 14 89,-6 13 91,8 23-270,0-6-45,4 14 0,0 3 45,-2-3 0,8 12 0,3 4-45,-3-10 0,0 0 90,7 6 0,1-1-135,-5-8 0,2-5 360,18 2 89,-6-54-404,-5 2 0,0-6-165,-7 2 0,0-2 0,0-2-30,0-2 0,0-1 1,0 3 59,3-4 0,-1 3-225,-8 3 0,0 6-135,6 7-2428,3 12 2878,9 16 0,-5 8 0,0 5 0,0 3 0,1-1 0</inkml:trace>
  <inkml:trace contextRef="#ctx0" brushRef="#br0" timeOffset="1600">3034 7111 7533,'18'-31'2158,"-17"4"-1438,5 1-90,-21-4-450,13 20-270,-14-13-90,14 21 180,-14-4-720,-9 6 630,11 0-90,-9 6 0,-1 5 0,9 9 1,1 5 179,-12 12 0,-1 5 89,8-8 1,1 2 0,2-1-277,-4 9 1,3-1 321,2 0 0,4-5-135,3-4 0,24 13 0,-12-29 0,35 12-180,-33-23 0,33-2-360,4-28 360,-9 12 45,-1-15 0,-2-7 135,-15 7 0,-2-2-45,4-9 0,-1 1 0,-7 8 0,-2 3 675,0-5 270,-16 35 283,-2 33-1228,5-10 0,0 4-90,-1 6 0,4 2-45,8 0 0,4-2 135,-1-10 0,2-3 45,16 7 0,6-26-270,-13-37 45,-3 4 1,-1-4 44,-9-14 0,-2-2 210,5 13 0,2 1 0,-3 1-75,-4-13 0,2 5-495,10 15 1,-1 4-181,-4-1 720,27 27 0,-17 20 0,-1-8 0,1 0 0</inkml:trace>
  <inkml:trace contextRef="#ctx0" brushRef="#br0" timeOffset="1903">3528 7111 8972,'-18'0'1079,"1"6"-1169,7 13 180,5 4 0,2 4-270,1 6 0,4 1-180,5 9 1,2-1 314,-8-14 0,1-1-405,9 1 0,2-4-179,-3-7-271,7 7 361,-7-17 539,6 4 0,-6-27 0,7 0 0</inkml:trace>
  <inkml:trace contextRef="#ctx0" brushRef="#br0" timeOffset="2802">3898 7253 7533,'2'-48'1889,"4"6"-1440,-29 35-449,19 1 90,-20 6-360,6 6 181,-1 1-271,-14 18 180,13 13 270,6-10 0,2 3-135,6 2 0,3 0-45,3 14 0,6-21 0,5-5-90,9-10-90,13 11 180,-13-20 90,5 4-180,-7-12-179,7-24 359,3-12 89,-17 10 1,-3 0 540,8-16-180,-16 17-360,0 19 0,-8 30 90,6 14-540,2 16 315,10-21 0,6-2 405,21 2-360,-8-10 270,11-46-136,-26 3 1,-1-6-75,2-5 0,0-4 0,0-3-880,-3 0 1,0-2 0,-2-1 0,1 3 571,2-1 0,-1 4 0,-2-4 248,-3 1 0,-3-5 0,0 3 0,-1 7 134,2 6 1,-2 5 135,-1-8 0,-4 15-360,-14 52-90,9 14 0,3 9 90,-1-18 0,0 3 0,0 2 1,2-1 11,1 5 0,0 1 0,3 0 0,2 0 123,4-1 0,2 1 0,3-2 0,1-3 45,3 3 0,3-3 0,3-6 1002,3-5 0,3-4 0,-1-14-661,3-21 1,-5-12-1917,-5-14 1,-7-5 1529,-7 3 0,-4-3-105,-1 2 0,-1-2 0,-1 5-62,1-13 32,-6 1 0,-3-2-45,0 17 0,-2 2 603,-6 2 1,-1 1-1818,-2-8-1799,20 29 3148,12 12 0,29-5 0,-4 5 0</inkml:trace>
  <inkml:trace contextRef="#ctx0" brushRef="#br0" timeOffset="3502">4763 6595 7533,'0'-14'1889,"0"-3"-1979,-16 15 449,-4 8 181,-15 25-720,15 0 180,-3 12-90,17-18 0,2 4 270,-5 14 0,0 4-150,5-5 0,1 3 0,1 0-667,0 2 0,2 0 0,2-2 667,-1-9 0,2-1 0,2-1-30,4 2 0,2-1 0,3-4-270,6 0 1,5-5-1,6 3 0,1-4 225,-9-7 0,1-7 45,17-23-90,-24 3-2736,1-10 2736,0 0 1268,7-24-1088,-11 17 0,0-2-45,-4 1 0,-1 0 269,6-10 1,-6 2 405,-23-2-180,2-8-1,-31 44-629,14 5 3020,3 21-2750,18-1-720,0 20 360,10-12 0,2 2-45,3 3 0,4-1 45,8 0 1,7-7 179,4-10 0,3-11 89,3-16 1,-2-8-90,-9 4 0,-3-3 270,8-22 0,-3-4 135,-8 14 0,-1 0-181,0-2 1,2 3-90,4 5 0,1 11 225,4 34-270,-6 6 0,-3 6-180,-8 7 0,-4 2-723,5 4 1,-3-2 722,-8-19 0,-2-2-90,8 22-1259,-16-23 1169,-1-3-2069,-17 8 2339,14-16 0,-27 5 0,10-6 0</inkml:trace>
  <inkml:trace contextRef="#ctx0" brushRef="#br0" timeOffset="3700">4004 6763 7533,'4'-21'0,"10"4"0</inkml:trace>
  <inkml:trace contextRef="#ctx0" brushRef="#br0" timeOffset="5684">8255 6802 7533,'-18'-13'1349,"-7"-6"-180,5-1-359,-5 0-900,15 2 360,26 10-405,8 12 0,5 4 0,7 1 0,2 3-105,-6 0 0,1 1 0,-2 1 60,4 4 1,-5 3-46,-8-3 0,-9 2-135,-31 19 270,-13-21 0,-8-3 135,1-1 0,-1-2 135,-6-4 0,4 2 180,4 15-90,13-15-1,48 30 1,-3-23 0,3 1-90,8 12 0,1 4-778,-1-1 1,-2 0 552,-6-6 0,-4-1 135,-3 17 90,-9-17-90,-8 0 449,-16 11-359,-19-14-90,5-8 0,-3-5-360,1-12 0,0-2-775,4 3 0,3-1 686,-9-15 1032,9 4-1843,-2-13-359,7 4 180,36-8 1349,-1 22 0,25-9 0,8-1 0,-9 4 0,-1-1 0</inkml:trace>
  <inkml:trace contextRef="#ctx0" brushRef="#br0" timeOffset="5935">8855 6828 7533,'10'-26'3276,"-10"12"-1875,-26 36-1266,11 9 0,1 4-45,-1-3 0,2 2-469,4 0 0,0 4 0,4-2-566,2 7 1,4 0 224,0-8 1,1 1-1,3-1 720,1-1 0,3 0 0,3-5 0,9-2 0,3-6 0,3-10 0,-1-1 0</inkml:trace>
  <inkml:trace contextRef="#ctx0" brushRef="#br0" timeOffset="6817">9578 7395 7533,'10'13'539,"-2"6"-89,-16 30-135,-1-16 0,0 1-225,3-1 0,0 3 29,-2 2 1,-1 4 0,3-3-1759,4 2 1,2-2 1065,0 5 0,0-1 438,-1-10 0,4-8 1396,5-16-811,-1-9 308,3-49-848,-1 6 0,0-6-45,-4 13 0,0-4 0,-1-1 1,0 3-235,-1 0 0,0 1 1,0-2 413,1-3 0,-1-3 0,1 1 0,1 2 134,3 4 1,0 2 0,2 0 60,-1-1 0,0-1 0,2 4-195,4-7 0,5 9 747,5 19 1,-1 8-613,0 11-315,4 1 0,1 5 45,-10 8 0,-1 5-1422,5 10 0,-1 1 1512,-7-10 0,-3 0 372,-3 12 1,-10 0-418,-12-13 0,-7-3 90,-7 6 0,-1-1-45,4-3 0,-1-4 90,-8-8 0,1-5-90,3-2 452,-6-5-992,1 0 271,23 0-1530,3-5 90,41-8 1619,-2-2 499,12 2 1,-11 3-1,4-2 1,0 0-1,3 0 1,-1 0 0,1 0-1</inkml:trace>
  <inkml:trace contextRef="#ctx0" brushRef="#br0" timeOffset="7284">10248 7305 7533,'28'-13'629,"-11"-11"900,-17-4-539,-17-10-810,-11 10 90,-15 10-540,22 12-360,-19 6 1,21 23 449,-9 11 360,3 8-1,15-15 1,2 1-90,3 0 0,0 1 0,-1 5 0,5-1-135,14-1 0,5-3-225,5 8 180,21-31 90,-23-18 0,-1-7-135,3-9 1,-1-2 134,-3 7 0,1 0 0,7-16 0,-5 1 179,-10 9 451,-4-10 180,-26 61-900,-2-7 90,6 16 0,3 4-540,1 0 63,2 3 387,8-6-1259,8 16 1349,6-24 0,5-4 0,10-6 0,5-5 0,11-9 0,0 1 0</inkml:trace>
  <inkml:trace contextRef="#ctx0" brushRef="#br0" timeOffset="7618">10566 7499 7533,'0'27'3058,"-8"-8"-2159,6-19-719,-6-13-360,16-24 90,2 6-1549,-1 1 1,-1 0 484,2 0 1393,-2-4 1,0-4-330,1 7 0,-1 0 90,-2 1 0,0-1-180,6-2 1,0 6 89,-2 11-540,-1-1-539,15 34 449,-12-7-719,13 26 1079,-7-15 270,15 17 90,-11-17 0,4-3 0,4 0 0,-6-4 0,-1-1 0</inkml:trace>
  <inkml:trace contextRef="#ctx0" brushRef="#br0" timeOffset="8068">11077 7279 6633,'8'-7'1439,"-6"-5"-359,6 5-810,-8-6 269,0 1-179,0-1-90,-8 0 0,-10 0-630,-17 6-270,-10 12 495,18 6 1,1 4 178,6 3 1,3 4 0,-3 14 0,7 3-135,10-4 1,4-1 44,-3-6 0,6-2 45,9 0 0,7-6-180,17-11 180,-11-6 0,1-5 179,12-18 1,-2-8-90,-10 0 0,-3-3 104,8-9 1,-5 2 345,-9-1 89,-10 16-359,-8 22-1259,-8 13 809,6-2-1169,-6 14-1260,16 18 1260,10-10 1449,1 12 0,7-30 0,5-4 0,-3-4 0,1 1 1</inkml:trace>
  <inkml:trace contextRef="#ctx0" brushRef="#br0" timeOffset="8701">11501 7253 9871,'-18'5'990,"0"15"-990,12 4 0,2 3-495,-1 1 0,3-1 270,5 0 1,1-3 134,-2 2-90,14-20-180,2-30 405,-5 2 0,1-2 180,0-8 0,0-2 179,-1 3 1,-1 2-225,-2-16-90,-2 27 0,-8 23-180,0 4 0,-8 27 0,6-19 45,-3 8 0,2 3-45,11 8 0,-6 4-90,14-4 180,-7-28 180,17-2-180,0-26 0,-1-7-581,0-1 626,9-10 0,-5-2-45,-23 4 359,17-4 1,1 1-270,-18 5 540,10 2 0,-1 5 899,-13 18-1979,-10 26-539,4 25 110,-5-7 0,3 2 879,13 1 0,9-5 0,8-12 0,5-6 0,12-4 0,0 0 0</inkml:trace>
  <inkml:trace contextRef="#ctx0" brushRef="#br0" timeOffset="9219">12471 7125 7533,'8'-31'-1709,"-14"9"3347,-1-4 0,-4 2-263,-10 12 0,-3 2-1375,-15-15-90,-10 19-359,21 18-451,1 14 360,17 20 540,13-17 0,4 0-90,12 13 270,4-10 0,3 0 360,2-7 0,-1-1-451,-2 0 1,-1 1 180,10 2 0,-3-1 630,-9 1-720,3-5-180,-33 12-90,-19-18-585,5-1 0,-1 2-1124,-15 9 1799,5-6 0,39-7 0,6-8 0</inkml:trace>
  <inkml:trace contextRef="#ctx0" brushRef="#br0" timeOffset="11034">16351 6866 6633,'18'-26'2159,"-8"6"-1080,-2 2 540,-8 5-1169,0 6-180,0 24-405,-4 18 0,0 10-15,3-9 0,1 3 0,-1 2-670,-4 1 1,-2 4 0,0-1 0,2-4 541,3-4 0,2-2 0,-2-1 98,-6 16 0,1-5-360,7-3-629,0-17 90,7 5 1079,11-30 0,-1-15 0,1-6 0,5-3 0,-1-1 0</inkml:trace>
  <inkml:trace contextRef="#ctx0" brushRef="#br0" timeOffset="11401">16739 6995 7533,'10'-31'3148,"-18"21"-2429,-27 28-899,14 16 1,3 10 209,1-6 0,0 5 0,8 1-850,9-7 1,5 1 0,3 1 0,0-3 105,-1 6 1,1-2 0,11-7 832,13-8 1,12-5 0,2-7 0,-4-8 89,-5-12 1,-2-9 0,1-4-30,-3 3 0,4-1 0,0-4 0,-3-2 0,-6-3-68,-4-12 1,-6-5 0,-5-2 0,-4 0 89,-4 4 0,-4-1 1,-5 1-1,-4 3 98,-9-7 0,-6 4 0,-3 5-240,2 10 0,-1 3 0,-5 8-120,-11 9 0,-5 10 0,4 7-948,1 14 0,4 9 1008,6-6 0,2 3 0,6 0 0,8 11 0,13 0 0,17-4 0,1 0 0</inkml:trace>
  <inkml:trace contextRef="#ctx0" brushRef="#br0" timeOffset="12185">17815 7408 7533,'0'21'539,"0"-8"181,-8 9-270,-9 17-270,-3-2 44,3 1 1,1 1-225,4 0 0,-1 0 0,3 1-3277,8 9 2982,2-9 206,2-11 718,13-51-809,3-24 90,-6 0-3,-5 16 0,2-5 0,-2 0 63,-1 1 0,-1 0 0,2-3-499,1-1 0,1-2 0,0-1 0,0 3 619,1-2 0,-1 3 0,2 0-30,0-5 0,2 0 0,4 9 1312,3 14 1,3 8-923,24-4-360,-20 19 0,-1 8 0,-2 20 0,-5 5 0,0 3 0,-7-3 0,-8-4 180,-12-15-1,-1 23 181,-17-19-440,-9-2-550,-10-3 2763,0-15-3842,9-2 1349,19-2-1709,17-4 1979,33 1 0,10-6 0,8-3 0,-8 3 0,0-1 0,0 1 0</inkml:trace>
  <inkml:trace contextRef="#ctx0" brushRef="#br0" timeOffset="12601">18380 7228 7533,'23'-25'2428,"-17"-2"-899,2 0-629,-35 8-720,-19 19-315,19 14 0,2 2 135,-13 3-540,16 8 1,3 5 134,8-9 0,3 1 405,-10 19-135,11-13 0,6-1-225,25 5 360,-11-5-90,9-14 1,5-8 178,0-14 1,-1-8 135,3-7 0,-1-2-135,-1 6 0,-1-3 404,-3-11 1,-5 0 1035,-6 3-361,4 2-1169,-16 21-1979,-16 32-90,12 20 900,-1-20 0,2 1 269,10-1 1,4-1 899,8 8 0,23-31 0,-5-17 0</inkml:trace>
  <inkml:trace contextRef="#ctx0" brushRef="#br0" timeOffset="13168">18750 7266 8072,'0'-20'3059,"0"8"-2610,-8 6-179,6 6-180,-13 17 0,13-7 180,-6 26-900,8 2-809,0 4 899,8-3 630,-6-20-359,21-25 179,-11-9 90,4-4 0,1-5 179,-2 1 1,-2-1 0,6-17 135,-5 15 0,-4 4 494,-8 12-719,-2 10-629,-10 33 359,0-3-180,2 17-180,16-19 360,2-1 270,8-8-359,23-31 314,-21-11 0,-1-4-45,4 8 0,-1-2 89,0-24 1,-3 1-519,9 5 699,-18 14 0,-1 0 1529,7-5-1529,-16 27 989,0 21-1304,-4 10 0,0 3-315,3-5 0,0 0 180,-3 4 0,0 0-539,4 7-406,10-11 1,4 0 1124,-5 0 0,3-4 0,15-4 0,5-8 0,-4-8 0,-1-1 0</inkml:trace>
  <inkml:trace contextRef="#ctx0" brushRef="#br0" timeOffset="14200">18803 7472 7533,'-13'29'389,"1"0"1,1-2 0,2 0 240,-9 18-450,11-19 89,7-15 451,0-11-630,0-17 450,0-16-136,2 0 1,3-4 45,3-8 0,2-2-181,-2 13 1,1-1 0,1 0-180,4-3 0,0 1 0,2 3-90,2 1 0,1 3 45,2-6 0,1 7-405,5 19 90,-1-7-989,-1 22-630,3 14-90,7 14 1979,-8-4 0,7 6 0,-7-14 0</inkml:trace>
  <inkml:trace contextRef="#ctx0" brushRef="#br0" timeOffset="14752">19403 7266 8612,'0'-20'1979,"0"2"-1349,-8 5-720,-2 6 0,-7-5-270,-17 11-90,-3 1 405,7 9 0,-1 6-45,-1 4 0,1 2 225,3-1 0,2 2-135,-1 5 0,3 0 315,5-7 0,2 1-135,6 4 0,3 1-1,0 14-179,41-8-89,14-19 44,-8-18 0,1-7 0,-3-7 0,-2-3 45,-6 2 0,-3-3-45,1-6 0,-5-2 315,-2-9 359,-3 5 1,-25 22-360,-3 34-360,-7 1-450,2 20-989,14-4-90,10 10 404,0-21 1,4-2 1214,15 2 0,14-32 0,-3-24 0</inkml:trace>
  <inkml:trace contextRef="#ctx0" brushRef="#br0" timeOffset="15384">19579 7356 7533,'18'-14'809,"-1"-9"1440,-7 15-900,-10-5-899,-10 13-270,-7 19-720,-9 13-269,15 15 629,-5-13-270,16 2 0,16-22 180,3-13 180,16-26 180,-17 0 0,0-4 180,4-4 0,-1 1 90,-10 7 0,-1 2-360,14-7 269,-24 30-179,0 7 0,-8 23-270,-2 10-180,4-13 1,2 0 224,6 0 0,4-3 45,22-2 0,-3-24 0,3-9 135,4-12 0,-2-7 135,-5 0 0,-3-2-1819,1 0 1,-4 1 1883,-2-8 744,1 2 91,-8 15-91,-10 15-629,-10 33-630,5-1 0,0 3-450,0 8 1,2 0-271,7 0 1,0 0 854,-4-9 0,2-1 1278,22 16-1143,-13-21 0,12-23 0,3-7 0,-2-2 0,-1-1 0</inkml:trace>
  <inkml:trace contextRef="#ctx0" brushRef="#br0" timeOffset="15784">20426 7176 7533,'0'-47'1214,"-3"16"0,-2 1 405,-5-5-629,-15-4-810,-11 43-540,7 31-315,14 2 1,5 3 539,8-14 0,4 0-90,0 15 0,5 0 225,5-14 0,2 0 45,4 12 0,-1 1-45,-7-13 0,2 0 315,8 5 0,-1-5 1214,-7-16 450,-10 7-1440,-38-48-359,9 12 0,-3 0-135,3-2 0,0 0-495,1 0 1,3 3-1620,3 3 2069,18 1 0,28 13 0,15 6 0,-7-1 0,1 0 0,0-1 0</inkml:trace>
  <inkml:trace contextRef="#ctx0" brushRef="#br0" timeOffset="15970">20849 7511 7533,'-17'8'3276,"-9"-2"-2505,6-12-771,-5-1 0,39-12 0,7-2 0</inkml:trace>
  <inkml:trace contextRef="#ctx0" brushRef="#br0" timeOffset="16286">20990 7202 7533,'4'-35'1092,"0"0"0,13-4 0,7 0-385,-4 12 0,2 0 0,1 2-975,8-5 0,5 0 560,-6 5 0,4-2 1,0-1-1,-3 2-1223,-2-1 0,-2 1 0,-1-2 1051,7-2 0,1-1 0,-11-7 89,-14-2 1,-7-7 0,-6 1 0,-3 9-120,-3 7 0,-7 2-74,-6-4 0,-8-5 0,-3 4 1,0 12-1110,-2 19 1,-2 11 0,1 0 1054,0-6 0,1-1 0,3 6 0,-11 13 0,13 6 0,26 7 0</inkml:trace>
  <inkml:trace contextRef="#ctx0" brushRef="#br0" timeOffset="108117">5592 9176 7533,'9'-25'1349,"-1"-7"-719,-8 11-271,0-4-89,0 12-180,0 6 270,0 1-270,0 6 270,0 12-225,0 12 0,0 7-76,0 0 1,1 4 0,-2 3-487,0 5 1,-1 4-1,0 1 1,-1 1 390,1-9 0,1 0 0,-1 0 0,0 0 0,0 0 18,0 1 0,0 1 0,0-1 0,0-1 0,0-3 48,-1 10 0,0-3 0,1-4-165,2-2 0,0-8-1664,0-6 1079,0-24 720,8-6 0,-6-36 0,2 14 0,0 0 0</inkml:trace>
  <inkml:trace contextRef="#ctx0" brushRef="#br0" timeOffset="108636">5574 9770 7533,'0'-15'3058,"0"4"-2249,0 5-269,8 5-720,17-4-1124,3 0 0,5-2 404,7-3 1,2-6 341,-10-1 1,2-4 0,-1-2 0,-2-2 557,1-7 0,-3-2 0,-2-3 0,-5 3 0,-1-2 0,-3 0 0,-3 0 76,-2-6 1,-5 0-1,-5 2 1363,-10-8 0,-2 5-1079,8 15 0,-2 4 1169,-20-4-449,21 43-451,-14 24-449,14 5-883,-3-12 0,-1 5 1,1-4 702,4-3 0,0 0-150,-1 11 0,-1 5 0,1 1 18,1-2 0,1 0 0,1 2 42,0-7 0,1 1 0,0 0 0,0-2 120,1 3 0,1-2 0,-1-2-75,1 16 0,2-13 225,2-24-58,-8 18-572,0-32 180,0 8-1079,0-11 1259,0 0 1,23 0 0,7 0 0</inkml:trace>
  <inkml:trace contextRef="#ctx0" brushRef="#br0" timeOffset="109470">6473 9796 7173,'0'-27'2249,"0"2"-1530,0 12-539,0 6 360,0-4-360,0 10-90,0-11 269,-7 5-359,5-6 270,-14 0-180,6 6-270,-7 1 90,7 6 90,-6 0-180,6 0-89,-23 0 269,4 11 0,1-2 0,5 21-90,5 3 225,8-8 0,0 2-135,-7 14 44,7-14 1,4 1 315,12 18-270,-6-17 0,2 0-270,16 13-269,7 0 89,10-28 270,10-24 180,-17-8 0,-3-4-135,-9 0 0,-2 0 45,3-3 0,-3 1 449,-12-6 181,6 2-180,0 1 449,-6 3-809,5 17-270,-7 1 360,0 29-899,0 6 449,8 5 0,2-4 630,0-11 899,6-22-180,-7-18-674,0-3 0,0-4-315,0-6 0,0 1-45,0 6 0,-1 2-1214,2-7-91,14 21-1438,-13 11-579,15 17 2056,-8-7 1221,-1 8 0,16 0 0,5-4 0</inkml:trace>
  <inkml:trace contextRef="#ctx0" brushRef="#br0" timeOffset="109952">7020 9215 7533,'0'-25'569,"0"0"1,-3-10 0,-2-1 194,1 10 1,-1 1-46,-13-18-629,0 73-45,8 7 0,3 5-230,1-4 0,2 3 65,0 0 0,1 5 0,2-2-344,2-2 1,2 0 0,1 0 313,1 5 0,1 1 0,1-2-856,-2-5 0,2-1 0,0-3 1006,5 2 0,2-5-1014,11 9 1104,-5-26 110,-3 6 520,-1-40 466,-22-22-1141,3 10 0,-4-1-360,-9-4 1,-3 1 269,6 8 0,-3 5 404,-9 5 1,1 5-270,2 5 450,-2 14 0,-1 4-360,-4 5 809,6 12 0,3 5-629,0 4-135,10 3 0,4 1-315,6 2 180,9-9 0,6 0-1440,9-7 1,5-4 899,-5-6 1,3-3 29,4-3 0,4-3 1,-3-4 491,-7-3 1,1-6 0,7-9-1,5-7 1,-2-2 0,-5 0-1,0-1 1,0 1 0</inkml:trace>
  <inkml:trace contextRef="#ctx0" brushRef="#br0" timeOffset="110919">8149 9021 7533,'-10'-8'1638,"5"27"0,3 15-1471,0 7 0,3 7 1,0 5-824,-1-9 1,2 3-1,0 3 1,-1-1 0,1-3-121,0 3 0,1-2 0,-1 0 1,1 1 649,0-4 0,-1 2 0,0 0 0,3-3 0,1-7-1443,11 10 0,-1-7 1434,-9 0 0,0-6 1028,16-4-893,-23-54 269,-10-1 1,-3-5 225,-1-11 0,-2-2 104,2 11 1,-1-1 0,-1 2 434,-6-13 1,1 5 2043,2-6-3168,34 29 90,1 24 1379,17 0 1,7-1-1920,-8 1 0,0-1 450,1 1 0,1-1-135,8-2 1,-2-1 673,7-3 91,-10-7 0,-29-6-360,-35 17-1,0 13 1,1 9-315,3 11 1,7 7-76,7-8 0,3 3 0,3-3 210,1 4 0,8-3-90,19 0 0,7-10 0,1-18-45,11-5 0,2-8 944,-11-21 1,-3-5-788,2 11 0,-3-3 277,-11-8 1,-4-6 0,-3 5-30,-4-7-90,-6-2 0,-6 2-180,-6 7-45,-5 2 0,-6 3-945,-25 5-539,17 17 0,1 6 1529,-10 20 0,61 7 0,5-14 0,0 0 0</inkml:trace>
  <inkml:trace contextRef="#ctx0" brushRef="#br0" timeOffset="111468">9631 9590 7533,'-30'-26'539,"1"0"1,-4-3-405,8 15 0,1 5 315,-2 9-91,-1 6 91,-1 7-495,17 8 0,5 7 90,7 6 0,6 5-75,2-2 0,3 2 0,2 1-226,3 5 1,1 1-1,2-1 286,0-1 0,2-2 0,-2-2-30,-3-7 0,-2-3 0,-1-1-45,0 8 0,-3-8 45,-3-13 1170,-16 1-451,-25-34-494,3 4 0,-3-1 90,-4-6 0,-1-1-540,2 4 0,2 1-1754,-9-8-672,57 17 2201,-7 1 450,42 1 0,-13-1 0,3-1 0,8-3 0,0 0 0</inkml:trace>
  <inkml:trace contextRef="#ctx0" brushRef="#br0" timeOffset="111968">10142 9667 7533,'-33'-18'2338,"19"9"-1484,-9-1 1,-1 3-495,11 5 0,-29-4-630,7 12 270,6-4-360,4 7 1,1 5-91,-6 19 360,3 2-90,9-6 0,5 3 719,9 2 1,4 2-270,-1 5 0,2 0-225,2-4 0,5-1-90,6-3 0,6-6-495,23-6 360,-13-21 1,3-10-46,7-14 0,0-10 225,-12 1 0,-1-4 0,-2 0-211,-5 9 1,-2 0 0,-1 0 479,-1-6 1,-2 0 0,-3 7 450,-1 3 269,-10-12-449,-10 29 270,-7 7-541,7 7 1,-14 17-540,13 21-1369,1-12 1,2 0 682,3-8 0,2 0-214,4 10 1,6 0-270,8-10 0,3-2 1439,0 6 0,3-4 0,15-10 0,5-8 0,-5-9 0,0-1 0</inkml:trace>
  <inkml:trace contextRef="#ctx0" brushRef="#br0" timeOffset="113035">10460 9770 7533,'-8'-31'3276,"6"-2"-1785,-6 5-771,8 10-990,-8 18 270,-1 7-3277,-1 29 2532,2-12 565,3 7 0,2 4-540,2-4 1,0-1 629,-3-6 0,0 1-90,3 10 0,2-5 180,7-13 270,10-10 3006,-6-11-3263,8-20 0,-1-5 77,-13 3-90,13-12 0,1-1 0,-16 5 225,8-2 0,-1 1-225,-9 11 270,6-23-450,-8 37 360,0-13-990,0 33 630,0-8 1,0 46-91,0 0 270,-1-20 0,2-1-180,6 2 0,2-3 180,2-5-90,23 3 0,-15-11 360,15-11-270,-7-4 719,8-28-494,-16 11 0,-2-2 180,-3-2 0,-1-1-675,5-15 180,-10 20 0,-8 31 0,0-2-180,-8 32 0,6 3 90,7-17 1,6-1-1,9 1 0,5-5 180,16 3 45,-9-16 0,0-9 90,-12-15 0,-2-6 134,5-5 1,-1-4-45,-2-16 0,-5-2-135,-4 5 0,-4 4-225,-6 10 0,-2 4-45,-1 1-360,-14 52 540,14-11-135,-2 10 1,0 5-1,0 10 0,0 1 90,3-12 0,0-1-215,-3 16 1,1 2 529,2-4 0,2-4-270,-2-10 0,2 0 299,1 8 1,1 5 0,-1-6-345,-1-11 1,0-1 178,11 15 1,0-3-764,-8-16 269,19-10 270,-19-42 0,-6-12 90,6 17 0,0-2-296,-1-15 1,-1-9-1,1 1 446,0 1 0,0 0 0,1-2 7,0 6 1,0-1-1,1 0 1,-1 1 66,1 2 1,-1 0 0,0 2 0,1 3-946,4-14 0,0 9 811,0 8 506,-1 41-506,0 7 180,10 19-180,-6-3 45,-1-4 0,1 5 135,-3 4 0,0 2-136,1 4 1,-1 1 255,3 6 0,-6-3-390,-12-13 0,-4-4 90,-3 5 1651,-29-21-2280,-1-16 539,20 3-1530,-16-15-1747,29 8 3248,0-9 1,41-13 0,-6 14 0,-1 0 0</inkml:trace>
  <inkml:trace contextRef="#ctx0" brushRef="#br0" timeOffset="113603">11994 8867 7533,'-17'-20'2788,"-9"1"-1259,-1 17-1304,5 17 0,1 6-45,-9 12-494,16-5 0,0 5 0,1 3 254,2 2 0,3 3 0,0 2-366,2-5 1,1 2 0,0 1 0,1 0 492,0 2 0,-1 1 1,1-1-1,2-2 23,0 1 0,1-1 0,4-1 0,3 2 0,4 0 0,-3-6 0,-5-8 0,2-1-180,10 10 0,6 4 0,1-6-148,-3-6 1,3-4-93,8 1 0,7 0 1,1-10 299,-1-13 0,1-9 0,0-5 81,3-4 0,0-6 1,-3-5 38,-9 0 0,-3-3 0,-2-3 0,-3 0 30,-1-11 0,-5-2 0,-2 3 104,4-4 1,-8 4 90,-12 2 0,-8 8 315,-7 16-1,-6 8 1,-1 5-270,-14 16 224,7 12 1,0 5-405,12-12 0,3 4-270,0 8 0,2 6 0,6 0-1080,11 10 1,12 1 76,10-10 1,9-1 0,-1-2 598,-7-5 0,-1-2 0,7-4 494,13-5 0,9-5 0,1-5 0,-7-5 0,2-12 0,0-5 0,-8 5 0,0 0 0,0 0 0,1 1 0</inkml:trace>
  <inkml:trace contextRef="#ctx0" brushRef="#br0" timeOffset="114567">13899 8957 7533,'-9'-47'2248,"1"4"-808,0 17-631,6 11-629,-6 50-360,5-3 0,1 7 0,-1 5 54,1-7 0,0 3 0,0 3 0,0 1 1,1 1-301,-2 0 0,1 3 0,0 0 0,0 1 0,1 0 0,1-1 261,1-2 0,0-1 0,2 1 0,0-1 0,0-2 0,1-1 75,1 8 0,1 0 0,1-5 0,5-7 135,12 9 0,5-22 135,1-46 0,0-21-150,-10 6 0,-2-5 0,-1-3 4,-1 5 1,0-3 0,-1 0 0,-1 2 414,2-6 1,-1 0 0,-1 5-315,0-5 0,0 9 765,1 8 1388,-15 65-2468,8-5 1,0 4 134,-7-4 0,2 2-435,6-1 0,3 2 0,-2-4-239,2 14 224,6-4 0,5-1 495,-2-7 0,3-9 0,6-16 0,3-7 0,2-7 0,1 0 0</inkml:trace>
  <inkml:trace contextRef="#ctx0" brushRef="#br0" timeOffset="114751">14605 9615 10141,'-16'45'809,"10"-15"1,1 3-1620,-3 3 1,6 1-830,12 3 1,5-1 1617,-2-7 1,6-6 0,12-11 0,4-9 0,-7-8 0,-1 1 0</inkml:trace>
  <inkml:trace contextRef="#ctx0" brushRef="#br0" timeOffset="115719">14958 9719 7533,'0'-33'1349,"-8"-10"-719,-2 8-1,-23 2-539,19 15-719,-17 29 539,21-1-720,0 38 450,5-23 0,2 2 0,6 15 1,2 1 359,-1-11 0,2-1 45,5 7 0,3-4-45,6-11-45,1-7 0,-1-2 135,-6-7 449,33-18-224,-35-11 0,-3-6 45,10-8 0,-2-3-91,-7-7 1,-3 0 225,-2 14 0,-2 4-225,-3-2 179,-8 54-269,6 6-225,-2 14 0,1 3-245,2-21 1,2 2 139,-1 13 0,1 7 0,-2 1 105,-2-11 0,-1 0 0,-1 1 0,1 2-589,0-1 0,0 2 0,0 0 0,0 0 0,0-2 634,0 2 0,0-2 0,-1-2 0,-1 0 150,-2 13 0,-1-2 0,-6-13 1559,-28-11-720,16-24 1,-3-8-901,-10-19 1,2-8-90,13 1 0,3-4-630,4 1 0,0-2 0,5 3 630,6 5 0,2 1-240,-2-7 0,0-3 0,6-1 16,7 5 0,5 0 0,3-1-1,0 2 0,3 0 0,2-1 0,1 0 67,5-1 1,3-1 0,1 1 0,-1 3 667,3 2 0,0 2 0,1 0-555,-3 2 0,2-1 0,-2 1 0,-4 4 45,-3 3 0,-1-1 0,4-9 0,1-5 0,-2 4 90,-5 9 0,-1-2-60,-3-8 0,-1-5 0,0 4-30,0 10 0,-1-1 210,-2-9 0,-3-4 0,-1-1 419,-1-9 1,-2 1-495,0 7 0,-1-1 134,-1-8 1,-4 8-90,-5 22 360,-3-11-1439,-16 45 179,12 7 0,1 4 495,2-4 1,2 2 248,2 9 0,2 4 1,2-3-160,2-8 0,2 0-195,0 9 0,2 6 1,0 0 278,2 1 0,0 0 1,3 2 162,2-7 0,2 1 1,2 0-1,1-1-202,2 0 0,1 0 0,1-2 1,0-4 44,9 11 0,2-9 90,4-12 0,-3-15 574,-12-24 0,-3-8-439,4-2 0,-2-2-135,-4 1 0,-1 0 404,1-3 1,-4 4-180,-9 11 450,7-3-270,-8 19 1226,0 8-1586,0 27-331,3-7 0,2 3-1379,7 9 1,2 0 1439,-8-8 1,1-2 179,12 7 0,-6-15 0,-19-29 0,4 2 0</inkml:trace>
  <inkml:trace contextRef="#ctx0" brushRef="#br0" timeOffset="115901">14834 9396 7533,'-26'-10'1638,"-1"0"0,-2-3-2935,13 7 1297,57 0 0,4-2 0,7-2 0,-7 1 0,1 0 0,0 0 0</inkml:trace>
  <inkml:trace contextRef="#ctx0" brushRef="#br0" timeOffset="116219">16157 9744 7533,'0'-20'1259,"-8"-4"-1259,14 15 989,12-8-1034,21 14 0,6 5-495,-13-5 1,1 0 539,3 3 0,4 2 0,-1 2 0,-1 1 0,-2 1 0,2 1 0,8 3 0,0-1 0,-1 0 0</inkml:trace>
  <inkml:trace contextRef="#ctx0" brushRef="#br0" timeOffset="116835">17268 9073 7533,'0'-41'1889,"0"-1"-1620,0 34 451,8-4-720,-6 12 450,14 34-360,-14-8-1729,2 20 1,0 4 1330,-4-20 1,0 1 487,-1 9 0,1 6 0,1 1-680,1 1 0,1 0 1,0-1 529,-3-7 0,1-2 0,0 1-285,1 2 0,0 0 0,1-3 120,1-5 0,0-4-584,6 19 719,0-13 1977,-26-37-2247,-1-15 1,-3-6 134,-3 2 0,-1 1 0,-8-9 0,-3 3 360,-4 13 0,0 3-135,9-4 0,-1 4 539,-15 15 1,2 13 314,14 11 1,5 6 652,4-6 1,3 2-1178,3 2 0,2 3 0,10-3 74,17 0 1,11-4-405,12 1 0,6-6-450,-4-5 0,2-8-733,-2-8 1,3-5 0,1-5 652,-7-6 1,1-5-1,0-1 1,-2 2 329,1 5 0,-2 1 0,2-3 0,1-3 1,2-4-1,0 0 0,-5 3 0,1 1 1,0 1-1</inkml:trace>
  <inkml:trace contextRef="#ctx0" brushRef="#br0" timeOffset="117835">18380 9537 7533,'-18'-12'1439,"-7"-6"-630,5 3-89,-13-4-540,21 12-270,-12 13 90,22 2 450,-5 40-315,13-13 0,3 2-135,-3 1 0,0 1-1173,6 3 0,2-2 1083,3 4-90,1-1-332,-9-14 1,-1 0 331,10 15 135,-12-16 0,-2-1 315,4 4 0,-8-9 539,-32-10 271,1-30-946,8 4 1,1-1-135,-4-18-1079,19-8 899,7 29 1787,23-28-1922,2 25 0,3 3 360,-3 0 0,1 1-180,14-5 0,2 3 1016,-2 11 0,-1 3-566,-5 0 0,0 4 45,8 8 0,-7 11-360,-18 15 0,-7 5-289,0-9 1,-4 3 288,-8 6 0,-5 5 0,0-5-359,2-9 1,-2 0 335,0-2 1,-2 6-1,-1 1 1,3-2-128,2 2 0,2-2 0,-1 0 0,-1 0 0,-1-1 1,2-3 373,3 6 1,2-18-45,2-41 0,2-17-210,0-5 0,1-8 0,0 2-398,-2 6 0,0 1 1,0-4 409,-1 3 0,0-6 0,1-1 0,-1 3 0,0 6-72,0-8 0,1 0 36,-1 4 0,0-7 0,0-3 0,1 3 0,1 6 24,3 7 0,2 5 0,0-5 120,-2-9 0,0-7 0,1 2 0,1 9 0,3 10 0,1 4 308,1-8 1,4 12-399,16 35 45,-8 11 0,-1 8-105,-7 2 0,-1 4 0,0-1 198,6 5 1,-3 1-199,-11 0 0,-2 4 0,-1-7 60,9 9 180,-14-1 0,-2-1 0,0-8 45,-7-8 0,-4-3-45,-8-11 359,-23 3-1528,5-36 794,10 6 1,1-3-886,6-4 1,3-2 1079,-1-12 0,60 8 0,-9 19 0,0-1 0</inkml:trace>
  <inkml:trace contextRef="#ctx0" brushRef="#br0" timeOffset="118453">19597 9551 7533,'0'-40'1439,"-8"-3"-1169,6 21 449,-14-8-449,7 21 270,-9-8-360,0 16 449,-7 18-629,5 0 0,1 12 0,-3 8 30,2-7 0,-1 2 0,1 2-462,0 8 0,0 3 0,1 2 454,5-10 1,-2 1-1,3 1 1,4-3-143,2 4 0,5-2 0,3-4 120,1 2 0,7-9-280,33-10 145,-16-42 0,1-14 135,-6 12 0,1 0 0,-1-4-826,2-11 1,-3-3 0,0 2 885,-4 10 0,-1 3 0,-3-1 255,-1-16 0,-4 4-509,1 6 554,-8 0 114,-8 43-789,-1 14 1,0 10-226,-1 13 0,0 5-376,3-11 0,0 1 0,4 0 76,6 1 1,3-2-1,0-2 1170,-2 4 1,6-12-1,30-24 1,8-16 0,-19-4-1,0-1 1,0 1 0</inkml:trace>
  <inkml:trace contextRef="#ctx0" brushRef="#br0" timeOffset="119335">20003 9603 7533,'9'-28'3276,"-1"-2"-2505,-8 16 579,0-10-991,0 15 271,-16-8-450,13 15-360,-21-3 360,22 5-990,-21 11-89,11-2-91,-22 26 631,15-17-1,1 7 0,3 2 540,3-2-90,-5 7 0,2 2-90,12 3 90,-6-1 0,2 1 90,7 0-270,6-3 0,4-2 90,9-2-225,5-6 0,3-4 225,4-6-225,14-8 0,-1-6 315,-15-8-1060,16-4 1,-2-5 879,-19-7 150,-1 3 0,5-5 0,-7 2-80,-3-11 80,2 7 0,4-4 0,-5 4 389,-6-6-89,4-2 0,0 1 180,-8 5 44,-4 3 1,-2 0-315,-3-2 360,-23-9-630,9 24-45,-13 6 0,-3 4 45,7 4-45,-10 7 0,1 3 45,8 6-585,-1 8 0,1 1 316,13 0-271,-2 9 0,2 2 360,9-3-90,-3 1 1,2 5-824,11-6 1,4 1 0,0-2 1029,-2-2 0,3-1-57,9 6 0,5 2 0,-1-9-278,15-5 308,4-9 0,0-4 180,-2-10-225,-5-8 0,-1-8 450,-13-4 0,-3-6 14,-1-6 1,1-7 0,-1 4-36,4 0 0,-1 0 65,-7-5 1,-2-3 0,-1 7-90,4-3 359,-3-3 1,-4 1-360,-6 8 97,4 4 0,-1 3-97,-7 12 2426,8 8-2876,2 13 360,8 24-270,-1-14 90,-3 14 0,-2 3 0,0-8 135,4 18 0,-1 2-2609,-11-6 2474,4-10 0,0 1 90,-8-2 0,0-3 809,0 6-854,-3 3 0,-2 1 45,-5-4 0,-5-7 0,-3-2 0,-12-2-45,2-14 0,-3-2-495,-8 1 180,-4-12 181,18 5-1156,7-11 256,8 11-540,2-5 269,8 6 3393,16 6-2493,-4-5-359,13 5-720,24 0 1169,-15-5 270,14 3 0,2-2-286,-5-8 345,-9 1 1,6-1 0,-7-1-60,3-9 315,7 0 0,-2 2-45,-20 5 1259,11-8-1529,-27 15 0,-24 15 0,-13 9 0,1 3 0,0 0 0</inkml:trace>
  <inkml:trace contextRef="#ctx0" brushRef="#br0" timeOffset="124251">22507 9008 7533,'10'-33'3276,"-2"2"-1785,-16 5-1311,-10 12-360,-17 14-225,2 21 0,-2 13 435,4-1 0,1 6 0,0 5-341,9-8 1,0 4-1,0 2 1,2 2-1,1 0 386,4-4 0,0 1 0,1 1 0,1 1 0,2 0 0,1-1-165,1 0 0,2 0 0,1 1 0,1-1 0,2-1 0,1-2-203,4 13 1,4-2 0,1-2 0,2-3-128,0-3 0,3-3 1,3-6-121,12-1 0,3-8 540,-9-10 0,1-4 0,22-9 0,-2-2 0</inkml:trace>
  <inkml:trace contextRef="#ctx0" brushRef="#br0" timeOffset="125285">23566 9344 7533,'9'-20'1709,"-1"7"-180,0-4-540,2 3-449,7-12 90,1-6-271,0-1-628,-8-5-1,-3 5-90,-22 7-360,-21 7 315,4 21 1,-6 6 344,4-1 0,-1 2 0,-2 2-269,-6 8 0,-2 3 1,0 2 373,7-2 0,-1 3 0,1 0 0,2-1-45,0 0 0,2-1 0,0 1 67,2 0 1,0 2-1,1 0 1,4 1 64,0 14 1,4 2 226,-3-7 1,-2 1 0,5 2-60,7 3 0,4 2 0,3-1-150,-1-3 0,3 0 0,6-2-52,9-4 0,6 0 1,5-5-189,5-4 0,4-3 0,3-4 30,4-4 0,3-4 0,-2-3-30,10 1 0,-1-4-270,-7-4 0,-2 0-2518,9 0 539,-8 6 2339,-3-5 0,-25 11 0,-1-5 0</inkml:trace>
  <inkml:trace contextRef="#ctx0" brushRef="#br0" timeOffset="125986">23848 9912 7713,'0'-14'1079,"0"-9"90,-8 14-989,6-4 360,-6 2-540,8 10 270,-8-11-180,6 5-180,-5 0-90,-1 1 90,6 6-90,-14 0-3097,6 0 3162,0 6 115,-5-5-483,5 16 483,0-8 90,-13 21 450,11 8-1505,-1-8 1,0 0 874,4 18 964,6-17 1,6-1-1145,22 4 753,4-7-438,-3-16 0,-1-5 45,5-11-90,3-8 719,-7-13-539,1-1 1458,-9 1 0,-1-3-681,-2-3 1,-2-2-868,-2-6 0,-5 0-45,-3 5 0,-6 4-764,-22-12 179,-4 30-1349,-15 13 1079,25 7-1348,-5 6 2158,22-6 0,18-1 0,13-6 0</inkml:trace>
  <inkml:trace contextRef="#ctx0" brushRef="#br0" timeOffset="126601">24448 9370 7533,'0'-27'1439,"0"3"-540,0 11-629,0 6 450,0 7-540,0 7 359,0 29-359,0-12-90,0 11 0,0 7-180,0-7 0,0 1 0,0 3-239,-2-3 0,0 2 1,-1 1-1,2 1 126,0 5 1,1 1 0,0 0 0,-1-1-113,-1-6 0,-1 0 0,1-2 1,1-2-196,3 2 0,1-2 1,0-3 509,-5 2 0,6-12 0,19-33 0,-3-19 0</inkml:trace>
  <inkml:trace contextRef="#ctx0" brushRef="#br0" timeOffset="127037">24483 9396 7533,'0'-27'1439,"0"-15"-90,8 19-359,17-8-811,-3 18 46,4 17 0,4 9 45,10 8 0,-1 4-645,-8-4 1,1 2 434,3 4 0,4 3 0,-8-3-60,-13-9 0,-2 2 30,5 8 0,2 5 0,-3-3-75,-4-8 0,-2 1 90,2 20 0,-5 4-14,-6-2 0,-10 1-61,-8-10 0,-6 0 0,0 0 30,0 9 0,-5-3 60,-5-13 0,-6-3 0,1-3 75,1-4 0,0-4-135,-3-1 0,-1-1-67,0 0 1,0-3-159,5-9 1,1-1-856,2 3 1,1 0-1260,-15-3 2490,35 0 1,41-6-1,14-1 1</inkml:trace>
  <inkml:trace contextRef="#ctx0" brushRef="#br0" timeOffset="127684">25294 8983 7533,'0'-20'719,"0"1"-809,0 0 90,8 11 270,10-4-90,1 12 270,5 9 0,1 5-1,7 9-398,-5-1 1,5 5 0,-1 3 263,-7-3 0,-1 2 0,0 3 0,-1 2-837,-2 2 1,0 3 0,-2 2 0,0 0 0,0-3 588,1 0 1,1-2-1,-3 1 1,-4 3-86,-6 1 0,-3 4 0,-3 1 0,-2-1 0,-3-3-418,-3-1 0,-5-2 0,0-2 0,0 1 406,2 9 0,0-1 0,-3 2-277,-3-5 0,-4 2 1,1-2-1,1-8 262,3-7 1,-1-1 122,-6 6 1,-3 3 0,-2-4-79,-9-2 0,-1-4-240,8-5 0,-2-1 1,1-2-661,-8 0 1,3-5 629,-8-1 639,28-12 1,38 0 0,7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4:19:36.21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23618 3936 7533,'0'-14'539,"0"-3"-449,-7 16 450,5-5-450,-14 0-90,14 5 90,-6-5 90,8 6 0,0-6 359,0-1-449,0 0 270,0-5-180,8 5 180,10-12-360,9 5 90,16 1-90,-6 13 0,-9 2 90,-5 15 90,-21-9-90,14 11 179,-6 5 1,0-2 0,-2 27-180,-8-13 0,0-3 0,0 1 0,0 9-90,-4-1 0,0 0 90,2-1-90,-6 6 0,0 0 0,6-6 45,-2 6 0,0 2-1854,4-3 1809,0-16 0,0 1 0,0-3 0,0-1 0,0 4 45,1 7 0,-2 2-135,-7-2 135,7 2 0,0-1 45,-6-1-90,6 0 0,2 1 0,-1-6 0,0 6 0,0-1 0,0-6 0,0 1 0,0 0 0,0-3 0,0 0 0,0 0 0,0 0 0,0 8 90,0-8-90,0-9 0,0 28 0,0-25-45,0 9 0,0-1 45,0-12-45,0 12 0,0 1 45,0-9 45,0 3 0,0 0-45,0-4 90,0 25 0,0-31 0,0 30-90,0-24-180,0 20 270,0-21-450,0 13 270,0-7 0,0 10 90,7-16 2259,-5 1-2079,6-16 179,-8 0-89,0 5 450,0-11-181,-15 17-449,3-15-90,-29 14-90,19-16-135,-6 5 1,-1-1 134,-2-3 45,-6 0 0,-1 1-45,-3 3-90,0-3 0,0 1-989,0 9 1034,11-8 0,9 3 135,27 17 0,22-25 0,12-7 0,-2 5 0,-1 1 0,0-1 0</inkml:trace>
  <inkml:trace contextRef="#ctx0" brushRef="#br0" timeOffset="1099">24448 4234 7533,'9'-21'-180,"-1"3"270,-8 10 90,0-3-360,0 4 180,0-6 270,8-6-180,-6 5 269,14-10-179,-14 9 90,5-4 270,-7 1-270,0 9 179,0-8-449,0 16 180,-15-5-180,3 12-180,-29 13 180,27 2-135,-10 2 1,1 2 134,17 6-30,-7-4 0,-6 7 0,4-1 209,7 11 1,2 3-1263,-2-5 0,-2 4 1,3-4 1127,4 3 0,6-2-15,2-8 0,3 0 0,4-5-771,10-9 0,2-2 741,-2 10 0,3-2-262,4-12 0,0-5 172,9-4 180,-13-5 0,1-2-90,11-5 71,-7-15 1,-1-6 18,-9 0 0,-1-2-90,3 0 0,-1-3 427,-6 0 0,-1-2 0,-2 5-337,10-13-60,-11 9 0,1-7 0,-2 0 239,-3 4 0,-1 1 0,-1 0-134,0-15 0,-1 1 0,1 3 0,-2 6 1183,-3 10-688,-8 17-346,6 6-554,-5 7 1544,7 35-1094,0-5 0,0 1 25,0-1 0,0 3-145,-3 0 0,0 4 0,1-5 30,0 15 0,-1-11 0,0 5 0,1-5-90,2 13 30,-1-8 0,1 6 0,1-4-120,3-11 0,0-1-135,-4 11 0,2-3-854,13 3 629,-5-28-1079,8-1 989,-1-7-1169,9-6 1709,-6 0 0,5-17 0,-7-5 0</inkml:trace>
  <inkml:trace contextRef="#ctx0" brushRef="#br0" timeOffset="1599">25100 4621 7533,'-8'-32'1979,"6"16"-720,-5-7-899,7 22-180,0-5-720,0 6 540,0 0-630,0 6 630,0 1 0,0 23-90,0-13-359,0 31 449,0-31-90,0 30-270,0-18 360,0 4-180,15-20 90,-11-21 90,27-29-90,-19 7-1549,0-6 1,2 0 1613,3 3 281,-7-11 1,-2-1 642,2 5-809,-6 14 0,0 2 900,-4 1-810,0 22 359,0 1-719,0 7 1,0 23 179,0-13-360,7 31 90,-5-31-135,6 6 0,0 1 136,-6-1 1216,5 1 1,2 1-2298,8 15 901,3-6 483,-4-9 1,1-8 0,3-19 0,5 5 0</inkml:trace>
  <inkml:trace contextRef="#ctx0" brushRef="#br0" timeOffset="1884">25523 4478 7533,'-9'-20'2069,"-7"2"-1260,6 11-629,0 1-270,3 6 270,7 11-360,0-2 180,15 38-360,-11-9 225,3-13 0,2 1-315,-1 0 1,0-3 179,-5 0-180,12 3 1,2 1-1081,-5 3 1530,13 9 0,-15-32 0,-2-16 0</inkml:trace>
  <inkml:trace contextRef="#ctx0" brushRef="#br0" timeOffset="2199">25700 4621 7533,'10'7'1529,"-2"10"-1349,-8-9 269,0 17-269,0-11 90,15 22-90,-11-19-450,27 19 270,-27-21 0,28 3 360,-21-16 0,15-4 180,-8-34-361,-1 12-44,-11-8 0,-2-2-135,12-3-45,-11-3 0,0 1-135,4 0-315,-1-1 1,0 3 314,2 11-765,-2 0 1,1 4 584,1 14 360,14-4 0,-5 47 0,-1-14 0,0 1 0</inkml:trace>
  <inkml:trace contextRef="#ctx0" brushRef="#br0" timeOffset="2817">26229 4659 7533,'18'-13'0,"-9"-5"0,-1 3 180,0-9-1,-6 9-3456,6-3 2573,-8 11 1743,0-4-499,0 3-270,0 1 359,0 1-269,0 1 270,-8 3 2646,-2-4-2800,-7 6-386,7 0-90,-6 0 90,6 0-990,-7 12-89,-9 8 809,7 7 270,-7 5 90,9-6-1,7-1 1,-14 7 180,12 12-360,-5-14-180,9 18 270,16-38-450,9 19 270,19-26 1,-15 8 89,19-34 89,-13-6-178,-5-5 178,-2 7 1,-1 1 90,-8-4 90,7-9 270,-10 20-270,-8 8-270,0 9-90,0 2-180,-8 13 180,6 7-360,-6 12 360,8-5-1259,0 10 1079,8-9-1259,-6 15 1169,14-21 200,-6 14 0,7-10 0,1 8 1</inkml:trace>
  <inkml:trace contextRef="#ctx0" brushRef="#br0" timeOffset="3283">26511 4827 7533,'-19'20'899,"-5"4"-449,14-9-90,1 3-180,1-5-360,8-5 360,0-2-360,0-6 360,8-6 89,1-24-89,0 7 0,0-2-90,1-23 0,-2 8 0,-1 2 90,-5-1 269,6-5 1,0-2-315,-7 19 0,0 2-45,3-2 0,0 3 180,-4-5-1529,8 33 1169,2-3-1529,-1 24 1259,7-9-629,-6 8-181,7 1 1170,-7-10 0,5 5 0,2 2 0,12 13 0</inkml:trace>
  <inkml:trace contextRef="#ctx0" brushRef="#br0" timeOffset="3549">26846 4595 7533,'0'-21'3276,"-7"8"-1695,-3 8-1581,0 10-180,2 14 180,8-3-1639,7 26 1,2 4 1178,-5-12 0,4 8 0,-1-1 0,-7-15 0</inkml:trace>
  <inkml:trace contextRef="#ctx0" brushRef="#br0" timeOffset="4402">27111 4647 8792,'0'-15'360,"0"4"90,-8 5-450,6 4-90,-6-9 0,8 9 90,0-3-180,-8 5 0,7 0 90,-15 0 90,14 0 270,-14 11-270,6-2 270,-15 21-270,13-9 539,-3 17-449,15-11-90,-8 16 0,14-15-270,-12 4-269,29-19 449,5-13 0,1-7 90,12-18 0,-21 4 360,5-16-46,-11 14 1,-2 1-315,-1-8 810,5-11-1,-16 26-1169,0 8 360,0 14-359,-8 8-811,6 15 811,-5-15-991,14 21 811,-5-20-811,22 14 991,-20-16 359,11-1 0,17-24 0,7-11 0</inkml:trace>
  <inkml:trace contextRef="#ctx0" brushRef="#br0" timeOffset="4733">27552 4001 7533,'-18'-20'1709,"9"7"-990,-7 13-539,14 7 135,-6 19 0,0 7-315,7 1 0,0 2-511,-6 4 0,-1 2 541,4-1 0,1 4 0,0-6-461,-2-8 1,0 1 220,-1 14 0,0 7 0,2-7 120,3-14 0,0-1-60,-1 8 0,-1 4 1,0-6 149,3 3-36,7-3 0,2-2-594,3-13 450,6 3-899,-3-20 899,-13-5 301,14 0 1,-14 0-1,6 0 1</inkml:trace>
  <inkml:trace contextRef="#ctx0" brushRef="#br0" timeOffset="5050">27358 4517 7533,'-8'-26'2878,"6"-11"-1799,2 3-809,10 1 270,23-3-360,-11 20-45,5-5 0,3 1-45,9 2-450,-1-3 0,0 1 270,3 9-1080,-1-3 1,1 0-2069,8 5 3238,-2-4 0,-32 19 0,-34 9 0</inkml:trace>
  <inkml:trace contextRef="#ctx0" brushRef="#br0" timeOffset="5517">27570 4840 8432,'33'-20'360,"-4"7"-405,1 4 0,-1 1-45,2-1-45,6-5 0,-1-2 135,-11 0 0,8-1 0,-1-2 0,-2-14 360,-11-7 270,-37 7-360,-5 14 179,-23 23 1,-4 10 44,22-1 1,1 2-360,-12 1 0,0 3 135,3 8 0,7-1-270,13-8-45,-5 8 0,3 2-135,16-6-809,26 22 809,-9-23-540,26-4 1,7-4-136,-22-8 1,0-1 86,14 2 1,-1-1 767,4-5 0,-49-5 0,-15-3 0</inkml:trace>
  <inkml:trace contextRef="#ctx0" brushRef="#br0" timeOffset="5816">26899 4362 7533,'-27'-18'989,"1"9"-1708,17-8 359,1 16 450,8-5-270,0 6 180,8 6 0,1 12 0,9 9 0</inkml:trace>
  <inkml:trace contextRef="#ctx0" brushRef="#br0" timeOffset="6186">25647 4337 7533,'-18'-6'719,"-7"5"-719,13-5-270,-11 0 180,21 5 90,9-11 0,37-1 0,-12 3 0,0 0 0</inkml:trace>
  <inkml:trace contextRef="#ctx0" brushRef="#br0" timeOffset="7367">28575 4904 7533,'-18'-25'1079,"9"4"-809,1 3-180,8 11 540,0 1-451,0 6-988,0 12 719,0 2-900,-16 29 811,4-13-271,0 6 0,-1 0 180,-5-4 45,9 5 1,1-2-46,-2-10 270,2 16 0,16-55 0,2-3 0</inkml:trace>
  <inkml:trace contextRef="#ctx0" brushRef="#br0" timeOffset="7936">28928 4607 7533,'0'-14'359,"0"-3"-269,0 10 720,0-6-540,0 6-540,0-4 270,0 9 0,0-3 180,0 5-270,0 11 0,-8 26 0,7-9 0,0 4-90,-7 16 0,0 0-14,6-13 1,2 0 58,2 9 0,4-3 90,1-15 1,6-5-1,15-4 0,3-5-45,2 4 135,0-33 0,-1-8 45,-3-1-61,-10-1 1,2-7 0,-2 1 240,1-3 0,-1 0-258,3-3 0,-1-2 168,-6-2 0,-4 3 1079,-2-4-899,-1 5 90,-16 15-450,-1 42-3277,-1 9 2817,2 7-1066,8 15 1346,0-20-900,8 20 721,2-21-91,-2-3 0,1-1 360,9-1-1097,-1 13 1187,1-22 0,23-35 0,-17 2 0,-1 0 0</inkml:trace>
  <inkml:trace contextRef="#ctx0" brushRef="#br0" timeOffset="8367">29563 4582 9242,'-10'-8'629,"2"14"-898,0 3-181,6 21 360,-13-9-450,13 23 270,-6-21-269,8 18 269,0-31 270,8 13-90,2-22 90,7-1 90,4-17 0,-1-7 0,4-9-747,5-6 1,-1-1 656,-7 3 225,0 0 0,-1 2 45,0 9-46,-7 1 1,-1 3 945,-2 13-811,-2 4 1,-16 18 0,6 7-720,-13 22 180,13-11-315,-2-4 1,0 0 224,4 2-899,8 20 899,1-20-405,4-5 1,0 0 404,-1-1 270,19 13 0,4-28 0,-7-2 0,-1 0 0</inkml:trace>
  <inkml:trace contextRef="#ctx0" brushRef="#br0" timeOffset="8799">30286 4517 7533,'-10'-18'0,"-13"-3"359,19 1 271,-12 2-90,8 5-450,6 6 90,-6 1-90,8 6 0,-15 0 0,3 6-360,-21 18 270,5-1 45,7 7 0,-1 0 45,-7 2-45,7 3 0,3 1-135,-1-4-1549,3-2 1,1 0 1613,4-1 25,-4 2-427,24 6 337,2-21-135,8 4 0,5-4-674,24-7 719,0 2-495,-9-10 1,-3-2 674,-18 1 0,14-2 0,1-2 0,-3-3 0</inkml:trace>
  <inkml:trace contextRef="#ctx0" brushRef="#br0" timeOffset="9567">30621 4607 7533,'-18'-25'809,"1"10"-809,-1-2 1439,-7 10-1169,13 0-450,-12 2 90,15 5-449,-9 11-181,-15 9 630,19 7 135,-6-4 0,1 3 135,7 15-180,-6-1 450,11 8-270,7-31-90,15 25-180,-3-27 45,8 1 0,1-2-135,1-5 90,2-3 0,1-1 90,-4-5-45,5-10 0,-3-3-45,-9 2 135,11-17 0,-3-3-45,-16 6 0,10-11 0,-1 0 0,-13 10 225,3-8 0,-2-2 404,-11-1-629,6-10 630,-13 17-540,5 23-180,0 1 180,2 6 180,8 6-1170,16 13 720,-12 2 1,19 23 89,-21-22 179,6 5 1,0-1-90,-6-1-45,4 6 1,4 4-46,-2-10 0,1-1-90,3 17-249,4-6 429,-9-34 0,3 4 90,0-5-180,6 0 0,-6-11 225,9-5 0,3-5 0,-3-8 0,1-2 90,11-6 0,-1 0 34,-15 10 0,-1 1-34,4 4 0,-5 3 45,-11 4 449,6 2-359,-8 8-630,0 10 270,0 3-539,8 22 449,-6-13-810,5 10 1,2-1 449,0-7 450,6 10 0,4 1 0,2-12 0,3-1 0,7 12 0,1 0 0</inkml:trace>
  <inkml:trace contextRef="#ctx0" brushRef="#br0" timeOffset="10649">31521 4014 7533,'-38'-20'719,"13"1"-269,9 12-270,14 1 0,-5 23-90,7-1-135,7 13 0,1 3 135,-4 6-180,4 10 0,0 0-192,0 0 192,-5-11 0,0 6 0,0-5 0,2-12 0,0-1 30,1 13 0,0 5 0,-2-6-30,-2 5 135,2-2 0,0-2 45,-4-15 0,0 1-180,0-18 180,0-23-540,-8-5 270,6-11-179,-22-4 179,5-2 372,-9 16 348,-5 0-630,13 23 674,-8 9 1,0 5-135,2 9-450,-3-6 0,1 5-833,16 13 1,5 2 832,-11 4 45,11 5 0,6-1-871,9-14 915,-6 16-384,22-32 25,-13 3-5,30 1-85,-3 1 360,7-6-90,-13-6 0,2-5 0,3-10 0,-1-2 90,-3 5 0,1-3 96,9-14 1,-4-4-97,-8 0-45,-5-5 0,-3 0 225,-3 6 27,-7-2 1,-1 4 332,-2 12 958,-2-13-1138,-16 22 291,6-5-471,-14 6 1599,14 6-1869,-13-5 325,13 22-235,-6-13-630,8 32 540,0-25-1079,0 30 989,8-30-630,0 7 1,1 0 809,11-2 0,13-18 0,-5-22 0</inkml:trace>
  <inkml:trace contextRef="#ctx0" brushRef="#br0" timeOffset="11549">31803 4517 7533,'-28'-13'449,"11"0"-628,9 6 89,8 1-720,0 6 810,0 0 0,24 0 0,5 0 0</inkml:trace>
  <inkml:trace contextRef="#ctx0" brushRef="#br0" timeOffset="12384">32173 4195 7533,'-19'-15'1529,"-5"-2"-1259,22 10 179,-6-6-269,8 6-180,0 2 0,8 5 0,-6 16 0,6 0-45,-3 15 0,-2 4-45,-1 5-941,0-5 1,2 7-1,-2-6 986,-2-8 0,0 1-255,1 14 0,2 7 1,1-6-113,0-15 0,1-1 172,-1 10 0,-1 5 1,0-5-211,2-5 0,-2-3 450,-3 2 0,0-3-270,0 7 90,0-31 180,-8-22 0,-2-10 0,-7-2 90,12 3 0,0-1 0,-11 3 405,11-6 0,0 0-315,-4-1 584,0 4 1,2 0-406,5 4 631,-14-18-1170,14 24 2989,10-12-3169,12 14 360,7 2-359,7 7 269,-7 6-3187,8 0 3009,-7 0-203,5 0 471,-13 0-90,-3 0 0,-9 6 1079,-8-5-809,0 5 3096,0-6-2359,0 6 372,0 1-929,0 12-360,0-5-180,0 22-359,8-2 269,2 1-180,-2-11 0,1-1 1,1 0-1530,6 20 1529,-14-21-449,13 8 899,-5-16 0,0-12 0,-2-11 0</inkml:trace>
  <inkml:trace contextRef="#ctx0" brushRef="#br0" timeOffset="13313">32667 4672 6633,'-17'0'990,"7"0"-91,-6 0-359,6-6-360,1 5-540,1-10 180,0 9 0,6-3 90,-6 5-90,8 0 180,0 0 90,-8 5-90,-2 2 0,-7 6 270,7 6-270,2-11 90,0 27 90,6-18-180,-6 14-630,16 0 540,-6-15 0,30 13 180,-3-20 630,8 2-270,-3-22-450,-17-15 90,1-19 0,-8 8-45,-2 10 0,-1 2-45,-5 7 359,6-23-269,-8 25 270,0-8-360,0 11 90,0 5-450,0 3 90,0 5 180,0 0-359,0 5 359,0-3 0,0 15 180,0-14-90,8 20 180,-6-20 89,14 20-179,-14-15-90,13 22 90,-13-14-90,6 20-539,0-8 89,2 10 270,7-11 360,-7-8-270,14-19 90,3-30 270,2-6 89,-8 5 1,0-1-45,-7 8 0,-1 1-135,7-16 809,3 9-899,-21 21 180,14-8-270,-14 15 270,13-3-180,-13 5 180,14 11-810,-6-2-449,8 15 809,-9-9-810,15 15 631,-20-15-1081,19 21 811,-13-20 629,8 20 0,-8-20 0,-3 8 0</inkml:trace>
  <inkml:trace contextRef="#ctx0" brushRef="#br0" timeOffset="13595">32597 4259 7533,'-26'-13'-720,"14"6"-269,-3 2 989,23 5 0,9 0 0,7 4 0,3 3 0,6 0 0,-1 0 0</inkml:trace>
  <inkml:trace contextRef="#ctx0" brushRef="#br0" timeOffset="14563">33302 4801 7533,'-17'-13'899,"7"-5"-899,2 9 180,24-19-90,-5 6 0,15-11 0,-16 7 180,-2 8-180,-8 4 270,0 2-271,0 4 271,0-3-270,0 9 90,-16-3-270,-4 5 180,1 0-540,-21 17 91,19 10 359,-7 2 0,5 7 0,21-22-270,-6 16 270,8-14-360,0 20 360,0-26-270,16 19 270,-12-21-180,35 5 90,-33-7 0,41-6 0,-41-6 0,33-1 0,-35-6 270,12 6-270,-9-5 990,-5 5-810,6 0-270,-8 1-90,0 6 0,8 12 270,2-9-90,0 8 270,13-11-270,-11-6 270,13-18-180,1 1 45,-9-19 0,1-5-90,0 23 0,1-2-263,-1-14 0,0-7 1,-3 2 277,-4 12 0,-1 1 0,-1 1 120,5-12 0,-3 3-45,-4 3 0,-6 9 584,-9 21 271,-9 19-720,-3-2-1,3 15 1,1 8-180,1 6 0,2 1 0,3-5 0,1 3-233,-1 4 1,0 4-1,6-3-127,10 0 1,2-2 314,-11 4 0,2-2-585,15-4 0,3-6 676,-5-6-46,7-5 0,3-7 0,15-28 0,-10 4 0,-1-1 0</inkml:trace>
  <inkml:trace contextRef="#ctx0" brushRef="#br0" timeOffset="17000">11077 3046 7263,'0'-15'809,"0"-2"-899,0 16 180,0-11 180,0 5-450,0 1 270,0-6-90,0 10 180,0-9 0,0 4 0,-8 0-180,6 1 450,-5 6-450,7 0 270,0 0 89,-8 6 91,6 18-270,-6-1-45,7 8 0,2 3-45,-1 5-975,0-2 0,0 6 0,0-4 930,0-10 0,0 1-23,-1 5 1,-2 7-1,1 0 1,0-6-68,1-3 0,0-1 75,-1 9 0,-2 5 0,2-7-39,2-12 1,0-2 98,0 15 0,0-2-90,0-7 180,0 10-180,0-26 180,0 3-90,0-11-450,0-1 0,0-6 2739,0-6-2919,0 5-696,0-17 696,0 16-629,0-27 719,0 25 450,8-25 0,2 9 0,8-14 0</inkml:trace>
  <inkml:trace contextRef="#ctx0" brushRef="#br0" timeOffset="17750">11060 3020 10591,'17'-14'809,"24"3"-449,6 11-495,-4 8 0,1 1 135,-19-8 0,1 2-45,16 16 0,-4 2-44,-15-9 89,-3 9 0,-6 5 44,-16 0 1,-4 0-45,2 18-1639,-22-2 1,-3-1 1613,12-8-35,-7-9 0,-7 1 1,5-2-1483,1 7 1452,-3-11 0,-1-1-275,1 7 365,9-11-89,-20 4-91,33-11 86,-33-1-176,35-12 2087,-12-1-1997,16 0 977,0-4-1427,0 10 805,8-11 1,9 5 0,11-6 0</inkml:trace>
  <inkml:trace contextRef="#ctx0" brushRef="#br0" timeOffset="19349">11924 3072 5914,'10'7'1349,"-2"-1"-1259,-8-6 449,0 0 91,7 0-90,-5 0-450,6-6 360,-8 5-271,0-5 271,0 0-90,0-1-270,0 0-180,0 1 0,0 6-90,0 0-90,-8 0 180,6 0 0,-5 0 90,-1 0 90,-2 0-90,-8 6 270,1 1-90,-17 17-180,13-8 90,0 1 0,1 2 0,0 2 45,-1 3 0,1 1-45,6 5 179,-6 5 1,1 2-270,7 2 90,-1-5 0,1 5 315,5 10 0,4 1-510,-1-18 1,0 0 164,3 8 0,2 4 0,-1-9 120,0-2-180,7 3 0,2-2 0,-5-9-360,19 18 180,-13-23-90,23 4 180,-19-15-540,25 8 451,-35-16-692,20 5 62,-15-6-900,1 6 1709,6-5 0,-30 11 0,2-5 0</inkml:trace>
  <inkml:trace contextRef="#ctx0" brushRef="#br0" timeOffset="20950">12365 3278 5824,'27'-7'1169,"-9"2"-809,-10 5 90,-8-6-3727,8-2 3291,-6 1 1296,13-4-1220,-13 9 269,14-9-269,-14 9 180,6-4 0,-8 1 3006,0 3-2530,0-9-297,0 10-269,0-5 0,0 0 0,0 5 0,0-5-360,0 6 0,0-6 90,0 5-269,0-5 179,-8 6 0,-2 0 90,0 0 90,-5 6 0,13-5 0,-22 11 0,20-11 0,-19 11 0,13-11 539,-8 16-539,8-14 90,-13 20-90,11-20-90,-13 25 1,7-23 89,0 29 179,-15-1-89,12-3 45,4-2 0,0-2-135,0-9 135,3 8 0,2 3 45,0-4-135,-1 8 0,3 2 45,8-2-90,-6 3 0,0 1 90,6-4-90,-2 1 0,0 0 0,4-3-270,0 19 270,8-28-270,2 15 270,0-26-90,13 19 180,-11-27-90,14 16 540,-1-17-540,-5 5 180,5-23-180,1 7-45,-9-12 0,1-4 0,0 8 0,1 1 135,0-6 0,-3 0-90,2-8 809,-10 18-809,-8 1 450,0 10 0,0 8-540,0 3 0,-8 27-90,-2-19-720,0 25 541,3-27-721,7 21 720,0-20-1618,15 14 898,-11-10 720,12-5 360,-8-4 0,-6-28 0,6-5 0</inkml:trace>
  <inkml:trace contextRef="#ctx0" brushRef="#br0" timeOffset="21334">12224 3821 5824,'0'-8'2428,"0"-3"-1618,-8 4-450,6 0 449,-14-5-449,14 10 360,-6-9-541,8 9 991,0-9-810,0 10 269,16-11-719,4 10 270,7-4-765,1 6 1,1 0 224,12 0-405,-7 0 1,1 0-586,-4 0 1,-1 0 15,9 0 1334,2 0 0,-16 0 0,3 0 0</inkml:trace>
  <inkml:trace contextRef="#ctx0" brushRef="#br0" timeOffset="21866">12665 3175 7533,'-18'-39'2248,"16"6"-2068,4 14 810,16 7-810,-1 12 629,17 6-629,-13 1 45,8 6 0,-1 4 45,-4 6 134,5 8 1,-2 4-1061,-5 4 836,-10-7 0,0 8 0,-3-5-225,-2-7 0,-4 0-45,-3 15 0,-3 7 0,-2-6-1021,0-11 0,-1-2 1066,-5 14 0,-4 1-405,-4-3 0,-3-1-159,7-12 0,0-1 1,-2 1 338,-5 4 0,-2-1 0,-1 0-90,2-1 0,-1-2 1,1-4 269,-1-8 0,1-2-405,1 4 1,3-5 134,1-13 360,0 15 0,1-26 0,-1 1 0</inkml:trace>
  <inkml:trace contextRef="#ctx0" brushRef="#br0" timeOffset="31416">18468 3652 12660,'0'-21'809,"0"4"-809,0 11 0,0 5-270,-8-11-179,6 11 629,-6-5 0,8 12 449,-3 17 1,-2 7-450,3 11-992,0-1 0,0 9 0,-1-6 857,-1-11 0,0 1 45,1 2 0,1 7 0,0 0 0,-1-7-318,-2-2 0,0-1 228,0 9 0,-1 5 0,2-7 0,2-12 0,2-2 45,-5 10 0,2-3-45,3-4 223,0-4-223,0-17-90,0-1 180,0-6 2401,0-6-3301,0-1 513,0-12-602,0 11-900,0-15 1349,0 14-604,0-9 694,0 11 0,0 1-1709,0 6 2069,0-6 0,0 5 0,0-5 0</inkml:trace>
  <inkml:trace contextRef="#ctx0" brushRef="#br0" timeOffset="31967">18433 3666 7533,'0'-33'2338,"0"7"-898,0 1-991,0 17 541,0-16-630,7 21 809,27-14-855,-8 15 1,3 3-225,-2-5 0,3 2 180,12 7 0,-2 2-90,1 1-90,-3 7 0,-2 1-1434,-4 0 1344,-10-2 0,-3 2 0,-9-2-358,2 14 0,-1 2 268,-7-1 135,-2 7 0,-4 0-135,-10-7 45,-14-1 0,-4-2-135,4-2 225,-2 1 0,-1-2-2935,2-8 2710,-1 10-225,-1-12 1,2-2 314,9-1 434,-18 2 1,1-1-345,20-4 0,-26 1 640,15-3-640,14-5 2565,-3 0-2745,15 0 1298,-8 0-4395,6 0 3035,25 6 1,9-4 0,-2 0-1,0 1 1</inkml:trace>
  <inkml:trace contextRef="#ctx0" brushRef="#br0" timeOffset="32550">19297 3666 7533,'0'-21'1709,"0"3"-1529,0 5 809,0 0-629,0 0-90,-8 0-90,-2 6-180,-7-5 269,7 11-628,-14-5 449,-3 12 89,5-5 1,-6 12 0,1 3 180,12 1 45,-13 14 0,-1 4-46,7 4-831,7-9 0,-2 4 0,0-2 607,2-6 0,1 1 105,1 11 0,1 6 0,2-6-151,0-10 1,2 0 90,1 14 0,2 6 0,1-7-90,3-15 0,0-2-540,3 9 0,1 4 1,0-5 179,1 11-990,16-14 1,-1-2 900,-13 0-991,26-3 1,-15-11 270,-5-6 1079,19 5 0,-27-16 0,12 2 0</inkml:trace>
  <inkml:trace contextRef="#ctx0" brushRef="#br0" timeOffset="33549">19297 4491 7533,'-10'6'2608,"-6"-4"-2428,15 3 90,-7-5 270,8-5-360,8-14-1,1-14 91,9-2-315,-6 8 0,1 0 45,7-3 0,-3-3 0,-1 0 0,4-5 180,-7 2 0,-1-1-90,6-6 90,-5 9 0,0 1-270,-2-3 225,1 6 0,0 0-135,-2 0-90,7-13 180,-7 23-90,-2-5-180,-8 11 90,0-10 90,0 15-90,8-8 90,-6 15 0,6-3 0,-8 5-270,0 0 270,0 5 270,0 8 0,0 8 90,-8 16-360,6-14 90,-6 13 89,8-5 271,0-2-270,0-2 0,0 0-270,0 3-90,0-2 0,0-1 0,0 1-179,16 10 359,-13-18-360,21-7 180,1-42 180,-10 9 0,0-3 0,3-7 0,-1 0-94,-3 4 1,-2 1 228,-3 0 0,-1 2-45,10-7 45,-5-5 0,-1-2 45,8-2 45,-3 1 0,-1-2 44,-6 14 1,0 3 0,15-17 270,-15 11-540,-2 28 90,-8 1 546,0 30-456,0-6-90,0 19-1085,0-17 1085,0 0-90,0 0 0,0 2 0,0 4-45,0 2 0,0 1 0,0-1 0,0 0-45,0 8 0,0-6-90,0-12-90,8 23 90,-6-30-989,6 1 539,0-12-1703,-7-6-5,15-6 1888,-14 4 450,6-9 0,0-8 0,2-8 0</inkml:trace>
  <inkml:trace contextRef="#ctx0" brushRef="#br0" timeOffset="34034">20091 3433 7533,'9'-7'2878,"-1"-5"-2698,-8 11 899,0-10-719,0 9 360,16 14-540,-4-2 224,4 12 1,1 3-225,3-1 90,-7 5 0,1 8 0,0-2-1,1 1 1,-1 2-392,-3 2 0,-2 3 1,-1 1 301,-2-2 0,0 1 0,-3-2-90,-1 2 0,-4 0 119,-1 1 1,-3 3 0,0-6-255,0-14 0,0 0-45,-4 8 0,-2 4 0,1-5 0,-9 6-1549,4 2 1,-1-1 984,-3-9-184,0-2 1,-1 0 657,-1-7-360,-1-1 1,-3-3-540,-3-9 719,2 7-1149,3-17-470,14 0 2710,0 0 1,-5 6 0,5 2 0</inkml:trace>
  <inkml:trace contextRef="#ctx0" brushRef="#br0" timeOffset="51563">11412 13100 6993,'-19'0'270,"3"0"-90,8 0 449,6-6-89,-6-1 180,8-6-630,0 6 0,0 1 269,-7 6-269,5 0 0,-14 0 90,14 0-180,-6 6 270,0 24 0,6-6-180,-5 20 90,2-8 0,2 5-1728,2 6 1,0 2 1577,-2-14 0,0 2 0,1 0 59,1 10 1,2 2 0,-1-6-752,0-11 1,0-2 706,0 12 0,0 1-405,0-11 0,0-3 450,0 10-241,0-5 1,0-2 240,0-10 1793,0 15-1883,0-29-90,0 4 1786,0-7-1696,0-3 1520,0 3-1430,0-5 610,0 0-700,0-5-450,0 3-989,-8-9 1169,6 10-719,-6-5 449,8 0 180,0 5-989,0-11 360,0 5 989,0-6 0,8-17 0,2-4 0</inkml:trace>
  <inkml:trace contextRef="#ctx0" brushRef="#br0" timeOffset="52095">11254 13126 7533,'0'-22'1259,"0"-7"-719,0 15-360,7-6 629,3-10-359,16 3-360,-7 0 90,7 2 90,15 7-181,6 9-134,-19 3 1,-1 1 44,16 5-180,-14 5 0,-1 1 90,-3 3 135,8 9 0,-1 5 0,-16-3 0,-3 2 0,2 1 0,-2 1-354,3 19 489,-16-23-90,0 5 0,0-5 180,0 23-270,-16-13 135,3 1 0,-2-2-135,-6-5 45,-13 6 0,-3-1-45,16-12 0,-1-3 0,-17 3 0,0-1 0,-6 1 0,4-11 0,21-5-450,2 5-1079,10-6 488,16 0 771,-6 0-1979,30 5 1890,-11 2 359,7 0 0,-2-3 0,2-2 0,21-2 0</inkml:trace>
  <inkml:trace contextRef="#ctx0" brushRef="#br0" timeOffset="52679">12118 13152 7533,'-10'-14'1439,"2"-4"-1259,8 11 180,-8-6-181,6 6 541,-5-5-810,7 11 180,0-11-90,0 11 0,0-5-90,0 6 0,-8 0 0,6 0-180,-14 0 180,14 6-269,-21 13 359,11-3 90,-9 4 0,1 1-1,6 2 181,-13 9 0,-1 2-180,12-1 120,-1-4 0,-4 6 0,3-4-120,6-8 0,2 1 0,-7 9 0,1 3-1,6-5 1,2-2 0,-2 2-818,3 18 728,7-23 90,0 0-90,0 0-45,-1 0 0,2 2 135,2-3 0,1 1-45,-4 3 0,2 0 45,9 3 0,2-3-180,-1 0 90,13 9 90,-15-26-450,13 0 279,-3-5-909,15 0 721,-15 5-181,-4-10-180,-9 4 360,3-6 270,8 11 0,-16-2 0,-4 9 0</inkml:trace>
  <inkml:trace contextRef="#ctx0" brushRef="#br0" timeOffset="53131">12224 13371 7533,'0'-20'899,"0"7"-629,-8 2 180,6 9-450,-6-4 270,8 6-450,0 18 360,0-8-90,0 32 89,0-20-44,0 5 0,0 1-135,0 2 135,-4 3 0,0 0-45,2 4-45,-2-12 0,0 0 135,4 18-90,0-14-45,0-2 0,0 1 135,0 8-90,0 13-810,0-15 270,0-14 270,0-9-1169,0-11 1079,0 0-719,8 0 179,-6-6 810,6 5 0,0-17 0,2 4 0</inkml:trace>
  <inkml:trace contextRef="#ctx0" brushRef="#br0" timeOffset="53547">12206 13423 7533,'-10'-28'1889,"2"4"-810,1 6 0,5-2-629,-6 5 180,16-8-540,-6 20 90,5-14 0,1 15-1,2-9-89,16 4 90,-7-6-3457,22 0 2263,-19 6 339,2 1 0,1 0 46,-4 5-114,4-5 1,-1 0 472,-2 5-225,7-4 1,-1-1 224,-12-2-358,15 1 449,-31 1 1442,0 6-2073,0 6 1724,-8 1-914,-2 6 0,-15 11 0,-7 5 0,-1 3 0,0 0 0</inkml:trace>
  <inkml:trace contextRef="#ctx0" brushRef="#br0" timeOffset="53813">12259 13513 7533,'-20'28'1439,"-3"1"-989,13-14 179,0 3-449,2-11 720,8-1-720,0-6 449,0 0-449,8 0 720,10 0-900,9-11-450,1 8 360,-3-9-720,1 7 451,-7-2-631,15-6-1169,1 6 180,2 1 1979,-9 12 0,-21 6 0,-16 8 0</inkml:trace>
  <inkml:trace contextRef="#ctx0" brushRef="#br0" timeOffset="54349">12612 12984 7533,'-18'-21'1439,"8"-20"-899,3 30-271,7-14 181,15 14-180,-11 9 0,35 2-270,-33 8-90,41 4 180,-41 7 90,20 2 0,3 1 89,-13 10-59,1-7 0,4 3 0,-2 2-1661,-3 16 0,-3 0 1541,1-4 0,-1 2 30,-5-7 0,-2 1 0,-4-4-30,-5-6 0,-2-2-45,1 2 0,-2 1 0,-1 6 0,-3-2-545,-3-11 1,0 1 499,8 7 0,-1 1-554,-14-5 0,0-2 464,7 12-45,-15 3 1,-1 0 223,5-5-134,0 0 1,-1-2-619,6-5 303,-7-1 1007,1-2-647,5-9-720,-13 9 540,13-9-531,-5 3-458,15-5 1532,-6 0 0,6-6 0,-7-1 1</inkml:trace>
  <inkml:trace contextRef="#ctx0" brushRef="#br0" timeOffset="55769">11271 12545 6633,'-19'0'720,"-5"-6"-630,22 4-90,-6-3 0,8 5 539,0 0-89,16 11-360,-4-2-90,5 10 0,15 17 90,-11-8 0,3 2-539,2-3 0,5 4 503,-8-5 0,3 6 0,2 2 0,0 0 0,-2-1-783,2 3 0,-1-1 1,-1 0-1,1 1 765,-4-4 0,1-1 0,0 1 0,-1 1 0,0 1-18,1 4 0,1 3 0,-2 0 0,-1-3 0,-2-5-338,6 7 0,-1-1 387,-2-3 1,4 7 0,-1-2-1,-2-5-22,1-2 0,1-1-68,-1-1 1,4 3 0,-1 0-1,-4-5 68,-6-1 0,1-2-105,11 9 0,6 2 0,-6-4 60,-13-11 0,-1-1-30,8 0 0,4 1 0,-5-1 30,0 13 315,7-11 0,-5 0-45,-19-1-90,25 7-59,-21-12-31,0-3 270,14 15-450,-13-14 533,15 14-443,-1-4-180,-13-11 2834,4 14-2834,-16-26 767,8 8-767,-6-11-432,5-6 342,-7-1-1619,8-17 1529,-6 8 360,6-2 0,-24-11 0,-3 1 0</inkml:trace>
  <inkml:trace contextRef="#ctx0" brushRef="#br0" timeOffset="56366">11130 14636 7263,'-19'0'-90,"-5"0"0,22 0 180,-6-6 360,24-7-181,-4-7 136,5-4 0,7-6-46,0 0 1,4-5 0,1-1 0,-2 1-1206,-2-3 0,-1 2 0,5-5 980,-6 11 1,4-3 0,3-4 0,1 0 0,1-1 0,-2 2 0,-1 2 0,-4 3-23,4-5 1,-3 5-1,-1-1 1,5-4-91,-2 4 1,4-4-1,3-3 1,1-1-1,0 0 1,-1 1-1,-2 3 1,-5 5-579,2-4 0,-4 5 1,-1 1-1,3-2 502,5-3 0,3-2 0,0-1 0,0 1 1,-4 2 53,-4 2 0,-2 0 0,-1 2 0,0 1-264,3 0 1,0 1 0,2-3 245,-3 1 0,2-4 0,1-1 0,-1 1 0,-3 4-72,-1 3 0,-2 3 0,2-2-45,3-7 0,4-4 0,-2 0 0,-5 6-90,-3 4 0,-3 1 90,8-8 0,-5 1-224,-4-5 269,0 17 90,-8-9 180,-3 21 1439,-7-2-2518,0 11 2272,-7 11-1643,5-2 639,-6 10 1,16-24 0,1-3 0</inkml:trace>
  <inkml:trace contextRef="#ctx0" brushRef="#br0" timeOffset="71980">19650 6299 10501,'0'-13'360,"15"0"-180,-11 5 0,43 3-360,-31 5 180,23 0 0,2 0-180,-13 0 45,20 1 0,0 3 135,-21 4-45,18 0 0,-2 2 45,-17 4 0,7 3 0,-1 2 0,-11 15 0,5 1 0,-18 1-90,-8-4 90,0-4 135,0 10 0,0 2-45,0 7-677,0-13 1,0 1 676,0 8-90,0-10 90,0 8 0,0 2-135,-1-15 0,2 1 75,1 14 0,1 7 0,-1-6-120,-1-12 0,0-1 120,2 2 0,0 2 0,-1 0-75,-2 14 0,0 2 105,5-9 0,1 2 0,-1 1 7,-3-8 1,-2 2-1,0-1 1,2 2 89,1 4 1,2 2-1,0-1 1,-3-4-113,-1 10 0,-2-3-15,1-13 0,0 0 0,0-3 104,0 1 1,0-3-90,0-6 0,0 2 45,1 23 0,-2-1 0,-6-1-120,6-11 0,2 5 0,-3-5 75,-6-12 0,0 1-105,6 13 0,3 5 0,-2-5 60,-7 5 0,5-8 0,1 6 0,-1-5 0,-6 5 0,5-5 0,2 5 0,-2-4 45,-4-13 0,0 0 45,6 13 0,2 5 0,0-2-415,-4 2 0,0 0 355,4-9 0,0 3 0,0-1-60,0 3 0,0 1 0,0-4 75,0-3 0,0 1-105,0 2 0,0 4 1,0-6 59,0 8 29,2-9 1,2 4 0,-2-3-75,-1-1 1,0-1 44,6 10 0,2 3 89,-4 1 1,0-3-45,-1-16 0,1-1 0,0 14 0,-2-1 135,-3-7-135,0-4 0,0 1-135,8 16 90,-6-14-45,6-2 0,0-2 45,-6-9-406,13 30 406,-13-30 45,2 8 0,0 3 135,-4 14 0,0-1-45,0-13 0,0-2 135,0-9-91,0 18 91,0-20 1075,0 4-1166,0-12 1109,-23-1-1378,17-6 0,-34 0 0,29-6 90,-13-2 0,-1-3 0,1-5-270,-4 0 0,-1 2-90,0 5-1034,4 3 0,-1 1 1034,-3 5 461,-5 11 1,32 21 0,4 16-1</inkml:trace>
  <inkml:trace contextRef="#ctx0" brushRef="#br0" timeOffset="72934">21026 7369 7533,'9'-19'1169,"7"0"-989,-14 6 989,14-6-359,-14-1-630,5 0 90,-7 1 89,0 7 1,0-1-180,0 6-360,-15-5 360,3 11-540,-29-5 270,11 6 0,6 2 0,-2 2-90,-20 8 135,8 3 1,0 2 66,13-4 0,-1 3 188,-4 4 0,-2 3 0,4-1-377,7-3 1,1 2 375,-5 7 1,-2 4 0,4-2-75,6-8 0,3 2 45,-1 8 0,0 5 0,4-5-90,1 16 59,6-15 1,1 5 0,2-2-60,8 12 0,2-3-45,-9-5 0,4-1-195,9-5 0,5 0 0,-2-7 240,-1-3-495,20 4 1,3-3 314,-13-7-180,15-3 0,1 0-269,-16-2 224,12-6 0,-1-1-225,-13 0-495,2 3 1,-1 0 315,-4-6 719,-2 8 0,-3 1 0,-5 2 0</inkml:trace>
  <inkml:trace contextRef="#ctx0" brushRef="#br0" timeOffset="73752">21273 8041 7533,'0'-35'1889,"-8"-7"-630,-10 15-899,6 6-180,-11-8-1,13 21-448,-8-5 269,1 7-90,-1 6 180,8 0-270,-21 6 90,25-5 90,-33 22 180,27-13 179,-13 20-179,7-10 270,5 1 0,0 2-270,-6 12-180,1 10 0,9-20 0,3-2 90,4 2-90,1 5 0,2-1 0,1-11-225,13 6 0,1 0 135,-10-9-225,16-1 0,3-3 225,-11-4-269,35-7 539,-28-7-315,4-4 0,-1-3 405,-2-7-46,3-9 1,-1 0-225,-11 2-337,4 1 0,-2 1 607,-13 6-180,6-6-496,-1-5 586,-5 3 90,6 3 449,-8-6-449,0 16 450,0-4-630,0 14-360,0 5 450,0 5-180,0 14 90,0-4-990,0 27 360,0-25-269,8 31 539,-6-31 725,6 13-545,0 0-90,9-1 270,-5 4 355,19-14-355,-19-13 180,29-24-90,-27 8 0,11-15 0,-3-3-180,-16 2 270,13-7 0,1 0-270,-8 3 314,4 4 1,1 3 135,-5 8 629,4-8-539,-9 38-720,-5 13 0,6 2-315,-7 0 1,-2-1 44,1-5 180,0 19-2068,8 0 539,2-7-1478,8 8 1543,-1-24 1734,-7-3 0,21-44 0,-1-3 0</inkml:trace>
  <inkml:trace contextRef="#ctx0" brushRef="#br0" timeOffset="74501">22137 7189 7533,'-10'-13'1169,"-14"0"-1079,21 6 270,-13 1-180,16 6 2338,-8 40-1933,7-9 0,0 6-645,-1 7 0,-2 5 0,2-2-246,2-12 0,0-3 0,0 3 193,0 5 1,0 3 0,-1 1-1,2-5-157,3 12 1,0-3 179,-4-12 0,0 0 0,2-1-90,10 13 0,0-6 90,-9-12-324,21 12 504,-22-34 539,6 4-449,-8-12-90,-8-18 0,-2 2-450,-7-15 271,7 11-1,-14-10 90,12 14 359,-13 2 1,-6 4 810,-18 14-946,21-5 1,1 5 225,-4 14 0,5 5-180,4 2-347,1 2 1,1 0 76,8 2-167,-1 14 0,3 3 122,12-21 0,2 0 45,-9 15 0,4 0-225,15-10 0,3-5-134,5-1 179,3-4 0,1-4 0,-5-9-135,15 1 0,-1-4 225,-16-9-270,29-2 1,1-4 89,-22-6 60,0-3 0,6-4 0,-5 3 120,5-6-60,-8 1 0,1-5 0,-2 5 330,7-7 0,-5-7 0,-3 2-90,-3 12 270,-10-1 0,-2 1 89,-1 11-269,-7-10 1260,0 19-991,0 0-179,0 6 1706,-7 0-1617,5 0 654,-14 11-923,14 3-1,-14 6-89,14-1 270,-6 0-1079,1 18-1,5-7 180,0 6 1,4 0 359,7-3-225,2-1 1,4 1-361,6-8 1,1-3 584,9 7 270,-6-7 0,-1-9 0,12-46 0,-14 14 0,1 0 0</inkml:trace>
  <inkml:trace contextRef="#ctx0" brushRef="#br0" timeOffset="74866">22384 7847 8342,'-18'-7'1709,"8"-4"-1799,-5 9-90,13-4-449,-6 0 629,16-1 0,25-11 0,-9 8 0,-1-1 0</inkml:trace>
  <inkml:trace contextRef="#ctx0" brushRef="#br0" timeOffset="75397">23054 7421 7533,'-16'-30'809,"12"18"451,-19-16-991,21 26 91,-6-9-270,8 10 270,0 18-270,0 0 135,0 20 0,0 3-866,0 2 611,2-5 0,0 6 0,2-4-765,1-11 0,0 0 585,0 19 0,1 7 0,0-6-285,3-15 1,0 0 44,-2 4 0,-1 7 0,1 0 1,-1-8 179,-1-7 0,1 0 270,4 13 0,0 6 0,-6-7 0,-10-14 0,-2-1 0,2 14 0,0 1 0</inkml:trace>
  <inkml:trace contextRef="#ctx0" brushRef="#br0" timeOffset="75747">22983 8195 7533,'-8'-49'60,"-1"1"0,3 6 0,2 7 2998,4 10-2878,10 11-180,7 1 270,-7 2-91,17 7 1,1 1-180,-8-10-689,16 8 0,0 2 689,-14-2-45,17 1 0,2 2 135,-11 0 0,7-1 0,-2 0-90,-15 3 958,5 0-779,-7 0 181,-8 0 630,-3 0-900,-7 0 359,0 0 594,0 6-504,0 7-441,0 2-278,0 26 1,0-22-406,0 18 0,0 2 405,0-10-540,0 11 1,0 3-181,4-15 1,0-2 449,-2 23-584,9-18 0,2-3-226,-1-11 1260,13 7 0,-7-35 0,-1-10 0</inkml:trace>
  <inkml:trace contextRef="#ctx0" brushRef="#br0" timeOffset="76545">23865 8054 7533,'-9'-13'1169,"-15"-12"0,12 4-809,-5-5 720,-7 8-1170,12 10 359,-21 8-448,14 8-1,-3 8 0,2 3 0,7 6-270,-8 12 0,2 3 91,16-6-1,-6 11 0,2 0 90,7-13-30,8-2 0,4 6 1,-1-7 209,5 1-842,7 1 0,3-3 842,1-15 0,1 0-294,21-6 204,-26-7 630,10-12 0,-1-6-360,-9-12 389,-6 2 1,1-5 0,-4 3-210,-2-18 0,-3 2 0,-2 1 359,-7 9-89,-4 0 0,0 1-360,2 7 134,-13-6 1,-1 4-45,10 18-524,-26-16 164,23 26-809,-1-3 719,2 5 1258,8 0-1977,8 5 1489,2 3-1849,23 10 1079,-4 2 90,-1 0 180,11 10 359,-33-20-224,17 9 0,1-3 405,-18-12 146,13 14 0,1 4 124,-8-4-810,5 13 359,-9-1-449,-8-8 180,0 3-90,0 11-450,0-7 270,0 4-1169,0-8 630,16-18 449,-12-7 270,19-13-180,-5-19 180,-1 5 0,1-4-1232,1-2 0,0-1 1232,-2 1 0,1 0 180,-1 0 0,-1-1-312,2-5 1,-1 2 311,-6 12 0,0 3 899,9-11 0,-9 12-179,-17 27-810,12 3-225,-15 21 0,-5 4 225,10-3-314,-8 7 0,0 1-46,10-4-216,-2 1 0,1 1 216,10 3-180,2-4 1,0-1-2250,3-6 2604,13-4 0,5-7 1,3-25-1,1 2 0,1-1 1</inkml:trace>
  <inkml:trace contextRef="#ctx0" brushRef="#br0" timeOffset="77013">24765 8041 7533,'10'-13'989,"-2"0"-719,-1 0 629,3-6 541,8 5-901,-8-4-179,-2 10 180,-8 3-180,0 5-1,0 0 181,7 5-180,3 20-180,0-2-45,-5 4 0,-2 0 45,-3-3-900,0 8 0,0 1-809,0-7 719,0 7 1,0 0-540,0-9 224,0 3 1,0-1 585,0-9 539,0 8 0,23-31 0,7-8 0</inkml:trace>
  <inkml:trace contextRef="#ctx0" brushRef="#br0" timeOffset="77447">25030 8208 7982,'0'-20'2249,"0"7"-1709,0 8-90,0 5-540,7 0 270,3 17-540,8-7 270,7 14 360,11-28-270,-14-6 0,1-6 179,1-14 1,-3-4-180,-7 8 0,-1 0-808,5-11 1,-4 3 1257,-11 5-208,21-14 28,-22 21 359,6-3-449,-8 18 0,0 1-180,0 35 90,0-15-180,0 14 0,0 2-90,0-5 256,-1 7 1,2 2-1112,6-10 1,1 0 494,-2 3 0,0-1 90,6 0 1,2-3 141,3-1 308,9 2 0,17-45 0,-16 6 0,1-1 0</inkml:trace>
  <inkml:trace contextRef="#ctx0" brushRef="#br0" timeOffset="77947">25700 7989 7533,'-26'-3'3276,"7"18"-2235,1 13-1266,9 10 0,2 2 136,-2-4-588,3 4 0,2 3 407,4 4-180,3-17 1,4-1 269,10 11-270,2-17 1,3-5 179,10-7 180,-3-9 0,1-4-90,7-14 540,-11-15 0,-1-4-360,-6 19 0,-1-2-30,-2-15 0,-2-6 0,-1 5 389,1 12 1,0 0 0,-4-13 0,-2-7 0,-1 6-91,3-6 406,-5-3 0,-2 2-226,-3 17-179,0-10 438,0 30-528,-8 6-180,6 35-90,-14-15-90,9 9 0,1 10 0,2-1 180,-2 10 0,0 1-109,1-14 0,-1 1 0,1 2 311,1 4 1,0 4-1,0 0 1,0-2-937,1 2 1,-1-2-1,0 1 779,-2-9 0,-1 1 0,0 0 0,1 1-180,1 2 0,1 2 0,0-2 0,0-8-150,-1-5 0,0-3-120,-6 23 0,-2-6-135,2-23-719,-15 4 450,8-39-631,-15-16 1125,18 13 1,1-1-278,-5-2 0,2 1 592,0-9 0,-2 0 0,-1-4 0,0-3 0,0 0 0</inkml:trace>
  <inkml:trace contextRef="#ctx0" brushRef="#br0" timeOffset="78129">25118 7835 7533,'-9'-31'1349,"0"1"0,-1-8-1529,-5 20 180,5 18 0,-16 6 0,-1 1 0</inkml:trace>
  <inkml:trace contextRef="#ctx0" brushRef="#br0" timeOffset="78467">23319 7615 7533,'-20'0'2608,"-4"-6"-2608,23-1 0,32-29 0,-7 15 0,1 1 0</inkml:trace>
  <inkml:trace contextRef="#ctx0" brushRef="#br0" timeOffset="83099">13882 13655 7353,'-8'-14'360,"6"-4"-181,-6 17-89,8-11 0,0 11 0,0-5-90,0 6 1709,0 0-1529,0 6 0,0 1-90,0 0 90,0 11-90,0-10 0,0 22-90,0-8 180,0 26-90,0-17-1729,0 10 1,0 1 1613,0 0 25,0-7 0,0 7 0,0-6-140,0 7 140,0-9 0,0 5 0,0-6 90,0 1-45,0 3 0,0-2 45,0-12 179,0 7 271,0-17-450,0-6-90,0-1 3276,0-6-3499,0-6 342,0 5-838,0-5 539,0 6-607,0 0 0,8 0 0,2 0 0</inkml:trace>
  <inkml:trace contextRef="#ctx0" brushRef="#br0" timeOffset="83634">13917 13590 7533,'-8'-24'1169,"-2"14"90,1-13-899,1 16 630,0 0-721,6 1-269,-6 6 450,16 0-630,2 0 180,7 0-270,9 6 180,-14 1 0,11 0 1,-5 5-181,1-5-45,8 6 0,3 4 270,-2 2 0,1 2 90,8 5 0,-1 1 0,-13-4 0,-1 0 180,0 2 0,-5-1-45,-13-1 359,4 24-449,-18-30-135,-6 5 0,-1-2 135,-5-10-270,-19 13 90,13-16 180,-7 0-180,9-1 0,1 0 90,-6-5 0,2 2 0,1 0 180,6-3-360,-27-6 270,36 5-629,-11-11 179,16 11-989,6-5 809,-5 6-1349,14 6 1529,-5 1 360,14 0 0,2 10 0,9-3 0</inkml:trace>
  <inkml:trace contextRef="#ctx0" brushRef="#br0" timeOffset="84233">14676 13539 7533,'9'-13'1799,"-1"6"-720,-8-5-809,-8 11-450,-1-5 270,-17 12-180,6-5-90,-5 11 90,7-5 90,-23 17 0,21-7 0,1-1 0,-18 13 90,8-3 0,3 1-90,10-2 180,-8 7 0,-1 1-180,6 5 90,5 5 0,2 4 0,3-11 0,1-1-169,2 3 1,2 2 33,-1 4 0,2-3-135,3-3 180,7 5 0,2-2-270,-6-14-45,13 9 1,0-2 134,-12-15-45,14 2 0,3-1-45,-7-5-629,27-3 899,-14-6 0,1-17 0,-3-4 0</inkml:trace>
  <inkml:trace contextRef="#ctx0" brushRef="#br0" timeOffset="84751">14852 13733 7533,'-8'-21'359,"6"8"-179,-6 8-90,8 5 900,0 0-810,0 5-90,0 2 0,0 18 0,0-9-1,0 26 1,0-25 0,0 11 0,0 2 90,0-4 180,1 18 0,-2 7-225,-2-7 0,-2 1-148,4-9 0,1 3 1,0-1-18,-3 3 0,0 0 0,1-4-15,1-7 0,2-3-135,-3 2 0,4-5-989,6-11 899,-7-5-1169,7-3 1169,-8-5 347,0-5 0,8-20 0,2-9 0</inkml:trace>
  <inkml:trace contextRef="#ctx0" brushRef="#br0" timeOffset="85100">14834 13810 7533,'-17'-20'180,"7"-5"989,-6 11-539,14-5-271,-6 12 631,16-10-540,2 8-91,8-9 91,15-1-270,-11 5-540,19 1 360,-22 7 90,7 6-450,-1 0 270,-5 0-899,29 0 719,-26 0-585,12 2 1,3 2-1215,3 3 1620,4 6 449,-21 0 0,-64 17 0,16-13 0,-1 1 0</inkml:trace>
  <inkml:trace contextRef="#ctx0" brushRef="#br0" timeOffset="85334">14834 14068 7533,'-27'8'2788,"9"-3"-2248,18-5 629,34-11-1169,-11 8 90,13-11 0,1-1 0,-4 11-765,0-8 1,1 0 224,3 5 450,-12 3 0,1 1 0,19 9 0,-19 1 0,1 0 0</inkml:trace>
  <inkml:trace contextRef="#ctx0" brushRef="#br0" timeOffset="86916">15540 13577 7533,'0'-6'180,"0"-6"-1,0 11 271,0-11-360,0 11 360,0-11-270,0 5 90,0 0-180,0 1 269,0 0-269,0 5 270,0-5-270,0 6 180,0 0-180,0 6 90,0 18-90,0-1 90,0 14 0,0 4-91,0 6-1148,0-3 1,0 8 0,0-5 1103,0-7 0,0-1-15,0 1 0,0 2 0,0-1-525,0-4 0,0-2 0,0-2 495,0 3 0,0 1-60,0 5 0,0 3 0,0-4 15,0-7 0,0-2 0,0 13 0,0-4 45,0-6 629,0-5-539,0-17 0,0-6 2449,0-1-2449,0-18-37,0-8-2301,8-13 2248,2-6 0,-1 17 0,-1 5 0</inkml:trace>
  <inkml:trace contextRef="#ctx0" brushRef="#br0" timeOffset="87684">15787 14313 7892,'-10'-13'1710,"-6"0"-1441,14 6 811,-13-4-720,13 4 359,-6-6-629,8 0 360,8-23-90,9-6-270,-5-5-45,8 8 0,-1 1-45,-13-2 59,8 9 1,5-4 0,-5 5-2428,-8-11 2413,5 12 0,2-2 180,-4 3 0,-3 1 45,-2-23-270,4 20 0,0 1 90,-8-2-180,0 19-1349,0 12 1349,0 12-270,8 19 180,-6 0-45,9 1 0,1 1 135,-8-1 45,4-7 1,0-1-136,-8 2 2727,16 11-2772,-7-11 1,1 0 134,3-4 0,2-2-45,5 4 0,1-10-2717,8-31 2852,6-2-610,-19-18 1,-6-3 609,0 5 45,2-12 0,-1-1-45,-7 14 180,8-5 0,0 1 0,-10 13 104,5-11-14,-7 29 180,0 1-90,0 35-271,0-10 91,8 24-360,-6-11 91,6-5-91,-8 0 0,0 0 180,8 11-180,-3-2 0,0 1 180,4 0-90,0 0 0,-2-2 2438,-5-9-2393,5 4 0,2-2-135,1-11 1924,7 19-2824,-7-15-124,-2-7 664,-8-3-899,0-5 1079,0-5 360,0 5 0,8-12 0,2-1 0</inkml:trace>
  <inkml:trace contextRef="#ctx0" brushRef="#br0" timeOffset="88151">16510 13229 7533,'0'-23'3058,"24"19"-2698,-19 26-1,22 9 1,1 4-180,-12 5-1061,1-4 0,5 7 1,-4-3 970,-7-9 0,-1 1-90,2 0 0,-1 4 0,0 0 60,-4 0 0,-2-1 0,0-1 108,1 2 0,-2 2-191,-1 4 1,-1 7 0,0 1 0,-1-6 51,0-6 1,-1-4 0,-1 2-120,-1 8 0,0 2 1,-2-2-1,-1-8 0,-1-1 0,-1-6 0,-4 5 0,-9 6 0,1-2-90,5-8-135,-10-2 0,-1-1-44,3-5-856,-1-1 1,-3 0 1214,-11 6 0,11-15 0,-1-2 0,1-2 0,-1 1 0</inkml:trace>
  <inkml:trace contextRef="#ctx0" brushRef="#br0" timeOffset="90666">20796 13397 7533,'-10'-21'989,"-5"-2"-989,13 16 810,-6-1-540,8-3 269,0 9-629,0-4 540,0 18 449,0 37-1015,0-9 206,0-9 0,0 6 0,0-3 0,0-8 0,0 1 0,0 12 0,1 7 0,-2-5-203,-3-12 1,0 0 112,3 11 0,1 5 0,-1-6-90,-7 8 135,8-3 0,0-3 45,0-11-305,0 12 305,0-34-899,0 3-900,0-11 555,0-17 524,0 13-491,0-24 671,0 19 476,0-10 1,0-28-1,0 19 1,0 0 0</inkml:trace>
  <inkml:trace contextRef="#ctx0" brushRef="#br0" timeOffset="91084">20690 13384 7533,'0'-49'449,"0"7"1081,0 18-1171,0 8 1081,0-14-361,24 16-899,-18 1 360,41 7-361,-26 12-134,4 2 0,1 3 135,12 10 45,-8 3 0,-2 1-801,4 11 531,-7-3 0,-1 2 52,-5 1-142,-5 1 1,-2-2 134,-2-3-135,-8 1 0,-4 0-45,-8-3 180,-2-8 0,-2-1 0,-5-1 0,-15-7 0,-9-7 0,4-6 180,9 0 0,1 0-450,8-6 299,-11 4-119,23-3-720,-1 5-719,-6 0-90,22 0 989,-12 0 630,37 0 0,-2-3 0,3 0 0,14-1 0,0 0 0</inkml:trace>
  <inkml:trace contextRef="#ctx0" brushRef="#br0" timeOffset="91768">21572 13126 7533,'-25'-6'989,"5"-1"-359,-5-6-720,7 6 630,8 1-630,3 6 90,-1 0 0,6 0 0,-6 0 0,0 0-90,6 0 90,-14 6 449,14 12 1,-21 10-270,11-1 270,-13 15-360,15-20 269,-2 14 1,0 6-180,6-4 0,1 0-1819,-4 3 1,0 0 1625,4-4 1,2-1 102,3-4 0,0-2-196,0 14 151,4 4 0,0 0-135,-2-1 60,3-14 0,1 4 0,-1-5-59,-3 8 89,9 3 0,1-2-180,-8-16-135,10 10 0,3 1-1124,3 1 224,-2-11 1,-1 0 1214,3 5 0,-4-30 0,-16-9 0</inkml:trace>
  <inkml:trace contextRef="#ctx0" brushRef="#br0" timeOffset="92183">21713 13487 9062,'-9'33'809,"1"10"-719,3-15 0,2 2-625,2-3 0,0 1 670,-2 18 0,-2 0-270,1-17 0,0 0-105,3 6 0,1 4 1,-1-4 231,-3-8 0,1 0-397,5 17 0,3-3 45,5-13-539,0 2 629,-2-22 305,-8-14 0,0-37 1,0 12-1,0 0 0</inkml:trace>
  <inkml:trace contextRef="#ctx0" brushRef="#br0" timeOffset="92534">21696 13487 7533,'0'-46'3276,"0"19"-2415,0 4-51,23 27-630,-17-8-45,16 12 0,3 7 45,-3 1-1,3 7 1,1 3-360,3 4-736,-11-6 1,-2 1 1005,1 2-450,-7-2 163,-2 17 197,-8-18-90,0 25 90,-16-22-90,-11-1 90,5-13 45,-6-6 0,1-2-45,12-4-180,-13 3 0,-1-2 270,7-8-1439,-19-1-900,21-6 1979,3 6 270,9-4 0,31 15 0,7-2 0</inkml:trace>
  <inkml:trace contextRef="#ctx0" brushRef="#br0" timeOffset="93217">22278 13410 7533,'0'-34'449,"0"9"631,0 14-540,0 3-181,0 1 361,0 1-360,0 6-1,0 6-269,0 1 270,0 18-1516,0 15 0,0 4 1246,0-15 0,0 1 59,0 12 1,-1 7 0,2-2-906,1-7 0,1-1 0,0-1 846,2 10 0,0-1-180,-3-11 0,1 0 0,1-6-90,12 3-270,-14 10 180,14-20 1,-7 13 89,1-28-180,-2 3 90,-8-11 1639,0-5-1729,0 3 1953,0-15-2312,8 15 719,-6-21 0,6 14 0,-8-10 0</inkml:trace>
  <inkml:trace contextRef="#ctx0" brushRef="#br0" timeOffset="94351">22560 14133 7533,'-17'-13'1889,"7"5"-1709,2 2 1439,8-11-1709,0 2 90,16-23 0,-5 11 179,5-5 1,2-2-785,1-6 545,-6 7 0,2-7 0,-2 6 15,-2 9 0,0 1 135,3-12 0,1-6 0,-3 6 15,0-5 30,1 1 0,-3 2 134,-8 16 451,6-3-360,-8 20-90,0 10-1,0-3-898,0 20 629,0-6-450,0 27 360,0-14 0,0-2 0,0 0-180,0 4 180,7-1 0,2 0-179,3-6 44,0 6 0,1-1 225,5-10-180,-1 22 90,1-32 180,7 2 0,-13-22 270,20-21-360,-28-3 135,15-1 0,1-2-45,-14-6 179,9 1 1,1 1 51,-6 3-51,-2-2 0,1-1 449,1 9-629,-2-10 90,-8 32-630,0 28 181,0 4 179,0 7-360,0 2 360,0-16 0,0 11 360,8-17-270,-6 4 1079,6-12-629,-8 0-360,0 0 180,0-6-450,0 5 450,0-11-1260,0 5-359,-8 0 809,6 1 271,-6 6 538,8 0 1350,0 0-1529,0-6 90,0 5 90,0-5-270,0 6 900,0 0-451,0 17-89,0 28-270,8-6 45,-4 7 0,2 2-135,2-21 0,1-1-90,-3 14 0,-2 2-45,4-6 0,0-3 45,-6 9 90,6-4 0,-8-21 0,0-16-539,0 11 359,0-11-270,0 5 180,0-6-1079,0 0 1079,0-6-2159,0-1 361,0-11 1618,7 9 450,-5-8 0,14 4 0,-6-7 0</inkml:trace>
  <inkml:trace contextRef="#ctx0" brushRef="#br0" timeOffset="94984">23336 13139 7533,'-5'-26'689,"0"0"1,0-3 0,3 1 209,9-19 180,3 2-269,16 25 269,1 49-584,-9-3 0,-1 4-405,-2 2 0,-2 4 179,-4 3 1,-1 3 0,0-4-1786,2-5 0,-2-2 1606,-2 17 0,-2 3 135,0-4 0,0-2-225,-4-11 0,0 3-478,0 0 1,0 7 0,1 0 0,-2-6 567,-3 6 0,0 0-181,1-8 0,0 6 0,-1 2 0,1-1 0,-2-6-59,-1-2 0,0-4 0,-1 2 60,-1 7 0,-1 2 1,0-4-226,-3 6 0,-1-10 135,-7-16-725,-13 17 635,5-34-1079,-7 5 989,8-6-719,-7 0 899,15 0 843,-7 0-1473,9 0 1017,-1 6-207,8 1 0,2 0 0,8-1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4:24:05.01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15593 12377 7173,'-10'-7'989,"-6"-5"-449,7 5-270,-1-6-270,2 6-90,8 1 360,0 1-180,0 3 180,16-3-180,-5 5-90,15 0 89,7 0 1,8 2 0,10 1-45,-11-2 0,4-1 0,2 0 0,1 1-701,-6 0 1,2 0-1,0 0 1,1 0 0,-2 0 671,8-1 0,-2 0 1,1 0-1,2 0 38,-3 0 0,2 0 0,0 0 0,0 0 0,-3 0-241,2 1 0,-3 1 0,0-1 0,3 1 172,-6-1 0,2 0 0,2 0 0,0 0 0,-1 1 0,-1-1 87,2 1 0,0 1 0,-1 0 0,-1 0 0,1-1 0,-2 1 0,1-1 0,-1 1 0,-1 0 0,-1-1-5,0 2 1,0-1-1,-2 0 1,-2 0-39,2 0 1,-2-1 0,0 1 90,3 0 0,1 1 0,-4 0-120,-2 0 0,-1-1 45,4 1 0,2-1-45,8 3 0,-2 0-50,-17-3 1,1 1 19,5 0 0,4 0 0,-4 1-60,-10-2 0,-1 1 90,15-1 0,-2 0-90,-7-3 0,15 0 0,-5 0 0,-22 0 2884,-1 0-3154,-10 0 1790,-8 0-2060,8 0 376,-6 0-915,5-12 1079,-7 9-1079,8-14 1169,2 10 0,8-6 0,-1 0 0</inkml:trace>
  <inkml:trace contextRef="#ctx0" brushRef="#br0" timeOffset="586">18362 12184 7533,'-29'-20'-1709,"-3"7"1709,30 1 629,-5 5 271,7-1-630,0 3 179,15 10 1,13 14-225,-2-3 0,1 1-135,12 12 45,-12-6 0,3 1-90,0-4 0,0 0-1684,0 7 1,-1 0 1670,2-4 1,-1-1 191,-4 1 1,-3-2 45,-2 0 0,5 4-180,-18-18 0,-8-1 899,-24-6-719,3 5-180,-22-3 180,-1 9 2942,15-4-3257,-5 4 0,-4 3-270,1 1 0,-1 2-75,3 0 1,-2 1-1,1-1-1249,-11 5 1,4-2 1457,14-4 0,5-1-1798,1 8 1979,23-14 0,8 9 0,1-5 0</inkml:trace>
  <inkml:trace contextRef="#ctx0" brushRef="#br0" timeOffset="2383">16193 13345 7982,'0'-14'900,"0"2"-1080,0 12 90,0 0 720,0 18-91,0 20-449,0 0 90,3 1 0,1-1 0,-2-5-45,5 9 0,2 5 90,-1-4 0,2 0-91,3 0 1,1-1 0,-4 0 0,0-4 135,13 5-270,-21-27 270,14 13-180,-14-21 0,6 5-90,-8-7 90,0-6 450,0 0 269,15-17-360,3-6 1,4-6 0,5-4-270,-4 6 0,4-3 0,2-2 0,1-1 0,2-2 0,-1 0-495,-1 1 1,1-1 0,1-2 0,0-1 0,1 0 0,0-1 0,-1 1 0,0 0 325,0 1 0,0-2 0,0 1 1,0 0-1,0 0 0,-1 0 1,-1 0-1,0 1-63,0-1 1,1 0 0,-1 0-1,-1 0 1,-1 2 0,-2 1-1,-2 3-308,3-5 0,-2 2 1,-3 3-1,-4 3-360,-3-6 1,-2 8 449,2 9-2608,-23 18 2878,-1 7 0,-9 29 0,0 5 0</inkml:trace>
  <inkml:trace contextRef="#ctx0" brushRef="#br0" timeOffset="9900">13053 7872 7533,'-10'-19'359,"2"0"91,0 12-450,6 1 0,-5 12 90,7 1-90,0 6 90,0 0 180,7-6-270,-5-2 90,6-5 360,-8 6-180,0-4-181,0 9-268,0-9 269,0 9 269,0 8-179,3 4 0,2 4-90,3 20 0,2 2-857,2-5 0,3 4 713,-2-10 0,2 5 0,1 2 0,0-1 1,-1-5-751,-1 0 0,0-4 0,3 5 829,-3-5 1,2 3 0,2 4 0,1 2-1,0 1 1,-1 0 0,-1-2-52,0 2 0,-2-1 1,1 1-1,-1 1 0,0-1 1,1 2-1,0 0 127,0-2 0,0 1 0,0 0 0,1 1 1,-1 0-1,0 0 0,1 1 0,-2 0-31,0-3 0,-1 0 0,0 1 0,0 1 0,0-1 0,0 0 0,-1 0 0,-1-2 0,0 0 84,0 3 0,-1-1 0,-1 0 1,0-1-1,-1-1 0,0-1 0,0 0-186,1 0 1,-1-1-1,0-1 1,-1 0 0,0-1-1,-1 0 68,0 3 0,-2 1 0,0-2 0,0 0 0,1-3-36,0 1 0,1-1 0,0-2 0,-2-2-30,-1 1 0,-1-2 0,0-1-60,2 2 0,1-1 1,-1-1 39,0 5 0,-1 0 5,1 6 0,0-2 45,-1-12 0,0-3-90,4 15 90,2-26-90,7 25 90,1-23 1120,0 17-1120,-9-14 2271,-1-7-2811,-8-3 930,0-22-2548,-8-9 2188,-9-14 1,4 0-1,-2-5 1,-2-2-1,-1 1 1</inkml:trace>
  <inkml:trace contextRef="#ctx0" brushRef="#br0" timeOffset="10652">12876 8364 7982,'-25'0'2789,"13"0"-2429,-4 0 269,24-24-494,0-4 0,2-7-15,3-4 0,3-4 0,-2 2-523,-2-7 1,0 0 604,-1 12 1,2-3-1,0 0 1,-3 5 381,-4-3 1,-1 3-180,4-1 0,0 2-405,-1-7 935,-8 46-395,23 12-810,-17 4 45,19 1 0,5 2 90,-11-4 1,1 0-226,18 6 0,3-2-45,-12-7 0,-1-3 45,-3-5 1,1-2-941,15 4-1309,-12-5 2609,-1 0 0,-28 5 0,-20-5 0</inkml:trace>
  <inkml:trace contextRef="#ctx0" brushRef="#br0" timeOffset="21333">13247 9912 7533,'-10'6'1529,"-14"30"-1080,17 5 1,3 7-210,-2-12 0,-1 1 0,2 0-386,1-1 1,1-1 0,2 0 459,4 17 1,2-8 124,5-12 55,16-16 1,5-8-45,12-16-566,-12-14 0,7-10 1,2-6-1,-2 1 134,-8 5 0,0 0 0,-1-2 0,1 0 0,0-1-447,1-1 0,0 0 0,0-1 0,1-1 0,2-1 441,-5 2 1,3-3 0,0-1 0,1 0 0,-2 1 0,-1 3 0,-4 5 47,8-9 0,-4 7 0,2-5-315,-7 8 0,2-4 0,2-2 0,-1 1 1,-2 3-1,-4 6 120,9-9 0,-3 6-1484,3-7 0,-3 8 1676,-11 22 1,-17 32-1,-10 16 1</inkml:trace>
  <inkml:trace contextRef="#ctx0" brushRef="#br0" timeOffset="28100">13917 6931 7533,'-25'-19'-810,"-3"5"810,1 1 270,-7 1 360,15 11-181,-7-11-89,24 5-180,20-6-180,4 0 45,20 1 0,12 0-45,-19 5 0,3 1 0,3-1 0,3 0-362,-5 0 0,2 0 0,2 0 0,2 0 0,1-1 1,1 1-1,0 0 384,0 0 1,1 0-1,1 0 1,1 0-1,0 1 1,1-1-1,0 1 1,-1 0-3,-4 0 0,1 0 0,1 1 0,-1-1 0,1 1 0,-1-1 0,0 1 0,-1 1 0,-1-1-32,1 1 1,0 0 0,0 0 0,-1 1-1,-1-1 1,0 2 0,-1-1 0,-2 2-171,6-1 0,-1 2 1,-2 0-1,0 0 1,-3 1-1,-2 1 137,2 0 0,-2 2 0,-2-1 0,-3 2 135,12 4 0,-6 1 90,-12-4 0,-7 1-90,-9 6 0,3-6-180,-15-7 2482,0-7-2571,-8-12 1589,7 5-1410,-7 1-450,0 2-899,6 9 1349,-6 13 0,-8 17 0,7-5 0,-1 0 0</inkml:trace>
  <inkml:trace contextRef="#ctx0" brushRef="#br0" timeOffset="28572">15787 6453 7533,'-43'-18'899,"5"3"-989,11-3 360,11 5 90,24 6-450,2 1 90,15 18 225,6-3 0,5 1 14,-7 2 1,2 1 0,1 1-204,11 3 0,2 0 0,0 0 144,-1 1 0,-2 0 0,-2 0 30,-7-2 0,-2 1 0,-5 1-76,1 5 1,-11-1-45,-18 5-270,-20-5 1,-7-2-1,-12-3 120,12 1 0,-3 4 0,3-4-120,-14 3 90,17-4 0,-2 5 0,0-3-405,-9 1 1,3 1-226,11 2 0,3 1 720,-9-1 0,11-1 0,41 9 0,7-5 0</inkml:trace>
  <inkml:trace contextRef="#ctx0" brushRef="#br0" timeOffset="29205">14658 6053 7533,'-10'-7'0,"2"1"180,8 6-90,0 6 629,24 30-359,-6-6 0,2 6 0,3 4-775,-4-5 0,1 4 0,2 2 0,1 2 0,0 0 479,-1-6 0,0 3 1,2 0-1,0 1 0,-1 0 1,0-2-1,-2-1-82,2 6 0,-2-2 0,0-1 0,-1 0 0,3 1 33,-1-3 0,1 2 0,0 0 0,1-1 0,-1-3 0,-1-4 16,6 3 0,-2-5 1,2 1-145,-2-1 1,1 2-1,1 0 1,-1-2-721,7 1 1,-1-1-1,-2-4 743,-2-2 0,-3-3-90,1 1 1,-7-6-541,-16-14 405,12 9 315,-16-12 0,-16-18 0,-4-3 0</inkml:trace>
  <inkml:trace contextRef="#ctx0" brushRef="#br0" timeOffset="29518">14728 8041 7533,'-15'-37'409,"-1"0"1,0 0-1,14 2 1,5-4-1,2-4 1,4-1 0,1-2-1,3-1-278,-2 9 0,2-1 0,2-1 0,2-2 0,0 0 0,2-1 1,1 0-1,0 0 0,1-1 0,0 0-384,-2 4 1,2 0 0,0-1 0,1-1 0,1 0 0,0 0 0,0 0 0,1 0 0,-1 0 0,1 1 0,-1 1 0,1 0 0,-2 2 76,4-6 1,-1 2 0,0 0-1,0 1 1,1 1 0,-1 0-1,0 0 1,1 1 0,1-1-1,0 0 99,1 0 1,2-2 0,0 1 0,1-1 0,0 1 0,0 1 0,-1 1 0,-1 1 0,-1 3 0,-2 1-302,8-8 0,-1 3 1,-3 3-1,1 0 1,0-2 377,-4 2 0,1-1 0,0 0 0,0 1 0,-2 0 0,-1 1 0,6-7 0,-2 2 0,-1 1 0,-4 1 0,-4 3 0,-1 0 0,1-1 0</inkml:trace>
  <inkml:trace contextRef="#ctx0" brushRef="#br1" timeOffset="232530">27199 1058 7533,'-8'-27'270,"6"9"89,-5 12-89,7 0 360,0-1-90,7-6-91,-5 0-449,6 0-270,-8 6 180,0 30 45,-6 8 1,-4 8 73,2 4 1,-1 6 0,-1 1-379,1-7 0,0 2 0,-1 1 0,1-1 371,0-1 1,-1 0-1,1 0 1,2-4-930,0 2 0,1-3 1,1-3 906,0-1 0,2-4-154,3 6 244,0-14-90,0 7 0,0-23 683,0-1-683,0-6 2800,0 0-4149,0-6-292,0-1 1641,0-6 0,0 0 0,0 0 0</inkml:trace>
  <inkml:trace contextRef="#ctx0" brushRef="#br1" timeOffset="232963">27146 1045 7533,'-27'-27'1709,"9"-3"-450,2 10-899,15 5 179,1-7-449,1 19 270,31-20-180,-18 15 45,11-4 0,6-1-225,1 2 0,-1 2 45,-2-2 0,1 2-135,20-2 0,-2 3-90,-5 1-225,7 1 0,-2 1 136,-13 3-586,4 2 1,-5 0 584,-20 2-1529,9 21 1169,-23-13 630,-8 20 0,-9 1 0,-11 9 0</inkml:trace>
  <inkml:trace contextRef="#ctx0" brushRef="#br1" timeOffset="233199">27182 1355 7533,'-25'11'764,"1"0"1,-16 6-315,40-17 449,0 0-359,24-6-900,21-7 270,-4 4-135,-8 0 0,-1 1 45,-3 7 180,-4-2 0,1 0 0,4-2 0,1-1 0,5-1 0,0 0 0</inkml:trace>
  <inkml:trace contextRef="#ctx0" brushRef="#br1" timeOffset="233779">27693 684 7533,'-18'-44'-810,"1"9"675,5 11 0,-2-1 405,-2 2 0,-3 0-315,-5 1 0,-5 2-45,-14 2 0,-8 11-23,15 14 1,-4 8 0,0 4-1,-1-1-328,-2-1 0,-1 1 1,0 2-1,-1 5 471,8 0 0,-2 3 0,1 3 0,-1 1 0,2 1 0,1-1-428,4-1 0,0 0 0,1 2 0,2-1 0,0 0 0,2-1 443,-6 9 0,2-2 0,3 1 0,1 3 116,4 1 1,0 4 0,3 0 0,2-2 0,6-6-308,2 8 1,6 1 288,-1-10 1,-1 6 0,1 2 0,3-1 0,4-3-54,7 0 0,5-4 0,2 1 0,2 0-278,-2 0 0,2 2 1,1 0-1,3-2 1,3-3 115,6-2 0,4-3 0,2-3 0,1-1 0,-3-3 94,-1-1 1,-2-1-1,2-4 1,2-5 89,8-4 1,5-5-1,0-5 1,-3-5 111,-6-6 1,-2-6 0,-1-3 0,1-3-27,-4 2 0,0-2 0,0-3 0,-1-1 0,-2-3-37,1-4 1,-2-4 0,-1-2 0,-2 0 0,-4 2-117,-1 3 0,-3 0 0,-3 1 0,-4-4 157,-4-10 1,-6-4-1,-2 2 1,-2 7-113,-2 7 0,-4 1-23,-3-4 0,-4-7 1,-3-1-1,-3 5-315,-1 11 0,-3 2 0,-1 2 0,1-1 68,-2-10 0,2-1 0,-5 3 112,2 10 1,-3 0 0,-1 4-1,1 5 318,-13 7 0,0 7-1889,7 2 1,4 4 1600,-10 8 0,72 9 0,7-16 1,1 0-1</inkml:trace>
  <inkml:trace contextRef="#ctx0" brushRef="#br1" timeOffset="234662">26564 2427 7713,'-17'-14'2338,"-1"7"-1798,-8 24-765,-1 13 0,-4 9 117,10-10 0,0 4 0,-2 3 0,-1 0 1,-1 1-440,-1-1 1,-3 1 0,0 0 0,-1 1 0,1-1 0,1 0 261,1 3 0,1-1 0,1-1 0,-2 2 0,-3 1 273,4-7 1,-3 1 0,-1 1 0,-1 1 0,-1 0 0,2-2-1,1-2 1,3-2 124,-8 10 1,4-5-1,0 0 1,-1 2-10,2-5 1,-1 3 0,-1 1 0,1 0 0,1-2 0,3-3-827,-7 10 1,4-4 0,5-4 765,4-6 1,7-4-854,5-1 359,8-23 1805,8-6-1894,1-1 495,9-23-855,0 1 899,-9-4 0,-9 3 0,-9 10 0</inkml:trace>
  <inkml:trace contextRef="#ctx0" brushRef="#br1" timeOffset="235080">25523 3407 7533,'-37'-14'180,"-4"3"-1,29 11 361,-11 0 0,21 0-540,-6 5 0,8 8 180,-7 10 0,-2 3-90,5 6 44,-10 10 1,-3 6-176,10-15 1,1 1-1,-1 2 131,-4 6 0,-2 2 0,2-1-120,4-6 0,0-1 0,2-1 75,-5 13 0,4-8-45,6-17 0,16 13 90,-5-27 450,30 2-225,-12-24 0,3-8-136,0 1 1,2-3 0,-2 0-354,-5 2 0,-2-1 0,2-1 84,0-1 0,3-3 0,0 0 1,-4 3-721,8-8 1,-1 3-406,4-3 1,-2 3 629,-11 6 1,-4 9 584,-5 20 0,-38 27 0,8-7 0,0 1 0</inkml:trace>
  <inkml:trace contextRef="#ctx0" brushRef="#br1" timeOffset="236379">24642 4452 7533,'-26'25'1079,"14"14"-899,-11-3-180,21 7 225,-6-10 0,0 0-405,6 2 150,0-2 0,-1 5 0,0-2-15,3-4 0,0 0 180,3 14 0,2-2 45,5 4 449,0-25-719,-2-59-45,-7 3 1,-2-6 74,-2 4 0,0-2 0,1-3-228,1-6 0,1-2 0,-1 0 288,-2 0 0,0 0 0,1 1 180,3 5 0,1 2 0,3 3-90,4-9 0,7 14 89,22 31-89,-15 19 0,-1 7-135,-4 1 0,-1 4 360,1 9 0,-3-1-225,-3-6-90,2 1 0,-5 0 360,-14 3-450,-13 3-900,-11-21 837,4-19 1,-1-4-1108,-19 2 901,15-14-901,-1 16 721,29-5 539,-6 6 0,16 0 0,16-9 0,9-5 0,5 0 0,0-1 0</inkml:trace>
  <inkml:trace contextRef="#ctx0" brushRef="#br1" timeOffset="237012">25153 4104 7533,'0'-38'539,"0"11"-449,-16-15 720,-3 8-900,-1-1 225,-1 12 0,-5 4 45,-21 9-225,20 1 0,-3 1-224,-17 10 1,-4 7 268,13 5 0,-1 4 0,1-1-361,4-4 0,2-1 0,-2 4 316,-7 8 0,-3 6 0,2 1 0,6-3 45,3-1 0,1 2-45,1 2 0,-3 7 0,-1 2 0,4 0 67,5-3 1,3 2-1,1-1 1,1 0-262,3-4 0,1-1 0,0 0 0,0 3 293,0 2 0,-1 4 0,0 1 0,3-3 0,5-6 36,6 1 0,2 1-45,-3 5 0,-2 7 0,0 0 0,3-7-45,2-6 0,4-1 22,0 2 1,2 7-1,2 0 1,5-5-228,7 1 1,5-4 0,5-1 159,0-5 0,4 1 0,3-3 0,3-4 157,5 0 1,4-4-1,1-4 1,2-7-370,-5-9 0,2-6 0,1-4 1,-2-2-1,-3 2 279,-2 0 1,-3 1-1,-1-3 1,0-5 49,3-8 0,3-6 0,-2-2 0,-3 0 0,-6 5-45,3-3 1,-3-2 62,-8 6 0,2-6 0,0-2 0,0 0 0,-5 4-60,1-1 0,-3 2 0,-3-6 105,-5 2 0,-1-7 0,-1-3 0,-2-1 0,-2 1 0,-2 3-68,-2-7 0,-5 3 1,-1 0-1,-2-2-22,0 6 0,0-3 0,-2-1 0,-1 1 0,-1 2 0,-2 6 22,-6-2 1,-2 5-1,-1 3 1,1 1-128,1-2 0,-1 2 0,0 6 422,-7 5 1,-1 8-813,2 6 0,1 3 360,-15-4-2158,0 12 1708,33-5-2737,55 11 3273,-12-16 0,-1-6 0,11-6 0,6-4 0,2-1 0,-3 0 0,-8 1 0,-1 0 1,1 0-1,-1 0 0,1 0 0,-1 0 0</inkml:trace>
  <inkml:trace contextRef="#ctx0" brushRef="#br1" timeOffset="238012">27711 2117 7533,'-18'-13'270,"0"0"359,9 0 91,1 5-540,23 20-1,5 7 1,4 6-60,0 1 0,2 2 0,4 3-438,-3-3 0,3 3 1,2 1-1,1 1 1,0 1 302,-1-1 0,1 1 0,0 1 0,1 0 0,-1-1 0,0-1 33,0-1 0,-1-1 0,0 0 0,0-1 0,1 2-63,-1-1 0,1 2 0,0 1 0,0-2 0,0-1 0,-1-3-45,7 2 0,-2-5 0,1 0 0,-1 3-177,-4 0 0,1 1 0,-1 2 1,0 0-1,1-1 303,0-2 0,1 0 0,0 0 0,-2-1 0,-4-1-730,5 7 0,-4-2 0,-3-1 694,4 8 0,-6-4 0,1-1 179,-14-6-179,11 3-90,-5-21 90,-6 2 1201,11-22-2011,-21-15 1027,-2-3 1,-25-2 0,-13 12 0</inkml:trace>
  <inkml:trace contextRef="#ctx0" brushRef="#br1" timeOffset="238613">28875 3472 7533,'-30'-15'1349,"-1"-2"-1259,29 16 450,2-5-450,2 6 89,29 12 271,7 14-450,2-5 0,6 4 30,-14-5 0,1 2 0,2 0-919,8 1 0,3-1 1,-4-1 888,-2 4 0,-1-3-60,-2-8 0,4-1 0,-8-4 60,3-2-90,1-11 0,0-3 90,-8-3 135,-7-10 0,-2-8 15,-9-4 0,-3-6 0,0 3-242,2 2 0,0-2 249,-5-2 0,0-7 1,-2 0-1,-1 9 2596,-2-14-2453,-7 10 0,-5-4 0,0 5-210,1 13 0,-2 3-388,-7-11 1,-3 4 477,-2 11-1709,15 6 1259,2 11-2428,8-5 2698,0 6 0,32 6 0,7 1 0</inkml:trace>
  <inkml:trace contextRef="#ctx0" brushRef="#br1" timeOffset="239762">29792 3846 7623,'0'-14'899,"0"-3"-899,0 15 270,0-9 0,0-2-720,0-7 270,0-1 180,0 3-180,-8 11 180,6 1-270,-29 6 91,-14 12 179,21-6 0,-1 2-45,-18 9 0,4 3 45,5 9 30,8-10 0,-4 2 0,6-1-685,-2 11 745,-1-1 0,-2 1 0,10-12 0,2 2-45,-2 15 0,1 2 45,3-13 0,3 2 60,4 7 0,3 5 0,2-4-60,3 13-30,2-10 0,0 5 0,2-5-16,0-10 1,2-1-15,3 10 0,2 4 0,2-4-75,0-10 0,3-1-45,7 4 0,4 3 1,-2-6-1,-5-7 0,3-3 0,10 1 0,6 0 0,-5-5 90,11 1 90,-3-10 0,9-4 0,-7-4-90,-15-1 0,1-4-637,5-3 1,7-3-1,0-2 1,-6 1 726,-3-5 0,-2-4 22,1 1 1,3-5-1,0 0 1,-5 2-287,-3-2 0,-2-2 308,1 1 1,3-6 0,-1 1 0,-5 4 0,-4 0 0,-2-1 22,0 1 1,4-4-1,-1 0 1,-6 4-113,-6 1 0,-2 0 164,2-6 1,1-3 0,-3 5-30,-5 8 0,-2 0 180,-1-23 0,-3 2-180,-13 1-1,2 0 1,-3 2-90,2 21 0,-4 1-240,-2-2 0,-3-3 1,1 5 149,4 6 0,-1 2-210,-9-3 0,-5 0 0,5 4 120,-4 2-315,-14 1 1,1 3 224,21 13-1459,-10 2 1,2 3-92,13 5 1702,1 3 0,9 3 1,33 7-1,-5-7 0,0 0 1</inkml:trace>
  <inkml:trace contextRef="#ctx0" brushRef="#br1" timeOffset="240629">29880 4104 7623,'0'-20'629,"0"7"-449,0 7-90,0 1 90,0 3 90,0-10-90,0 11 0,-8-5-90,-1 6 90,-9 0-270,8 0 180,-5 0-270,13 0 0,-14 6 90,6 1 0,-15 12 0,5-4 0,3 4 0,1 3 90,-4 3 180,-1 7 0,1 1-90,-2 5 134,4 2 1,3 5-135,8-5 0,4 0-45,1-7 0,4-1-180,7 3 0,8-6 45,7-19 1,5-6 44,-2 1 0,2-3 0,14-6 0,-1-4 180,-17-2 0,-1-2 44,10-9 1,-2-1 270,-2-7-180,-5-2 360,-17 18-541,-8 7-628,-8 23 449,-2-7 0,-7 20-540,-1-4-584,9 4 0,1 2 1214,-2 3 0,21-5 0,9-2 0,5-18 0,-1 0 0</inkml:trace>
  <inkml:trace contextRef="#ctx0" brushRef="#br1" timeOffset="242062">25083 5460 6183,'-8'-22'900,"-2"-7"-720,-8 21-90,8-6 0,-5 3 0,13 4-90,-14 0-90,14 1 180,-6 0-90,8 5 90,0-5-90,0 6 0,0 0 0,8 0 269,2 6-179,0 1 180,13 29-180,-11-6-814,5-1 1,4 5 0,-2-1 723,-7-1 0,1 3 72,3-2 0,4 7 0,2 2 0,-1-1 0,-4-4-12,-1 0 0,-3-3 0,3 5-30,2-1 0,2 6 0,3 2 0,-1 1 0,0-2 0,-3-7-90,2 5 0,-1-5 0,2 5 0,-4-7 0,4 4 0,0 3 0,0-1 0,-1-3 0,-3-4 60,1 0 0,-3-5 0,2 4 0,2 0 0,2 6 0,2 0 0,-2-2 0,-4-5 0,-1 3 0,1-1 67,4 0 1,4 3-1,0 0 1,-4-5-298,-4-2 1,-1-2 379,9 7 0,4 3 0,-3-5-60,-7-8 0,-1 0-60,1 3 0,1 3 0,-3-3-120,3 10 90,4-5 0,-3-2 0,-16-9-167,33 7 167,-35-23 0,12 4-90,-16-9 2812,0-8-2542,0-3 949,8-15-1489,-6 4 0,6-11-359,-8 9-696,8-8 875,-7 16-629,7-5 989,0 12 180,-6 1 0,6 23 0,-8 5 0</inkml:trace>
  <inkml:trace contextRef="#ctx0" brushRef="#br1" timeOffset="242546">25753 7421 7533,'-30'-7'359,"-1"-4"-448,29 9 358,-6-4-89,8 6 90,24 0-270,-11 6 135,19 3 0,1 1-225,-7 5 270,18 4 0,0-1-402,-17-3 312,5-2 0,7 2 0,-6-1 0,4 3 0,-4-3 0,6 1 0,-5-2 0,9-4 30,-12 0 0,5 0 0,-5-4 239,12-9-314,-12 6 0,-3-5 495,-2-33-540,-17 12 0,-1-19 270,-8-1-999,8 9 459,-7-9 1,0-3 179,3 20 0,0 0-120,-3-9 0,-2-3 0,1 5-60,0-6 135,0 8 0,0 5-377,0 18-1467,16 3 1619,-12 14 360,11 4 0,0 8 0,2 2 0,2 3 0,1-1 0</inkml:trace>
  <inkml:trace contextRef="#ctx0" brushRef="#br1" timeOffset="243377">26670 8454 7533,'0'-15'719,"0"-19"-539,0 17 270,3-17 0,2-4-270,5-2-1273,-1 5 1,2-7 0,2 6 381,1 11 0,1-1 771,2-11 0,1-7 0,-2 6-105,-1 14 0,0 1 90,7-23 0,-3 1 1151,-7 14-1241,0 3 0,-1 3-45,-9 15 379,6-7-469,0 17-270,-6 17 181,13-7 3482,-13 37-3258,9-20 0,2 0 0,-7-3 0,0 2-45,10 11 0,1-2 90,-5-11-45,7-2 0,1-3 45,-6-10 135,13-4 0,2-4 45,-5-14-45,5-12 0,-1-4 0,-13 10 0,-1-3-1147,4-11 1,0-6 0,-3 3 1056,-4 9 0,0 0 105,3-10 0,1-4 0,-5 4-105,-8 10 0,0 1-234,6-12 1,0 3 278,-8 14 270,0 4-180,0 17-270,0 22 0,0-4 0,0 13 0,0 3 0,0 5-495,2 9 1,3 0 224,5-6-297,-2-2 0,2-3 297,7-8 768,-3-1 0,-2-1-858,0-3 257,4 0 0,-1-1 193,-11-7 0,20 3 0,-15-14 0</inkml:trace>
  <inkml:trace contextRef="#ctx0" brushRef="#br1" timeOffset="244162">27587 7460 7533,'-27'-20'359,"1"1"91,2 7 0,-1 0-270,0-4-270,-11 3 0,-1 2-90,14 3 270,-13 2 0,-1 1-630,4 4-553,1 0 1,-7 1 0,4 1-47,7 2 1,1 1 1048,-18 1 0,-2 3-135,4 3 1,2 2 179,8-3 0,-3 2-318,4 1 0,-6 3 1,1 0-1,3-1 363,-7 1 0,0 1 67,2 5 1,-6 5-1,1 0 1,7-3 321,3-3 1,2 2-345,-1 3 0,-5 6 0,1 0 0,7-4 0,7-4 0,1 1 15,-3 7 0,-2 4 0,5-2 75,6-4 0,4 1-16,2 7 1,2 3 0,1-2-120,0-2 0,4 1 60,6 8 0,3 6 0,1-7-105,-2-13 0,4-1 105,13 11 0,8 3 0,-2-6-15,-7-11 0,3-3-467,6-2 0,7 2 0,2-2 0,-6-3 422,-1-3 0,3-3 45,5-1 0,7 0 0,2-1 0,-7-3 310,1-3 0,0-3-288,3-2 1,6 0-1,1-1 1,-6-2-68,-12-1 0,-3-1 0,3-3 36,4-2 0,6-3 0,2-1 0,-3-1 0,-5 1-6,-5 1 0,-4 0 0,4-4 5,4-3 1,5-4 0,2-2 0,-3 1 0,-6 2-9,3-5 1,-2-2-6,-3 1 1,4-6 0,-1 0-1,-7 4 23,-3 1 0,-3-2-23,-4 1 1,0-5 0,-1-1-1,-3 5-22,-4 0 0,-3-1 67,-1-3 1,-2-7-1,0 0 1,-2 6 112,-3 0 0,-2 0-68,1-2 1,0-8-1,0 1 1,0 6 21,1 4 1,-2-1-23,-3-2 1,-2-5 0,-1-1-1,0 8-202,2 6 0,-4 1-180,-8-10 0,-5-4 1,5 6-91,1-2-450,-9 8 1,3 2 269,18 14 540,-12-8 0,48 4 0,7-9 0</inkml:trace>
  <inkml:trace contextRef="#ctx0" brushRef="#br1" timeOffset="244807">29598 5111 7533,'-18'-40'629,"9"14"900,1 9-1259,0 15-180,6-3-180,-6 5-269,-8 22 179,5-4 90,-6 5 0,-5 8 0,4-2-526,6-3 1,-2 2 435,-3 1 0,-6 7 0,-3 2 0,2-1 0,3-3-633,1 2 1,4-3 0,-5 5 722,2-6 0,-4 3 0,-2 4 0,-2 2 0,0 0 0,0 0 1,1-4-1,4-3-478,-6 8 0,3-5 1,0 0-1,-5 7 548,6-10 0,-3 6 0,-3 2 0,0 2 0,-2 1 0,1-1 0,2-2 0,2-3 0,2-4-3,-5 8 1,5-5-1,-1-2 1,-2 5 47,2-5 1,-3 4 0,-1 2 0,-1 0-1,2-2 1,1-2 0,5-5-521,-6 6 1,5-5-1,-2 0 585,3-2 0,-1 1 0,1 0 0,-1-2 60,-5 6 0,-1-1 0,5-3-60,3 1 0,1 0-100,-2 0 1,-1 3 0,6-6 279,6 1 1070,-11 3-1610,29-35 1671,-12-13-1941,29-24 270,-11 13-405,4-4 1,1 2 404,3 10 910,5-15 0,-15 13 1,-2-2-1</inkml:trace>
  <inkml:trace contextRef="#ctx0" brushRef="#br1" timeOffset="245141">28134 6815 7533,'-25'-20'1259,"5"7"-989,-6 13-270,9 7 450,-1 34-360,1-15 44,3 19 1,2 5-1774,2-23 1,0 0 1615,2 16 0,-1 2 157,-4-4 1,2-2-45,9-11 0,0 1-60,-3 7 0,-2 4 0,4-6-30,11 9-28,13-10 1,7-7 117,7-26-248,4-15 1,9-10-1,-6 0 293,-9 2 0,1-4-75,-7 4 0,5-4 0,2-4 0,1 0 0,-3 1 0,-4 4-339,0-4 1,-4 3 0,4-4 278,0 4 0,5-3 0,2-2 0,1 0 0,-3 3 0,-4 4 0,1 2 0,-4 3 0,3 0 0,4-1 0,1 0 0,0 1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4:30:03.211"/>
    </inkml:context>
    <inkml:brush xml:id="br0">
      <inkml:brushProperty name="width" value="0.09071" units="cm"/>
      <inkml:brushProperty name="height" value="0.09071" units="cm"/>
      <inkml:brushProperty name="color" value="#A020F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9772 9822 7353,'10'-13'989,"5"0"-539,-13 0-270,14 6 450,-14-5 179,6 5-629,0-6 540,-6 0-91,13 1-449,-13-1-90,-2 0-540,-2 6 90,-13 1-89,-3 6-181,-17 6 360,5 1 315,-2 6 0,0 4 45,-2 6-616,8-5 0,-4 4 0,4-2 706,-7 11 0,5-6 0,-3 4 0,2 1-987,7-2 0,4 1 0,-1 0 897,-10 9 0,1 3-150,7-3 0,0 2 0,8-5 150,9 5-180,-4 5 0,0-1 0,8-11 45,7 12 0,2-1 45,3-16 0,3 6 0,3-3 0,10-15 0,-7-1 0,1 0 0,7-7 0,4 2 0,-1-2 0,-15-7 618,13 2 1,3 0-2149,12-3-808,4 6 2338,-6-5 0,-27 5 0,-16-6 0</inkml:trace>
  <inkml:trace contextRef="#ctx0" brushRef="#br0" timeOffset="577">9984 9770 7533,'0'-28'989,"0"-7"-719,-8 32 540,6-20-631,-6 20 181,8-8-450,0 11 180,0 11 0,0-2 90,0 10-3457,0 11 3252,0-7 115,0 20-1641,0 1 1641,0 4-45,-4-4 0,0 3 0,3-15 0,0 2 15,-3 12 0,-3 7 0,2-7-15,4-10 0,1 0-135,-4 12 0,1 6 0,2-7-8,4-16 1,2-1-53,-2 5 0,0 2 0,0-5 150,7 5-135,1-8 0,2-5 45,-2-14 0,7 7 450,6-40-360,-13-5 45,2 3 0,0-2 2437,-3-13-2392,-3 7 0,1 0 0,2 0 1052,3-2 0,0-1-332,-2-6-540,5 8 1091,-8 16-1091,-6 31 269,6 24-359,-8-7-450,0 6 0,0 0-539,0-3-830,7 6 1,1 0-6,-4-8 1419,3-6 0,2-1-748,7 7 344,-12-9-1260,27 14 1349,-19-20 540,5 2 0,7-29 0,-5-11 0</inkml:trace>
  <inkml:trace contextRef="#ctx0" brushRef="#br0" timeOffset="1147">10601 10429 7533,'0'-28'2428,"0"-2"-2068,0 16 540,0-5-721,0 6 91,0 6-270,0-5 0,0 5-180,0 0 180,0-4 180,0 9-450,-8-9 360,6 9-719,-21-4 449,19 6-90,-28 12 90,21-4 0,-23 29 90,15-15 90,1 5 0,2 1 0,5 2 90,-6 3 0,2 0 90,11-2 135,-8 3 0,1-1-225,9-9 0,-3 6 0,2-1 89,11-11-268,10 24 178,1-33-268,22 2 179,-19-11-180,19-11 270,-21-4-90,-3-5 0,-1-3 180,3-7-1742,-6 0 1,0 0 1561,5 0-164,-13 0 0,-1 0 344,4 5 251,0-22-161,-6 37 360,6-7-451,-8 17 2505,-8 11-2774,6-2-719,-6 21 719,8-9-810,0 17 720,0-17-1410,8 15 1590,10-14 0,25-26 0,-16-4 0,1-1 0</inkml:trace>
  <inkml:trace contextRef="#ctx0" brushRef="#br0" timeOffset="1364">10901 10339 8702,'-8'-15'3238,"6"-3"-2878,-6 17 539,8-5-719,0 6 0,0 12-180,0-3-629,0 26 179,0-17-1349,0 29 899,0-30-1438,0 31 1978,8-32 360,2 26 0,7-20 0,1 9 0</inkml:trace>
  <inkml:trace contextRef="#ctx0" brushRef="#br0" timeOffset="1876">11113 10376 9691,'0'41'0,"0"8"90,0-20-45,3-2 0,1 0-45,-2 3-90,14 13 0,-6-29 180,0 4 90,-3-17-180,-7 5 90,16-17 0,-4-4-270,5-28 270,-1 7-45,-7 3 0,0-1-342,3-4 387,0 6 0,-1-1 180,-1-9-46,-6 10 1,2 1 45,9-5 0,-13 6 270,6 18-270,-8 11-1,8 1 119,-6 1-388,6 28-90,0-18-45,-7 15 0,0 1 45,6-2-315,-6 5 0,-2 0 226,1-6-271,3 3 0,2 0 270,5-4-1799,8 19 1619,-8-26 360,-3 7 0,-14-44 0,-3-2 0</inkml:trace>
  <inkml:trace contextRef="#ctx0" brushRef="#br0" timeOffset="2044">10971 9964 7533,'-37'-8'899,"4"3"-1259,23 5 225,2 0 0,31 4 0,17 3 0,-1 0 1,0 0-1</inkml:trace>
  <inkml:trace contextRef="#ctx0" brushRef="#br0" timeOffset="3017">12047 10054 7533,'-9'-20'-180,"1"2"450,8 10 719,0 3-719,0 25 0,0 11-180,0-6-135,0 9 0,0 3 135,0 8 45,0-8 0,0 1-90,0-9 0,0 1-1,0 20 1,0-4-45,0-7 135,3-10 0,2-3-45,-3-12 720,5-2-540,-7-18 269,0-24-719,0 5 45,0-15 1,0-3-319,0 2 423,0 2 0,0-6 0,0 4-1061,0 9 0,0 1 1046,4-18 0,0-1 90,1 6 0,0 2-135,-1 10 0,2-1 180,1-6 0,2-5 0,-2 5-45,-1 8 0,0 1 45,4-3 0,2-2 0,-1 7 90,9-3 0,4 1 0,1 2-90,-1 9-135,8-6 0,0 3 45,-8 11-315,8-1 0,0 1 135,-8 10 0,4-3 0,1 2 360,-8 8 0,13 7 0,-17 1 630,-7 22-540,-2-19 89,-6 12 1,-4 1-90,-6-4-90,-3 12 0,-3 1 0,-8-5-822,4-5 0,-3 6 0,3-5 642,-5 12 30,3-7 0,-4 6 0,3-4 15,5-9 0,1-1 90,-3 13 0,0 0-464,-3-11 0,3-2 419,12 14 44,-10-3 1,1-2-225,13-4 592,-2 1 1,0-1-953,4-9-720,8 14 721,2-22-1080,23 2 809,-11-16-225,2 5 1,1 0 314,-4-5-1348,28-1 1528,-19-7 450,13-12 0,-16-6 0,-1-8 0</inkml:trace>
  <inkml:trace contextRef="#ctx0" brushRef="#br0" timeOffset="3390">12577 10325 8072,'-10'-21'2879,"2"3"-2699,8 18 449,-16 6-449,12 1 0,-11 29-720,15 0 450,0 10-1439,0 3 900,0-26-451,15 13 810,-3-28 90,11 1 1,3-6 628,13-26 1,-7 1 0,-3-2-270,-13 3 0,-3-3 539,9-15 1,-4 1-360,-14 6 269,8 4 1,-1 2-270,-9 4 449,6 4-629,-8 12-450,0 12 450,0 1-630,0 23-449,0-13 449,3 9 0,2 1-449,-3-8 179,7 9 1,5 3-2070,14 5 2789,1 4 0,-2-37 0,3-10 0,-7-8 0,1 0 0</inkml:trace>
  <inkml:trace contextRef="#ctx0" brushRef="#br0" timeOffset="3783">13229 9525 7533,'-17'-14'2158,"7"2"-1258,2 18-1,8 36-719,0-9-135,0 13 0,0 4-348,0-25 0,0 3 415,-1 7 1,-1 8-1,-1 2 1,1-2-1054,-1 1 0,0-1 1,-1 1 940,2-7 0,-1 1 0,1 0 0,-1 0 29,0 12 1,0-1 0,2-4-1113,4 1 0,1-3 1038,-3-4 0,0-2-135,7-2 0,0-6-180,-6-9-964,14-6-205,-6-14 3527,-1-2-3797,7-15 4652,-14 9-2853,6 2 0,0 6 0,1 7 0</inkml:trace>
  <inkml:trace contextRef="#ctx0" brushRef="#br0" timeOffset="4282">13353 10532 8702,'9'-7'90,"-1"1"360,0 0-270,-6 5-360,22-5 180,-13 6-270,31-12 540,3-2-180,-6-6 180,2-4 89,-8-13 181,-11 6-180,-8 1 0,-3 0 89,-3 6 46,-3-2 0,-2-2 314,-9-6-809,4 6 180,-31 5-135,11 34 0,-1 6-135,-16 2 0,12 12 0,5 4-90,2-3-90,10 3 1,2 1 269,0-4-405,10 4 0,4-1-135,4-3 135,13-1 1,3-2-316,0-6 90,13-4 1,2-2-180,-8-3 809,0-5 0,1-5 0,3-10 0,6-8 0</inkml:trace>
  <inkml:trace contextRef="#ctx0" brushRef="#br0" timeOffset="5859">14605 10286 7533,'-18'-14'1799,"1"-9"-1619,-1 14-360,8-3-1170,2 6 1350,8 6 0,8 23 0,2 5 0</inkml:trace>
  <inkml:trace contextRef="#ctx0" brushRef="#br0" timeOffset="5994">14534 10467 7533,'-9'13'1079,"-7"-6"-629,14 5-450,-6-11 0,47-7 0,-14-1 0,-1 0 0</inkml:trace>
  <inkml:trace contextRef="#ctx0" brushRef="#br0" timeOffset="7332">15540 9964 7353,'0'-27'1439,"0"2"-1259,0 24 0,-8 42 0,6-12-349,-5 11 1,-2 9 145,6-14 1,1 4-1,0 1 1,0 0-161,-1 1 0,0 1 0,1 1 0,0 1 201,0-3 0,0 2 0,0 1 0,1-2 0,0-4 102,1 7 0,0-4 0,0-5 15,2-3 0,-4-12 674,-6-21-449,-2-37-180,1 0-225,3-10 0,4-2-311,2 22 0,0-1 176,-2-15 0,-2-7 0,2 5-217,1 11 1,0-2 261,-1-6 0,0-7 0,-1-2 0,2 8 45,0 2 1,2-1 21,2-1 1,0-8-1,2 1 1,0 9 157,-1 8 0,3 2-150,5-5 0,2-3 0,2 6 754,1 7 0,3 5-560,9 2 1,3 3-90,-9 5 0,1 5 90,2 16 0,-1 4 135,2 4 45,-6 8 0,-1 1-225,2-9 224,-4 16 1,-3 2-225,-5-8 0,-5 13 0,-2 1 90,-3-9-180,-10 9 0,-4-1-270,0-8 135,-13 7 0,-2-2-45,5-13 45,-4-2 1,-1-4-46,8-12-360,-20-1 360,21-6 363,-5-6-362,15 5 282,-6-5-373,14 6-1529,-6 0 1799,24 0 0,11 6 0,18 1 0</inkml:trace>
  <inkml:trace contextRef="#ctx0" brushRef="#br0" timeOffset="7766">16263 9860 7533,'0'-19'809,"0"-6"810,0 5-1259,0 6-180,0-4 0,-8 17-450,-2-5 270,-7 6-540,-1 6 271,-7 13-1,-5 14 0,1 7-61,12-13 1,-1 2 330,-4 2 0,-5 6 0,0 0 0,7-5 270,5-1 0,2 1-113,-2 3 1,-3 5-1,0 0 1,4-6 22,3-1 0,3-1-61,1 12 1,1 7 0,1-8-120,0-15 0,2-2-270,9 7 0,5 4 1,4-5-586,6-2 1,5-4 854,4 3 0,4-5 0,4-11 0,1-7 0,-8-10 0,1 0 0</inkml:trace>
  <inkml:trace contextRef="#ctx0" brushRef="#br0" timeOffset="8364">16439 9951 7533,'-9'-14'1439,"1"2"-989,8 6-270,-8 5 359,6-5-359,-6 12 630,16 13-630,2 2 89,2 6 1,1 0-90,7 5-90,-4 9 0,1 1-450,11-2-673,-16-6 0,-1 5 0,1-4 718,2-11 0,-1 1 105,0 11 0,-2 5 1,-1-5-184,1 6-147,10 3 1,-2-1 89,-13-13-540,6 2 1,-1 0 989,-11-3 0,-8 13 0,-2-17 0</inkml:trace>
  <inkml:trace contextRef="#ctx0" brushRef="#br0" timeOffset="8643">16422 10725 7533,'-8'-7'2428,"-10"-10"-2068,7 8 450,-5-15-630,16 4-1,0 0 631,23-22-450,-9 12-1453,6-1 1,8-6 0,-3 4 575,-4 4 0,1 0 674,2-3 0,5-5 1,0 0-1,-3 5 346,0 1 0,0 0-503,-1 3 0,4-4 0,-1 0 0,-4 4 0,-2 1 0,-1 1-90,4-2 0,2-3 0,-4 5 90,6-4-890,-11 8 0,-2 3 530,-7 10-2518,7-8 1709,-14 16 1768,6 6 1,-16 33 0,3-11-1,0 1 1</inkml:trace>
  <inkml:trace contextRef="#ctx0" brushRef="#br0" timeOffset="9027">17074 10609 7533,'-9'-20'1979,"1"7"-1080,8 7 90,0 6-629,0 0 180,0 6-360,0-5-450,8 28-270,-6-18 405,2 15 0,-1 2-224,-3-4-226,-3 5 0,-1 2-90,-1-4 1,0-1 404,-5 17-90,-6-17 1,1-4 179,9-8-990,-33 5 811,27-12 359,-14-1 0,-7-12 0,-4-1 0</inkml:trace>
  <inkml:trace contextRef="#ctx0" brushRef="#br0" timeOffset="10614">17145 10570 7533,'-10'-21'180,"-13"4"809,19 17-809,-12 0 629,16 0-629,0 0 180,-8 11 0,6-2 270,-6 27-271,0-11 1,1 1-180,3 19-45,-4-7 0,0 1-45,4-8 0,0-1-45,0-2 0,-1-1 45,-13 16-900,8-60 225,9-10 1,2-5 494,-1 7 0,2-3-30,3-5 0,1-3 0,-1 5 300,-3-4-135,6-6 0,-1-1 315,-5 11-1831,3 2 0,-2 3 1830,-3 11 91,0-8-180,0 21 180,0 2-270,0 7-270,-8 35 180,6-17-1,-2 16 1,1 2 0,3-9-180,0 13 1,0 1 89,0-8 44,0 2 1,0 1-45,0-6-90,3-9 1,1-2 3031,-2-4-4381,6-4-990,-8-23 1799,0 2-719,8-20 1349,-6 21 0,37-27 0,0 7 0</inkml:trace>
  <inkml:trace contextRef="#ctx0" brushRef="#br0" timeOffset="10951">17445 10673 7533,'10'-14'3276,"-2"3"-2145,7 22-1131,-11-8 360,20 26-540,-22-19 360,13 20-270,-13-16-270,6 11 180,-8-17-899,-16 15-180,-3-20 989,-1 8-810,-3-11 721,13 0-901,0 0 1260,2 0 0,24-5 0,4-2 0</inkml:trace>
  <inkml:trace contextRef="#ctx0" brushRef="#br0" timeOffset="11147">17833 10673 7533,'-10'-27'3276,"-6"3"-3134,14 11-772,-5 6 630,14-5 0,27 17 0,13-4 0</inkml:trace>
  <inkml:trace contextRef="#ctx0" brushRef="#br0" timeOffset="11317">18133 10648 9242,'-10'-7'2878,"2"-5"-4137,8 11 179,0-5 1080,0 6 0,31 18 0,9 3 0</inkml:trace>
  <inkml:trace contextRef="#ctx0" brushRef="#br0" timeOffset="11964">18627 10080 7533,'-8'-20'359,"-2"1"-179,-8 6 990,9 1-631,1 4 1260,8 3-1439,0 5-180,0 5 270,23 20-180,-9-3-1909,10 8 1,1 1 1433,-3 0-201,-3-4 1,4 5 0,-1-2 45,3 6 0,-1-2 135,3 3 0,1 1 15,-8-9 0,0 1 1,-3-6-601,4 2 225,4 4 1,-1-1-136,-2-12-719,11 19 1439,-23-16 0,-26 12 0,-13 0 0</inkml:trace>
  <inkml:trace contextRef="#ctx0" brushRef="#br0" timeOffset="12281">18627 10868 7533,'-38'-13'1709,"13"0"809,25-18-1978,10 3-1390,5 2 1,7-5 0,-2 3 1029,-4 1 0,3 0 22,6-4 1,6-6-1,0 0 1,-4 4-293,-4-2 0,1 0 162,-3 6 0,6-5 0,0-1 0,-1 1 0,-6 4-162,-1-9 0,-1 0 135,4 3 0,5-4 0,0 0 0,-7 6-270,-6 2 0,-2 2 15,4-3 0,3-1 0,-5 5 1257,-4-1-2036,5-12 449,-13 34-1000,6-4 1000,-8 12 540,0 6 0,-16 41 0,7-15 0,-1-1 0</inkml:trace>
  <inkml:trace contextRef="#ctx0" brushRef="#br0" timeOffset="12767">19226 10868 8162,'-9'6'1619,"1"0"-1079,8-12-360,0 5-90,15-39 180,13 3-225,-18 11 0,1-2 224,14-2 1,-3 0-1741,-14 3 0,-2 1 1651,20-17 270,-18-4-360,-8 38-630,0 26 630,7 25-900,-5 1 360,9-12 1,2-3 539,-1-11 0,7 5 0,3-3 90,-1-8 134,6-2 1,3-7 629,-2-20 1,-1-6-765,-2 12 0,-1-3 595,-2-11 1,-2-7 0,-5 3-506,-3-4-585,1-8 1,-3 1 314,-8 15-2609,6-21 2609,-24 38 0,4 26 0,-13 19 0</inkml:trace>
  <inkml:trace contextRef="#ctx0" brushRef="#br0" timeOffset="13714">20073 9641 7533,'8'-26'1889,"-6"12"-1170,14 3-179,-15 11 359,31 28-629,-26-3 90,15 12 0,5 10-858,-12-5 0,-2 5 0,-1 3 462,-2-9 0,-1 2 0,1 2 0,-2 1 0,-1 1-447,-1-3 1,-1 2 0,-1 1 0,0-1 0,-1-1 0,-1-1 446,0-2 0,-1-1 0,0 0 0,-2-2 0,-1 1-32,-4 11 1,-2 1 0,0-4-1,1-8-86,2-9 1,0-2 213,-6 5 0,-3 3 0,3-6-60,-2 7 90,-9-3 0,-3-3-90,4-9-540,-1-7 1,-3-2-1350,-11-2 1349,0-5-1169,4-1 1709,23-6 0,10-6 0,10-1 0</inkml:trace>
  <inkml:trace contextRef="#ctx0" brushRef="#br0" timeOffset="14315">20884 10429 7533,'0'-13'1169,"-7"0"-539,5-1 809,-6 2-989,8-1 539,8 0-809,1 6 360,33-4-360,-19 9-270,13-1 0,1 0 270,-12 3-990,11 3 0,1 0-719,-6-1 674,-1 5 1,-1 3-405,-8-2 1259,11 11 0,-49-2 0,-11 2 0,2 2 0,1 0 0</inkml:trace>
  <inkml:trace contextRef="#ctx0" brushRef="#br0" timeOffset="14515">20849 10673 7533,'-29'0'3148,"5"-5"-2159,24 4 271,8-5-901,2 6-449,15 1 1,7-2-856,7-1 1,4-2 74,-3 2 1,4 0-1,-3-1-19,-6-1 1,-1-1 0,-1 1 888,14 1 0,-1-1 0,-8-4 0,0-1 0,3 1 0,0 1 0</inkml:trace>
  <inkml:trace contextRef="#ctx0" brushRef="#br0" timeOffset="15647">22102 10054 7533,'0'-20'-450,"0"2"450,0 10 360,-8-3-270,6 9 180,-6-3-181,8 5 721,0 0-450,8 5-180,-6-3 90,6 26-1,-8-16-89,0 16 0,0 8-90,-2-3 0,-1 3 0,0 3-893,0 4 0,1 4 0,0 1 0,-1-3 780,-1-6 1,-1-3-1,0 1 1,1 2-23,1 11 0,1 4 0,0-3 0,-1-9 51,-1-13 0,1-1-96,2 6 0,1 3 0,1-7 90,-1-6-270,0 12 360,0-29 0,0-7-270,0-7 90,0-29-540,0 17 180,0-15 1,0-3-1,0 5 210,0 1 0,0-6 0,0 3 1203,0 6 0,0 2-1053,0-17 0,0-1 0,0 15 0,0 1 45,0 1 1,0-5-629,-2-7 0,0-9 0,0-1 0,0 6 718,1-6 0,0-1 63,-1 9 0,0-7 0,0-2 0,0 2 0,2 8 189,3-6 0,2 5-72,-2-3 0,4 5 996,10 5-951,9 39 269,17 14-628,-12 2 223,5 3 1,1 1-45,-4 5 45,4 2 0,1 2-45,-14-10 0,-1 1 82,0 7 1,-1 0-38,-4-9 0,-3 1-46,-5 6 1,-2 0 2261,1-5-2171,-10 8 0,-5-1 0,-6-14-315,-11 4 0,-3-2 45,-6-5-180,-3-5 0,-4-2 0,6-4 1,1 0 1033,4 2 0,-1-1-1754,-10-4 1,6 0 269,17 4 778,-15-5 1,62 0 0,8 0 0</inkml:trace>
  <inkml:trace contextRef="#ctx0" brushRef="#br0" timeOffset="16199">22913 9899 7533,'0'-20'1349,"0"1"-629,0 12-541,-8 1 271,-10 6-270,7 0 90,-29 18-270,27-2 180,-15 15 0,-1 4-112,5 5 171,4-8 1,-4 8 0,4 1-1299,4 5 1,5 3 0,-1-2 1058,-1-8 0,0 0 0,1 2 0,4 5 0,0 4 0,3-1 0,3-9-153,4-7 0,4-3 33,-2 10 0,1 3 0,3-7-60,20 4-675,-8-4 1,3 0-316,3-14 1,1-4 1169,12 11 0,-11-20 0,1-7 0,8-16 0</inkml:trace>
  <inkml:trace contextRef="#ctx0" brushRef="#br0" timeOffset="17767">23777 10880 7982,'-27'0'1889,"9"0"-1349,10 0-180,8 0 1889,0 0-2070,8 0 91,10-23-180,1-6 90,7-11-315,-16 13 0,-2-1 135,1-1-225,-1 4 1,0 1 134,2 9-180,0-14 0,-3 26-90,-7 3 630,0 14-180,7 9 0,2 3-90,3 5 90,0 8 0,1 0 180,5-6-136,-2 6 1,1-1-45,5-12 225,6-6 0,1-4-45,-6-10 359,5-13 1,1-9-225,-4-16 0,-5-5-270,-4 13 0,-1-2-576,1-9 1,-2-4-1,-4 7 621,-8-1-674,-1-2 1,-2 3-677,-9 15 48,-8-11-1216,1 26 2338,-9 8 0,22 8 0,-2 12 0</inkml:trace>
  <inkml:trace contextRef="#ctx0" brushRef="#br0" timeOffset="26931">23072 10183 7533,'0'-20'989,"0"7"-629,0 2-180,0 4 0,0-1 269,0-9-269,0 14 360,8-14-270,-7 16 449,7-5-449,-8 0 450,8 5-360,-6 1 629,6 18-809,0 4 0,-3 10 0,0 2-180,4 6-807,1-6 1,3 5-1,-4-4 987,-3 14-390,8-12 0,5 6 0,-5-5-38,-8 11-52,5-17 0,4 3 1,-2-6 119,-2 3-315,5-2 1,2-2-766,1-5 541,7 9-720,-16-13-181,5-12 1081,-13-2 1197,6-5 0,-31 0 1,-7 0-1</inkml:trace>
  <inkml:trace contextRef="#ctx0" brushRef="#br0" timeOffset="27198">22948 10919 7533,'-19'0'0,"-21"-6"3276,11-7-2235,0-1 129,29-28-811,13 18-1438,8-1 0,6-6 1,-2 4 1347,-4 3 1,1 0-45,4-3 0,5-5 0,0-1 0,-3 5-135,-1 0 0,0 0 202,3-1 0,6-5 1,-1 0-1,-6 6-112,-5 3 0,-1 1-1020,12-7 1,5-4-1,-9 5 1877,-6-7-2676,6 4 1,1 0 1539,-16 9 1,-3 1-1,2-1 1,0 1 0,8-20-1</inkml:trace>
  <inkml:trace contextRef="#ctx0" brushRef="#br0" timeOffset="28847">24765 9976 7533,'-10'-19'1079,"-5"0"90,5 6-179,0 12-540,2 42-271,7 4 1,2 8-180,-1-15 0,0 4 0,0 2 0,0 1-656,0-4 1,0 2-1,0 0 1,0-1 0,0-2 603,0 0 1,0-2 0,0-1 0,0 0-152,0 5 1,0 0 0,0-1 0,0-5-684,0 1 1,0-4 885,1 1 0,-2-2-555,-7 16 465,6-40-539,-6 10 629,1-6 0,-3-14 0,-8-1 0</inkml:trace>
  <inkml:trace contextRef="#ctx0" brushRef="#br0" timeOffset="29734">25083 10583 7533,'0'-27'180,"-8"-9"-180,6 26 179,-14-19 361,6 15-90,0-12 0,3 6-360,7 7 269,15 8 181,5 10-360,7 3 90,14 16-90,-27-3 0,6 3 0,-1 1-91,-7 5-134,-3 6 1,0 0 133,-1-4-314,-3 10 1,-3 0-46,-7-9 45,5 6 0,-2-1 135,-16-12-90,6 2 0,-2-3 180,-13-9 90,-8 3-180,15-13 90,-19-12 0,25 5 180,-27-17-180,29 15-449,-3-14 359,15 10-1080,0-6 900,8 6-1349,9-5 1260,11 5 179,15-5 180,-6-1-63,-12 7 0,1-2 0,0-5 1,1-4-1,4 0 0,1 0 0</inkml:trace>
  <inkml:trace contextRef="#ctx0" brushRef="#br0" timeOffset="30049">25312 10764 7533,'25'-30'-270,"-13"13"809,1-7 1,-2 0-270,-9 7 540,5-30-451,-7 30 271,0-25-90,8 9-270,-6-1-91,6 8-448,-8 9-91,-8 21 90,-2 9 90,-7 8 90,4 6 0,0 0 180,-6 0 0,1 8 0,2 5 90,6-9 0,1 0-45,-3 14 0,6 2-270,10 2 0,8-2-315,5-11 0,3-5 360,-2-3 0,3-5-315,13-8 1,-3-6 134,-15-2-405,11-3 1,0-2 674,-13-2 0,19 0 0,-15 0 0</inkml:trace>
  <inkml:trace contextRef="#ctx0" brushRef="#br0" timeOffset="30299">25700 10880 7533,'-26'-20'2069,"15"2"-630,-5 10-810,16 3-269,0-1-540,0 4-359,0 8 269,0 3-990,8 21 1081,-6-9-1081,13 22 990,-13-20 270,6 1 0,0 0 0,-6 4 0,6 17 0</inkml:trace>
  <inkml:trace contextRef="#ctx0" brushRef="#br0" timeOffset="31177">25100 10455 7533,'-10'-28'-180,"3"-2"180,-1 15 270,-10-15-90,6 20 539,-19-18-629,19 25 270,-5-15-180,1 17 180,6-5-270,0 6 269,-5 0-539,13 0 270,-6 6 270,8 1-180,8 18 90,9 2 0,-3 3 0,0 2-136,-1-11 1,1 2 180,7 22 0,-1 1-511,-9-21 0,0 1 286,7 10 0,4 6 0,-5-5 0,-9-9 0,-1 0-120,10 10 0,3 6 0,-2-7 30,-7-13 0,0-1-225,6 18 0,1-3 315,8-9-180,-9 6 0,-7-26-89,-2 2 89,-8-11-2159,0 0 1529,0-6-507,0-1 507,0-5 720,0 5 0,0-5 0,0 5 0</inkml:trace>
  <inkml:trace contextRef="#ctx0" brushRef="#br0" timeOffset="31527">25100 11190 7533,'-10'-39'2788,"3"12"-1709,7-20-719,7 22-1999,8-18 1,4-3 1211,-5 22 0,3-1 652,2-5 0,2-7 0,2 0 0,-4 4-430,3-3 1,-1 2 234,-1 0 0,0-2 0,-1 1 176,7-7 1,-3 4-297,-11 12 0,0 0 179,6-4 1,3-2 0,-3 4-629,3-11-84,0 5 0,-1 2 443,-8 9 625,4-13-984,-16 22 829,0 1-830,0 7 301,0 6 126,0 0 1,8 0-1,1 0 1</inkml:trace>
  <inkml:trace contextRef="#ctx0" brushRef="#br0" timeOffset="32542">26106 10983 7533,'-10'-20'449,"2"2"-89,8 11-270,0-5 720,0 10-720,0-3-360,0-1 360,0 5 0,0 6 0,-8 21-180,6-3 0,-14 24 90,7-24-450,-1 20 270,2-21 0,8 2-899,0-11 449,-8-5 630,6-3 0,10-39 0,12-9 0</inkml:trace>
  <inkml:trace contextRef="#ctx0" brushRef="#br0" timeOffset="32798">26317 10776 7533,'0'-12'1799,"-8"5"-1619,6 1 989,-5 1-989,7 3-450,0-3 270,0 5-810,7 0 361,3 5-631,8-3 1080,0 9 0,15 2 0,4 7 0</inkml:trace>
  <inkml:trace contextRef="#ctx0" brushRef="#br0" timeOffset="32976">26599 10855 8432,'-19'0'540,"3"-6"-720,16-1-720,8-12 451,2 10 449,7-8 0,6 7 0,3 1 0,3-4 0,-1-1 0</inkml:trace>
  <inkml:trace contextRef="#ctx0" brushRef="#br0" timeOffset="33081">26846 10803 7443,'10'0'-113,"-2"0"1,8-18-1,3-3 1</inkml:trace>
  <inkml:trace contextRef="#ctx0" brushRef="#br0" timeOffset="34114">27199 10248 7173,'-27'5'-720,"9"-3"1350,10 3-630,8-5 809,0 6-539,0-4 90,8 15 0,-6-14 270,22 20-451,-21-14 91,13 20 0,0-1-270,-12-7 360,11 8-270,-15-26 450,0 14-450,0-15 359,0 4-269,0-6-809,0 0 449,0 5 360,0-3-91,8 14-178,-6-7 178,22 27-89,-20-19 45,10 9 0,3 1-224,-5-2-1,4 7 0,1 2 0,3-2-225,-4 1 0,1-1 225,10-1-315,-9-4 1,0 0 224,9-4-315,-13 1 1,-2-1 314,5 0 270,-7 26 0,-18-9 0,-2-15 0,1 1 0</inkml:trace>
  <inkml:trace contextRef="#ctx0" brushRef="#br0" timeOffset="34449">27234 11112 7533,'-41'-13'1169,"26"6"0,-25-4-719,38 4 989,2-17-1169,2 8 180,16-13 0,4-1-270,1-3-1273,4 0 1,6-6 0,-3 3 964,-7 9 1,-1-2 127,3-1 0,4-5 0,-1 0 0,-4 4 263,-2 0 0,-1-1-353,2 3 0,4-5 0,-1 1 0,-4 4 90,-4 1 0,0 1-570,6-6 0,3-4 1,-6 5-241,-7-6-135,4 6 1,-5 3-675,-19 13 1619,12-1 0,-14 29 0,8 2 0</inkml:trace>
  <inkml:trace contextRef="#ctx0" brushRef="#br0" timeOffset="34999">27817 11241 8162,'-10'-25'2339,"2"5"-1440,8-5-449,0 0 90,8-14-180,2-7-90,7 0-225,-8 17 0,0 2-45,1-3-180,-5 2 0,-3 3-90,-2 13 180,0-11-540,0 35 450,8 14 270,-6-3-90,6 4 0,0-1 0,-6-8 0,14 30 90,-7-32 450,25 8-270,-13-17 224,7-9 1,1-7-135,-5-13 0,-1-7-270,-1 3 0,0-3 0,-3-2-996,-5 0 0,-2-1 0,-1 1 861,3-7 0,-4 4-1985,-10-14 1850,0 40-3097,-8 2 3248,-2 31 1,8 9 0,3-8 0,0 0 0</inkml:trace>
  <inkml:trace contextRef="#ctx0" brushRef="#br0" timeOffset="35215">28293 10983 8612,'-10'-7'2788,"2"-4"-2428,8 10-270,8-5-90,2 6-90,15 0-1889,18 0 1979,4 0 0,-16 4 0,-1 3 0,-3 0 0,-1 0 0</inkml:trace>
  <inkml:trace contextRef="#ctx0" brushRef="#br0" timeOffset="35498">28734 10829 7533,'-8'-21'1169,"6"8"720,-14-4 90,6 14-1889,1 9 90,1 4-1215,3 17 1,2 5 584,-2-8 0,0 2-764,0 18 0,0 1 944,1-19 0,1-2-225,1 11 1,4-5 404,5-13 90,-5 8 0,14-37 0,-6-10 0</inkml:trace>
  <inkml:trace contextRef="#ctx0" brushRef="#br0" timeOffset="35976">29034 9925 7533,'0'-32'2698,"0"11"-1978,0 2 89,15 42-449,-11-4-45,18 18 0,3 4-135,-9-1-631,8-5 0,1 3 541,-10-4 0,-3 1 0,3-6 0,-2 4-90,-5 3 0,-1 6 0,-2 2 0,0-3-521,0 2 0,-2-1 0,-1 3 453,-1 2 1,0 5-1,-2-1 1,0-4 37,-1-3 0,-1-4 0,-2 2-15,0-2 0,-1 1 0,0 0 0,-2-5 45,-5 3 0,-2-1 0,4-2 0,-2 4 0,-1 0 0,1-7 45,-2-4 0,-1-2-15,-4 11 0,-3 3 0,1-7-480,-9 1-232,5-4 0,1-4-488,5-12 1170,5-3 0,15-34 0,0-14 0</inkml:trace>
  <inkml:trace contextRef="#ctx0" brushRef="#br0" timeOffset="37869">29739 10339 7533,'-10'-14'629,"-5"1"-449,13 6 180,-6-10-180,8 14 450,0-14-451,0 15-89,8-4 270,-6 29-495,2 10 0,0 9 67,-3-6 1,-1 6 0,0 1 0,-1-3-454,-2 2 1,1-1-1,-1 3 395,1-1 0,0 6 0,0 0 0,0-3 1,0-7 35,-3-1 0,0 0-45,2 0 0,1 6 0,0-1 0,1-8-45,1 14-133,4-11 0,0-4 313,-2-20-90,6-8 0,-8-13-449,8-18 156,-6-6 1,-2-13 0,-1-1 0,2 6 382,3 4 0,0-2 0,-5 1 0,-2-8 0,-1-6 0,-1-1 0,-1 2 0,1 6 0,-2 1 0,-1 0 0,1 0 0,0 0 0</inkml:trace>
  <inkml:trace contextRef="#ctx0" brushRef="#br0" timeOffset="38132">29669 10339 6724,'2'-39'195,"1"1"0,-1-1 0,0 1 0,2-14 0,-2 1 0,0 12-16,-2 8 631,16-4-630,-4 27 449,29 8-449,-12 8-45,5 10 0,-1 5 45,0 9-150,-7-6 0,4 4 0,-5-2-75,-12-5 0,-1 0 75,11 10 0,4 3 0,-4-3-258,-11-10 0,-1 1 48,3 11 0,2 4 0,-5-5-90,-1 8 0,-9 6 0,-2-2 90,-1-12-180,-19 0 1,-5-3 89,8-13 0,-17-2 0,-2-4 90,13-10-90,-4 1 1,0-1 89,-2-2-209,-5-11 209,17 8 233,10-20 1,40 3-1,-13 3 1,1 1-1</inkml:trace>
  <inkml:trace contextRef="#ctx0" brushRef="#br0" timeOffset="38464">30533 10119 7533,'-17'-20'539,"1"1"1,2-8-630,-17 2 720,21 13-180,-16 4-900,-1 20 45,1 18 0,1 7 405,9-13 0,0 3-820,1 4 1,-3 7 0,1 1 0,3-6 377,1-4 0,2 1 603,0 5 1,-1 8 0,0 3 0,0 1 0,2-5 408,1 5 1,2-2-1,2 4-420,2-10 0,1 3 0,0 3 0,2-1 0,2-1 0,1-5-540,6 15 0,4-6 0,2-2-60,-1-4 1,1-2-1,5-7-225,21-3 1,0-11 674,1-3 0,-9-10 0,0-3 0,12-3 0</inkml:trace>
  <inkml:trace contextRef="#ctx0" brushRef="#br0" timeOffset="39032">30568 10390 7533,'-17'5'1709,"7"14"-1439,2 3 179,14 4 1,4 2-270,1 9-1819,13 5 1,1 1 1450,-9-3-52,3-10 0,6 4 1,-6-3 149,-4 9-360,5-7 0,2 1-160,-8-8 0,-3-1-379,1 10 989,0-10 0,-1-1 0,-9 9 0,6 6 0</inkml:trace>
  <inkml:trace contextRef="#ctx0" brushRef="#br0" timeOffset="39282">30551 11139 7533,'-36'-25'2158,"9"3"-1618,9-21-180,18 9 0,13-2 0,8-7-671,-1 5 0,4-3 1,2-2 310,-5 10 0,3-1 0,1-2 0,-1 1 0,-2 1-23,-1 0 1,-2 1-1,0 0 1,2 0-451,7-6 1,2-2 0,0 3 0,-6 8 337,-7 9 0,-1 2-555,8-7 1,3-2-1,-3 4 61,7 0 629,-9 5 0,-3 2 0,-9 4 0,-2 0 0</inkml:trace>
  <inkml:trace contextRef="#ctx0" brushRef="#br0" timeOffset="39781">31027 10958 8252,'-10'-7'900,"2"1"-181,0 6-269,6 0 450,-5 6-541,14-5 1,3 16-360,0-8-90,6 20-1259,-14-1 180,13 11 809,-13-12-1889,6 15 1889,-8-20 360,-4 5 0,0 1 0,2 2 0,-6 13 0</inkml:trace>
  <inkml:trace contextRef="#ctx0" brushRef="#br0" timeOffset="42726">31521 10971 7533,'-18'-7'0,"0"1"809,9 0 1,-7 5-810,14-5 0,-6 6-1080,16 0 1080,2 0 0,15-5 0,7-2 0,1 0 0,0 0 0</inkml:trace>
  <inkml:trace contextRef="#ctx0" brushRef="#br0" timeOffset="42898">31821 10971 7533,'-38'-7'2518,"13"-5"-2428,17 11-1349,8-5 539,0 6 720,16-6 0,19-1 0,-8 0 0,1 1 0</inkml:trace>
  <inkml:trace contextRef="#ctx0" brushRef="#br0" timeOffset="43060">32050 10971 7533,'-30'0'2698,"-1"0"-2068,21 0-180,1 0-465,1 0 0,28-2 0,15-2 0,-1 0 0,0 1 0</inkml:trace>
  <inkml:trace contextRef="#ctx0" brushRef="#br0" timeOffset="43749">32191 10429 7533,'-10'-15'2069,"-6"-2"-1620,15 15 91,-7-3-360,8 5 629,15 29 451,13 12-1125,-10-17 0,1 1-445,5 13 0,3 1-230,-2-16 1,2-1-1,-3 1-362,-2 11 1,2 0 121,8-5 1,7-2 0,-7 2-76,-9 10 0,-2-1 855,6-8 0,-2-1 0,-8 4 0,-10 0 0,-31 10 0,10-20 0,-1 1 0</inkml:trace>
  <inkml:trace contextRef="#ctx0" brushRef="#br0" timeOffset="44048">32332 11177 7533,'-18'-14'2158,"-7"-9"-1888,13 14 720,-3-21-541,15 8 271,7-21-360,3 9-481,2 13 0,2-2 436,6-17 0,3 1-454,-4 12 0,1-1 289,4-10 0,2-5 0,-2 4-61,-3 9 1,0 0-180,5-9 0,4-5 1,-4 6 89,-9 11 0,-1 0-480,6-5 0,2-3 0,-5 6-2128,-5-3 1978,9-4-899,-23 30 1079,0 6-719,0 6 899,0 1 344,0 1 0,-8 14 1,-1 0-1</inkml:trace>
  <inkml:trace contextRef="#ctx0" brushRef="#br0" timeOffset="44547">32597 11409 7533,'0'26'270,"0"-11"989,0-4-989,8-17 539,9-29-629,3 9-270,-3-15 0,-1-1-14,4 1 134,-9 11 0,0-6 0,0 6-50,9-10 155,-11-2 0,-1 0-135,0 12 270,-8-19-180,0 29 0,0 7-180,0 7 0,0 23 180,0-7 34,0 32-169,6-14 0,4 1 45,3 2 0,1 1 90,-4-1 0,2-3-177,13-5 1,-3-5 86,-16-9 45,16 1 0,3-3 315,-12-5 90,29-19-630,-27-5 0,-3-2 0,8-21 90,-11 8 0,-3 2 0,-6 11-1439,0-18 1079,0 33-2158,0-2 2068,0 11 540,-8 17 0,6 22 0,-1-9 0,-1 0 0</inkml:trace>
  <inkml:trace contextRef="#ctx0" brushRef="#br0" timeOffset="44733">33108 11229 7713,'-10'0'2068,"-5"0"-1708,13 0-90,-6 0-90,8-6-720,16-1 540,-12-7-1799,35 2 1709,-26-1-989,11 6 0,1 1 899,-3-1 120,19 1 0,-6 6 0,11 0 0</inkml:trace>
  <inkml:trace contextRef="#ctx0" brushRef="#br0" timeOffset="44932">33426 11099 7533,'0'-14'2698,"0"-3"-899,0 16-719,-8 6-1530,6 27-1189,-2-6 1,0 1 623,3 0 0,2 1 1015,2 6 0,2-1 0,5-3 0,7 6 0</inkml:trace>
  <inkml:trace contextRef="#ctx0" brushRef="#br0" timeOffset="45582">33532 9951 7533,'0'-36'1259,"0"7"-90,15 35-719,-3 7 0,7 8 0,3 7-61,-6 4 1,-1 6 0,-1-1-1215,6 7 1,-1 3 1004,-8-12 0,0 6 0,0 2 0,-2-2 0,-2-5-536,1 11 1,-4 1 462,-1-6 1,0 6 0,-1 4 0,-1 1 0,-2-3-90,-2-6 0,-2 0 0,-2-1 0,1 0 0,2-1-198,0 8 0,1-2 0,1 1 1,-3 1-163,-2-4 0,-2 4 0,-1-1 0,2-5 1,3-8-19,2-5 0,2-3-240,-4 11 1,-2 5-1,3-10-30,4-6-296,-4-1 1,0-1 655,2-12 270,-13-1 0,-19-19 0,-13-8 0</inkml:trace>
  <inkml:trace contextRef="#ctx0" brushRef="#br0" timeOffset="51014">21555 12584 9961,'-10'-7'1350,"2"1"-631,8 0-449,0 5 90,8-5-360,2 6 0,39 0-90,-24 0-315,16 0 0,6 0-1234,-5 0 1,-1 0-1,-6 0 1,0 0 1558,15-2 1,-12 4 0,-32 4 0,8 1 0</inkml:trace>
  <inkml:trace contextRef="#ctx0" brushRef="#br0" timeOffset="51244">21555 12958 7533,'-20'-7'2158,"-3"1"-1708,21 1 1259,2 3-1349,9-3 90,33-1-1350,-3 4 585,2-4 1,2 1 104,-14 4 0,1 0 0,2-1 0,2 0 0,0 0 0,7 2 0,0 0 0</inkml:trace>
  <inkml:trace contextRef="#ctx0" brushRef="#br0" timeOffset="56060">22860 12455 7173,'-8'-8'270,"-2"2"0,1 1-91,-7 3 181,14 8-180,-6 3-90,7 15 0,2 5 0,-1 4-90,-2 1 0,-1 7 0,0-3-333,2-7 1,0 1 377,-2 4 0,-2 6 0,1 0 0,1-5-90,1-1 0,2 0 45,-3 9 0,0 5 0,1-8-90,2 6 135,0-13 0,0-5 134,0-15 181,0-10-180,0-17-90,0-3-360,0-26 90,0 10 0,0-12 1,0-4-133,0 18 0,0-2 222,0-3 0,0-6 0,0 0 0,0 3-113,-1-4 0,2-2 180,2-3 1,1-6 0,1-2-1,-2 8-7,-2 11 0,0 4 0,1-4 187,6-9 1,4-5-1,-1 1 1,-2 7-113,-7 5 0,1 4 135,12 0 0,4-1 0,-5 9-180,-9 8 0,35-1 33,-29 22-123,15 3 0,-9 5 270,9 17-180,-6-7 45,0 6 0,1 2-45,0 6 135,-3 5 0,-2 0 45,-7 4-180,-4-12 0,-2 0 90,-3 16 0,0-14-135,-3-6 0,-2 0-45,-4 12 90,-7-16 0,-2 0 0,-3 7 141,-20-9-591,21-17 270,-6-1 1075,9-6-1344,-1 5-275,1-3 94,7 3-90,2-5 720,8 0 0,39 0 0,10 0 0</inkml:trace>
  <inkml:trace contextRef="#ctx0" brushRef="#br0" timeOffset="56359">23513 12325 7533,'-14'-23'1124,"0"0"0,-3-4 136,1-1-1080,14 25 179,-14-8-1393,0 32 0,-1 9 854,-7 0 0,11-1 0,-3 9 0,-1 6 0,2-2 0,4-7-519,1 1 0,2 1 753,0-1 0,-1 7 0,0 2 0,1-3 0,3-7-99,4-3 0,2-2 105,2 8 0,3 5 0,1-4-285,1-6 0,3-1 135,6 10 0,2-2-135,-2-17 1,1-1-46,3 6 0,1-1 306,-4-9 0,1-1 0,3 6 0,-1-1 1,15 10-1</inkml:trace>
  <inkml:trace contextRef="#ctx0" brushRef="#br0" timeOffset="56748">23671 12661 7533,'-17'-27'2608,"7"3"-1888,2 17-630,16 7-90,2 12 0,7 3 180,9 14-630,1-1-90,-6-3 1,1 0 404,-3-7 0,0 0-585,10 16 0,0-2 361,3 0-271,1 3 0,-2 1 630,-7 2 0,-6-3 0,-3 3 0,-11-8 0,0 0 0</inkml:trace>
  <inkml:trace contextRef="#ctx0" brushRef="#br0" timeOffset="56998">23795 13294 7533,'-43'-25'2428,"13"9"-1619,12-3 1,3-3-450,5-1 449,12-11 1,4-3-450,6-4-1453,2 8 1,4-7 0,-1 6 842,-6 9 0,1 1 400,10-13 0,5-4 0,-3 6-285,-8 10 0,1 2 165,7-6 0,3-4 0,-3 5-251,7-10-1308,0 10 0,3 2-1619,5 4 2833,-16 9 0,-1 2 495,11 4 0,-31 7 1,-4 7-1</inkml:trace>
  <inkml:trace contextRef="#ctx0" brushRef="#br0" timeOffset="57527">24165 13294 7533,'0'-27'1529,"0"-3"-720,0 4 1,8-19-630,2 9 134,-1 5 1,0 2-45,0 4 0,4 1 0,-2 1-90,-7 7-180,11-2 180,-15 12-720,8 12 450,-6 1-90,14 29-90,-6-18 90,0 24-89,13-10 179,-11-4 225,4-8 0,1-2-46,3-4 721,21 3-360,-12-16 1169,14-18-1259,-15 0 179,-10-19 1,-3-5-641,5-1 161,-11 9 0,0-7 0,-2 6 30,3-14-810,-5 8 1,-2 1-1350,-3 11 270,-8 3 1799,6 25 0,-14 42 0,12-14 0,-1 0 0</inkml:trace>
  <inkml:trace contextRef="#ctx0" brushRef="#br0" timeOffset="58631">25100 12300 7533,'-10'-42'2338,"3"6"-1978,7 29 540,-8 2-541,6 16-314,-6 10 0,0 7-105,3 6 0,3 5 0,-1 2-760,1-1 1,-1 2 0,1 1 0,-1-1 164,0 4 1,1 0 0,0 1 406,1-5 1,0 4-1,1-4 1,2-6 491,1-7 1,1-2-335,-1 7 0,0 3 0,1-6 180,6 0-359,-2 11 808,-8-29-539,-8-6-360,6-1 3478,-6-6-3927,0 0 880,6-6 0,10-7 0,12-7 0</inkml:trace>
  <inkml:trace contextRef="#ctx0" brushRef="#br0" timeOffset="59214">25682 13061 7533,'-19'0'3276,"3"-5"-1425,8 3-1851,6-3-1979,-6 5 1979,16 0 0,25 0 0,15 0 0</inkml:trace>
  <inkml:trace contextRef="#ctx0" brushRef="#br0" timeOffset="59383">25982 13061 7533,'-25'-18'3276,"13"9"-3193,20-2 1,14 14 0,9 5-1,10 0 1,0-1 0</inkml:trace>
  <inkml:trace contextRef="#ctx0" brushRef="#br0" timeOffset="59547">26388 13113 7533,'-35'-20'3238,"15"7"-3058,4 1-90,16 11-90,24-5 0,21 12 0,-9-3 0,0 1 0</inkml:trace>
  <inkml:trace contextRef="#ctx0" brushRef="#br0" timeOffset="59697">26705 13113 7533,'-19'-22'3276,"3"5"-2325,16 17-771,0 0-180,16 0 0,10 7 0,6 3 0,11 1 0,-1 0 0</inkml:trace>
  <inkml:trace contextRef="#ctx0" brushRef="#br0" timeOffset="60297">27093 12313 7533,'-8'-26'539,"7"6"-539,-7 7 1440,16 7-1081,-7 6 1081,31 11-1261,-18-2 91,13 11 0,2 2-90,3 2-1101,-10-1 0,2 6 1,-4-3 830,4 14 150,-7-4 0,1 7 0,-6-3-657,-8-10 0,-4 3 259,1 5 1,1 7 0,-3 1-1,-1-7 68,-6-2 1,-4 0 21,2 2 1,-3 5 0,0-1-1,-2-8 113,-3-9 0,-3-2-195,0 7 0,-2 4 1,0-6-31,-16 1-180,6-2 1,0-2 359,-7-3 180,5 8 0,5-16 0,-3-1 0,4 4 0,0-1 0</inkml:trace>
  <inkml:trace contextRef="#ctx0" brushRef="#br0" timeOffset="61643">27711 12739 7533,'-20'18'989,"10"5"1,4 3-990,6 19-1093,0-12 1,0 7 0,0-5 426,0-4 1,0 0 485,0 8 0,0 5 0,0-6 1259,0 9-1259,0-9 0,0-4 90,0-13 1093,8-2-913,-6-19 0,6-30-90,-8 0 45,1-12 0,-2-1-136,-7-4 91,7 6 0,2-7 0,-3 6 1000,-6 10 0,1 0-1068,4-8 1,3-8 0,1-1-1,-1 6-292,-5 0 0,2-1 405,4 0 0,3-6 0,2 0 0,-2 7 89,1 3 1,2 3 15,4-2 0,4-3 0,0 8-60,15-1-45,-1 17 0,1 6-135,1 6 135,1 15 0,1 4-45,-2-1 90,-1 16 0,-1 3-90,0-5 180,-6 11 0,-5 3-180,-6-1 90,-3 0 0,-2 1 0,-7 3-135,-7-6 0,-2-1 45,-3 1-506,-11-6 1,-3-2 145,3-6 135,-5-3 0,-1-4-134,7-7 373,-11 2-464,23-5 0,-5-5 728,13 5-1087,-6-6 1389,8 0-1300,8-6 864,-6 5 0,37-11 0,0 5 1</inkml:trace>
  <inkml:trace contextRef="#ctx0" brushRef="#br0" timeOffset="61964">28399 12274 7533,'-8'-20'899,"-10"-10"-449,6 20 899,-19-13-989,19 22-270,-13 6 90,7 4-450,9 13 0,1 3 270,-10 1-405,5 20 1,0 3-631,-6-7 825,8-3 0,-1 7 0,1-6 165,1-12 0,1 0-15,-1 17 0,2 7 0,0-6 150,3-13 0,1-1-60,-1 13 0,2 5 0,3-7-30,3-15 0,2-2-90,2 21 0,3-3 0,10-9 45,-4-12 0,1-2 170,3-7-1024,21 9 629,-20-20 309,13 14 0,-17-27 0,1 1 0</inkml:trace>
  <inkml:trace contextRef="#ctx0" brushRef="#br0" timeOffset="62248">28434 12519 7533,'0'-14'1529,"0"3"-1169,0 11-450,0 0 360,0 5 179,16 26-809,-5-13 315,10 14 1,-1 0-406,-6-6-45,9 15 0,1 1 136,-2-7-734,-8-4 1,1 6 0,-1-5 1002,1-8 1,-3 0 89,-1 22 0,-4-1 0,1-2 0,-8 6 0</inkml:trace>
  <inkml:trace contextRef="#ctx0" brushRef="#br0" timeOffset="62494">28434 13113 7533,'-26'-24'2158,"15"8"-1259,0-10 1,6-1-540,13 1-1879,-6-23 1969,21 18-180,-19 3 10,28-9 125,-19 12 0,1 0-270,0 4 0,1-1-135,6-5 0,3-3 0,-4 2 0,-8 5 0,2 0-480,10-6 0,6-4 0,-4 5 480,-9 8 0,-1 1-750,8-7 1,3-2 0,-3 5-1140,7-3 854,-5 3 1,-3 4 1034,-11 12 0,-4 25 0,-18 10 0</inkml:trace>
  <inkml:trace contextRef="#ctx0" brushRef="#br0" timeOffset="62943">28928 13177 7533,'-20'0'3238,"-3"0"-2968,21 0 359,-6 0-629,8-5 0,8-20 0,2 2-135,2-4 0,1 0 46,-1 2 44,4-1 0,-1-1-45,-11 5-180,20-10 180,-15 19 180,1 2-90,-2 9 90,-8 2 90,0 2-180,0 20 0,8 0 180,9 23-1,3 0-179,6-10 360,7 1-180,-19-22 449,12-6 1,2-9 90,-4-23-450,11 0-405,-16-8 0,-6-3 45,-9 4-675,4 0 1,-1 2 674,-7 12-1619,0-12 0,0 27 1709,-8 14 0,6 26 0,-2-8 0,1 1 0</inkml:trace>
  <inkml:trace contextRef="#ctx0" brushRef="#br0" timeOffset="63147">29422 13100 7533,'-10'-20'3276,"2"7"-886,8 7-2120,0 6 450,16-5-990,-5 3-1619,31-3 1619,-21 5-1799,20 0 2069,-13 0 0,0 0 0,3 0 0,1 0 0,0 0 0</inkml:trace>
  <inkml:trace contextRef="#ctx0" brushRef="#br0" timeOffset="64092">29863 12933 8162,'-10'-8'2789,"-6"2"-2609,14 6 449,-6 0-809,8 6 180,0 1-269,0 18 179,0-10 180,0 27-1170,0-14 225,0 0 1,0 1 404,0 6-899,0 14 989,0-27 360,8-3 0,10-25 0,9-9 0</inkml:trace>
  <inkml:trace contextRef="#ctx0" brushRef="#br0" timeOffset="64632">30057 12068 7533,'-10'-15'1889,"-6"3"-630,14 18 270,18 24-1169,-10-5-1358,11 5 1,8 7 0,-4-4 1177,-4 13-121,0-10 1,4 5 0,-2-4-15,-5-10 0,-1 2-515,2 9 0,0 5 0,-1-3 515,-3-3 0,-1 3-480,0-1 0,0 7 0,-2 1 0,-5-6 75,-12 9 0,-3-2 270,11-8 0,2 2 0,-7-4 0,-12-8 0,-7-4 0,3-3-89,-3 12 493,-14-9 1,-2-3-495,7-1 180,-7-4 0,0 0-629,8 3 269,-5-5 0,3 0-539,12 4-451,-11 4 1350,26-9 0,55-8 0,-17-8 0,-1 0 0</inkml:trace>
  <inkml:trace contextRef="#ctx0" brushRef="#br0" timeOffset="66333">30286 12287 7533,'8'-37'1709,"-6"20"-1260,6-12 181,-8 10-360,0 9 0,0-7-270,0 23 90,0 29-90,0 2 0,0 10-497,-1-8 0,-1 7 0,0 3 0,1 2 0,-1-1 437,0-8 0,1 0 0,-1 1 0,0 0 0,1 1 1,-1 0 59,0 5 0,1 2 0,-1 0 0,0-1 0,1-2 0,-1-3 112,0 3 0,0-2 1,0-4-1,0-4 68,2 39 90,0-77-90,0-15-90,0-10-450,0-19 180,0 9-732,0-9 0,0-2 642,0-3 150,1 12 0,-1-7 0,-1 0-351,-3-1 0,-2-1 1,1 1 440,3 6 0,2 1 0,-2-3 52,-3-6 1,-2-5-1,0 2 1,2 8-112,4 9 0,0 0 269,-1-10 0,-1-5 0,0 9-180,3-1 450,0 8 0,0 4-271,0 13 1863,0 10-1862,0 41-180,0-5 0,0 13 0,0 3 1372,0-22 1,0 2-1463,0 13 0,0 6 0,0-5-223,0-10 0,0 1 313,0 3 0,0 6 0,0 1 0,0-5 0,0-2 0,0 1 0,1 2 0,-1 5 0,0 1 0,-1-7 0,-2-1 0,-1-1-60,3 5 0,1 3 0,-1-6 150,-7 2-90,8 3 90,0-42 630,0-25-630,0 2-495,3-14 0,2-3 45,-3-2-522,2 5 1,3-7 0,-3 6 836,-3 13 0,0 0-45,4-17 0,1-9 1,-1 2-707,-1 2 0,-1 0 1,0 2 795,0 4 0,0 0 0,0-1 67,0 1 1,-1-3-1,0 1 1,-1 5 268,0-3 0,-2 4-246,1 2 0,0 3 539,0-8-539,0 40 1324,0 23-1324,0-6 90,0 19 0,0 6-135,1-17 0,-2 3 103,-1 15 0,-1 7 0,0-4-238,3-11 1,-1 1 66,-3 5 1,0 7-1,-1 0 1,2-7 156,2-4 1,0 1-158,-2 4 1,-2 9 0,0-1-1,2-8 68,2-8 0,0-1-135,1 11 0,0 4 1,0-9 1007,2-6-1233,10-7 1,0-5 134,-8-13-540,11-14 720,-15 3-1079,0-20 719,0 14 1521,8-16-1521,-6 17 360,6-9 0,8 10 0,3-6 0</inkml:trace>
  <inkml:trace contextRef="#ctx0" brushRef="#br0" timeOffset="66597">30656 13036 9242,'-9'6'989,"-7"-5"-719,14 5-1259,-6-6 719,16 0 270,10 0 0,5-3 0,5 0 0,4-1 0,0 1 0</inkml:trace>
  <inkml:trace contextRef="#ctx0" brushRef="#br0" timeOffset="66751">31009 13049 7533,'-17'0'449,"-1"0"-359,8 0-90,2 0 0,47-6 0,10-1 0</inkml:trace>
  <inkml:trace contextRef="#ctx0" brushRef="#br0" timeOffset="66932">31344 13036 7533,'-17'0'2698,"-9"0"-2158,14 0 1259,-11 0-1799,37 0 0,29-6 0,-6 2 0,0 1 0</inkml:trace>
  <inkml:trace contextRef="#ctx0" brushRef="#br0" timeOffset="67528">31785 12287 7533,'0'-28'1439,"0"10"720,16 29-1890,-4 5 271,13 16-1199,-8-11 1,0 1 837,4 13-89,-3-5 0,3 5 0,-3-3-135,-6-5 0,-1 2 135,3 5 0,1 8 0,1 0 0,-4-5-135,0-1 0,-2 1-180,-1 5 0,-1 7 0,-1 3 1,-6-4-467,-6-1 1,-6-2 0,-4 2 42,-1-11 1,-3 2-1,-2 0 1,0-2-1,2-2-280,-1 5 0,2-3 0,-5-4 928,-10-2 0,-5-5 0,7-9 0,4-15 0,-18-2 0</inkml:trace>
  <inkml:trace contextRef="#ctx0" brushRef="#br0" timeOffset="68947">28557 14159 7533,'-9'-13'359,"1"5"-179,0 3-270,6 5 270,-6 0-90,8 0 90,0 11-90,8 4 90,-6 28-45,6-1 0,0 9-90,-7-11 0,-1 4 0,0 2 0,1-3-514,1 2 0,1-2 0,-1 4 487,-1-5 0,-1 6 0,0 0 0,0-4 0,-1-6-108,1-1 0,0-1 150,0 6 0,-1 4 0,2-8-480,7-1 420,-6-1 540,6-42-270,-8-3 89,0-38-359,0 21-45,0-20 0,0-2-321,0 5 456,0-1 0,0-8 0,0 5 135,0 15 0,0-1-405,1-11 0,2-8 0,-1-2 1,0 7-152,-2 12 1,1 4 0,0-5 294,2-8 0,2-8 0,0-2 0,1 2 0,-2 7 6,0 8 0,-1 4 0,2-2 173,3-3 1,1-5 0,2-1 0,0 4 0,-1 8-54,2 5 0,0 4-90,3-12 0,3 5 90,5 19 90,5 27-180,9-12 135,-7 23 0,-1 5-45,2-5-90,-12-1 0,1 5 0,-2 1-794,-2-1 1,-1 0 0,-1-1 838,3 6 0,-2 2-75,-3 4 0,0 3 0,-5-8 729,-7-1-789,1 7 0,-2-3 90,-7-22 0,-10 23 0,-9-38-899,-8 8 629,7-11-180,-5-6-89,21 5 212,-11-11-123,21 11-629,-6-5 1079,8 6 0,31 23 0,8 6 0</inkml:trace>
  <inkml:trace contextRef="#ctx0" brushRef="#br0" timeOffset="69383">29633 13836 7533,'-17'-22'1799,"-17"-1"-1619,21 16 269,-34 0-269,25 2 0,-4 11 0,1 5-180,4 4-204,0-1 0,2 4-21,9 4 1,1 4 74,-9 7 0,-3 5 0,1 3 15,5 1 0,1 3 0,0 2 0,0-3-293,0-6 0,-1-1 0,1 0 0,2 2 500,3 2 0,1 3 0,2 1 0,0-3 0,2-6-72,-2 0 0,4-1-120,7 12 0,5 4 0,6-5 86,12-5 1,7-5-687,-4-4 1,4-1-1,-1-3 495,8-2 0,0-7 225,-3-4 0,-3-7 0,-10-9 0,-1-3 0,2 0 0,1 1 0</inkml:trace>
  <inkml:trace contextRef="#ctx0" brushRef="#br0" timeOffset="69848">29863 14145 7533,'-20'-14'2698,"4"2"-2518,16 18 180,8 13-180,2-3-180,6 10 0,1 1-540,5-1-1099,2 12 1,1 1 983,4 0 175,-10-11 1,1 5-1,0-4 63,-1-6 0,1 0-93,2 8 0,2 4 1,-3-5 284,-5-9 0,-1-1 225,7 11 0,-3-3 0,-9-7 0,-2-3 0</inkml:trace>
  <inkml:trace contextRef="#ctx0" brushRef="#br0" timeOffset="70115">29880 14829 7533,'-29'-37'1349,"5"14"-510,31-4 1,12-8-1,2-2-359,2-2 0,1-1 0,4-3-1136,-5 10 1,2-2-1,1-1 1,0 1 0,-1 1 194,1-2 0,-1 1 0,0 1 0,1 0 303,3-1 1,0 1 0,1 1-1,-2 3-454,0 2 0,0 4 1,-2 0-154,8-8 1,-1 2-658,-2 6 1,-5 8 539,-17 16 882,-1 6 0,-16 18 0,-1 10 0</inkml:trace>
  <inkml:trace contextRef="#ctx0" brushRef="#br0" timeOffset="70564">30357 14623 7533,'0'-34'2878,"23"-2"-1978,22 16-945,-17 9 0,1 2-1507,-2 1 0,-1 3 1012,15-1 1116,-6 17-756,-13 10 90,1 6 90,-27-3 0,-7 1 0,-1-1 224,-7 9 1,-3-2 45,0-11 494,-2 10 1,-1-1-405,4-6 135,-1-4 0,3 0-136,7 0-25,-4-6-155,16-7-538,16-6 269,3 0 1385,9 0-1565,0 0 1,1 0-1710,4 0 1979,-1 0 0,3 0 0,2 0 0,2 0 0,7 0 0,0 0 0</inkml:trace>
  <inkml:trace contextRef="#ctx0" brushRef="#br0" timeOffset="72048">31133 13939 7533,'0'-14'0,"0"-4"719,-8 6-179,6-8-360,-6 0 539,8 1-539,0 6 90,0 6-180,0 1 270,0 6-810,0 34 360,0-8-182,0 5 1,0 9 0,0 2 203,-1-1 1,-2 3 0,1 1-1,0-1-504,1 5 1,1-1 0,-1 4 556,-1-12 0,-1 4 0,0 3 0,-1-1 0,2-2 0,1-3-53,1 2 1,1-3 0,1-1-1,0 0-586,0 5 1,1 1-1,-1-2 1,1-3 653,0-3 0,1-3 0,1-5-370,11 11 280,-16-38-550,7 4 640,3-12 0,8-7 0,0-7 0</inkml:trace>
  <inkml:trace contextRef="#ctx0" brushRef="#br0" timeOffset="72365">31309 14249 7533,'-20'-35'1889,"-3"11"-1350,21 18-539,-6 6-180,16 17 180,2-7-90,5 13 1,3 2 178,11-1-314,-7 8 1,0 2 224,13-2-1639,-9 8 1,-1 2 1521,-10-21 0,1-1-363,6 10 0,2 5 1,-5-4-1334,-3 9 1813,8-7 0,-1 0 0,-20-8 0,-3 0 0,8 5 0,0 0 0</inkml:trace>
  <inkml:trace contextRef="#ctx0" brushRef="#br0" timeOffset="72627">31397 14816 7533,'-17'-12'1799,"-1"-13"-5076,8 4 1883,2-11 2682,24-11-928,-12 8-91,11 6 1,7-3 0,-4 2-45,-10 6 0,1-1 44,15-11 1,7-6 0,-5 7-270,-1-7 0,-1 6 0,1 1-180,-8 14 1,0 3-1,12-16-630,-4 6 1,1 1 89,11-3-809,-15 8 0,-1 1 989,7 1 180,-3 7 604,-15 8 0,-2 10 0,-8 2 0</inkml:trace>
  <inkml:trace contextRef="#ctx0" brushRef="#br0" timeOffset="72910">31891 14816 7533,'-27'34'899,"1"9"-899,16-20-90,3 24-180,7-30 270,15 19 0,21-33 0,-9-1 0,0 0 0</inkml:trace>
  <inkml:trace contextRef="#ctx0" brushRef="#br0" timeOffset="73343">32244 13733 7533,'-18'-8'989,"1"8"1,7 7 898,2 35-1528,16-10 0,1 5 0,3 9 0,0 1-1453,1-3 1,0-1 0,0 2 803,-3-8 0,0 1 1,-1 1-1,0 2 199,-2-1 0,1 3 0,-2 1 0,0-3 1,-2-4-355,-2-1 0,-2-5 0,0 2 324,3 15 0,0 3 0,-1-3-60,-4-13 0,-1-1 0,0-3 90,2 5 1,0 0-840,-3 0 1,-2 2 0,0-3 748,2-9 1,-2-1-542,-1 13 1,-3-3 810,-8-6 924,-15 1-1104,11-23 568,-19-13 1,22-19 0,-7-16 0</inkml:trace>
  <inkml:trace contextRef="#ctx0" brushRef="#br0" timeOffset="74114">32667 14598 7533,'-19'41'90,"5"-6"0,4 0 269,8-2-89,2 14 0,0 2 0,2-7-180,10 5 0,0 0 90,-8-8-180,10-16 0,3-2-180,-5 2 540,5-33-270,-9 2 0,0-24-225,-3 7 0,0 0-87,5-18 87,-5-4 1,-3-2-971,-1 19 0,-2 0 1150,2-9 0,-2-4-45,-3 7 0,-2-2 0,1-1-703,3-3 1,1-2 0,0 1 942,-4 0 0,-1 0 0,1-4 7,2-1 0,1-5 1,1 1-1,-1 9-365,1 7 1,0 2 267,0-7 0,0-3 0,3 10 30,8 12-133,23-1-47,-11 22-90,14 0 0,1 2 0,-10 6 45,4-1 0,3 1-405,9 6 360,-12 6-45,6-2 1,-1 3 134,-11 16-90,-3-9 0,-3 2 0,-11 11 45,-14-12 0,-4 0 45,-1 8 45,-4-14 0,-4-1-45,-16 10 180,6-9-180,-12 2-90,5-11 90,2-3 0,0-1-360,-2-1 610,1 2 1,8-2-521,23-7 1721,-12 5-2260,16-1-720,24-3 1439,-11 3 90,21 1 0,-7-10 0,2-2 0,5 2 0,-1 0 0</inkml:trace>
  <inkml:trace contextRef="#ctx0" brushRef="#br0" timeOffset="74476">33338 14094 7533,'-28'-39'3238,"3"12"-2069,7-3-629,8 15-1080,2-3 630,8 11-1349,-8 1 1079,7 6-1349,-7 17 1349,0-1-225,4 13 0,-2 2 765,-19 2-270,11 14 0,0 1-173,1-28 1,-1 2 202,-1 14 0,1 8 0,2-6 284,1-13 1,0 1 14,-3 18 1,-1 8 0,3-7-1375,5-15 1,2-1 1074,-1 6 0,0 3 0,2-2-30,4 1 0,0-3-45,0-3 0,0-1-45,-1 2 0,2-1-530,10-5 0,2-1 395,-3-2 0,1-1-404,25 13 179,-11-5 180,-7-17-719,15 0 539,-11-6-1169,19-1 1169,-29-6-270,11 0 711,-5-6 0,-14-7 0,2-7 0</inkml:trace>
  <inkml:trace contextRef="#ctx0" brushRef="#br0" timeOffset="74798">33390 14326 7533,'-7'-13'1169,"-3"0"-180,0 6 361,-6 2-991,14 5 91,2 11-450,2-2 0,22 26 90,-20-12 135,15 4 0,1 1-45,-14 2-1215,13 0 1,1 0 764,-8 6-495,4-2 1,1 0 404,-5 3-360,4-1 1,-1-1-1,-11-3 720,5 0 0,-2 2 0,-13-8 0,-4 1 0,0 9 0,1-1 0</inkml:trace>
  <inkml:trace contextRef="#ctx0" brushRef="#br0" timeOffset="75061">33355 15035 7533,'-10'-12'2069,"-5"-1"-1620,5 0 1620,0-11-1079,10-3-541,14-3 1,5-2-270,-4 4 0,2 0-1200,4 1 0,3-1 1,-3 1 1064,-5 0 0,0 0-285,8-4 0,5-3 0,-2 2 119,-1-3 0,-1-1-539,-2 2 1,1-1-1,0 2 480,3-1 1,-3 2-901,-10 0 1,-1 3 629,12 0-1079,-15-1 1169,-2 22 360,-8 3 0,-23 16 0,-7 4 0</inkml:trace>
  <inkml:trace contextRef="#ctx0" brushRef="#br0" timeOffset="75409">33620 14945 7533,'-10'-14'3276,"-6"2"-2864,14 7-53,-6 3-179,8-3 0,0 5 0,8 0-180,2 5 180,0 3 0,6 16 0,-14-8-720,5 25-719,-7-18-1,4 4 1,0 1 540,-2-4-181,6 18 900,-8-28 0,8-1 0,2-7 0</inkml:trace>
  <inkml:trace contextRef="#ctx0" brushRef="#br0" timeOffset="75781">33796 13784 9062,'-10'-14'2518,"2"-3"-2068,8 15-450,0-4 0,0 6 0,0 0 0</inkml:trace>
  <inkml:trace contextRef="#ctx0" brushRef="#br0" timeOffset="75942">33796 15204 7533,'-15'32'89,"1"1"1,0-1 0,4-7 0,10-18 0,0 5 0</inkml:trace>
  <inkml:trace contextRef="#ctx0" brushRef="#br0" timeOffset="77347">33778 13926 7443,'-17'-7'629,"7"1"-539,-6 6-90,14 0 180,-5 0-270,7-6 180,0 5-90,0-5 270,0 6-270,0 0 270,0-6-180,0 5 90,0-5 90,0 6 89,0 0-359,0 6 180,0 7-180,0 1 270,7 22-270,-5-19 90,3 9 0,-2 1-270,-3-2 180,8 7 0,0 2-90,-4-3 90,7 3 0,1-2 0,-2-8 0,8 12 0</inkml:trace>
  <inkml:trace contextRef="#ctx0" brushRef="#br0" timeOffset="77628">33814 14791 7533,'0'26'3276,"0"-1"-3314,0-4 38,8-3 0,-6-5 0,5 0 0</inkml:trace>
  <inkml:trace contextRef="#ctx0" brushRef="#br0" timeOffset="77994">33831 14945 7533,'-9'14'3276,"1"-1"-2685,0 5-770,6-4 179,-6 5 179,8-6-179,0 0-89,0 0-1,-8 5 90,6-9 90,-6 14-1,8-14 1,0 21-90,0-20 0,-7 24 0,-3-24-179,0 26 179,-6-20-90,14 20 90,-5-26-90,-1 18 90,6-19 269,-14 4 91,14-2-360,-6-9 90,8 9 90,0-9-630,0 3-269,0-5-181,0-5 1,0 3-810,8-9 1259,2 3 450,0 1 0,-2 1 0,-8 6 0</inkml:trace>
  <inkml:trace contextRef="#ctx0" brushRef="#br1" timeOffset="105816">23407 13500 7533,'10'-13'270,"-3"0"-1,-7 6 451,0-10-360,0 14 0,0-8-181,0 5 1,-7 4-270,5-3-179,-14 16 269,14-8 0,-6 26 179,0 10-179,6-8 45,-5-1 0,-1-1-45,6-6 135,-6 1 0,0 0 45,6-1 0,-14 19 90,7-26-90,-9 20-90,8-26 0,2 18 0,0-25 179,7 9-269,-7-12 180,0 0-90,6 0-180,-6 0 90,16 0 360,10-12-270,1 9-90,5-8 0,1-1 90,14 4-90,6-4 0,2-1-275,-17 9 0,1 0 335,15-2 0,8-1 0,-7 3-656,-13 2 0,1 2 641,7 2 0,8 1 0,1 0 0,-8 1-90,-4 0 0,0 2 22,3 2 1,7 4 0,0-1-1,-8-1-67,-8-1 0,0 0 120,15 2 0,6 2 0,-11-1-120,-3 2 240,-7-6 0,5 1 0,-6-2-60,2 1 135,-2 1 0,2 0 315,11-2-360,-7 6-1,-5 0-89,-23-6-270,5-1 360,-5-6 832,0 0-562,-2-6 999,0-13-1359,-6 4 180,21-27-90,-3-4-90,-1 3-135,-5 12 0,-4 2 135,-8 6-360,14-7 0,-14 11-2428,5 5 1259,-7 1 1439,0 13 0,-7 24 0,-3 11 0</inkml:trace>
  <inkml:trace contextRef="#ctx0" brushRef="#br1" timeOffset="107226">24183 14145 7173,'-10'0'989,"-6"0"-719,14-5 0,-5 3-90,7-15 90,0 8-90,0-9 449,7-6-269,-5 8 90,30-15-270,-18 17-90,9 4 0,3 1 0,-5 2-90,14 4 0,3 1 179,-3 2-239,-5 7 0,6 3 1,-4 2-183,-6-2 0,-1 4 242,7 9 0,4 5 0,-4 0-785,-2 5 1,-1 3 754,-3-7 0,1 3 0,-4 3 120,-5 9 0,-4 4 0,-1-4 0,6-3 0,-3 3-68,-10-5 1,-3 6-1,-2-1 1,-1-6 67,0-6 0,-2 0-46,-4 6 1,-2 7 0,-2 0 0,1-7 0,-1-1 0,-2 0 67,0 1 1,-2 6-1,-2 3 1,1-3-656,2-5 0,-1 0 0,0-2 0,1 0 603,-4 6 0,1-1 0,0 2 30,-1-1 0,-1 4 0,1-2 0,4-8-181,6-6 0,0 0 91,-5 9 0,-3 6 0,3-6 45,6-10 0,0 0-75,-2 6 0,-1 3 0,1-5 30,2-7 0,2-2-261,-1 7 0,2-2 81,3 1 713,0 1-1342,8 7 539,2-5-270,15 4-90,-13-24-1528,27 9 1438,-25-20 1466,19 13 0,-23-14 0,-2 4 0</inkml:trace>
  <inkml:trace contextRef="#ctx0" brushRef="#br1" timeOffset="107944">23283 16456 7533,'0'-32'1529,"0"11"-1259,0 2-360,0 13 450,0 6-181,0 0-269,-8 23 90,-1-6 45,-3 15 0,-2 3 45,-5 3-787,5-8 1,0 5-1,0-4 742,4-7 0,-1-1 45,-6 16 0,1 1-45,7-10 0,0-2 0,-4-1 0,0 0 0,7 1 0,1 2 44,-8 6 1,2 1 180,9-6 0,2 1 0,-5 10 0,2-1-180,11 6 0,10-5-180,1-34 0,23 10 90,-13-17-90,0 5 0,1 0 0,1-5-630,18 5 1,-14-6 539,-5-6-765,-1 6 1,-1-1 584,-5-5-629,18 6 989,-23 0 0,-24-6 0,-6-1 0</inkml:trace>
  <inkml:trace contextRef="#ctx0" brushRef="#br1" timeOffset="108177">23230 16959 7533,'-22'-13'539,"-1"0"1,-4-1-450,11 2-180,16 6-180,16 5-899,19-5 899,-11 6-180,23 6-89,-20-5 449,3 5 90,3-6 0,-15-34 0,-1-9 0</inkml:trace>
  <inkml:trace contextRef="#ctx0" brushRef="#br1" timeOffset="108348">23301 16494 7533,'-5'-26'0,"0"-1"0,-11-17 1619,7 1 809,-1 14-1978,10 3 90,25 9-540,-3 10-90,14 1 0,0-1 0,-8 0-360,3 4 0,9 2 1,-7-1 89,4 2-300,6 3 1,11 1-1,-6 1 385,-13-2 1,-1 2 0,4 3-1,4 3 1,-5 0 0,-6 3 0,-1 0-1</inkml:trace>
  <inkml:trace contextRef="#ctx0" brushRef="#br1" timeOffset="108976">24059 17217 7533,'0'-34'1709,"0"-14"-1260,0 31-89,0-7 360,0 1-810,-7 19 180,5-19 90,-14 15-450,6-5 540,-7 6-1080,-17 1 720,13 6-180,-28 0 180,27 0 1,-19 6 89,14 1 0,7 6 89,-19 17-89,25-12 0,-11 12-89,9-6 89,14-8-270,-14 26 270,14-25 0,2 13-180,10-11 180,8-5-90,15 5 0,-11-7 135,5-7 0,2-3-45,3 4 314,1-15 1,0-4 135,-1 1-315,-12-5 0,1-2 225,12-6-90,-19-3-1,7 9 1,-3 1 0,-14-4 450,12 4-360,-16 12-180,0 6-180,-8 6 0,-2 7 0,0 1-720,2 22 540,1-8-1799,5 22 1619,-6-15-2338,16 14 2338,-6-21 360,21-5 0,8-8 0,-6-19 0,1-7 0,22-1 0,0 0 0</inkml:trace>
  <inkml:trace contextRef="#ctx0" brushRef="#br1" timeOffset="109576">24536 17037 7533,'0'-38'809,"0"15"271,-8-1-91,-2 13-629,-8 9 809,-7-4-809,-10 29-540,13-6 45,1 11 0,3 5-360,15-6 1,2 0 314,-8-2 0,2-1-45,9 3 0,4-1-404,4 13 179,23-4-864,-11 3 1224,11-26-179,8 0-1,6-28 180,0 6-743,-12-17 1,-5-6 743,-6-6 178,-8 11 1,1-6 30,-5 0 0,-1-4 0,-3 3-75,-4 5 0,-2-2 45,3-2 0,3-6 0,-2-1 0,-1 7-90,-5 5 0,0-2 157,1-5 1,1-9-1,1 0 1,-2 5 246,0-8 1,0 1-315,2 6 0,1-1 0,-3 5 494,-4 2 1,-2 17 225,3 28-1395,-5 13 1,-1 4 494,6 20-367,-2-2 0,0 1-82,4 2 314,0-11 0,0 1 90,0-11 0,0 1 165,2 6 0,1 5 0,0-4-75,-3-3 0,2 0 195,6 13 0,4 7 0,-1-6-240,-5-14 0,2-1 30,8 6 0,6 2 0,-3-6-210,4 4-370,13-13 1,1-6 819,-12-11 456,8-10 0,-1-5-366,-11-8 224,4-7 1,-1-3 1304,-2-4-1439,11-2 270,-15 21-451,-8 11 60,13 5-150,-19 3-3366,28 27 3193,-21-10 1,-1 9 0,-2 3-1,-4-6 1,0 0 0</inkml:trace>
  <inkml:trace contextRef="#ctx0" brushRef="#br1" timeOffset="110260">26035 16972 7533,'-18'-20'629,"9"1"91,1 12-360,8 1 89,0 6 181,8 12-270,-6-3-90,9 12 0,1 5-91,-8 6-44,11 7 0,1 0 45,-4 0-317,0-9 1,2 0 226,11 9 90,-5-5-405,0-11 0,1-3 225,0 2 270,21-3-270,-7-31 136,-6-4 44,-3-9 0,-3-5-3457,-1-12 2940,-2 14 1,1-2 246,-7-4 0,-1 1-501,1 11 0,0-1 141,0-7 0,1-5 1,-3 5-1,2-6 135,5 1 0,1 5-854,-8 22 90,13 8 899,-7 14 179,-1 6 0,1 16 0,0-2 0</inkml:trace>
  <inkml:trace contextRef="#ctx0" brushRef="#br1" timeOffset="110843">27093 17063 7533,'0'-32'359,"0"5"-179,0 1 0,0 7 630,-8 6-270,-1 0 359,-17 0-719,-1 6-180,-8 1 0,-1 6-90,11 5 0,-1 2 180,-5 1-135,-2 9 0,1 2 45,9 4 90,-2 1 0,1 1 0,4 3 90,6 1 0,3 3-90,4-5 0,4 0-90,2 3 0,2 1-700,2-2 1,4-3 519,18 2-90,-8-9 1,1-2-1,12-7-145,2 0 1,0-3 324,-6-7 360,11-6 0,-2-5-181,-11-5 181,5-7 0,-1-3-180,-7-4 50,-3 2 1,-2 2 39,-7 3 90,-1-2 0,-8 14-360,0 4 1096,0-1-917,0 2 327,-15 35-596,11-10 270,-12 18-180,8-1-90,6-19 0,-6 31 0,16-25 90,10 14 0,-6-23 616,3-3 283,1-11-629,-4-5 540,13-25-630,-7 0-1,-5-8 1,-1-3-344,8-5 209,-7-2 0,-1 0-315,6 2 135,-9 6 0,0 1 135,1 9-1259,-3-6 719,1 29 1,2 1 89,8 18 270,-1-3 270,1 9 0,15 6 0,4 3 0</inkml:trace>
  <inkml:trace contextRef="#ctx0" brushRef="#br1" timeOffset="111265">27764 16985 7533,'-20'-21'2428,"-4"3"-2248,23 18 720,-7 6-810,8 13-180,0-4 0,0 15 270,0-4-450,-8 13 180,-2 1 0,5-3 0,0-1 90,-3 5-405,8-2 0,0-1-1920,0-2 1965,0 8-709,0-12 349,0-12 270,8-7-269,-6-7 179,14-6 540,-14 0 0,21-29 0,-3-7 0</inkml:trace>
  <inkml:trace contextRef="#ctx0" brushRef="#br1" timeOffset="112160">28116 17088 7533,'0'-14'0,"-7"-3"-90,5 10 0,-6-1 809,8-9-269,-8 14 90,-10-14-270,-1 10-270,-7 0 809,-7 13 91,-4 14-900,7 7 0,-1-1 270,21 9-360,0-12 135,2 7 0,1 0-225,5-4-180,0 10 0,4-2 90,7-13-45,11 7 1,2-3 44,-7-15 90,17 4 0,-1-5 90,-15-13 315,13-4 0,-1-3-225,-15-6 404,12-16 1,-3-5 135,-16-8-495,6 14 0,0 0 449,-11 3 1,-2 4-135,1 2 180,0-2-630,0 20 270,0 5-630,0 5-270,0 14 451,8-3-451,9 25 540,-5-24-45,4 7 0,-1 0 315,-3-7-270,7 2 1,3-2 89,8-9 224,-5-6 1,1-4-45,3-6 225,0-17 0,-1-9-195,-11 0 0,-2-4 0,0 1-478,0 7 1,1 1 0,0-4 357,0-11 0,0-6 0,-2-1 0,-3 7-581,-4 1 0,-1 0 491,5-2 0,3-7 0,-1 0 0,-4 7-90,-5-2 0,-2 2 180,6-3 0,2-5 0,-4 9 180,-5 17 0,-2 3 630,-7-25-271,-2 37-359,-7 41-360,-17 7-1227,23 1 1,1 2 1361,-8-8 0,2 0 0,10 3 1,3 1-365,-6 1 0,2 2 184,6 1 1,0 2-345,-4-5 1,-1 2 0,1-2 388,3 4 1,2 2 388,2 4 1,1 6 0,0-7-312,-2-11 0,2-1 237,4 4 0,3 5 0,2 0 0,-2-8-225,1-8 0,0-2 705,0 18 0,5-6-525,23-22 180,-25-3 469,27-11-20,-13-22-449,-9-1 2754,5-16-2844,-19 12 0,0-1 0,12-15-90,-11-2 0,-2-1-45,1 19 0,-2 1 45,-4-9 0,-3-4 0,1 5 0,1-13 224,-12 3 1,-3 3-225,3 11 265,-19 0-535,7 24 270,15 12-2339,-13 12 2069,22 4-809,-6 4-1440,8 10 1170,24-7 1259,-11-2 0,17-16 0,5-5 0,-6-6 0,-1 0 0</inkml:trace>
  <inkml:trace contextRef="#ctx0" brushRef="#br1" timeOffset="112627">29298 16249 7533,'0'-20'270,"-8"-4"89,-1 15 91,-9 3 90,0 13-180,1 12-91,-9 7-179,7 19-1565,2-17 0,0 2 1475,6-4 0,3 3 60,1 3 0,2 5 0,-1-4 30,-2-6 0,0 2 30,6 17 0,3 8 0,-2-5-120,-3-14 0,1 1-68,7 9 1,4 8-1,2 1 1,-1-9-68,-3-5 0,4-1 67,2-3 1,4 4 0,2 0-1,0-7-292,9 0 1,1-6 269,0-4 0,1-4 0,1-2 0,-1-6 450,6-17-180,8-18 539,-6-4-449,-10 1 0,-3-2 245,-9 9 1,0-2 23,4-6 1,1-3 0,-2 0 0,-6-8 0,-1 0-835,7-2 1,-3 2 384,-5 8 0,-12 7 359,-38 15 1,-6 12-360,24 3-570,-11 4 0,-8 3 1,14 2 389,23 9-1147,-2 9 1,4-1 966,12-12-270,4 12 1,5 0-1,18-7 0,-3-3 1,1-1 449,-11-10 0,1-2 90,14 3 0,-4-6 0,-11-15 0,7-7 0</inkml:trace>
  <inkml:trace contextRef="#ctx0" brushRef="#br1" timeOffset="112842">28028 16430 7533,'-29'-18'546,"-1"0"0,1 4 0,11 5 0,50 22 0,7 7 0</inkml:trace>
  <inkml:trace contextRef="#ctx0" brushRef="#br1" timeOffset="116833">21555 18521 7533,'0'-15'539,"-8"-2"-359,6 16-180,-6-11 0,8 5-90,-8 0 900,6-10-630,-6 14 90,8-20-90,0 20 359,-7-20-449,-3 14 450,-8-15-360,8 10 90,-5-11-450,5 11 180,-16-10-180,7 15-180,-22-8 180,19 15 45,-10 1 0,-1 2-45,8 6 135,-12 9 0,1 4-45,13 5 90,2-2 0,-3 6 0,4-4-1816,-3 10 1771,1-3 0,3 2 404,1 10-179,8-2 90,5-8 0,2-1-270,3 5-478,6-7 0,4-2 568,10-6-315,4-9 0,3-4 45,12-4 180,-6-13 0,0-4-90,7-4 90,-19 3 0,1-2 45,-1-4 0,-1 0 135,1-5-180,13-14 270,-9-1-180,-13 10-239,0 3 0,-1 1 239,-1 1 629,0-7-359,-10 23 1160,-2 1-1250,-14 6 963,14 0-1233,-5 12 1308,-1 2-1578,-2 23 180,0-2-315,5-11 0,2 2-854,11 14 809,10-1-269,1-19-721,23-3 1081,-21-15-181,20-2-90,-5-13 315,-13-5 1,-1-2 224,7-10 90,-8 0 0,-3 0 0,-6 6 135,-3-1 0,0 2-46,-2 13 1081,-7-13 359,0 22-1169,0 12 539,0 16-899,-7 8 315,6-5 0,0 0-495,-7 7 180,7-12 0,2 1-270,-1 22 270,0-17-90,4 2 0,0 0 0,-2-2 0,6-5 0,-1-3 90,-5-9 630,6-14-630,0-14 90,-6-29 0,6 7 0,-7-8 0,-2-2-402,1 19 1,0-1 341,0-17 0,0-7 0,0 5 15,0 12 0,0-1 44,-1-3 1,1-6 0,0 0 0,1 6 45,2 2 0,2 2 15,0-3 0,1-4 0,0 8-60,6-2-264,12 6 84,-15 30 0,9 24 0,0-1 0,-9 6 0,-1 2-90,2 1 135,-2-8 0,0 0-45,-6 20 90,13-14-90,-13 13 180,14-6-90,-14-8 0,6 2 0,-8-6 0,0-17 970,0 10-880,0-17 97,0 5-457,0-6 360,15-6-180,-11 5 90,20-11 0,-22-1-90,14-1 90,-7-11-90,17-12 135,-16 14 0,-1-1-90,0 0 0,0 0 135,7-18 0,-6 4-90,-1 10 270,-1-16-180,-8 23 180,0 2-270,0 19-540,-8 36 630,-1-4-225,3 14 0,2 4-134,-1-24 1,2 2 148,2 16 0,1 7 1,1-2-974,-1-13 1,-1-1 0,2 0 933,1 2 0,0 1 0,2 0 159,1 2 0,1 0 0,0-7 90,6 8-414,1-9 1,-2-4 323,-9-14 360,5-14-180,-7-14 45,0-14 0,0-4 45,0-14-694,0 8 0,0-5 0,0 3 469,0 6 0,0 0-45,2-4 0,-1-5 0,2-1 0,-1 6 45,3-1 0,0 0-23,-1-3 1,0-7-1,0 1 1,2 7-68,3 3 0,-1 3 75,-4-1 0,-3-3 0,4 5 709,7 7 0,0 4-739,-1-6 417,15 4-597,-8 20 0,15 22 90,-12-1 180,1 7 0,-2 3-180,-9 4 225,5 3 0,0 0-135,-5-1 0,-1-8 0,-2 0 360,0 14-271,-8-10 181,0 21-180,-8-21 90,-2 4 0,-15-8-90,5-15 2536,-21 9-3615,12-17 719,-7 5-630,11-6 361,15 0-272,-6 0-178,14-6 1003,2 5 0,49-5 0,-15 6 0,-1 0 0</inkml:trace>
  <inkml:trace contextRef="#ctx0" brushRef="#br1" timeOffset="118092">22754 18443 8522,'-10'0'1169,"3"0"-899,14 6 90,11-5-180,2 5 90,29-6-90,-18-6-90,-2-4 0,1-4-180,-7-2 0,-1-3-662,2-8 1,-3-3 661,-7 6 0,-1 1 0,11-21-90,-14-5 270,-1 13 0,-10 5 0,-5 0 0,-6-4-45,-7 9 0,-3 2 45,-8 3-90,3 2-190,-20 14 280,31 5-270,-8 4 0,-1 3 90,6 8-45,-3 8 0,2 2 135,7 7-135,-8 9 0,2 1 135,16-7-45,-6 11 0,2 2 225,7-8-180,3-9 0,2 0 0,5 18 180,7-19-360,3 1 0,1-2 90,3-4-225,12-6 1,0-3 44,-10-8-180,13-7 0,2-2 91,-7-7-271,3-5 0,0-4 270,2-6-1266,-8 2 1,-3-1 1625,-6-5 0,17 1 0,-35 14 0,11 6 815,-15 12-815,0 6 917,0 3-197,-8 15-270,7-15 2826,-7 16-1991,8-17-206,0 4-809,0-5 720,-8-6-720,6-1 89,-6-6-539,8-6 90,0-1 90,0-29-89,8 12 89,-6-19 0,14 6-90,-15 8 0,15-1 0,0 0-90,-10-2 180,16-1 0,3 0-90,-12 3 90,3 11 0,2 1 90,7-7-270,-5 17 180,5-9-90,1 15 90,1-3 0,1 5-90,5 0 0,-6 0 360,1-6-270,-3 5 0,-7-5 540,0 6-271,-9-6-179,-1 5 990,-8-11-810,0 11 899,0-17-899,0 10 269,-8-16-359,-1 9 270,-17-3-630,7 11-359,-23 1-721,13 12 811,-6-5-541,17 27 630,10-16 45,6 16 1,4 3 134,6-6 0,-1 11 0,4 0 0,16 1-121,-13-12 1,0 1 390,2-1 0,1-2-90,18 8 135,-9-1 0,1 0-135,12 0 45,-17-11 0,-2-1 45,5 7 449,-5-16 361,-3 2 89,-17-11-629,-17 0 0,-3 0-540,-13 0 90,13 0 601,-13 0-421,21 0-810,-27 6-449,17 6 180,-21 3-2288,16 15 3264,9-14 0,34 14 0,13-10 1</inkml:trace>
  <inkml:trace contextRef="#ctx0" brushRef="#br1" timeOffset="119164">23336 18263 7533,'0'-15'1529,"-15"-14"-450,11 14-809,-12-5 270,16 2-540,-8 17 360,6-10-450,-6 9 359,8-4-269,0 6-719,0 0 359,-8 12 360,-1-9-180,-1 20 90,-6-20 90,-1 25 0,5-24 0,-8 15 0,1 3 90,5-11 0,-6 12 0,-1 1 90,-7-1-135,14 4 0,1 1-45,-13-4 90,20 5 0,3 1 0,-5-6-90,16 25 0,1-27-270,25 2 540,11-28-360,-6 1 449,-9-18 1,-3-5-360,-6 0-681,-3-1 0,-2-1 771,-7 1 0,4 3 0,-2-1-180,-7-10 135,8 4 0,-1 0-225,-9-11 180,3 11 0,-2 0 90,-3 2-262,-8-13 442,-1 33-270,-1-2-270,-6 17 180,-2 24 90,7 0 45,2 6 0,2 1-45,7 2-45,0-9 0,0 0-315,0 9-618,0-5-101,0 3 1019,8-5-209,2-11 269,23 10 0,-4-40 0,15-1 0</inkml:trace>
  <inkml:trace contextRef="#ctx0" brushRef="#br1" timeOffset="120981">24730 18263 7533,'0'-20'809,"-8"1"91,6 6-540,-6 0-181,8 0-89,0 6 360,-8-5-630,6 11 270,-13-10-180,5 9 0,-8-4 90,-7 6-90,5 6-90,-21 13 90,12-3 0,3 6 1,1 3-1,-5-1 224,5 6 1,1 1-135,3-1 90,7 0 0,2 0-90,4 0 180,8 13-90,16-11-90,-12-11 45,17 1 0,5-2-45,-3-9-180,6 2 0,1-3 450,7-10-180,-11-11 0,-1-1 450,13 1-136,-11-20 1,-3-3-135,-3 1-135,1-11 0,-5-2-440,-13 0 484,5 0 1,-2 2-90,-7 11 0,-2-2 0,-4 5 0,-4 19 180,1-12-180,-7 23-810,6 17 630,0-1-360,1 17 1,3 5 134,4-8 0,2-1-3,-5 10 0,2 0 138,6-10 0,2-3 118,-3 8-118,21 3 180,-3-21 90,15 1 0,-8-17-90,-1 0 90,-16-12 90,5 4 90,-5-23-270,0 16 554,-2-15-554,0 16 270,-6-5-180,5 11-360,1-3 360,-6 9-270,14-3-90,17 5 135,-2-3 0,1 0 270,-6 0 0,-1-1-518,5-1 1,-3-3 472,-2-11 90,-7-4 0,0-2-180,0 6 0,1-1 179,4-21 1,-3-3-743,-10 19 1,-1 0 607,4-5 0,-2-3 135,-9-9 0,-2 0-225,4 15 0,0-1 105,-3-5 0,-2-4 0,1 4-60,0 8 0,0 0 45,-7-24 0,-2 1 45,-3 7-486,-4 8 1,-1 5 485,5 15-270,-7 26 0,-1 9 0,-1 5-225,2 14 1,2 3 224,0 0-30,12-8 0,3 5 0,1-4 120,0-9 0,2 1-23,-1 6 1,2 7 0,0 2 0,2-4 202,3-1 0,2-2 0,0 0-90,-1 3 0,1 1 0,3-2-60,8 3 0,4-2 0,-1-9-30,-3-12 0,1-5 90,20 14 0,1-8-45,-17-23 0,-1-4 270,4 4 0,-3-4-1,-10-19 1,-5-3 45,6-2-90,-15 1 0,0 0 0,6 1 1220,-7-8-1040,0 17 1032,-7 1-2471,5 29 359,-6 11 630,8 8 349,7 3 0,2 1-528,2 6 313,1-11 1,2 1-45,11 14-179,-5-27 448,21 1-89,-19-23 270,3-29-270,-9 8 90,-14-18 0,-2-4-136,4 21 1,0 1-90,-3-11 0,-2 0 855,-7-5-1350,6 29 180,-6 20 225,6 16 0,4 6-135,-2 18 120,4-8 0,2 8 1,0 0-287,-2-2 1,-1 1 0,1 1 435,1-1 0,0 2 0,0 1 0,-2-3 0,-1 7 0,-2-3 0,-2-4 0,-4 3 0,-6-8 899,-23-6-719,-2-39-270,0-2 0,-1-4 0,-5-12-60,9 2 0,-6-5 0,1 2-111,7 6 0,2 1 1,-3 0-520,-8-5 1,-3-1-1,4 4 15,1 4 1,4 4-1035,-12 1 1709,47 21 0,47-9 0,-18 0 0,0 1 0</inkml:trace>
  <inkml:trace contextRef="#ctx0" brushRef="#br1" timeOffset="122382">26882 18327 7533,'8'-14'1169,"-7"-3"-539,7 15-810,-8-9 360,0 9 90,0-3-540,-8 5 270,-1 0 0,-9 0 0,8 0 359,-13 0-269,19 0-269,-35 0 179,25 0 89,-27-6-89,-2 4-89,11-3 178,-17 10-268,37 3 89,-19 16 90,27-9 0,-8 15 0,1 5 45,9-9 0,2 0-45,-5 6 0,2 2-45,11 9 0,7-3 135,15-6-90,-2-3 0,5-7 224,-6-26 1,0-6 225,19-9-270,-27-15 0,-5-4-270,-4-2-1471,-5-4 0,-3 0 1471,-2 9 135,-2-10 0,-3-2 45,1 18 0,-2 2 179,-7-9 1,0 3-899,2 0 89,11 36 360,11 17 180,15 5-90,-1 3 180,-5-15-90,21 3 270,-27-4 1368,9-6 0,1 2-623,-3 16-1015,7-5 0,-10-1 0,-5 2 0,-9 1-90,8 4 1,0 0-1,-10-3-90,2 4 0,-1-2 180,-3-9-180,0 25 90,0-32-90,0 7 180,0-17-180,16-23 90,-4-17 45,7-2 0,3-5 285,-9 12 0,-1-1 0,0 1-214,3-8 1,0 2 378,6-4 0,-3 7-135,-14 21 90,11-11-270,-7 32-90,-6-3-90,14 23-90,-14-8 198,6 9 0,0 3-108,-6 15 90,2-17 0,-1 1 45,-2 5 0,-2-3-585,1-5 180,-1 5 1,2 1-181,7-6-180,-8 4 1,2-2 269,14-2-809,-14 11 899,13-26-629,-13 8 989,6-15 0,0 4 0,2-35 0,8-7 0</inkml:trace>
  <inkml:trace contextRef="#ctx0" brushRef="#br1" timeOffset="123301">27799 18327 7533,'33'-33'-810,"-11"7"810,3 8 1439,-9 10-269,-14 3-361,6 5-359,-8 0 539,0 0-449,-16 0-540,12 0 0,-19 0-540,5 0 540,6 0-899,-27 0 359,10 11 450,-1-2 45,1 10 0,3 3 135,11-3-180,-14 12 0,1 3 180,14-9-45,-6 11 0,1 0 135,7-5-45,3 6 0,1-1-45,0-5 0,9 2 0,6 0-90,18 8 0,-3-20 0,1-1 0,16 10 45,0-23 0,3-7 45,-6-4 0,2-4-326,-1-2 0,3-3 1,-1-2 235,-4-4 0,-2-2 0,-1 0 89,9-5 1,-4-2 45,-5-8 0,-5 0 45,2-1 225,-10 4 0,-4-1-135,-6-2 179,-3 8 1,-4 1-180,-10 4-251,-1-18 251,-1 31 269,-14-13-449,-3 21 0,5-3-90,-9 16 0,21-8-1079,-8 26 629,9-20 574,1 33-484,8 4 1015,0-9-790,2-7 0,4-1-135,5-5 0,3-2 0,8 16-322,-6-16 1,1-3-759,1-6 451,7 0 899,-1 0 0,3-2 0,11-7 0,4-4 0,-6 4 0,0-1 0,0 0 0</inkml:trace>
  <inkml:trace contextRef="#ctx0" brushRef="#br1" timeOffset="123449">28734 18676 7533,'8'-20'3276,"1"7"-3039,1 7 1,22 29 0,-3 5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4:34:17.00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A020F0"/>
    </inkml:brush>
    <inkml:brush xml:id="br2">
      <inkml:brushProperty name="width" value="0.12095" units="cm"/>
      <inkml:brushProperty name="height" value="0.12095" units="cm"/>
      <inkml:brushProperty name="color" value="#A020F0"/>
    </inkml:brush>
  </inkml:definitions>
  <inkml:trace contextRef="#ctx0" brushRef="#br0">23865 1600 6183,'0'-14'90,"0"2"540,0 7-360,0 3 90,0-9 269,8 9-449,-6-4 90,6 1 720,-8 3-631,0-3 451,0-1-630,0 5 809,0-5-629,0 0 90,0 5-270,0-5 0,0 6 719,0 0-989,0 12 180,0-4-180,-8 16 90,-2 2-135,-2-4 0,-1 1-1240,1 18 1375,1-16 0,-1 1-225,-1 9 0,0 3 180,-4 4 0,-3 3 15,3-4 0,-1 4 0,0-2-321,2-3 0,1 0 1,1-1 469,2 2 1,0 0 0,1-2 195,-7 8 0,2-2-45,6-2 0,1-3 134,0-13 1,0-1 117,0 4 1,2 0 196,5 6-89,-5 8-450,7-18 90,0-13 90,7-1 1478,11-11-1478,10 5 449,15-12-449,2-1 442,-15-2 0,1-1-667,-4 2 0,0 2-45,8-1 0,-1 1 90,5-6-540,-2 11 1,-1 1 359,-3-6 0,-7 5 0,-1 2-2159,0 5 1079,-7-5-195,0 11-2002,-8-5 3084,-3 0 1,-30-13-1,-7-8 1</inkml:trace>
  <inkml:trace contextRef="#ctx0" brushRef="#br0" timeOffset="334">23724 2284 7533,'-17'-7'3276,"-1"-4"-1605,8 10-412,2-5-899,8 6 0,0 0 1349,16 0-360,-4 0-360,29 0 1,-12-6-586,-4 3 1,1-1-671,19-9 266,-15 6 0,1 1-765,0-3 1,1-1 224,3 0 0,0 0 270,-6 3 1,-3 0-451,17-10-2557,-17 10 0,-16-1 3274,-2 2 0,-40 18 0,-7 3 0</inkml:trace>
  <inkml:trace contextRef="#ctx0" brushRef="#br0" timeOffset="584">23760 1820 7533,'-20'-28'2878,"-4"-2"0,30 10-2338,-12 6 1079,46-15-1259,-25 19 45,23-5 0,5 0-776,0 1 101,-9 7 0,7 1 0,-1 0 480,0 0 0,0-1 0,-2 2-1849,12 0 1,-2 1 210,3-3 0,-4 2 618,-20 5 1,-3 0 809,7 0 0,3 12 0,-26 2 0</inkml:trace>
  <inkml:trace contextRef="#ctx0" brushRef="#br0" timeOffset="1150">24571 1252 7533,'-10'-26'2428,"-6"-5"-1798,15 9 90,-23-14-541,20 20 1,-19-8-180,-3 0 270,-3 8-449,-14-9 134,18 18 0,-1 1-533,-11 2 0,-5 2 428,1 3 0,-5 3 1,2 2-595,5 0 0,2 0 1,-3 4 630,-1 1 1,-2 3-1,0 1 1,4 0-703,5 1 1,3 0-1,0 1 815,-8 3 0,-2 0 0,1 3-90,-1 4 0,1 3 0,2-1-307,5-5 1,1-1-1,1 2 442,3-2 0,0 2 0,-1 1 0,2 0 0,-1 3 0,0 1 0,0 0 0,2-1 113,-3 3 1,1-2 0,-1 7 80,7-6 1,-2 5 0,0 3 0,1 1 0,1-2 0,2-4-90,-6 10 0,3-4 0,1 6 74,5-4 1,-2 6 0,1 3 0,1 1 0,2-4 0,3-6-284,2 3 1,3-6 0,1 3 148,-4 3 0,-1 4 0,3 0 0,5-4-60,10-1 0,5-2 0,1-3 101,-3 8 1,3-1-42,3-10 0,4 0 0,3-2-43,2-3 0,3-2 0,3-3-17,7-3 0,5-2 0,2-2-233,-5-2 1,2 1 0,1-2-1,2-3 107,-5-3 0,2-2 0,0-1 1,1-3-1,0-1 96,0-3 0,1-2 0,1-2 0,-1-1 0,1-1 45,-4-1 0,0 0 0,0-1 0,0-1 0,1-2 0,-1 0 15,2-3 0,0-1 0,0-1 0,0-1 0,0 0 0,-1-2 134,0 1 1,0-2 0,0 0 0,-1-1 0,0-1 0,0 0-105,-1 0 0,-1-2 0,1 0 0,-2 0 0,-1-1 0,-2 2 75,7-6 0,-3 1 0,-1 0 0,-2-1-30,-2 0 0,-1 0 0,-3-1 0,-2 0 61,2-9 1,-5-2-1,-1 2-76,-4 6 0,-2 0 0,1 0 171,2-6 0,0-1 1,-5 0-53,-6-1 1,-5-1 0,0 2 35,4-7 1,-2 0-156,-5 7 0,-2-2 0,-2 0-60,-2-3 0,-2 1 0,0 2-38,0 8 0,0 1 0,-2-1 38,-2-9 0,-4-3 0,-5-1-132,-1 12 0,-4-2 0,-3 0 0,0 2 0,2 2 72,-4-6 0,2 3 0,-5-1-330,4 7 0,-3-2 1,-2 0-1,-1 0 0,1 2 1,2 5-37,-13-5 1,3 7-1,-4 1 73,5 4 1,-2 1 0,-1 3 0,2 4-801,-9 5 1,2 5 0,3 4 1046,9 1 0,2 1 1,4 8-1,1 9 0,4 8 1,4 1-1,3 12 1,1-1-1</inkml:trace>
  <inkml:trace contextRef="#ctx0" brushRef="#br0" timeOffset="11056">22525 3239 7533,'8'-38'1709,"2"5"-1125,5 8 1,3 1 135,11-12-630,-1-3 89,-5 9 1,-13 22 0,8-9-180,15 10-90,-19-6-449,17 5 539,-21 3-360,7 5 270,-7 0-90,-2 5 90,-8 3 630,0-1-540,0 5 1169,8-6-539,-6 7-450,6-6 449,-8 5-359,0-11 90,-8 11-270,6-5 45,-14 10 0,-7 7-135,3 5 0,-1 4 0,-1 0-632,-1-3 1,-2-1 0,-3 7 619,6-6 1,-3 5 0,-1 4 0,-2 2-1,0 1 1,-1 1 0,1-3 0,2-2-432,0-2 1,0-1 0,1 0 0,0-2 0,0 1 0,0 1 0,-1 1 442,0 0 0,1 0 0,-1 1 0,0 1 0,-1-1 0,1 1 0,0-1 0,0-1 102,-4 6 1,0 0 0,0 0 0,0-1 0,0-1 0,2-2 0,2-3-336,-5 6 1,2-4 0,2-1-1,-2 1 233,0 2 0,0 0 0,0 1 0,-1-1 75,3-6 1,-1 1 0,-1-1 0,2-2-1,1-3 45,-4 3 0,1-3 0,-1 1 59,1 1 1,-3 2-1,1-1 1,0-3-450,-3 1 0,1-4 0,4-1-225,0 3 1,3-4 314,-15-2 711,23-4-801,8-16 1328,3 5-2767,7-6 1987,0 0-2077,7-6 1908,11 5 0,-6-22 1,3 1-1</inkml:trace>
  <inkml:trace contextRef="#ctx0" brushRef="#br0" timeOffset="11490">21131 4904 7533,'-17'-45'2428,"7"18"-1528,2 3-361,8 17-808,0 0 179,0 7 539,0 25-269,-3-2 0,-2 5 60,-2 9 0,-2 7 0,0 0-213,0-8 1,0 1 0,-1 1 0,1 0 174,-3 6 0,1 2 1,-1-2-1,1-2-142,1-2 0,1-2 0,1-3 30,-3 9 0,6-10 90,13-20 449,10 4-269,1-17-45,6-5 0,-1-4 45,0-2-31,2-8 1,6-7 0,-2-2-300,-6 3 0,-3-1 0,3-2-1123,8-6 1,2-1 0,-2 1 693,0-8 1,-2 5-1241,-4 8 1,-3 6 1473,-3 8-2084,-2 3 2249,-10 17 0,-32 23 0,9-8 0,1 0 0</inkml:trace>
  <inkml:trace contextRef="#ctx0" brushRef="#br0" timeOffset="13807">20990 5666 7533,'0'-42'3276,"0"1"-796,-23 15-1940,-7-7-495,-10 16 0,-12 7-315,17 5 0,-4 2 0,-2 2 1,-1 2-387,2 2 1,-2 2-1,-1 1 1,0 1 0,2-1 366,-4-1 0,2-1 1,-1 2-1,-3 3 404,9 0 1,-3 2 0,-2 1 0,0 2-1,0 0 1,1 0 0,2-1-73,-4 3 1,2 0-1,1 0 1,-1 1 0,-2 2 33,2-1 0,-2 1 0,-2 1 0,0 1 0,0 1 0,2 1 0,2 1-77,-1 2 0,1 2 0,1 0 0,1 1 0,3 2 0,1 1-131,4-2 1,1 2 0,2 1 0,1 1 0,4 1 0,1 1 130,4 2 0,2 2 0,2 2 0,3-1 0,2 1 0,3-1-180,3 4 0,4 0 0,3 0 1,1-1-1,1-2 157,-1 4 1,1-1-1,4-2 1,8-1-143,4-9 0,5 0 0,4-1 0,3-1 0,2-2 0,-2-1-15,2-4 0,1-2 0,1-1 1,0-2-1,1 1 0,-1-1-162,6 6 0,-1-1 1,1 0-1,-1-2 0,2 0 306,-1-2 0,1 1 0,0-2 0,-1-3 0,-2-5 36,-2-5 0,-3-4 0,0-1 0,4-1 170,5 1 0,2 1 1,3-1-1,0-2 0,1-2 10,-10-2 0,1-2 0,0-1 0,1-2 0,0 0 0,0 0 0,-1 0-52,1-1 0,1 0 1,0 0-1,0-1 1,-1 0-1,-2-1 1,-2-1-75,5-2 0,-2 0 0,-2-2 0,-2-2 0,-2-4 197,-1-6 1,-1-2 0,-3-4 0,-2-1 0,-3 0 128,-2-6 0,-4-1 0,-2-2 0,0-4-111,-3 12 1,0-3 0,0-1 0,0-2 0,-1 0 0,-2 0 0,-2 1-135,-1-6 0,-2-1 0,-2 1 0,-2 0 0,-1 1 0,0 1-135,-1 2 0,-1 1 0,-1 1 0,-3 0 0,-4-1 119,-3 1 1,-3-2 0,-2-1 0,-3 3 0,-4 4 0,-2 6-48,-5 7 0,-4 6 0,-3 4 0,-1 1 0,-1-2-282,-1-1 0,-1-1 0,-3 0 0,1 2 1,0 2-1,1 5 66,-1 3 0,0 4 0,1 3 0,-1 3 0,0 5-403,0 5 1,-3 6 0,-1 3 0,3 2 0,4-1 0,5-4 204,-9 9 1,6 0 0,-1 2-1,-1 2 1,23-11 0,29-16-1</inkml:trace>
  <inkml:trace contextRef="#ctx0" brushRef="#br0" timeOffset="31483">24977 2982 7533,'-28'-13'719,"11"-6"-539,1 4 0,14 2 90,-6-4 90,8 9-90,0-17 89,8 11-179,-6-5-90,14 12 360,-7 2-360,9 16 90,-8-2 45,6 12 0,-1 5-136,-1 12-577,5-10 1,3 6 644,-6-3 1,-1 4-1,2 4 1,2 0-645,-2-5 1,2 3-1,1 1 1,0 0-1,0 1 1,-1-2 503,3 7 1,-2-2 0,0 1 0,2 2 0,2 2-68,-5-10 0,3 2 0,0 3 0,2 0 0,0 0 0,-1 0 0,-1-2 1,-1-3-1,-2-4-454,5 10 1,-3-5 0,-1-1 0,3 2 533,-1-5 0,2 3 0,1 0 0,0 0 0,-1-2 0,-3-2-8,1 3 1,-3-3-1,0-2 1,0-2 97,2-2 0,0-2 0,1 4-69,0 4 1,2 5 0,0 3-1,0-1 1,-2-2 150,-1-1 1,-1-2-1,-1 0 1,1 2-167,1-2 0,1 1 0,0 1 0,-1 0 0,-3 0 76,0 4 0,-2 2 1,-2-3-1,-1-4-22,5 5 0,-1-3-90,-5-5 0,-1 2 0,0-6-90,8 7 90,7 7-407,-1-6 317,-5-14 1672,-3 7-2122,-9-23 2859,-8-1-2409,8-6 1117,-6 0-1207,6 0 1039,-8-6-1039,0-7-989,0-13-1080,-8-1 1529,6 1 720,-21 13 0,-13 36 0,9-5 0,0 0 0</inkml:trace>
  <inkml:trace contextRef="#ctx0" brushRef="#br0" timeOffset="31934">25982 5304 7533,'-27'-6'90,"9"5"449,10-5-449,8 6 990,0 0-721,8 0 1,2 0 360,7 6-540,1 1 0,8 12 989,1 7-899,0 1 449,-1 11-179,-5-8 0,-1 1-875,-8-9 0,0 2 455,6 5 0,3 4 0,-4-5-1546,5 11 1471,-6-9 0,1 0 90,1-7 0,-2-2-49,-3 10 94,19 4 0,-22-27 0,23-20 0,-19-9 259,17-18 145,-25 9 1,-2-2 302,13-12-663,-8 14 1,0-2 719,0 1 1,0 1-495,0-15-315,-4 15 0,-2-1 270,-2 5 0,-2 1 149,1-22-1094,0 21 0,0 0 450,0-6-989,0 7 359,0-5-2557,0 13 0,8-13 3170,2 23 0,15 0 0,7 2 0,1 1 0,0 1 1</inkml:trace>
  <inkml:trace contextRef="#ctx0" brushRef="#br0" timeOffset="32939">26652 6272 7533,'0'-20'1529,"0"2"-270,0 5-809,0 0 809,-7 0-719,5-6-360,-6-1 0,0 0-180,6 1-540,-29 7 225,6 4 0,-3 3 105,-7 8 0,-4 5 1,-1 2-884,-3 2 1,-1 2 0,2 2 1053,4-1 1,1 1 0,2 3 247,-4 9 1,2 5 0,7-5 26,-3 6 153,14 1 1,2 9 0,4-5-165,6-10 0,4 0-121,4 6 1,4 4-1,5-3 31,10-1 0,5-4-45,-3-3 0,5-3 30,4-7 0,4-1 0,-3-3-75,-10-3 0,1-1-135,10 0 0,6-2 0,-5-2 180,9 1-585,-11-3 1,2-2-1,-4-2 0,-1 0 495,4 1 0,-1-2 0,-7-6 0,-1-3 0,15-11 0</inkml:trace>
  <inkml:trace contextRef="#ctx0" brushRef="#br0" timeOffset="33623">27040 5937 7533,'-17'-26'674,"-1"0"1,-9-8-315,5 9 0,3 3-1,5 4-89,-10 0 0,1 1 0,9 2-225,-16 2 0,-5 2-135,2 2 0,-5 4 0,-11 2 0,-1 5-730,12 4 1,-1 3 0,0 2 0,-2-1 769,1-2 1,-3 0 0,0 0 0,0 1-1,2 1 50,-1 3 0,2 1 0,1 2 0,-2 0 54,2 0 0,-2 1 0,0 0 0,2 2 0,5 3-42,2 3 1,5 3-1,2 1 1,-3 1-13,0-4 0,-3 1 0,1 1 0,2 3 0,4 2 30,5 3 0,4 3 0,1 2 0,3 1 0,1 0 0,2-1-12,2 6 0,2-1 0,2 1 0,2 1 0,3 1-167,0-7 1,2 3-1,1 0 1,1 0-1,2 0 1,1-1-1,1-2 104,1 1 0,1-1 0,2-1 0,2-2 0,2-1 0,5-1-71,1-3 0,4 0 1,3-1-1,2-2 1,2-2-1,0-4 1,1-3 70,3-4 0,1-3 1,2-5-1,1-2 1,1-2-1,1-3 302,-1-1 0,3-2 0,1-2 0,1-3 0,-1-2 0,-1-4 0,-2-2 102,-2-3 1,-1-4 0,-1-3 0,0-3 0,-2-1 0,-2-2 0,-1 0-181,-2-1 1,-2-3 0,0 0 0,-3-2 0,0-1 0,-3-2 0,-2 0-39,-1-1 0,-1-2 1,-2-1-1,-2 0 1,-2-2-1,-3 1 0,-2-1-116,-4 1 1,-2 0 0,-3-1 0,-2 0 0,-1-1-1,-3 2 1,0-1-70,-3 0 0,0 0 0,-3 1 0,-1-1 0,-2 1 0,-2 2 0,-2 0-106,-5-3 0,-2 1 0,-3 2 0,-2 0 0,1 4 0,-1 1-111,1 3 0,-1 2 0,0 2 0,-1 3 0,0 2 21,-15-8 0,0 6 1,5 8 59,11 12 0,3 5 377,-16 7 0,22 12 1,2 7-1,-5 6 1,-1 0-1</inkml:trace>
  <inkml:trace contextRef="#ctx0" brushRef="#br0" timeOffset="46856">20567 7666 6543,'-8'-26'2159,"6"7"-1709,-6 0-270,8 6 179,0 6-179,0-5 0,0 11 90,0-5-90,0 6-90,0 0 180,0 6 269,0 13 1,0 15 0,0 10-390,0-1 0,0 4 0,0 1-732,2-2 0,0 1 1,2 6 683,-1-11 1,2 5 0,-1 3 0,1 3 0,1-1-1,-1 0 1,0-2-301,1-5 0,-1-1 0,0-1 1,1 0-1,-1 1 0,1 1 0,1 1 276,0 1 1,0 2 0,1 2 0,0 0 0,0-1-1,0 0 1,0-1 0,-2-2 100,1 5 1,0 0 0,-1-1 0,0-2 0,0-3 0,0-3-120,2 10 0,1-6 0,-1 0 344,-1-8 1,-1 1 0,0-1 0,-1-3-287,-3-1 0,-2-3 0,2 3-29,3 10 1,1 2 0,-2-3 45,-3 1 0,-2-7-584,1-1 245,-8-37-2135,6-20 1799,-13-1 181,13-4-562,-6 12 921,8 6 0,0 24 0,0 12 0</inkml:trace>
  <inkml:trace contextRef="#ctx0" brushRef="#br0" timeOffset="49039">21167 10093 7083,'0'-15'450,"0"-2"-1,0 16 541,0-22-450,0 7-91,0-21-89,0 10 90,-8-22-360,-2 19-175,-4 5 0,-5 1 85,-2 6 0,-3 3-874,-10-3 0,-3 3 874,3 3 0,-4 4 30,-7 6 0,-5 5 0,3 2-1212,4 1 0,0 4 1212,-1-1 0,-4 3 0,-1 4 60,9 2 0,-1 4 0,1 1 0,2-1-60,2-3 0,2-2 0,-3 4-12,0 0 0,-5 3 0,0 1 0,1 1 0,5-2-331,-4 7 1,4-1 0,0 1 447,3-3 0,-1 2 0,1 0 0,2 0-466,-2 1 1,3 0 0,2 1 360,6 0 0,2 1 0,2 0 120,2-2 0,2 0 0,3 2-96,2 4 1,3 3 0,1 1-100,1-3 0,1 2 0,1-1 0,1-1 85,2 4 1,3-2 0,1 0 19,2 2 0,1-1 0,4-1-210,5 1 0,3-2 0,2 0-5,-2-7 0,2 0 0,1 0 1,0 0 86,5 7 1,1 0-1,1 1 1,1-3 44,-2-5 1,0-2-1,0-1 1,2-1-136,-2-2 1,0-2 0,1-1-1,1-1-22,2-3 0,2 0 0,0-3 1,-1-2 118,6 1 1,-1-4 0,6-1-90,-8-3 0,3 0 0,4 0 0,0-2 0,-1-2 0,-2-2 235,6-3 0,-1-3 1,-1-3-1,3 1-100,-8 1 0,2 1 0,2-1 0,-1 0 0,-1-3 0,-2-1 177,0-3 0,-2-3 0,-1-1 0,-2-1 0,-1-1-36,2-2 1,-2-1-1,-1-2 1,-1-1 165,2-3 0,0-1 1,-2-2-1,-4-1-22,-3-8 0,-4-2 0,-1-1-113,0 6 0,1-1 1,-2-1-1,-4-1 270,-7 2 0,-3-2 1,-1 1-1,0 0-277,5-8 0,0 1 0,-3 0-53,-4 4 1,-2 0 0,-2 0 262,-4-6 0,-3-1 0,0 4-45,0-4 1,-3 2-256,-3 3 0,-2-3 0,-2 3 329,0 4 1,-1 2 0,-2 2-270,2 9 0,-1 2 0,-3-3 113,0 1 1,-3-4 0,-3 0 0,0 1 0,0 6-224,-10-1 0,-1 5 0,-3 2-28,5 2 0,-3 0 0,-1 1 0,0 2 0,4 4-81,-4 3 0,2 4 1,0 6-105,1 3 1,-3 5 0,3 3-1,6 1 203,-4 11 0,7 2 0,1 0 0,7 1 0,10 13 0</inkml:trace>
  <inkml:trace contextRef="#ctx0" brushRef="#br0" timeOffset="66789">19950 6169 7533,'-10'-14'0,"2"-9"629,8 14-449,0-9 540,0 5-450,0 0 0,0 0 89,8-6 271,2-1-180,-1-6-450,-1 12 270,-8-3-360,0 16 359,0-11-179,0 11 90,0-11-360,0 11 90,0 1-89,0 13 89,0-5 180,0 21-1,0-13 91,-8 9-90,6-12 90,-5-1 0,7-5-360,0 6 270,0 11-45,0 4 0,0 6-75,0 3 0,0 4 0,0 3-221,-2-5 1,0 3-1,-1 0 1,2 1 182,0 3 1,1 2 0,0-2-1,-1-2 68,-2 0 0,0-2 0,1-2 90,2 9 0,0-8-90,0-13-270,0 2 90,0-22-1169,0 4 1025,0-12 0,8-40 0,-3 14 1,0 1-1</inkml:trace>
  <inkml:trace contextRef="#ctx0" brushRef="#br0" timeOffset="67055">19879 6608 7533,'-18'-31'3276,"9"15"-1515,1-13-1132,31 20-1168,22-3-46,-3 5 0,5 2-135,-13 4 1,2 1 0,1 0-317,5-2 1,0 0-1,-2 0 1036,6 0 0,-8 4 0,-10 10 0,-52 2 0</inkml:trace>
  <inkml:trace contextRef="#ctx0" brushRef="#br0" timeOffset="67374">20408 6092 7533,'-10'-46'3276,"3"13"-1605,14 14-1671,-5 19 540,14 36-406,-10 7 1,-2 9-270,-1-16 0,-1 3 0,0 2 1,1 1-397,-1 6 0,0 2 0,0 0 0,-1 0 328,0-3 1,-1 0 0,0-1 0,-1-3-308,1 4 0,0-4 1,0-4-804,-1-4 0,2-7 1313,7-5 0,-6-46 0,6-5 0</inkml:trace>
  <inkml:trace contextRef="#ctx0" brushRef="#br0" timeOffset="69472">12206 12532 7533,'-10'-27'2518,"2"3"-2338,8 34-405,-9 11 0,-5 8-15,0 8 0,0 6 1,-3 4-225,2-8 0,-2 3 0,-2 2 0,1 1 0,-1-1 583,1-4 1,0 1 0,0 1 0,-1-1 0,1 1 0,1-1 239,1-1 1,0 0 0,0 1 0,1-1 0,0-2 0,1-2-1,-3 7 1,1-3 0,1-2 0,2-4-180,-4 7 0,11-7 1245,29-6-1245,1-25 0,5-5-135,17-2 0,6-3-566,-9 1 0,2-1 0,0-2-572,1-1 1,-1-2 0,-1 2-1,-3 2 1,-2 1 0,-3 2 1053,5 0 1,-11-2-1,-21-4 1,-30-4-1</inkml:trace>
  <inkml:trace contextRef="#ctx0" brushRef="#br0" timeOffset="69672">12153 13177 7533,'-27'-6'1638,"-1"0"0,9-2-1676,46 8-952,14 3 1,6 2 989,-13-3 0,0 0 0,0 1 0,16 0 0,-2-1 0,-10-2 0,1 0 0</inkml:trace>
  <inkml:trace contextRef="#ctx0" brushRef="#br0" timeOffset="69890">12188 12868 7533,'-15'-25'1638,"-1"1"0,8-25 0,4 14 0,8 0-854,15 9 0,9 3 1,4 2-1190,-1 3 0,5 1 1,1 1-1,2 1-68,4-3 1,2 0 0,1 0 0,0 1-184,-6 4 1,2-1-1,0 2 1,-2-1 0,-2 1 245,9-4 0,-4 0 1,-2 0-1,-6 2 1,-3 0-1,-7 0 0,-1-12 1</inkml:trace>
  <inkml:trace contextRef="#ctx0" brushRef="#br0" timeOffset="71067">10636 9951 7533,'-17'-20'989,"7"1"450,2 6-989,8 6 180,0 7-540,0 13 269,0 24-224,0-9 0,0 3-1296,0 10 0,0 3 1161,0-9 0,0 1 0,0 2-90,0 3 0,0 0 0,0 0-720,0-4 1,0-2 0,0 1 779,0-3 0,0 1 0,0-1-420,0 17 0,0-1-58,0-5 1,0 1 57,0-10 0,0 0 1,0-2 269,0-1 0,0-4 270,0 14-360,0-35 270,-8-1 1566,-2-12-1746,-7-1 2946,7-6-2676,-6-11 270,-1-15 0,5-8-197,3 15 0,2 0-73,6 6 0,2 0-45,-2-1 0,2 1 405,15-17-180,-4 15-144,6 8 1,5 4 143,22 6-315,-15-2 0,3 1-444,5 7 1,2 1 398,0-3 0,0-1 135,4-1 0,0-2 0,2-3 0,-3 0-697,-10 3 0,-2-2 742,0-2 0,-3-2 0,-6-2 0,-1-1 170,3-3 1,-3-3-36,-5-7 0,-2-1 0,3 4 0,-3-1 45,-8-1 0,-2-1 89,1 3 1,0-1-45,-1 0 0,0 2-45,-4-19-90,0 16 508,0 18-148,0 7 302,0 18-842,0 2 0,0 18-90,-4-5 0,0 2 496,3-3 1,0 3-647,-4 9 0,-1 5 0,1-2-386,4 8 1,0 1 175,-2-3 0,-1 3 1,3-2-61,5-6 0,2-1 1,0-1 89,0 2 0,0 0 0,2-2-615,5 8 0,1-3 405,-2-7 0,1-2 630,3-3 0,2-4 0,-4-7 0,1-1 0,7 7 0,-1 0 0</inkml:trace>
  <inkml:trace contextRef="#ctx0" brushRef="#br0" timeOffset="72355">11677 7821 7533,'0'-27'-180,"8"-9"1529,9-3-630,-7 14 1,0-3-360,7-7 0,-1 0-225,-10 8 0,0 0-45,8-1 0,-4 0 719,-24-17-854,-4 25 0,-7 6-435,-10 11 0,-7 9 1,-3 5-341,2 2 1,-3 5 0,-1 3 0,3 0 632,5 0 1,2 0 0,-1 3 0,-1 3 288,6-2 1,-2 3 0,-1 2 0,-1 2 0,2 0 0,4 0 0,3-1-68,-2 7 0,5 0 0,3 2 0,-1 1 145,-1 2 0,-3 2 0,3 2 0,5-1 0,9-3-113,10-2 1,7-2-1,5-1 1,6-5-248,8-4 0,6-3 0,3-4 0,0-3 150,4 0 0,1-4 0,4-6-312,-1-6 0,4-4 1,3-3-1,-3-1 0,-6 1 252,7-1 0,0-2 90,-8 0 0,7-3 0,2-1 0,-3 0 0,-9 3 0,-2-1 0,-3 1 0,0-2 0,1 0 0,0 0 0</inkml:trace>
  <inkml:trace contextRef="#ctx0" brushRef="#br0" timeOffset="73072">12330 5098 7533,'-8'-26'1529,"-2"0"-900,0 12 1,2 43-225,7 13 0,2 12-383,-2-11 1,-1 5-1,-1 1 1,1-2-603,2-7 1,-1-2 0,1 1 0,0 2 543,-2 6 0,0 3 0,0 1 0,1-1 0,0-3-54,0-2 0,0-3 0,1 0 0,2 0-66,1 4 0,1 0 0,0-1 1,0-1-115,0 6 0,-1-3 0,2-6-405,4-12 1,0-7 674,-1-4 0,-8-66 0,0 17 0,0-1 0</inkml:trace>
  <inkml:trace contextRef="#ctx0" brushRef="#br0" timeOffset="73322">12294 5278 7533,'-1'-32'1092,"0"0"0,22-2 0,7 4-1452,-7 5 0,3 2 629,14 4 1,9 1 0,0 1-415,-12 3 1,0 2 0,1-1 0,1 0 211,5 0 1,2-1-1,0 0 1,0 0-361,0 0 1,-1-1 0,-1 1 0,-2 0 84,-2 2 0,-3 2 0,-2-1-1097,7-2 1,-6 2 1304,-12 4 0,-50 25 0,-23 10 0,9-6 0,-1-1 0,1 1 0</inkml:trace>
  <inkml:trace contextRef="#ctx0" brushRef="#br0" timeOffset="73489">12330 5679 10051,'45'-5'-15,"0"-1"1,1 1 0,-1 0 0,1 0 0,-1-1 0,-1-2-1,-2-2 1,1 0 0,0-1 0,1 0 0,1 0 0,2 0-1,0 0 1,1 1 0,-1-1 0,0 0 0,1 1 0,-1-1-1</inkml:trace>
  <inkml:trace contextRef="#ctx0" brushRef="#br0" timeOffset="80500">20620 10558 7533,'-10'-7'1979,"2"-5"-1620,8 11 451,-8-11-630,6 11 359,-5-11 1,7 11 90,0-11-450,0 11 0,0-11 449,0 11-449,0-5-180,0 6 810,0 0-181,0 29-449,0-2 0,0 5-315,0 9 0,0 5-958,-2 1 1,-1 3 0,0-3 854,-2-3 1,0 0 57,2-2 0,-1 3 1,1-6-23,-1-7 0,0-2-68,4 12 1,0-2-91,0 9 270,8-12-630,-6-25 361,6-12-1890,0-12 720,-6 3 2184,6-15 0,-1-19 1,-2 16-1,0-1 0</inkml:trace>
  <inkml:trace contextRef="#ctx0" brushRef="#br0" timeOffset="80789">20638 10596 7533,'-18'-31'1799,"8"3"-180,2-3-360,8 5 270,0 6 90,0 2-1349,0 4 270,16 7-540,11-4-90,11 9 90,-3-3 0,6-1 90,-12 4-517,-3-1 1,-1 1 336,5 2-765,2 0 1,0 0 494,2 0-720,-9 0 1,1 0 180,7 0-1710,-21 11 2609,3-2 0,-31 14 0,-15 7 0,2-2 0,0 0 0</inkml:trace>
  <inkml:trace contextRef="#ctx0" brushRef="#br0" timeOffset="81006">20514 10945 7533,'-18'0'0,"1"0"0,7 0 0,-6 0 0,14 0 3276,-6 0 0,16 0 0,10 0-2524,6-2 1,3-2-647,14-3-376,-8 0 0,6-2 0,-5 0-2721,13-6 2496,-7 5 1,2 1-549,-7 3 1,-3 1 1042,11 4 0,-9 0 0,-1 2 0,2 6 0</inkml:trace>
  <inkml:trace contextRef="#ctx0" brushRef="#br0" timeOffset="89873">25594 7563 7533,'35'-27'1259,"1"8"-180,-17 13-719,-3 6 809,-16 0-809,-24 12-360,-5 14 0,3-9 0,-1 0-180,4 0 0,1-1-233,-2 1 1,-3 2 277,0 0 0,-5 3 0,-3 2 0,-2 2-334,5-4 1,-3 2 0,-1 1 0,-2 1 0,-1 1 0,-2 1 0,-1 0 291,7-6 1,-1 2 0,-1-1-1,-1 2 1,-1-1 0,-1 1-1,0 0 1,-1 1 0,0-1-1,0 1 1,0 0-14,2-1 0,1-1 1,-2 1-1,1 1 1,-1 0-1,0-1 0,-1 1 1,1 0-1,-1 0 1,0 0-1,0 0 0,0-1 1,1 0 223,-2 1 1,0-1-1,0 0 1,0 0 0,-1 0-1,1 0 1,-1-1-1,1 1 1,0 0 0,-1 0-1,2 0 1,-1 0 0,1 0-48,-2 1 1,0 0-1,0 1 1,0 0 0,1-1-1,0 1 1,0-1-1,0 1 1,1-1 0,0 0-1,1-1 1,0 0 75,-2 1 0,1-1 0,-1 1 0,2-1 0,-1 0 0,2-1 0,0 0 0,0 0 0,2-1 0,1 0-78,-5 3 0,1-1 0,1 0 0,1-1 0,1-1 1,1 0-1,1 0 176,-8 4 1,0 1 0,2-2 0,3-3 0,7-2 427,-2-2 1,3 1-560,-1 3 0,-1 3 0,5-4 1282,-3 3-2302,13-1 2816,26-37-2186,19-9 2736,-1-3-2107,-17 18-538,-28 19 89,-19 16-135,11-12 0,-1 1-854,-10 9 899,12-14-360,17-6 630,8-6 0,0-11 0,0-4 0</inkml:trace>
  <inkml:trace contextRef="#ctx0" brushRef="#br0" timeOffset="90223">22137 9641 7533,'0'-39'3276,"-8"12"-2235,6 3-411,-22 11-1350,5 17 405,-12 11 1,-5 8 314,11 1 0,1 5 0,-1 2-74,2-2 1,-1 2 0,1 1-1,3 1 254,1 1 0,1 1 0,3 0 0,4-2 60,1 6 0,5-2 0,10-6-1393,32 1 0,10-13 1243,-14-13 0,3-9-23,3-7 0,7-5 1,0-4-1,-7 1-471,0-3 0,-3-4 246,-3 4 1,5-3 0,-1 0 0,-4 3 157,2 2 0,-1 0-1093,2-6 1,2-4 0,-5 5 1045,-9 11 1,-4 1 0,5-19 0,-46 33 0</inkml:trace>
  <inkml:trace contextRef="#ctx0" brushRef="#br0" timeOffset="90941">20267 9267 7533,'-27'-33'2248,"9"-5"-1348,10 11-810,24 1 0,-4 13-180,5 13 90,-1 8 0,-14 10 0,14 14 270,-5 7 0,3 8-61,2-9 1,2 2 0,1 2-316,-2-1 1,0 2 0,1 0-1,2-1 263,2-2 1,2-1-1,1-1 1,1-3 22,5 6 0,1-4 0,3-4-30,-4-8 0,2-3 0,0-7 164,13-11 1,-3-7-378,-14 1 0,-3-6 198,0-13 0,-3-7 180,-9 1 0,-1-5 14,5-2 1,3-3 0,-1-5-579,-3 1 1,-1-5 0,-1 0 0,1 0 293,1 1 0,-1 0 0,1 0 0,-2 1-45,-1 4 0,0 1 0,-1 0 0,-3 0-1093,-2-12 1,-3 1 0,0 9 1027,3 3 1,-8-2 0,0 4 0,0 16 0</inkml:trace>
  <inkml:trace contextRef="#ctx0" brushRef="#br1" timeOffset="165566">29386 10093 7533,'-19'0'-900,"3"0"720,16 0-179,0 0 538,0-6-179,0 5-90,0-5 180,0 6-449,0 0 359,8 0-90,-6 0 90,6 0 0,-8 0 0,0 17 0,0 5 0</inkml:trace>
  <inkml:trace contextRef="#ctx0" brushRef="#br1" timeOffset="166551">29351 10145 5824,'0'-7'0,"0"1"0,0 6 0,0-6 0,0 4 0,0-3 0,0-1 0,0 5 0,0-5 180,0 6-180,0-6 179,0 5 91,0-5-270,0 6 270,0-6-180,0 5-90,0-5 0,0 0-90,0 5 180,0-5-180,0 6 90,0 0 0,0-6 90,0 5 90,0-5-90,8 6-90,-6-6 270,6 5-270,-8-5-90,0 1 180,8 3-180,-6-3 180,5-1-180,1 4 90,-6-4 0,6 6 450,-8-5-360,0 3 449,0-3-269,0 5 450,8 0-181,-6 0 631,6 0-900,-8 0 269,0 0-359,0-6-90,0 4 450,0-3-270,8 5 89,-7 0-179,7-6 90,-8 4-270,0-4-180,8 1 90,-6 3 0,6-3 180,-8 5 0,0 0-90,0-6-90,0 4 180,0-3-180,0 5 90,0-6 0,0 5-180,0-4 90,-8-1 90,-2 4-89,-7-4-91,-9 6 180,7 0-180,-30 0 180,25 0-45,-15 5 0,-2 2-388,5 1 523,-5 6 0,0 2-1047,2 6 957,14-8 0,-1 3 224,-5 12 1,3 3-180,11-13 0,1 2 75,-6 11 0,-3 8 0,7-5-75,10-8 0,2 1 45,-4 12 0,-3 6 0,5-6-45,6-12 0,2 0 15,-1 5 0,-1 3 0,5-3-289,8-5 0,4-2 274,6 5 0,3-3 0,-6-7 0,3-3 135,7-4 0,1-4 180,16 3-270,2-6 269,-22-4 1,1-1-45,3-1 0,1-2 90,-2-1 0,0-1-136,8 0 1,-1-1-270,-7-2 0,-3-1 0,10 0-1259,-1-4 270,-15 9 989,7-4 0,-32 41 0,-6 8 0</inkml:trace>
  <inkml:trace contextRef="#ctx0" brushRef="#br1" timeOffset="169223">29351 9693 7533,'-8'-28'449,"-9"-2"-179,5 16 90,-12 1-360,-1-4 0,3 14 360,-19-14-90,14 15-450,-16-9 180,-2 10-135,10-3 0,1 2-295,-7 8 430,-8-2 0,2 5-940,10 10 940,6-8 0,-5-1 0,5 1-90,-11 11 135,13-5 0,0 1-45,3-2 0,1 1 0,-6 12 0,-1 6 30,5-5 0,-1 3 0,3 0-889,-5 5 0,3 2 949,2 0 0,-1 4 0,4-1 0,8-10 0,2 0 0,-1 1-45,0 0 0,-1 1 0,1 1 0,0 1 0,1 2 0,1 0 0,1 2 0,0 1 80,1-2 1,-1 3 0,1 0 0,1 0 0,1-3-59,0-2 1,1-1 0,1-1-1,1 3 5,0 6 0,0 4 0,1 0 0,2-1 0,5-5-882,10 5 1,5-5-1,-1 1 787,-6-8 1,-1 2 0,2-1-1,2-5-37,8 1 0,3-4 0,2-5-326,12 1 1,4-7 385,-10-7 0,2-2 0,2-1-60,8 0 0,2 0 0,1-4-103,-8-3 0,0-1 0,1-3 0,1-1 140,0-3 1,1-2 0,1-2-1,-1-1 90,2-1 1,1-1 0,-1-2-1,1-1-49,-8 2 0,1-2 0,0 0 0,-2 0 0,-1 0-157,0 0 0,-2 1 0,-1-1 0,-1 0 139,10-5 0,-1-1 0,-1-1-30,-4-1 0,0-2 0,-2-2 226,0 1 0,-1-3 0,1-3-214,-7 5 0,1-2 0,0-3 0,-1-1 0,-3 1 85,2-9 1,-4-1-1,-1 0 1,-1 1-184,-2 5 1,-1 1 0,-1 0 0,-3 0 175,-2-8 0,-4 1 0,-2 0 90,-2 4 0,-1 1 0,-2 0-61,-5-3 1,-2 0 0,0-3 67,0 3 1,0-3-1,-1 1 1,-2 2-98,-1-2 0,-1 2 0,-5 0 277,-5 3 0,-4-2 1,-2 2-1,2 6-157,-2-1 0,-3 5-150,-2-1 0,-4 0 0,-3 7 367,-4 9 0,-2 6 0,-1 4-465,10 2 1,-2 3 0,0 0 0,-1 2-293,-7-1 0,-2 0 0,0 3 0,2 2 254,4 3 0,1 3 1,2 1-1,4 0-928,-9 5 0,6 4 1034,-1 9 0,13 2 0,30-3 0,0 18 0</inkml:trace>
  <inkml:trace contextRef="#ctx0" brushRef="#br1" timeOffset="171322">28152 11539 7533,'0'-34'-810,"8"8"1080,1 8 270,9 5 89,-8 0-269,-2 6-90,-8-5 0,-8 11 0,-2-11 0,-8 11-270,1-5 89,7 6-268,-21 6-46,1 15 0,-1 5 135,2-8 0,-3 4-486,2 3 1,-4 5 0,-3 4-1,-2 2 1,1 0 510,4-5 1,0 1 0,0 1 0,-2 1 0,0 1 0,-2-1-1,1 1 115,4-6 0,-1 1 0,0 0 0,-1 0 0,0 0 0,-1 1 0,0 0 0,0 1 0,-1 0 72,3-1 1,-1 1 0,-1 1-1,0 1 1,0-1 0,-1 1 0,1 0-1,0-1 1,1-1 0,0 0-1,1-3-21,-4 4 0,0-1 0,2-1 1,-1-1-1,1-1 0,1 0 1,0 1-1,0-1-37,-2 3 0,0 0 0,1 0 1,0 0-1,1-1 0,2-2 1,2 0-171,-8 7 0,2-1 0,3-3 0,3-2-164,2-6 0,3-2 0,5-2-89,-5 15-91,18-29-809,16-17 629,10-4 360,1-5 90,-1 7-449,-2 2 1238,-7 4 0,17-18 1,1-2-1</inkml:trace>
  <inkml:trace contextRef="#ctx0" brushRef="#br1" timeOffset="171883">26335 12713 7533,'-10'-20'0,"2"7"0,8 7 0,0 6 270,0 0-181,0-6 1,0 5 360,0-5-270,0 6-90,-8 0 0,6 0 0,-5 0 270,7 0-270,0 0-360,-8 6 270,6 1-180,-22 12 180,13 1-180,-7 5 180,-2 5 0,1 1 90,3 9-929,-5-5 0,-7 6 0,4-4 929,12-9 0,-1 0 22,-5 3 0,-4 5 1,-1-1-1,6-4-67,3-3 0,2-1-15,-4 5 0,-2 3 0,3-6-267,-2 7 417,7 1 0,2-12-2570,8-11 2480,0-1 269,16-2-179,11-9 90,-1-4 0,1-2 994,20-10-1129,-18 0 0,1-4 180,0-3 0,1-2-180,3-8 0,4-3-23,-8 11 0,3-2 1,1 1-1,-4 0-352,-2 0 0,-2 0 1,3 0 149,4 0 0,5-2 0,-1 2 0,-6 2-630,-4 3 1,-1 1 89,17-6 0,-4 5 181,-17 12-858,1 9 1307,-23 22 0,-15 21 0,5-15 0,0 0 0</inkml:trace>
  <inkml:trace contextRef="#ctx0" brushRef="#br1" timeOffset="174539">25065 13539 7533,'-20'-12'0,"-3"10"-360,21-10 90,-22 6 450,20-1-90,-11 0 90,7-5-180,6 11 180,-6-10 0,8 9-90,0-3 269,-8-1 181,6-1-180,-6 0-270,8 1 0,0 17 0,0 9-180,0 8-320,0 9 320,0-10 0,0 2 45,0-6 0,0 4-68,0 8 1,0 8 0,0 1 0,0-5-23,0 1 0,0 0-273,2-1 0,-1 6 0,1 0 1,1-6 272,2-1 0,0-2-90,0 10 0,0-3 315,3 6-1006,0-2 736,-7-33 90,7-1-90,-8-7 396,0-12-485,0-7 1301,0-1-1122,0-10 1079,0-2-1169,-8-13 270,7-7-583,-7 12 583,8-2 809,-8-1-719,6 12 87,-2-2 0,0 1 3,4 9 359,8-13-539,-6 17 450,29 6-630,-9 1 0,14 2 0,2 2-482,-3 1 527,10-6 0,-1-3-614,-11-4 569,-1 5 0,3-2-45,4-15 0,-2-2 135,-14 15 0,-1-1 60,6-8 0,2-3 0,-7 0-60,-10-11 0,0 15 0,-2-2-90,-11-26 269,0 19-100,-3 0 0,-2 0 101,-5 6 674,-8-18-584,9 28 1659,-15 0-1840,12 9 181,-13 28-629,7-6 487,8 11 0,3 4-218,1-5 0,2 1 45,-1 13 0,2 1-180,3-12 0,0 2-105,0 2 0,-1 4 1,2-3-246,2-1 0,2 0 335,0-1 0,1 2 0,0-3 60,3-1 1,2-3-91,15 11-878,-9-9 788,9-16 90,-7-1-629,-1-8 987,-2-5 0,-14-34 1,5-8-1</inkml:trace>
  <inkml:trace contextRef="#ctx0" brushRef="#br2" timeOffset="175334">25894 13384 10079,'0'-20'3276,"0"7"0,0 7-1180,0 6-3700,0 0 655,0-5 2115,0 3-291,0-9 896,0 4-1591,0-6 90,0 5 90,0-3 1141,0 4 450,0-12-1861,-8-1-819,-2 0 18,-7-4-33,-3 5 1,-2 0-1009,-9-11 2209,-4 3 0,-4 0-1453,7 3 1,-1 2 158,2 6 1,-2 0 0,1 1-803,-5-9 1,-1 3 376,-7 6 0,-2 4 507,0 3 1,-2 3 568,14 5 0,-2 2 1,0 2 102,1 2 0,-1 1 0,-1 2 0,2 1 81,-10 5 0,1 3 0,0 2 73,8-3 1,-1 2 0,0 1-1,2 1 155,4 0 0,1 1 1,0 1-1,0 2-76,-6 4 1,-1 1 0,2 3 0,2 1 84,5 0 1,4 2 0,0 1 0,0 0-40,-2 0 1,0 0 0,0 1 0,4 2-37,6-1 1,2 1 0,2 2-1,1-2 1,1-3-533,-3 4 1,1-4 0,2 3 516,3 5 0,1 5 0,2-1 0,0-6-9,0 1 0,2-1-108,4-3 1,2 2-1,1-1 10,1 0 0,1-1 1,0-2-120,2 5 0,4 2-52,3-10 1,6 6-1,2 1 1,1-3-1,-3-6-266,7 6 1,5-4 235,-7-9 1,6 5 0,2 0 0,0-4 0,-4-6-285,12-3 1,3-7 247,-1-3 1,7 0-1,2-2 1,-3-4 162,-11-5 1,-1-2 0,1-2 0,1-1-335,5 0 0,3 0 0,1-1 0,-2-2 1,-2 0 413,-2-3 0,-2-1 0,-1-1 0,-2-1-108,-2 1 1,-1-1-1,-1 0 1,1-2 204,-1 0 1,1-2-1,-1 0 1,-2 2 106,-2-1 1,-1 1 0,0-1 20,8-7 0,0-2 1,-1-1-54,-6 2 0,-1-1 1,-2-2-122,-1 0 0,-1-3 0,-2-1 18,-3 3 1,-2-1-1,-1-2 1,-1 0-44,1-9 1,-2-2 0,-4 0-59,-5-3 0,-3-1 0,-2 2-96,0 8 0,-1 2 0,-3 1-28,-3 0 1,-3 0-1,-2-1 25,-1 0 0,-3-2 1,-1 1-1,1 4-98,-1 3 1,0 4-1,-3-3 191,-6-8 1,-2-6 0,-2 2-1,2 8-190,-3 7 0,-1 5-186,5 3 0,-3 0 0,0 5 98,-13 3 0,0 6 98,7 3 1,1 4-543,-9 0 1,0 5 104,3 8 0,3 4 631,12-3 1,1 4 0,-3 10-1,3 4 1,12-2 0,-1-1-1</inkml:trace>
  <inkml:trace contextRef="#ctx0" brushRef="#br1" timeOffset="191050">29633 11358 7533,'-9'-15'-810,"1"4"1080,0 5 0,6 4 0,-6-9 0,8 10 179,0-11-89,0 11 90,-8-11-180,6 11 629,-6 12-584,7 15 0,2 4-225,2-5 0,2 3-461,0 7 0,1 7 0,0 5 0,2 2 0,1-4 443,1-2 0,3-1 0,0 0 0,1 0 0,-2 2-431,-2-5 1,-1 1 0,0 0 0,0 1 0,1 1 0,2-1 332,1 0 0,2 3 1,2 0-1,-1 0 0,0-2 1,0-3-1,-3-6 26,2 5 0,-1-5 0,2 2-72,3 3 0,3 4 0,1 2 0,-1-4 0,-2-7 27,2-1 0,-1-3 15,4 7 0,1 3 0,-3-6-186,7 6 216,-5 3 0,-1-1 0,-3-14 135,-4 9 0,0-1-315,0-17 270,1 24-360,-8-28-360,5 5 451,-13-12 1929,6-2-2380,-16-5 1160,-1 0-980,-1 0 507,-6 0 1,14-11 0,-6-3 0</inkml:trace>
  <inkml:trace contextRef="#ctx0" brushRef="#br1" timeOffset="191566">29986 12984 7533,'-27'-7'449,"-14"-5"-269,27 11 0,-25-5 0,35 6 0,-12 0 0,8 0 0,6 6-360,2 1 360,10 6-90,0 0 270,21 17-181,-17-13-89,6 3 0,1 2 90,6 5 45,-2-5 0,1 0-135,14 7-559,-10-13 0,-2-2 649,-6-1 0,17-5-264,-4-2 174,-11-12-45,1-5 0,-3-3 135,-10-9-150,1-6 0,2-9 0,-2 5 15,-6 7 0,0-1-75,4-18 0,1-8 0,-4 7-417,-6 18 1,-2 0 386,2-5 0,2-4 0,-2 5-30,-2-5-180,0-12 0,-8 18-180,6 9 90,-14-2 181,14 17 656,-5 1-2366,14 6 1711,3 6 178,8 6 0,8 8 0,5 4 0,2 3 0,0 0 0</inkml:trace>
  <inkml:trace contextRef="#ctx0" brushRef="#br1" timeOffset="192472">30392 13797 7533,'-8'-40'1259,"6"8"-1169,-14 31-225,0 20 0,-1 11 15,0 2 0,-2 6 0,0 2-283,0 0 0,-2 2 0,1 2 0,0 1 565,3-5 0,0 1 0,1 1 0,0-1 0,1-3-132,-4 10 0,0-4 0,3 1 120,0 5 0,1 0 0,4-8 427,6-12 0,1-2-262,-3 7 0,6 0-315,9-10 0,7-6 90,9-6 0,5-6-90,12-4 0,1-6-232,-10 1 1,2-4-369,7-6 0,4-3 1,-3 0-571,-1 1 1,0-1 1169,-8 1 0,2-2 0,-3 1 0,4-3 0,-8-1 0,-10-14 0</inkml:trace>
  <inkml:trace contextRef="#ctx0" brushRef="#br1" timeOffset="192706">30304 14172 7533,'-39'-11'1079,"1"0"0,-19-6-989,57 17 0,10 5-449,31 3-136,-4-2 0,5 1-135,-7-4 1,2-1-1,0 0 630,-2 1 0,-1 1 0,-1-5 0,16-13 0,-6-7 0,-16-1 0,-1 1 0</inkml:trace>
  <inkml:trace contextRef="#ctx0" brushRef="#br1" timeOffset="192883">30515 13913 7533,'-17'-27'1619,"7"3"-630,-6 5-809,14 5 180,-6-5 0,48 0-1,-7 5-539,8 4 1,2 2-683,-15 3 1,1 2 276,17 0 1,0 0-1055,-20 3 1,-1 0 1632,11 1 0,3-2 1,-2-1-1,2-1 0,7-1 1,0 1-1</inkml:trace>
  <inkml:trace contextRef="#ctx0" brushRef="#br1" timeOffset="193384">31044 13474 7533,'-43'-18'0,"14"-2"0,5 13 0,-1-1 0,-1-9 0,-1 0-211,-1 11 1,-1 1 300,-13-16 0,0 0-180,14 13 0,-1 0 60,-5-2 0,-5-1 0,4 2-60,4 3 0,0 3-518,-10 1 0,-5 1 0,1 4 548,9 3 0,1 3 0,-4 2-375,4 1 0,-4 3 0,-1 1 0,1 0 0,2 0 435,-7 3 0,3 0 0,-3 3 54,7-1 0,-3 2 0,0 2 0,2-1 0,5-2-426,1 0 1,4-2 0,0 2 431,-6 5 0,-1 2 0,0 3-192,1 2 0,-1 3 1,1 1-1,6-3 132,6-3 0,4-2 0,-3 5 179,-2-2 1,-4 5 0,-3 3 0,2 2 0,2 0 0,7-2-76,6 2 0,5 0 0,3 0 0,-1 0 0,-1-1-127,-9 5 1,-2-2-1,2 1 1,9 1 94,10-1 0,6 3 0,5 0 0,1-4 0,1-9-207,4-1 0,7-5 115,2-3 0,6 2 1,3-1-1,-1-5-100,1-5 0,0-5 1,5-3 101,1-2 0,4-3 0,3-1 0,0-2 0,-5 1 78,-6-1 1,-4 0 0,2-1 0,2-3-16,2-3 0,5-3 0,1-2 0,0 0 0,-3-1 0,-6 0 15,4-2 0,-5-2 0,2-1-38,1-1 1,2-1-1,1-2 1,-1 0 100,0 0 0,-1-1 0,0-1 1,-1-2-102,0-1 1,-3-2-1,1-2 1,2-2 51,-6 3 1,2-2 0,1-2 0,0 0 0,-2 0 0,-2 3-53,4-4 1,-3 2 0,-1 0-1,0-5 173,-6 2 0,0-4 0,0-2 0,-1 1 0,-2 2 0,-4 5-105,-1 0 0,-4 5 0,1-4 112,0-7 0,2-6 1,-3 1-1,-4 6-22,-5 1 0,-4 2 179,3-6 1,-4-2-30,-7 7 0,-4 0 0,-1 2-142,1 2 1,-3-2-144,-4 1 0,-3-5 0,-2 0 0,2 6-90,-1 2 0,-3 2-289,-5-1 1,-6-3 0,-1 1 0,3 6-27,0 5 0,-3 4-203,-3 0 1,-8 0 0,-1 1 0,6 4 22,-2 4 1,1 5-271,-7 2 1,-4 4-1,7 0 755,14 2 1,3 2 54,-15 5 0,5 4 0,23 3 0,3 1 0,-4 2 0,1-1 0</inkml:trace>
  <inkml:trace contextRef="#ctx0" brushRef="#br1" timeOffset="199856">29898 9680 7533,'-26'-6'809,"7"5"-719,1-11 90,10 11-180,8-5 270,8 0 180,10-7 89,1-3 1,5-5-211,6-8 1,4-6 0,4-6-544,-11 12 0,3-4 1,1-3-1,2-1 0,1-1 1,0-1-1,0 0 314,-3 5 0,1-2 0,0 0 0,1 0 0,0-1 0,0-1 0,1 0 0,-1 0 0,0 0-109,-1 2 0,0-2 0,0 0 0,0 0 0,0 0 0,1-1 0,-1 1 0,-1 0 0,0 1 0,0 1-41,-1 0 0,1 1 0,0-1 0,-1 1 0,0 1 0,-1 0 0,-1 1 0,-2 1 0,-1 1-246,8-11 1,-3 2 0,-1 1 0,-3 2 0,-2 2-95,2-4 0,-3 3 1,-4 2-421,0 1 1,-6 5 449,-12 8-1799,23 9 2159,-20 11 0,27-12 0,-11-3 0</inkml:trace>
  <inkml:trace contextRef="#ctx0" brushRef="#br1" timeOffset="200572">30780 8170 7533,'-37'0'1259,"3"0"-1259,25 0 899,9-6-359,18-10 0,13-4-241,2-1 1,5-3 0,4-2-720,-6 1 1,1-3-1,3-1 1,1-1 0,1 1 496,-7 5 0,2 0 0,0 0 0,2 0 0,-2 0 0,1 1 0,-2 0-167,1 0 0,0-1 0,-1 2 0,-1 0 1,0 1-1,-2 2-730,10-3 1,-2 0 0,-2 5 0,-7 5 261,17 10 198,-55 26 1,-13 7-46,-6 7 0,-5 1 105,6-8 0,-1 1 1,1 0-301,4-1 0,2 1 1,2-3 599,-3 6 0,12-13 0,48-37 0,-7-8 0,-1 1 0</inkml:trace>
  <inkml:trace contextRef="#ctx0" brushRef="#br1" timeOffset="201318">32015 6440 7533,'-10'-15'2788,"2"51"-2698,7 6 0,2 9 22,-1-13 1,0 4-1,0 2 1,0 0-586,0 0 0,-1 1 0,1 0 0,1 0 293,0-2 0,1 1 0,0-1 0,1-4-420,-1-1 0,1-3 1,2-3 31,3-1 1,1-8 567,1-11 0,-2-41 0,-8-7 0</inkml:trace>
  <inkml:trace contextRef="#ctx0" brushRef="#br1" timeOffset="201566">32068 6453 7533,'-10'-24'1709,"2"-3"-720,8-12-89,16 6-271,3 1-539,24 12-1201,-6 2 1201,7 5-45,-15 6 0,0 1 45,13-7-45,-14 9 0,2 1-630,0-3 1,-1 0 404,12-1 135,-8 4 0,1-1-1754,11-2 1351,-16 6-901,3 0 1349,-30 6 0,-32 15 0,-19 5 0,13-5 0,0 1 0,1-1 0</inkml:trace>
  <inkml:trace contextRef="#ctx0" brushRef="#br1" timeOffset="201750">31979 6725 7533,'-19'5'270,"-13"2"269,44 12-629,-16-11 585,28 0 0,9-4-1133,0-10 818,-5 6 0,3-1 179,10-10 1,0-1-720,-14 10 1,1 0 209,8-7 0,5-2 0,-2 2 150,2 5 0,0 0 0,-6-4 0,0-1 0,1 1 0,-1 1 0,1 0 0,-1 1 0</inkml:trace>
  <inkml:trace contextRef="#ctx0" brushRef="#br1" timeOffset="202201">32861 5937 7533,'-20'-28'419,"-1"0"1,3 9 0,-3 0-240,-16-9 0,-3 2-669,17 14 1,-3 2 368,-5 1 0,-4 1 0,3 1-891,-13 0 921,12 8 0,-5 2 0,4 5 0,0 8 0,1 7-60,0-1 0,-3 4 0,1 3-426,7-2 0,0 3 0,0 1 0,-2 3 546,5-4 0,-1 2 0,-1 2 0,0 1 0,0-2 0,3 0-476,-7 6 1,3-3-1,-1 3 1,-1 4 651,7-8 0,-3 3 0,0 4 0,-1 1 0,1 0 1,1-2-1,2-1 0,3-5-491,-2 6 1,3-4-1,1 0 1,-1 7 553,3-7 1,-2 4 0,-1 5 0,0 2 0,0 0 0,0 0 0,2-2 0,2-3 0,2-5-330,-1 8 1,3-7 0,1 1 0,0 5 234,0-3 1,-1 4 0,-1 3 0,1 1-1,1-1 1,3-2 0,3-6-50,3 4 0,4-4 1,2-2-1,2 1-21,2 5 0,3 1 0,2-2 0,4-4-31,4-3 1,3-5 0,4-4-165,3-5 0,2-5 0,4-6 120,8-6 0,3-8 0,-1 0 0,-8 1 0,-2-1 0,2-2 30,-3-2 0,2 0 0,0-3 0,0-2-23,4-3 1,1-3 0,-2-2-1,-2 1 53,1-3 0,-3 0 0,3-2-68,-2 1 0,2-2 0,0-2 1,-2-1 14,-1-2 1,-1-3-1,-1 0 1,-2 0-1,-6 6 1,-1-1-1,-1 1 1,1-2 22,1 1 0,0 0 0,2-1 0,-1-2 0,-1-1-75,-1-3 0,0-3 0,-1-1 0,0 0 0,-2 1 0,-1 3 52,1 0 1,-3 4 0,0-1-1,1-7-135,-3 4 1,1-6 0,0-4-1,1-2 1,-1 0 0,-2 2-1,-3 2 1,-3 6 67,1-14 0,-7 6 0,1-6-55,-1 7 0,1-7 0,0-2 0,-1 0 0,-2 3 0,-3 6 145,-4-6 0,-4 5 0,-1-1 0,2 1 0,-2-2 0,-1 0 0,-3 2 0,-2 7 0,-3 2 0,-1 1 0,-1 1 0,-5-3 0,-1 1 0,-1 2 0,0-3 0,-2 1 0,-6 5 99,-5 9 0,-6 3 0,-1 3 0,3 2 202,5 2 0,1 3 0,-5 3-182,0 2 1,-7 1 0,-3 2 0,-1 1 0,4 0 0,6 2-30,-4 1 0,7 1 0,-5 4-90,3 2 0,-6 2 0,0 2 0,3 1 0,7 1 0,6 2 0,5 1 0,0 2 0,-7 8 0,0 1 0,0-1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5:06:09.13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1729 852 7173,'9'-26'2249,"-1"0"-2069,-8 12 359,0-9-449,8 14 270,-6-10-180,6 7-90,-8-1 449,0 0-539,0 0 270,0-6-360,0 11 180,0-10-180,-8 11 0,-2-6 180,-7 6-539,-17 2 269,13 10-90,-15 9 0,-1 3 0,2 7-31,2-1 1,-8 5 0,1 4 390,10-4 0,0 2 0,1 2 0,1 0-841,0 0 0,0 2 0,2-1 1,0 1 795,1-2 0,-1 1 0,3-1 0,5 0 44,3 4 1,5-1 0,3-4 147,5 13 123,-3-1 0,3-1-1,9-3-179,1-2 0,2-2-90,10-6-45,-1-6 0,3-2 45,7-2-180,4-8 0,1-3 0,-1 0 0,8-5 0,-1-1-90,-15-2-495,7-4 1,1-3 674,4-2 0,0-10 0,-3 6 0</inkml:trace>
  <inkml:trace contextRef="#ctx0" brushRef="#br0" timeOffset="818">1905 1317 7533,'-18'-25'2968,"-7"9"-2608,-10-8-360,-3 17-45,1 19 0,0 4-45,2-1 0,10 6 0,-2 7 0,6-1 180,0 17 135,11-6 0,10 0-180,13-9 0,9-5-135,8-4 0,5-7 0,5-7 0,0-6 90,-12-5 0,-1-4 45,4-8 0,-5-4 225,-5-7-135,-3 1 0,-2-1-135,-7-2 224,-7 2 1,-4 2-135,-7 3 90,-6 0 0,-4 4-180,-10 9-1169,1-2-900,21 20 1259,9 5 45,19-3 1,5-2 584,-9 1 135,15 0 0,1-1 45,-4-7-90,14 5 90,-15-6 1530,-3 0-1261,-7-6 1890,-8-1-1709,-2-6 1259,-16 1-1439,6 4 719,-37 3-539,7 22-450,5 0 0,1 5-360,9 6 0,7 4-270,5 7 1,10-1 269,13-8 0,7-5 495,2-5 0,3-9 45,2-15 0,-1-10 180,-3-12 0,-5-7-270,-12-1 0,-3-1-935,2 5 0,-4 1 395,-14-13-629,-2 23-990,-15 4 90,5 15 1979,3 9 0,40 15 0,16-4 0</inkml:trace>
  <inkml:trace contextRef="#ctx0" brushRef="#br0" timeOffset="2426">2364 762 7533,'-30'-29'1889,"7"0"-810,23 39-449,0 33-361,0-1 1,0 8-120,0-3 0,0 3 0,0 2-970,0-12 1,0 1 0,0-1 0,0-2 554,-1 3 0,1-1 0,1 0 265,1 7 0,1 2 0,0-9 950,-2 4-1040,11-2 0,0-6 180,-8-22-90,12-8-180,-1-31-90,-5 4 0,0-4 90,7-7 1,1-2 89,-1 1 0,1 1 1728,3 3 0,2 6-353,14 3-835,-2 38 89,-17 13-539,-16-1 0,-4 1-89,-8-1-136,-5 0 0,-3-1 494,-1-10 1,0-2-270,1 2 0,-1 2 315,-6 9 0,1-1 45,3-3-315,3-2 0,2 1 225,6-5 179,3 16-718,30-19 89,7 7 0,7-18 45,-8-10 0,-1-4 135,-5 0 0,9-12 0,1-8 135,-13 3 0,-1-4 90,8-13 0,-1-1-362,-7 9 1,-3 1 180,-6 4 1,-2 2 495,0-4-450,-8 11 180,0 1-180,0 12 0,0 1 0,0 6 0,0 0 90,-8 0-630,6 0 813,-6 0-453,8 0-360,-8 11 180,6-2 180,-6 10-629,8 5 89,0 9 180,8 7 360,2-7-89,0 9 269,6-25-270,-7 13 90,9-17 180,-8-6-90,13-2 90,-19-5-90,28-16-270,-21-12 360,15-11-180,-9 0 180,1 7-540,-8 6 450,-2 6 90,-8-4 0,0 15 270,0-8 0,0 16-270,0-5 90,0 6 0,0 6-1,0 6-269,0 8 0,0 0 90,0-1-360,0 0 270,0-5-359,8-1 179,-7-2-180,15-3 0,-6-1 91,0 4-271,-2-9-90,7 3 91,-11-5 269,20 0 180,-14-5-90,-1 3 0,-1-9-179,0 9 269,-6-9 0,6 9-90,-8-3 90,0 5 180,0-6-270,0-1 270,8 0-360,-6-5 630,13 5-270,-13 0 90,6-4-180,0 9 360,-6-10-90,6 5 180,0 0-270,-6-4 90,5 9 539,1-9-359,-6 4-90,14 0 359,-14 1-269,6 0 0,-8 5 450,0-11-181,0 11 91,0-5-360,0 6-270,0 0 359,0 6-359,-8 7-90,6 7-180,-6 11-179,8-4-91,8 11-180,-6-17 360,13 3 0,-5-11-179,8-6 179,0-1-180,-1-6 720,9-6-90,-7-7-90,15-18-90,-15-15-228,-5 17 1,-2 0 317,-7 0 0,-1-1-90,5-2 0,-2 1 180,-5-11-90,6 5 540,-8 24-91,0 13-269,0 13-180,0 7 0,-8 11-90,6 2 135,-2-6 0,0 3-529,3 2 1,2 1 528,3 10 0,0 5 224,-1-8 1,-1 5 0,0 1 0,1-5-583,0-5 0,1-3 0,-1 2 402,0 7 1,-1 5 0,0-2 0,-1-5 90,-5-1 0,0-3-218,4 6 1,-2-2 262,-9-11 0,-2-4-225,2 6 450,-31-13-540,5-23-180,11 2 0,-1-1-557,-10-10 737,-4-5-1349,21 6 846,-21-6 234,27-1-1440,-25 0 562,27-10 1147,-21 3 0,24-3 0,4-8 0,-1-2 0,-2-1 0,-1-1 0,1 1 0</inkml:trace>
  <inkml:trace contextRef="#ctx0" brushRef="#br0" timeOffset="2574">2805 1045 7533,'-36'-11'1259,"1"2"-449,15-3-990,5 6 180,15 6 0,39 11 0,-15-4 0,1 0 0</inkml:trace>
  <inkml:trace contextRef="#ctx0" brushRef="#br0" timeOffset="3441">4251 762 7533,'-27'-21'629,"9"3"721,2 11-541,6 1-899,1 6 360,1 6 90,0 12-360,6 4 180,-6 9 0,8 18-1302,0-19 1,0 0 1211,0 4 0,0-1-90,0 3 0,0-3 180,0 13-135,0-21 0,0 1-665,0 5 0,0 1 710,0 12-486,0-13 1,0-2 126,0-1 62,8-3 117,-6-6 1521,14-12-1611,-14-1 1474,5-6-1204,-7-6 1271,8-12-1541,-6-21 45,2 8 0,0-3-486,0-4 0,0-3 576,0-6 0,2-2 15,-1 16 0,2-1 0,-2-2-15,-1 0 0,-2-3 0,0 0 0,0 2 45,1 0 0,-1 2 0,1-2 90,2-11 0,1-3 0,-1 4 45,-5 5 0,4 4 135,10 0 0,3 5-302,3 0 302,7 22-289,-2 30 109,-7 1 269,0 6-269,-8 5 90,5-7 0,1 2-1177,-9 10 0,0 0 1042,9-2 0,1 1-45,-7 11 0,-2 0 132,-3-18 0,-1 0-42,5 20 0,-2 1-90,-6-19 0,0-1 45,4 11 0,-2 1 90,-6-7 0,-2 0-45,1 2 0,-2 1 233,-9 6 0,-3-1-188,4-10 0,-2-4-90,-1-4 0,-1-5 356,-7-6-491,-1-1 180,7-11 89,1 5 1151,2-6-1780,7 0 1210,-9-6-940,8-1-529,-6-12-1180,14-1 1439,-5 0 90,14 7-1618,-5-4 628,30 9 1350,-19-11 0,14 9 0,3 1 0,-6-1 0,-1 0 0</inkml:trace>
  <inkml:trace contextRef="#ctx0" brushRef="#br0" timeOffset="3641">4727 1227 7533,'-17'0'3276,"-1"0"-1875,8 5-1131,2 2 809,8 6-1079,0 5-90,0 3 90,0-1-1259,0 4 360,0-4-1710,8 6 2159,2-6-899,8 4 809,-9-9 540,7 3 0,10-5 0,11 0 0</inkml:trace>
  <inkml:trace contextRef="#ctx0" brushRef="#br0" timeOffset="4108">5027 1187 7533,'-10'-7'3276,"2"1"-2235,8 6-321,0 18-810,0-8 90,0 14-90,0 18-360,0-11 315,0-6 0,0 0-494,8 7 179,2-6 270,8-6 0,-8-7 0,-3-2 360,1-10-180,10-6 360,-6-15-360,11-19 225,-17 14 0,-2-1-36,0-1 1,2 1 80,2 0 0,-1 0-45,-1 0 0,-2 2 405,6-17-91,-2 8 91,-8 9-540,0 17 360,0 1-810,0 29-360,0 0 181,0 22-631,8-7 91,-6 1-1260,13 0 1440,3-6-361,2 4 1322,5-16 1,16-13 0,6-17-1</inkml:trace>
  <inkml:trace contextRef="#ctx0" brushRef="#br0" timeOffset="4508">5450 1239 7533,'-19'-13'3276,"-5"6"-2235,22 1-951,-5 6 90,7 0 0,0 6-450,0 1 180,0 6 180,0 0-899,0 0 359,0 5 90,7 3-180,-5 10-359,22-4 719,-20-1 0,11-7-90,1-12 540,-12-1-90,20-12-90,-7-13 90,-3-2 0,0-2-180,5-15 90,-6 14 0,-2 0 90,-9-14 899,21-2-539,-19 0 809,12 9-270,-16 24-809,0 8-90,0 12-270,0 0 360,0 22-1170,0 7 405,3-16 1,2 1-316,3 2 1,1-2-540,11 13 89,5-7 1260,9 3 0,3-20 0,-11-4 0,1 0 0</inkml:trace>
  <inkml:trace contextRef="#ctx0" brushRef="#br0" timeOffset="5043">5874 1355 7533,'0'-7'2248,"0"1"-1798,0 6 180,0 0-270,8 0 269,9-6-1079,19-1 450,-15 0-269,18-4 89,-35 4 90,20-1 90,-7-3 90,3-2 180,13-18-91,-21 7 181,4-17 180,-16 14-360,0-6-90,-8 13-90,-10 3 180,-9 15-540,-16 14 90,13 9 180,-3 12-270,15 10 1,9 3 359,1 1-90,8-8 180,0 3-180,15-14 135,-2-2 0,2-2-45,14-1 179,-5-9 1,1-5 180,5-9-984,13-5 983,-16-3-134,-6-5 0,-1-4 135,2-6-90,11-14 0,-15 11-180,7-5 179,-11 9 1,0-1-629,13-13 269,-1-7 90,-9 23-1350,-7 7 271,6 2 0,-14 9 449,13-4 180,-13 6-1259,14 0 2064,-14 6-355,14 1 0,-7 18 0,9 2 0</inkml:trace>
  <inkml:trace contextRef="#ctx0" brushRef="#br0" timeOffset="7633">1252 2374 7533,'0'-21'0,"0"-2"359,-7 10-179,-3-1 0,0-10 90,2 9-90,8-3 630,-8-1-810,6 5 449,-13 1-269,13 7 0,-6 23 360,8 16-405,0-3 0,0 5-1375,0 6 0,0 2 1240,0-6 0,0 1-60,0-4 0,1 2 0,-2-3 15,-3-1 0,0 1-695,3 9 0,1 6 0,-1-5 740,-3-7 0,0-2-289,1 5 0,0 2 1,1-6 198,0 8 225,-5-17 0,-1-3-135,-2-9 2050,0-8-1960,2-19 1717,0-7-2077,6-12 90,2-7-90,10-6 421,2 19 1,2 0-287,3-9 0,1 1-834,0 9 0,1 0 1014,-1-4 0,0 2-135,7-4 90,-1 6 0,1 1 90,8-8-90,-7 8 0,-1-1 180,1 0-623,-9-1 443,9 6 183,-7-16 176,7 8 91,-8-17-180,-9 18-22,-1-3 382,-8 9-270,0-4 89,0-1-269,0 11 1963,-8-2-1783,6 16 287,-13 1-467,13 7 116,-14 35-296,7-17 0,0 4-180,-1 14 1,1 4-863,-1 1 0,2 2 742,4-13 0,2 2 1,0 0 149,2-2 0,0 0 0,0 0-377,0 2 0,0 0 1,0 0 286,2 0 0,0 0 0,2-3 60,5 1 0,0-3 45,-5 4 0,4-5-270,11-15 1,1-2-406,1 16 135,3-17 1,3-4 674,18 2 0,-21-26 0,-3-8 0,1-4 0,0 0 0</inkml:trace>
  <inkml:trace contextRef="#ctx0" brushRef="#br0" timeOffset="8567">1958 2839 7533,'-10'-7'180,"2"-4"-1,8 3-89,0-5-180,0 6 1,-8-4 448,6 4-89,-5-6-180,7 6 90,0-5 0,7 5 0,-5 0-90,6 1 0,-8 6 90,0-6 89,0 5-89,0-5-90,0 6 0,0 0 0,-8 0 0,-1 6 90,-9 1-270,-7 6 90,-3 6 90,-7 1-90,0 6 90,-1 5-90,9 2 90,1 6-90,17 5 90,1-3-1352,16 3 1352,1-11-270,9-7-89,7-7-1,11-7 180,1-5 45,-12-3 0,1-2-135,11-8 360,6-6-270,-23-14 270,-4-1-180,-9-10 270,-5 9-1,6-9 271,-16-2-270,6 4 90,-5 10 0,-1 2-91,-2-1 91,0-5 0,2 16 902,8 6-633,-8-5-719,6 11 0,-5-5-90,14 0 90,-5 5 90,6-5-179,8 6 89,-4 0 0,13 0-180,1 0 270,1 6 90,1-5-90,-3 5-90,1-6 270,-15 6 0,13-5 89,-22 16-269,6-8 90,-1 9 270,-5 1-180,6-5 0,-8 11-180,-8 1-90,6-5-180,-5 5 0,-1 1 90,6 5 225,-2-4 0,0 0-404,4 5 89,0-2-180,8-5 90,2-12 360,7-2-180,1-12-90,15-23 181,-19 6-867,17-20 866,-21 11 0,0-5 180,6 3-180,-7 1 0,-1 0 270,4-11-90,-3 8 0,-2-2 360,-7-8 0,0 1 539,0 14-449,0 12-1,0 7-359,0 12 326,0 1-416,-8 17-180,-2 10 90,0-6-90,2 8-1259,8 1 1169,0-6-630,0 12-89,0-12 539,0-9-652,8 2 472,2-5-719,0 1 719,13 0-180,-11-2 720,21-5 0,3-28 0,-14 3 0,1 1 0</inkml:trace>
  <inkml:trace contextRef="#ctx0" brushRef="#br0" timeOffset="9025">2558 2852 7533,'-8'-33'1259,"6"8"-539,-14 12 89,14 7-269,-6 6-180,8 0 539,0 6-719,0 1 180,0 17-180,0-2-180,8 15-360,-6 2 180,14 1-180,-14 4 180,6-10 0,-8-3 90,0-11 90,0-7-179,0 4 89,0-8-540,7 3 540,-5-6-270,22-12-359,-4-18 359,7 7 135,-2-6 0,-1-1 135,0 1 0,3 2 0,2-1-45,-6 2 0,-1 1-135,-1 2 0,-2 0 405,-2-2 0,-1 0-45,0-1 90,1-10 539,-5 3 810,4-18-629,-16 11-270,0 2-1,-16 14-269,-4 11 0,-15 12 89,0 27-746,16-13 0,3 3 477,1 6 0,2 2-765,3 4 1,3 0-766,-1 11 990,5-17 1,6-1-361,20 10-899,-9-8 899,13-10 1,3-1 719,1 2 0,5-17 0,11-6 0,-1-1 0,-1-1 0,-1-1 0,1 1 0</inkml:trace>
  <inkml:trace contextRef="#ctx0" brushRef="#br0" timeOffset="9934">3951 2800 7533,'0'-19'0,"0"6"1079,0 1-449,0 5-181,0 0 1,0-5 270,0-1-540,-8 5 179,6-10-179,-6 11 180,8-5-450,-7-1 270,-3 0-90,0 0 0,2 6 270,-7-5-540,11 11 90,-20-5-180,6 6 180,-1 0-180,-14 11 180,13 4-320,-6 5 410,17 4-179,-7-4-1,6 6 180,-7 17 180,7-1-180,5-14 0,2 1 179,1-3 1,4 0-90,14 19-90,3-6 0,1-21 0,3-4 90,15 1-180,5-4-90,-24-11 180,20-11-90,-17-9 90,0-4 0,-1-3 0,-6 6 0,-2-1-97,-4-9 1,-1 0 366,8-9-90,-14-4-90,6 10 270,-8 15 89,0 1-135,-8 23-134,6 2-450,-6 24 180,8-2-360,0 3 450,0-8 0,0-9 9,0 3-99,8-5-270,10 6 180,9-5 90,0-1-90,-1-7-89,-8-6 179,15-12 180,-12-8-46,0 2 1,0-3-838,-2-19 703,7 2 540,-17 11-1,7-2 451,-14 13-181,6-9-179,-8 18-270,0 1 180,0 18 1164,0 2-2154,0 18 271,8-5 179,-6-1-1619,13 4 269,3-3-1837,9 6 3253,1-7 1,2-25-1,5-6 1,-2-3 0,0 0-1</inkml:trace>
  <inkml:trace contextRef="#ctx0" brushRef="#br0" timeOffset="10468">5239 3046 7533,'-28'7'629,"3"-1"-359,7-6 810,-7 0-811,13-6-269,-4 5 90,16-11 0,0-12 90,8-11 0,-6-5-429,14-3 294,-15 19 0,0-3 315,7-5 0,-1-1-225,-5 0 0,-2-2-15,3-4 0,0-3 0,-1 3-1323,-1 4 0,-2 0 1203,-1 0 0,-1-2 0,0 4 44,3 6 1,-2 2-89,-1 1 0,-1-2 269,-5-5 0,2-1-136,6 1 1,-2 1 90,-9 2 0,0 2 180,10-21 90,-13 26 89,13-5-359,-6 7-26,8 6-64,0 0 2038,8 0-2667,9 0 359,3 1 101,13 5-370,-5 1-181,7 6 90,8 6 181,-13 1-361,3 0-179,0 10-721,-3-3 1170,-12 4 1,-1 2 284,8 3 1,-21 4-1,-6 4 1,0 18-1</inkml:trace>
  <inkml:trace contextRef="#ctx0" brushRef="#br0" timeOffset="10691">5115 2672 7533,'-29'12'1529,"-2"1"270,29 0-1349,-6 0-181,16 0-269,-6-6 90,21-1 0,4-6 90,3 0-1079,11 0 269,-6-6-363,10-1-536,-7-6 899,-10 6 1,0 1 629,12-1 0,-7 10 0,2 5 0,-3 3 0,-1 0 0</inkml:trace>
  <inkml:trace contextRef="#ctx0" brushRef="#br0" timeOffset="10860">5556 2787 8972,'-8'21'2878,"6"-3"-2428,-5-10-270,7 3 0,0-4 0,0 6-990,0 0 450,0-6 360,0 16-2698,0-7 2608,0 10-2159,0-2 2249,0-10 0,23-1 0,7-7 0</inkml:trace>
  <inkml:trace contextRef="#ctx0" brushRef="#br0" timeOffset="11392">5733 2956 7533,'0'27'1349,"0"-9"-989,0-6-180,0-11 179,0 11-359,0-5 90,0 6 90,0-6-90,0-1-180,0-6 180,0 0-180,7-6 90,-5-1 450,14-12-270,-6-7-90,0 5 90,-2-9-270,-1 15 90,3-9 0,8 10 0,-8-11 0,13 5-180,-11 0 0,21 1-90,3 6-90,-7 1 1,20 5 269,-28 1 45,7 3 0,1 0 584,18-4-539,-7 0-45,-15-2 0,-3 1 45,-11 5 360,7-15-180,-10 11 180,-8-11 2158,0-8-898,0-13-1441,0 11-179,-8 3 180,-10 19-270,7 6-269,-21 18 89,20 3 0,0 4 0,-1 0 90,-5 5-629,9 18 179,1-16-180,16 9 271,9 3-923,-5-17 1012,19-2-719,-11-7 269,15-9 900,0 9 0,-7-34 0,-3 0 0</inkml:trace>
  <inkml:trace contextRef="#ctx0" brushRef="#br0" timeOffset="11569">5592 2400 7533,'-46'-7'3276,"3"1"-4214,24 0-411,11 5 1349,26-10 0,25-8 0,-16 6 0,1-1 0</inkml:trace>
  <inkml:trace contextRef="#ctx0" brushRef="#br0" timeOffset="12738">1446 3782 7533,'-7'-28'2338,"-3"-13"-1978,0 23 270,-6-17-360,6 26 89,-23-8-179,12 15-360,-11-1 1,-1 1 358,0 2-269,-13 10 1,1 3-91,18-2-90,-8 13 0,7 5-270,32 13 450,-10 5 0,17-13 0,4-2 180,4 5-907,-1-10 0,3 4 0,-3-4 907,8 13 60,-4-8 0,5 5 0,-4-6-60,9 5 60,-15-4 0,0 5 0,0-5-60,10 2-200,-13 8 0,-3-1 380,-1-15-389,-14 4 0,-7-1 388,-11-12 1,-6 2 0,-3-2-450,0-8-135,-6 0 1,1-1 134,11-7-180,-11 3 0,-1-2-270,6-8 451,-4-1 167,19-11-348,24 3-1439,25-15 1439,-9 19 360,2-2 0,5-2 0,-2 5 0,2 0 0,10-6 0,1-1 0</inkml:trace>
  <inkml:trace contextRef="#ctx0" brushRef="#br0" timeOffset="13269">1570 4272 7533,'-10'-7'3276,"-6"1"-1425,-1 17-1042,5 21-899,-12-2 225,22-3 0,3 1-495,-9 6 360,8-1-809,8-9 359,1-17-359,25-12 269,-5-32-1099,-3 2 1,-1-2 1490,-9 8 1,-3-1 237,5-15 0,-2 1-281,-7 19 0,-1 1 326,2 0 0,-2 1 45,2-13 719,-2 52-629,-1 24-360,-5 5-90,4-9 1,4 0-46,1-12 0,4-2 1468,5 7 0,5-4-1378,1-10 0,3-9 734,2-13 0,-2-11-554,0-15 0,-5-8 314,-4-2 1,-3-1 359,-3 9 1,-2 10 270,-4 19-1575,-4 28 1,0 15-676,4 8 1,1 3 674,0-9 1,2-2 584,3-2 0,5-4 0,8-14 0,5-3 0,5 3 0,0-1 0</inkml:trace>
  <inkml:trace contextRef="#ctx0" brushRef="#br0" timeOffset="13757">2505 4234 7533,'-18'-8'90,"8"-3"-90,2 9 0,1-4 629,-3 1 1,-8 3-90,8-3-181,-5 5 91,5 5 450,-16 14-720,7 2 89,-7 22 1,17 3-1085,1-4 815,8 1 449,0 0-739,8-7-160,9 8 360,3-24-90,21-9-179,-12-11 89,14-11 90,-23-3-565,4-12 835,-15-6 90,9-12-180,-8 8-45,-2 6 0,-1 0-45,-5-12 90,6-3 0,-16 7 0,-1 13 0,-9 4-90,-7-3-90,5 16-989,-6-3 831,17 16 338,-7 2 0,23 13 0,8 7 0,-5 1 0,1 0 0</inkml:trace>
  <inkml:trace contextRef="#ctx0" brushRef="#br0" timeOffset="14749">2752 3936 7533,'-18'-20'449,"0"-4"-89,9 10-180,1 1 0,8 1-90,0 11 540,0-11-271,0 11-179,0-5 90,0 23-360,0-1 360,8 33-360,-6-13 45,1-13 0,1 4 0,1 15 0,-2 1-1489,-2-18 1,0 0 1533,3 19 0,0 2-45,0-14 0,0-1-584,-3 3 0,0 0 539,2-2 0,2 1-377,-2 3 1,2-4 466,4-2-131,1 0 131,6-24 2122,-14-12-2122,6-12 0,-1-10-135,-3 2 0,2-4 135,6 4 0,2-2 45,-1-10 0,1 0 599,0 10 1,0 1-690,-2 1 0,1 2 1035,13-13 844,-7 16-1654,-1-4-90,-10 18-90,-1 1 533,-5 6-84,6 6-269,-8 7-90,0 7 331,-8 6-331,-1 5-90,-17 8 0,7 1-45,1-9 0,2 0 135,4 1-270,1-3 0,-1 0-90,2 0-90,8 15 91,20-17-271,19-8 540,0-14-602,4-5 423,-13 0-1,15-5 90,-16 2 0,-1-1 0,13-9 0,2-5 180,-15 3 0,-7-4-288,15-5 648,-15-9 0,-1-13-270,-10 6 134,-8 12 1,0 2-135,0 1 0,-8-11 180,-2 23-90,-15-5 179,-3 3-179,-7 8 90,0 14-630,-1 25 180,17 2-180,-5 5-89,22 4-721,10-8 91,4 9-91,6-24 1,5-1 1079,9-1 0,5-4 0,7-4 0,4-5 0,-7-4 0,0 1 0,0-1 0</inkml:trace>
  <inkml:trace contextRef="#ctx0" brushRef="#br0" timeOffset="15442">4357 4195 7533,'-8'-26'1439,"6"6"-1169,-6 1 0,8 1-360,0 9 359,-8-14-89,-1 14-90,-1-10 360,-14 12-720,12 1 450,-29 6-360,12 12 180,-6-3-45,13 4 0,2 4 135,-9 10-757,7-14 0,1 1 487,-6 16 96,1-4-6,1 7 90,13 6 449,-4 0-269,16-6 180,0-2-360,16-11 180,19-1-360,4-12 1157,4-1-977,-1-18-692,-21 4 692,12-17-180,1 0 270,-20-2 0,1-2-90,7 4 0,-1 0 90,-6-5 0,-2 2 90,4-3 0,-9 6 629,-8 5-629,0 6 270,0 2 89,-8 18-31,-1 1-508,-9 18-90,0 8 0,8 1 180,3 15-1237,-1-20 608,6 2-900,2-1-1,10-3-89,23-5 270,4-17 1034,-10-15 0,-1-5 200,-2 0 1,-3-5 0,-2-10 0,-3-8 0,0-1 0,-1 0 0,0 0 0,0-1 0</inkml:trace>
  <inkml:trace contextRef="#ctx0" brushRef="#br0" timeOffset="15641">4674 3614 7533,'0'-49'1619,"0"13"-1080,0 25 271,0 9 89,-8 2-449,-1 13 270,-9 19-540,0 2-1248,1 11 1248,7-1-225,-2-11 0,0 3-135,6 3 0,1 2 180,-1-8 0,-1 2 0,2 0-240,1 0 0,2-1 0,0 0-75,0 13 1,4-2-316,8 4 1,4-3 449,-5-14 0,3-2-900,9 0 1,1-4 539,6-1 540,5-6 0,-13-17 0,5-4 0</inkml:trace>
  <inkml:trace contextRef="#ctx0" brushRef="#br0" timeOffset="16416">5203 4104 7353,'-9'-13'719,"-7"0"-449,14 6 0,-6-4 90,0 9-270,6-10 180,-5 11-180,-1-5 179,-2 1-269,-8 4 90,1-5 90,-17 12-180,13 7 90,-5-2 0,3 3 0,9 14-225,-6-7 0,1 1 45,15 12 90,-12-1 270,16 3-270,0-15 0,0 5-270,24 4 360,-3-14-449,15 2-566,-3-12 745,-13-6 0,13-6 90,2-12 0,2-4-528,-9-9 798,-5 11-90,-13-10 359,8 8 181,-8-9 270,-3 16 624,-7 4-1164,-7 11 359,-3 5-809,-8 8 649,8 2-739,2 4 180,8-7 0,0 1-270,0 6 0,0-5-90,8 5 180,2-12 360,0-1-180,6-6 90,-7 0 90,9-6-270,0-7 180,-9-7 0,7-6-270,-6 6 270,0-10-809,5 9-451,-5-5 541,8 13-91,-8 2-899,13 9 1169,-11-4-179,6 6 629,-3 0 0,11 6 0,11 1 0</inkml:trace>
  <inkml:trace contextRef="#ctx0" brushRef="#br0" timeOffset="17084">5644 4014 9422,'0'7'989,"0"-1"-719,0 0-90,0 1 180,-7 17-360,-3-3 179,-8 17-268,8 6 268,3-14-89,6-2 0,2-2 0,-1-9-1169,0 18 719,0-26 90,7 3 180,3-24 90,8 3-90,-8-15-269,5-2 359,-5-12 90,0 9-572,-2-7 392,0 16 540,-6 0-270,13-4 449,-5 3 1,0 2-180,-2 0-270,-8 12-90,0 1-90,0 6 481,0 0-481,0 6-90,0 7 0,0 7 0,0 5-719,0 13 449,0-4 180,7-1 0,11 3-90,2-20 90,13 8 0,-6-17 91,9-1 178,-1-23-89,0-10-337,-20 5 1,-2-2 381,4-4 0,-1-2 0,-6 4 0,0 0 360,3-1 0,-1 2 944,-2-14-899,-2 19 180,-8 8 1079,0 12-1350,0 12 271,0 8-450,15 24-1170,-3-13 1034,6 10-3321,5-21 1697,-11 6 1580,21 0 0,-13-24 0,6-5 0</inkml:trace>
  <inkml:trace contextRef="#ctx0" brushRef="#br0" timeOffset="28850">7373 6453 8162,'10'-7'720,"-2"1"-540,-8 6 809,0 0-809,8 0-180,-7 0 180,7 0 0,-8 0 0,0 0 0,8 0 0,-6 0 89,6 0-89,-8 0 1350,0 0-1530,0-6 179,0-1 1,0 0-180,0 2 90,0-1 180,0-1-180,0 0 0,0 1-90,0 0 90,0 5 0,0-11 90,-8 5-180,-2 0 360,-15-5-360,13 5 90,-11 0-90,5 1 89,-9 0 91,-1 5 90,-13-5-180,19 6-736,-11 0 735,8 0 1,5 0-90,-13 0 166,5 6-166,-15 7-45,20-2 0,1 3-146,-1 2 0,1 1 236,-5 5 0,3 1-45,9 0 0,1 0 45,-8 2 0,2 2 0,13 1 0,3 1-45,-5 0 0,2 1 180,6-1 0,2 1-472,-1-4 0,0-1 382,0 14 90,8 4-180,2-8 539,7 9-359,1-5-180,7-12 90,-13-3 0,12-5 0,-15-5-354,25 5 354,-5-6-360,6-6-314,-1-1 404,9-12-45,-16 0 0,1-1-404,19-7 314,-22 2 0,-1-1-2833,11-7 2788,-13 0 446,1 7 1,-39 25-1,-3 9 1</inkml:trace>
  <inkml:trace contextRef="#ctx0" brushRef="#br0" timeOffset="30609">7479 6001 7533,'0'-33'719,"0"2"-359,0 11 180,-8-5-360,6 17 90,-14-15-181,7 20-89,-17-14-89,-17 10 89,4-1-45,-2 7 0,0 2-191,-3 7 146,11 0 0,-6 3 0,6 0-246,-13 6 336,8 1 0,-6 4 0,5-3 45,11-7 0,1 1-23,-3 6 1,-5 5-1,-1 1 1,6-3-485,-2 0 0,1 3 529,0 2 1,-4 5-1,0 0 1,5-3-23,-2 1 0,1 2-23,1 0 1,-4 6-1,2 1 1,5-5 22,3 1 0,2 1-1,0 0 1,-5 6 0,1 0 0,5-6 0,4-1 0,1 0 45,1 1 0,-1 6 0,1 0 0,2-7-45,2-3 0,3 1 45,2 6 0,3 8 0,1 1 0,5-5-30,6-4 0,3-4 0,0 2-30,-4 6 0,0 2 0,8-3-188,7-9 1,7-3 0,2-2-1,-4-5 68,0-1 0,3-4 90,0-2 0,8 1 0,3 0 0,-2-1 0,-6-4-634,6-2 0,1-2 652,-4-1 0,7 2 0,3-1 0,-2-1 0,-7-3-63,10-4 0,0-5 81,-8 2 0,7-1 0,1-1 0,-1-1 0,-7 0-6,-6-2 0,-4-2 0,4-2 132,7-4 0,7-3 0,2-2 0,-2-2 0,-8 0 197,-1-10 1,-7-3 0,3 2-293,1 7 1,3 3-1,-1-3 1,-6-5 165,-10-1 1,-3-4 0,-3-3 0,-2 0 0,-1 1 58,0-4 1,-3 0-1,-2 0 1,0 0-531,1-1 0,-1-1 0,-2 0 0,-3 0 395,-4-3 1,-3-2-1,-2 3 1,-1 5-68,-2 0 0,-3 1 67,-4 3 0,-3-6 1,-1 1-1,2 5-157,2-3 0,-3 0 90,0 9 0,-4-6 0,-3 0 0,1 3 0,4 6-135,-2 2 0,-1 2-15,-11-7 0,-6-3 0,4 8-30,11 13 0,1 5-1549,-11-2 1,3 3 1198,6 4 0,19 15 0,18-4 0</inkml:trace>
  <inkml:trace contextRef="#ctx0" brushRef="#br0" timeOffset="40775">6174 7628 7533,'19'0'-540,"-3"0"630,-16-6 90,0 4 180,0-3-180,0-1 179,0 5-269,0-5 360,0 0-360,0 5 450,0-11-360,0 5-90,0 0 269,0-4-269,0 9-90,8-3 90,-6 5 0,6-6-90,-8 4 90,0-3-270,0 5 270,0-6-90,0 4 180,0-3-180,7 5 180,-5 0-180,6 0 90,-8 0-90,0 0 0,0 5 90,0-3 0,0 4-90,0-1 0,0-3 90,-8 9-90,6-9 90,-5 9 0,-1-10-180,6 11 180,-6-5 90,8 0-180,0-1 89,-16 5-178,-11 27-1,-6-7 0,-3 4-750,5-3 0,-4 4 660,5-8 0,-6 4 0,-1 2 0,0-2 0,4-3-502,0 1 0,2-3 0,-5 5 535,7-6 1,-4 4 0,-3 3 0,-2 1 0,0 1 0,1-1 0,2-3 0,5-3-421,-5 4 0,5-4 0,-1 0 0,-5 4 617,8-6 0,-5 2 0,-2 3 0,-2 1 0,-1 0 0,1 0 0,2-2 0,3-2 0,4-3-95,-6 5 0,6-5 0,0 0 0,-4 4 314,3-2 1,-3 2 0,-3 3 0,0 1 0,-1 0 0,1 1 0,1-2-1,4-2-208,-6 6 1,4-2-1,1 0 1,0 0 0,-2 3 66,4-5 1,-2 1-1,0 1 1,-1 1-1,1-1 1,0 0-1,2-3 1,-5 6 1,1-2 0,1-1 0,1-1 0,3-2-130,-8 8 0,4-3 0,4-4-45,4-4 0,4-5 399,5-5-444,15-12 1424,8-12-1603,1-1 928,25-29-1379,-20 16 1,1-1 400,11-6 0,-1 1 319,4-13 0,-11 26 0,-20 15 0</inkml:trace>
  <inkml:trace contextRef="#ctx0" brushRef="#br0" timeOffset="41344">4128 9421 7533,'0'-20'270,"0"-4"449,-8 10-179,6-5-180,-6 12-180,0 1-1,-2 18-269,-7 19 180,-1-1-1696,1 8 0,1 2 1606,-6 0 210,5-5 0,-3 8 0,0-2-715,4-8 0,1-1 1,-1 1 534,1 0 0,-1 1 0,0 0-203,-3 6 1,-1 0-1,2-6 533,-3 6-263,0-2 0,1-4 173,8-17 1724,-4 12-1994,16-28 1950,8 5-1860,2-6 180,15-9 0,7-5-360,0-6 0,2 0 1017,6 2 1,3-2-1228,-3-5 0,2-5 0,-1 4-300,-8 7 1,-2 3-1,1-1-493,5-5 1,0-1 0,-3 2 499,-2 0 1,-3 5 592,2 4 0,-29 46 0,6 9 0</inkml:trace>
  <inkml:trace contextRef="#ctx0" brushRef="#br0" timeOffset="42875">3193 10390 7263,'-10'0'1079,"2"0"-539,8 0-450,0 0 899,0 5-629,0-3 180,0 21-630,0-7 90,0 12 0,0 4 0,0 6-605,-2-6 0,-1 5 1,0-4 604,1 16 0,-2-16 0,-3 4 0,3-5 90,2 7 134,-6-5 1,0-2-135,6-9 450,-22 7-450,20-23-180,-11-1 270,7-12 1904,6-1-2444,-14-12 450,14 4-450,-5-14 90,7 13-179,7-20-1,19 14 450,-5-3 0,2 11 0,3 3-90,5 1 0,-1 0 90,-5 0 0,1 0 90,16-2 0,-2 0-180,-8-3 405,-3-2 0,-1-2-135,-7 2 224,1-5 1,-3-3-225,-7 2 269,-3-3 1,-2-2-180,-7-2 0,0 2 0,0 1-270,0 4 540,0-13-540,0 22-360,0 1-90,0 36 90,0 24 315,0-20 0,0 2-1068,0 17 0,0-1 843,0 1-225,3-1 0,2 0 226,4-7-410,-1 2 1,2-2-491,16-7 989,-15 7-1169,5-21 1349,-8-16 0,-14-12 0,4-10 0</inkml:trace>
  <inkml:trace contextRef="#ctx0" brushRef="#br0" timeOffset="43508">3792 10403 7533,'-19'-35'989,"3"10"1,0-3-496,3 2 1,-1-1-1,-11-14 1,-3-3-1588,7 15 1,0 0 0,0 1 125,-1-3 1,-3 2 1056,-11-3 0,0 6 1176,2 8-1176,-9 2 0,-4 2-90,22 9 0,-1 3 229,-19 2 1,-2 6-365,12 5 0,-2 4 135,4-1 0,-5 2 0,0 2 0,4 3-30,-5 8 0,4 3 0,-1 0-94,5-11 1,0-1-1,0 2 1,2 3 168,1 13 0,2 5 0,2 2 0,4-4 440,4-4 1,2-1 0,1 3-419,-1 3 1,0 4-1,1 2 1,3-2 22,5-4 0,2 1 0,2-2 0,2-2-90,3-1 0,1-2 0,4 3 0,1-2 0,3 4 0,1 1 0,4-2 0,2-4-446,6 0 1,4-3 0,3-3-1,3 1 338,0-2 0,3 1 0,2-1 0,2-4 1,2-5 152,-5-8 0,2-2 0,1-3 0,1-3 0,0-3 0,0-3-164,2-5 0,1-3 0,0-3 1,-1-4-1,0-2 0,-2-2 221,-7 1 1,0-2 0,-1-2 0,-1-2 0,-1-1 0,-1-1 0,-2-1 91,4-5 1,-1-1 0,-2-1 0,-2-2 0,-2-1 0,-3-2 15,-3 1 0,-3-2 0,-2-2 0,-2 0 0,-3 1 0,-1 0-67,0-2 1,-2 0 0,-3 0 0,-4 0 0,-4 0-39,-5 2 0,-4-3 0,-4 1 0,-2 1 0,-2 2 0,-2 5-49,-3 3 1,-2 3-1,-2 3 1,-3 2-1,-2 2-380,-6-2 0,-3 1 1,-3 3-1,0 5 0,3 8 324,-2 10 0,1 9 0,2 3 0,4-3 0,-10-5 0,14 5 0,23 18 0</inkml:trace>
  <inkml:trace contextRef="#ctx0" brushRef="#br0" timeOffset="53283">3916 11164 7623,'-10'-13'1439,"2"6"-1169,8-4-90,-8 9-360,6-4 360,-5 6-270,7-6 270,0 5 269,7-5 1,19 12-180,-5 1 134,12 8 1,7 6-165,-4 5 0,3 6 0,0-2-848,-4-6 1,1 0-1,2 4 563,-7-3 0,3 6 0,1 1 0,0 1 0,-2-2 0,-3-4 15,6 3 0,-5-3 0,4 3-165,-5-1 0,2 4 0,3 2 0,-2 0 1,-1-2-1,-4-6 135,2 2 0,-4-5 0,3 2-48,1 2 0,5 3 0,1 0 0,-3-1 0,-5-6-27,1 0 0,-1-1 247,4 1 1,5 4 0,1-2-1,-8-3-202,-6-6 0,-1 0 390,12 9 0,4 4 0,-7-3 419,2 4-300,-9-8 0,5 2 0,-5-1 210,-8-2 1,-1-1-630,10 5 0,-1 0 135,-7-3 0,-3-3-45,5 2-101,-2 2-79,-10-17-809,-1-1-1,-5-12 2482,6 5-2932,-8-22-477,-8 7 1827,6-4 0,-21 32 0,3 16 0</inkml:trace>
  <inkml:trace contextRef="#ctx0" brushRef="#br0" timeOffset="54300">5151 12494 7533,'-26'7'180,"14"-1"269,-11-6-179,21 0 180,-14 0 90,14 0-360,-6 0 719,8-6-809,0 4 540,0-3-361,0 5-89,0 0 270,8 5-180,18 20-270,-5-8 90,9 3 0,5 1-45,5 0 0,0-3-309,-5-3 1,1 0 263,2 0 0,2 0 0,-5-3 90,9-4-180,-11-2 0,6 1 0,-6-2 90,13-4-180,-8-3 0,-2-1 360,-9 0 0,-1-26 540,-16-10-720,-2 2 449,-14-2 1,-4 0-90,-2 0-90,-7-3 0,-3-6 179,10 16 1,0-1 0,-1 1-31,-7-1 1,-1 0 0,1 1-420,0-15 0,1 6-990,-3 19 1,3 6-1349,9 5 2145,10 11 193,17 0 0,19 5 0,9 2 0</inkml:trace>
  <inkml:trace contextRef="#ctx0" brushRef="#br0" timeOffset="55109">6473 12635 7533,'0'-20'989,"8"8"-359,-6 0-180,6 11 269,-8-5-269,0 0-270,0 5 180,-8-5-181,6 6 181,-13 0-540,-3-6 180,-2 5 0,-13-5 0,6 12-90,-1 1 0,-5 6-89,-2 0-1,-10 5-982,7-3 983,5 3-1,23-5-95,-6 12 95,15-9 180,-7 8 0,8-11 0,0 5-90,8-3 270,1 9-90,17 2-90,-7 1-469,15-1 649,-15-2-180,7-3 449,7 16-426,-18-18 0,0 2 202,6 13 0,1 1-135,5 4 362,-17-12 0,-2-1-362,0-7 365,-8 13-5,-16 1-270,-4 0-465,-7-13 195,1-3 180,1-15-264,-3 3-186,-7-5 478,0 0-478,9-2 0,1-1-89,-6-4-1,-11-1-1169,33-3 2243,1 9-1974,8-4 1208,0 6 142,15 0 0,21 0 0,-9 0 0,1 0 0</inkml:trace>
  <inkml:trace contextRef="#ctx0" brushRef="#br0" timeOffset="56133">6544 12390 7533,'-18'-20'-720,"9"7"1530,-7 2-541,14 3-89,-14 1-90,6-4 90,1 9-90,1-9 180,8 10-90,-8-11-90,-10 5 90,7 0 0,-21-5 0,20 11-90,-13-5 179,-8 6-89,7 10 0,-1 3-180,3-5 0,-1 1-528,-16 16 0,-1 5 573,10-7 0,0 1 15,1 0 0,-3 2 0,3 0-105,-6 4 0,-1 2-407,9-7 1,-3 3 0,0 0 0,2 0 541,-1 0 0,3-1 0,-1 2-45,0 1 0,0 1 0,0 0 0,2-2 15,2-3 0,1-2 0,2 0-16,-5 14 1,3-2 0,10-13 0,1-1-282,0 4 0,1 0 372,-2 8 0,2 1-1,5 4 1,2 1 45,-1 8 0,4 2-918,8-2 0,6 1 828,0-14 0,4 0 0,-1-3-135,4 3 0,1-2 0,8 3 0,3-4-59,6-8 1,3-4-17,-11-5 0,1-2 0,3-1 30,0-1 0,4-2 0,1-1 0,1-2-208,6-3 1,2-3 0,0-1 0,-2 0 147,4 0 0,-2-2 1,2-3 41,-9-3 0,4-3 0,-1-1 0,-1-1 0,-5 2-409,-1-1 0,-5 1 0,2-2 427,6-6 0,2-4 1,-2 0-107,-1 2 1,-1-1 0,-4-1 150,-1-6 0,-1-2-15,-1 5 0,3-1 0,-4 1 15,-5-2 0,-3-1-65,-3 0 1,-1-3 379,1-7 0,-2-2-225,-6 7 0,-1 0 627,1-9 0,-2 0-403,-3 12 1,-2 0-135,-2 4 0,-2-3 105,-5-7 0,-3-5 0,0 4-150,3 2 0,-2 1 419,-3-4 1,-4-4 0,0 5-61,-1 6 1,-3 2-150,0 2 0,-1-1 0,-2 1-75,-10-6 0,0 0-106,11 6 1,2-1 0,-4 2 240,-13 0 0,-5 4 0,4 0-270,8-3 0,-1 3-31,-3 7 1,-5 3 0,2 2 120,-4 3 0,3 7 566,7 8 0,1 5-2230,-7 4 0,4 3 1484,4 18 0,13 7 0,15-17 0</inkml:trace>
  <inkml:trace contextRef="#ctx0" brushRef="#br0" timeOffset="75057">7073 7821 7533,'0'-21'-990,"0"-2"2250,0 16-811,0-6-89,0 0-270,0 6 270,0-5-270,0 11 90,0-5 90,0 6-1350,0 0 1080,0 6 90,0-5-90,0 11 270,0-11 0,0 11 90,8-5-91,-6 6-179,6-1 180,-8-5-90,0 5-90,0-5 270,0 12-90,0 12 0,0 10-181,0 4-393,0-20 0,0 1 79,-4 10 0,0 2-361,1-5 0,0 2 1,-1 2 427,0 0 1,0 2-1,0 1 1,-1-1-723,-4 8 1,0 0-1,1 1 767,3-9 1,0 1 0,1-1 0,-2-1 22,-2 3 0,-1-3 0,1 1-538,2 1 0,0 0 0,0 2 560,0-2 1,0 3-1,-1 0 1,1-2-279,-1 3 0,1-2 0,-1 1 301,1-1 0,0 1 0,0 1 0,-1 1 55,1-6 0,-1 1 1,0 0-1,0 0 1,0-1 11,0 5 1,0 0-1,0-1 1,-1 2 13,1-4 0,0 1 0,0 0 0,0 0 0,0-4-6,-2 11 0,0-3 0,1-2 0,2-7 0,1-3 0,-1 3 138,-2 9 0,-1 2 0,0 1-123,1-10 0,-1 1 0,0 0 0,0 2 45,0 5 0,0 3 0,-1-1 1,1 0 21,-2-1 0,0-1 1,0 0-1,1-2-112,0 3 0,1-2 0,0-1 90,0-4 0,0-2 0,2 0 60,2-5 0,3 0 0,-1-2 160,-2 4 0,2-2-220,2 7 0,2-2 224,-2-6 0,2-2-179,3-4 0,0 0-180,-4 0 0,2-2 1427,14 12-1472,-7-5 2546,1 7-2816,6-11 360,-14 2 1826,6-17-1916,-8-6 728,0-1-728,0-6 449,0 0-269,-8-6-90,6 5 0,-6-5 0,8 6 450,0 0-450,-8 0 90,6 0-270,-6 0 0,0 0 180,7 0-180,-7 0 90,8 0-1439,0 0 1349,0 6-1169,0-5 989,0 5-359,0-6 269,0 0 90,8 0 0,-7-6 360,15 5 0,-6-28 0,8 1 0</inkml:trace>
  <inkml:trace contextRef="#ctx0" brushRef="#br0" timeOffset="75516">6403 11578 7533,'0'-8'809,"-8"2"-359,6 6-270,-6 0 360,0 0-361,6 0 1,-5 0 180,7 0-180,0 0 90,0 12-90,7 2 0,-5 6 179,14 16 1,-6 4-270,3-12 0,-1 3-757,-6 1 0,0 0 757,6-5 0,0-1 0,-3 19-659,9-2 749,-8-15-524,-2 10 524,0-13 450,-6 2-270,13-7 974,-13-7-974,6-7 936,0-6-1116,-6-6-1,14-2 631,-7-28-630,9 12-65,-9-2 1,0-3-71,3 1 0,1-1-777,-3 1 0,0 0 147,2-4 0,1 1 315,1 8 1,-2 2-339,-1-24-292,8 17 1,2-1 179,-10-1 1,-1 0-541,7-1 1,1 3 1259,8-11 0,-16 49 0,-2 21 0</inkml:trace>
  <inkml:trace contextRef="#ctx0" brushRef="#br0" timeOffset="125932">8661 4775 7533,'0'-7'-270,"0"-4"540,0 4-180,-8 0 0,6 1 179,-6 6 91,8 0-270,0 0-90,0-6 90,0 5 90,0-5-450,0 6 360,0 6 0,0 1-90,0 11 0,0 2 180,0 12-180,0-5-668,0 4 668,0-5 90,0 17 0,0-7-1068,0 9 1067,0-8 1,0-9 90,0 3 90,0 6 0,0-2-90,0-3 90,0-13 599,0-7-779,0-11 1407,-8 5-1048,6-12-539,-6-13 90,8 4-90,-7-27 90,5 19-89,-6-14-91,0-12-1500,6 11 1635,-1 8 0,-2-1-225,-3-15 135,7 7 0,0-2 135,-3 9 0,1-1 90,5-10 0,3-1-90,0 12 0,0-1 45,3-13 0,2-1-90,3 8 0,-1 1 45,-6-2 0,0 2 180,9 6 0,1 4 0,-4 5 90,14-1-180,-9 18 0,-7 6-270,6 6 360,-6 1-270,7 17 0,9-8 90,-7 9 0,7 5 0,-16-7 941,5 14-851,-13-11-90,14-1 0,-14 1 0,6 6 180,-8-5-180,-8 5 0,6-6-90,-14-1 180,6 7-135,-5-10 0,-3 0-45,-4 8 0,3-4 0,-3-4 90,-5-12 0,7 13 0,-3-22-270,5 5 270,-1 0-270,-7-5-270,16-1-89,2-1 198,8-5-558,0 6 89,0 6 900,8-5 0,26 22 0,-11-12 0,1-1 0</inkml:trace>
  <inkml:trace contextRef="#ctx0" brushRef="#br0" timeOffset="126483">9366 4504 8252,'0'-14'1619,"0"-3"-1079,0 9-360,0-4 90,0-1-90,0 0 179,0 0-179,8 0-180,-6 6 180,6-5 180,-8 5-360,0 0-90,-16 1-90,4 12 270,-29 18-90,19-5 0,-1 2-189,0 4 0,-1 4 249,-1 1 0,-1 4 0,3-1-1619,1 6 0,3 1 1589,-1-8 0,-2 1 0,5-2 15,5 4 0,4-1-714,-1-2 1,2-1 668,7 12-382,0-15 0,0-1 472,0 6-245,6-8 0,4 0-384,18 11-451,-7 1 315,7-20 1,-1-4-405,-11-3 1588,25 13 1,0-4-1,-17-6 1,-1 1-1</inkml:trace>
  <inkml:trace contextRef="#ctx0" brushRef="#br0" timeOffset="127050">9772 4814 7533,'-10'-20'3238,"-6"1"-2159,7 1-899,-1 9-180,2-8 0,8 16-450,0-11 270,-8 11 180,6-5 0,-13 6-1079,-11 11 1349,-3 21 0,-7-8 44,18 9 1,3 4 45,4-4 0,2 2-210,3-3 0,0 2 0,1-1-105,-1 2 0,4-1-90,6 4 0,8-6-945,23-9-179,-9-9 0,3-2 1169,2-6 0,1-7 0,-1-8 0,-2-6 0,-2-2 0,-1 0 0</inkml:trace>
  <inkml:trace contextRef="#ctx0" brushRef="#br0" timeOffset="127415">9913 4452 9781,'16'31'1979,"-5"3"-1889,2-11 0,0 0-2429,5 22 2429,-1-1 90,-8-11 0,0 3-90,0 5 0,0 4-30,-5-8 0,-1 2 0,-1 1-120,1 2 0,0 0 0,-1-3 60,-1 4 0,-2-2-180,-2 3 0,-2-5 852,-4-11-492,-25 4 0,13-14 0,-13-11-180,17-1 139,-9-6-139,7 0-990,-7 0 810,9 0-2338,7 0 2518,2 0 0,24 0 0,3 0 0</inkml:trace>
  <inkml:trace contextRef="#ctx0" brushRef="#br0" timeOffset="128624">10478 4943 6543,'-20'0'990,"4"0"-900,16 0 719,-8 0-89,6 0-540,-5 0 719,7 0-179,0-5-360,7-3 629,3-10-719,8 3 270,15-15-361,-11 9-44,-2 2 0,1 0-45,-2 4-540,15-14 450,-22 26-629,19-14 539,-27 16-180,19 6 270,-21 4 180,6 38 90,8-4-180,-10-13 0,0-1-180,11 9 0,7-13 0,-12-18-720,21-7-629,-6-13 809,1 4-1528,-11-13 2158,-1 19 0,-45 14 0,-3 17 0</inkml:trace>
  <inkml:trace contextRef="#ctx0" brushRef="#br0" timeOffset="128991">10478 5266 7533,'-38'0'1529,"5"0"-1169,15 0 449,1 0-449,7 0-180,2 0 180,8-6 179,8-7-179,2-1 180,15-17 89,-5 10-449,5-5-169,1 8 259,-15 5-90,13 0 180,-6 0-180,-7 0 0,5 6-180,0-5 269,-5 11-988,7-4 708,-10 10-169,-8 2 90,8 17 90,-6-2 90,6 4-180,-8 4 90,7-14 0,-5 8-90,6-11 180,16 6-540,-11-5 270,29-1-89,-23-8 89,7-10-1170,7-8 181,-4-13 1169,-7 12 0,0 1 0,13-13 0,0 8 0</inkml:trace>
  <inkml:trace contextRef="#ctx0" brushRef="#br0" timeOffset="129682">11553 4711 7533,'-25'-13'989,"13"0"-809,-19 0 180,19 0-360,-6 6 0,3 2 360,5-1-91,-15 4-89,5 2 0,2 7 90,-13 24-180,25-8-659,-14 3 1,1 2 658,15 8 44,-4-1 1,0 3-281,7-8 1,2 1 235,-1 10 0,0 2 0,4-4 0,0-1-90,-1-4 0,4-2 0,8-2 0,3-2-135,0-7 0,1-4 45,11 3 90,9-9 270,-27-16-270,13-2 0,1-17 810,1-15-1089,-7-3 639,-3 7 0,-3-3-533,-11 7 1,-2 0 172,7-2 0,0 0 0,-7 2 0,-2 1-238,1-10 283,0 16 0,0-3-28,-6-12 0,-4-2-17,-2 8 0,-3 0 90,-4-7 0,0 4-90,-8-1 90,3 24 357,15 8-2156,-9 5-990,8 22 1440,2-5 539,8 15 1018,8 4 1,14-14 0,5 2-1,7 9 1,-1 0 0</inkml:trace>
  <inkml:trace contextRef="#ctx0" brushRef="#br0" timeOffset="129850">11748 5098 9602,'-10'0'3058,"-6"0"-1979,14 0-719,-6 0 180,0 0-271,6-6-1708,-5 5 720,7-11-1710,0 5 2429,7 0 0,27-4 0,13 4 0</inkml:trace>
  <inkml:trace contextRef="#ctx0" brushRef="#br0" timeOffset="130350">12030 4982 7533,'-18'-27'1889,"8"2"-1440,-5 18-179,5 1 180,-8 6-90,8 6-630,-5 1 270,5 18-450,-8 2 450,8 17-90,-5-4-912,13 5 912,-6-18 0,8 15 0,0-19 270,8 14 0,2-6-180,7-9 179,1 2 1,0-16 270,23 3-270,-2-15-701,6-3 880,-12-8-269,-15-15-241,0 8 421,-5-3 0,-1-4 0,-2 3 0,0-2-147,3-13 0,-1-2-168,-6 3 0,-2 1 0,1 6 0,-2 0-270,-9-8 1,-4 4 1080,-2 3-991,-11 6 1,-3 4 44,3 15 0,-18-2-1176,15 28 96,14-1 900,-3 10 130,15-2-400,0-10 630,0 5 0,31 11 0,-11-13 0,-1 0 0</inkml:trace>
  <inkml:trace contextRef="#ctx0" brushRef="#br0" timeOffset="130742">12259 4891 7533,'-18'-40'3276,"9"9"-2235,1 12-681,8 12 180,0-5-180,0 11 179,8-11-179,1 6 270,25-7-630,-13 6 90,28 1-720,-11 6 720,7 0-1203,-19-1 0,-1 2 843,4 5-450,4 1-89,-15 17 629,-8-3-90,-2 11-90,-16 5 540,-2 9-800,2-22 0,-2-1 889,2 2 1,-1 1-45,-4-1 0,0 0-135,-6 17 360,1-14 0,2-1-271,4 8 1938,-11 2-857,13 6-1170,0-24 90,3 15 179,22-21-89,-3-4-90,21 2-1116,-13-11 756,13 0-1169,10-11 809,-16 4 1,1-1 539,6-4 0,-5-2 0,-8-6 0,-17 2 0</inkml:trace>
  <inkml:trace contextRef="#ctx0" brushRef="#br0" timeOffset="137090">8537 5950 7533,'0'-15'899,"0"-2"-719,0 15 450,0-3-450,0 5 539,0 5-539,0 9 0,0 34 0,0-9-450,1-9 0,-2 2 360,-3-4 0,0 0-360,2 15 180,-2-7 0,1 1 90,3 6-90,0-18 0,0 0-270,0 18 180,0-20 540,0 1-180,0-24-90,0-24 0,0 1-45,0-10 0,0-5-45,0-11 0,0 0-1092,0 5 1,0 0 1031,0 10 0,0-2 0,0 3-30,0-3 0,0 4 63,-1 7 0,2 0-153,1-19 1,3 3 179,5 2-45,-1 13 0,0 3 45,1 10-180,13 19 450,-11 8-90,13 29-90,-15-12 44,-1 0 1,-2 3 135,-9-3 0,-2-1-450,4 1 0,-2-1 90,-5-3 0,-4-4-359,-14 7 269,5-21-450,-13 2-359,13-16 2434,3-2-2075,9 0 648,8 1 0,39 6 0,10 0 0</inkml:trace>
  <inkml:trace contextRef="#ctx0" brushRef="#br0" timeOffset="137425">8996 5782 7533,'-8'-32'1169,"6"11"810,-14-9-1439,7 21-630,-25 9-45,8 17 0,-1 9-135,2 6 0,1 3 180,-2-2 0,1 3 60,9 1 0,2 5 0,3-1 95,5-7 1,2-1 0,0 3 84,-3 11 0,1 2 0,4-2-270,6-7 0,5-3 0,3-2-825,12 10 1,5-8 944,-1-17 0,1-7 0,-2-8 0,-1-5 0,7-14 0</inkml:trace>
  <inkml:trace contextRef="#ctx0" brushRef="#br0" timeOffset="137958">9013 6233 7533,'-19'-13'3276,"3"-5"-2235,40 17-411,13-5-540,-10 6 0,1 0-180,17 0 45,-16 0 0,-1 0-135,11 0 674,-8 1 1,-1-2 135,-1-5-360,-5 5 180,-24-5-270,0 6-270,-16 12 0,12-4-450,-20 17 180,23-11-989,-15 22 989,6-19-585,5 8 1,0 3-405,-3 2 1349,24 15 0,19-42 0,-7-8 0,-1 0 0</inkml:trace>
  <inkml:trace contextRef="#ctx0" brushRef="#br0" timeOffset="138466">9772 6143 7533,'-8'-20'1439,"6"7"-90,-6-4-809,0 14 269,7-14-449,-7 10-450,0 0 90,6-5-270,-14 11 450,14-11-450,-13 11-359,-3 1 179,-2 7 270,-5 12 0,7-5-180,-7 16 270,5-8 180,2 4 180,-5 15-180,19-16-45,-8-2 0,1 2 675,9 20-450,2-9-617,9 1 437,9-18 180,0-6-180,-1-1 0,1-5-180,0-1 0,-1-6-450,17 0 180,-5 0 271,6 0-901,-9-6 91,-1-1-1350,3-5 2249,-9-1 0,-3-23 0,-16-6 0</inkml:trace>
  <inkml:trace contextRef="#ctx0" brushRef="#br0" timeOffset="138798">9860 5924 7533,'-19'-15'2878,"3"-1"-2338,16 14-360,0-3 539,16 10-449,-5-3-90,23 20 0,-23-12 0,13 15-180,-6-6 180,1 12-270,-2-10 0,-1 4 45,-5 12 0,-2 2-929,4-10 0,0-1 839,-8 4 0,-1-2 45,4 7-730,-8-10 640,-8 11 0,-1-11 90,-9 16 90,-2-19 0,-1-2 0,-3 14-45,1-14 0,-3-3-404,-9-4 269,6 3-1619,-5-5 1799,17-6 0,15 11 0,4-4 0</inkml:trace>
  <inkml:trace contextRef="#ctx0" brushRef="#br0" timeOffset="139883">10495 6208 7533,'-27'-20'3276,"9"-4"-1065,34 3-1852,5-4-179,11 8 0,3 2-360,-10 1 0,-1 1 90,3 2 0,-1 2-719,15-3 719,-29 12-270,11 0 180,-13 12 90,0-4-359,6 17-371,9 18 1,-27-17 0,6 15 0</inkml:trace>
  <inkml:trace contextRef="#ctx0" brushRef="#br0" timeOffset="140206">10548 6402 7533,'-37'0'1439,"11"0"-180,11 0-719,13 0-360,-6 0 90,16 0-91,-6 0 1,13 0 270,-5-6-450,16 5 90,-15-5 0,21 0 90,-21 5 180,23-11-360,-15 11-90,7-5 270,-1 6 0,-5 0-90,5 0-180,-15 0 269,14 0-89,-20 0 0,11 0 0,-15 0-180,8 6 90,-6-5 90,6 5-539,0 0 269,-6 1-1260,13 0 811,-5-1 269,8-6-809,0 0 539,-9 0 630,15 0 0,0-17 0,3-6 0,10-2 0,0-1 0</inkml:trace>
  <inkml:trace contextRef="#ctx0" brushRef="#br0" timeOffset="140799">11571 6053 7533,'-18'-20'-180,"1"7"719,-1 1 1,1 11-360,-1 1 270,-8 13-180,7 13-90,-7 1-495,9 5 405,-1-7 90,8 13 0,-5-10-90,13-1 0,2 1 89,-8 13-269,7-12 1,2 0 268,7 11-89,-6-8-270,13-14 270,3-5 0,2 0 0,5-6-180,-7-1 0,7-12 270,3-7 90,7-12-270,-8-3 297,-1-3-27,-16 5-853,5-6 853,-5-1-180,0 1 270,6-11-450,-15 8 269,7-4-114,-16 8 25,-1 5 180,-9-6-270,-15 5-90,3 1-141,-5 14-129,2 6-989,13 17 719,2-2 1043,11 9-2032,7-5 1619,7 11 0,27 4 0,-11-9 0,1 0 0</inkml:trace>
  <inkml:trace contextRef="#ctx0" brushRef="#br0" timeOffset="140992">11800 6376 7533,'0'-7'3276,"0"-5"-2595,0 11-501,0-5 0,0 0-1349,0 5-720,0-11 1889,0 11 0,24-22 0,5 2 0</inkml:trace>
  <inkml:trace contextRef="#ctx0" brushRef="#br0" timeOffset="141581">12277 6092 7533,'0'-20'1439,"-8"-5"-630,6 11-719,-14 1 90,14 1 0,-13 11-90,13-5 180,-6 6-90,0 0-450,6 0 270,-14 0 0,14 0-270,-13 0 180,5 6 180,-8 7-360,1 7 90,-1 11 180,0 3-715,8-1 895,-5-7-114,5 4 204,-8-3-90,9 0 0,1-2 0,8-1-90,0-8-270,8 19 270,1-19-540,9 3 894,0-7-534,-1-11-179,1 5 24,0-12 155,7-13 0,-13 3 135,4-7 0,-1-1-45,-3 0-90,13-14 809,-7 3-449,-8 6 450,-2-4 629,0-3-719,-7 20-271,7-2-179,-8 12-360,0 6 270,-8 17-360,7-7 91,-7 20 89,0 2-450,6-4 180,-6 10-270,8 4-170,0-11 620,0 12-360,0 6 360,8-18 90,-6 18 0,6-23-180,0 0-269,1-1 269,9-5-540,-8-7-449,5-7 719,-13-6 672,6 0 1,0-17 0,2-5 0</inkml:trace>
  <inkml:trace contextRef="#ctx0" brushRef="#br0" timeOffset="142099">12541 6117 7533,'-10'-27'0,"-5"3"0,5 11 1349,0 6 0,-6-5-719,15 11-270,-7-5-810,8 23 540,8 5-450,1 22 360,9-9-1697,-8 8 1428,-2-10-1,-4 0 0,-1 1 180,7 12-90,-6-12 0,-1 5 0,0-4-1242,5 14 1377,-7-10 0,-2 1 45,2-14 0,-2-2-89,-7 12 1078,-2 12 0,-23-32-179,11-5-540,-11-18 1257,15-5-538,1-30-539,7 5-270,2-9-270,8-2 1094,8 25-825,-6-14-988,29 0 719,-25 14-180,12 5 0,3 0-179,-1-8 89,4 4 0,3 0 90,12-9 225,-13 7 0,-1 1-275,10 2 545,-16 3 0,-2-1-64,2-9 1189,-3-9 209,-16 9-659,0-9-540,-8 10 1079,-17-10-1529,-5 9 540,-13 8-2249,16 9 1529,-7 11 270,23 11 0,18 21 0,8-8 0,0-1 0</inkml:trace>
  <inkml:trace contextRef="#ctx0" brushRef="#br0" timeOffset="170873">953 9241 7533,'-18'-20'1079,"8"1"-899,2 12 450,8 2-271,0 16-359,0-3 540,0 28-450,0-19 0,0 12 0,0 1 0,0-4 90,0 15 0,0 1-90,0-7-135,0 12 0,0 1-135,0-8 225,0-9 0,0-1 315,0-4-91,-8-30-449,3-17 1,1-8 179,-2-11 0,2-2-292,-1 0 0,2-4 179,2 10 1,1-3 0,1-1-1,-1 0-123,-1-6 1,1 1-1,1-3 348,2 5 1,1-3-1,0 0 1,1 3 67,-2-3 0,0 2 0,2 5-180,3 4 0,2 7 540,14 5-271,3 52-179,-4-7 0,-1 3-45,-2 13 0,-3 3 90,-2 4 0,-4 0 181,-8-2 1,-6-1-272,-7-4 0,-6-4 149,-8-9 0,-5-4-464,2-4 0,-2-4-135,-6-7 0,1-5-1124,-3-1-270,11-1 180,42 6 1619,-2-2 0,15 3 0,6 0 0,-6-6 0,-1 0 0</inkml:trace>
  <inkml:trace contextRef="#ctx0" brushRef="#br0" timeOffset="171523">1499 8867 7533,'-9'-14'989,"1"-4"-809,0 11 0,6-1 0,-6 3 449,8 5-449,0-6 0,-8 5-90,6-5 90,-6 6 0,8 0 450,-7 0-630,5 0-180,-14 0 90,6 6-180,-8 1 0,1 11 360,-9 8-90,7 2 270,-2-2 0,1 3-180,8-5 0,2 0-120,-7 4 1,1 3 299,2 13 0,2 2-603,2-11 1,1 2 452,2-3 0,1 3 0,1-1 60,0 10 0,2-1-180,2-2 0,2-2 0,2-4 0,2-2-257,3-2 1,2-3 256,-1-6 0,1-2-1080,16 11 811,-1-9-271,-5-17 90,5-1-605,1 0-114,1-5 809,1 5 634,-11-6 1,-9-6-1,-8-1 1</inkml:trace>
  <inkml:trace contextRef="#ctx0" brushRef="#br0" timeOffset="171948">1605 9176 7533,'-10'-18'1079,"-5"3"-449,13-4-450,-6 12 0,8-4 269,0 9-89,0-3-450,0 10 90,0-3 0,0 9-90,0 2 0,8 13 270,-6 2-270,6 3 180,-8 1 0,0 12-90,0-2-936,0-12 1,0 1 935,0 11 45,0-9 0,0 1-221,0 15-184,3-14 0,1-1-269,6 13-271,0-14 450,-2-15-539,0-18 539,-6 0 450,5 0 0,1-29 0,2-7 0</inkml:trace>
  <inkml:trace contextRef="#ctx0" brushRef="#br0" timeOffset="172281">1605 9306 7533,'-27'-19'719,"9"5"541,10-5-181,8 0 180,0 5-809,0-5 629,0 1-629,8 4-450,-6-5 0,14 11 180,-6-3 90,-1 9-720,15-9 540,-12 9-1079,21-4 719,-6 6-540,1 0 1,-3 0 89,-7 0 1,0 0 449,-1 0 0,-7 0-90,6 0-360,-14 0 181,5 0-1,-7 0-90,0 0 181,-7 0 449,5 0 0,-22-11 0,5-3 0</inkml:trace>
  <inkml:trace contextRef="#ctx0" brushRef="#br0" timeOffset="173281">1640 9190 7533,'0'-19'270,"0"10"-91,-7-8 91,5 10 0,-6-7 270,8 2-180,-8 4-270,6 3 179,-6-1-89,8 5 0,0-5 90,0 6 360,0 0-540,0-5-90,0 3 90,0-4-90,0 1 90,0-3-1,0 1-89,0 1 0,-8 1 0,6 3 0,-5-9 180,7 3-90,0 1 0,0-4 0,0 4 180,0-6-90,0-12 0,0 10-90,0-10-90,0 7 0,0 3 0,0 3 180,0-6-180,0 16 0,0-10 90,0 12-180,0-6 90,0 5-90,0-5 0,0 12 360,0 1-270,-8 17 180,6 3-135,-2-3 0,0 3-341,3 1 1,2 3 340,-1 6 0,0 3-565,0 5 1,0 1 549,0-13 0,0 2 0,0 0-543,-2-1 0,-2 1 1,2 0 482,1 2 0,1 0 0,-1-2-665,-3 4 0,0-3 695,4-1 0,0-3 180,0 7 574,0 0-575,0-12 1,0-3-180,0-17 794,0-1-614,0-6 532,0-6-1342,0-1 2029,0-6-1579,0 0-809,0 1-91,0-1-359,0-6 450,0 4-1,8-3 990,-6 5 0,14-5 0,-6-2 0</inkml:trace>
  <inkml:trace contextRef="#ctx0" brushRef="#br0" timeOffset="173549">1552 9421 7533,'-27'-12'1259,"9"-1"-449,10 6-361,8-5 451,0 11 359,0-11-449,0 11-541,0-11 91,0 11 0,0-5 0,8 0-270,10 5 90,1-11 89,15 11-448,1-10 89,2 4-990,-11 0 1,-1 1-630,12-1 809,-9 1 181,-5 0-900,-5 5 1619,2-11 0,-18 17 0,-14-4 0</inkml:trace>
  <inkml:trace contextRef="#ctx0" brushRef="#br0" timeOffset="173948">1852 9035 7533,'-10'-33'2069,"-5"1"-720,5 12 90,0 1-719,2 6-631,8 6 1,0 7 90,0 13-90,0 19-90,0-4-45,0 9 0,0 4-90,0-10 0,0 2-266,0-1 0,0 3 0,0 0 311,0 10 0,0 0-90,0 1 0,0-1 90,0-3 0,0 0 0,4-2 1,0-2 44,-4-8 0,2-1-45,14 15-180,-14-18 180,5-13-90,-7-7-90,0-6 180,0 0 304,8-6-933,-6-1 89,6-6-360,0 6 541,-6 1 89,6 6 360,-8-6 0,8-7 0,1-7 0</inkml:trace>
  <inkml:trace contextRef="#ctx0" brushRef="#br0" timeOffset="175025">2187 8867 7443,'-8'-14'1259,"6"-4"-449,-5 11 179,7-6-449,0 0-360,0 6 359,0 2-359,0-1 360,0 4-360,0-4-90,0 6 90,-8 0-90,6 6-90,-6 1 539,8 35-449,0-11-120,0 7 0,0 10 0,0 3-308,0-10 0,0 2 0,0 1 0,0 1 374,0-1 0,0 2 0,-1 1 0,1-1 0,1-1-682,1 5 0,0 0 0,0-3 0,0-3 676,-2-3 0,0-3 0,2-6 44,6 16 196,-8-40 90,0 4-270,0-12 964,0 0-1953,0-17 2110,0 1-1480,7-10-2993,3 8 3262,8 5 0,7 6 0,3 1 0</inkml:trace>
  <inkml:trace contextRef="#ctx0" brushRef="#br0" timeOffset="177390">2769 9151 7353,'0'-21'1439,"0"3"-1079,0 5 989,0-6-629,0 5-630,0-5 539,0 6-629,-8 0 0,7 6 0,-7 1-540,-16 6 451,18 0-316,-20 4 0,-3 4 225,14 6 0,-23 8 0,-5 5 405,14 4 0,0 4-89,0-4 1,-2 2 0,2 1 133,6-2 0,2 1 0,3 1-91,3-2 1,3 2 0,3-4 0,2-2 0,7-2-90,12 6 0,9-5-135,8-13 0,5-5-315,10 5 0,2-2 315,-13-4 0,0-5-255,2-5 0,2-4 1,-5-3 299,-4-6 0,-3-3 0,8-1 0,-3-3 0,-14-3 0,-1 0 0</inkml:trace>
  <inkml:trace contextRef="#ctx0" brushRef="#br0" timeOffset="177781">2946 8699 9781,'0'13'1530,"23"23"-1171,-17-6-1050,9-7 0,1 4 961,-6 11 0,-2 3-1748,6 5 1,0 3 1566,-7-14 1,-1 3 0,0 2-113,-1 4 1,0 4 0,-2-1-1,0-4-75,-3 5 1,0 0 74,0-3 1,1 7-1,-1-1 1,-1-8-563,-3-4 1,0-3 2,0 13 0,-2-4 402,-11-2-90,7-17 497,-6-6-317,-2 10-179,-9-14 89,-8 8 2176,7-17-2266,11-1-398,-15 0 398,26-4 270,-25 4 0,21 5 0,-7 3 0</inkml:trace>
  <inkml:trace contextRef="#ctx0" brushRef="#br0" timeOffset="210507">1288 10196 7083,'9'-6'989,"-1"5"-809,-8-11 180,0 5-180,0-6-90,0 6 270,0-4 0,0 4-181,0-6-89,0 6-90,0-5 90,0 11-90,0-5 90,0 6 360,0 0-180,0 28 0,0 5 0,0 5-181,1-5 1,-2 7-733,-2 0 1,-2 10 0,-1 4 0,1-1-1,1-8 673,2-3 0,1-4 0,-2 6-5,-1-6 1,-1 7 0,-1 3 0,-1 2 0,1 0-1,0-2 1,1-4-222,0 0 1,1-3-1,0-1 1,1 0 0,-1 1 230,0 3 1,0 1 0,0 0 0,0-2 0,0-1-98,0 2 1,-1-1 0,1-3 0,2-5 106,1 1 0,2-7-225,-1 1-539,0-25 359,0-5 897,-8-22-537,-2-7 0,-5 4 0,-3-1 0,-1 0 0,1 0 0</inkml:trace>
  <inkml:trace contextRef="#ctx0" brushRef="#br0" timeOffset="210823">917 11319 7533,'-19'-13'2788,"3"6"-1259,16 18-449,8 11-766,-4 1 1,2 4-45,9 10 0,3 2-784,-7-1 1,-1 0 632,3-6 1,2 0 0,-1-1 34,-1 2 0,1 0-199,6 4 0,3-6 0,-1-16 1,1-5 133,22 0 1,-26-28 0,-2-8 0,0-6 0,-1-2-1092,-2-8 0,-1-1 942,-1 11 0,0-1 0,0 1-300,2-11 1,-1 0-496,1 4 1,-2 1 449,-8 11 0,1 3-224,11-8 772,-14 14 1,-14 36-1,-7 14 1,-6 1 0,1 0-1</inkml:trace>
  <inkml:trace contextRef="#ctx0" brushRef="#br0" timeOffset="212708">406 12390 6903,'-10'-33'2519,"2"2"-1800,0 22-89,-2 51-720,7-8 0,0 8 0,0 4-730,-1 0 1,-1 3 0,1 3 0,1-2 581,2-8 0,1 1 0,0-1 1,0 0-1,-1-3 193,-1 1 0,-1-1 0,1-2 0,1-2-75,3 7 0,1-2 0,0-10 714,-1-10-504,6-20-225,-6-30 0,-4-18 45,0 14 0,0-4 0,0-3 0,0 0-150,1 0 0,1-1 1,0-2-1,0 0 1,-1-1 293,-1-2 0,0-1 0,0-1 0,0 2 0,2 2 260,3-2 1,1 2 0,0 2 0,1 3-45,-4-4 0,0 2 0,9 17 134,13 25 1,3 12-45,-9 15 0,-3 8-211,3-3 1,2 4 0,-4 1 398,-5 2 1,-4 3 0,-3-2-669,-3-1 0,-3-1 0,-1-3-182,-1 7 0,-4-4-58,-10-1 1,-3-7 1436,-6-15-2516,-7 14 270,0-38-270,7 1 1502,26-19 1,22 0 0,25 9-1</inkml:trace>
  <inkml:trace contextRef="#ctx0" brushRef="#br0" timeOffset="213208">900 12325 6723,'-10'-12'2609,"2"-1"-2250,-8 6-448,5 7-46,-9 15 0,-2 11 165,4 0 0,0 5 0,1 3-317,2 1 1,0 4-1,1 1 1,2 2 322,1-4 0,1 1 0,1 0 0,0 2 0,3-2-104,-2 10 1,2 0-1,3-1 1,4-3-353,6 6 0,5-3 1,2-3-497,3 3 1,5-9 915,8-17 0,1-12 0,-1-16 0,-7-16 0</inkml:trace>
  <inkml:trace contextRef="#ctx0" brushRef="#br0" timeOffset="213824">935 12519 7533,'-10'-5'1709,"-13"14"-990,19 29-359,-12 0-360,15-6 0,6 6 0,-1 0-649,-1-1 0,0 0 1,1 2 468,1 9 0,2 2 0,-2-1 90,-1-7 0,-1-2 0,0-3 0,2 1 0,-2-7 1112,-3-9-663,-8-50-449,6-8 90,-6-6-169,14 7 1,4 0-282,10-9 360,-1 4 0,5-2 360,1 6 0,3 0 135,-1 1 0,0-2 314,-3 0 1,-3-1-136,-2 5 1,-4-1-46,-9-1 1,-2 0 270,3-12 363,-14 27-1443,-3 51-360,0 8 540,5-9 0,2 2-180,3 6 1,0 3-246,0-6 0,-1 2 0,2 3 87,2-4 1,0 3 0,2 0 0,0-2-293,3 12 1,1-2-1,1-3-180,4 5 1,2-8 899,1-14 0,-1-13 0,-6-19 0,-2-10 0</inkml:trace>
  <inkml:trace contextRef="#ctx0" brushRef="#br0" timeOffset="214523">1605 12390 7533,'0'-13'1349,"0"-5"720,-8 3-1170,6 37-719,-5-8-45,6 9 0,2 9-135,-4 3 0,-2 7 0,0 2 0,2-1-820,1-5 1,2 0 0,0-1 0,-2 3 531,-2-1 0,-1 2 0,-1 1 0,1-1 0,1-2 228,3 10 0,1-3 0,-1-2-270,-1-9 0,-1-2 1,1-1 483,1 14 1,2-2-290,-2-2 0,2-4-674,6 3-541,-5-64 1350,22-13 0,-12-11 0,13 4 0</inkml:trace>
  <inkml:trace contextRef="#ctx0" brushRef="#br0" timeOffset="215314">2081 12623 7533,'0'-7'1709,"-7"-5"-1349,5 11 719,-14-11-539,14 5-91,-6-6-359,8 6 270,0-5-450,-8 11 0,6-5 90,-13 6-360,5 6 91,-8 7-1,-7 18 270,5-2-420,-5 8 554,12-15 1,0-1-135,-6 9 180,6 9 0,0 0 0,-5-5-186,13-4 1,1 1 185,-4 11-90,8 0 0,2-16 0,4-1 0,11 15 0,3-15-690,21-6 420,-12-6-90,-4-9 0,1-1 0,19 3-1618,1-18 89,-3-2 1862,-16-6 1,-16-2 0,-4-3 0,1-24-1</inkml:trace>
  <inkml:trace contextRef="#ctx0" brushRef="#br0" timeOffset="215648">2205 12248 7533,'-20'-7'0,"5"1"1439,15 18-180,0 8 1170,7 19-1890,-5 1-852,14 4 403,-11-13 0,0 0-595,0-6 0,0 0 460,-1 11 0,0 2 90,-4 8 0,0 2-45,0-12 0,0 2 0,0 1 0,-2 8 0,-1 1 0,0 0-60,0-1 0,-1-2 0,1 0-30,0-5 0,0-1 0,-1-2-585,-4 6 1,0-1 449,8-7 0,-2-2 11,-9-9 0,-1-2-55,0 23-991,-21-12 541,21-13-361,-4-9 91,16-11 916,0 0 1,24-17 0,5-4-1</inkml:trace>
  <inkml:trace contextRef="#ctx0" brushRef="#br0" timeOffset="217006">2505 12855 7713,'-10'0'1439,"2"0"-1259,8 0 359,0 0-89,0-6 180,0-1-270,8-12-271,2 11 271,15-21-360,3 13-360,7-4-179,0 9 89,-15 22 0,3 15-89,-13 2-361,8 10 630,-8-24 270,13 3 0,-19-27 0,12 2 0</inkml:trace>
  <inkml:trace contextRef="#ctx0" brushRef="#br0" timeOffset="217282">2558 13100 7892,'-28'-7'1979,"11"1"-989,9 6-181,8 0-629,0 0 630,15 0-630,-3 0 179,21-6-359,-13 5 180,6-5 180,-1 6-450,-13 0 90,19 0 90,-19-6-1439,21 5 270,-21-10 359,19 9 720,-19-9 0,-2 10 0,-12-5 0</inkml:trace>
  <inkml:trace contextRef="#ctx0" brushRef="#br0" timeOffset="218366">3193 12674 7533,'-28'-26'2428,"-5"12"-1258,-10 8-1260,19 13 269,0 5 1,1 6-315,8 11 1,3 6 164,1-3 0,1 3 0,1 2-175,0 8 1,2 2 0,6-1 174,7 0 0,5-1 0,5-4-120,2-8 0,3-3 0,5-7 56,17-3 1,4-16 93,-14-14 0,0-10 0,-3-1-60,1-4 0,-5-3-293,-2-18 0,-7 1 293,-9 8-1,-6 7 0,-2-6 0,-2 2-89,-8-6 0,-4 1 30,6 6 0,0-2 0,-5 4-120,-16-4 0,-3 7-270,-7 4-977,-2 35-372,31 16 1799,10 8 0,25 7 0,13-9 0</inkml:trace>
  <inkml:trace contextRef="#ctx0" brushRef="#br0" timeOffset="218574">3440 13087 7533,'-28'0'3238,"11"0"-2788,1 0 449,14 0-989,-6 0-540,8-6 271,0 5 269,0-11-1709,0 11 1799,8-5 0,10 1 0,9-2 0</inkml:trace>
  <inkml:trace contextRef="#ctx0" brushRef="#br0" timeOffset="219182">3757 12803 7533,'0'-20'180,"0"1"-1,-8 12 1,6-4 90,-6 9 180,8-9-540,0 10 270,0-11-270,-7 11 0,5-5 0,-6 6 180,8 0-180,-8 6 0,6 1 90,-14 11-270,7 8 90,-9 13-71,5-17 0,0 2 251,7 4 0,1 1 224,-8 1 1,2-1-135,9 0 0,2 1 135,-4 2 0,0-1-135,4 10-90,8 2 180,2-17-270,15 0 0,11-11-450,1-9 450,-2-14-179,-1-16 224,-20 2 0,-1-1 135,14-14-1,-17-1 1,-2-2 135,1 15 0,-2 0-372,-6-13 1,0 0 326,3 11 0,0 1 269,-12-18 181,6 6 179,-30 6-1618,19 10-57,-21 5-124,25 17-539,1 0 629,8 0 982,8 0 0,10 16 1,5 8-1,5 1 0,1 0 1</inkml:trace>
  <inkml:trace contextRef="#ctx0" brushRef="#br0" timeOffset="219565">4039 12868 7533,'-19'0'719,"-5"0"-89,14-6 629,-7 4-899,-9-3-360,7 10 90,1 3 90,2 5-540,7 11 270,-9 9 90,8 2-45,1-12 0,2 2-495,13 21 451,-4 1-966,9-23 1,4-3 964,12-1 0,1-3 0,13-16 0,-12-1 0,14-13 270,-7-18 127,-9-9 7,-13 12 1,-2-2 45,-7 2 0,-1-2-45,1-2 0,-2-1-46,-2 3 1,-2 2-180,1-18 180,-8 8-540,-9 12-359,-11 12 269,-7-3 500,8 21-1219,-7-2-91,15 16 271,1 2 899,10 1 0,27-11 0,9-2 0,2-1 0,-1-1 0</inkml:trace>
  <inkml:trace contextRef="#ctx0" brushRef="#br0" timeOffset="223573">4374 12855 7353,'-19'0'0,"3"0"0,16 0 0,0 0 180,0 5-180,-8-3 539,-1 21-89,-9 10-270,8-3 0,1 6 0,2 4 134,6-12 1,0 1-270,0 17 0,2-1 45,6-13 0,4-4 360,17 9 90,7-54-1,-16-1 1,-3-6-360,-5-10 0,-2-3-90,0 10 0,-3-1-180,-3-10 0,-6-1 0,-3 11 0,-3 0-135,0-9 0,-2 2-225,-6 10 1,-1 4 269,-2-3-1349,-3 18-810,21 6 2339,2 6 0,17 12 0,11 10 0</inkml:trace>
  <inkml:trace contextRef="#ctx0" brushRef="#br0" timeOffset="224490">4533 12868 7533,'0'-20'1259,"-8"7"-180,6 1-269,-13 5-91,13 0-179,-6 1 180,8 0-630,0 5 0,0-5 90,0 6-1,0 0 1,8 0 0,2 0-270,15 0 90,-5 0 450,13 0-270,-6-5-270,9 3 180,-9-4-180,-1 6 270,-17 0-90,7 0 0,-6 0-360,0 6 360,-10 7 0,-10 7 0,-8 6-990,-7-6 451,13-1-451,-19-1 180,19 3 181,-14-2 269,9 0 180,7-12 180,-6 10-180,14-8 360,-6 4-180,8 4 90,0-8 0,0 4-90,0-2-90,8-4 269,2 6-269,8 6 450,-1-5-180,-7 5-180,14-6 0,-20 0 90,11 0 90,-15-1 179,0 1 181,0 6-540,0-5-90,0 5 270,-15-6-450,3 6 180,-14-11 90,9 9-360,-1-9 270,-7-1-630,5 4-899,-5-9 270,7 4 1259,8-6 0,10-24 0,10-5 0</inkml:trace>
  <inkml:trace contextRef="#ctx0" brushRef="#br0" timeOffset="239815">388 14584 7533,'-16'-12'629,"12"4"-179,-11-3-90,15 9 539,0-9-539,0 9-540,0 8 360,0 8-315,0 15 0,0 3 225,0 14-300,0-6 0,0 9 1,0-1-144,0-6 0,0-1 0,0 1 330,0-4 1,0 1 0,0 0 0,0-3-508,0 16 1,0-6 529,0 1 259,0-42-259,0-5 0,0 0 630,0-5-1080,0-42 360,0 15 0,0-5-338,0-1 1,0-6 0,0-3 0,0 2 337,0 4 0,0-1 0,0 0 1,0 1 21,-1 0 1,1 0-1,0 0 1,1-1 224,1-4 0,2-2 1,1 2-1,-1 7 496,1 0 1,2 5-250,7-16 1,6 14 236,15 42-282,-8 22 1,-1 9-90,-2 5 0,-1 3-450,-7-7 0,0 1 0,-5-1 45,-8 13 0,-4-3 135,2-12 0,-6-4-45,-14-3 0,-3-5-135,0-10 1035,-1-7 0,-3-1-1395,-11 0 271,0-6-901,3-6 1170,32 5 0,36-11 0,-6 9 0,1-1 0</inkml:trace>
  <inkml:trace contextRef="#ctx0" brushRef="#br0" timeOffset="240349">1164 14300 7533,'-10'-20'-270,"3"2"-3007,-1-1 3052,-2 5 2544,0-5-2139,2 6 1188,0 0-1188,-1 1 270,-17 4-900,7 3-179,-23 16 269,21 3 0,-7 9 0,-1 9 180,12-1 0,2 5 1,0-1-43,-1-6 1,0-1 0,1 3 288,3 5 1,0 5 0,2-1-1,3-6-112,1 0 0,2-1 165,0 12 0,1 5 0,2-7-75,4-14 0,2-1 75,-1 8 0,1 5 0,4-4-480,7 1 0,3-3 0,-1-6 1,1-1 127,2 4 0,1-5 232,6-13 0,-3-18 0,-7-12 0</inkml:trace>
  <inkml:trace contextRef="#ctx0" brushRef="#br0" timeOffset="241506">1164 14533 7533,'0'-26'899,"-8"12"-719,6 8 90,-13 42-180,13-3 0,2 6-150,-5-4 0,-1 4 0,1-2-432,4 9 0,0-1 536,-3 4 1,0-2 163,5-14 1,-2-2 331,-7 13-1170,6-8 270,-5-43-135,11-14 1,7-7 449,-2 1 0,2-1 464,9-11 0,3 0-419,-2 3 0,3 2 45,6 1 0,1 1 179,-7 0 1,-1 0 45,4 0 0,-3-1 224,-13 1 1,-3 0-135,3 4 0,-6 2 180,-21-6-450,5 26-225,1 24 0,2 13 0,-1 6 0,2 6 15,5-6 0,2 3 0,0 1-30,-1 0 0,0 1 0,3-2-270,5-5 1,2-2-1,1-2-480,4 4 1,1-6 899,13 2 0,-5-49 0,-13-11 0</inkml:trace>
  <inkml:trace contextRef="#ctx0" brushRef="#br0" timeOffset="241958">1729 14326 7713,'-10'-14'989,"2"-3"540,0 15-539,6-3-451,-6 16-89,16 38-510,-6-17 0,-2 5 0,0 2-1033,0 9 1,0 3 0,0-2 843,0-5 1,-1-1 0,0-1 125,-1-2 1,-1-1 0,0-3-193,3 6 0,0-2-135,0 2 0,0-2 405,0-8 1,0-3-946,0 12 990,0-59 0,8-14 0,-3 5 0,0 0 0</inkml:trace>
  <inkml:trace contextRef="#ctx0" brushRef="#br0" timeOffset="242923">2011 14713 5914,'-20'0'1439,"-3"6"-989,13-5 269,-8 5 91,1-6 269,-1 0 90,8 0 91,-5 6-451,5-5-809,8 5-270,19-12 135,14 0 1,7 0 44,-7-1 0,3 0 0,1 0-1003,7 2 1,1 1 0,-3-1 899,4-1 1,-3 0 237,2 5 0,-6 2 315,-15 5 89,11 7-359,-23-4 630,-18 19-180,-4-6-855,-1 2 0,1 2 1471,2-2 1,2 0-2867,-2 21 1441,2-13-901,8-13 811,0-12-901,8-1 1260,2-6 0,15 5 0,3 3 0</inkml:trace>
  <inkml:trace contextRef="#ctx0" brushRef="#br0" timeOffset="243656">2858 14598 7533,'-10'-19'3276,"2"4"-2235,8-3-681,-8 10-630,-2 3-180,-31 22 271,18-7 134,-5 12 0,-1 3 90,9-7 0,2 0-433,4 5 1,-1 0 387,-6-4 0,3-1 90,6 20-306,-4-19 0,-1 2 440,6 4 1,2 2-243,0-2 0,1 1 108,0 20 90,16-2-270,9-11-90,11-7 526,7-13-435,0-2-91,8-9-360,-5-2 270,-13-3 0,1-1-1349,11-9 646,-11 3 1,-1 1 972,-4 0 0,11-8 0,-23 10 0</inkml:trace>
  <inkml:trace contextRef="#ctx0" brushRef="#br0" timeOffset="244007">3052 14313 7533,'-10'-7'3238,"10"13"-2519,10 20 1,7 20-585,-8-12 0,0 2-414,0-6 1,-1 2 398,-1 7 0,-1 5 0,-1-1-536,-1-10 0,-1 0 0,0 1 296,0 10 0,0 3 0,-1-3 150,-1-9 0,-1-1 0,-1-1-390,-6 10 0,-2-3-83,4-9 1,-2-2 262,-4 0 0,-3-2-629,-12 12 89,-1-6-899,-1-2 1619,3-10 0,-1 3 0,-1-5 0</inkml:trace>
  <inkml:trace contextRef="#ctx0" brushRef="#br0" timeOffset="261672">3545 14972 7533,'-17'-13'1889,"-9"0"-540,15-1-989,26-4-270,24 4-495,-8 4 0,1 1-810,3 5 1,-1 1 765,5-3 449,2 6 0,-39 23 0,-4 5 0</inkml:trace>
  <inkml:trace contextRef="#ctx0" brushRef="#br0" timeOffset="261873">3545 15165 7533,'-33'6'2338,"12"1"1,-5 0-1889,42-7-630,13-13 270,16 4-1215,-11-5 1,-1 0-765,8 10 1794,-12-7 1,1-1 0,-1 8-1,1 1 1,2-4 0,0 1-1</inkml:trace>
  <inkml:trace contextRef="#ctx0" brushRef="#br0" timeOffset="262322">4216 14701 7533,'-38'0'449,"-11"0"-224,27 11 0,-1 6-45,-5 7 0,2 5-180,11 1 0,3 5 0,1-2-156,-3 5 1,5 1 125,10-5 0,5 2 0,2-4 30,5-3 0,2-2 83,-2 1 1,3-3 186,11-3 0,3-8 899,17-24-540,-10-8 1,-3-9-270,-15-1 0,-4-6 0,-2-2-447,1-4 0,-2-2 1,-5-2 116,-7-3 0,-6-2 0,-4 3-30,1 10 0,-3 3 0,-4 3-204,-14-10 0,-3 16-921,9 29 1,1 8-405,-10 8 809,25 11 1,8 2 719,8-6 0,6-6 0,5-1 0,5-4 0,-1-1 0</inkml:trace>
  <inkml:trace contextRef="#ctx0" brushRef="#br0" timeOffset="262493">4604 15023 7533,'-36'-13'3276,"17"6"-3224,3-4-1671,16 9 1619,0-4 0,24 12 0,5 2 0</inkml:trace>
  <inkml:trace contextRef="#ctx0" brushRef="#br0" timeOffset="262940">4957 14752 7533,'-32'-10'959,"1"0"1,4 1-1,1 5-779,-5 12 0,3 7-180,7 4 0,3 3-45,-1 2 0,3 2 45,1 7 0,6-1-90,7-1 135,7-5 0,6 2-180,5-4 0,5-2 90,8-2 0,5-4 135,1-5 0,0-9 180,-5-17 0,-5-9-315,-4-15 0,-7-7-15,-8 12 0,-4-3 0,-2 2-533,-3-7 0,-3 3 413,-1 3 0,-4 5-629,-22 0-720,11 26 1529,28 8 0,20 7 0,11 2 0,-1-4 0,1 0 0,-1 0 0</inkml:trace>
  <inkml:trace contextRef="#ctx0" brushRef="#br0" timeOffset="263290">5274 14701 7533,'-18'-34'3276,"-7"3"-2081,1 23 0,-3 7-1105,-2 12 0,1 8-360,-6 14 1,5 7-181,13-6 0,4 2 0,5 1 30,8-2 1,6 1-1,1-3 285,0 3 0,7-6 45,19-3 0,7-12 0,3-22 1,0-13 538,-14 2 1,-1-4 0,-2-4-117,4-11 1,-3-6-1,-8-2 27,-11-1 0,-6-1 0,-6 1-1153,-3 5 1,-4 1-1,-3 3 523,-4-2 1,-5 8-226,-14 10 0,-1 12-134,-4 20 629,18 9 0,9 5 0,32 19 0,10-13 0,0 0 0</inkml:trace>
  <inkml:trace contextRef="#ctx0" brushRef="#br0" timeOffset="264140">5680 14688 7173,'0'-13'2159,"-8"0"-990,-2-6-539,0 5-181,2-5-269,1 6 180,-11 12-360,-17 20-90,11 7 0,3 5 0,5-9 0,2 2 90,-1 19 0,7 2-225,14-13 1,3-2 134,-4 1 0,2 0 0,11 2 0,5-6 0,3-12 0,1-9 449,2-7 1,-1-8 0,1-10 0,-5-9-270,-7-13 0,-9-4-90,-5 1 0,-6 2 45,0 12 0,-3 2-360,-5 2 0,-4 4-1394,-12 6 450,7-3-1080,4 19 2339,16 8 0,32 11 0,7 1 0</inkml:trace>
  <inkml:trace contextRef="#ctx0" brushRef="#br0" timeOffset="264356">5944 14584 7533,'-9'-7'1709,"1"-4"-1260,0 4 2827,-2-1-1604,-8 2-953,9 30-1349,3 9 1,4 8-121,2-2 1,3 4-1,2 1-70,0-2 1,1 2 0,1 0 0,0-3 409,-1 2 0,0-2 1,4-2-1,4-3 1,3-3-1,1-6 0,19 5 1</inkml:trace>
  <inkml:trace contextRef="#ctx0" brushRef="#br0" timeOffset="277148">8661 12390 7533,'-8'-7'449,"6"-5"181,-14 5 270,14 0-631,-6 19-44,4 11 0,1 4-225,-7 19-1008,4-11 1,0 6 0,0-4 917,1-9 1,0 0 29,2 14 0,0 6 0,2-6-396,0-13 0,2-2 501,-1 11 0,0-9 404,0-23-494,-1-27 0,2-18 15,2 3 0,3-3 0,0-4-270,-2 6 1,-1-2-1,1-2 1,0-1 0,1 0 263,1-2 0,1-2 0,0 0 0,0 1 0,1 1-21,1-3 1,0 1 0,0 2 0,-1 0 26,1-7 0,-2 2 0,5 3 90,2 10 0,2 3 0,3 2 154,0 1 0,2 2 0,1 3-259,11-6 0,1 7 45,-7 9 0,-1 10 89,-3 17 1,-7 8 90,-12 12 90,5 5 0,-2 6-60,-9-11 0,-4 1 0,-2 2 165,-1 10 1,-3 2 0,-2-1-436,-2-5 0,-3 0 0,-1-4-390,-11 5 1,-1-7 1572,9-16 0,1-8-2202,-11-18 719,23-2-989,2-8 899,16 16 450,-6-5 0,29 12 0,-1 1 0</inkml:trace>
  <inkml:trace contextRef="#ctx0" brushRef="#br0" timeOffset="277622">9507 12003 7533,'0'-20'359,"0"7"271,0 1-90,0 5-90,-7-11 359,5 4-539,-6 1-90,8 7 180,-16 0-270,-4 5-90,-7 6-180,-14 15 135,26 0 0,0 4-728,-10 7 1,-1 3 637,7 7 0,1 3-45,3-12 0,0 0 1,2 2 89,5 0 0,2 1 0,1-1-45,-4 15 0,2 0 45,5-1 0,4 0 45,5-8 0,2-2-135,-5-1 0,3-4 90,9-8 0,2-4-89,1 11-271,15-8 180,-15-9 0,7 3-1226,-9-5 1496,9-6 0,1-7 0,8-7 0</inkml:trace>
  <inkml:trace contextRef="#ctx0" brushRef="#br0" timeOffset="278140">9913 12184 7533,'-16'-25'2608,"-3"4"-2023,-2 5 0,-1 0-406,-8-4-269,-11 7-1259,6 25 674,19 7 1,2 6 224,-1 7 1,5 4 329,11-4 0,6 3 0,1-1-736,0 0 0,1 0 0,3-3 901,10 7 0,1-1 405,-1 3 0,-1-3 179,-2-13 1,-2-1-180,-5 6 0,-5 1-1,-7-2 1,-8-4-405,-11-8 0,-7-5-270,-2 0 0,-1-5-45,2-5 1,1-2-1081,-15 1-269,30 0 1260,-5 0 1846,16 0-1487,8-5 0,25-2 0,14-6 0</inkml:trace>
  <inkml:trace contextRef="#ctx0" brushRef="#br0" timeOffset="278707">10125 11848 7533,'-8'-26'2158,"6"12"-1528,-6 8 539,32 42-854,-10-3 0,1 5-285,0 2 0,1 3 0,-2 4-425,-5-5 0,-1 4 0,-2 0 0,-1 0 305,-3-1 0,-1 1 0,-2-1 0,-1 0 45,-3-1 0,-1-1 0,-1-1 0,-3-3 268,-3 1 1,-2-4 0,-2-3-224,-4 2 0,-3-7-855,-2-10 1,1-4-1755,3-1 2609,-1-2 0,31-10 0,2 5 0</inkml:trace>
  <inkml:trace contextRef="#ctx0" brushRef="#br0" timeOffset="280707">10195 12029 7533,'-17'-19'629,"7"-1"-449,2 0 180,8-5 270,0 6-360,8-2 89,2 20 91,-1 38-450,-5-6 0,-1 6 0,-2 3-385,-2 2 0,-3 3 0,-1 2 0,0 1 313,0-3 0,-1 1 0,0 1 0,0 0 0,1-1 72,1-1 0,0 0 0,0-1 0,-1-1 0,1-2 120,-5 11 0,0-4 0,3-4-30,6 27 540,0-71-630,0-43-135,0 1 0,0-7 75,0 10 0,0-2 0,0 1-175,0 7 1,0 0-1,0-3 190,1-5 0,1-3 0,1-2 0,-1 1-132,0 7 1,0 0 0,1 0 0,0-1 194,0-2 0,1-2 0,-1-1 0,1 1 0,-1 3 94,0-1 0,-1 2 1,1 2-1,-1 3 775,3-13 0,-2 14-617,-3 27-810,0 51 480,0-14 0,0 6 1,0 2 36,2-2 1,0 1-1,0 2 1,0-3-36,-1 6 1,-1-2 0,1 1 124,1-1 1,0 2-1,0 0 1,0-3-68,-2 0 0,-1-3 0,2 0 0,1 1 0,1-1 0,-1-1 0,-2 8 0,2-8 1000,14-19-910,-14-64-360,5 13 0,2-7-550,-6 2 1,0-7 0,-2-1 0,2 5 569,0 4 0,0 4 0,0-4 268,0 1 0,1-5 0,-1-1 0,0 2 0,0 4-596,0-1 1,1 3 0,-1 1 637,0-3 0,0 1 0,1 2 163,0-3 0,-1 8 136,-3 18 541,-15 45-630,8 6 0,2 9-226,-1-14 1,-1 2 0,1 2 0,0 2 169,1-2 0,1 3 1,1 0-1,0 1 1,0-1-251,0 1 0,1 1 0,1 0 0,-1-1 0,0-2-32,0 5 1,0-2-1,0-1 1,0-4 999,1-1 1,1-3 0,1-5-1248,3 4 0,0-16-764,-2-23-360,6-1 899,-8-3 540,0-20 0,0 13 0,0-15 0</inkml:trace>
  <inkml:trace contextRef="#ctx0" brushRef="#br0" timeOffset="282106">10583 12094 7533,'-8'-34'1619,"7"8"-1349,-7 42-270,6 12 0,4 8-240,-3 1 0,1 4 0,1 1-853,1 6 1,1 2 0,0-4 557,-3-10 0,1-2 1,-1-2 534,7 16 0,-6-7 1579,-16-12-1129,3-14-90,-14-30-810,17-30 270,14 18 0,5 0 45,6-3 0,6 3 90,7 3 0,4 2 90,3-1 0,-1 2 1593,-8 7 0,1 0-1220,7-7 0,-4-5 121,-13 1 1,-4-3 224,5-8 1,-5-1-135,-11-1 0,-6 4 89,-7-6-809,-23 57-180,16 17 0,4 11-150,2-6 1,1 4-1,4 1-40,5-6 0,2 2 0,2-1 0,2-1-50,2 6 0,2-1 1,4-4 59,3-6 0,3-2 0,-1-5-135,1 0 1,-1-9 584,8-11 0,-10-30 0,-7-10 0</inkml:trace>
  <inkml:trace contextRef="#ctx0" brushRef="#br0" timeOffset="282941">11165 11758 7533,'-8'-30'899,"-1"1"1,-1-17-181,10 14 271,25 42-631,-6 14 1,0 10-60,-1 2 0,0 6 0,-1 4-651,-6-3 1,-1 3 0,-1 3-1,-2 0 351,-2-4 0,0 2 0,-1 1 0,-2-1 0,-1 0-126,0-2 0,-2-1 0,-1 0 0,-1-1 1,-1 0 57,-2-2 1,-1 1-1,-2-2 1,-1-1-1,-1-3 38,-8 9 0,-2-4 0,-2-4-120,2-6 0,0-4 1,-2-3-436,-8 1 0,1-5 226,3 0-361,11-3 720,32-15 0,11-25 0,-4 4 0,0 1 0</inkml:trace>
  <inkml:trace contextRef="#ctx0" brushRef="#br0" timeOffset="287631">11307 12131 6723,'-10'-19'1169,"2"6"-719,0 8-90,6 5-180,-6 0 90,8 0-90,0 0 269,0-6-89,0 4 0,0-4-90,0 6 0,0-5 89,0 3 91,0-3-180,16 5-90,-12 5-45,23-3 0,9-2-135,-12 3 0,3-1-45,20 0 0,2-4 180,-12-3 0,-2-1 89,-7 3 1,-3-3 855,0-12-451,-25 10-1078,-25 20 134,4 0 0,-3 3 135,-10 10 0,-3 2 90,-2 2 0,-2 0 150,11-7 0,1-1 0,0 1-105,-9 11 0,3-1 45,7-11 0,3 0 90,7 2 0,3 1 0,-3 3 0,13-3 0,1 2 0,-4 16-90,14-17 0,3 0 0,11 8-90,0-7 180,3-8-90,10 1 180,-9-11-135,7 2 0,3-2-45,-7-6 0,1-3-45,4-1 0,0-1 0,0-1 0,-3-1-45,6-14 90,-17 12 180,-26 1 0,-4 6 90,-13 0-450,7 6 270,1-5-450,-1 5 180,0 0-90,1-5 0,-1 5 90,8-6 91,2 0-451,8 0 90,-7 0-719,5 0 539,-6 0-269,8 0-1,0-6 181,8 5-271,-6-11 450,13 5 540,-13 0 0,30-16 0,-3 2 0</inkml:trace>
  <inkml:trace contextRef="#ctx0" brushRef="#br0" timeOffset="288092">11077 12726 7173,'-10'-13'3276,"3"6"-1875,7 1-501,0 6-1,0 17-719,0-1-360,-8 33-675,-4-21 1,-2 2-136,-3 10 1,-3 0-46,-3-3 1,1-2 854,7-10 1,3-4-1081,-4 8 1260,16-28 0,23-23 0,7-14 0</inkml:trace>
  <inkml:trace contextRef="#ctx0" brushRef="#br0" timeOffset="289964">11889 11745 7533,'0'-20'899,"0"7"-809,0 2 180,0 9 0,0-3-90,0-1 539,0 4-359,7 2 0,-5 13 90,22 19-271,-22-5 1,0 3-950,9 0 0,1 2 770,-6 4 0,-2 4 120,2-5 0,0 2 0,0 1 0,-2 1 0,-1 2 0,0 1-923,-1-3 0,0 3 0,0 0 0,-1-3 743,0 1 0,-1-3 0,-1 0 15,2 14 0,-2-4-856,-2-11 0,-1-3 811,0-8 0,-2 0-74,-10 9 0,-2-1 164,-3 8 135,-4-21 0,1-2-45,10 3 13,-17-4-1182,21-10 2740,-8 6-2740,1-6 1621,7 4 1,-6-3 0,7 5 0</inkml:trace>
  <inkml:trace contextRef="#ctx0" brushRef="#br0" timeOffset="292407">12488 12300 6993,'-9'-7'450,"1"-5"629,0 11-539,6-5 269,-6 6-89,16 0-360,17 6-315,0-3 0,3 1-405,4 2 0,1 1-405,7-1 1,-2 1-136,-9-1 1,-3 1 899,10 5 0,-36 1 0,-20 0 0</inkml:trace>
  <inkml:trace contextRef="#ctx0" brushRef="#br0" timeOffset="292656">12524 12480 7533,'-45'0'3276,"9"6"-1785,34-4-681,30 4-631,5-5 1,4-2-1439,4-5 0,1 0-315,7 5 0,-2-1 1574,-21-3 0,-3-1 0,8 0 0,-41-1 0</inkml:trace>
  <inkml:trace contextRef="#ctx0" brushRef="#br0" timeOffset="294439">13617 12119 7533,'0'-20'1709,"0"-4"-1080,0 4-269,-15-1-450,11 8-270,-36 7 90,14 15 1,0 6 44,-3-2 0,-1 8 472,2 8 0,-1 10 1,1 3-1,5-1-278,3 4 0,6 0 0,3 4 143,2-1 1,1 4 0,5-1-1,5-4-112,8-1 0,6-4 0,7-7-176,6-8 1,5-6 0,1-10 145,-2-12 0,0-8 0,-1-6 479,3-10 1,-2-10 0,-5-4-429,-9 3 0,-4-5 1,-3-2-1,-1 0 91,-1 0 1,-2 0-1,-2 0 1,-4 0 44,-5 3 0,-2-1 1,-3 3-1,-4 2-101,-5 0 1,-5 3 0,-2 5-282,-11-1 0,-2 7 270,4 9 0,3 9-1109,-5 27-825,27 11 1889,19-2 0,11 1 0,3-8 0,5-2 0,2 1 0,7 1 0,1 1 0,0 0 0</inkml:trace>
  <inkml:trace contextRef="#ctx0" brushRef="#br0" timeOffset="294610">13970 12558 7533,'-25'-6'3276,"5"-1"-2235,-6-6-1041,24 0 0,20-11 0,19-3 0</inkml:trace>
  <inkml:trace contextRef="#ctx0" brushRef="#br0" timeOffset="295372">14499 12131 7533,'0'-19'539,"0"0"181,-8-5-360,6 8 359,-13-14 91,-3 4-630,-25 16-450,16 21 0,-1 8-225,-5 8 1,3 4 359,6 4 0,3 3-45,8-5 0,2 2 0,2-1-1459,2 5 1,4-1 1498,1 3 0,4-2 230,3-3 0,8-6 0,10-13 0,5-7-90,21-6 0,-14-16 0,-2-10 314,-7-17 1,-7-6-135,-4 6 0,-2 0 45,0-4 0,-3 1 404,-4 8 1,-2 4 2646,-2-7-1645,-20 36-1856,3 27 0,1 14 15,1-4 0,1 5 0,2 1-343,2 4 1,2 3 0,2-1-48,2-3 1,2-1-1,2-2 60,2-6 1,2-1-1,2-3 540,4-2 0,3-7 0,21-12 0,-1-32 0</inkml:trace>
  <inkml:trace contextRef="#ctx0" brushRef="#br0" timeOffset="295824">14870 12184 7533,'0'-33'1889,"-8"-10"-450,-2-3-720,-8 10-1078,-15 29-91,10 29 0,1 13 120,3-3 0,0 4 1,2 2 245,2 5 1,3 1-1,2 1 84,1 0 0,2-1 0,7-4 0,13 2 0,7-9-90,2-13 1,3-10 89,11-27 0,-1-16 179,-12 4 1,-3-6 0,0 0 180,2-5 0,-1-1 0,-3 2 269,-2-14 1,-3 12 1439,-5 27-1440,-18 40 1,-8 21-1058,9-13 1,-1 5 0,1 1 0,0-2 22,-1 2 1,1-1 0,1 2-249,2-3 1,0 3 0,3-2 0,2-2 532,7 9 0,4-4 0,-2-2 0,3-3 0,7-8 0,0 1 0</inkml:trace>
  <inkml:trace contextRef="#ctx0" brushRef="#br0" timeOffset="297548">8608 13719 6633,'-18'-13'3276,"8"12"-3044,3 2-97,5 23 0,4 11 0,-2 12 0,0 5-507,0-14 1,0 4-1,0 0 1,0 0 281,0-3 0,0 1 0,0-1 0,0-2 90,0 3 0,1-1 0,-2-8 519,-7-1-519,-1-48 0,0-15-60,4 0 0,2-5 0,-1-2-60,-4-5 0,-1-3 0,3-3-98,4 8 0,2-3 0,1-1 0,2 0 0,1 4 307,0 3 1,2 2 0,1 0 0,1 1 112,1-4 1,0-2-1,3 4 1,5 13 22,21 11 0,3 17-46,-7 15 1,-4 9 217,-5 0 1,-5 4-398,-1 2 0,-6 1-180,-11 14-225,0-18 0,-4 0 587,-12-3 0,-6-4-632,-2-4 1,-3-5 89,-2-5 0,-1-4 0,-7-10-719,19-1 629,16 0-89,0-11 539,8 15 0,14-10 0,5-2 0,7 4 0,-1 0 0</inkml:trace>
  <inkml:trace contextRef="#ctx0" brushRef="#br0" timeOffset="297898">9278 13462 7533,'-18'-13'2428,"9"0"-1168,1 5-181,8-3-899,0 10-630,0-5 540,0 12-810,-8 7 181,-2 6 179,-6 8 0,-1 1 630,3 10-180,-2-6 0,-4 5 0,1 3-1071,5 4 0,2 3 1,-1-2 1040,0-8 0,0-1 0,0 2 7,0 3 0,0 4 1,3-2-1,7-5-1471,12 3 0,3-5 1314,-15 2 0,4-2-339,21-9 0,3-7-21,-11-13 90,27-2 360,2-5 0,-4-11 0,-13 4 0,-1 0 0</inkml:trace>
  <inkml:trace contextRef="#ctx0" brushRef="#br0" timeOffset="298915">9772 13694 7533,'0'-39'1889,"0"6"-1260,0-4-359,-24 15-720,-21 4 360,7 14 0,-4 8 45,-4 8 1,2 6 44,9 0 0,5 5 179,4 13 1,11 4-45,21-1 0,12 1 15,0-7 0,4 0 0,0-2-282,3 1 1,3-2 251,1-5 0,3-1 0,-5-1 15,-5 3 0,-4-1 0,-1 5 0,-5 1 135,-10-4 0,-6-1-180,-25 11-390,-2-28 0,-8-7 0,3 0-60,-2 2 0,1-2 315,-8-2 1,2 0-361,11 0 0,9 0-1034,19 0-360,12 0 1799,14 0 0,12-5 0,6-2 0,-3 0 0,1 0 0</inkml:trace>
  <inkml:trace contextRef="#ctx0" brushRef="#br0" timeOffset="300005">10107 13384 7263,'0'-13'1349,"-8"0"-719,6 1-270,-6-2 1079,8 2-450,0-1-359,0 5-270,8-3 269,-6 21-539,6 21-360,-6 9 0,-4 9 157,-1-11 1,-1 4 0,-1 1 0,1 1-442,3 1 1,1 1-1,0 0 1,-3 0 575,-2 0 1,-1 1-1,-1-2 1,2-1 37,3 5 0,3-3 0,-2-3 254,-3 5 1,0-6-135,4 7 180,0-9-270,0-32-899,0-7-1350,0-14-989,0-14 3148,0-1 0,0-8 0,0 9 0</inkml:trace>
  <inkml:trace contextRef="#ctx0" brushRef="#br0" timeOffset="301472">10548 13629 7533,'-8'-26'270,"6"0"-181,-6 12 1,8 3 90,0 11 180,0 23 90,0 23-360,4-4 0,0 6 30,-3-15 0,-1 1 0,1-1-165,3 11 0,0-1 90,-3 3 0,-2-2 0,2-18 0,-2-2 179,-9 3 1,-3-8-135,-1-19-180,-7-11 0,1-7 90,8-28-449,20 2 359,29 11 90,0 14 0,4 1 119,-11 4 1,0-1 0,1-1 0,2-4 0,1-1 0,-3-3 180,-5 0 0,-1-3 0,-4-1 239,4-10 1,-7-2-180,-11 3 0,-6 4 89,-11-8-628,-7 23 268,-1 19-179,8 23 1,2 11 44,-1 6 0,1 5 15,1-2 0,1 2 0,1 2-296,3 2 1,1 1 0,2-3-35,1-6 0,1-2 1,2-2 269,3 4 0,3-7-990,15 1-809,-8-36 90,7-7 1799,-5-1 0,-3 2 0,-9 6 0</inkml:trace>
  <inkml:trace contextRef="#ctx0" brushRef="#br0" timeOffset="301973">11271 13939 9871,'-10'24'899,"9"0"1,2 3-720,1 17-270,6-8 0,0 1-180,-6-4 1,-2-2-271,0 14-2518,-25-3 1349,3-42 1709,-11-2 0,31-27 0,4 1 0</inkml:trace>
  <inkml:trace contextRef="#ctx0" brushRef="#br0" timeOffset="302523">11589 13875 7533,'-28'-13'2248,"3"6"-988,15 1-91,2 6-539,8 0-720,0 0 270,16 0 0,3-6-91,17 5 1,7-5-180,-6 6-251,-8 0 0,1 0 251,17 0 135,-17 0 0,1 0-135,-4 0 1,-1 0 178,19 0 811,-10 0-270,-10 0-91,-7 0-89,-8 0-360,-2 0 630,-16 11 52,-2-2-1402,0 21-270,-5-8 181,5 15-361,-8-10 541,8 5-990,3 5 1169,7-14-720,0 7 451,0-18-900,0 2 1529,0-7 0,23-19 0,6-9 0</inkml:trace>
  <inkml:trace contextRef="#ctx0" brushRef="#br0" timeOffset="303148">12506 13759 7533,'-20'-22'0,"5"-1"1709,7 10 809,-2-1-2158,0-5 0,-5 6 0,5 0-810,-24 12 360,13 2-135,-3 9 0,-1 5 495,2 9 0,1 2-180,2-8 0,1 2-30,-2 8 0,1 5 0,4-5-150,2 7 225,0 5 0,5 3-90,13-13 0,7 0-450,4 7 0,6-1-675,7-4 1,6-5 224,9-7 1,2-9 854,-3-6 0,-1-10 0,-4-17 0,-4-10 0,-7-6 0,-1 0 0</inkml:trace>
  <inkml:trace contextRef="#ctx0" brushRef="#br0" timeOffset="303463">12612 13384 7533,'-10'-14'2698,"2"3"-2068,16 16 269,2 14 1,15 8-541,-11-3 1,0 2-764,4 0 1,-1 1 448,-3 12 0,-1 3-222,5 0 0,-2 3 297,-8-9 0,-2 3 0,-1 0-534,2 0 0,0 1 0,-3-1 444,-2 0 0,-3 1 0,0-1-30,-1-2 0,-1 0 0,-2-2-90,-2 9 0,-3-4-336,-3-6 0,0-3 246,-7 13-720,-13-18 163,21-13-432,-11-7-450,13-12 899,-8 5 973,9-5 0,1 6 0,8 0 0</inkml:trace>
  <inkml:trace contextRef="#ctx0" brushRef="#br0" timeOffset="306324">13370 13875 6453,'0'-14'630,"0"-4"-540,0 17-180,-8-5 90,6 6-90,-13 0-270,13 0 90,-6 0 180,8 6 180,0 1-90,0 0 180,0-1 0,0 0-90,0-5 90,-8 5 360,6-1 179,-6-3 91,8 3 2466,0-5-2235,8 0-1041,18-5-180,3 3 45,-1-3 1,3-1 44,8 0 0,0-1 0,-1-5 0,1-2 45,6 0 0,-4 1 45,-4-7 360,-13 9 269,-24 11 91,0 17-630,0-13-90,0 19 90,8-16-810,1 11 270,17-3-1528,1-2-721,9-13 2699,-17-1 0,-11 1 0,-18 7 0</inkml:trace>
  <inkml:trace contextRef="#ctx0" brushRef="#br0" timeOffset="306697">13300 14159 7533,'-18'-6'1529,"8"4"-989,2-4 179,8 6-179,0-5-90,8-3 449,10-4-359,17-7-91,10 5-570,-19 2 0,1 0 301,0 4 0,-1 1-180,1-3 0,-1 1-122,19 2 32,-19 1 0,-1 0-180,4 5-90,5-5 90,-17 6-629,-7 6-1,-2 1 686,-8 6-865,0 0 668,0-5-1208,8 9 1619,2-9 0,15 5 0,3-7 0</inkml:trace>
  <inkml:trace contextRef="#ctx0" brushRef="#br0" timeOffset="307805">14570 13590 7533,'-18'-12'-90,"8"-1"989,-21 6-179,-6 7-585,6 16 0,-1 9 74,5 1 1,0 5 0,3 3-338,5-1 1,2 3-1,2 2 1,1-1 149,2 0 1,2 1-1,1-1 1,3-1 7,0 3 0,2-2 0,8-2-1,7-2 1,6-1 0,6-9-131,18-7 0,6-12 41,-14-1 0,2-4 0,-1-7 299,6-10 1,-1-9 0,-4-6-277,-13 1 1,-3-3 0,-2-4 0,-3 1 58,-1-1 1,-3 0 0,-2-2-1,-4 1-67,-1 1 0,-3-1 0,-4 1 0,-4 2-105,-13-8 0,-6 4 1,-2 6-125,-1 5 1,-3 10-447,-7 6 1,4 13-450,10 30 0,19 19 1169,7-19 0,12-5 0,7 1 0,1-5 0,-1 0 0</inkml:trace>
  <inkml:trace contextRef="#ctx0" brushRef="#br0" timeOffset="307991">14887 13939 8972,'-10'-7'2788,"3"1"-1259,7 0-1079,-8-1-1619,6-6 269,-6 6-1079,16-4 450,-6 3 1529,13 2 0,11-12 0,11 4 0</inkml:trace>
  <inkml:trace contextRef="#ctx0" brushRef="#br0" timeOffset="308665">15328 13577 7533,'-10'-12'-90,"-13"-7"1439,11 5-1079,-13 1 809,-9 7-1079,5 29 90,7-9 0,1 1-450,1 19-1279,3-1 1,3-1 714,10-5 1059,-5 10 0,2 3 89,9-10 1,4 0-1269,6 11 0,2-3 1044,-5-12 0,3-3-739,8 1 1,1-8 648,-1-15-90,13-12 360,-13-5 521,1-10 1,-1-7-567,-5-4 0,-1 0-45,4 4 0,0-4 89,-8-2 1,-1-5 0,-3 2 90,0-4 0,-2 0 225,2-3 0,-4 4 134,-18 2-539,7 61 0,-2 14-135,-2 2 0,-1 4 411,5-4 1,0 3 0,2-1-592,-3 7 1,2-1 134,-1 2 0,0 1 881,4-3 0,0 0-926,0-2 0,3-1 0,8-3 1,3-2 93,-3-4 1,0-2 40,12 12 90,-10-9-90,-1-18 1453,-5-7-1453,6-6 304,-8 0-754,0 0 566,0-6-1105,0-1 89,0 0-179,0-4 269,0 9 810,0-3 0,8-1 0,2-2 0</inkml:trace>
  <inkml:trace contextRef="#ctx0" brushRef="#br0" timeOffset="312172">15787 13577 7892,'-8'-19'1620,"6"6"-2070,-6 7 270,8 0 270,0 5 360,0-11 89,0 11-539,8-5 180,-6 6-540,6 0 181,-8 0 1348,0 0-1079,-8 0 90,-18 17 0,5-6 89,-3 9 1,-1 7-135,5 3 0,3 4-75,6-2 0,1 2 0,1-1-15,-4 6 0,3 0 0,6 5 0,8-5-45,19-11-540,7-25 675,-4-21 0,1-9 0,-8 2 0,-1-3 105,-3-5 0,0-4 0,-4 5 29,1-14 91,4 4 0,-1-1 314,-13 14 1,0 3 135,14-15-720,-16 52 179,-11 27 1,-2 15-315,9-18 0,2 4 0,-1 1 0,-2-2-280,-5 4 0,-3-1 1,3 2 256,6-2 1,2 2-1,0-2 1,0-5-158,-2-2 0,1-1-255,1 4 0,2 5 1,2-5-781,1-1 1,1-3-270,1-2 0,0-3 1529,5 2 0,6-36 0,-7-8 0</inkml:trace>
  <inkml:trace contextRef="#ctx0" brushRef="#br0" timeOffset="319806">8290 15255 7533,'-10'28'869,"1"-1"1,-4 16-1,2 5-719,9-8 0,2 3 0,0 0-1243,-2-4 1,-1 0 0,0-3-145,3 5 1,0-6 2914,0-7-1678,0-33 500,0-31-725,0 1 0,0-7 195,0 1 0,0-3 0,0-2-503,2 7 0,0-1 0,0 0 1,0 2 532,1-5 0,-1 1 0,3-1 112,1 3 0,3-1 1,0 1-1,0 5 1438,4-6 0,4 6-1415,10-7 0,5 13-135,15 32-45,-15 19 0,-4 9-45,-6 6 0,-6 4 180,-7 3 0,-9 2-45,-9-5 0,-9-2 0,-7-1 0,-5-6-135,-5-6 0,-1-7-45,8-7 0,2-4 2829,-18 4-4043,27-7-1170,17 8 2519,25 2 0,20 3 0,-13-11 0,-1-1 0</inkml:trace>
  <inkml:trace contextRef="#ctx0" brushRef="#br0" timeOffset="320139">9013 14919 7533,'0'-34'1529,"0"4"-1349,0 17 180,0 0 359,-7 1-359,-3 5 90,-8 1-450,-15 23 0,14 0 0,1 5-1099,-9 9 0,1 4 1054,6-2 0,2 1 135,1 0 0,1 1-834,-1 7 0,1 2 699,4-1 0,2 3-45,1-7 0,0 2 0,2 1 30,2-3 0,2-1 0,3 1 0,3-4 0,3 0 0,1-1-255,4 13 0,5-3 0,4-4 1,5-4-451,5-8 1,1-3 764,-4-4 0,1-3 0,2-10 0,1-4 0,-5-4 0,0-1 0</inkml:trace>
  <inkml:trace contextRef="#ctx0" brushRef="#br0" timeOffset="320831">9454 15101 7533,'0'-21'1439,"0"-3"-1079,0 9 899,-7-9-180,-3 4-899,-8 1 0,-7 5-360,0 15 0,-1 4-359,-15 4 269,6 10 0,3 3-180,10-3 90,4 13 1,5 0 179,11-12 135,-3 15 0,2 1 135,11-5-90,2 4 0,6 3 135,8 1 0,4 0 104,-6-9 1,0 1 0,-1 1-30,2 0 0,-1 1 0,-4-1 59,-5 9 1,-7-4-180,-2 3 360,-37-11-360,4-27 0,-1-3-360,-5 7 225,6-5 0,1-2-45,-5-5-809,-4-6-91,-1-3-1618,13 2 2608,33 7 0,35 12 0,-11-2 0,1-1 0</inkml:trace>
  <inkml:trace contextRef="#ctx0" brushRef="#br0" timeOffset="321964">9984 14778 7533,'0'-15'-90,"0"-8"1529,0 15-450,0-5 451,-8 47-871,0-3 1,-1 5 0,0-1-1044,-1 10 0,-1 2 474,1-4 0,-1 5 0,0 1 0,2-4-150,1-4 0,2-3 1,0 2-211,1 0 0,0 4 0,1-1 0,0-4-300,1 0 1,0-4 0,2-1-376,0 9 1,2-6 1034,-1-5 0,7-19 0,3-8 0</inkml:trace>
  <inkml:trace contextRef="#ctx0" brushRef="#br0" timeOffset="323798">10354 15229 5824,'-20'0'629,"5"0"-269,15 0 180,-8 0-90,6 0 89,-6-5 1,8 3-270,-8-3 0,6 5-90,-13 0-91,13 0 1,-6 0-90,0 0 90,6 0 180,-6 0-90,8 0-180,0 0 540,8 0-90,33 5-316,1-1 1,4 0-180,-3-1 0,3 1-1026,-2 0 1,3 0-1,-5-1 1026,-11-2 0,-1 0 45,20 4 0,-2 1-2178,-7 1 2268,-14-3 0,-3 0 450,-14 1 359,-20 1-269,-18 18-406,6-4 1,1 1-45,0 14 774,4-8 1,2-1-2664,5 3 540,1 4 2222,1-3-1053,23-15 0,21-26 0,-9 0 0,1 0 0</inkml:trace>
  <inkml:trace contextRef="#ctx0" brushRef="#br0" timeOffset="327331">11553 15023 7623,'0'-14'449,"8"-3"-718,2 15 358,0-4-268,-2 1 89,-8 3 0,0-9 270,0 9-1,-8-3-179,-2 5 0,0 0-179,2 0 179,8 0-90,-7 0 90,5 0 0,-6 5 0,8-3 180,0 9-91,0-3 271,0-1 90,0-1-360,0-6 1079,0 0-1708,0-6 359,0 4 180,0-4 0,0 6 180,0 0-270,-8 0 0,6 0 180,-6 0 90,8 0 629,0 0-719,0-5-180,0 3 90,0-3 0,0 5 360,0 0-360,-8 0-90,6 0 90,-5 0-180,7 0 180,0 0 0,0-6-270,0 4 180,0-3-90,0 5 540,0 0 0,-8 0-450,6 0 360,-6 0-270,0 0 90,6-6-90,-6 4 180,8-4-180,0 6 449,0 0-269,0 12-270,0 16 0,0 4 180,8 17-354,-6-10 0,-2 7 0,0 1-36,3-1 0,0 1 1,-1-2 209,-1-6 0,-1-1 0,-1 1-30,-1 9 0,-1 1 0,0-8 300,1 2-270,-14-1 990,-1-34-1080,-11-33-1459,13-2 1,3-4 1172,2 3 0,2-2 280,6-12 0,4 0 51,6 11 0,2 1 0,3 0 0,1 0 225,-1 7 0,2 2-90,18-9 45,-9 16 0,3 2 45,1 1 0,1 0 225,2-1 0,1 0-46,-5 6 1,-3-1 810,3-12-720,-9 5 629,-10-16-359,-8-9-495,0 13 0,0-1-45,0-20 3077,0 4-3527,0 23 360,0 13 676,0 31-451,0 13 0,0 8-165,-5-8 0,-1 4 0,1 1-408,3-3 1,2 2 0,-1 1 0,0-2 77,-4 10 0,-1-1 0,1-3 90,4 6 0,2-5-450,3-7 1,0-8-2648,-2-17 1615,6 2 762,-8-17-449,0 0 1349,0 6 0,8 7 0,2 7 0</inkml:trace>
  <inkml:trace contextRef="#ctx0" brushRef="#br0" timeOffset="327798">12136 15436 10051,'0'39'1709,"0"5"-1349,0 2-720,0-6 360,-4-12 0,0-1-90,-6 8-629,-8 10 89,-7-13-359,5-18 539,-5-2-1079,7-12 809,-7 0 720,13 5 0,-4-9 0,16 3 0</inkml:trace>
  <inkml:trace contextRef="#ctx0" brushRef="#br0" timeOffset="328573">12823 15359 7533,'0'-26'1889,"0"6"-450,-7 1-989,5 6-181,-6 6 91,8-5 0,-16-1-270,-11 5-450,-2 7 0,-3 7 90,-5 15 1,1 9 239,11-5 0,0 4 0,3 3 35,0 5 0,3 3 1,7 1 54,12-1 0,8 0 0,-2-3-60,-9 3 0,8-5-120,15-10 0,9-3 0,0-5-555,-1-7 1,1-4 89,19 4 0,2-1 585,-10-3 0,-6-6 0,2-24 0,-40-5 0</inkml:trace>
  <inkml:trace contextRef="#ctx0" brushRef="#br0" timeOffset="329156">13070 14959 7533,'22'21'3276,"-14"-8"-2869,10 11 0,7 10 0,-4 3-107,-5 1 0,-4 3 0,0 4-731,-3-7 1,0 3 0,-1 2 0,-1 0 0,-3 0 394,-2 2 0,-2 0 0,-2 1 0,-1-1 0,-2 0-126,0-4 0,-1 0 0,-2-1 1,-1-2-1,-2-2 171,-10 11 0,-3-3 1,-2-7-550,-4-5 1,-2-8 404,5-13 0,1-5-1754,-10-1 1439,19-3 557,-7 9 0,20 2 1,-11 7-1</inkml:trace>
  <inkml:trace contextRef="#ctx0" brushRef="#br0" timeOffset="331013">13864 15462 7533,'-27'0'2158,"9"0"-538,-5-6-1351,19 5 361,-12-5-630,16 6 450,16 6-270,-12-5 0,19 5-630,-5-6 450,1 5-270,30-3-135,-22-1 0,1-2 180,12-7 1,1-3 134,-4 1 0,-2-1 90,-7-3 0,-3 2-810,0 5-1169,-17 31 1979,-8-5 0,-9 14 0,-5 4 0,-1-9 0,0 0 0</inkml:trace>
  <inkml:trace contextRef="#ctx0" brushRef="#br0" timeOffset="331313">13847 15707 7533,'-36'0'1619,"17"0"-900,3 0-269,16 0-90,0 0 719,16 0-449,11-11-270,18 2-270,-15 0 0,1-1 44,-3 4 1,-1-1-180,-1 1 1,1 0 223,-1 2 1,-1 1-270,4-3 90,4 6 90,-15 0-899,0 0-181,-9 6 181,-1-5 629,-8 4-2609,0 1 2789,0 1 0,0 12 0,0 1 0</inkml:trace>
  <inkml:trace contextRef="#ctx0" brushRef="#br0" timeOffset="332281">15099 15152 7533,'0'-26'-270,"0"6"899,-8-4 1,6 10-360,-14-5 0,14 6-450,-29 5 180,10 14 90,-15 21 0,-3 12 209,15-7 1,2 4 0,1 4-205,3 1 0,-1 5 1,4 1-1,3 0-50,4-1 0,2 2 0,5-1 0,6-3-135,5-6 0,4 0 0,4-4 1,3-4-184,9 1 1,5-6 0,2-12 152,4-17 0,2-13 0,-4-6 180,-5-8 0,-4-7 0,-4-1-239,-5 5 0,-3 0 0,-4-3 209,-1-6 0,-4-2 0,-7 1 180,-11 8 0,-5 2 0,-3 0-825,0-5 1,-1 0 0,-3 2 674,-2 6 0,-3 2 0,0 3 210,-12-8 0,0 15-221,10 25 0,3 9-589,4 4 1,5 4 359,-2 22-1349,23-10 0,8-6 989,8-18 540,-2 4 0,3-1 0,17-8 0,5-5 0,-10 4 0,1-1 0,-1 0 0</inkml:trace>
  <inkml:trace contextRef="#ctx0" brushRef="#br0" timeOffset="332897">15610 15642 7533,'-17'0'3276,"-9"-5"-2774,15 4-1582,-5-5 91,24 6 989,2-6 0,31-1 0,6-6 0</inkml:trace>
  <inkml:trace contextRef="#ctx0" brushRef="#br0" timeOffset="333448">15857 15152 7533,'-1'-30'1092,"0"0"0,12 5 0,4 5 1029,16 1-2211,2 14 0,1 5 90,5 5-1639,2 1 1,0 1-926,3 8 2954,-7-4 0,0 2-930,-13 0 0,-3 0 2389,1 3-1399,-9 7 180,-46-22-540,1 4 0,-5 2 134,-4-1 1,-2 1-180,5-4 0,2 2-180,-5 5 0,9 3-674,18 13 404,22-1 0,8 2-1089,14 6 0,7 0 1449,-4-6 0,2 0 15,-2-4 0,2 0 0,-7-3 840,-2 10-450,4-1 0,-3 3 809,-23-3 0,-5 0-89,-1 16-496,-16-8 1,-7-4-405,-6-14-90,-8 2 0,-2-1-440,15-11 0,1-3 305,-6 1 0,-1-1 263,2-2 1,3-3-219,-2-6 0,1 3 0,13-3 0</inkml:trace>
  <inkml:trace contextRef="#ctx0" brushRef="#br0" timeOffset="341014">8220 16572 6993,'-9'27'809,"0"0"1,0 18 0,0 6-721,3-6 1,0 2 0,1 1-291,1-1 0,1 1 0,0-3 291,-2 10 0,2-12 409,3-25-409,0-36 90,-3-15 0,-2-7-90,2 6 0,0-2 0,0-2-353,-2 2 1,1-1-1,-1-2 1,1-1 351,0-6 1,2-3 0,0 1 0,0 2-60,0-6 0,1 2 0,4 4-90,5 10 0,2 2 0,5 9-75,8 9 1,1 9-136,23 16 366,-16 6 0,-5 6-96,-14 1 0,-2 2 90,15 18 89,-21-6 1,-8 1-90,-6-7 0,-5 0 391,-9 4 1,-5-1-572,-3-2 0,-1-4-450,5-13 0,1-3-1978,2 1 2518,50-12 0,4 4 0,5 3 0,11 0 0,0 1 0</inkml:trace>
  <inkml:trace contextRef="#ctx0" brushRef="#br0" timeOffset="341288">8961 16366 7533,'0'-21'2518,"-8"-3"-2158,-2 15 899,-8-8-269,-15 27-1080,7 3 0,-1 5-270,5 6 0,0 5 0,1 2-535,-1 6 0,1 3 0,2 2 325,1 2 1,2 3-1,7-1 240,7 2 0,6 1 1,-1-5 239,-2-1 0,4-3-90,11-8 0,6-1 0,-3-5 201,5 5 1,7 3-1,2 3 1,-9-6 0,-1 0-1</inkml:trace>
  <inkml:trace contextRef="#ctx0" brushRef="#br0" timeOffset="341732">9296 16507 7533,'-23'-13'1638,"1"0"0,-14-6-687,3 6-591,6 7-180,7 6-540,-4 6 450,23 1-90,-7 6-1349,8 5 1079,15 14-539,-3 8 153,3-12 1,3 2 430,0-4 0,0 0 315,0 5 0,1 1 0,3 1 0,-1-1 0,-2-2 0,-3 0-90,-1 2 0,-2 0 224,0-6 1,-1-1 45,-2 21 540,-10-7-181,-18-14 1,-17-12-630,-2-7 45,11-8 0,1-2-315,-12-3 315,11-2 0,1 0-315,-5 0 1131,-3-8-1580,15 15-630,9-3 269,9 5-269,17 5 1349,3-3 0,23-4 0,10-2 0,-18-1 0,0 0 0,1 0 0</inkml:trace>
  <inkml:trace contextRef="#ctx0" brushRef="#br0" timeOffset="342014">9578 16456 7533,'-16'-33'1259,"12"12"1080,-11 4-1080,15 33-1079,0 6 0,0 6-300,0 8 0,0 6 0,0 2-310,0-4 0,0 1 1,0 2-1,0 0 137,0 4 1,0 1 0,0 0 0,0-2 89,0-5 1,0 0 0,0-2-1,0-4-382,0 11 1,0-6 314,0 6 345,0-46 1,7-17-1,3-5 1</inkml:trace>
  <inkml:trace contextRef="#ctx0" brushRef="#br0" timeOffset="343606">10019 16882 7533,'-26'-12'1889,"-1"4"-540,0-11-630,9 6 1,26 6-90,11 1-450,17 6 44,-11 0 1,1 0-315,5 0 180,14 0 0,6 0-135,-12-3 0,0 0 15,1 0 0,3 0 0,-2 2 120,2 1 0,-4 4 225,-10 4 0,-7 4-225,-14 12-90,-10 3 0,-6-1-90,-9-7-315,8 6 0,0 2-1214,-17 2-90,15 10-450,-5-19 361,32-3 1798,-12-15 0,27 9 0,-11-4 0</inkml:trace>
  <inkml:trace contextRef="#ctx0" brushRef="#br0" timeOffset="344498">10830 16547 8522,'-19'0'1169,"3"11"-989,16-3 90,0 28-90,0-13-135,3 7 0,2 0-315,5 2-1369,-5 6 1,-1 1-1105,4-6 3312,-7 3 1,-2 0-300,1 6 0,0-8 1129,-15-11-1129,3-23 90,-6-12-360,3-14-1080,13-13 900,-6 4 2673,23-1-3213,13 5 810,1 8-315,-5 2 0,1 0 540,-3 5 0,1-1 629,9-8 1,-1-2-720,-6 10 0,-3-1 494,-3-6 1,-5 0-270,-6 3 719,-8-17-809,0 17 359,0-3 1,0 11-540,0 6-810,0 18 225,0 13 1,0 8-1235,0 10 1,0 3 276,0-3 0,0-1 777,4 10 1,0-5 224,-2-15-270,10 2 1,0-1-990,-9-8 1169,21 13 450,-22-24 0,14-24 0,-7-11 0</inkml:trace>
  <inkml:trace contextRef="#ctx0" brushRef="#br0" timeOffset="345356">11695 16894 10591,'0'36'1259,"0"12"-1754,0-16 1,0 2-1,-2-4 0,-4-1-1843,-20 9 1168,-11-19 631,0-13 539,11-6 0,34 0 0,12 0 0</inkml:trace>
  <inkml:trace contextRef="#ctx0" brushRef="#br0" timeOffset="345806">11942 16714 7533,'-8'-13'3276,"-2"6"-706,16 1-2390,6 12 180,31-5-180,-6 5-180,-8-6 0,1 0 0,9 0-1639,-6-3 1,1 0 214,5 2 589,-9-5 0,-1 0 745,0 5-727,4-4 907,-15 10 180,-8 8 90,-10 29-720,-2-10-90,-10 2 0,0-2 180,8-8 431,-4 3 1,1 0-2951,7 7 3140,7 1 0,11-28 1,10-23-1</inkml:trace>
  <inkml:trace contextRef="#ctx0" brushRef="#br0" timeOffset="346423">12841 16663 7533,'0'-21'3276,"0"8"-2685,0 2 489,0 9-450,-8-9-810,6 9 360,-13-9-270,13 9 90,-6-4 359,0 6-988,-10 0-91,-9 6 450,-1 1 90,3 6 0,0 12 270,-11 8-90,17-8 1,1 2 44,0-1 0,1 1-392,2 4 0,4 1 392,5-6 0,2 1-45,7 2 0,2-1 45,-1-1 0,4-2-45,25 9-1567,-16-11 1,2-4 1566,26-9 0,-8 13-1105,12-22 656,-12 5-226,-11-8 0,1-2 315,0-1 1,-1-3 359,19-12 0,-26-4 0,-3-6 0,-3-1 0,0 0 0</inkml:trace>
  <inkml:trace contextRef="#ctx0" brushRef="#br0" timeOffset="346740">13053 16327 10951,'19'31'607,"1"0"0,0 0 0,1 12 0,-1 2-517,-5-10 0,1 1 0,-1 3 0,-2 1-623,-5 4 1,-2 1-1,-3 1 1,-1 0 374,-1-3 1,-3 1-1,0-2 1,-3 1-68,1-3 0,-1 1 0,-3-2 1,-4-6 237,-8-3 0,-4-5 0,-1-5-733,-3-6 1,-1-4 779,-6-1 1,2 0 0,3 5 0,7 11 0</inkml:trace>
  <inkml:trace contextRef="#ctx0" brushRef="#br0" timeOffset="347638">13935 16714 7713,'-10'-7'2158,"-6"-5"-718,14 11-91,18-11-720,29 11-899,-14-2 1,3 1-451,12 1 1,2 2-811,-6-1 1,-2 0 1529,-8-2 0,-7 4 0,-9 15 0,-46 4 0</inkml:trace>
  <inkml:trace contextRef="#ctx0" brushRef="#br0" timeOffset="347838">13952 16959 7533,'-27'0'0,"1"0"3276,9 0-796,15 0-1220,27-5-1081,15-7 1,7-1-540,-12 4 1,2-1-1,2 0 85,-2 0 0,1-1 0,0 1 0,-2 3 0,0 2 0,-3 2 0,0 2 0,13 2 0,0 1 1</inkml:trace>
  <inkml:trace contextRef="#ctx0" brushRef="#br0" timeOffset="348771">15222 16533 7533,'-25'-6'629,"-10"5"-584,8 3 0,1 2-135,-14 5-45,10 9 0,4 5 225,12 1-291,-6 7 1,1 4 380,12-8 0,2 1-147,-8 10 0,1 1 282,5 0 0,4 0-483,0-3 0,6-1 303,7-1 0,5-3 90,2-6 0,3-5-46,13-1 1,3-6-225,-8-5 0,1-3 90,1-3 0,1-4-270,7-10 1,-2-6 134,-10-4 0,-1-3 120,1 0 0,1-1 0,-4 0 104,-2-4 1,-4-2 0,1-9 0,-3-3 135,-8 2 0,-4-1-180,-5-1 0,-4-1 180,-5-3 0,-5 2-46,-5 12 1,-4 3 0,-4 4 0,-2 3 135,0 3 0,-1 3-225,5 6 0,-1 4-281,-6 2 0,1 7 326,9 8 0,1 6-626,-1 0 0,3 4 401,6 6 0,5 2-3013,10 19 2428,2-8-535,21-12-274,5-2 1439,9-9 0,-4-7 0,7 1 0,1-2 0,0 0 0,0 0 0,0 0 0</inkml:trace>
  <inkml:trace contextRef="#ctx0" brushRef="#br0" timeOffset="348948">15699 16894 7533,'-28'0'3276,"11"0"-2415,1 0-861,14-5-1709,-6-2 180,16-6 1529,2 0 0,8-4 0,5-2 0,0-2 0,1 1 0</inkml:trace>
  <inkml:trace contextRef="#ctx0" brushRef="#br0" timeOffset="350964">16210 16584 7533,'-19'-32'3276,"-13"6"-3044,20 13-682,-29 30 360,25 8 0,3 8 180,0-3 0,0 4 0,4 1-218,2 5 1,3 3-1,5-1 248,6 0 0,5 0 0,2-3-165,8 4 0,5-6 58,3-7 0,3-11 212,5-15 0,-2-14 314,-9-16 1,-5-10-90,4-5 0,-7-7-1318,-12 5 1,-5-4-1,-3 3 1003,-2-2 0,-6 1-15,-4 8 0,-4 0 0,-2 4-120,-2 3 0,-5 4 45,-12-6 0,-2 11-1874,-9 25 390,23 14 0,11 7 1439,28 10 0,13 3 0,-3-1 0,5-3 0,4-15 0,0 0 0,0 0 0</inkml:trace>
  <inkml:trace contextRef="#ctx0" brushRef="#br0" timeOffset="351289">16828 16404 7533,'-20'-7'2428,"-4"7"271,22 18-1620,-13 15-719,13-5 0,2 2-878,-4 8 0,0 1 518,0 9 0,0 2-945,3-9 0,0 3 1,1-1 104,-1-4 1,1-1-1,1-1 300,7 14 1,2-4-181,-6-11 0,4-5 720,15-4 0,-21-14 0,6-14 0</inkml:trace>
  <inkml:trace contextRef="#ctx0" brushRef="#br0" timeOffset="459756">18733 362 6723,'0'-27'1439,"0"7"-1439,0 2 270,0 11-180,0-10 90,0 8-180,0-10 0,0 12 0,0 1 180,0 0 90,0 5 180,0-5-271,0 6-89,0 0 180,0 6 90,0 1 270,-8 6-271,6 12-89,-6 7-180,8 3-45,0-5 0,0 6 15,0 0 0,0 4 0,0 3-432,0-1 1,0 2 0,0 2 0,0 1 353,0-3 0,0 1 0,0 1 0,0 0 0,0-3-700,0 2 1,0-1-1,0-1 1,0-2 687,0 5 0,-1-1 0,2-1-30,1 2 0,1 0 0,0 1-173,-1-4 0,1 0 1,-1 3-1,1 2 308,-2-6 0,1 4 0,0 1 0,-1 0 0,1 0 0,-1-4-303,1 8 0,1-4 0,-1 1 0,-1 2 288,0-5 0,-1 3 0,0 1 0,0-1 0,-1-4 0,1-5-30,0-2 0,0-6 0,0 6 15,0 0 0,0 6 0,0 4 0,0-1 0,0-1 0,0-7-45,0 5 0,0-5 0,0 5 45,-1-4 0,0 4 0,0 4 0,-1 0 0,1 1 0,-1-1 14,1-2 1,-1-1 0,1 1 0,-1 0 0,0 1 0,1 3-130,-1-4 0,-1 1 0,1 3 1,0 0-1,-1 0 0,1 0 0,0-2 1,0-1 84,0 5 0,0-2 0,1-1 0,-1 0 0,1 2 0,-1 0 18,0-5 1,1 1 0,-1 0-1,0 1 1,0 1 0,0-1 0,0-1-1,-1 0-14,0 1 0,0-1 1,-1-1-1,0 0 0,0 1 1,1 1-1,-1 2 21,1-2 0,0 1 0,-1 1 0,1 2 0,0-1 0,0 1 0,0-1 0,-1-1 0,1-2-101,-2-2 1,1 0 0,-1-2-1,0 0 1,1-1 0,-1 1 0,1 1-1,0 1 111,1 0 0,1 2 0,0 2 0,0 0 0,1 0 0,-1-2 0,1-2 0,-1-3 0,0-4-41,-2 8 0,0-7 1,-1-1-1,2 7 2,1-6 0,1 6 0,0 2 1,0 2-1,1 0 0,-1-1 1,-1-4-1,0-5-34,-2 5 1,-1-6-1,0 0 1,1 7 33,2-5 0,1 5 0,-1 4 1,1 2-1,1-1 0,-1-1 1,0-3-1,0-6 29,-1 5 0,0-7 1,0 0-1,0 5-28,1-3 1,0 2 0,0 2 0,0 2 0,0 1 0,-1 1 0,1 0-53,-1-5 0,1 2 0,-1 1 0,0 1 0,0-1 0,0 0 0,0-1 0,0-1 0,-1-3 25,0 5 0,0-4 0,0-2 0,-1 1 0,1 3 0,0 4 6,0-8 1,1 4 0,0 2 0,0 2 0,0 1 0,0 0 0,0 1 0,-1 0 0,1-2 0,-1-2-1,0-1-15,0 5 0,-2-2 0,1 0 1,0-2-1,-1 0 0,1 0 1,0-1-1,0 0 36,0 2 1,1-1 0,0-1 0,1 0 0,-1 1 0,0 1 0,-1 1 19,1-3 1,0 1 0,-1 0 0,0 2 0,0 0 0,1 0 0,-1 0 0,0 0 0,0 0-43,0-1 0,1 2 0,-1-1 0,0 1 0,0-1 0,0 0 0,1-1 0,-1-1 0,1-2-32,-1 7 0,0-2 0,1-2 0,0 0 0,-1 3 0,0 4 58,1-11 0,-1 4 1,0 3-1,0 2 0,0 1 1,0 0-1,0-2 1,0-1-1,0-2 0,1-5 1,0-4 61,0 14 0,0-9 0,1-1 0,-2 8-68,1-13 0,0 5 0,-1 2 0,0 2 0,0 1 0,1 0 0,-1 0 0,1-2 0,0-2-23,1 3 0,0 0 0,0-1 0,1-1 1,0-1-1,-1 1 0,0 1-13,0-1 0,-1 0 1,1-1-1,-1 1 0,0 1 1,1 0-1,0 2 45,0-4 1,0 0-1,0 2 1,0-1-1,0 2 1,0 0 0,1 0-1,-1-1 1,1 1-60,-1 2 0,1 0 0,0 1 0,0-1 0,0 1 0,0-1 0,0 0 0,0-1 0,0-2 14,0 4 0,-1-2 1,1-2-1,0 0 0,-1 1 1,1 2-1,-1 3 17,1-7 1,0 4 0,-1 1 0,1 3 0,-1 0 0,1-1 0,0 0-1,-1-2 1,1-3 0,-1-4 0,1-4-90,-2 13 1,1-7 0,-1-3 0,1 5 97,0-4 0,1 2 0,-1 2 0,1-1 0,-1 0 0,0-2 24,-1 1 1,0-2-1,-1-1 1,1 1 0,0-1 29,2 1 0,1 0 0,0 0 0,0 0 0,-1 1-128,0 2 0,0 1 0,-1 0 1,0-1-1,1 0 74,-1-5 0,0 0 0,1-1 0,-1 0 0,1 0 54,-1 2 0,0-1 0,0 1 0,0 0 0,0 0-18,-1 0 0,-1-2 0,0 1 0,0 1 0,1 1 9,1 1 0,0 2 0,1 1 0,-1 0 0,1 0 0,-1-1-22,1-1 0,0-1 1,-1 0-1,1 1 0,0-1 1,0 1-9,-1 0 0,1 2 0,0-1 0,0 0 0,-1 0 0,1-1 14,-1-2 1,1 0 0,-1-1 0,1 0 0,-1 0 0,0 0-15,-1 0 0,0 0 0,0 0 0,0 0 0,0-1 0,0 1-71,1 6 1,0 0 0,1-1 0,-1 1 0,0-1 55,-1-1 0,-1-1 0,0 1 0,1-1 0,1 0 0,1-3 0,1 0 0,0-1 0,0 0 0,-1 1 105,-2 8 1,-2 0 0,0-1 0,2 0-106,2-5 0,1 0 0,0-1 0,-1 0 44,-1-2 1,0 0 0,0-1 0,0 0 0,2-1 0,0 0 0,1-1 0,-2 0-45,-1 8 0,0-1 0,-1 0 30,-1-3 0,1-1 0,0-1 289,0-3 0,0 0 1,-1-2-320,-4 11 0,0-1-180,7-6 0,0-1 45,-2-4 0,-2-3 1472,-2 9-1877,-3-16 2517,2-19-3102</inkml:trace>
  <inkml:trace contextRef="#ctx0" brushRef="#br0" timeOffset="459756">17860 19049 8787,'-2'-5'110,"-14"-17"21,-7-9 0,4-4 0,-1 0 1</inkml:trace>
  <inkml:trace contextRef="#ctx0" brushRef="#br0" timeOffset="486955">19544 645 10501,'0'38'1529,"-8"2"-1394,7-10 0,0 3-1774,-6 14 1,-2 1 729,4-12 1,1 1 908,0-2 0,1 4 0,0-4 249,-2-4 1,2-1-295,2 8 0,2 0-90,-1-10 0,0-3-134,0 20 359,0-14-90,0-16 1152,0-4-1152,0-11 269,0-17-448,0 7 3281,-8-37-3192,6 11 45,-2 3 0,0-3-359,4-2 0,0-1 224,0-10 0,0 0 135,0 6 0,0-2 22,0 9 1,0-3-1,-1-1 1,2 5-23,3-6 0,0 1-493,-3 1 1,-2-4 0,3 4 672,6 0 0,0 3-180,-3 5 0,0 0 311,3-2 0,1 2 184,1-14-1,6 20-449,-6 12 933,15 13-1113,2 13-90,9 12 90,-1 8 99,-17-8 0,-1 0 261,11 12 0,-11 6-356,-9 0 446,-3-17 0,-2 1-180,-1-1 0,-2 2 224,1 5 1,-2 1 0,-7-1 0,-2-1-135,1-4 0,-1 0-135,-5 5 0,-4-4 314,-16-2-628,6-3 89,-12-17 90,13-1-270,9-12 1703,-5-1-2153,14-6 1192,0 1-1912,3 4 721,7 3-1080,0 5 360,7 0 449,3 0 721,8 11 359,-8-8 0,11 23 0,5 11 0,-2-5 0,1 0 0</inkml:trace>
  <inkml:trace contextRef="#ctx0" brushRef="#br0" timeOffset="487488">19791 1084 7533,'-8'-33'2428,"6"7"-1798,-6 8-450,8 5 1259,0 6-989,0-5-90,0 11-360,0-5 179,0 6-268,0 6 178,-8 1 91,6 17-180,-13-8-180,13 31 270,-6-11-303,4-11 1,0 2 302,3 1 0,0 0-270,-7 19 45,11-18 0,2-1-45,-1-1 0,2-2-338,12 15 293,-3-20 0,3-3-135,11-2 90,14-4 450,-7-28-450,-1-4 296,-21 0 1,-1-3 153,5-1 0,-2-1-45,-10 0 0,-1-1 179,7-5 1,0 0-45,-6 6 0,-2 0 179,1-4 1,0 2 360,2-12 671,-7 2-852,0 24 159,-7 3-518,5 11-180,-14 11 90,14 9-90,-6 13-540,0 12-90,6 1-1169,-5-1 1349,6-19 1,2-1-1198,-1 14 28,7 0 359,-5-7-89,22-12 180,-12-1 539,13-12 540,-15-1 0,-1-26 0,-2-12 0,-3 0 0,1-1 0</inkml:trace>
  <inkml:trace contextRef="#ctx0" brushRef="#br0" timeOffset="487947">20214 1213 7533,'-17'-13'3276,"7"0"-76,2 12-3020,8 2-360,0 29 360,0-12-3457,0 23 2123,8-14 1293,-6 18-858,13-11 719,-13-2 0,22-25-90,-20-8 90,19-12 0,-21-23 90,13 2 0,2-2 0,-10 7 0,-1-2 179,4-4 1,2-3 0,0 3 404,1-1 1,-1 3 963,-2 0 0,0 4 277,7 5-1735,-9 29-360,-6 18 1,-4 7-451,2-5 360,0 24-989,0-6-900,0 4 1439,0 1-269,-1-21 0,2 0-1080,15 13 1709,-12-11 360,19-6 0,3-52 0,-8 11 0,1 1 0</inkml:trace>
  <inkml:trace contextRef="#ctx0" brushRef="#br0" timeOffset="488322">20743 1135 9602,'-9'-31'3276,"-7"16"-1156,14-14-1670,-6 26-270,8-20 90,0 14-900,-8-9 540,-2 11-359,-15 18 538,7 9 1,1 5-90,-5 13-1426,1 1 0,3 0 1516,14-8-90,-8 3 0,0 4-315,13-5 0,4 0-180,-1-4 1,2-1 314,2-1 0,4-5-809,21-5 629,-13-16-1169,21-1 989,-20-7-629,4-4 0,-1-2 1169,-2-3 0,-4-13 0,-3-6 0,-6 3 0,0 1 0</inkml:trace>
  <inkml:trace contextRef="#ctx0" brushRef="#br0" timeOffset="488788">21026 464 7533,'-18'-7'3276,"8"2"-1335,-6 28-1851,14-1 89,-2 6 1,1 1-2803,3 12 2353,0-14 1,0 2 134,0 5 0,0 1-585,0 7 1,0 2 629,0-8 0,0 1 0,0 0-360,-1 0 0,1 0 0,1 0 135,2 12 1,1-1-91,-3-5 0,0-3-360,7-9 1,0-3 881,-6 11-117,6-15 453,-8-17-93,0-7-360,0-7-90,-8-11 3366,6-8-1890,-21-7-397,11-12-539,-6 11 404,5 1 1,3 0-495,6-6 764,-8 3 0,0-1 945,10-4-1664,-3 15 0,2 1 674,19-2-719,-4 3-180,29 11-270,-12 0-630,8 6 1,1 1-630,5-1-290,-2 4 1,0 1 1312,6 2 1,-20 7 0,-1 3 0,17 11 0</inkml:trace>
  <inkml:trace contextRef="#ctx0" brushRef="#br0" timeOffset="490272">21361 1227 8792,'0'-15'630,"0"3"89,0 7-539,0-3 90,-8 1-180,6-4 450,-14 9-630,14-4 90,-6 6 449,1 0 181,-11 12 0,6 19-540,-11 0 179,20-2 1,4 2-90,-9-1 0,7 3 0,2 0 0,-1-2-135,1 8 0,6 0-675,18 0 540,-15-13 0,2-2 0,21-5 0,-23-14-269,13-5 179,-11-11 90,21-4-270,-13-22 270,6-3-128,-13 15 1,-1-1 172,-6 0 0,0 0 225,6 0 0,-1 0-135,-5 0 0,-2 0 662,6-19 192,-2 6-179,-8 13-91,0 13 1,0 7-450,-8 12 434,6 1-704,-6 18 463,0-4-1002,6 16-91,-6-4 91,8 0-361,0 5 271,8-11-1890,2 16 1440,0-20 899,6 1-90,-14-12-989,21-11 269,-19 5 631,27-6 449,-19-11 0,14-4 0,-9-5 0,-7-4 270,-2 9-270,-8-3 1079,0 5 810,0 6-360,0-5-360,0 11-359,0 7-450,0-4-1,0 16 271,0 6-540,0-7 270,0 19-630,0-16 90,0 6 90,0-6-90,8-2 0,-6-10 90,13-8 0,-13-13 540,14-13-360,-14-13 360,14-1-562,-12 15 1,1 0 201,13-15-135,-5 17 0,0 1 135,6-11-270,14 2 1,-5 11-991,7 2 720,0 10 181,9-3 179,-7 9-90,-2-10 719,-2-1-179,-13-6 180,5-7-180,-7-6 1619,-8-12-1530,-2 14 271,-8-12-270,-16 28-91,4-5-89,-29 17-90,12 15 90,7 4 0,1 5-549,2 4 0,2 1 279,-1 5 0,1 1 180,7-1 0,0 1-1254,-2-1 1,1 0 308,9 0 1,2 0 28,-1-2 0,2-1-119,6 1 1,4-2 153,1-4 1,3-2-200,6-2 1,1-2 520,8 8-70,3-7-1980,0-7 2429,-3 1 0,13-11 0,-8-4 0</inkml:trace>
  <inkml:trace contextRef="#ctx0" brushRef="#br0" timeOffset="490483">22525 1394 16258,'0'30'-1639,"0"3"1,0 3 1451,1-4 1,-2 1 0,-5 1-1,-2 3 1,-2-3 0,-4 6 0,-1 0-1</inkml:trace>
  <inkml:trace contextRef="#ctx0" brushRef="#br0" timeOffset="491704">23707 787 7533,'0'-20'-270,"0"-10"360,0 14 629,0-13 181,-8 2 179,6 6-449,-14 19-495,6 30 0,3 17-293,-2-8 1,0 4-1,-1 2 1,2-1-445,0 4 0,2-1 1,-1 4 493,0-6 0,0 5 0,0 2 0,1-2 0,1-4-192,3 6 0,2-3 1,0 0 81,2 3 0,1 1 0,0-4-142,0 9 0,6-13 360,16-25 0,-15-61 0,-6 9 0,0-1 0</inkml:trace>
  <inkml:trace contextRef="#ctx0" brushRef="#br0" timeOffset="491963">23636 801 7533,'-1'-37'1092,"0"0"0,3 2 0,6 2-32,19 5 1,5 4-881,3-11-136,6 15 1,6 4-1684,-6 5 1,-1 2 922,-6 1 1,2 2 475,2 1 0,4 1 1,-8 2 243,1 2-1218,-1-3 0,-3 6 1309,-12 25 1,-32 0 0,-11 3 0,4 0 0,0 0 0,-1 0-1</inkml:trace>
  <inkml:trace contextRef="#ctx0" brushRef="#br0" timeOffset="492154">23654 1148 7533,'-10'13'359,"2"-5"-538,16 3-91,2-10 0,23 5-630,4-6 631,8 0 269,-9 0 0,13 0 0,-2 0 0</inkml:trace>
  <inkml:trace contextRef="#ctx0" brushRef="#br0" timeOffset="492609">23971 1200 10321,'-10'25'990,"10"19"-990,2-7-180,6 0 0,0-2 0,-6-3-90,4 0 0,4 2-629,15 7 719,-3-1-90,19-21 270,-6-43 45,-12-6 0,-1-5 75,-4 5 0,0-1 0,-1-1-192,3-9 0,-3 0 117,1-7 0,-2 6 225,1 10 134,-7 2 1,-2 1-135,2 12 540,-2-7-91,-16 30-719,6 2-90,-14 23 504,14-16-504,-6 32-180,4-21 0,1 1-270,1 15 1,2 1 494,-5-11 0,2-1-630,4 9 1,6-2-1665,18 3 2339,4-1 0,-4-30 0,1-7 0,20-11 0</inkml:trace>
  <inkml:trace contextRef="#ctx0" brushRef="#br0" timeOffset="493245">24483 1420 7533,'-10'-20'1619,"-6"1"-810,14 12 720,-5-5-1079,7 11-270,7-5-450,27 6 360,-19 0-585,16-3 1,1 0 404,-8 2-270,4-6 0,2-3-90,-2 0 1,-3 0 629,14-12 359,-5-13 271,-26 1-540,-8 6-90,-16-8 89,-11 22-359,1 17 1,-1 9-1550,-2 9 1,3 6 1535,1 0 1,5 3 12,4 11 0,6 3-978,8-5 1,4-1 932,1-8 0,4-1-351,7 12 1,5-5 305,11-13-180,2-6 1,2-3 89,0-7 225,6-13 0,0-6 135,-7-5-60,-8-5 0,2-7 0,-4 3 60,-7 6 0,-1-2 60,5-15 0,0-6 0,-3 4-105,-6 12 0,0-2-23,-1-4 1,1-8-1,-1 1 1,0 5 21,0 2 1,-1 0-23,0-6 1,-1-8 0,1-1-1,-1 4 119,-1 4 1,-1 3-1,0 0 369,1-5 0,0 1 0,-3 3-151,-1-6 1,-6 16 2916,-15 34-3320,6 10-136,-4 14 1,1 5 89,11 6-55,-5-6 1,-4 6-1,4-4 100,7-12 0,0 0-225,-5 18 0,-3 7 1,3-6 134,6-16 0,0 1-285,0 13 0,-1 7 1,5-2-151,7-12 0,3-2 1,-2 0 434,-5 14 0,3-3-630,19-1 1,-1-9 951,-13-19 0,3-29 0,-1-12 0,-7-7 0,0 1 0</inkml:trace>
  <inkml:trace contextRef="#ctx0" brushRef="#br0" timeOffset="494505">25647 1613 7533,'-26'42'-180,"12"-14"0,1 4 449,5 6 1,3 4 0,-2-2-794,-5 1 0,1 0 584,9 0 0,3 2 0,-2-8 449,-7-2-554,7-4 1,2-5 133,-1-15 308,8-9-397,-6-9 90,2-14 0,0-7-270,0-9 0,0-7-634,-3 10 0,-1-3 0,0-2 0,1 3 784,1-1 0,1 1 0,-1-2 142,-1-5 1,-1-4-1,0 1 1,-1 7 71,1 7 1,0 2 54,2-11 1,0-5 0,2 7 30,6-4-135,2 15 0,2 5 135,-3 12-180,28 36 90,-25-10-180,6 12 0,1 3 179,7 6-359,-10-6 1,-1 1 134,-2-8 0,-3 0 0,-1 9 0,-4 0-225,1 18 270,-8-7 0,-31-5 180,-9-28-90,1-3 1548,10-4 0,3-2-845,13 1-303,-13 0-1120,18-5 630,8-3-270,32-22-90,-10 13 0,3 0 225,6 0 1,2-1-737,-4-1 1,0-2 0,-2 3 960,-3 5 0,1 0 90,2-8 0,2-4 0,-3 5 0,15-4 269,-6-3 1,-3 0 180,-11 4 269,-5-8-539,-26 18-270,0 8 1441,-5 16-2251,13 15 270,-2 1 1,0 3 179,4 14 0,3-7 0,2-2-89,5-11 134,6 3 0,1-1 135,-3-9 0,11 3 0,4-4 630,11-13-360,7-5 179,-21-11 1,-3-5-180,-4-11 135,-1 0 0,-2-2-45,-5 0-1,-2-3 1,-2 2-90,1 7 540,-6-22-630,6 37 809,-8-13-989,-8 22 360,6 1-1259,-6 24 719,8-7-180,0 31-719,16-14 899,-12 1-1369,10-13 1,3-3-366,-5-3 1599,6 0 0,5-2-1483,22-5 1434,-6 2 0,-17-22 1,-3-7-1,-1-18 0</inkml:trace>
  <inkml:trace contextRef="#ctx0" brushRef="#br0" timeOffset="496214">26705 1394 6903,'0'-20'2968,"0"-5"-1618,-8 11-1171,6 1 181,-13 8-90,13 22-180,-14-7-270,6 37-899,-7-5 719,7-1-450,2 6 541,8-31-181,0 14 270,8-21 270,2 2-180,15-28 90,-5 7-180,5-26 270,-15 15-270,14-16 540,-20 9-180,11 3-90,-7 12 270,-6 1-181,6 11 181,-8 1-180,0 7 0,-8 17-90,6-8-90,-6 20-180,16-9 180,2 0-90,7-2 90,-7-13-90,14-4 360,3-3-90,-5-5 90,9-17 0,-13-10-90,1-19-225,-5 23 0,-2 0 135,-2-10-90,-2 15 0,-8 6 0,7 11 179,-5-17-269,14 15 180,-14-8-180,6 11 90,-8 11-89,8-2-1,-6 10 269,5-6 1,-7-6 450,0-1-630,0-6 450,0 0-360,8 0 90,-6 0-360,6-6 180,-8 5-180,0-11 90,0 11 180,0-11-180,0 11 90,0-5 0,0 6 0,0-6 0,0 5-90,8-11-90,-6 11 90,6-5 0,-8 0 90,0 5 0,0-4-180,0-1 90,0 4 90,8-3 0,-7-1 90,7 4-90,-8-4-90,0 6 540,0 0-450,0-5 270,0 3-270,0-3 270,0 5-1080,0 0 810,0 5-90,0-3 180,0 9 90,0-9-90,0 15-90,0-14-180,0 19 360,0-1-180,0 0-90,0 15 0,0-20-270,8 20 270,-6-20 0,14 14-179,-6-16 89,7 4-90,1-10 270,0-3 90,-1-5 0,9-11 0,-7-3 0,15-18-90,-23 5 0,13 1 90,-14-4-1,2 8 1,1 0-90,-1-16 180,-3 11 0,-2 0 270,-7-6-360,0 11 180,0 6-540,0 16-180,0 16 270,0-5 0,-16 35 180,12-21-45,-4 13 0,0 1-44,8-4-119,-2-3 1,0 8 0,-2 0 297,1-5 0,0 0 0,0 2-60,-1 11 0,1 3 0,0-3-30,0-13 0,0-1 0,1-2 135,2 12 0,0-12-135,0-23 719,8-9-539,2-49-360,-1 15 135,-4-10 0,-2-7-248,2 17 1,0-2 0,1-3 179,0-3 1,1-3 0,0 0 0,0 1-183,2-4 0,1 1 0,1-1 362,0 5 1,1-2-1,1 2 1,0 7 67,2 4 0,-1 5 97,-1-4 0,2 7-412,16 18 540,-27 43-360,19-5 90,-17 4 0,-2-1 180,6-9-225,-5 8 0,-2 2 314,-3 13 18,-10-13 0,-4 0-422,2-8 0,-5-4-1594,-8-8 1,-3-5 1339,-9-2-2081,11-25 1931,18 7 449,8-10 0,16 0 0,4-1 0</inkml:trace>
  <inkml:trace contextRef="#ctx0" brushRef="#br0" timeOffset="497046">28205 1613 7533,'-18'-20'2338,"0"-10"-629,9-15-1349,0 12 0,2-5-390,5 1 0,2-3 0,0 2-448,-4-4 0,0-2 500,3 8 1,1-3-1,0-2 1,1 2-23,1-5 0,1 1 0,0 1 30,-3 0 0,0 1 0,2-1 30,4-3 0,3 1 0,-1 7 30,4 0 135,7 5 0,3 5 45,0 15-65,-3-2 0,3 0-70,11 9 0,1 3-46,11-11-224,2 8 1,4 3-361,-14-2 0,-2 2 405,-5 1 0,-1 2-675,10-1 1,-5 6-1754,-13 24 1528,5-12 990,-26 24 0,-21-23 0,-7-1 0,-6 6 0,1 0 0</inkml:trace>
  <inkml:trace contextRef="#ctx0" brushRef="#br0" timeOffset="497239">28028 1200 2564,'42'-1'-45,"-1"0"0,1-1 0,0 1 0,2 0 0,-3 1 0,3-1 0,-3 0 0,1-1 0,1 0 0,-2 1 0,4 1 1,1 0-1,0 0 0</inkml:trace>
  <inkml:trace contextRef="#ctx0" brushRef="#br0" timeOffset="497988">28840 1252 7533,'-10'-14'1979,"2"-9"-540,8 8-990,0 1 451,-8-9-540,6 14-270,-6-9-90,0 5 180,-1 6 0,-1 1-1170,-14 12 270,7 10 1,-1 4 449,-21 6-90,9 9 0,1 1 450,0-4-180,3 1 1,3 5 313,7 4 1,2-1-225,0-13 0,1 0 90,5 21 0,8-5-90,10-19-90,1-3 0,3-1-90,14-1-359,15-1 269,2-12 450,-19-6 0,1-2-221,18-18 86,-19 7 0,-1-3 45,-2-3 0,-1-3 44,-3-1 1,-1 0 45,4 2 0,-3 0 270,1-25 0,5 6-180,-15 1-1,6 11-179,-14 2-180,6 18 360,-8-5-90,0 11-270,0-4 0,-8 16-180,6 3 311,-6 12-41,8 0-360,0 0-539,0 11 719,0-9 90,8 4-90,10-13 270,9-12-180,0-1 90,-9-6 360,6-12-180,-13-2-180,23-6 360,-15-10 89,15-3-1786,-7-8 1517,0 3 89,-9 12 91,-2-4 270,-14 14-180,6-14 89,-8 21-269,0-2 0,0 11-90,-8 5-270,6 8 1608,-6 8-1968,8 10 90,0-4-629,0 11 449,0-11-539,0 10 449,0-10 90,8 5-449,2-6 629,-1-6-90,7-7-629,-6-2 1079,0-10 0,13-12 0,-3-11 0</inkml:trace>
  <inkml:trace contextRef="#ctx0" brushRef="#br0" timeOffset="499722">29633 723 7533,'-8'-26'3276,"7"6"-1695,-7 1-1041,8 12-360,0 13-1,0 20-44,-4 7 0,0 8-285,1-3 0,0 2 1,-1-1-218,-1-4 0,-2 0 0,1 2 299,2 1 1,-1 3-1,1-1 1,0-3-68,-1 7 0,0-2 15,0-5 0,-1 2 0,1-2-60,4 9 0,0-3 135,-3-5 0,1-3-360,1-4 1,4-3-1305,5 10 270,-5-19 1079,6-12-450,0-1 541,2-6 830,7-12-561,9-14 0,-7-8 0,-1 8 0,-2 1 0,-4 2 90,3-17 1978,-7 24-1168,-6-9 719,6 6-809,-8 6-271,0 6 1,0 1-540,0 17 180,-8 16-90,6-5-990,-6 26 810,8-31-1619,0 30 1529,0-30-989,16 25 809,-4-26 270,21 3 360,-21-13-180,19-12 0,-19-1 450,13-24-270,-7 8 44,-8-1 1,-2-1-135,1 2 270,7-18-270,-6 19 539,0-26 1,-2 18-540,-8-2 0,0 20-540,0 24 360,0-4-360,0 23 90,0-10-89,0 22 89,0-14 180,0 20-360,7-9 450,3-6-270,16 2 180,-15-27 810,13 3-540,-22-12 449,14-24-89,-7 2-450,1-12 90,6-1-90,-6 19-180,-1-15 0,7 11-90,-6 0 180,8 8 0,-9 6 0,15 6 0,-20 0 90,35 0-90,-25 0 135,13 0 0,3 0-135,-7 0 450,26-6 89,-21 5 1,-1-17-270,6 4 180,-13-12-361,13-5 91,-13-2-449,-3 0 269,-9-5-270,-8 17 90,0-4-360,-15 18 180,-5 7 180,-7 7-630,1 12 720,8-4 360,1 9-268,-9 7-2,7 9 0,6-14 0,0 0-90,-4 20 45,11-18 0,2 0-135,-4 19-518,16-7 158,2-4 0,15-16-269,10 1-2468,3-3 2277,-3-10 371,-17-3 672,5-10 1,-19-14 0,12-9 0</inkml:trace>
  <inkml:trace contextRef="#ctx0" brushRef="#br0" timeOffset="499930">29404 1071 7533,'-10'-33'45,"42"1"0,-8 20 0,1-1 0</inkml:trace>
  <inkml:trace contextRef="#ctx0" brushRef="#br0" timeOffset="504007">19562 2903 5824,'0'15'0,"0"-3"0,0-12 90,0 5 539,-8 3 361,6 11-271,-14 12-629,14-8 540,-6 24-540,8-30 180,0 31 89,0-14-179,8 0-270,-6-15-179,6-55 44,-8 5 0,0-6 105,2 4 0,1-3 0,0 1-55,-3-6 1,2 0-6,6-8 0,7 2 225,4 17 0,5 4 0,6-3 0,5 5 0,11 8 0,4 7 45,-4 8 0,-2 4 44,-11 1 1,-1-1 180,-1 0 0,-5-6 495,-15-21-451,5 7 1,-16-19-180,0 22-270,-23-11 180,-7 11-450,1 20 1,-3 10 44,3 7 0,4 8 225,7 4 0,3 5 0,3 1 14,-1 4 1,3 2 0,7-1 15,10-3 0,6 0 0,-2-3 15,-5 9 0,6-7-45,23-14 0,3-8 0,-15-7 45,13-13 0,1-5 45,-12-4 45,12-13 0,-1-3-301,-13-1 376,-5 1 0,1-4 0,1 0 105,7-8 0,-1-1-46,-7 5 1,-1-1 0,2 2-180,7-3 0,-1 3 360,-9 0 0,-1 4 450,2 7-631,-9 1 181,-1 9-270,-8 11 383,-15 0-563,3 0-179,-22 11 269,15-2-990,-14 26 585,15-10 1,0 2 89,-1 12 0,1 1 294,-1-9 1,3 1 424,5 11 1,4-3-225,-1-8-90,14 1 0,4 0 0,2-9-45,7 2 0,3-4-45,-1-12 0,4-3 0,-1-3 0,-2-11-90,2-9 0,1-4 0,4-10-198,-4-6 1,1-7 227,-6 15 0,1 0 0,-1-2 30,0-3 0,-1-2 0,-1 3-15,6-6 0,-3 3 270,-8 5 0,-2 6-45,-4 16 359,-5 2-179,6 30-450,-8-6 241,1 7 1,-2 3-602,-5 1 1,-4 1 134,-2 12 0,-3 2 285,2-13 0,-3 0 0,0-2 614,-10 10 1,-1-6-495,9-11 0,-1-5 810,-22 0-630,29-23-180,-12-7 0,22-12 0,2-4 312,-7-5-807,11-5 0,7 0 0,2 11 0,2 3 450,-1 3 0,1 1-90,2-1 0,-1 2 135,10 2-3367,9 9 3252,-13-3-73,9 24 278,-21 2-2116,0 24 1936,-2-10 93,-4 2 1,-1 0-4,-1 2-225,6 1 0,0 0 225,-6-3 701,6-1 0,0-3-1061,-6-9 180,5 6 84,1-35 6,2 4-270,8-34 1,-9 18 179,8-6 0,-2 0 90,-9 0 1562,11 2 0,5 1-1383,5-7-179,-5 6 0,17 6 0,-27 20 0,13-4-89,-7 0 1168,0-1-540,-1-11-539,-7 3 90,-2-9-180,-8 15 90,-8-8 0,-10 10-180,-1 23 45,-3-1 1,3 4 134,5 24-90,1-9 0,2-2 90,11-7-90,0 7 0,0 0 0,0-6 45,8 4 0,0 0-45,-4-7-90,27 13 270,-27-28 0,28 4 90,-28-18-180,27-12 180,-19-15-90,5 4-90,-9 5 269,-8 18-179,0 6 0,0 0 0,0 11-539,0-2 449,8 10-450,2-12 0,15-1 630,-5-23 0,5 12 180,-7-29-180,0 24 179,-1-27-269,-7 22 540,6-21-540,-14 20 180,6-20-180,-8 26-630,0-12 540,0 20-720,0 2 630,0 7-179,7 18 89,-5-4-180,14 22 270,-14-14-45,4-1 0,4-2 45,7-1 0,-4 0 0,2-3 0,12-12 180,14 13 0,-19-28 180,3-7 0,-1-5-90,-3-15-135,-3-9 0,-2-3-402,1-2 387,-10 15 0,-1-5 0,-1 2-30,0-5 0,0 2 225,-1 4 0,0 3-405,-4-5 135,-8 58 0,0 14-45,4 12-923,-3-7 0,-2 8 0,2-4 1013,1-9 0,2 2 22,0 2 1,-1 7-1,0 1 1,1-7 67,-1 5 0,0 0-73,3-10 1,-1 7 0,0 1 0,0 1 0,-1-3-443,-2 0 1,0-2 0,-1-1 0,0 1 469,1-2 0,-1-1 0,0 0 0,-2-1 405,-4 10 0,-3-1 0,-6-15 767,-18-22 0,-4-13-1127,0-2 0,1-4 0,-2-5 0,0-6-240,11 0 0,0-2 0,4 1-120,8 7 0,1-2 120,-9-5 0,-3-4 0,6 3-2098,1-9 2248,-5 6 0,8-2 0,34-11 0,-7-7 0</inkml:trace>
  <inkml:trace contextRef="#ctx0" brushRef="#br0" timeOffset="505028">22437 2736 7533,'-10'-7'539,"-6"-5"-269,6 22 450,1 28-450,1-5-180,6 9 0,4 5-45,4-7 0,3 0 179,6 7 1,6-5 270,8-11 0,4-15 404,4-30 1,-1-16-451,-10-1 1,-2-7 0,-4-3-673,-5 5 0,-4-4 1,-1-1-1,0 3-467,0-5 1,-2 2 0,-1 4-796,-2-7 1,-2 12 1484,-3 26 0,0 31 0,0 19 0,0-10 0,0 0 0,0 0 0</inkml:trace>
  <inkml:trace contextRef="#ctx0" brushRef="#br0" timeOffset="505371">22842 3033 7533,'0'-20'3276,"0"-5"-2505,24 6-321,5-7-765,5 7 0,1 1-45,-14 1 1,-1-1-1,13-6 0,-9-2 225,-26 0 0,-8 0 46,-4-10 44,-6 18 0,-5 6 224,-18 18-268,24 8 178,-2 7 1,2 7-135,14 9 0,5 4-135,-5-9 0,1 2 1,5 0-271,7 6 0,7 0 1,5-4 449,3-8 0,5-4 0,1-7 0,16-7 0,2-13 0,-12-12 0,0 1 0,-1-1 0</inkml:trace>
  <inkml:trace contextRef="#ctx0" brushRef="#br0" timeOffset="505787">23354 2310 7533,'0'-43'0,"0"13"2069,0-13-1260,0 28-629,0 4-180,0 11 180,0 40 0,0-13-347,0 3 1,0 3 121,-4-2 0,0-1-873,3-5 0,0 0 873,-3 8 0,0 3-165,3-2 0,2 2 0,-1-3 165,0-1 0,0 1-15,0 7 0,0 6 0,0 0-821,0 3 0,0 1 0,0-4 791,0-1 0,0 0 0,0-1 0,1 2 0,6-19 90,11-25 360,1-28-360,-2 2 0,0-5-75,-3-8 0,-1-3 165,1 1 0,0-1 45,-1-2 0,-1 0 90,-2 9 0,-2 0 44,-4 1 1,1 1 1585,11-3-1135,-14 10 2556,6 24-2701,-8 18-1114,0 15 583,-1 1 1,2 1 0,2-9 0,2 0-1083,-1 13 1,2 1-43,2-10 1,1-2 1079,-1 2 0,2 1 0,12 6 0,5 0 0,1-4 0,1 0 0</inkml:trace>
  <inkml:trace contextRef="#ctx0" brushRef="#br0" timeOffset="506297">24007 2787 7533,'-8'-6'90,"-2"6"-90,0 7 134,-2 15 1,1 8-135,4 1 0,2 2-396,-4 1 1,0 0 170,4 3 0,2-2-944,3 11 1169,0-15 0,24-31 0,5-36 0</inkml:trace>
  <inkml:trace contextRef="#ctx0" brushRef="#br0" timeOffset="506646">24324 2839 7533,'4'-26'674,"0"-1"1,-2-17-315,6 18 0,-16 7 269,-2 6-449,0 6 90,2 2 180,-7 10-270,3 2-1170,-14 12 450,1 7 181,5 12 269,7-15 0,1 1-450,-6 21 315,9-19 0,1-1 225,-2 15 90,2 4-225,21-18 0,5-1 45,14 10-729,1-14 1,2-4 638,12-5-90,-9-7 0,-1-4 180,4-7-360,-7-7 1,-1-4 424,4-7 1,-20-12 0,-4-13-1,0-1 1,-1 3 0,-1 0-1,1 0 1</inkml:trace>
  <inkml:trace contextRef="#ctx0" brushRef="#br0" timeOffset="507172">24659 2310 7533,'0'-34'-30,"0"-1"0,1-1 0,-2 7 1469,-7 13-1259,6-1-90,-13 40-45,9 5 0,2 7-15,-2 0 0,0 4 0,0-2-348,1 9 1,0 1 227,2-1 0,0 3 0,2-1 60,0-8 0,1 0 0,1-1 60,-1-5 0,0-2 0,0 3 60,0 14 0,0 2 0,0-9 90,0 0-90,6-5 0,3-3 0,3-12 180,21 3-181,-13-18-89,13-7 90,-21-7-269,27-18 179,-17 9-135,2-1 0,3-1 0,0 1 0,-1 1 135,13-13 45,-17 8 0,-3 0-45,-1 6 360,-9-21-1,7 20 271,-14-31-540,6 28 135,-10-7 0,-4-1 135,-4 4 274,-7-3-544,-24 20-360,20 25 0,2 4 181,-18 4-136,14 11 0,7 8-1414,12-7 1,4 0 1310,-5-6 1,2 0-1212,11 17 0,10-5 1449,19-14-805,-4-5 1,2-3 669,-11-11 1,1-4-377,14-3 1,-3-3 278,-5 3 541,-3-13 0,-7-8 0,-33-28 0,6 10 0,-1 1 0</inkml:trace>
  <inkml:trace contextRef="#ctx0" brushRef="#br0" timeOffset="507345">23918 2543 7533,'-45'-12'854,"19"5"1,1 0-2654,-4-2 1529,3 5 270,26 16 0,26-4 0,11-2 0</inkml:trace>
  <inkml:trace contextRef="#ctx0" brushRef="#br0" timeOffset="508804">25594 2995 7533,'0'-49'2698,"0"17"-1798,0-5-720,0 31 179,0 19-359,0 18 0,0-2-360,-3 7 1,-2 6-586,1 1 1,-2 1 464,-1-7 0,-2 2 1,0-1 479,0 12 0,-2-9 0,-6-19 0,9-41 0</inkml:trace>
  <inkml:trace contextRef="#ctx0" brushRef="#br0" timeOffset="509396">26547 2297 7533,'-20'-34'629,"4"10"451,1 35-990,3 5 404,-5 15 1,0 9-435,7-5 0,2 3 0,-1 0-763,0-5 1,-1 0 0,2 3 769,0 7 1,1 5-1,1-1 1,1-6-248,0-1 0,0-1 22,3 0 1,-1 7 0,2-1-1,0-7 23,0-5 1,2-2-46,1 5 0,1 4 0,-1-8-90,0-3-492,22 8 492,-12-30-427,5-1 427,-1-6 270,-6-6 0,7-1 0,1-6 0</inkml:trace>
  <inkml:trace contextRef="#ctx0" brushRef="#br0" timeOffset="509989">26917 2956 7533,'0'-33'1709,"0"1"-1170,0 12 1,0 1 0,-8 6-450,6 6 0,-21-4 0,11 9-90,-21-9-810,13 9 630,-13 2-719,-3 7 359,-1 12 315,15-7 0,1 2 225,-6 19-259,9-11 1,2 1 348,-3 16 0,1 6 90,10-1-180,16-3 90,10 3-225,5-23 0,5-3 45,-4-3 0,1-3-402,5-1 1,0-3 402,6-3 178,-3-5-178,-6-11 448,1-9 41,5-7 50,-21-5 180,4 12-91,-16 2 1011,0 11-830,0 1-541,-8 6 1,-2 0-270,0 6 270,2 1-450,8 11 1,0-9 269,0 2 90,0-5-1,0-5 1,8-1-180,10-18 180,1-15-360,-2 10 1,0 0-52,-4-3 1,1 0-40,4 0 0,-1 0-629,11-14 179,-3 9 1,-15 18-1,-2 13 91,0 13 719,-6 1 0,14 3 0,7 2 0,-3-2 0,-1 0 0</inkml:trace>
  <inkml:trace contextRef="#ctx0" brushRef="#br0" timeOffset="510713">27340 2956 7533,'0'-28'1799,"0"-2"-1440,0 21 361,0-13-450,0 13-180,-8-10-90,-1 12-90,-9 2-720,-15 16-449,3 20 989,3-6-135,13 3 1,4 3 314,8 10 45,1-13 0,2-2 45,17 7-90,-6-16 270,27-29-90,-10-19 45,-5 3 0,-3-3 89,-5-6 1,-4 0-180,-3 9 0,-2 2 135,-7-16-1898,-8 35 1808,-2 1 0,-16 18 135,16 16 0,1 4-180,-4-11 0,0 1-967,5 16 1,3 8 0,1-5 966,-2-10 0,2-1 0,0 19 0,0 2-241,0-4 1,0 4 419,2-10 1,0 5 0,0 0 0,-2-2-75,-1 2 1,-1-3-1,0 4-96,2-6 0,2 4 0,-1 0 0,-1-2 0,-1-6 306,-6 10 0,-3-8-136,1-2 1,-2-15-944,-12-55 674,17 11 0,2-5 682,1-8 1,2-6 0,1-2-758,3-2 0,0-1 1,2 3-461,-2 8 1,1 3 0,1-2 549,0-10 0,2 0 1,2 7-61,13-2 183,0 7-93,15 0 0,-15 13 0,1 0-90,2 8 0,3 0 0,15-10 0,5 0-73,-12 10 1,1 1 0,2-2 222,7-5 0,1-2 0,-1-2 150,-4-2 0,-1-2 0,-4 1-121,1-3 1,-8-2 455,-9-6 1,-10-1-96,-13 5 0,-4 2-270,6-15 45,-9 15 0,-5 5 2340,-2 16-2565,-4 6 0,-3 4-270,-4 12 135,9 6 0,3 3-224,9 12-406,12 2 1,4 0 44,6 1-919,14 2 1,5-2 1502,2-7 1,-1-16 0,9-2-1,0-3 1,-7-6 0,1-1 0,-1 1-1</inkml:trace>
  <inkml:trace contextRef="#ctx0" brushRef="#br0" timeOffset="511628">28522 2439 7533,'-18'-18'90,"1"-3"0,7 7 449,2-3-449,8 15 1529,-8-3-1349,6 5-270,-5 23 0,7-6 90,0 15 0,0 8-90,-3-5 0,0 2 0,1 0-457,1 9 0,0 4 434,-1-10 1,0 5-1,-1-1 1,2-6 22,1-2 0,0-2-30,0 10 0,0 4 0,0-7-150,0 0 45,1-7 0,6-9 495,10-29-360,-5-5 45,1-13 0,-2-5-45,-9-4 45,9-5 0,1 0-45,-8 4 89,10 3 1,3-2-90,3-9-89,7 5 913,7 11-644,9 36-90,-23 8 0,-1 4 0,0-5 0,-3 1 45,-5 19 0,-6-1-135,-5-6-631,0 17 542,-8-29-91,-2 4 35,-7-9-35,-1 3 180,0 1 0,-7-11 90,-2 10-90,-9-11 180,1 0 0,-8-1-180,21-12 90,-9-1 252,29-6-1421,-6-6 432,24 5-702,3-4 179,25 5 810,-7 0 288,6 6 1,0-7 0,4-1 0,-12 5 0,-1 0 0,1 1-1</inkml:trace>
  <inkml:trace contextRef="#ctx0" brushRef="#br0" timeOffset="511821">28963 2956 7533,'-16'-21'3276,"12"2"-1875,-19 24-1221,21 3-450,-6 30-720,11-9 1,2 0-630,-3 9 584,9-1 1,1-3 585,-8-16 449,9 5 0,6-5 0,16-26 0,-8 3 0,1 0 0</inkml:trace>
  <inkml:trace contextRef="#ctx0" brushRef="#br0" timeOffset="512080">29351 2530 7533,'0'-21'-720,"0"-3"630,0 16 900,-8-3-540,6 11 629,-21 28-494,16 0 0,2 3-316,-4-3 1,0 2-899,3 3 1,1 4-1,1-5 719,2 14 120,-1-10 0,0 5 0,1-5-165,1-11 1,2 0-166,3 15 0,3 5 0,-2-5 75,-4-12 0,2-1-405,11 20 1,3-3 89,-5-7-89,21-2 629,-13-45 0,-3-14 0,-1-8 0,-2-12 0,-1-1 0</inkml:trace>
  <inkml:trace contextRef="#ctx0" brushRef="#br0" timeOffset="512312">29616 2387 7533,'0'-43'1889,"-8"9"-1530,6 34 541,-14 23-630,14-12-46,-5 14 1,-1 4 495,-2 18-1119,5-3 1,0 7 398,0-7 0,-1 2 0,1-2-176,4-9 0,1-3 0,-1 3-297,0 3 1,-2 2 0,1 0 0,1-3-338,0 13 1,2-4 719,-1 2 0,0-1 90,2-3 0,-4-9 0,-14-19 0,-4-6 0</inkml:trace>
  <inkml:trace contextRef="#ctx0" brushRef="#br0" timeOffset="512522">28998 2736 7533,'-29'-12'1349,"0"-1"0,-5 3-720,-1-2 1,13 2-1529,34 8 629,-14-3-405,27 2 1,15 6 674,6 6 0,4 5 0,-15-3 0,3 3 0,2 2 0,0 0 0,-1 2 0,0-1 0,0 0 0,1 1 0,-1-1 0</inkml:trace>
  <inkml:trace contextRef="#ctx0" brushRef="#br0" timeOffset="512713">29933 2982 7533,'-19'0'3276,"-5"0"-1785,22 6-502,-6 24-1754,8-5 1,0 3 629,0-2 0,0 4 44,1 1 1,0 5 0,-3-2-1,-8 10 1,-3 1 0,3-2 0,0 0-1,0 0 1</inkml:trace>
  <inkml:trace contextRef="#ctx0" brushRef="#br0" timeOffset="513703">30798 2556 7533,'0'-21'629,"-8"8"91,-2 2-450,-8 9 899,8 2-899,-5 7-450,-3 24-315,2 3 1,-3 6 404,2-10 0,-2 1 0,-1 3 0,-1 2-306,1 2 0,-1 3 0,-1 2 0,0 0 1,0-2 538,-2 1 1,0-1 0,-1-1 0,1 1 0,1-2 395,-1 4 1,0 0 0,2-3 0,2-3-315,-11 11 0,13-10 764,26-15-449,27-23-780,-5-4 0,6-3 0,0 1-510,1 1 1,0 0-1,3-1 656,-2 0 0,3-1 0,-1 0 0,-3 1 1,-1 1-1,-3 1 0,0 0 0,13 1 1,0 1-1</inkml:trace>
  <inkml:trace contextRef="#ctx0" brushRef="#br0" timeOffset="514155">31062 3162 7533,'-18'-13'1079,"1"0"360,-1-5-809,8 3-270,-5-9-90,13 10-91,-6-5-718,0 6 179,-2 6-450,0 12 541,-13 10-1,11 11 45,-5-6 0,1 3-45,4 24 145,-4-18 1,1 1 214,8-4 0,2-1 90,-4 1 0,0-1 270,2 15-360,7-8 359,23-1-359,-9-23 0,19-2 180,0-24-810,-3-10 225,-9 7 1,1-2 35,-4 1 0,-1-2 234,-3-2 0,0 1 135,-1 1 0,-1 1 150,-2-15 119,-2 12 181,-8 13-90,-8 13-270,-2 13 0,-8 18-180,1 10 89,7-16 1,2 1-976,-2 15 706,3-4-89,7 0-917,15-3-163,5 5 1349,3-21 0,5-10 0,10-29 0,2-14 0,-7 8 0,1 1 0,-1-1 0</inkml:trace>
  <inkml:trace contextRef="#ctx0" brushRef="#br0" timeOffset="514563">31556 2581 7533,'-37'-14'1259,"-4"14"-809,21 9-181,7 13 1,1 3-90,-6 0-1819,8 21 1,2 3-1105,-2 0 2323,7-7 0,0 9 1,2-6 329,0-10 0,2 0-495,-1 1 1,0 6 0,0 0 0,0-6 501,-1 0 1,2-2 324,2 16 1,1-2-468,0-18 1,2-4 224,12 10 0,-8-27 2205,-10-9-2205,0-24 0,-2-17 989,-9 5 1,-2-1-721,7-1 1,0-2 296,-4 2 1,-2-2 0,1 3-343,5 8 1,0 0 285,0-5 0,0-4 0,3 6 323,3-8-429,-3 6 1,6 4-225,20 14-180,-9-3-570,19 13-239,1 12 359,3 1 450,8 6-1574,-12 0 0,0-1 1394,-8-5 0,-1 2 180,12 6 0,-3 6 0,-9 5 0,-3 3 0,1 9 0,-1-1 0</inkml:trace>
  <inkml:trace contextRef="#ctx0" brushRef="#br0" timeOffset="514906">31715 3252 7533,'-36'0'3238,"9"0"-2519,25 0-629,22 0 0,9-6 45,-4 0 0,-1-1 45,-2-1-315,6-8 0,0-3-494,4-4 359,3-9 180,-19 2-90,-16 15 90,-24-3 0,0 19 0,-5 8 450,-8 9 0,0 9-121,10-2 1,2 4 0,4 2-1246,8 4 0,5 1 0,2-1 916,-1 7 0,10-3-1549,29-2 1,8-8 845,-2-8-150,1-10 0,4-3 943,-9-3 0,1-4 0,5-8 0,2-3 0,-7 2 0,1 1 0,-1 0 0</inkml:trace>
  <inkml:trace contextRef="#ctx0" brushRef="#br0" timeOffset="515428">32191 3588 7533,'-27'0'359,"9"-5"-359,10 3 2069,8-10-809,0-12-901,8 1-269,0-12 0,2-1 180,9-5-700,-2 9 1,-1-3 294,-5 1 0,-2 1 135,4 5 0,0-2 0,-5-13 0,-3-7 0,-1-2-180,-1 8 0,0-2 0,-1 0 0,0-2-433,0 7 1,0-2 0,-1 0 0,1 0 0,-1 3 724,0-4 1,-1 2 0,0 1-1,-1 3 98,-1-3 0,-1 3 0,0 11 240,1 11 89,-6-2-539,16 24 0,2 1-2549,23 18 2189,-11-3 424,5 3 1,3 4-1010,-7-3 1,1 3 944,-2 0 0,2 3 0,-8 1 0,-9 10 0,-8 2 0,-4-11 0,0 0 0,-1 0 0</inkml:trace>
  <inkml:trace contextRef="#ctx0" brushRef="#br0" timeOffset="515621">32226 3162 8972,'8'7'-180,"10"-1"-90,17-6-225,-9 2 1,1 2-252,3-1 0,3 1 746,0-1 0,2 1 0,-1 2 0,1 5 0,0 2 0,11 1 0,0-1 0</inkml:trace>
  <inkml:trace contextRef="#ctx0" brushRef="#br0" timeOffset="516096">32703 3266 7533,'-18'-14'1349,"8"-10"-1259,2-9 90,0 4-360,-1-7 360,-1 22-630,-14-4 540,13 11-90,-23 12 270,15 9 44,5 7 1,2 1-135,-6 8 45,9 6 0,1 0-135,-2-3-1729,5 6 1,2-1 154,3-6 1591,7-1 1,2-2 72,3 0 181,6-11 1,5-4-632,22-7 270,-6-9-90,-13-10 0,-3-6 0,-3-16 360,-3 0 0,-9 4 269,-8 22 2737,0 3-2921,0 5 1277,0 5-1362,0 14-270,0-3 449,8 2-359,10-12 450,1-23-360,7 1-1561,-9-12 0,-1-4 1560,13-7-44,-3-2 0,-1-3-450,-6 13 1,0 1-1325,2 1 1,1 3-212,5-4 1850,6 43 0,-14 12 0,-2 6 0,5 6 0,1 1 0</inkml:trace>
  <inkml:trace contextRef="#ctx0" brushRef="#br0" timeOffset="516846">31415 4117 7533,'-8'-18'539,"-2"9"-269,0-3 0,-5 18 180,5 24-360,0-5-45,1 8 0,2 5 224,6 2 1,1-1-180,-5-6 0,2 0-45,7 16 0,7-3 0,6-20 0,2-4 0,-5 1 0,3-4 180,15-3 0,1-9-135,-2-20-60,-5-6 0,4-7 0,-4-1-390,1-7 0,-3-5-733,0 2 1,0-4 0,-3 5 411,-6 6 0,-3 4 641,4-20 130,-24 44 450,-2 20-360,1-7 134,-4 20 1,2 3-135,7-7 90,-5 11 0,2 1-180,15-2 90,2 8-1,16-9-89,-7-15 135,10-7 0,-1-2-135,-10 1 45,17-10 0,0-6-45,-19-10-360,8-2 0,1-2 270,-6-11 2776,-1-9-3001,-5 12 0,-2 1-1304,-7-2 277,3-2 0,1 3 1252,0 15 0,-22 16 0,3 22 0</inkml:trace>
  <inkml:trace contextRef="#ctx0" brushRef="#br0" timeOffset="517929">32314 4272 7533,'-15'-39'2968,"3"12"-1889,-21 8-629,13 14 0,-13 5-450,5 0-90,1 0-720,1 17 630,9-7-269,-9 32 179,15 3 180,-13-2-1471,22-9 0,2-2 1651,-8-2-178,11 0 1,2 1 87,-3-1-187,12-5 0,3-1-83,5-9 90,2-7 0,3-4 0,10-11 90,-11-9 0,-1-4-90,4-10 0,-7-9 0,-2-1 180,-1-1-225,-8-4 1,-4-4 44,-6 13 0,-2 3 180,1 1 0,-2 1-135,-4-2 0,-4 7 135,-7 18 1191,13 19-2000,13 24 179,13 0 270,-2-7 1,1-2 269,-1-9 824,-7 5 0,-1 3-330,2-2 1,-2 0 45,0 14 1259,3 11-1259,-15-34 719,0-1-809,-8-8 1281,6-16-1371,-5 8 0,7-20-90,0 15-180,0-11-360,0 12 0,0-5-449,7 5 719,3 0-360,16-5 270,17-6 180,-12 2 45,-1-7 0,-3-1-135,-5 0-693,-5 2 0,-1 0 963,2-9-270,-9 4 180,7-11-90,-7 5 0,0-1-142,-3 8 1,-1-1 141,1-8 0,0-4 0,-2 4 0,-3 8 0,-2 1 405,-1-15-1,-4 3 1561,-11 9-2504,-3 40 359,-5 3 180,14 22 0,4 11 30,-2-15 0,0 1 0,1-1-343,2 12 0,1 0 522,-1-7 1,1 1 0,0 1 359,1 5 1,1 0 0,2-2-2033,4 8 0,0-1 1493,-4-11 0,-1 1 0,7-9-431,20-7 401,-5-39-270,-3-12 1,-1-4 359,12-7-315,-11-2 0,1-2 719,4 8 1,-1 2-270,-6 5 0,0 1 180,5-6 0,1 6-226,-2 18 763,22-15-1032,-11 35 3366,5 9-3364,-27 6 0,-6 5 88,-4 13-315,-12-1 1,-5-3-149,-11-1 702,9-10 1,-3 4 0,3-4-195,4-9 0,0 0 45,-5 7 0,-2 3 0,6-4-630,4 6-90,0-4 1,4-2 179,18-5-1866,26 4 2316,1-17 0,8-9 0,-4-8 0,4-6 0,0-1 0,-2 2 0,-1-1 0,0 1 0,0 0 0</inkml:trace>
  <inkml:trace contextRef="#ctx0" brushRef="#br0" timeOffset="518037">33390 4452 7533,'-17'-27'0,"-1"3"3276,-7 5 0,5 11 0,-5-4-1051,15 6-2225,10 11 0,41 19 0,-13-3 0,1 0 0</inkml:trace>
  <inkml:trace contextRef="#ctx0" brushRef="#br0" timeOffset="556320">21519 5627 7173,'0'-14'899,"0"2"-539,0 6 360,0-1 269,0-11-89,0 4-181,0-5-449,0 6-270,0 6 450,0 7-360,0 13 180,0 30-46,1-2 1,-2 7-75,-3-3 0,-2 3 0,1 2-285,2-10 0,0 0 1,0 1-1,0-1 45,-3 11 0,0 0 0,0-4-1549,2 1 1,1-6 1492,3 1-484,0-31 360,0-12-2069,0 0 181,0-6 570,0-13 1588,0-19 0,0 7 0,0-3 0,0-5 0,0-1 0</inkml:trace>
  <inkml:trace contextRef="#ctx0" brushRef="#br0" timeOffset="556645">21484 5743 7533,'0'-33'569,"0"-1"1,-1 3 0,2-1 239,6-17 1,2 3-630,-4 20 0,2 2 449,7-6 1,5 7-3907,16 14 3022,2 3 543,-6 21 0,-3 6-108,4 5-90,-11 1 0,-1 0 180,-3-5-467,1 8 377,-8-9 180,13 16-360,-11-3-180,6 11 90,-10-12 3293,-8-2-2753,-8-5 706,-10-12-976,-9 3 52,-9-15-232,1 3-1169,0-5-270,0 0 269,7 0 721,3 0-811,15 0-1258,-6 0 1798,14 0-89,-6 0 809,8 6 0,32-4 0,7 4 0</inkml:trace>
  <inkml:trace contextRef="#ctx0" brushRef="#br0" timeOffset="557212">22031 5317 7533,'-16'-43'1349,"12"13"-989,-15 3 0,-1 0 179,14-2-2178,-24 1 1,-2 2 604,14 1 1304,-7 9 0,-8-1 0,3 3 968,-13-2-1058,2 5 0,-3 3-45,10 6 0,-2 4-466,-5 9 1,-4 4-1,3 1 331,1-1 0,-2 3-18,11 0 0,-4 3 0,-1 3 0,2 0 0,5-4-239,-9 7 0,3 3 203,9-4 0,-3 6 0,0 2 0,1-1 0,4-4 9,-7 6 0,3 3 153,10-3 0,-1 7 0,0 3 0,3-2 0,3-6-64,0 7 1,5 3 30,3-10 0,1 8 0,1 4 0,1 1 0,3-2 0,2-5-143,5 3 1,5-5 0,0 0-1,0 2 128,-5-2 1,-1 1-1,1 1 1,1-1-1,5-2-204,6-2 0,4-1 0,2-2 0,0-3 1,-3-6-37,4 2 0,5-6 0,5 1 0,9 2 0,4-4 0,-1-8-158,-2-12 1,1-8 0,1-4 0,1-2 412,-8 1 0,2-2 0,1-1 0,0-2 0,-2 0 0,-1 1-3,0 1 0,0 0 0,-2-1 0,-2-2 0,-1-5 242,-4-4 1,0-6 0,-2-3 0,-2 0 0,-2 2 0,-4 5-91,11-10 1,-7-2 170,-10 7 1,-1-6 0,-1-2 0,-1 1 0,-2 6-126,5-8 0,-5 0-37,-6 6 1,-2-7 0,-2-2 0,-1 2 0,-1 7-54,-2-9 0,-4 1 17,0 7 1,-2-6 0,-2-3 0,0 3 0,0 8-63,-3-6 0,-5 3 292,1 5 0,-4-4 1,-2 1-1,-2 9-66,-5 7 1,-2 8 0,-1 2-1455,-3 3 1,-1 4 0,1 2-547,-14 1 1,4 9 1715,10 23 0,8-2 0,9-21 0,4 6 1</inkml:trace>
  <inkml:trace contextRef="#ctx0" brushRef="#br0" timeOffset="560836">26617 5601 6453,'0'-20'-270,"0"2"360,0 11 90,0-5-90,0 11 0,0-11-90,0 11 360,0-5-270,0 0 0,0 5 180,0-11 0,0 11-180,0-5 269,0 0-89,0-1 270,0 0-270,0-4 0,0 9 89,0-9-89,0 10-180,0-11 0,0 10 0,0-3 90,0-1-540,0 4 270,-8 14 90,6 15 90,-5-2 0,-1 2-447,2 7 0,2 2 357,-5 8 0,0 3-477,3-10 1,0 2 0,1 0 416,-2 4 0,1 1 1,1 0 89,1 0 0,1-1 0,0 0-90,0-3 0,0 0 0,1-3-25,2 7 0,0-4 175,0-9 0,0-5 89,0 6 1,0-19 356,0-7-446,0-6 1139,0 0-1229,0-6-352,0-1-457,0-6 449,0 0 90,8 6 270,-6-10 0,14-20 0,-11 10 0,0-1 0</inkml:trace>
  <inkml:trace contextRef="#ctx0" brushRef="#br0" timeOffset="561204">26564 5576 7533,'-23'-38'2338,"17"10"-1078,-18-10-901,24 18-269,8 7 270,10 2-180,1 9-3457,22-9 2842,-11 9 820,-3-3 0,5-1-520,7 2 0,0 1-90,-9-1 0,1 0-165,5 2 0,5 0 1,-4 1-376,-6 0 1,-2 2-46,8 0 1,-3 3 809,-1 10 0,-64 22 0,6-12 0,1 0 0</inkml:trace>
  <inkml:trace contextRef="#ctx0" brushRef="#br0" timeOffset="561455">26617 5872 7533,'-43'6'1889,"14"1"-630,3 6-899,18-6 89,16-1-269,10-6 180,17 0-180,2-6-180,-7 5 0,-1 1 180,10-6-810,-7 5 1,3 2 44,5-1 0,-2 0-457,-11 0 0,-1 0 1042,7-1 0,-1 2 0,1 5 0,4 1 0</inkml:trace>
  <inkml:trace contextRef="#ctx0" brushRef="#br0" timeOffset="562121">27005 5304 7533,'-17'-33'180,"-9"-9"-135,9 21 0,-1 1 179,-1 0 1,1 0 45,-10-17-135,8 21 0,1 1-45,-3-19-225,-2 20 0,-3 1-45,-2-6 45,-6 13 0,-3 7 90,13 5 0,-1 5-738,-5-1 1,-5 3-1,2 3 663,3 5 0,1 3 1,0 2-1,-5 6 0,-1 1 0,2 0-536,5-4 1,2 0-1,0 0 596,1 0 0,1 0 0,0 1 120,-1 5 0,0 2 0,1 1 0,0 1 0,0 1 0,1 3 7,3 0 1,1 3-1,0 0 1,1-2-604,0-7 1,1-2 0,1 0-1,2 0 716,0 11 0,4 0 0,0 0 0,-1 1 0,0 1 0,2-1-412,3 1 0,1 1 1,2 2 343,1-4 1,2 2-1,1 0 1,2 0 21,2-6 1,1 0 0,2 0 0,2-2-55,2-1 1,1 0-1,2-2 1,4-2-51,10 4 0,5-3 0,2-4 30,-1-6 0,2-3 0,2-3 0,6-2 0,3-4 0,1-6 90,0-8 0,0-6 0,-1-1-121,-4 2 0,0-1 1,-1-4 0,1-5 0,0-4 0,-2 0 90,-11 4 0,-1 0 0,2-4 67,1-1 1,3-3-1,1-2 1,1-1-1,-2 0-25,-2-1 0,0-1 0,-1 0 0,0-1 0,0 0-150,2 0 1,-1 0 0,1 0 0,-2-1 0,0-1-13,0-4 0,0-1 0,-2-1 0,-2 0 0,-3 2 0,0-7 0,-4 2 0,0-3-45,-1 3 0,0-3 0,0 0 0,-2-1-151,-2 0 1,-2 0-1,-2 0 1,-1-2 150,-2-2 0,-1-1 0,-3 0 0,0-2-81,-1 7 0,-1-1 0,-2 0 0,0 0 0,-2-1 88,-1-1 0,-2-1 1,-1-1-1,-2 2 1,0-1-53,-2 3 0,0 0 0,-1 0 0,-2 1 0,-1 2 16,-4-8 1,-2 2 0,-2 2 0,-3 5 118,1 8 0,-3 3 0,-1 3 0,-2 3 118,-11-1 1,-1 5-1,-2 6-223,2 6 0,-1 6 1,0 3-151,-3 5 0,0 4 0,3 3 0,7 1 0,1 3 0,3 2 429,-7 8 0,6 4 0,8 2 1,7 1-1,8-6 0,0 1 1</inkml:trace>
  <inkml:trace contextRef="#ctx0" brushRef="#br0" timeOffset="575288">26353 7356 6094,'0'-14'449,"0"3"-449,0 5 90,0 5-90,0-5 90,0 6 450,0 0-180,7 0-270,-5 0 0,6-6-1,-8 5-89,0-5 90,0 6 360,0 0-90,0-6-90,0 5-360,0-5 0,0 6-270,0 0 450,0-6-90,0 5 90,0-5-90,0 6 989,0 0-899,0 6-180,0-5 90,0 5 0,0-6 360,0 0-270,-8 6-90,6-5 0,-5 5 0,7-6-90,0 6 90,0-5-90,0 11 270,0-5 90,0 6-90,0 11-90,7-8 45,-5 8 0,-2 5-45,4 5 0,0 4-30,-1-2 0,0 2 0,-1 0-554,-1 9 1,0 2 515,2-13 1,1 4-1,1 2 1,-1 0-5,-2-2 0,0 1 0,0 1 0,0 0 0,-1 0-36,1 0 0,0 1 0,0-1 0,0 1 0,0-1-215,1 0 1,0-1 0,1 0 0,-1 0 0,0-2 164,-1 2 1,0 1-1,0-4 1,2-4 112,4-3 0,1 0-45,0 10 0,0 5 0,-1-6-90,-2-13 0,0-1 0,2 8 0,-1-1 90,1 10 90,-3-9 0,0 1 269,0 0 1,0 0-270,-1-1 0,0-2 0,-3-3 0,-2-5 0,-7-2 670,-2-2-760,0-9 1028,2-11-1478,8 0-370,0 0 1,24 12 0,5 2 0</inkml:trace>
  <inkml:trace contextRef="#ctx0" brushRef="#br0" timeOffset="576155">26123 9254 7533,'-27'0'449,"1"-6"-449,16 5-269,-5-5 359,13 6-1,-6 0-178,8 0 89,8 0 0,2 0 359,7 0-359,-7 0 540,-2 0-450,0 0 630,2 6-630,-1-5 359,7 16-359,-14-8 90,6 10-270,0 5 45,4 0 0,1 2 135,9 19-736,-7-16 1,3 3-1,-2-3 646,5 11 60,-6-12 0,2 4 0,0-3-445,6 3 1,-1-2 429,-7-2 0,2 0 0,10-1 0,1-7 405,-7-13-1,14-7 181,-1-30-270,-15 6-46,2-19 1,-1-3-443,-9 22 0,0-1 217,5-16 1,2-7 0,-3 5-90,-4 12 0,0-1 90,6-12 0,4-6 0,-3 6-90,-6 16 0,0 0-90,3-10 0,2-5 0,0 5-270,1 11 1,-1 1 314,-6-9 0,0 1-1034,20-3 809,-29 17 201,22 1-290,-20 12 330,19 2-151,-13 5 180,0 0 0,5 34 0,-5 9 0</inkml:trace>
  <inkml:trace contextRef="#ctx0" brushRef="#br0" timeOffset="577270">26458 10506 7533,'0'-15'-1350,"0"-2"1890,-8 10-450,7-6 360,-7 1-270,8-2 359,-8 2-89,6-1-180,-6-1 180,8 7 0,0 1-1,0 1-269,-8 3 0,6-3 90,-6 5 90,8 0-360,-7 5 90,5 14 0,-14 14-90,14-3 0,2 3-663,-7 6 0,-2 1 513,6-7 0,0 2 0,0 0-362,-3 4 0,-1 0 0,2 0 422,1-2 0,1 0 0,0 0 60,0 2 0,0 1 1,1-4-61,2 2 0,0-1-135,0 3 0,0-2-657,0 4 432,8-9 0,2-15-449,8-18 987,-1-6-88,1 4 0,-1-27 0,1 1 0</inkml:trace>
  <inkml:trace contextRef="#ctx0" brushRef="#br0" timeOffset="577844">26423 10480 7533,'0'-32'539,"-8"-6"-359,-2 9 990,1-1 719,9 17-1530,9 6-179,25 1-90,-5 6-225,4 5 0,1 2 225,7 1-270,-4 6 0,0 2 90,-13-5 1,-1 0-816,4 2 1,-1 0 724,10 6-672,-11-1 672,-7-4 90,-8 11 180,-3-11-180,-7-1 90,-15 4 1535,3-14-1805,-29 14 270,4-15-45,11 3 0,-1 1 155,0-3 1,1 1 249,-19 9-90,2 0-180,7 6 0,17-5 0,3 10-90,16-9 90,8 3 0,2 7-180,23 2 90,-15-8 0,1 1-192,3 2 1,1 0 281,-1-2 0,-1 0-90,-2 5 0,-2 1 135,-3-4 0,-1 2 0,1 1 0,-2 1 457,-3 20-367,-11-21 0,-3 0-45,-7 21-90,-12-19 0,-1-2-270,1 9 180,-3-17 0,-3-4 180,-7 0-540,-8-6 0,2-1-270,8-6 271,-1 0-631,9-6 361,2 5-91,15-5 180,2 0-235,8-1 235,8 0 545,2-4 0,11-5 0,6-4 1,2-4-1,-1-1 0</inkml:trace>
  <inkml:trace contextRef="#ctx0" brushRef="#br0" timeOffset="578696">26776 9976 7533,'-10'-19'-180,"2"0"90,8 6 719,-15-6-449,11 11 90,-20-15-90,22 14-90,-21-15 90,11 15-180,-21-8 360,-11 16-360,6 0 0,-2 2-45,14 1 0,-1 3-10,-6 2 1,-3 3 0,1 3-81,-6 10 1,0 6-686,11-8 1,-2 2 0,-1 1 0,2-2 748,-1-1 1,1 0-1,0 3 48,5 3 1,0 5 0,1-1-1,4-4-165,1-3 0,1 1 188,-1 16 0,0 7 0,1-5-267,0-12 1,1 1 288,6 7 1,0 7-1,2 1 1,1-7-308,-1 1 0,0 0 303,5-4 0,-1 5 0,0 4 0,2 0 0,2-1 226,2-5 0,1 1 0,2-1 0,2 1 0,0 1-259,1 1 0,2 2 0,1 1 0,0-1 0,1 0 0,-1-3 60,0 8 0,-1-1 0,3-3 0,6 0-9,4-7 0,5 0 0,3-1 0,-1-5 0,-3-6-126,2-4 0,3-5 202,1-1 1,7-1-1,-1 0 1,-4-5-23,-2-2 0,1-5 134,4-6 1,8-6 0,0-1 0,-6 0-45,2-2 0,-1-4 35,-7 0 1,4-4 0,3-2 0,-1-2 0,-3-1-556,4-6 1,-2-3 0,-2-1 0,-1 1 406,-4 4 1,0 2-1,-2-2 1,2-2-32,1-6 0,3-4 0,-1-2 0,-3 3 0,-5 4-72,0-6 1,-5-2-19,-6 9 0,1-6 0,-1-3 0,-1 2 0,-3 6 54,-1 2 0,-3 4 0,-3-5 36,-3-3 0,-3-7 0,-1-1 0,0 2 0,-1 6-36,1-10 0,-5 2 197,-4 8 1,-5-5 0,-2-2 0,0 3 0,2 7-18,-4-3 0,-3 2 0,-3-1 0,-7-4 0,0 2 0,2 7-135,-2 6 0,-1 4 74,0 1 1,-5-1 0,1 5-210,-9 7 1,0 7-181,10 7 0,-1 3 0,3-1 351,-3-2 1,4 4-1701,-1 12 0,9 1 809,18-5 1007,10 3 0,41-8 0,-12-7 0,-1 0 0</inkml:trace>
  <inkml:trace contextRef="#ctx0" brushRef="#br0" timeOffset="583420">25559 7266 7533,'0'-14'-360,"0"-3"-90,0 4 450,0-2 90,8-3 0,1 5 0,1 0 90,6 0-180,-14 0 180,14-5 180,-7 3-181,1-4 361,-2 12-360,-8-4 180,0 9-270,0-3 180,0 5-180,0 0-180,-8 0 180,6 0-90,-14 5-90,15-3 0,-15 9 90,6-4 0,-8 12 0,9-4 90,-7 3 0,6 1 0,-8-5-90,9 5 90,-7-6-1,6 0 1,0-6-90,3 5-90,-1-11 90,6 10 0,-6-9 90,8 3 0,0 1 90,-8 1-90,6 12-90,-21 1 0,3 17 45,0-10 0,-3 4-1054,2-2 1,-2 3 0,-2 3 963,-1-1 0,-2 2 0,-1 2 0,-1 1-502,6-7 1,-1 0 0,1 2 0,-2 0 0,-1 0 0,0 1 488,-1-1 1,-1-1 0,-1 2 0,-1-1-1,1 1 1,-1 0 0,0 0-247,0 2 0,-1 0 0,0 0 0,0 1 0,0-1 0,0 0 0,0-1 355,-1 0 0,0 0 1,0-1-1,0 1 1,-1-1-1,1 0 1,0-1-187,2 0 0,-1-1 1,0 1-1,0-1 1,1 0-1,0-1 1,1 0 208,-2 2 1,0 0 0,1 0 0,0-1 0,1 0 0,0 0 8,-5 4 0,2-1 0,-1 0 0,1 0 0,1 0 96,3-3 1,0-1 0,2 0 0,-1 0 0,0-1 22,-5 6 1,-1-2-1,1 1 1,2-2-46,3-2 0,1-1 1,0-1-1,1 1 0,-1-2 1,1 0-1,0-1 1,1 0 18,-2 4 1,0-2-1,1 0-206,-3 0 0,-1 0 0,2-1 328,6-3 0,2 0 0,-2 0-418,-4-2 0,-1 0 0,3-1 799,0 8 1,1-3-815,-4-5 0,3-1 1614,5 3-1929,-5-12 1660,22-7-1390,-6-6 889,8 0-1249,0-6 392,8 5-482,-6-11-269,6 11 89,0-5 810,-6 6 0,6-6 0,-8-1 0</inkml:trace>
  <inkml:trace contextRef="#ctx0" brushRef="#br0" timeOffset="583862">23213 9641 7533,'0'-32'90,"-8"11"90,6-15 719,-14 21-359,7-15 89,-1 9-359,2 1 90,0-5-360,6 17 90,-6-4-270,8 12 90,0 6 0,0 7 90,-15 30-135,9-17 0,0 3-519,-10 11 1,-2 3 653,5 2 0,-1 0-453,3-11 1,-1 1 0,0 0 452,0 0 0,0-1 0,0 2 120,1 2 0,0 1 0,-2-2-120,-1-3 0,-1-1 0,1-1 180,-1 15 0,1-4-90,-3-12 0,0-3 134,7 0 1,3-2-145,-3 3 190,2 3 269,8-19-449,0-2 914,8-9-824,10 4 0,17-12 90,-6-1-180,12-12-45,-7-2 0,-1-1-935,-11 6 1,1 0 934,18-10 0,0-2-270,-9 5 1,-3 1-32,-1 2 0,1-1-134,-1-1 0,1-2 0,-2 2 75,-2 3 1,-1 1 134,6-7 0,-1 1-855,-7 10 1,-1 3 954,16-4 0,-25 38 0,-16 20 1</inkml:trace>
  <inkml:trace contextRef="#ctx0" brushRef="#br0" timeOffset="584604">22348 11048 7083,'-9'-13'-540,"1"0"810,8 0 180,0 0-270,0 0 269,0-5-179,0 10 180,8-10-90,-6 11 180,13-1-1,-5 14-359,0 9-180,-8 23 0,-4 7 90,2-19 0,-2 0-1581,-6 22 0,0 1 1446,7-23 0,0 0-45,-6 13 0,-1 2-363,6 2 1,2 1 392,-5-8 0,-1 2 0,1-2 60,4 15 0,0-4-287,-7-7 1,0-2 241,7-8 0,0-3-494,-6 6 359,7-14 1593,7-13-2222,-5-6 1620,6 0-1171,-8 0 437,8 0-77,-6 0 0,6-29 0,-8-7 0</inkml:trace>
  <inkml:trace contextRef="#ctx0" brushRef="#br0" timeOffset="585061">22437 11099 7533,'4'-40'479,"0"0"1,-2 10 0,5 3 194,16-3 1,3 7-405,0 10 0,14-6 0,0 4-360,-14 14-45,9-3 0,2 2 135,-6 8-90,-1 2 0,-1 2 0,1 6-45,-12 4 0,-3 1 45,-5-4-3187,-2 31 804,-8-26 3222,-2 7 1,-4 3-795,-14-2 0,-1 0 45,9-2 0,-2 0 235,-9-3 1,-6-2 0,1 1-281,-5 6 0,1-2 360,-1-3 0,-1 0-106,7 0 1,-2 0 0,3-3 330,-13 2-90,16 5 0,3 1-1,2 0-449,18 3 90,26-4-180,3-26-180,0 6 1,1-1 179,9-6-360,-6 1 0,1 0 270,5-3-1124,-10 2 0,1 1 1034,7 5 1089,-2 16 0,-17 3 0,-10 12 0</inkml:trace>
  <inkml:trace contextRef="#ctx0" brushRef="#br0" timeOffset="585686">22913 10583 7533,'-18'-27'809,"1"3"-449,7 11-360,-14-12-90,13 10 270,-23-15 0,-1 10-560,13 4 0,-1 0 515,-3 2 0,-1 1-270,-3-1 0,-1 2 45,4 2 0,-1 1 45,2 5 0,-1 1-90,-2-1 0,0 2 90,-2 9 0,-1 4 90,-12 0 0,0 5-412,13 0 1,2 4-1,-1 1 337,-5 1 0,-1 2 0,3 2-223,2 3 1,1 3-1,1 3 275,0-1 1,0 3 0,1 0-1,2-1-537,1 2 0,3-1 1,0 3 532,5-6 0,0 3 0,-1 1 0,2-1 0,2-1-227,-3 12 0,2-3 1,2 3 297,2-5 1,2 3 0,0 0 0,1 0 45,-2-1 0,0 0 0,2 1 0,2-2-45,5-1 0,2 0 0,2-1 0,0 0 0,0-4 0,0 0 0,3-1 0,2-1 20,8 10 1,4-1 0,5-3 24,-3-10 0,5-2 0,0-2 0,0-1-446,5 0 1,-1-2 0,2-2 280,4 2 0,1-1 0,-1-6 75,5-8 0,2-6-325,-7-4 0,4-3 0,1-1 0,-3-1 250,0-1 0,-2-1 0,3-3 88,3 0 1,4-1 0,1-2 0,-2-3-59,-10 1 0,1-3 0,-2 0 0,0-2 0,0-1-18,0 0 0,-1-2 0,0-1 0,0 1 0,0-1-107,8-3 1,0 1 0,-2-2-1,-1-1 125,-5-2 0,0-2 0,-4 0 0,-5 4 0,-3-3 0,-5 1 90,5-8 0,-3-4 0,-6 3 0,-2-2 0,-1 2-90,-3 2 0,-1-3 22,2 4 1,1-5-1,0-1 1,-3 3 532,-4 1 0,-2 2 1,0-1-489,-1 0 1,-1-1-1,0-1 1,-1 1-38,-2-4 0,-2 1 0,-1 1 29,1 3 1,-2 1 0,-2-1-210,-6-2 0,-3 1 1,0 0 52,2 4 1,0 1 0,-3 1-84,-2 2 0,-2 0 0,-3 2 0,0 3 0,-6 0 0,-3 4 1,0 4-200,2 5 0,-1 5 0,0 5 379,-1 6 0,1 5 0,5 7 0,0 14 0,5 6 0,1 9 0,1-1 0</inkml:trace>
  <inkml:trace contextRef="#ctx0" brushRef="#br0" timeOffset="610854">19756 13836 6903,'-10'-8'-270,"2"3"360,8 5 180,0 0-90,0-6-90,0 5 270,0-5-180,0 6 89,0-6-89,0 5 270,0-11-180,0 11-90,0-5-90,0 0-90,0 5 180,0-4 0,0 5-270,0-6-90,0 4 90,0-3 90,0 5 1439,0 0-1439,8 0 0,-6-6-90,6 4 90,-8-4 90,0 6 180,0 0-180,7 0 0,-5-5-90,6 3 90,-8-3-180,0 5-90,0 0 180,0 5 0,0 3-180,0 16 180,-8 15-180,0-9 0,-1 4-674,-4 10 0,-2 2 824,2-8 0,-2 1 0,0 0 60,-2 4 0,-1 0 0,0 2-8,3-3 1,-1 2 0,0 0-1,1-3-465,-1-4 0,0-2 1,0 2 509,2-1 1,-1 2-1,0 0 0,3-7-67,1-5 0,0-1 270,-5 7 0,-2 2 0,3-3-191,1 15 56,-2-12 0,1-1 494,5 0-539,0-7 0,3-7 1282,14-12-1372,3-2 2081,24-5-1991,-5-5 224,-4-1 1,1-1-64,19-14-71,-19 9 0,1-1-986,18-7 806,-2 1 45,-18 10 0,1 0-261,-3-1 0,1-1 126,6-2 0,1 1-270,-4 1 0,-1 1-269,19-8-1080,-2 11 989,-16 1-989,-9 12 1012,-10 12-113,-8 10 810,0 5 0,-10 3 0,-4 5 0,0 1 0,-1-1 0</inkml:trace>
  <inkml:trace contextRef="#ctx0" brushRef="#br0" timeOffset="615105">19967 13565 7533,'-8'-32'180,"-9"-12"44,0 19 1,-2 2-270,2 5 0,-3 2 135,-5-1 0,-1 5-180,-11 11 180,8-2 0,-1 0-180,-9 3 180,4 4 0,-4 3 30,8 2 0,-1 1 0,-1 3-640,-11 6 0,-1 3 1,-2 2 662,13-6 1,-1 1 0,-1 1 0,0 2 0,1 2-389,3 1 1,0 1 0,1 2 0,0 2 0,0 0-1,2 2 215,-2 3 0,1 3 0,1 0 0,0 2 0,3-1 1,0-1-295,1 0 1,2 0-1,2-1 1,0 1-1,1 0 342,2 0 0,-1 0 0,3 1 0,1-1 0,3-2 72,3 12 0,4-3 0,0-2-306,-4-9 0,-1-3 0,3 5 234,4 2 0,2 6 0,2 2 0,-1-2 0,1-5-18,-1-3 0,0-4 0,2 4 36,4 8 0,3 6 0,2 3 0,0-3 0,1-8-6,0-8 0,1-5 0,3 3-48,2 4 0,3 4 0,2 1 0,1-3 0,-2-6 63,11 5 0,5-5-113,-4-5 1,7 2-1,3-2 1,1-9-90,-5-12 1,3-6-1,0-3 1,1-2 0,-2 3 156,3 3 0,-1 2 0,0-3 0,3-6-26,-9-3 0,4-5 1,1-3-1,0-2 0,-1 0 1,-4 0-1,-6 2 25,7-6 0,-7 1 1,3-5 0,-2 0 0,4-4 0,2-4 0,-1 0 0,-3 2 0,-5 4-30,-1-1 0,-5 3 0,1-5 30,-1 1 0,3-5 0,1-2 0,0-2 0,-2-1 0,-4 0-135,-4 1 0,-2-1 0,-3-1 0,0 0 0,-1 0 0,0 2 182,3-1 0,-1 1 1,-1 1-1,0-3 0,-1-2-99,-2 0 1,1-4 0,-1-3-1,-1 0 1,-2 1 0,-1 1-1,-4 3 52,-4-3 0,-4 2 0,-2 2 0,0 0 0,3 1 18,3 1 0,2 0 0,0 1 0,-1 1 0,-4 0 72,-6-3 0,-3-1 0,-2 1 0,-1 6 0,2 7-45,0 6 0,-3 4-45,-19-15 0,-1 8 0,7 18 0,-10-7 0</inkml:trace>
  <inkml:trace contextRef="#ctx0" brushRef="#br0" timeOffset="615888">21625 12610 7533,'8'-38'-720,"2"10"1035,-5 3 0,0 1 674,3-10-629,-8 6 450,0 0-361,0 19-89,0-10-360,0 12 0,0 1 90,0 35-90,-8-16 0,-7 28 0,-4 11-120,5-22 0,-2-1 0,-1 2-317,0 5 0,0 2 1,-4 3 406,2-6 0,-3 3 0,-2 2 0,0 1 0,-1-1 0,2-2-580,1 1 0,0-1 1,0-2-1,0 2 1,-1-1 594,-1-1 0,-1 0 0,0 1 0,-1 0 0,0-1 0,1 0-15,0 0 0,-1 1 0,1-1 0,0 0 0,0-2 0,2-3 371,-4 1 1,2-3-1,-1-1 1,0 2-185,-5 6 1,-2 2-1,1 0 1,4-2-158,5-4 0,2-2 0,1-1-60,-3 1 0,0 0 0,6-5-120,3 7 0,-2 1 0,-1-2-899,-1-12 399,9 11-579,9-25 2941,17-10-1861,3-3 518,5-4 1,-15-7 0,-2-1 0</inkml:trace>
  <inkml:trace contextRef="#ctx0" brushRef="#br0" timeOffset="616221">20761 13655 7533,'-10'-39'2608,"-6"18"-2428,15 3 180,-23 36-360,20-2 135,-15 18 0,-1 4-135,14 3-168,-5-6 0,-4 8 0,2-2 288,3-5 0,1 0 0,0-1-120,-2 12 0,1 0 120,1-9 0,2 1 0,7-11 600,18-9-451,9 10 46,0-40 0,5-13-195,-1-2 0,2-6 0,-1 2-444,-5 4 1,-2 2 0,3-4 89,-2 1 0,3-4 0,0 0 1,0 0-1,-2 2-816,5-5 1,-1 3 0,0 0-13,-2 1 1,-1 0 0,-1 1 1061,5-5 0,-7 2 0,-17-10 0,-8 1 0</inkml:trace>
  <inkml:trace contextRef="#ctx0" brushRef="#br0" timeOffset="617820">21255 7021 7533,'0'-14'-90,"0"-4"90,-8 17 90,6-5 359,-14 12-269,14 1 270,-13 29-270,6 5 0,0 11-216,3-16 0,0 3 0,-1 3 0,-1 3 0,0 3-329,1-8 1,-1 3 0,-1 3 0,0 2 0,0 1 0,0-1 0,0 0 0,0-1 0,1-3 270,0 1 1,1-1-1,0-3 1,0 1-1,0 1 1,-1 2-1,-1 3-118,2-6 1,-2 3-1,0 3 1,-1 2-1,0 1 1,-1 1-1,1-1 1,0-1-1,0-2 1,0-2 0,1-4-1,1-3 194,-3 11 0,1-8 0,0-1 0,0 1 0,-2 6-104,3-9 1,-1 2-1,-1 3 1,0 2-1,0 2 1,-1 0-1,0 1 1,0 0-1,0-1 1,0-2-1,0 0 158,0-1 0,0-1 0,1 0 0,-1-1 0,-1 0 0,1 0 0,-1 1 0,0 0 0,0 1 0,-1 2-31,1-5 0,0 0 0,-1 2 0,0 0 0,0 1 0,-1 0 0,0 0 0,1 0 0,-1 1 0,0-1 0,0 1 0,0-1 0,1 0 91,-1 0 1,1 0 0,-1 0 0,0 1 0,0 0 0,1-1 0,-1 1 0,0-1 0,1 0-1,-1 0 1,0-1 0,1 0 0,0 0 17,-2 3 1,0 0 0,1 0 0,-1 0 0,0-1 0,1 0 0,-1-1 0,1 0 0,0-1 0,1 0 0,-1 0-65,0 2 0,-1 0 0,1 0 0,0-1 0,0-1 0,0 0 0,2-2 0,0-2 0,1-1-50,-3 12 0,2-3 0,0-3 0,1 0 0,0 0 0,0-1 0,0 1 0,0-2 0,1 0 0,1-4 0,0 10 0,1-3 0,1-2 30,1-3 0,0-2 0,1 2-90,0 6 0,0 1 0,3-6 574,2-7 0,2-3-784,-1 14 0,0-2 315,-1-16 0,2-1-135,1 14 0,3-4-270,5-6 91,0 13-91,-2-32 360,-8-12 1166,0-12-1436,0-3 2102,-8-9-2731,6 10 3676,-6 1-3947,0 7 1205,6 6-1294,-13 0 1259,13 0 0,-6-12 0,8-2 0</inkml:trace>
  <inkml:trace contextRef="#ctx0" brushRef="#br0" timeOffset="618089">19685 12532 7533,'-35'-26'1889,"7"12"-720,11 8-989,9 14 314,3 14 1,2 9-45,1 1 0,1 5 0,2 3-629,1 0 0,1 3 0,1 2 1,3-1 267,2 3 1,2 1 0,1-1 0,1-3-150,-2 3 0,0-3 1,8-9 104,24-2 0,2-19-45,-10-30 44,-9-7 1,4-10 0,0-4 0,-2-1 9,-7 5 0,-3-2 0,0-2 0,0 0 0,1-2-451,1 1 1,2-3 0,-1 0 0,1 0 0,-1 0 0,-1 2 414,-1 0 0,0 0 0,-1 2 0,-1 1 0,0 1-1111,4-12 1,-2 4 0,0 7 571,-3 10 1,1 7 520,18-2 0,-37 55 0,-1-2 0,0 1 0</inkml:trace>
  <inkml:trace contextRef="#ctx0" brushRef="#br0" timeOffset="671686">21872 7150 6993,'-10'-7'270,"3"-10"-90,7 14 180,7-20 359,3 3-629,0 4 360,-2-13-360,-8 27 270,0-15 179,0 9-719,0 1 0,0 1 450,8 35-180,-6 1-1131,6 10 1,4 13-1,-1-3 1071,-4-14 0,0-1 0,1 8-30,-1-6 0,1 7 0,2 4 0,0 3 0,0 2 0,0-2 0,0-2 0,-1-5-485,1 4 0,0-5 1,0-1-1,0 3 0,1 6 460,-3-10 1,1 4-1,0 4 1,1 2-1,-1 2 1,1 0-1,0 0 1,-1-2-1,0-2 1,0-4-1,-1-4-11,3 11 0,-1-6 0,-1-3 0,1 1 1,1 6 25,-2-7 0,1 5 0,1 3 0,1 2 0,-1 0 0,-1-2 0,0-2 0,-1-5 0,-1-6 70,1 14 0,-2-8 0,3 3 14,-2-7 1,3 3 0,0 3 0,1-1 0,-1-2 0,-2-4-354,2 8 1,-2-5 0,1 0 338,2-1 0,0-1 0,1 0 150,-1 1 0,0 0 0,-3-9 59,1-1 1,-5-3 0,-2-2-90,-3-11 1735,0 4-2275,-8-13 2154,-2-12-2154,-7-2 3572,7-4-3482,-6-1-179,14 0-361,-14 6 540,15 2-989,-7-1 90,8 4 719,0-4-180,0 12 450,0-4-359,8 9 539,1-10 0,1 5 0,-2-6 0,-8 0 0</inkml:trace>
  <inkml:trace contextRef="#ctx0" brushRef="#br0" timeOffset="671973">22296 9629 7533,'-34'-6'1979,"21"4"-1620,-11-4 271,24 29-630,0-11-1639,10 19 1,4 2 843,-1-5 1085,7 1 0,6 6 0,1-5 519,5-4 1,2-5 134,11 4 1,1-9-765,-14-13 0,-2-11 479,-5-19 1,-3-15 0,-4-3-921,-6 4 0,-2-2 1,-2-2-1,1 1 306,0 6 0,1 0 0,-1 1 0,0-2-45,2-7 0,0-4 0,-1 6 0,-2 17 0,-5 18 0,13 11 0</inkml:trace>
  <inkml:trace contextRef="#ctx0" brushRef="#br0" timeOffset="675219">25894 7602 7533,'0'-20'-1080,"0"7"1080,0-10 180,8 7-90,-6-9-90,6 11 90,-8-3-90,7 14 180,-5-14-90,6 10-90,-8 0 0,0 2 90,-8 5-90,6 0 180,-13 16-180,13-5 0,-9 13 0,-2 4 0,1-2 60,2 2 0,-2 7 0,1-3-399,1-9 0,1 2 384,0 8 0,0 7 0,0 1 0,2-5-623,1 0 1,0 1 613,0-2 0,-3 8 0,1 2 0,-1-2 0,2-7-36,0 6 0,1 1 36,-1-4 0,-2 7 0,0 3 0,0-3 0,1-7-36,-2 6 0,1-1 0,2-8 0,1 5 0,-1 3 0,0-3 0,0-5 0,-2 9 0,-1 0 0,2-9 0,0 5 0,-1 3 0,0-3 0,2-5 0,-4 11 0,0 1 36,1-8 0,-1 8 0,-1 1 0,-1-1 0,2-7-473,1-5 1,0-5-1,-1 5 437,-2 7 0,-2 6 0,-1 2 0,0-2 0,1-6-411,2-6 1,0-5 0,-2 6 440,2-1 0,-2 6 0,-1 2 0,0 1 0,1-3 0,0-6 0,-2 2 0,1-4 0,-2 4-60,3 0 0,-2 5 0,-1 4 0,0 0 0,2-3 0,0-7 30,-1 3 0,1-6 0,-2 6 0,2-5 0,-2 5 0,-1 2 0,0 1 0,1-4 0,2-3 0,1 2 0,2-4 0,-4 4-30,-1-2 0,-3 4 0,-3 3 0,0 0 0,1-2 0,4-5-256,-1 4 1,4-5-1,-5 5 273,4-8 0,-4 4 0,-1 3 0,-2 1 1,2 0-1,0-3 0,3-5-47,-5 12 0,2-5 0,-4 5 60,6-13 0,-3 3 0,-2 3 0,-1 2 0,0 0 0,-1 0 0,2-1 0,1-4 0,-2 4 0,2-2 0,0-2 0,0 1 0,0-1 0,-1 1-136,-3 3 0,0-1 0,0 0 1,-1 1-1,0 0 0,0 0 136,2-2 0,-1 2 0,0 0 0,0 0 0,1-2 0,1-2 0,2-4 0,-8 8 0,3-6 0,-4 6 12,8-10 1,-1 4 0,-3 1 0,-1 3 0,0-1 0,1 0 0,0-2-109,-3 4 0,0 0 0,1-1 0,-1 1 0,1-2 0,1 0 96,-2 1 0,1-2 0,1 0 0,-1 2 0,-2 1 25,3-1 1,-3 2 0,-1 2-1,0 0 1,2-1 0,2-4-1,4-4-81,-4 4 0,4-6 0,-3 5 56,2-4 0,-3 5 0,-3 2 0,1 0 0,1-2 0,4-5 0,-2 4 0,3-5 0,-3 4-60,3-4 0,-4 4 0,-1 2 0,0 0 0,2-3 0,3-4 90,0 2 0,4-5 0,-4 4-66,-4 2 0,-4 4 0,-1 2 0,1-2 0,4-5 36,4-4 0,4-3 0,-4 1-36,-2 1 0,-4 3 0,-1 0 0,0 0 0,2-3-59,0-1 1,1-1 0,1-1 0,-1 0 94,-7 5 0,0 0 0,0-2 30,-3-2 0,-1-1 0,6-4 442,10-8 1,1-2-428,-14 1 0,1-2-45,-2 0 90,6-5 0,0-1-90,1-2 179,-1 0 1,2 0-180,7 0 90,-17 0-90,23 0 1318,1 0-1678,-1-5 1671,8 3-1401,-13-9 3291,19 9-3651,-12-9 484,8 9-34,6-3 0,10 5 0,12 0 0</inkml:trace>
  <inkml:trace contextRef="#ctx0" brushRef="#br0" timeOffset="675688">21537 14482 7533,'8'-41'90,"-6"15"179,6 14 451,-8 41-720,-8-10 45,-2 14 0,-6 6-75,-3-13 0,-5-1 0,-1 2-1063,-3 10 1,0 1 0,0-1 647,1-5 0,0-1 1,-2 1 421,1-2 1,-2 2-1,1-1 1,3-4 192,-1 1 1,-1-1-36,-1-4 0,-5 3 0,1-1 0,5-3-46,5-3 1,1-1 270,-20 8 0,4-3-180,16-9 360,-3-2-360,17-12-540,24 6 360,13-5 0,8-1-45,9 1 0,2-2 737,-15 0 0,1-2 0,1 0-842,12-3 0,3-1 0,0 1-390,-12 2 1,1 1-1,-1-1 1,0 1 539,8-3 0,0 0 0,-1 5 0,3 6 0,-2 5 0,-6 4 0,-15 7 0,0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5:30:41.99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1746 4052 7533,'8'-7'0,"2"-4"180,0 10 89,-2-11 1,-8 5-90,0 0 90,0 1 899,0 0-899,0-1 0,0 0 0,0-5-180,0 11 90,0-5 180,0 0-181,0-1-179,0-6-179,-8 0 179,-2 7-360,-31 0 315,11 14 0,-3 7 105,-5 0 0,-4 4 0,1 4-774,4 4 1,0 5 0,1 0 0,0-1 758,5-8 0,0-3 0,1 2 0,1 3 90,-3 10 0,2 5 0,1 1 0,4-4-385,4-4 0,3-1 0,2 0 340,2 1 0,2 2 0,1-1 45,-3 9 0,5-1 225,7 0 0,4-4-331,-2 3 240,10 4 1,3-1-450,1-12 90,9 2 0,3-3 0,3-6 90,0-1 0,1-1-89,9-7-316,-6-6 0,1-1-405,-3-2 1,1-3-630,4-3 0,0-1 1259,-8 3 0,-1 0-619,4 3 1,-5 0 798,-12-4 0,9 10 0,-23-12 0</inkml:trace>
  <inkml:trace contextRef="#ctx0" brushRef="#br0" timeOffset="532">1993 4711 8432,'-25'-25'2069,"13"10"-1799,-4-15-360,1 4 0,11 10-630,-20-1 451,22 17-451,-29 23 540,17-6 180,-3 7 0,-4 9 0,2-1 225,3 7 0,1 1-297,0-10 1,0 1 0,2 1 370,5 4 1,3 2 0,0-5 150,-3 15-46,7-2 1,2-2-405,7-13 90,18 11-90,-5-35 90,28-12 0,-19-4-315,0-13 1,-2-3 44,-4-1 0,5-15 0,-3-1 180,-12 7 30,-1 5 0,2-7 0,-2 4 150,-7 6 0,-1 1 314,5-5 1,-4 3-315,-14-1 90,6 46-225,-9 7 0,-1 3-585,0 13 270,3 5 0,0-1-719,2-11-136,8 3 1,5 0 1124,12 6 0,8-33 0,7-7 0,4-5 0,0 0 0</inkml:trace>
  <inkml:trace contextRef="#ctx0" brushRef="#br0" timeOffset="831">2434 3924 8162,'-6'37'787,"0"1"0,1 0 0,-1 3 1,2 3-766,0-5 0,-1 6 1,1-1-1,1-5-534,2 2 1,0 0 578,-1 4 1,0 8-1,0 1 1,0-9-278,2-5 1,0 0 141,2 0 1,0 5 0,0 1-1,0-9-247,-1-8 1,0-1 104,4 7 0,1 4 0,-1-7-240,-3 0 135,6-4 1,-1-2-46,-5-4-961,6 8 782,-8-22-721,0 4 1260,0-12 0,-8-17 0,-1-5 0</inkml:trace>
  <inkml:trace contextRef="#ctx0" brushRef="#br0" timeOffset="1464">3104 4685 7533,'18'-32'2069,"-8"-6"-1890,-10 9 451,-18-7-450,6 28 270,-27-9-270,33 15-225,-20 3 0,-2 4 314,12 3-494,-15 15 1,-3 8 224,9 7 0,3 2-396,-2-4 1,1 2 425,5 1 0,0 4 0,5-7 60,1 6 0,1 5 0,7 1-90,14-19 0,3-3-180,-8 2 0,4-1-450,21 6 1,5-7 179,-2-15-585,4 2 1,0-3 585,3-16 449,-3 0 0,0-6 0,-12-8 0,-1-5 0,10-5 0,1 0 0</inkml:trace>
  <inkml:trace contextRef="#ctx0" brushRef="#br0" timeOffset="1847">3298 4865 7533,'0'-27'-360,"8"-14"1979,-6 12-1169,6-4-90,-16 15 539,6 0-449,-13 15-270,13-8 0,-14 11-180,6 17 0,-7-1-270,10 10 0,4 3 180,-5 2-135,3 8 0,2 0 225,1-7-225,-3 1 0,2 1-224,11 5 179,-1-12 0,4-2 90,9-3 0,3-4 90,16 2 0,-13-20 0,-1-7 270,2-14-1819,-5-11 1,-2-2 1703,1-6-50,-4 7 0,0-2 389,-8 3 1,-1 3-225,2-10 450,-1 8 0,-2 2-361,-5 7 1081,-2 4-991,-2 18-988,-14 24 629,14-1-540,-6 9 0,0 2 91,6-1 134,-2 11 0,1 1-584,3-11-136,7 9 1,1-3 404,-4-14 630,9 1 0,5-7 0,18-34 0,-9 5 0,1 1 0</inkml:trace>
  <inkml:trace contextRef="#ctx0" brushRef="#br0" timeOffset="2099">3933 4039 7533,'-19'13'2158,"-5"0"-628,22 18-991,-6-3 1,1 7-360,7 6 0,3 6 0,0-2-821,-7 4 1,2 1 460,4-5 0,2 7 0,1-2 1,-1-8 134,1-8 0,0 0-608,1 2 1,1 6 0,0 0 0,-1-7 562,-1-7 0,1-1-570,7 9 1,2 3-1,-3-6 301,-6 0 359,6-4 0,-1-5 0,-11-15 0,0 2 0</inkml:trace>
  <inkml:trace contextRef="#ctx0" brushRef="#br0" timeOffset="2832">4498 4775 7533,'10'-18'1079,"5"-3"-449,-13 2 449,-2-12-809,-9 16 360,-9-15-451,0 15-3456,-7-3 984,13 10 3702,-27 14-1994,15 19 1,3 5 977,-13 5-483,16-9 0,-2 5 0,4 1 240,4 3 0,4 2 0,0-3-60,-3 2 0,1 1-30,2 8 0,1 3 0,6-10 29,11-5-224,6-5 1,1-3 3294,-3-11-3520,33-7 360,-26-8-90,4-10 0,1-8 90,-2-11 0,-3-3 45,-2 8 0,0-3 75,-2-6 0,1-5 0,-4 4 374,-7 8 1,-1 1-101,7-3 0,-2 1 686,-11-1-361,-16 57-719,12-16-405,-8 23 1,1 8-136,9-12 0,2 1 405,-5 1 1,2 1-1081,10 2 1,2-6 584,-5-7 630,27 8 0,-4-42 0,18-4 0</inkml:trace>
  <inkml:trace contextRef="#ctx0" brushRef="#br0" timeOffset="3291">4921 4078 7533,'-19'0'989,"-5"0"-179,22 6-720,-14 1 494,14 17 1,3 5-315,-9 12-1363,6 0 1,3 9 0,0-4-505,-2-7 1,2 1 1393,0 4 1,1 7 0,1 1-1,-1-7-112,-2 3 1,1-2 224,1-2 0,1 3 0,0-4-1124,5 3 1,0-4 1085,-2-10 1,0-1 127,3 4 0,-1-2 0,0 7 0,-8-9 0,8-11 1035,-6-7-1035,6-7 2700,-16-6-2700,6-12 0,-14 4 540,-1-28 0,-3-5 167,4 11 0,-1-4-392,3-1 0,0-2 125,-3-2 0,-1 1-260,4 8 0,1 0 224,-1-17 1,2 3-225,2 3 494,6 10 1,1 1 944,3-5-1709,7 11-449,27-7 404,-12 17 0,3 3-722,6 6 0,0 2 767,-4-6 0,-1 1-135,4 6 0,-1 2-2012,10-5 1742,-10 4 1,1 2 662,-4 1 1,1 1 0,15 5-1,2 3 1,-10-2 0,-1 0-1,0 0 1</inkml:trace>
  <inkml:trace contextRef="#ctx0" brushRef="#br0" timeOffset="3697">5433 4814 7533,'-20'0'2518,"5"0"-2068,15 0 180,0 0-1,0 12-269,0-4-180,0 11 0,0 11 0,0-7 0,0 14-225,7-9 0,1-1 45,-4 5-540,8 2 0,0-1-277,-10-5-623,5 4 181,1-8-450,2-10 1709,8-1 0,-5-32 0,-1-13 0,2-4 0,0 0 0</inkml:trace>
  <inkml:trace contextRef="#ctx0" brushRef="#br0" timeOffset="4091">5644 4840 7533,'20'-7'1439,"-4"-5"-630,-16 11 361,0-5-721,0 12-449,0 1 450,0 17-810,0 4 540,0 10-1169,0-5 719,0-7-719,15 4 89,-3-14 630,14 3 360,-9-13-270,1-12 90,-8-7 360,5-13-270,-5-1 180,0-5 270,6-5 269,-7 2-940,0 10 1,0 0 400,1-4 270,-2 0 745,-8 10-566,0 10-269,0-2 270,0 11-630,0 23 0,0-12-900,0 31 450,0-21 1235,8 5-3033,9 16 1708,-5-24-180,-1 6 1,2 0-91,4-3 834,3-5 0,3-6 1,7-14-1,3-8 1,7-3-1,0 0 1</inkml:trace>
  <inkml:trace contextRef="#ctx0" brushRef="#br0" timeOffset="4565">6227 4775 7533,'7'-14'270,"-5"-14"-91,6 23 1171,-16-18-991,-1 22 901,-17-5-900,14 12-181,-11 7 1,21 1 0,-14 10-899,14 2 539,-6-4-90,8 19-360,0-18 181,0 8 269,8-12-630,2 0 180,23-10 540,-11 2-179,19-17 628,-14-7-269,-7-7-654,-3 0 1,-3-3 1012,-2-7-314,-3 7 0,0-3 92,0-1 1,-3-2 87,-4-2 0,-2 1 944,0-19-1079,-2 20 270,-5 54-90,7 21-495,0-9 0,0 3-190,-1-7 1,2 3 204,3 7 0,2 4 0,-1 0 135,-1-6 0,0-1 0,0 4 164,1-1 1,0 4 0,1 2 0,-1 0 0,0-4-581,-2-4 0,-1-3 0,0 0 0,0 3 508,1 1 1,1 5 0,0-1 0,-1-2 0,-1-6-108,-1 12 0,0-5 30,2-8 0,0 0 0,-1-1-211,-5 12 1,-2-4 359,1-16 1,-2-1-35,-5 17 0,-3-4 304,-6-11 642,-13 1-1136,8-16 0,-1-4 45,-15 0-270,0 0 1,-1-3 269,-7-12 86,19 5 0,0-2-761,4-5 1,1-3-1125,-20-4 764,10-6 1,1-3 1034,13 7 0,1-4 0,-7-14 0,-1-8 0,2-1 0,8 1 0,-1 1 0,0-1 0</inkml:trace>
  <inkml:trace contextRef="#ctx0" brushRef="#br0" timeOffset="4732">5486 4466 7533,'-22'-19'1638,"1"0"0,-1 2-2036,-1-12 128,23 28-719,0-5 989,0 6 0,31 11 0,8 4 0</inkml:trace>
  <inkml:trace contextRef="#ctx0" brushRef="#br0" timeOffset="5780">8431 4091 7533,'0'-25'359,"0"0"1,0-23-135,-3 20 0,-1-1 764,2-17-449,-6 19 809,16 27-1034,1 26 0,-1 16-165,-1-2 0,0 5 0,-1 0-511,0-7 0,0 0 0,-1 3 338,0 5 1,0 5-1,-2 0 1,0-9-23,-2-5 0,0-1 22,1 2 1,0 6-1,1-1 1,-2-7-23,-1-7 0,0-1-45,-2 10 0,0 3 0,-2-6 90,-6-2 225,0-3 0,-5-2 179,-9-15 1,-3-4-495,-5 1 1,-1 0-226,5-3 0,-1-3-45,-8-6 0,2-1-449,3 1-226,7-11 1,0-2 314,-3 3 180,10-13 1,3-3 539,3 4 0,3-15 0,2-6 0,7 8 0,0-1 0</inkml:trace>
  <inkml:trace contextRef="#ctx0" brushRef="#br0" timeOffset="6014">7867 4168 7533,'-18'-27'809,"-7"-8"630,13 19 1170,-11-26-1440,36 8-539,14 5 0,5 1-541,-7 9 1,5 2-910,4 1 1,7 1 0,2 0 0,-6 2 377,0 0 0,2 2 244,-2 0 0,7 0 0,3-1 0,-2 1 0,-6 1 226,-5 2 1,-3 0 0,4 1-685,6-1 1,8 0-1,2 1 1,-3 0 0,-8 1-984,6 1 1,-4 2 1594,1-2 1,1 0 0,-7 9 0,-13 14 0,-5 6 0,-1 4 0,-1-1 0</inkml:trace>
  <inkml:trace contextRef="#ctx0" brushRef="#br0" timeOffset="6466">9313 4065 7533,'-17'0'2428,"-1"12"-1798,0 31-450,9-4-150,5-8 0,1 6 0,2-3-623,0-5 0,2 2 713,-1 13 0,0 6 0,0-5-30,0-10 0,0 0-720,0 12 0,0 5 1,0-7 494,-1-20 0,2 0-1504,5 17 1,3-1-781,3-8 1821,6-6 598,-10-9 0,-8-12 0,0-40 0,0-9 0</inkml:trace>
  <inkml:trace contextRef="#ctx0" brushRef="#br0" timeOffset="6798">9243 4091 7533,'0'-37'359,"0"1"1,0-5 0,0 0-180,0 6 0,0 0 494,0-6 1,0 6-495,0 18 450,23-7-450,-9 18 134,14 12 1,1 5-225,-6 5 90,2 1 0,5 5 0,-4-1-601,-8-3 1,-1 3 420,11 12 0,5 6 0,-4-4-410,-7-8 1,-3 2 431,-2 5 1,1 6-1,-1 1 1,-2-7-68,1-1 0,-3 1 112,-3 4 1,-1 9-1,-1-1 1,-1-6-23,-1-3 0,-3 0 44,-4-1 1,-3 6 0,-1 0 0,0-6-45,0-4 0,-4-2 105,-10 5 0,-5 4 0,2-6-60,-3 6 90,1-16 0,-5 1 0,2-6-90,-15 0 179,0-2 1,0-4-180,1-10-270,0 1 0,2 0-179,5-3 179,-3-3 0,0 0-1349,5 1 1626,-9-4 0,47 6 0,6 0 0</inkml:trace>
  <inkml:trace contextRef="#ctx0" brushRef="#br0" timeOffset="12823">11095 4724 5914,'0'14'2968,"0"-2"-2248,-8-18-91,6-13-449,-6 3 0,8-19 90,0 13-90,0-9-45,0 1 0,0-1 44,0-9-555,0 9 0,0-5 0,0 1 421,0-5 0,0-2-15,0 5 0,0-2 0,0 0 59,0-2 1,0 0 0,0 1-784,0 1 1,0 2 0,0 1 872,0-9 1,0 3-45,0 8 0,0 1-296,0 4 1,0 2 519,0-10-179,0-6 360,0 18 730,0 11-1090,0 1 2336,0 2-2876,8 9 1275,10-3-1905,9 5 630,16 0-989,-6 0 110,7 5 1059,-17-3-719,6 9 449,-13-4 0,13 6-449,-13 0-1,21 6 900,-27 1 0,-11 10 0,-6 6 0,-12 2 0,0 0 0</inkml:trace>
  <inkml:trace contextRef="#ctx0" brushRef="#br0" timeOffset="13047">11024 4388 7533,'-35'7'1619,"8"-1"-990,9-6 1,10 6-450,8-5 180,0 5-90,0-6-270,0-6 0,8 5-90,17-17-405,1 14 0,1 0 315,-3-6 0,1 1-765,17 4 1,-1 3 143,-8-4 261,0 6 0,-1 0 406,-3 0 1,3 10-1,3 3 1,-3 2 0,0-1-1</inkml:trace>
  <inkml:trace contextRef="#ctx0" brushRef="#br0" timeOffset="13913">11677 4388 7533,'0'-14'899,"0"-4"-539,0 17 450,0-5-631,0 1 91,0 3 90,0-3-360,0 5 360,0 0-90,-8 0-270,6 0 359,-6 0-448,8 0 178,0 0-178,-8 0 178,-1 0-178,-1 0 178,-6 0-538,-1 0 449,-3 0-90,2 5 90,3 2 0,5 0 0,-8 5 0,-7 1 0,13 1 0,-4-1 0,8 5 90,-1-10 0,-9 22-90,8-14 0,2 8 90,8 6-90,0-12 0,0 17 0,0-8-90,0 11 0,8-12 0,0 0 0,-4 15-45,11-13 0,1-2-45,-4-2 0,14 11 90,-9-26 360,1 2-360,-1-11 450,1-11-360,0-3 0,-8-6 450,-3-10-270,1 8-1,-6-4 181,14-15-360,-14 22 135,6-10 0,0-1-315,-7 6 45,4-6 0,-2 0-45,-3 5 180,0-2 0,0 1 0,0 3-179,0-14 179,0 23-180,0 2 180,0 12-90,0 0 90,0 6 270,8 13-270,2-4 179,8 27-179,-1-19 90,-4 1 0,0 1 0,6 3-45,-6 0 0,0-1-135,12 3 45,-15-5 0,0-1 135,15-3 90,1 15-180,-7-26 450,7 13-180,-16-22 629,-2-6-719,-1-10 360,-5-33-270,6 16-180,-3-9 0,-2-1 90,-1 2-526,6 1 1,0-1 435,-8 13 0,2 1-135,5-4 0,1 1-21,-3 2 1,0 2 65,5-8-360,-2 15-809,7 12 719,-3 12-89,14 7-1800,-1 7 90,10 0 2085,3-2 0,-13-3 0,1 1 1,-4 1-1,1 0 0</inkml:trace>
  <inkml:trace contextRef="#ctx0" brushRef="#br0" timeOffset="14757">13688 3588 7533,'-10'-7'1259,"-6"1"-1079,14 6 90,-13 0-270,5 12 90,0 2 0,2 18 224,7-6 1,2 3-1637,-1-1 0,0 1 1367,0 7 0,0 3 45,0-4 0,0 1 0,0-2-45,0 3 0,0 1-695,0-1 0,0 4 0,0-3 605,0-2 0,0 1 135,0 1 0,-1 3 0,2-3-225,3 6 0,0-1-395,-1-4 1,-1 2-1,3-4 350,4-5 1,0-2 114,-5-1 0,1-2-115,19 10 90,-20-21 1144,19 7-1234,-21-22 2693,6-1-2423,-8-7 2825,0-17-3275,-16-4 0,-3-16 90,2 20 1,-1 2-891,-18-13 1115,19 14 0,-1 1 45,-7 5 0,-1 3-90,-13-10 270,10 9 0,-1 3 359,-15 15-224,18 5 0,1 4 90,3-4 0,1 4 359,-6 21 1,5 2-784,1 2 333,9-6 1,3 1-225,10 1 0,0 2 180,8 0-90,9-8-90,0-10 0,2-1 0,18 2-225,-12-12 0,1-3 0,0-1 0,1-2-450,4-1 1,0-2 43,-3 2 1,-1-2 450,-1-1 0,-1-2-1169,9-1 0,-1-3 809,10-6-540,-1 2 1,-2 0 539,-8-3 450,-6 7 0,-3-2 0,-12-21 0,5-3 0</inkml:trace>
  <inkml:trace contextRef="#ctx0" brushRef="#br0" timeOffset="14963">13935 4556 7533,'10'-22'2338,"-3"-6"-1978,-7 25 90,0-9 449,0 6-719,0 5 630,0-5-450,0 6-450,0 24-270,0-13 270,0 36 90,0-24-1079,0 15-1,0-1-1079,8 3 947,1-14 1,0 0 581,3 14 271,19-9 359,-11-6 0,3-24 0,5-5 0,-1 2 0,0 1 0</inkml:trace>
  <inkml:trace contextRef="#ctx0" brushRef="#br0" timeOffset="15357">14393 4504 7533,'0'-38'1439,"0"5"-450,-8 1-359,-1 6 90,-9 6-181,8 2-539,2 11 0,8 1 180,0 6-180,0 11 0,0-2 0,0 38 0,0-21-225,8 15 0,0 1 135,-4-8-225,11 13 1,1 1-389,-4-8 748,1 3 0,0-1-1149,-4-5 1194,0-13 0,-2 1 0,-5 18-771,14-19 681,-14 18-191,6-22 911,-8 0-361,-8-7 631,-2-8-630,-8-5 179,-7-5-629,5-2 90,-5-6 288,7 0-468,8 0 1242,2 0-1961,1-5 1255,5 9-626,-6-9-736,8 11 286,8-11-989,1 3 1259,9 3 91,0 0-991,15 5 1350,-19-6 0,28-2 0,10 0 0,-8-2 0,0 0 0</inkml:trace>
  <inkml:trace contextRef="#ctx0" brushRef="#br0" timeOffset="15607">14940 4531 7533,'8'-21'0,"-6"2"1439,6-5-630,-8 8-269,0-8 1169,0 11-1349,0 0 90,-8 0 989,-2-6-1169,-7 11 269,-9-4-629,-1 18 90,-9 19 270,9-3-540,1 16-45,13-11 1,1 0-2963,-8 6 2994,7-3 1,1 0-438,2 9 361,2 1-361,15-11 0,2-2 91,-5 9 134,14-10 0,3-3-659,1-1 704,21 2-90,-18-17 0,1-1 540,21 1 0,-6-16 0,2-5 0,-2-4 0,0 0 0</inkml:trace>
  <inkml:trace contextRef="#ctx0" brushRef="#br0" timeOffset="16397">15452 4865 7533,'-28'8'-630,"11"3"900,-7-10 0,20 5 90,-19-6-360,13 0 0,-8 0 269,8 0-89,-5-6 90,5-1 270,-8-5-270,8-1-180,3 0 359,-9-12-449,12 10 270,-12-10-360,16 13 180,8-1-540,10 0 271,9 0 44,-3 6 0,3 1 45,4-1 0,1 1-62,-4 2 0,1 1 62,20-6 0,0 0-606,-4 1 696,1-1 0,-2-1-1027,-13-2 982,-6 3 0,-1-1 404,4-10-359,-1-12 810,-1-7-720,-16 11 809,-10-20-359,-10 31 180,-16-19-451,14 27 269,-11-8-88,5 16 2,-9-5-272,-1 18-360,3 2 1308,7 6-1353,9 4 0,1 0 45,-2 2-90,1 6 0,2 1-911,5-2 1001,-6 17-89,8-3 89,8-9 90,2 7-675,5-18 1,3-1 404,12 7-315,-2-2 1,3-4 224,8-9 90,4 1 0,-10-17 360,-13 0 0,13-28 0,-5-8 0</inkml:trace>
  <inkml:trace contextRef="#ctx0" brushRef="#br0" timeOffset="16975">16157 3885 8072,'10'-7'1170,"-2"1"-990,-8 12 629,0 7-539,0 6-90,-8 7 224,7 9 1,0 2-45,-15 6-1305,14-6 1,3 6 0,-2-4 1034,-3-8 0,1-1 278,2 13 1,2 7-531,-2-12 0,0 7 0,1 2 0,0-2 0,2-7 27,5 8 0,1-1 112,-7 1 1,-3 9 0,2-4-1,5-16-1146,19-10 539,-22-18-1618,21-1 1888,-19-6 360,12-11 0,-17-13 0,-6-7 0,2-7 0,0 0 0</inkml:trace>
  <inkml:trace contextRef="#ctx0" brushRef="#br0" timeOffset="17158">16122 4440 7533,'-13'-37'179,"0"-1"1,4-6 0,-1 4 1080,-8 8 1438,3-15-1888,13 32 899,2-9-1350,9 15 91,25-14-270,-13 21-90,11-10 0,1 1 90,0 8-1621,3-6 1,3 0 1305,-8 8 0,0 1-1504,17-3 1,0 0 308,-13 5 0,-1 2 1330,5-2 0,-3 3 0,-1 20 0,0 2 0</inkml:trace>
  <inkml:trace contextRef="#ctx0" brushRef="#br0" timeOffset="17581">16404 4621 7533,'0'25'989,"0"-5"180,0 5-899,8-17-90,-6 10 0,29-17-90,-9 5 90,13-6 0,14 0 0,-17-6 44,4-5 1,2-2 45,3-10-90,-6-7 0,-3-1-394,-3 0 349,-11 1 0,-2-1-764,1 3 809,-7-15-90,-2-2 90,-16 10-360,6-3 90,-37 8 0,0 20-320,12 0 1,-1 3 409,2 10 0,1 6 405,-9 7 0,1 5-180,11-7 0,1 3 74,-7 9 1,-2 4 0,6-3-120,0 14-90,3-11 0,3 1-540,16 18 270,2-19-675,17 1 1,7-2 584,9-4 180,0-6 1,1-2-811,-7-7 1,-1-2 629,1-3 0,1-1-225,-1 2 0,-1-1-44,17-5 179,0-6 414,2 5 0,-18-23 0,-1-9 0,1 1 1,-1 0-1</inkml:trace>
  <inkml:trace contextRef="#ctx0" brushRef="#br0" timeOffset="18040">14058 4234 7533,'-17'-14'0,"-1"-10"0,8 8-360,2-3 360,8 8 0,23-3 0,9-2 0,2-5 0,1 0 0</inkml:trace>
  <inkml:trace contextRef="#ctx0" brushRef="#br0" timeOffset="18874">17815 4259 7533,'-27'-29'2428,"9"6"-2787,10 35 538,8-4 46,0 19 0,0 5-45,0 8-625,2 0 1,1 10 0,0-2 444,0-6 0,0 0 0,1-1 30,1 0 0,1-1 0,1 2-53,-2-2 1,-1 2-1,3-2 1,2-9 67,8-6 0,1-3-45,-4 17 0,2-7 702,33-32-522,-28-14 224,8-22 1,-1-6-270,-12 21 0,0-2-68,-2-8 1,1-8-1,0 0 1,-1 6-23,5 4 0,0-1-68,-6-3 1,1-6-1,-2 0 1,0 7-338,-2 6 0,1 2-210,2-12 1,1-4-1,-2 9-2038,0 10 2608,6-19 0,5 68 0,-3 8 0</inkml:trace>
  <inkml:trace contextRef="#ctx0" brushRef="#br0" timeOffset="19557">18803 4466 7533,'-18'-25'1529,"1"9"-630,-9-14-899,15 21 450,-21-14-540,13 15 180,-17-10 0,17 5-630,-13 6 540,28 1-629,-35 12 539,10 24 90,-5-4 0,-1 6 120,15-2 0,1 3 0,1 2-139,-3 6 0,-1 3 0,5 0 169,4-2 0,3 0 0,5 0-240,4-3 0,2-1 0,7-4-180,12-1 0,5-8 180,-2-9 0,3-9 45,8-15 0,-1-8-45,4-7 0,-13-1 0,2-6 0,-2 1 0,3-4 0,-3 0 150,-3 6 0,0-2 0,-2 0 30,5-9 0,-7 4 450,-13 3 359,-14 41-539,-7 17 0,-3 8-270,5 0 0,1 1-774,2-3 0,0 1 0,4-5 684,7 8 90,-4-9 0,2-1-126,3 0-234,8 11-180,1-11-89,25-7 629,-21-8-180,19-18 180,-22-7 90,7-2-135,-8-10 0,0-3-135,8-5-591,-7-3 1,-2-1 680,2-4 0,-2 16 0,0 0-350,-4-3 1,1 0 349,13-15 0,-8-2-540,5 4 360,-5 23 984,8-12-1254,7 17-899,-5 6 1079,5 1 270,-7 12 0,15 24 0,-14-9 0,0 0 0</inkml:trace>
  <inkml:trace contextRef="#ctx0" brushRef="#br0" timeOffset="19892">19403 4401 7533,'-18'-7'989,"1"-10"-359,7 14 269,-6-9-629,14 12 0,-14 6-270,14 1-90,-5 23 360,-1 5-360,7-7 0,0 1-616,-7 13 571,7-12 0,2 0 135,-1 17-360,0-17 1,0-1 179,0 17 90,0-9-824,8 0 14,2-2-89,7 4 449,-7-13 540,6-8 0,1-16 0,11-4 0</inkml:trace>
  <inkml:trace contextRef="#ctx0" brushRef="#br0" timeOffset="20806">19826 4607 6183,'0'-27'2609,"0"3"-1530,0 11 271,-8-17-1171,6 19 1,-13-18-90,5 27 90,0-9-630,-6 9 630,7-4-1079,-17 12 629,-1 13-90,-9 8-782,1 1 962,8 2-45,9-9 0,2 1 405,-3 9 45,1 5 0,2 0-135,5-10 0,1 3 0,4 0-90,6-5 90,0 7-90,8-1-270,2-14 180,7 8-360,1-16 270,0 3-180,23-21 180,-18 7 90,6-15 1,-1-6-91,-6 0 270,-1-8 0,-1-2-180,-1 3-377,-6 0 1,0 2 466,4 0 360,-7-3 806,-2 2-1166,-8 20 449,0-13-89,0 21-450,0-4 270,-8 24-270,-2-2-90,1 33 0,1-19-270,7 0 1,2 0 269,-1 0-225,3 1 1,2-2 314,4-4-90,17 16 90,-6-32 540,21-9-540,-12-15 224,-3-15 1,-1-6 105,-6 14 0,-1-3-150,-3-6 0,-1-6 0,0 2-433,8-8 1,0 0 462,-9 6 0,-2-3 0,2 1-150,1-2 0,1 1 0,-1-3 30,-4 5 0,-1-3 0,0 0 0,-2 4-60,0 2 0,0 2 0,-1-1 150,0-13 0,0-2 0,-3 7 0,-3-4-17,-2 17 0,-3 4 17,-5 12 270,-8 19-180,-7 37-180,11-14 0,0 3 366,0 3 1,1 3-577,5-2 0,3 2 0,0-3 210,1-4 0,0 0-180,1 14 0,-1 8 1,3-8 365,4-13 1,0 1-232,-2 4 0,-3 6 0,2 0 0,3-6 45,9 0 0,2-1 0,-3 9 0,0 5 0,2-7 0,1-15 0,1-3-45,6 14 0,0-6 315,-2-17-180,7 2 452,-9-24 807,9-19-765,-15 1 1,-3-4-405,2 4 0,-2-2 90,1-21 0,-2-2-1100,-6 22 0,0 1 830,3-11 0,0 0 180,-4 5 0,0 1 0,0-11-1316,-8 2 0,0 1 1226,4 6-6,-10 1 0,-3 5-1343,5 17 899,-6-7-1349,10 17 328,8 12 661,8-10 1263,18 16 1,-2-14 0,5-1-1,7 3 1,0 1 0</inkml:trace>
  <inkml:trace contextRef="#ctx0" brushRef="#br0" timeOffset="21308">20761 3962 7533,'0'-26'839,"0"1"1,0-4-1,0 0-569,0-12 540,-8-2-451,6 28 1,-14 4-360,7 11-90,-9 0 540,8 17-720,-5-7 270,5 26-135,-2-9 0,-2 2 45,-5 16-698,12-10 0,1 6 1,1-3 652,-4 1 0,2 1 45,6 1 0,1 3 0,-1-3 45,-3 6 0,1 0 135,1 0 0,2 5 0,2-5-90,1-5 0,1 0 0,0-2 0,-1 6 0,1-2 0,3-6-45,5-5 0,4-2 45,-1 8 0,2 3 0,1-9-45,1-16 0,2-3-90,4 6 0,1-4-188,1-11 503,6-10-270,3-19 450,-7 1-225,-12 3 0,-1-3 0,-2 1 0,-2-1 45,1-5 0,1-2-46,4-6 1,0 0-565,-4 5 0,-1 2 520,-3 3 0,-2 1 0,-1-12 135,-2 12 0,-2 0-135,-1-18-45,3 6 0,-2 1 45,-11-1-270,-2-12 180,-15 29 270,-10 18-90,-3 5-1,11 21-134,6-6 0,3 2 1484,4 16-1664,-6 3 1,-1 1-136,1 0 120,13-9 0,0 6 0,4-5-425,3 10 485,-2-7 0,6 3-585,12-3 1,7-2-271,0-5 1,1 1 764,0 4 0,1-2-450,5-7 1,-3-5 89,-8 1 181,7-7 650,-16-7 1,-10-23 0,-10-5 0</inkml:trace>
  <inkml:trace contextRef="#ctx0" brushRef="#br0" timeOffset="21507">19685 4078 7533,'-32'-9'1092,"-1"0"0,-6-1 0,4 0 2184,11-5-3071,-7 4 1,31-12 0,0-6 0</inkml:trace>
  <inkml:trace contextRef="#ctx0" brushRef="#br0" timeOffset="23233">21114 4995 6723,'-20'0'990,"4"0"-1170,16 0 450,0 0-270,0-6 269,0 4-89,0-3 540,0-1 179,8 4-449,-6-9-270,14 4 90,-6-6-90,15-11-135,-8 3 0,2-2-105,5-2 0,3-2 0,-2 1-158,-3-6 1,1-1 127,10 0 0,5-2 0,-5 1 0,-7-4 0,-1 2 135,7 1 0,-1 1-45,-12-1 0,-5 4 360,-6 10-180,-8-4 540,-8 7-630,6 9-1,-14-2 1,14 11-269,-13 11-1,13-2 270,-3 15 0,2 4-90,3 6-90,-1 13 0,2 2 172,7-2-142,-4-12 0,2 4 0,1-5 60,13 7-60,-7-8 0,1 5 0,0-3-30,1 1 0,-1-1 540,1 2 0,-2 0-136,-1-6 1,-8-7 495,-28-11-540,2-7 134,-6-8 1,-2-2-135,-2 3-630,-1-8 0,2 0 270,15 6-944,-13-8 0,3-1 494,20 9-2469,-33-14 3009,35 15 0,4-3 0,20 5 0</inkml:trace>
  <inkml:trace contextRef="#ctx0" brushRef="#br0" timeOffset="25107">23178 4466 7263,'7'-20'270,"-5"1"-90,6 12 449,-8-10-449,0 14 0,0-15 360,0 17-180,0-5-181,0 6-89,0 0 90,0 6-270,0 1 360,-8 12-450,6 18 360,-5-7-270,3 5 0,0 2 180,-6 2-912,5-1 1,0 2 641,1-9 0,0-1 90,4 0 1,0 0-46,-4-2 0,0 0-45,4-3 0,-2 0 90,-5 16 0,7 4-450,0-7 360,0-17 1,0 3-541,0-11 0,7-6 630,-5-1 90,14-6 0,2-23 0,9-6 0</inkml:trace>
  <inkml:trace contextRef="#ctx0" brushRef="#br0" timeOffset="25614">23513 4698 7533,'33'-19'0,"4"-13"0,-18 16 0,-1-2 0,-1-1 0,0 0 45,0-1 0,-1 2 135,-2-3-1,17-4-358,-5-5 808,-5 2-179,13-5-360,-17 8 90,-7 18 180,-2 1-91,-8 6 361,0 0-450,0-6 0,-8 5-90,-2-5 90,0 6-360,-13 0 90,3 6-180,-5 0 0,-1 1 270,-5 2-1639,2 3 1,1-1 1253,7-8 385,-13 14-805,1-4 894,11-5 15,-11 15-104,23-20 0,2 14 90,8-10-180,0 6 3090,0 0-3090,32 11 90,-9-7 0,17 1 0,3-1 0,0-1 90,2 5 0,0 0-90,-4-4-90,-7 9 0,-1 0 1413,-4-6-1323,-14 8 0,-5 2 0,-2-11 224,-16 8 1,-7-1 45,-7-9-90,-2 2 0,-3-2-270,-10-3 0,-6-1 90,16-7-90,1-6-450,-7 0 181,3 0 130,-5-6-1300,10 5 1529,7-10 0,24-8 0,6-9 0</inkml:trace>
  <inkml:trace contextRef="#ctx0" brushRef="#br0" timeOffset="25813">23442 4104 7533,'-27'-26'809,"6"10"1,0 1-1,0-1-809,-5-1-629,26 17-451,26 6 1080,-5-5 0,8 1 0,9 1 0,-1-2 0,-1-1 0,-1 0 0,0 0 0</inkml:trace>
  <inkml:trace contextRef="#ctx0" brushRef="#br0" timeOffset="26581">25259 4427 7533,'25'-26'719,"-13"6"-449,4 1-90,-16 12 809,0-4-809,0 9 180,-8-3-180,6 5-360,-14 0 270,7 0-360,-17 0 180,14 0 180,-19 5-719,11 8 539,-15 1-533,8 5 443,7-5 0,-2 2 135,0 1 0,-1 1-382,-4 7 1,0 1 561,-4 0 0,1 0 0,2 2 0,3 1-90,9-8 0,2 0 135,-9 22-91,23-23 1,8-1-486,9 5 396,11-8-45,-3-1 0,1 0-135,13-1 180,4 5-585,-15-12 0,1-1 585,2 1 0,3-1 0,5-3 0,6-1 0,0 0 0,3-1 0,1 1 0,-1 0 0</inkml:trace>
  <inkml:trace contextRef="#ctx0" brushRef="#br0" timeOffset="28023">25700 4582 7533,'0'-35'989,"0"-6"1,-8 25-541,-2-14-269,-7 16 0,7-5 450,-14 6-450,20 6 0,-11 1-450,-1 0-540,4 5 450,-5 1 270,1 1-809,-2 22 269,-1-1 360,2-1 1,0 2-122,3 0 0,1 0 526,-1 6 0,0 0-45,-11 12 90,15-13 0,2-1 0,-1 7 224,4-4 1,2 2-315,3 5 0,6-6 0,3-2 90,3-6-90,21 7-720,3-5 720,9-15-449,0 7 89,-2-17-270,-8-17 630,1-5-166,-22 1 0,-1-2 121,1 0 0,-2 0 0,-7-3 0,-1 0-18,4-14 243,-8 9 0,0-5 378,0 7-423,-3 4 0,-2 0 135,-4-4-181,-1-7-89,2 10-180,8-1 502,0 1-232,-8-4 210,6 14-570,-6-2 266,16 12-356,-6 6 180,14 6 90,-6 7 0,7 1 90,-7 5-90,6 5 0,-7-2 90,1 9-135,3-6 0,-2-1 45,-7 7 45,8 0 0,-1-1-722,-9-1 677,6 7-90,0-11 1,0-1-1,-4 8-45,8-4 0,-1-2-45,-9-4 180,14 2 90,-6-11-270,-1-5 360,7-14-270,-6-3 90,7-16-180,-7 0 180,6-8 0,-6 0-90,-2 3 0,1-1 90,9-1-45,-9-7 0,0 0-45,8 2 135,-11 6 0,-2 0 135,4 3 317,-8 3-407,0 14 90,0 9-91,-16 14-89,12-2-225,-7 15 1,-1 3 134,2-2-180,1 10 0,0-1 90,0-9 45,3 9 0,4 1 135,2-11 270,8 24-858,1-23 498,1-6 360,22 4-90,-19-15-90,36-4 0,-27-12 45,-1-6 0,-1-4 45,0-6 0,5-20 0,-15 16-90,6 1-35,-7-9 35,1 12-90,-2-15 90,-8 18 0,0 2-90,0 10-90,0 8 90,-8 8 310,6 10-220,-6 2-540,8 18 271,0-15-1,8 18 180,-6-19-90,14 4 0,-6-8 0,7-5 132,9 0 318,1-6-360,8-1 360,-7-17-91,-7-4 1,-1-2-270,2-13-460,-5 2 0,-1 1 550,2-1-90,-9-4-272,-1 2 272,-8 14 90,0-8-180,0 16 180,0 3-450,-8 45 90,-1-13-453,1 3 1,-1 8 0,0-4 587,-1-7 0,0 0 105,2 7 0,-1 4 0,1-1-135,-1 9 1,0 0 134,3-10 0,0 2 0,1 0 120,0 1 0,2 0 0,1-1-90,1 12 0,2-2 44,1-5 1,6-3-90,8-12 1,1-3 44,-3 6 640,9-54-460,-15-2-120,-2-5 0,0-7 0,0 2-16,0 5 1,-1-2 0,1-2 0,1-6 0,-1-1 0,-1 6-534,0-4 1,0 0 488,-1 3 0,0-6 0,0 0 0,1 6-99,5-2 1,-2 1 98,-4 3 0,-2-4 0,2 0 60,3-4 0,2 0 0,-2 2 120,-1 1 0,0 0 89,1-1 1,2-2 0,1 9 1012,7 4-1282,1 12 431,0 24-251,7 23-270,-5-1 180,5 10-180,-16-15 0,0 0 0,8 12-90,-4 3 0,0 1 0,6 0 180,-6 3 0,0-2 1037,5-10-992,-12-3 0,-3-1 2306,-3-6-1721,-17 3-360,-11-17 180,-7-1-450,8-12 269,1 5 91,-15-10-270,17 4-630,0 0 1,-1 1-2070,6-1 2609,1 1 0,42 12 0,15 1 0</inkml:trace>
  <inkml:trace contextRef="#ctx0" brushRef="#br0" timeOffset="28530">27323 3821 7533,'-18'-13'0,"8"0"2878,-5 0-2518,5 5 359,0 2 1,-6 6-270,14 6 359,-6 24-809,8 1-804,0 4 0,0 2 849,0-11 0,0-1-45,0 8 0,0 3 179,4 4 1,0 0-270,-3-12 0,0 3-90,2 6 0,1 7 0,1 2 1,-1-7-1,1 0 0,0 1-315,-2 1 0,0 7 1,2-2-1,1-8 315,7-9 0,0-3 0,-8 12 1,2-4-1351,16-9 361,-13-4 360,0-9 809,13-12 0,-11-29 0,13-13 0</inkml:trace>
  <inkml:trace contextRef="#ctx0" brushRef="#br0" timeOffset="28773">27640 4478 7533,'-10'-7'2788,"-13"-4"-2518,11 9 809,-13-4-899,15 12 360,-14 24-630,20-5 225,-4 7 0,1 2-1484,7 3 944,3-6 0,2 0-2462,4 3 1788,9 9 1124,-4-18 0,5-5 1,6-12-1,3-3 0,8 2 1,1 0-1</inkml:trace>
  <inkml:trace contextRef="#ctx0" brushRef="#br0" timeOffset="29980">28081 4556 7533,'0'-32'809,"0"11"-269,-8-4 180,6 7-631,-13 4 91,13-5 540,-6 0-360,0 5 0,6 1-450,-14 7 0,14 6-720,-21 17 810,11-1-270,-6 16 180,3-12 0,5 4-269,-8 8 134,5-10 0,1 2-723,0 11 1128,-4 7-90,16-10 90,0-3 179,0 13-269,0-14-90,0-2 90,0-2-450,24 2 181,-2-5-1,13-3-90,-2-12-360,2-12 360,-5-6-316,-5 0 0,-1-2 406,-3-13 135,-1 12 0,2-2-757,-4-4 0,-1-1 713,12-8-141,-7 5 0,-3 1 500,-7 3 104,27-9-195,-33 15 1,18 6 0,-1-1-270,-17-2 701,25 4-791,-21 3 2642,0 5-2372,6 0 1403,1 0-1314,-5 0 865,12 0-55,-22 0-809,5 0 450,-7-6-360,0 5-180,-7-16-180,-11 8-90,-2-4 180,3 7-90,1 1-3187,6 3 2532,-7-4 296,-9 6-94,7 6 363,-7-4 90,8 9 0,-15 13 180,19-6-90,-7 10 0,3 2 180,14-10-360,-4 15 0,1 1 0,7-10 45,6 4 0,3 0 135,3-1-405,11-7 1,3-2 134,-2-4-45,3-2 0,2-5 225,1-13-135,-1-7 1,1-2 134,9-12-634,-9-7 0,-1-2 634,-10 15 0,-1 1 135,0-9 0,-1-2 0,0 3 0,-1 2-45,12-17 90,-15 13 0,1-1-476,4 1 1,-2-1 475,-10 2 0,-1-1-1,7 1 1,0-3 502,-6-2 0,-1-4 0,2 2-592,10-9 0,1-1 60,-10 7 0,-2-1 0,1 2-200,10-4 1,-2 6 319,-13 7 0,6 3 1585,-8 17-1585,0 0 1506,-8 2-1686,6 5 747,-6 5-1107,8 20 360,-8-2-360,-2 25 602,-7-19-332,7 8 0,2-12 0,0-1 180,-2 14 45,1 0 0,1 2 45,-2 5-60,2-13 0,-1 5 0,2-5 149,3 17-209,-1-17 0,-1 5 0,2-4 165,3-1 0,2-2-270,2 9 0,2-1 90,-1-7 0,1-3-45,5 16-90,14-1 90,-13-20-90,15 7-284,-1-11 374,11-4-360,9 3 270,0-16 45,-18-10 0,-3-3 135,-3-6-45,3-12 0,-1-1 45,-1 4-135,-5-9 0,1-2 135,8 6-716,-16-2 0,-3 0 446,3 3 180,-2-13-662,0 6 752,-6 13 506,6-11-236,-8 20-90,-8-3-1,6 10 91,-22 3 1256,13 16-1886,-15 4 270,8 10 924,1 1-1104,7 17 270,-6-12-315,15-4 0,0 0-884,-14 2 659,13 8 0,-6 0 271,16-14-181,-6 19-540,21-10 540,-3-3-135,0-9 1,3-4 134,6-7-179,20-3-105,-27-19 644,19-8 0,-23-8 0,-2-12 0,1 0 0,5-4 0,-1 1 0,1 0 0</inkml:trace>
  <inkml:trace contextRef="#ctx0" brushRef="#br0" timeOffset="30497">29757 3807 7533,'10'-7'90,"-3"-4"90,-7 10-180,-7 12 0,-3 5 494,5 12 1,0 4-315,-11 6 0,10-6 0,0 5 0,1-4-359,-1-6 0,0 1 328,-2 13 1,-1 8 0,2-1-1052,3-5 1,1-1 0,1 0 871,-2-2 0,1-1 0,0 1-60,0 8 0,0 1 1,1-8 89,2 4-135,0-7 0,0-4 45,0-11-270,0 8-90,0-31 570,0 5-750,0-28 450,0 13 0,-8-26 91,6 26 3031,-21-30-3212,3 29 270,-7-14-90,-15 19 900,21 12 89,-8 5 1,1 3-91,12 3-584,-8 0 0,1 2 494,12 7-269,-15-5-405,16 3 0,2 0 45,-1-6-135,6 8 0,6 1 45,6-10-45,8 7 0,0-1-135,-3-5-1459,13-2 1,0-2 894,-11-7-85,12-3 0,1-2-71,-8-2-269,28 0 0,-27-6 1169,3-1 0,-25-29 0,-9-6 0</inkml:trace>
  <inkml:trace contextRef="#ctx0" brushRef="#br0" timeOffset="30757">28681 4349 7533,'-23'-12'764,"1"0"1,-14-4 584,19-8-1709,33 11 450,13-6 584,3 9 1,5 0-1948,3 0 1,0 0 822,-7 3 1,1 1 269,3 3 0,0 1-1090,-6 1 1,-1 2 280,19-1 989,-19 0 0,-1 5 0,6 20 0,0 9 0</inkml:trace>
  <inkml:trace contextRef="#ctx0" brushRef="#br0" timeOffset="31180">27799 4324 7533,'-22'-13'1304,"1"0"0,-1-7-404,-1 7-3329,23 1 1080,0 11 1349,8-5 0,33-5 0,-13 4 0,1 0 0</inkml:trace>
  <inkml:trace contextRef="#ctx0" brushRef="#br0" timeOffset="33373">1746 6570 7533,'0'-48'1979,"0"16"-900,0 9-180,0 9-719,0 0 270,0-9-360,-8 14 180,-9-9-1260,-11 11 811,1 1-316,-5 17 0,-1 6 315,-2 2-913,0 6 1,-7 8 0,5-2 585,10-8 0,-1 3 507,-4 5 0,-5 8 0,-1 0 0,6-5-328,3-2 1,1 2 686,5-3 1,-3 6 0,-1 3 0,2 0-1,5-4-29,3 2 0,4-3 0,0 2-240,-5 8 0,-1 1 0,5-1 179,6-2 1,3-1 0,2-6-180,1-9 0,4-1-180,7 9 0,4 3 0,4-3-405,9-4 1,5-4-599,2-2 1,4 0 0,-1-4 635,5-3 1,2-5-219,-6-8 1,4-3-1,0-2 1,-5-1 674,-1-1 0,1-3 0,1-2 0,5-1 0,2-2 0,-5-1 0,-5-3 0,0 0 0,0 0 0</inkml:trace>
  <inkml:trace contextRef="#ctx0" brushRef="#br0" timeOffset="33808">1976 7189 7533,'-36'-6'0,"9"5"1484,-2-3 0,1 2-1124,3 8 44,-12 1 1,1 4-495,12 11-872,0-1 0,-1 1 782,6 7 180,-7 8-90,16-7 0,3 0 0,-3 4-90,5 11 0,2-1-90,3-11 90,-1 1 1,2-2 491,15-3-582,11 8 0,-5-17 608,17-7-968,-12-7 540,11-12-90,-12-7 1,-1-4 89,4-2 45,-4-14 0,-1-3 135,-2 8-135,-1-15 0,-1-3-73,-1 6 253,-5-2 0,-2-1 383,-2 6-248,-3-11 179,-7 10 661,0 15-480,-7-1-271,-3 18-89,0 17-270,-6 10 0,14 6 479,-5 10-569,2-6 0,2 0 90,1 9-603,1-4 1,2 0-27,9 10-586,9-22 1,3-1 764,1 16 450,8-24 0,3-12 0,-10-26 0,-1-11 0,0 7 0,1 1 0,0 0 0</inkml:trace>
  <inkml:trace contextRef="#ctx0" brushRef="#br0" timeOffset="34092">2487 6479 7533,'-10'-7'3058,"-13"7"-2698,11 13 134,-1 12 1,1 4-225,2 12-1090,2-4 1,0 4 1043,3 0 1,0 0-315,0-1 0,0 3 90,3-7 0,0 3 0,0 1 0,1-1 30,0 1 0,1-1 0,1 1-850,0-3 1,1 3 0,0-1 0,0-3 291,3 9 0,0-3 438,-1-4 0,2-3-334,6-8 1,0-4 153,-1 14-389,2-12 1,0-2 209,-3-1 663,5 2-1383,-5 0 809,0-13 1674,-2 6-1314,0-11 0,-14-34 0,4-2 0</inkml:trace>
  <inkml:trace contextRef="#ctx0" brushRef="#br0" timeOffset="34773">2893 7305 7533,'27'-26'0,"-1"0"359,-1-17-269,-5 13 90,-7 6 0,-1 0 450,-2-9-270,6-6-1275,-14 12 1185,6 2 883,-8 7-884,-8 9 226,-10-3-495,6 12-270,-35 12 270,24 2-45,-10 11 0,-1 5-45,3 8-863,9-9 0,-1 3 0,3-2 863,8-7 0,1 0 90,-14 18 0,1 2-206,13-15 1,2-1 385,-1 11 0,2 0-331,6-7 1,4-2 150,5 1 0,4-3 89,16 12-448,9-13 179,-11-16 0,1-1-90,13 4 90,-7-8 0,2-3 180,5-5 0,1-6 0,-10-7 0,1-6 0,0-2 0,7-5 0,0-1 0,0 1 0</inkml:trace>
  <inkml:trace contextRef="#ctx0" brushRef="#br0" timeOffset="35208">3334 7202 7533,'0'-20'1349,"-8"-5"-629,6 17 539,-14-15-899,6 20 539,-7-9-719,7 12-90,-13 17 0,19-6-90,-8 14 0,0 3-90,10-3-135,-2 6 0,0-1 135,4-2 0,0 16-270,0-6 271,0-4-226,7-5 0,2-3 45,3-2 0,13 13-269,9-30 179,-5-1 45,-3-13 0,-1-4 135,-4-4 0,5-5 0,-5-4-663,-15-10 933,26-5-45,-23 9 0,-1 0 135,12-9 315,-11-4 0,0 1-225,6 10 179,-14 0 1,0 5-180,7 17 1169,-16-7-1079,6 22-180,-6 25 0,1-5-540,5 10 0,2 1-809,-8-2 629,14 4 0,3 1-719,-5-7 314,14-2 1,4-1 584,-1-5-45,8-11 1,1-2 404,-7-5 0,2-19 0,-3-9 0,-2-21 0</inkml:trace>
  <inkml:trace contextRef="#ctx0" brushRef="#br0" timeOffset="35493">3845 6633 7533,'-8'-25'1349,"-1"5"-270,-1 7-449,2 8 359,8 5-809,0 5 540,-8 31-540,6-4-45,-2 14 0,0 4-313,4-24 1,0 2 87,0 13 0,0 7 0,0-5-329,0-9 0,0 1 149,0 2 0,0 6 1,-1 1-1,2-6-455,3 2 1,0-1 214,-3 5 0,-2 4 1,3-7 329,6-12 0,0-2 90,-4 4 0,2 0-989,11 13 205,-7-15 424,6 1 296,-6-17-476,-1 0 968,-1-6-518,0-1 472,-6-12 0,22-30 1,-15 12-1,1 0 1</inkml:trace>
  <inkml:trace contextRef="#ctx0" brushRef="#br0" timeOffset="37557">4480 7176 7533,'0'-15'-1619,"0"-2"1529,0 16 270,0-10-180,0 9 90,0-9-1,0 9 1,0-4-90,0 1 90,0 3-90,0-3 180,0-1-90,0 4-90,0-9 90,0 9 0,0-9 0,0 9-90,0-3 270,0 5-180,0-6 180,0 5-180,0-5 90,0 6-91,0-6 1,0 5 180,0-4 90,0-1-180,0 4 90,0-4 0,0 1-3482,0 3 3391,-8-10 91,-1 11-270,-9-5-90,8 6 360,-29 0-90,15 0-538,-8 7 0,-2 4 538,-5 4-180,13 0 0,1 2 270,-11 14-45,7-1 0,0 2-181,3-1 1,3 1 45,-1 4 0,3 0 0,7-8 0,4 0-494,5 0 1,2 0 493,1 9-319,2 11 229,10-4-360,23-9 45,-11-8 1,1-3 179,4-12 0,1-3-45,3 2 0,-1-4 0,7-7 812,-3-6-902,-1-13 0,-12-2 225,0 0 0,0-1 1950,-2-7-2085,7-14 450,-1 4-90,-5 5-90,-3-4 989,-1 7 50,-14 9-1039,14-8 1056,-14 21-966,6-2 0,-8 11 1079,-8 0 23,6 0-1372,-6 6 270,8 18-809,8-7 269,2 19-270,-1-16 220,7 1-399,2 3-181,-7-15 361,21 8-91,-20-16 360,21 5-89,-14-12-91,15-7 270,-16-3 0,-1-5-806,2-5 0,-1-1 1031,0 0 0,0-1 45,-1 2 0,-1-4 0,-2-16 0,-1-3 0,2 14 0,-2-1 0,-5-7 0,-3-5 0,-1 4 0,1 2 0,-2 2 0,-2-3 0,-2-2 180,1 4 0,0-1 0,0 3-46,0 3 1,0 0 45,2-3 0,2-2 0,-2 7 900,0 3-1,6 3-180,-8 39-269,-8 4 90,6 33-540,-14-5-583,15-13 1,0 3 582,-6 7 0,-1 0-450,6-7 0,2-1 135,-4 10 0,0 3-495,3-6 1,2 1-1,-1-2 450,0 0 1,0 1-381,0-3 0,-1 4 0,1 0 0,1-5 380,2 0 1,2-3-46,-1 14 0,2 0-495,2-5 1,1-2 539,0-9 0,0-1 180,-4 2 0,0-4 90,3-10-180,-8-30 1520,0-1-980,-16-22-450,12 13 989,-20-20-179,7-2 2466,5 3-2655,-8-1 1,1-4-351,16 14 1,0 0 447,-13-12 1,1 1-954,13 17 1,2 3 593,-8-14 0,16 13-180,17 5-1080,20 1 900,2 12-1077,-14 3 1,1 2 761,-7 1 0,1 2 90,11 2 0,0 0-42,-10-3 0,-1 1-48,-3 5 0,1 0 315,3-4 0,-1 3 0,-8 9 0,1 2 0,13 1 0,1 0 0</inkml:trace>
  <inkml:trace contextRef="#ctx0" brushRef="#br0" timeOffset="37857">5433 7072 7533,'-10'-12'449,"2"5"-269,0 1 900,6 0 539,-5 5-1259,7-4-1,0 5 181,0 0-180,0 5 180,7 8-361,-5 7 1,14 17 90,-14-8-90,6 2-720,0 5 361,-6-13-1306,2 4 1,-1 1 765,-3 1-1710,0 20 2429,0-27 0,16-9 0,4-15 0</inkml:trace>
  <inkml:trace contextRef="#ctx0" brushRef="#br0" timeOffset="38291">5662 7137 7533,'10'-13'1439,"-2"6"-1079,-8 1 359,0 6-89,0 0-180,0 17-91,0-1 1,-8 27-810,6-8 372,-2-11 1,0 2-192,4 20-181,8 0 180,-6-13 270,6-9-540,7-5 360,-11-11 91,20 4 89,-22-24-270,21-19 270,-11 1 90,1-6 0,0 0 0,-4 3-401,-1-2 1,0-2 580,2-10-135,-2 15 0,1 0 135,1 7 0,-2 2-1,2-14 104,-2 7 166,-8 19-179,0-6 90,8 17-360,-6 0-630,5 23 540,-7-11-225,4 16 0,0 3 135,-2-5-989,5 6 0,2 2 719,1-4-900,1 0 1,3 0 899,6-6 385,5 18 0,9-28 0,3 5 1</inkml:trace>
  <inkml:trace contextRef="#ctx0" brushRef="#br0" timeOffset="38774">6244 7072 7533,'0'-34'1439,"0"-2"-630,-8 28-269,6-4 989,-21 18-539,3 24-631,1 12-359,9-16 0,4 1 90,9 4 0,2 0-629,-3 4-181,7-7 0,5-1-179,14 2 539,9-4 90,-2-13-45,-9-23 1,-3-7 134,1-6-813,5-8 1,-1-4 1082,-15-7-45,3 16 0,0-2-356,-6-8 1,-3 1 310,5-11 315,-3 1 0,-2 1-315,-7 9 1778,-8-2-1508,-2 38 629,-3 18 1,1 7-540,-8 19-180,11-8 0,0 5 0,2-3-493,1-4 0,2 1 335,1 3 1,1 7 0,0 0-1,1-5 131,1 3 0,0 0-63,0-2 0,0 5 0,0 1 0,0-6-300,0 4 1,0-3 329,0-3 0,0 1 0,0-1-90,0-5-1,0-1 1,0 0-110,0 2 0,0 1 0,0 0-160,-2 3 0,-1 2 0,0-4 240,-1 5 0,-2-4-180,-1-1 0,-3-8 90,-8-13 0,0 2 47,-7-18-137,5-6-90,-5-2-1349,-1-16 900,-1-15 44,9 22 0,1-2 45,-1-11 1,0 0 629,-17 0 0,14-5 0,-2-9 0,0 0 0,-1 1 0,-1 1 0,0 0 0</inkml:trace>
  <inkml:trace contextRef="#ctx0" brushRef="#br0" timeOffset="38948">5503 6440 7533,'-17'-13'0,"-9"-5"899,14 9-539,5 4-360,24 12 0,10 2 0,5 0 0,5 1 0,1 0 0</inkml:trace>
  <inkml:trace contextRef="#ctx0" brushRef="#br0" timeOffset="39774">8290 6453 8432,'-10'19'1619,"3"-5"-1169,8 19 0,5 4-1,4 7-1269,-4-10 1,1 9 0,0 2 0,-1-7-58,0 0 1,0 0 1010,0 7 1,0 8 0,1 1 0,-3-9 502,-3-8 1,0 0-549,1 3 1,1 7 0,0-1 0,-3-7 45,-3-5 0,-2-3 406,3 14 1,-6-4-408,-10-23 1,-5-6-674,-24-5 449,20-6 0,-1-2 0,-14-10 0,2-2-741,-3-5 561,11 1 0,-3-5 0,4 3-45,9 6 1,1 0-136,-6-9 0,-2-5 0,2 4 1,-12-2-121,18 0 0,0-5 1,4 3 569,4 4 0,5 0 0,7-20 0,10-2 0,10 9 0,1 0 0</inkml:trace>
  <inkml:trace contextRef="#ctx0" brushRef="#br0" timeOffset="39973">7691 6556 7533,'-26'-30'3276,"14"2"-346,20-5-2660,21 15 0,11 6-480,-1 3 0,6 3 0,4 0-446,-9 1 1,4 0-1,1 0 1,1 0 0,-1 0-1,-1 0 1,1 1-1,0 0 1,-1 0 0,-1 1 531,5-2 0,0 2 0,-2-1 1,0 3-1,-3 1 0,-1 1 1,-1 1-1,-2 0 0,-3 3 0,1 0 1,0 0-1</inkml:trace>
  <inkml:trace contextRef="#ctx0" brushRef="#br0" timeOffset="40530">8961 6633 8792,'-10'37'1439,"2"-13"-1394,6 16 0,4 3-135,6-1-1003,-7-5 1,-1 6 0,1-4-220,2-10 1,2-2 1266,-1 17 0,-1-2-216,-1-3-99,6-2 1034,0-10-1843,2 16 899,0-20-540,-3-10 630,-7-16 180,0-39 0,0 18 0,0-25 0,1 15 0,-2 1 2298,-6-15-2164,2 2 1,0-4 225,-3 11 0,-2-1-625,2 6 0,-2-1 0,3 0 715,0-10 0,2 2-225,-4 3 0,2 0-525,6 4 1,2 3 1109,-1-11-573,-1 15 1,2 3 481,7 12 77,2 3-616,23 17 89,-11 6-89,11 6 0,6 8-211,-9-2 0,1 5 0,1 1 1,-3-2 120,-2-3 0,-1-1 0,1 2-23,4 1 0,3 4 1,-2-1-1,-9-5 574,-4 14-551,7-1 138,-12-5 1,-3 2-49,-3-2 0,-4 3 0,-7 9 0,-2 0-460,4-11 0,-4-2 325,-13-3 0,-3-2 180,7-4 0,1-2-46,-17 8-179,-3 7 1815,0-22-2084,11-1 1032,-19-7-1662,6-6 539,5 0-585,5-5 1,1-1 494,3 3-1169,-13-15 1349,17 11 380,-1 0 1,16-5-1,4 5 1</inkml:trace>
  <inkml:trace contextRef="#ctx0" brushRef="#br0" timeOffset="41409">11448 7202 7533,'-20'0'2248,"4"0"-1438,1-6-630,11 5 449,-20-17-629,22 10 540,-13-40-630,13 11-1003,-3 4 1,-1-6 0,1 2 659,0 4 1,0-2 414,3-1 0,0-6 0,0-4 0,1 0 0,-2 2-59,-1-4 1,0 2-1,-1-1 1,3-1 202,1 0 0,3-2 0,0-1 0,0 1 0,-1 5-81,-3 3 0,-1 2 0,1 2 0,3 1 194,5-6 1,2 1 0,1 9-150,3 6 270,4-3 0,1 1-180,3 14 179,13-9-718,-13 17 314,7 3 0,3 2-585,3 2 150,1 1 0,7 0 1,-2 3-286,-3 4 1,0 2 496,-2-6 1,3 0-1,-4 4-587,4 12 1,-5 1 225,5 2 629,-17 0 0,-7 3 0,-20 4 0,-7 3 0,-2 7 0,0 0 0</inkml:trace>
  <inkml:trace contextRef="#ctx0" brushRef="#br0" timeOffset="41674">11236 6828 7533,'-27'12'1619,"25"1"-1799,13-6-360,22-2 0,9-4-45,-2-1 1,4 0-236,-8 0 1,5-1 0,0 1 0,-4 1-98,10 2 1,-2 0 916,-10-3 0,2-1 0,-3 3 0,4 6 0,-2 1 0,6-1 0,1-1 0</inkml:trace>
  <inkml:trace contextRef="#ctx0" brushRef="#br0" timeOffset="42492">12047 6905 7533,'20'0'1349,"-4"0"-1079,-16-6 269,0-7-269,0-1 450,-8-10-360,-2 9-1,-8-9-269,1 15 90,-1-8 270,-7 16-270,5-5 0,-5 0-540,-9 5 270,-3 1-90,7 5 0,-1 3 90,-8 6-180,4 5 1,5 4 179,15 1 90,-9 0 0,1 0-574,11 4 484,-6 3 540,10 7-360,8-10 0,0 10 0,24 5 0,-10-13-45,6-5 0,1-1-225,-2-3 270,7 3-180,-2-13 0,1-3-90,0 6-45,12-6 0,-1-3 45,-13 1 135,6-10 0,-1-3-45,-6-2 0,11-21 450,-7 3-450,-15-6 225,2 5 0,-2 1 225,-9-5-180,6-10 179,-8 11 91,-8-1-360,-2 3 90,-8-1 270,-7 0-270,5 7 0,-13-15 54,21 24-144,-11-3 90,5 4-270,6 5-90,-3-4 90,15 12-899,0 0 629,7 0 339,11 6 21,10 7-90,7 1 90,8 10 90,-14-9-90,-3-7 0,-3 2 90,-9 3-90,9-3 0,1-1 90,-2 5-90,13 11 270,-2-11-90,-5 16-180,-9-14 450,5 25-270,-22-18 90,6 9 89,-16 9 1,6-10-270,-14 13 90,14-18-360,-6-2 270,8-16 90,0 10-90,0-17 629,0-24-809,0 5 90,8-10 0,0-4 45,-7 5 0,2 1-278,8-1 1,1-1 322,-6-11 0,-2-1-45,1 15 0,0 0 45,3-18 0,0 0-676,-4 17 1,2 1 720,2-6 0,1 1-45,1-15 90,6 17 0,-7-2-720,9 17 270,-8 6 90,-2 1-1169,15 18 360,-1 2 44,-1 1 1,1 1 203,5 6 381,7 8 558,-15-10 1,18 6-1,7 2 1,-16-7 0,1-1-1,0 1 1</inkml:trace>
  <inkml:trace contextRef="#ctx0" brushRef="#br0" timeOffset="43641">14146 6725 7533,'-41'-13'0,"18"5"1529,-26 3-720,13 16-179,-1 9-2088,15-7 1,1 1 1457,-6 24 179,5-8 1,2 1 0,7 15-30,4-10 0,0 5 0,3-5-60,6 14-90,0-9 0,0-3 180,0 0-353,8-5 83,2 0-360,5-14 0,3-1 360,4 3 402,19 4-582,-6-18 450,10-24-180,0 0-532,-14-15 0,-3-2 532,-8 15 0,-1-1 0,11-20 0,-1 1 45,-10 20 0,-1 1 0,4-9 0,0-1 0,0 6 0,-1 0-45,8-14 90,-5 11 0,1 1 1349,4-9-1349,-8 19 0,2 1 470,20-11-470,-14 28-270,-3 5 0,-19 16 90,-7 7 0,0-5 90,0 11 0,0 0-715,-7 2 715,-3-1 0,-8 4 0,-7-20 0,5 13 540,-21-16-450,19-6 135,-6-6 0,-1-4-225,14-4 135,-13-7 0,1-3-225,13-6 180,-2-5 0,-1-1-180,-1-7-45,12-12 0,2-1 135,-3 5 45,14-8 0,9 0 0,-2 23 0,2 3 45,2 1 0,1 2-90,14-13 1417,0 28-1327,-11-5 0,2 13 0,1 3 0,4 0 278,-1 14-98,-5-5-270,-13 1 90,8 6-270,-1 11 270,1-8 771,-8 14-816,-2-18 0,-1 0-135,3 12 0,-2-5 0,2-3-90,8-7 180,-9 3 0,7-19-90,-6-6 90,7-12-180,1 4 90,0-17-90,7-12-29,-15 15 1,0-3 163,10-19 0,1 0-392,-10 18 1,0-1 706,5-16 0,1 3-90,1 10 314,-9 5 1,-1 1-315,2 2 90,-2 4 270,-8 12 31,0 18-211,0 8-90,0 7-630,0 5-720,8 16 631,-6-16-62,1 1 1,1 0-1109,4-3 810,2 7-375,8-1-795,7-8 900,10 6 1079,-13-10 0,1-33 0,1-9 0,5-19 0</inkml:trace>
  <inkml:trace contextRef="#ctx0" brushRef="#br0" timeOffset="44063">15399 6143 7533,'-16'-20'1799,"12"7"-810,-12 7-89,1 18-721,11 2-314,-8 9 1,0 3 44,10 17-430,-2-16 1,1 3 429,2 5 0,1 3 0,1-3-1015,-1 1 0,0 0 985,-1 1 0,1 4 1,1-1-31,1-5 0,1 1 0,-1-3 195,-1 5 0,0 3-315,4-2 0,2 6 0,0 0 0,-2-5-974,-3 5 1,0-2 1153,3-1 0,1 2 0,-2-2-135,-3 0 0,-2-4 45,1-12 0,0 0-180,4 9 1,0-3 179,-2-11 136,6-21 44,-8-21-135,0-11 0,0-3 90,0 9 0,0 0 448,-4-20 0,0 0-268,4 17 0,-2 2-135,-5-7 0,-1-1 540,-1-7 0,0-2 725,-1 1 1,0-3-307,2-1 1,-1-3 0,1 2-736,-2 1 1,2 1 584,4 9 1,0-2 0,2 6 90,2-8-271,10 3-17,24 20-612,3 5 135,-8 9 0,3 1-658,-5-3 1,0 0 387,7 5 0,1 1-900,3-6 1,2 0-59,0 5 1,2 1 0,-2 0-372,5-3 1,0 0 1463,-9 2 0,0 1 0,0 1 0,10 4 0,0 2 0,-12-3 0,0 1 0,0 0 0</inkml:trace>
  <inkml:trace contextRef="#ctx0" brushRef="#br0" timeOffset="44513">16104 7035 7533,'-17'-14'0,"7"1"809,-14-5-449,20 9-90,-19-8-3547,13 15 2872,0-4 2264,-5 12-1409,13 7 589,-14 7-769,10 9 0,2 3-630,-6 8 177,6-3 1,1-1 272,3-2 2086,0 3-4424,15 7 1528,5-20 180,7 12-719,7-23 1259,-15-6 0,8-22 0,3-11 0,-2-2 0,1-1 0</inkml:trace>
  <inkml:trace contextRef="#ctx0" brushRef="#br0" timeOffset="44924">16334 6905 7533,'19'0'2518,"-3"0"-1438,-16 0-811,0 6 631,-8 18-720,-2-1 270,0 26-630,3-21 180,7 15-225,3-17 0,1-2 135,6 8-749,-2-4 0,2-3 389,8-9-269,7 8-91,18-22 270,-19-4 225,5-7 1,-3-6-46,-21-6 90,18-9 0,1-1 450,-10-2-270,6-8 0,1-1 3,-1 3 177,-11 12 0,0-1 719,-1 0 1,-1 1 449,-5-10-809,6-2 1486,-8 16-1396,0 22 234,0 12-504,0 5-90,0 10-270,0-2 90,0-4 90,0 6-360,0 1 0,0 1 270,0 5-855,6 6 1,4-1 764,1-7-360,-2-6 1,0-1-451,15 13-809,-13-13 1858,23 11 1,9-26-1,-16-4 1,1 1-1</inkml:trace>
  <inkml:trace contextRef="#ctx0" brushRef="#br0" timeOffset="47475">16986 7035 7623,'0'-27'1349,"0"7"-899,0 1-91,0 6-179,0 1 270,0-1-270,0 6 0,0 1 0,-8 0-90,6 5 90,-13-5 89,13 23-89,-14-7-180,6 37 180,1-22-90,1 24-180,7-21 0,2-1-90,-1 18 135,5-4 0,5-3-134,10-6 89,-4-7 0,3-3-360,17-8 315,-11-9 0,0-2-394,7-5 529,9-17-225,-20-4 1,-1-2 179,0 6 0,-1-1-364,8-19 1,-1-1 318,-3 13 0,-3-1 180,-5-10 0,-2 0 0,0 14 0,-1 0-45,-2-7 0,-2 1 45,2-4-90,-2 1 630,-8 15-180,0 12-271,0 6 451,0 0 90,-8 17-271,6-7-44,-5 17 0,-2 4-405,-1 2 175,5-5 0,1 0-265,-4 21 921,8-19-966,0 6 1,0 0 44,0-3-450,6 0 0,3 0 90,3-4-584,8-12 0,1-3 674,-7-1-1259,33-18 1259,-25-4-360,13-16 271,-10 11-181,1-16 450,1-8 180,1 7 0,-11 7 0,-1 1 0,-4 7 0,11-19 0,-21 18 0,6-7 1080,-8 5 179,0-6-720,0 3 811,0-14-901,0 20 794,-8-8-973,6 17-180,-13 1 0,13 12 0,-14 7-180,6 24 270,-7-1-450,7 0 0,2 1 180,-2 8-695,5-6 1,2 1 424,6-13 0,2 0 90,-1 6 1,2-1 179,6-9 0,1-1-180,7 16-540,21-19 630,-11-6 0,5-7 270,-18-17 0,-1-9 0,-14-19 90,6-1 135,-11 9 0,-2 0-225,3-11-703,-9 7 0,-1 2 793,0-3-136,4 11 1,-2 1-305,-13-9 439,11 0-89,-6 8 990,-5 6-810,19 12-90,-12 1-720,16 12 1876,0 1-1966,24 18-180,-3-10 1272,15 9-1361,5-11 539,-20-6 0,7 0 0,1-2-299,2-3 569,-6 0 0,1 1-269,18-3 539,-15 0-180,12-5 989,-6-3-899,-13-5 1619,9-11-1349,-21 8 1529,0-20-1529,-2 20 392,-8-14-572,0 16 449,0-5-539,0 6 360,0 7-540,0 0 100,0 6-1179,0 0 975,0 6-345,0-5 449,0 10-180,0-10 180,0 5 90,0 0-90,0-5 270,0 5-270,0-6 989,0 0-899,0 6-90,0-5-179,0 5 359,0-6-540,0 0 360,0 6 90,0-5-90,0 5 0,0-6 720,0 0-630,0 6-180,0 1 0,0 6 180,0 0 360,0 6-270,0 1 89,-8-1-89,6 6-90,-14 18-180,14 0-237,-2-17 0,0 0 417,4 11-170,0 0-9,0 3 134,4-14 0,0 0 45,-2 8 0,14-4-360,-14-11 360,21 1 0,-19-5 817,20-3-907,-14-12-90,7-6 180,1-2 97,-8-5-367,21-11 0,-25 8 180,25-14-179,-13-7 179,9 7 224,-13 0 1,0-1 0,3 10 0,-1 1 45,-6-6 0,0 0 135,3 3 0,-1 2 45,-2-12-181,6 7 181,-14 2-450,13 9 90,-13 2 90,14 1-90,-14 6 0,6-7-90,7 0 0,-3 6-180,6 1 91,-10 0 358,0 5 1,-7-5-180,7 6 810,-8 0 179,0 0-719,8 0-180,-6 0 180,14-6-180,-14 5-90,6-11 90,-8 11 270,0-11-90,0 11 359,0-11-269,0 5 90,0-6-270,0 7 0,-8 0-360,6 0 360,-14 5-900,6-5 630,1 6-899,1 0 719,8 0 90,0 0-720,0 6 630,0-5-269,0 11 539,0-6-90,0 1 360,0-1 629,0 0-539,0-5 270,0 5-451,0-6-999,0 0 1,8 6 0,1 1 0</inkml:trace>
  <inkml:trace contextRef="#ctx0" brushRef="#br0" timeOffset="47958">18715 6892 8252,'10'-19'2969,"5"-1"-1440,-13-5-720,6 4-359,-24 9 449,-3 6 91,-16 17-720,7 3 0,11 7-90,-7 9-270,20 14-315,3-17 0,2 1-135,10 10 1,6 0 314,3-7 0,5-2 360,1 1 0,1-3 404,-8-6 1,-1-3 899,7 2-989,-17-8 899,-24-6-1079,5 0-90,-31 7 540,5 6-2429,0-5-1568,4-1 0,23-7 2711,2-6 1,16-12 0,2-2 0</inkml:trace>
  <inkml:trace contextRef="#ctx0" brushRef="#br0" timeOffset="48308">16281 6789 7533,'-18'-46'270,"8"13"-270,2 9 0,40 11 0,7 0 0</inkml:trace>
  <inkml:trace contextRef="#ctx0" brushRef="#br0" timeOffset="49158">19650 6905 7533,'-10'-13'1889,"-14"6"-1440,20 7 136,-8 23 0,1 13-361,9-1 1,2 2-1281,-5 6 1,2 1 1055,6-6 0,2-3-2196,5 4 2241,-3-14 0,3 0 0,16 3 0,5-3 135,-3-7 0,3-6 180,13-11 0,0-9-388,-11-4 1,-3-8 237,-6-8 0,-1-7 0,-3 2-120,-4 7 0,-1-2-60,4-14 0,2-7 0,-4 2-150,-8 12 0,-3 1 0,0-2-180,1-6 0,-1-1 1,-1 4-33,0-1 0,-4 8-2636,-9 15 3510,24 50 0,6-10 0,7 1 0,8 4 0,0 1 0</inkml:trace>
  <inkml:trace contextRef="#ctx0" brushRef="#br0" timeOffset="49957">20567 6879 7533,'0'-26'3238,"0"-5"-1979,-8-2-629,-10 5-540,-1 10-90,-14 12 0,21 6-90,-13 1 0,-5 4-270,2 2 0,-1 4 240,-2 2 0,-3 2 0,1 2-574,4 2 1,2 2 0,1-1 693,-6 3 0,3 3-121,10 1 0,2 4 0,4-2 346,4 0 0,4 1-195,1 3 0,0 3 0,4-3-165,7 0 0,6-4-181,16-1 0,9-8-44,1-12 1,4-9 299,-10-2 0,1-3 0,-1-3 0,1-6 0,-1-3 0,-4-1 284,-3 0 1,-5 0-180,-2-4 0,-7 4 945,-12 14 1182,0 10-1632,-15 25-135,8-4 0,2 1-675,-4 7 1,0 0 134,4-7 0,2-1 135,11 4 2,-6-36-2,14-2-45,-7-18 0,0-7 45,7-3 0,3-3 30,-6 5 0,-1-3 0,0 2-30,2-6 0,0 2 0,5-8 0,1 5-270,1 3 0,0 12 1,1 4 179,6 4-90,5 14 0,-13 5 540,13 5 269,-21-4-359,4 5 900,-16-6-1080,-8 6-180,-2 7-720,-16 13-899,7 18 1349,1-8-225,13-5 1,2-2 224,3 2-180,7-1 1,2 0 179,3-6 180,4-2 0,1-2 0,-5-6 0,19-1-359,-11-1 449,7-11 90,-1 5 0,-9-12 0,9-24 0,-12 9 0,-1 0 0</inkml:trace>
  <inkml:trace contextRef="#ctx0" brushRef="#br0" timeOffset="50663">21167 7008 6633,'17'-13'1259,"-7"6"181,6-4-991,-14 9 721,6-9-810,-8 9 89,0-10-269,0 11 270,0-10-270,0 10 90,0-11-360,0 5-180,-8-6 90,6 6 90,-14 1-270,6 6 90,-7 0 270,-1 0-90,-7 12 0,5-4-89,-13 28 179,13-13 0,2 20-805,3-16 805,13-1-180,-6 21 180,8-27-450,5 13 1,6-1 449,8-14-495,2 4 0,1-2 405,8-12-90,-1-3 1,-1-4 269,-5-8-180,10-14 0,-1-5 180,-9-7-1,-2 4 1,3-6 0,-4 3 0,-8 9 0,-1-1 30,8-14 0,3-5 0,-6 5-75,-8 13 0,-2-1-45,3-14 0,0-8 0,-3 6 0,-6 11 0,0 0-30,0-10 0,0-5 0,0 6 30,0 9 0,0 2 270,0-16 0,0 5-180,0 17 360,-16 6-271,4 30-89,-6 7-449,-5 23 404,17-16 0,0 4-1138,-4 2 1,-3 2 0,3 0 762,3 3 1,2 2 209,-3 2 0,-1 2 1,3-3 1,4-8 1,2-1 27,-1 2 0,0 2 0,3-1 135,6 8 0,1-1-578,-4-8 0,2 0 533,9 4 0,-1-3 180,-3 11-180,11-21 0,3-4 0,-2 7 539,17-17-89,-24-30 270,1-19-450,-9 9 0,0-1 842,0-3 1,-1 0-978,-3 3 0,0 1 321,3 4 1,0 0 37,-7-3 1,0 0-315,7-9-225,-8 3 0,0 2-584,0 7 269,-8-16-990,-2 26 1465,0 3-1824,2 6-360,16 17 2069,2-8 0,31 9 0,6-12 0</inkml:trace>
  <inkml:trace contextRef="#ctx0" brushRef="#br0" timeOffset="51090">21890 6570 7533,'18'-38'719,"-9"4"91,-1-11-1413,-8 18 1233,0-3-270,0 16 760,0-5-761,-8 12 160,6 1-969,-13 6 360,13 6-449,-22 24 359,12 0-29,-4-1 0,-1 3-16,7 0 0,1 1-45,-5 6 0,2 1-654,7-3 0,0-1 789,-3-2 1,1 1 358,5 14 1,2 0-270,-5-16 0,2 3 180,6-1 0,3 5 0,2 0 0,-2-5-45,0 1 0,2-2 0,8 9 0,6 2 0,-3-7 0,4 2 0,13-10 0,1-7 269,-12-15-89,8-22 0,-1-7-180,-10-6-917,3-11 0,-1-3 782,-18 16 0,1 1 90,13-4 0,-1-1 86,-12-4 0,-2-1-221,8 0 0,0 0 90,-3-6 0,-3 1-90,-1 9 1,-2 2 179,4-21 1751,-24 33-1661,5-1 224,-13 22 1,-1 7-225,1 4 539,-1 6 1,1 5-530,13-5 0,2 3-280,-8 10 0,1 0 760,10-10 0,0-1-1120,-2 3 1,1 0-1,7 18 450,0-3-1639,10-6 1,3 1-1639,1 7 3238,1-13 1,3-6 0,8-16-1,1-12 1</inkml:trace>
  <inkml:trace contextRef="#ctx0" brushRef="#br0" timeOffset="51257">21096 6453 7533,'-25'-15'674,"-1"0"1,3 3-585,-17-16-1529,46 27 1439,-12-5 0,53 0 0,2-1 0</inkml:trace>
  <inkml:trace contextRef="#ctx0" brushRef="#br0" timeOffset="51840">23336 6815 7533,'-27'-22'2968,"9"-1"-2788,10 22 270,8 12-270,0 5-270,0 33 90,0-19-206,0 18-64,0-3 315,0-19 0,0 1-920,4 5 0,0 1 695,6 14-900,5-10 1,3-3 450,4-6 89,3 0 0,-1-3 540,-10-17 0,12-12 0,2-8 0,-8-6 0,0 0 0</inkml:trace>
  <inkml:trace contextRef="#ctx0" brushRef="#br0" timeOffset="52214">23901 6905 7533,'-8'-33'1529,"-2"-4"-1169,0 9 89,-5-9 46,6 12 0,0 0 134,-3-7-639,-11-9 459,13 28-89,0 6 181,2 1-361,0 6-360,6 6 180,-5 7 0,-1 35 0,14-9-1043,-6 0 0,2 1 953,15 3-901,-4-11 0,2 5 1,-2-4 945,-1-8 0,0 0-45,6 6 0,3 4 0,-3-5-594,3 12 729,-4-21 0,0 2-90,0 8 0,-1-2 225,5 5-45,-5-4 0,-6 0 1754,-18-3 495,-11-7-2070,-10-12 1,-1-5-315,-4-3-225,-6-1 1,0 2-46,15 5-495,-12-6 1,1 2 494,13 9-3007,-11-9 1786,26 3 2230,8-5 1,24-11 0,5-4 0</inkml:trace>
  <inkml:trace contextRef="#ctx0" brushRef="#br0" timeOffset="52365">23407 6389 7533,'-33'-18'1019,"1"1"0,1-2 1,3 2-1020,9 9 0,58-15 0,-5 16 0,1-1 0</inkml:trace>
  <inkml:trace contextRef="#ctx0" brushRef="#br0" timeOffset="53663">25100 6866 8342,'-23'16'0,"-1"0"0,-17 11-45,22 11 0,5 7-344,5-12 0,3 1 1,-1 1 417,-2 7 1,0 2 0,2-2 56,-1 6 0,8-5 4,12-13 0,7-12-45,4-28 0,1-9 0,0 8 0,1-4-957,0-10 1,1-5 0,-4 1 911,-6 3 0,-1 0 89,6-7 1,3-4 0,-2 4-90,-6 6 0,-1 0 90,4-7 0,1-6 0,-2 7-90,3-9 180,-3 2 0,-2 3 810,-6 14-900,-10-1 449,-10 47-449,-16-5 90,11 19 0,3 9-1819,-3 1 1,2-1 1400,3-3 0,3 0-62,3-1 0,1 3 0,2-7-60,1 10-405,8-5 1,7-2 764,1-16 0,6-8 0,18-10 0,6-10 0,-13-3 0,1 0 0,-1 0 0</inkml:trace>
  <inkml:trace contextRef="#ctx0" brushRef="#br0" timeOffset="54014">25788 6943 7533,'0'-34'359,"0"0"1,0-5 45,-1 3 0,-6 2 854,-26 4-899,17-3-90,-31 21-90,43 20-180,-8 12 0,1 7-270,11 8 0,6 3 60,-4-3 0,1 1 0,1-1-123,5 6 1,2 0 182,-1-5 0,2 2 0,-1-6 240,9 4-120,-9-6 0,0 5 0,0-6 30,9 5-45,-5 5 0,-5-1 135,-8-12 0,-4 10-270,-31-31 90,11-10-135,-10 2 1,0-2 44,14-8-90,-15 7 0,3-1 180,25-6-809,-19-5 269,32 4 630,2-5 0,14 8 0,11 2 0,2-1 0,1-2 0,1 1 0,-1-1 0</inkml:trace>
  <inkml:trace contextRef="#ctx0" brushRef="#br0" timeOffset="54463">26158 7008 7533,'-7'-37'1619,"-3"14"-1169,-8-1 449,1 12-539,7 11 90,-14-5-181,5 29-179,-9 6-899,3 11-21,19-13 0,2 0 740,-4 9-630,7 6 1,2 1 269,-1-2 135,-2 1 1,4-1 44,9-16 0,2-2-89,0 24 359,6-26 0,3-4-90,14-4 90,-15-8-90,19-34 90,-21 11 135,-5-17 0,0-2-135,11-2-1098,-11 0 0,-2-1 1188,-1-3 0,1 19 0,0-2 22,-6-1 0,-2 0 338,5-22-180,0 19 0,-2 1 180,-5-16 1345,6 20-1076,-8 12 162,0 13-1151,-8 7 3022,6 6-3202,-6 17 270,8-7 90,0 26-539,0-21 720,-8 16-990,6 6 629,-5-13-135,10-1 0,1 0 315,-2-5-270,9-3 1,2-1-638,-1-6 637,5 9 360,-1-16 0,9-12 0,13-11 0</inkml:trace>
  <inkml:trace contextRef="#ctx0" brushRef="#br0" timeOffset="55075">26811 7060 7533,'0'-26'449,"0"6"361,0 1-450,0 6-180,0 6 539,-16-10-359,5 14-180,-15-14-90,9 16 0,-9-5-90,6 12-360,-13 18 270,14-1-135,-3 3 0,2 2 45,7 2 0,-12 6 1,3 0 359,16-3-334,-7 0 0,2 0 334,11 7 0,0 6-270,16-1-180,11-12 270,3-13-180,19-14 90,-28-14 0,20-10 90,-21-3-180,6-16 315,-13 14 0,-1 0-135,0-18 225,0 7 0,-1 2-45,-9 0 719,6-16-629,-8 27 540,0 8-541,0 7-89,0 6 180,-8 6-90,-2 1-630,1 7 270,-7 10-629,14-3 487,-6 17-758,8 6 540,0-14-270,0 3 1,0-1 90,0-6 179,2 1 0,4 0-180,12 0 271,9 5 359,1-18 0,-3-2 0,1-24 0,-7-2 0,2-20 0,-1-10 0,-1-1 0,0 0 0</inkml:trace>
  <inkml:trace contextRef="#ctx0" brushRef="#br0" timeOffset="55373">27129 6840 7533,'7'-44'0,"-6"10"0,0-1-450,7 9 0,0 0-404,-7-7 1,0-1 673,7 5 0,0 2 809,-6-10-89,6-6 1210,-8 24-1120,-8 12 117,6 1 332,-22 35-899,12-11-90,-1 5 0,1 4 90,6 3 0,2 1 0,-12 15-150,12-12 0,2 5 0,-1-5 71,-7 15-101,7-17 0,1 4 0,-1-2-410,-1 0 0,0-1 500,3 9 0,0 1-315,0-1 0,2-1 225,3-1 0,2-2-225,-2-10 0,2-2 135,2 0 1,0-3-571,1 9 390,9-11 180,0 3-1079,-1-11 899,-7-5-690,6-8 690,-6-2 450,-1-15-180,7-3 0,-10-8 0,-2-6 0,5-3 0,-1 0 0</inkml:trace>
  <inkml:trace contextRef="#ctx0" brushRef="#br0" timeOffset="56140">27376 6427 7533,'9'-31'1439,"-1"9"-1079,-8-2 539,-8 11-719,6 6 989,-13 1-989,5 6-180,0 6 90,2 1 90,8 12 180,0 29-360,0-9-917,0-7 1,0 4 0,0-2 826,0-7 0,0 1 60,0 8 0,0 5 0,0-4-832,0-4 1,0-1 861,0 14 0,0 1 45,1-14 0,-2 0-75,-1 3 0,-1 2 0,0-2-15,2-2 0,0 1-75,-2 11 0,0 6 1,2-6 29,4-14 0,1-1-180,-1 3 0,-1 4 0,3-7 90,13 5-449,7 0 449,-5-29-180,5-2 180,1-28 90,-6 6 0,5-14 90,1-11 1601,-7 18-1511,-1-19-90,-6 18 0,-1 1 90,1-7-557,-3-3 0,0 2 737,-1 7 411,-8-16-412,0 32 91,0-2 0,0 11 139,-8 11-589,-2-2 90,0 15-269,-6 13 179,14-7 0,-2 6 0,1 0 180,3-3-495,2 9 0,3-1 405,5-8 757,-2 1 0,2-2-1027,8-9 180,7 7-180,10-22 360,2-3-180,-10-19 0,-3-6-90,6-6 225,-7-17 0,-5-4 45,-6-1 0,-6 13 0,0-6 0,-3 4-45,-2 10 0,-2-1-15,1-5 0,0-5 0,0 6 780,0-6 539,-15-10-989,3 47-78,-13 31-12,15 2-315,1 6 0,2 2 45,6-15 0,0 0-90,-3 20 0,0 2-741,4-2 1,0 2 770,0-9 0,0 1 0,0 2 30,0 3 0,0 2 1,0-2-538,0-5 1,0-1-1,0-1 687,0-3 0,0 0 0,0 0 60,1 1 0,-1 1 0,-1-3 200,-2 0 1,-2 0-111,2 3 0,0 3 0,0-5 90,-7 12-46,-1-17 1,-2-3-315,2-8 0,-15-11-135,-2-5 0,-1-4 135,-6-5-450,5-1 1,-6-3-1,4 0 315,6 0 0,1-1-525,-5-3 1,-2-3 0,2 2 524,1 2 0,1 0-540,-15-8 0,2 1 65,0-7 610,12 16 0,9-1 0,25-17 0,7 3 0</inkml:trace>
  <inkml:trace contextRef="#ctx0" brushRef="#br0" timeOffset="56807">28734 7008 7533,'-18'-13'1349,"0"0"-1169,9 6 719,1 7-629,8 7 450,0 18-271,0 8-718,0 1 179,0-6 0,0-1 270,0 3-720,-4 8 0,0 1 91,2-4 134,-2 7 0,0-1-315,4-9-89,8 16-631,-6-34 901,22-2 449,-21-18 0,15-16 0,4-9 0,-8-4 0,1 0 0</inkml:trace>
  <inkml:trace contextRef="#ctx0" brushRef="#br0" timeOffset="57757">28875 7099 7533,'0'-21'809,"0"-9"-629,0 20 900,0-12-901,0 20 991,0-10-1170,0 11 449,0 18-628,0-5 44,-4 19 0,0 8-495,6-8 0,2 1 90,-1 14 1,4 0 134,7-9 1,7-8 224,5-17 0,1-10 225,-3-15 0,-1-8-90,0 1 0,-3-4 180,-1-20 0,-5-2 539,-7 14 1,-2 1-181,5-3 1,-4 1 45,-14-4-540,6 32 90,-14 41-450,14 11 45,1-14 0,2 0 315,9 3 0,6-2 135,8-5 0,5-4 45,2-6 0,2-5 0,-1-6 0,-1-5 0,12-10 90,-9-29-270,-15 12 180,-1-19-180,-2 23 269,-15-16 181,-1 7 360,-9-4-720,-1 14-450,2 14 270,8 10-450,0 14 360,0-3-269,0 26-136,0 3 0,0 7 215,0-12 0,0 1 0,0 3 325,0-1 0,0 3 0,0 1 0,0-2 67,0-6 1,-1 0-1,1-2 1,1-1 7,1 1 0,1-1 0,0-5 869,-1 13-809,6-58 0,-8-22 0,0-3 0,0-1 0,0 0-677,1 9 1,2-6 0,1 5 676,5-15-120,-3 7 0,-1-5 0,2 3-15,1 8 0,2-1 45,-1-1 0,1-6 0,1 0 0,0 6 0,4-1 0,1 2 30,2-8 0,2-3 0,1 9 463,16 4-448,-15 6 0,-1 8 135,7 35-180,-11-6 270,-7 17 0,-4 6-181,-4 6-89,3 1 0,-2 4 0,-5-4 0,-4-1 90,-4 8 0,-6 0-967,-5-6 1,-3-3 831,6-14 0,-3-4-122,-8-8 0,1-7-282,7-5 593,-20-17-2843,29-10 2249,-4-2 450,40-1 0,13 17 0,-6 7 0,1-1 0</inkml:trace>
  <inkml:trace contextRef="#ctx0" brushRef="#br0" timeOffset="58131">30110 6995 7533,'-39'-14'1092,"1"1"0,1 10 0,0 4-392,0-2 1,1 7-701,9 11 0,1 9 0,5 1-135,1 12 0,8 4-195,5-5 0,2 3 1,8-1-271,6-4 0,6-2 1,6-5 209,5-7 0,6-4 0,0-6-91,10-5 0,0-10 481,-1-13 0,-6-7-866,-15 6 1,-4-2 910,-6-4 0,-3-2-135,1-20 270,-8 4-180,0-4 1103,0-4-519,-18 17 1,-3 0-405,3-14 180,-10 16 0,0 7-272,16 16 182,-12 1-350,14 6-10,1 0 1718,1 0-3607,24 11 1349,-5-2 90,12 3 1,3 0-181,13 2 720,7 5 0,-4-11 0,4-3 0,-3 2 0,0-1 0</inkml:trace>
  <inkml:trace contextRef="#ctx0" brushRef="#br0" timeOffset="59296">30445 6982 6903,'0'-20'720,"0"-4"89,0 9-269,0-3 809,-16-12-1079,12 13 1259,-19-19-809,13 16 269,-8 0-1439,8 7 450,3 13-269,-1 19 269,6 13 89,-6 9-1319,8 3 1320,0 0-270,0-3-315,3-9 0,2 3-1144,0 7 1,0 1 1469,-1-8 1,1 1 123,3 14 0,0-4-972,2-3 1017,-5-17 0,0-1 90,2 6 629,-14-28 55,5-6-684,-22-40 0,20 13 2115,-11-13-2205,15 17 90,0 1 1443,0 4-1443,0-3-539,7-13 89,11 7-798,-6-8 798,19 20-90,-3-1 91,1 5 179,12 1-540,2-5 540,-4 16 90,-9-6 0,-1-1 90,1 1 450,11-10-450,-29 3 1799,3-21-1619,-15 19 1439,-8-24-1169,6 25 410,-13-9 219,5 7-809,-8 3 90,9 3-1,1 6 480,8 6-1109,-8 0-90,6 17 270,-6-1 0,8 15-539,0 7 269,0-10-90,4 7 1,0 2-1,-2 3-540,6 0 0,0-1 720,-7-3 225,7-12 0,0 1-45,2 13 180,0-9-270,-2 7 360,-8-22-360,0-1 540,0-7-180,0-18-720,0-2 450,0-12 1261,0 6-1531,7-4 270,3 10-360,8-11-359,7-1 539,-5 5-120,-2-4 30,5 13 0,-3-7 135,4 6 1,3 0 224,4-9 0,-6 4 0,-1 1 90,-4 7 449,5-19-359,-15 20 630,-2-4-360,-8 7-181,0 6 811,0 0-720,-8 0 209,-2 6-29,0 1-360,-5 6-270,13 0 450,-22 17-720,20 5-90,-11 11 90,13-18 0,4 0 181,-2 8-181,10-8 0,3-2 90,1-3-45,4-5 1,5-6-271,6-16 0,1-8 270,-5-3 1,1-4-808,10-12 0,-4-4 1122,-12 2 0,-4 0-90,-3 5 0,-1-1-187,6-15 0,-3-3 412,-7 9 0,-2-2-75,2-2 0,1-4 0,-2 1-328,-4 6 1,-1 0 0,0 0 297,1-3 0,1 0 0,-1 2 60,2-7 0,0 1 44,0 1 1,-2 4 405,-3 5-270,0 6 180,0 25-90,0 5 1745,0 0-1565,0 11 216,0 4-846,0 10-315,-3 7 1,-2 2 314,-5 14-705,4-6 0,0 8 0,1-5 750,-1-12 0,2 0 67,1 4 1,1 6 0,0 1-1,1-7-483,1-2 0,0 0 641,-1 6 0,0 4 0,3-3-45,4-1 0,4-2-45,0-7 0,2 2 0,1-4-180,1 0 0,3-4 180,15 1 0,1-7-180,-10-13 180,11-13 359,-19-19-179,-9-5 0,-2-3-180,1 8 0,0-2-278,0-16 0,-2 2 368,-3 3-91,-3 12 1,-2-2-225,1-1 1,-2 2 44,-11-17 0,4 6 0,0 3 0,-6 4 1158,-15-4-1158,22 27-548,-11 8 458,21 8-2068,2 16 2248,10-8 0,8 1 0,5 2 0,0-6 0,1 1 0</inkml:trace>
  <inkml:trace contextRef="#ctx0" brushRef="#br0" timeOffset="59806">32032 6260 7533,'-25'-39'2069,"5"17"-1710,-5 0 451,15 20-450,-14 14-270,20-2-90,-11 20 179,15-4-1120,0 6 941,-8 7 45,-1 3 0,0 1-90,3-16 0,1 2 135,-4 6 0,0 6 0,3-3-280,4 5 1,2 0 399,-2 1 0,-2 2 0,2-2-120,1-1 0,2 1-60,2 2 0,3 3 0,1-8 104,2-16 1,1-1-450,3 19 1,2-1 269,1-21 0,1-2-585,11 20 540,7-19-270,-8-9-179,7-28 629,-15 1 0,-5-9 0,-2-4-90,5-8-647,-11 3 1,-2 0 736,4-2 90,-8-7-219,0 0 129,0 13 891,-8-13-981,-2 23 630,-23 13-540,12 8 180,-13 18 179,9 7-359,5 1 45,6 3 0,3 0 45,1 3-225,5 11 0,2 1-944,3-11 539,3 8 0,2 0-809,5-11-1,-2-3 1,1-1 540,1-6 719,-2-2 0,-27-26 0,-9-9 0,-1-2 0,-1 0 0</inkml:trace>
  <inkml:trace contextRef="#ctx0" brushRef="#br0" timeOffset="59983">31133 6737 7533,'-38'-24'989,"13"14"-1259,17-13-90,8 21-809,8-4 1169,2 6 0,23 0 0,4 0 0</inkml:trace>
  <inkml:trace contextRef="#ctx0" brushRef="#br0" timeOffset="60424">28875 6686 7533,'-47'0'1259,"6"0"-449,31 0 359,33-12-989,1 9 0,8-5 0,3-1-301,4 2 1,-8-2 0,7-1 0,-1-1 0,-3-1 0,1 1 0,-1-1 0</inkml:trace>
  <inkml:trace contextRef="#ctx0" brushRef="#br0" timeOffset="60923">32103 7525 7533,'-29'-14'1439,"1"0"0,-13-5-1439,56 13 0,31 12 0,-10-2 0,0 0 0</inkml:trace>
  <inkml:trace contextRef="#ctx0" brushRef="#br0" timeOffset="69915">1111 9331 5824,'0'-14'359,"0"3"-179,0 5-270,0 5 90,0-11 180,0 5 270,0 0-90,0-5-180,0 11 90,0-11-270,0 11 179,0-11 181,0 5 180,0-6-450,0 6 270,0 2 89,0-1-359,0 4 540,-8 8-540,6 8 90,-5 17 0,-1 4-180,3-10 0,0 3-341,-4 11 0,-2 9 1,0 3-1,1-4 341,2 1 0,1-2 0,-2 1-23,-1-6 1,-1 3 0,0-1-1,2-2-67,4 7 0,3-2 0,-1-8 0,-4 8-599,6-11 0,2-4 509,-1-10-360,0 4 360,0-18-899,0-1 809,0-6 205,0 0-654,7-12 916,-5-8 1,6-13 0,0-7 0,-3-4 0,0 0 0</inkml:trace>
  <inkml:trace contextRef="#ctx0" brushRef="#br0" timeOffset="70314">1023 9460 7533,'0'-31'224,"0"-1"1,0-5 675,0-10-720,0 38 449,0-2-449,0 11 1080,0 28-991,0-3-29,4 11 0,2 11 0,0 0-1333,-3-4 1,0-1 0,2 1 960,2-7 1,2 0 0,0 1 0,0 2 63,-1 7 1,1 4 0,-1-2-1,2-7 155,4-4 0,1 0-222,0 1 0,2 7 0,0-2 0,-1-8 90,-1-8 0,3-4 15,10 3 0,5 1 0,-3-8 300,5-13-1231,3-14 1,-4-7 960,-12-10 150,-5-3 0,1-7 0,-4 4-215,-7 6 1,0-1 64,3-7 0,4-6 0,-1-2 0,-3 5 774,-7-2 0,0-1-864,5-4 0,3-6 0,1-1 0,-4 5-78,-5-4 0,-2-1 60,1 12 0,2-5 0,0-2 0,-1 2 1,-1 7-28,-1-9 0,-2 2 45,0 4 0,-1-5 0,-1 1 0,2 9 90,-1-9 942,-5 4 0,-2 8-1032,-1 22-264,0 3-2075,3 42 2429,7 1 0,9 2 0,5 3 0,1-6 0,-1 1 0</inkml:trace>
  <inkml:trace contextRef="#ctx0" brushRef="#br0" timeOffset="70965">1782 10196 7533,'-36'0'2069,"17"0"-1890,26-6-89,7-1-45,13 1 0,3-1-494,1-6 89,9 4 0,3 0 90,-9-1 0,-2 0 270,-3 0 0,-1 0 90,8-5 0,-9 0 0,-21-1 135,10-6 0,-1-4 764,-21-21-809,12-2 45,-20 15 0,-3 2-45,3 8-90,-13 1 0,-3 4 0,7 11 89,-13 5 1,-1 6-90,12 11 45,-12 12 0,1 8-180,14 11 0,5 2-245,-3-7 1,3 1 229,6-1 0,2 2 0,5-6-30,12 5-90,7 5 1,3-3-1,6-16-45,11 7 0,2-4 45,-3-12-180,7-2 0,0-2 181,-8-7 94,6-6 0,3-8-5,-9-16 0,-2-9 180,-3 4 0,0-4 0,-1-1-230,-5 4 1,0 0 0,-4-4 498,-2-3 1,-3-3 0,-1 0 0,-4 3 45,0-5 0,-4 1 164,0 3 1,0-1 0,-4 5-211,-10-13 181,-23 35-360,19 25-90,-9 11 0,-1 4 90,3 11-1009,6-7 0,0 6 0,2-4 829,2-10 0,2 0-540,-2 19 1,1 7-1,7-4-654,11-8 1,6-2 353,3 1 1,4 3 0,2-7 479,2-6 0,5-8 297,1-7 0,5-4 0,-5-8 0,-7-13 0,-1-7 0,7-2 0,0 1 1</inkml:trace>
  <inkml:trace contextRef="#ctx0" brushRef="#br0" timeOffset="71413">2858 9008 9781,'-10'25'990,"-6"2"-810,14 12-1096,-14 6 1096,14-13 0,2 8 0,1 2 0,-2-2-1273,-1 4 1,-1-2 0,1 3 1080,1 0 1,1 3 0,0 1 0,1-1-57,-2 0 1,1 0 0,0-2 0,1-6 288,2 5 1,1-2-492,1 5 0,0 5 0,3-10 0,12 1 45,-8-20 1,1-5 224,5-7-271,-8-24 271,-3 3-269,-7-15 89,0 4 2858,-7-6-2768,5 1-360,-22-13 643,-3 4-238,2 8 0,-3 2 314,5 8 1,-1 3-45,-6-1 0,1 4 315,-8 10-271,10 6 1,3 6 471,8 8 1,2 4 67,-4 6 1,3 1-1273,9-1 0,2 0 598,-2-5 0,4 0 0,16 6 0,4-2-225,-3 5-270,8-13 0,8 0 0,-4-4 181,8-1 134,9-6 0,2-3 45,3-7 0,-3 2 0,0-4 0,-12-10 0,-1-4 0,10-2 0,0 0 0</inkml:trace>
  <inkml:trace contextRef="#ctx0" brushRef="#br0" timeOffset="72307">4339 9860 7533,'0'-19'-180,"0"6"270,0 1 899,0-1-629,0-1-90,0-5-90,0 12 0,0-5 89,0 5-89,0-6 180,-8 1-180,6 5 90,-29 1-270,17 17 90,-9 9 0,-3 4 180,-3 14-1363,9-4 1,-1 7 0,3-3 1034,6-7 1,1 1 117,-3 8 0,-1 5 0,4-2-357,8 1 0,4-1 147,3-5 0,2 2 0,0-3 60,-2 3 0,6-4-180,24-1 0,4-8 91,-2-8-136,13-24 0,0-8 225,-14-4 0,-5 0 0,-3-4 270,-10-10-315,-3 10 0,-2-3 180,-5-10 0,-2-2-45,3 8 0,-1-1 135,-4-12 0,-6 3-683,-12 3 637,3-9-44,-7 25 0,-3 1-45,-8-11 180,-5-2-90,10 18 0,1 1 360,0-2-315,-1 7 0,1 1-45,13 0 2825,-5 12-2735,16 1-693,0 0-27,0 5-26,16-5-604,3 6 1170,17-5 0,-8-14 0,7-5 0,0-1 0,2-3 0,1 1 0,0-1 0</inkml:trace>
  <inkml:trace contextRef="#ctx0" brushRef="#br0" timeOffset="73373">4727 9293 7533,'-8'-49'2248,"-9"35"-898,-11 38-1290,19 4 0,3 10 0,2 2 52,1 1 0,2 2 1,2 3-1,2 0-728,0-4 0,2 1 0,1 1 0,0-1 0,1-1 436,2 6 0,0 0 0,1-2 0,-1-2 150,1 4 0,-1-3 0,0-1-240,0-5 0,-1-1 1,-2-8 179,-4 3 713,-2 9-263,-2-42 0,-21-25-585,19-8 0,4-8 105,-6 9 0,-1-2 0,4-2-899,8-9 0,5-2 1,-1 3 1018,-4-2 0,3 3-30,8 8 0,5 1 0,-1 3-154,4-2 0,-1 4 184,0-1 0,1-2 21,3 4 0,1-3 0,-2 1 158,-4-6 1,-1-2 0,0 3 0,1-3 0,-4 0 30,-7 3 0,-3 0 0,-2 0 194,1-9 1,-6 4-135,-17 0 2233,-3 59-2638,0 20 0,2 12 0,9-17 0,1 3 0,1 2 0,0 1 282,0 7 0,1 2 0,1 1 0,1-1-147,3-8 0,1 1 0,1-1 0,1-1 0,-1-1 0,1 9 0,0-2 0,3 2-23,1-5 1,2 3-1,2-1 1,3-7 82,11 2 1,3-3-151,-6-2 0,2 1 0,2-7-180,14-4 0,1-12 45,-5-17 0,-2-9 0,-1-8 1,-5-6 134,-12 4 0,-2-4-135,8-17 0,-5-1 135,-13 5 120,1 9 0,2-5 0,-4 1 374,-5-7 1,-4 2-225,-1 1 0,-3 2 135,2 4 0,-4 6-45,-21 15 359,-2 17-539,13 10 0,0 7 0,5 4 0,13 6-846,-12 1 1,1 0 665,11-3 0,-12 13-270,19-16 1,2 0 269,-3 12-135,9-5 0,1-1 930,0 2-795,-1-14 0,4 1-45,5 1 1,1-2-136,2 9 90,9-4 0,1-4 0,-10-12-150,6 1 0,-1-4 240,-6-13-90,19-19 270,-21 8-270,5-25 391,-15 26-122,-2-2 2126,-8 6-2035,0 11 1381,0-5-1381,0 6 811,0 0-541,0 6-274,0 1 93,0 6-269,0 0 180,8-6 0,-6 4-360,21-3 90,-19-1 270,19-2-180,-13-10 360,16-25 0,-7 5-758,-6-6 1,0-4 577,0 6 0,-1-2-45,-2-8 0,0-1 45,3 6 0,-1 2-46,-6 6 1,-2 2-45,12-19-270,-14 20-1798,14-7 1618,-7 23-2608,9 7 2968,0 7 0,-2 21 0,1 9 0,2 2 0,-1 0 0</inkml:trace>
  <inkml:trace contextRef="#ctx0" brushRef="#br0" timeOffset="74240">6932 9744 7533,'-18'-7'1079,"-15"2"-809,19 5-630,-25 28 720,31-4 0,4 5-270,2 4 0,1 5 0,2 0-1183,6 2 1,2 1 0,3-2 767,-1-6 0,2-1 0,2-2 235,5 1 0,3-2 0,1-6-58,7-9 1,0-5 102,-2 6 0,-1-5-446,7-18 0,-3-7 491,-3-4-120,-9-6 0,0-9 0,-3 4 120,7-13-90,-7 7 0,-1-1 0,-3 9 0,-2 2-158,-8-17 203,6 14 0,-2 1 135,-7-6 2478,0 16-2658,0 12 1917,0 6-1377,-8 12-90,6 2-180,-5 12 134,6 0 1,2 2-135,-1 11-270,5 0 0,5 0 180,2-13 0,4-2-129,5 6 1,3-3-52,13 0 90,-4-13 0,-1-5 0,-7-8-61,3 1 1,1-4 150,-2-11 540,1-24-360,-3 7-315,-15 6 0,-2-1 315,10-14-181,-9 5-358,-1-9-361,-8 4 450,0 11-90,0-8-719,0 27 359,0-2-89,0 11 709,0 0-620,8 6 760,10 18 0,2-5 0,3 2 0,4 9 0,1-1 0</inkml:trace>
  <inkml:trace contextRef="#ctx0" brushRef="#br0" timeOffset="74709">8096 9847 7533,'-8'-30'1092,"1"0"0,-9 3 0,-4 4 759,-19 3-1761,-4 9-270,2 22-360,21 11 0,3 5 90,-7 6 1,3 3 239,9-3 0,3 2 0,2 0 300,-4 14 0,6 0 0,13-2 0,8-4-90,0-12 0,5-7 225,9-10 0,3-10-135,0-14 0,-3-7-90,-11 1 0,-1-4 269,8-20 1,-5-3 270,-14 13 0,0 1-270,9-8 0,1 2-1,-7-8 991,-10 36-1350,-18 31-540,8 4 0,0 3 225,1-2 1,1 0-1235,3 6 1,2-3-816,3 1 26,16 10 2428,3-23 0,5-5 0,6-13 0,4-6 0,11-6 0,-1 1 0</inkml:trace>
  <inkml:trace contextRef="#ctx0" brushRef="#br0" timeOffset="75542">8378 9912 7533,'10'-34'1259,"-2"-2"-809,-8 27-90,-8-2 179,6 11-179,-6 0-180,1 17-90,-3-1-90,0 32 0,2-18-405,7 3 0,2 0 225,-1-1-495,8 2 1,0-2 494,-4-8-315,15 2 1,1-4 314,-14-12-135,20-2 0,3-5 495,-14-10-180,19-11-90,-11-20 450,-11 8-90,1-8 0,0-1-90,-4-2 89,-4-1 1,-2 0-90,-3 11 540,0-17-360,-8 45-270,6-1 0,-5 22 89,7 9 226,0 7 0,0 4-459,0-11 0,0 1 54,0 12 0,0 5 0,0-4-249,0-10 0,0 0 279,-1 16 0,1 7 0,1-6-323,2-12 0,1 0 352,-3 9 1,-1 5 0,1-6-536,3-11 1,0-2 610,-3 12 0,-2 1 45,2-2 0,-2-3-135,-3-12 0,0-1 0,5 9 0,-4-4 337,-20-5-202,11-12 706,-13-2-617,7-24-269,1-10 0,1-5-45,5 6 1,0-3-409,-3-7 0,-1-4 0,3 3 408,5 3 0,2 1 0,-3-8 0,0-3-135,5 5 0,0-2 1,2 3 134,-1-1 0,2-2-75,1-10 0,3-5 0,6 3-90,7 10 0,5 3 0,0 0 120,-5 4 0,-1 1 0,4 1 45,5 2 0,6-1 0,0 3 0,-4 5-45,-1 3 1,1 2 29,5-5 0,4-1 0,-4 2 60,-7 4 0,-1 1 0,14-11 0,-2 1 1040,-5 2-471,-10-8 1,-1-7 0,-4 4-301,-2-2 61,-6-4 0,-2-8 0,-4 9 94,-12 4-65,1 0 1,0 2-474,-1 10 384,-5-8 2669,-3 22-2579,-2-4-540,-13 24-179,21-4 314,3 17 0,3 3-225,6 6 150,6-3 0,3 6 0,-1-4-129,-2-9 1,2 1-52,7 13 0,3 5 0,-2-5-108,-5-10 0,0-2 258,4 6 0,3 2 1,-2-2 14,-6 2 0,1-2 90,6-5 0,-1 0-225,-6 5 0,-2-3 180,2-7-90,-2 15 0,-8-29 2178,-24 4-1638,10-18 449,-35-1-539,28-1-720,-28 3-629,27 5 89,-19 0-1168,22 0 898,1 0 1260,10 5 0,55-3 0,-17 1 0,-1 0 0</inkml:trace>
  <inkml:trace contextRef="#ctx0" brushRef="#br0" timeOffset="76492">10125 9164 7533,'-10'-21'1079,"-6"2"-809,14 58 179,0-9 1,-2 5 0,2 3-405,3 6 0,0 3 0,2 3 0,0 1-382,1-5 1,1 1 0,0 1 0,0 0 0,2-1 174,-1-3 0,1 0 0,1-1 1,0-2-1,0-2-753,4 9 0,1-4 0,-1-5 825,0-1 0,2-12-449,1-20 269,-13-40 225,0 1 0,-4-6 105,-6-1 0,-4-5 0,-1-1-118,4 8 1,0-3-1,-1 1 1,-1 1 656,-6-5 1,-2 1 0,2 3-11,3-9 1,0 10 1569,-1 21 400,15 26-2559,8 15 0,7 3-315,16 2 0,7-1 135,-5-6 0,4 0 1,3-3-90,-5-5 0,4-3 0,0-1 0,-1-2 269,8-2 0,0-2 0,-3-6 360,6-7 0,-8-5 966,-15 2 0,-11-3-66,-25-16-631,-25 31-899,4 17 0,1 11 0,3 12 1,5 8-306,8-4 0,3 4 0,9-1 125,11-3 1,9-1-1,6-5 180,8-6 0,7-4 1,0-6 134,5-1 0,2-13 225,-6-16 0,1-11 0,-11-6 359,-16-4 1,-9-5 0,0-3 119,6-5 1,0-3 0,-8 0-391,-9 10 1,-5-2 0,-4 2 0,-2 3-240,-2-4 0,-4 3 1,-3 7-350,-5 9 1,-4 7 0,3 7 408,-7 13 0,15 10 0,36 4 0,13 4 0,2-4 0,0 0 0,0 0 0</inkml:trace>
  <inkml:trace contextRef="#ctx0" brushRef="#br0" timeOffset="77348">11800 9783 9332,'-17'10'45,"3"9"0,2 7 179,2 7 1,1 2-225,-5-4 0,2 0 90,7 7 0,0-6-90,-2-13 0,14 17 90,-5-29-360,22-18 90,-12-5-45,8-22 1,1-7 89,-10 11 0,-1 0-1114,4-11 0,-2 0 1204,-3 12 0,-2 4-45,-6-10-929,15 1 1109,-14-7 135,6 11-1,0-1 1216,-6-5-1170,6-7 89,-8 64-179,0 12 0,0 5-45,0-7 0,0 1-315,-1 7 0,1 4 0,1-6-90,6 13 90,0 0 1,4-1 2092,17-7-2183,-7-6 0,1-3 0,7-8 270,0-9 0,-1-5-179,-5-13 223,7-10 1,-3-5 135,-5-17 0,-1-3 0,-1-2 954,0-3-955,-9 13 1,1-4 0,-2 5 90,2-9 0,0 2 0,-1 0 1619,-9-1-1260,6 11-269,-8 12-810,0 24 360,0 29-809,0-11-1,3 12 1,2 3-361,-1-14 1,2-1 854,1 8 1,3-1-406,9 0 1,3-4-862,10-3 1671,-12-3 0,3-3 0,11-15 0,4-5 0,1 3 0,-1 0 0</inkml:trace>
  <inkml:trace contextRef="#ctx0" brushRef="#br0" timeOffset="77763">12876 9641 7533,'0'-26'0,"0"0"2248,-7 1-1798,5 5 180,-14 1 629,-2 1-809,-1 3 179,-15 2-449,7 8-270,6 19 0,-1 6 90,-15 0 90,16 4 0,0 7 0,4-3 90,-7 12-360,8-10 0,-2 4 1,5-2-126,10-3 0,2 0-145,-8 9 1,3 0 269,13 7-225,5-19 0,2-3 226,7 6-181,4-12 0,-1-3-419,-2-1 689,19-7-270,-13-12 180,-1-1 180,6-6-225,-14-9 1,-2-3 403,12-8-134,-11-3 0,-3-1-1040,3-5 1174,-9 18 1,0-2 315,4-8 0,-1 0-135,0-6 269,-3 6 1,-2 2-180,-7 11 751,-8 14-841,6 10-270,-10 20 0,0 7 179,8-3-764,-8 14 1,1 1 314,9-3-1394,-2 4 0,0-1 1124,4-10 450,7 8 0,10-9 0,13-34 0,8-10 0,-4 11 0,0-1 0,0 1 0</inkml:trace>
  <inkml:trace contextRef="#ctx0" brushRef="#br0" timeOffset="78464">13317 8764 7533,'-19'-27'1799,"-13"7"-810,21 7-539,-15 19-720,16 3 270,1 18 0,3 5 180,4 2-1273,-3 1 1,-1 6 0,1-4 1063,4-9 1,0 1 208,-1 17 0,-2 8 0,2-6-135,2-13 0,0 2 170,0 2 1,0 8 0,-1 3 0,1-2 0,1-6-126,3 7 0,0-1-18,-3-10 0,-1 5 0,0 2 0,0-2 0,1-8 18,3 2 0,0-3-210,-2 5 0,0 2 0,2-6 951,6 7-697,-3-12 1,3-7-1304,8-23 0,-1-36 899,1-1-685,-7 3 0,0-5 1,0 3 819,0 8 0,0-2 22,1-4 1,1-7 0,0 0-1,-2 4-170,0-6 1,0 3 342,-3 6 0,1 0 0,-1 4 3216,8-17-1962,-22 52-955,4 4 181,-8 33-360,2-18-90,0 9 0,1 0-360,3-1 225,-5 1 0,2 0-315,7-3-45,0 5 1,0 1 134,0-2-90,6 5 0,4-1 180,1-12 0,8 4 1,4-2 89,6-10 1179,3 1 0,3-3-999,14-13-135,-18 1 0,-2-4-45,7-18-72,-13-1 0,2-6 1,-1-3-49,-2-3 0,-3-4 0,1-1 187,-2 3 1,2-3 0,-2 0-1,-2 3 53,1-2 0,-2 2 0,-5 0 60,-5-4 0,-4 1 0,-7 9 1529,-36 11-1259,9-11 269,0 40 1,-1 11-270,15-8 0,1 3 209,-4 13 1,-2 6 0,4 0-900,7-5 0,3 0 0,-1 0 300,-5 2 0,0 1 1,7 1-271,13 8 0,9 2 0,1-9 165,-3-14 0,4-4 45,15 13 0,9 2 0,-2-7-180,-11-14 1,3-4 269,5-3 0,8-1 0,3-4 0,-4-4 0,-5-7 0,-2-5 0,1-3 0,1 1 0,7-2 0,-1 0 0,0 0 0,1 0 0,-1 1 0</inkml:trace>
  <inkml:trace contextRef="#ctx0" brushRef="#br0" timeOffset="79023">15222 9576 7533,'-7'-14'1619,"5"3"90,-14 5-1349,14 4-1,-14 8-89,14 3-90,-6 15-450,8 8 180,0-3-333,0 14 63,0 1-876,0-8 966,0 12 90,8-19 0,0-1-719,-4 10 449,9-6 0,5-3-1621,10-2 2071,9-7 0,-4-39 0,1-14 0,-13 7 0,1 0 0,-1-1 0</inkml:trace>
  <inkml:trace contextRef="#ctx0" brushRef="#br0" timeOffset="79374">15646 9576 7533,'11'0'3276,"-5"24"-2576,-13 0 1,-3 3-1016,0 4 0,2 2 225,1-1 0,4 0-630,8 0 1,6-4-270,26-3 629,-10-22 0,1-5 180,17-11 135,-22-21 0,-5-4 315,2 5-225,-3-7 0,-1-3-76,-5 15 1,-2 0 614,0 1 1,-1 0 1484,0-20-990,-8 55-1169,0 31-90,0 1-720,7-9 1,4 6 0,3-5 899,3-2 0,5-1 0,5 0 0,6 2 0,1-2 0,-1-6 0,1 1 0,-1-1 0</inkml:trace>
  <inkml:trace contextRef="#ctx0" brushRef="#br0" timeOffset="79923">16686 9886 7533,'-19'0'1259,"-5"6"-899,14-5 719,-7 5-719,7-6-90,2 0 0,8 0-90,-8 0-91,6-23-178,-5 12 178,9-14 1,3-3 0,-3 3 45,5 0 0,2-4 0,0-14 0,0-1-685,-3 12 1,-1-4 571,0-5 1,0-9 0,-1 0-1,-2 6-716,-1-4 1,-2 0 711,1 6 0,1-6 0,-1-3 0,0 1 0,-1 7-48,-1 3 0,-1 5 0,0-5 102,2 2 0,-1-6 0,1-1 0,-1 2 0,-2 7-27,-4-10 0,-1 3 224,5-4 1,1-2 0,0 7 0,-5-5 270,6 12 0,4 4-271,6 11-269,10 2-360,6 12 1,3 5 89,6 1-1153,15 5 1,0 2 613,-11 2 509,-6-2 0,5 1 0,-5-1-623,10 2 383,-8-1 1,1 3-586,-3 6 1,-1 1 809,-5-6 1,-1 1 314,5 6 0,-7 5 0,-23 18 0,-12 5 0,3-12 0,-1 0 0,1 0 0</inkml:trace>
  <inkml:trace contextRef="#ctx0" brushRef="#br0" timeOffset="80124">16457 9499 7533,'-28'9'1638,"-1"-1"0,-12-4 33,72 31-2031,5-30 0,9-6-90,-10 2 0,5 0 1,1-1-1,2-2 350,-5-2 0,1-2 1,1-1-1,1 0 1,-1-2-1,-1 0 1,1-1-1,0-1 1,-1 0-1,0-1 1,-1-1-1,0 1 1,1-1-1,-1 0 0,0 0 1</inkml:trace>
  <inkml:trace contextRef="#ctx0" brushRef="#br0" timeOffset="81575">17110 9744 9152,'17'0'1619,"9"-11"-1439,1 8 0,1-14 449,13-2-89,-4-14-720,0 5 270,-15 1 0,-2 0-360,-1 3 225,-9-3 0,-2-1-135,0 0-90,-14 3 1,-4 1-1,-2 1-45,-10-4 0,-5 1 45,-4 8 45,-2-4 1,-1 2 134,-5 11 135,1 7 0,1 4-135,4 13 404,0 10 1,1 4-727,3 10 592,14-3 0,3 1-1422,-4 5 1332,14-18 0,4 2-90,1 0 0,2-2-686,5 12 731,-3-12 0,3 1 45,13 1 0,3-2-270,-10-6 0,2 1 60,7 4 0,5 0 1,-3-3-331,14 5 45,4-3 0,0-3 136,-10-10 44,10-2 0,-1-3 45,-19-10 315,5 1 0,-3-3-45,-15-6 569,3-10-479,-15 15 386,0-3-26,0 12 1329,0 0-1329,0 6 455,0 1-725,-7 18-360,5-9 408,-6 14-318,8-16-180,0 5 0,0-12 90,8-2-269,1-10 359,9-2-180,0-35 180,-1 16-609,-3-9 1,-2-1 608,0-2 0,-1 12 0,1-4-1495,-3-15 1,0 0 1449,0 17 0,1-1 285,1-10 0,1-5 0,-1 6-61,8-8 316,-7 15 0,2 8-225,11 21-450,-5 11 180,13 17-450,-13-6 0,21-2 180,-12-5-89,14 0 723,-15-5-949,4-2 0,1-1 406,2-3 89,-1-4 0,-2-2-270,-4-5 3636,-3-16-2710,-7 6 243,-8-2-629,-2-3 540,-8-2-540,0 5 629,-8-9-989,6 16 270,-30-11-540,19 17 225,-11-3 1,-1 4 224,-5 11 0,5-2 0,-1 4 269,-11 25-269,11-6 0,1 2 0,9-7 0,3 3 135,-2 18 0,4 1-135,3-2 90,7 8 0,2 1-1658,7-10 1568,-4-8 0,2-1-224,20 7 44,-6-11 0,3 0 180,-1-4 0,3-1-360,9 5 0,0-4 180,6-7 45,-11-10 1,-2-5 224,-5-13-270,3-4 0,-1-3 360,-3-10 44,5-5 1,-3-1-135,-9 2 135,7-4 0,-3-1-45,-14 7 0,12-11 180,-16 19-90,0 16 89,0-10 271,-8 11-360,-2 0 359,-7 13 1273,-1-3-1902,0 31 180,1-17-360,7 7 0,2 1-180,-2-2 1,3 24-271,7-30-90,15 19 451,-3-27-271,29 8 360,-11-22 161,5 4-71,-10-16 0,-1-8 90,-1-3 0,1-3-472,3-3 0,1-1 502,-10 6 0,-1-1 0,-1 2-900,-2 4 0,-1 0 915,1-7 0,-2 0 494,-3-1 1,-1 1-360,10-14 272,-8-3-183,-2 35 1350,-16 19-1079,6 20-315,-10 4 0,0 2-450,10-7 0,0 2 225,-5 6 0,-2 3 0,2-3-567,5-7 1,2 1-527,-1 8 1,1 4 0,1-4 348,-1-7 0,2-3 384,9 10 0,1-2-90,0-2 606,21-5 1,2-17 0,5-3 0,7-1 0,0 1-1</inkml:trace>
  <inkml:trace contextRef="#ctx0" brushRef="#br0" timeOffset="82764">19297 9409 7533,'-13'-26'1079,"0"0"0,2-8-269,-21-2-540,28 22 180,-27-5-1,19 6-449,-13 5 270,-1 3-360,7 10-180,-7 9 90,9 0 91,7 11-91,-14 0 90,13-3 90,-15 8 90,8 1-1606,1-2 1516,-1 8-137,5-9 0,1-1 227,0 6 45,-1 3 0,2 0 45,9 0-90,-5 8 89,13-19 1,3-1-270,3 6 45,3-4 0,3-4 135,10-6-359,-1 7-1,14-16 0,-11 6 180,13-6-180,0-1-562,-6-12 652,6-1 90,-7-6-135,-11 2 0,1-2 135,13-9 289,-13 5 1,-1-3-380,2-7 45,-6 6 0,-1-1 45,10-7 90,-12 5 0,-1 0-90,9-5 405,-20 2 0,-3 0-315,5-4 629,-8-6 275,-8 13-365,-1 9 271,-25-9-450,20 10-48,-13 6 1,0 3-43,11-1 707,-25 12-1337,15 12 90,-1-2-90,5 7 1,1 1-1,-9 1-225,16 7 1,3 2 314,-5-3-180,18 5 0,2 0 91,-10-5-1,23 1 0,5-3 90,2-6-90,12-6 0,2-4 181,-4-6-136,10-2 0,0-4 594,-17-7-459,13 1 0,1-3-385,-10-12 520,-6 8 0,1-2-135,0-10 0,-1-1 405,-6 10 0,1-1-46,2-10 1,2-5 0,-3 5 0,10-9 90,-12 7 0,2-5 0,-4 5 0,5-4 539,-1-7 1,-1 0-540,-9 8 486,-1-3 1,-4 1-487,-6 9 269,0-12 91,-16 23-360,5 1-270,-7 4-2173,2 2 2353,7 6 815,-9 0-815,-15 12-450,11-4 225,5 12 0,1 2-675,-2-3 509,8 22 31,2-21-90,8 6-90,0 0-90,0 17 270,7-20 1,2 2-46,7 15 0,3 1 180,0-12 0,2 0 15,2 1 0,4 2 0,-3-4-15,-3-8 0,-1-1 315,14 17 0,-1-1-180,-4-11 449,-11-2 1,-2-2-360,-7-11 1619,-16 2-1439,-5-11 0,-29 0-1440,11-5 720,5 2 1,-1-2-451,-3-8 360,4 7 1,1 0-1530,2-1 2634,-19-5 0,-2-12 1,16 6-1,-1 1 0</inkml:trace>
  <inkml:trace contextRef="#ctx0" brushRef="#br0" timeOffset="83282">15487 9203 7533,'-22'-34'0,"1"0"0,-1-1 1638,6 6 0,9 5-1136,22 17-502,-3 2 0,37-1 0,-2-2 0</inkml:trace>
  <inkml:trace contextRef="#ctx0" brushRef="#br0" timeOffset="83724">20796 9899 7533,'-22'-22'269,"-1"0"1,-4-1 0,20-4 0,6-3 0,11-13 0</inkml:trace>
  <inkml:trace contextRef="#ctx0" brushRef="#br0" timeOffset="95140">6033 11990 7263,'-18'0'270,"0"0"0,8 0 539,-13 0-719,19 0 720,-20-5-810,23 3 359,-7-4-179,8 6 270,-8-5 0,6 3-180,-6-4 449,8 6 91,0 0-630,0-6 359,0 5-359,0-5 90,0 6 270,0 0 179,16 6-539,3-5-90,9 5 180,21 0-879,-2-4 789,-9 3 0,2 1-315,-4-5 0,1 0 90,10 4 0,0 1-724,-13-5 1,-2-1 723,3 3 0,-1 0-45,1 0 0,-3-1-270,1 0 270,-4 1 1,-1-1-830,-1-2 649,1 0-899,-11 6 899,-9-4-322,-16 15 232,-1-14-2231,-9 20 2141,0-20 90,8 14-652,-5-4 832,13-4 180,-14 2 0,14-17 0,-6 0 0</inkml:trace>
  <inkml:trace contextRef="#ctx0" brushRef="#br0" timeOffset="98191">7373 11629 7533,'0'-20'719,"0"7"-359,0-4-270,0 14 90,0-15-270,0 17 270,0-5 90,0 1-90,0 3-90,0-9 0,-8 9 359,6-4-359,-6 6 0,8-6 90,0 5 0,0-5 90,-7 6-180,5 0 0,-6-6 180,8 5-181,-8-5 181,6 6-360,-6 0 450,8 0-1259,0 0 719,-8 6 180,6 7-90,-5 7 90,7 6 0,-1 6 0,2 2-90,-1 14-824,2-8 1,1 8 0,-1-5 823,-1-10 0,0-1 90,3 9 0,1 5 0,2-7-1787,11 7 1742,-14-12 0,3-2-211,12-11 0,2-3-14,0 5 212,4-9 0,1-5-32,-4-15 90,2-7 0,-1-4 0,-10-13 0,4-3 0,0-2-90,0-8 135,-4 12 0,0 0-45,-1-3 1857,3-3-1677,-15 11 2082,0 0-2082,0 11 637,0 4-637,0 11 399,0 23-309,0 6-181,3-1 1,2 2-179,5 16 178,2-8 1,1-2-783,7 2 513,-1-6 1,3-3-1,8-8 90,5-2 0,6-13 360,-12-6-1,5-15 1,-1-5 0,0-5-135,-7-8 0,-3-2-1149,-5-1 1104,-8-12-90,-6 19 0,0 2 180,-4-12-765,0 5 1,0 2 404,0 3 90,-8-2-1712,-2 1 903,0 14-450,2-3 629,0 13 811,7 6 0,-7 12 0,8 2 0</inkml:trace>
  <inkml:trace contextRef="#ctx0" brushRef="#br0" timeOffset="98673">8114 11203 7533,'-17'-35'809,"1"0"1,5 4-1,0 1-314,-2 6 0,1 2-225,4 4-630,8 25 135,6 25 0,3 13 135,-3-9 0,1 2 0,0 3-309,0-5 1,2 3 0,0 2 0,0 1 0,0-1 434,0 5 0,0 1 0,0 1 0,0-1 0,0 0-470,0-5 0,0 1 0,0-1 1,1-1-1,-2-2 434,1 4 0,-1-2 0,1-1 0,1-3-60,3 1 0,1-2 0,0-7-82,7 7 322,5-11-270,-18-27-2056,7-23 2236,-11 4-108,8-8 0,0-2 18,-10-2 289,4-1 0,3-7 0,-1 4-289,-2 8 0,0 1 234,0-11 1,-1-5 0,2 5 259,1 5 1,-1 4 1028,-7 0 0,2 3-2063,14 8 925,-8 40 0,2 11-1510,7-5 1,1 1 449,-4 7 1,1 1 674,4-4 0,3-5 0,6-9 0,3-1 0,6 8 0,1 1 0</inkml:trace>
  <inkml:trace contextRef="#ctx0" brushRef="#br0" timeOffset="99131">9013 11641 7533,'-7'-31'1889,"-11"4"-900,6 7 90,-19 8-719,19 12 90,-6 0-180,-5 0-270,11 6 180,-5 1 0,1 6-1016,-2 6 656,6 1 180,-3 5-540,6 5 0,2 1 360,3 9-225,-7 8 1,-1 0 134,2-8 45,4 8 0,2-1 315,4-13 36,4-6 1,2-1-307,4 3 270,5-15 0,-5 4-90,8-8 90,-1-9 270,1-8-180,0-2-180,7-28 90,-13 13-90,4-14 135,-8 10 0,-1-1-90,-1 3 0,0 0 336,3-10 1,0 0 22,-4 8 1,-2 2-45,-3-8 0,0 9 719,0 16-809,0 3-720,0 16 0,0-2 181,0 27-181,7-13-225,-3 4 1,2 0 44,12-3-315,-10 4 1,1-2 314,9-9-899,15 13 1529,-11-23 0,6-35 0,1-18 0,-13 12 0,-1 1 0,1-1 0</inkml:trace>
  <inkml:trace contextRef="#ctx0" brushRef="#br0" timeOffset="99531">9349 10971 7533,'-26'-33'2158,"7"1"-1618,-7 17 270,8 4-1,1 57-674,11-6 0,2 6-315,1-11 0,0 2 0,1 1-360,3 7 1,2 0 0,1 4 89,1-4 0,1 3 1,1 1-1,0-1-370,0-3 1,1-1 0,-1 0 0,1 0 672,0 0 1,1 1 0,0-1 0,0 0-237,0 0 1,0 2 0,-1-4 0,-1-8-67,5 12 359,1 1 0,-2-12-180,-9-32 270,-2 1 90,-4-23 0,-2-15 269,-3 1 1,0-2-65,1-2 1,-1-3-26,-2-1 0,0-3 0,-1 5 1056,1 7 0,1 0-846,-2-12 0,0-6 0,2 5-346,5 14 1,1 0 704,-2-4 1,0-4 0,2 6-480,2 0 359,2-14-1438,10 39-1440,39 8 1260,-24 2 899,9 3 0,5 2 0,-1-4 0,2 1 0,-3 0 0,-1 0 0,1 1 0</inkml:trace>
  <inkml:trace contextRef="#ctx0" brushRef="#br0" timeOffset="100280">10442 11797 7533,'-23'-13'899,"1"6"-629,-5 1 270,3 34-270,22 9-180,-6 9 89,14-6 1,4-2-90,2-10-1140,0 3 1,1-3 1049,-3-13-135,14 9 45,-5-10 0,9-1 0,5-7-360,10-12 540,-12-7-270,3-6 0,-3-4 180,-7-15-30,-4 5 0,4-7 0,-4 0 90,-8 5 0,-2 1 0,0-2 270,4-6 0,2-2 0,-3 4-240,-5-2 0,1 6 629,15 2-179,-4 63-270,7-10-225,-5 14 0,-3 5 45,-5 1-120,1-9 0,3 5 0,-4-4 30,-8 17 45,5 0 0,1-1 45,-4-2-180,-6-8 0,-2-1 90,0-6-360,-18 12-270,-1-34 1503,-14 4-2493,-3-24 991,7 4 676,-12-17 0,26 5 0,2-3 0,-4-4 0,-1 0 1</inkml:trace>
  <inkml:trace contextRef="#ctx0" brushRef="#br0" timeOffset="100448">10478 11345 7533,'-38'-22'989,"5"-1"-989,31 22 0,20-5 0,13 0 0,7 3 0,0-1 0</inkml:trace>
  <inkml:trace contextRef="#ctx0" brushRef="#br0" timeOffset="101765">11800 11229 7533,'20'0'629,"-4"5"-449,-8 3 360,1 27-450,1-4 135,-2 11 0,0 6-46,1-3 1,-1 4-1000,-2-5 1,-2 6 0,1-1 0,0-4 374,1-7 1,0-4-1,0 3 287,-3 5 1,0 5 0,-1-3-1,-2-6 453,-3-7 0,-2-3-340,-4 0 0,0-3-45,-3-4 0,-11-62 90,13 15-45,4-14 0,2-3 45,4 3 0,4 8 0,1-6 0,4 6-145,4 8 0,1 0 85,0-11 0,0-7 0,1 6 5,3 9 1,2-1 174,3-10 0,4-5 0,-3 4 1013,-3 11 0,1 1-1103,3-1 0,2-2 0,-4 4 150,6-8 90,4-3 269,-7 0-44,-16 13 0,-1 1-405,9-7 359,-10-16-269,-8 42-180,-8-19 90,6 16 347,-14 0-167,15 1-98,-7 6-442,-8 17 180,12-1-90,-7 18 1,-1 3 179,2 5-747,4-3 1,0 7 0,0-6 746,1-12 0,0 2-30,1 16 0,1 8 0,2-6 30,4-13 0,2 1 22,1 3 1,1 7-1,3 1 1,1-6-826,3-6 1,2-4 0,1 0 802,-3 7 0,0 0 0,5-5-90,21 3 0,0-13 0,-13-14 45,13-4 0,1-4 45,-10-8 45,-1-8 0,-1-6 90,-5-10 0,-3-3-90,-1 6 0,-3-3 222,-4-3 0,-2-5 0,-1 5-222,-1 10 0,-1 1-45,-2-13 0,-2-1 1358,2 2 0,-4 2-1133,-13 10 0,-2 0-135,8-3 0,-3 2 359,-33 1-179,13 28-180,8-4 270,0 14 0,1 6-180,6 9 44,-5 6 1,2 1 45,6 7-540,9-1 1,2-1 179,9 2-810,15-6 1,7-3 1,-12-18 0,3-4 268,13 0 0,6-3 1,-4-2 906,-11-4 0,1-3 0,16-8 0,7-6 0,-1-1 1,-12-1-1,0 1 0,-1 0 0</inkml:trace>
  <inkml:trace contextRef="#ctx0" brushRef="#br0" timeOffset="102614">13811 11590 7533,'-25'16'1394,"10"7"0,2 6-1169,2 7 0,3 3-270,-2 1 0,4-1-270,7 0 0,6-5-314,18-3 359,13-30 90,-1-14 30,-19-13 0,-2-11 0,-1 0 120,-2 3 0,-1 0 0,0-1-1063,1-13 1,0-2 0,-2 2 1083,-1 12 1,-2 1 0,0 1 323,1-18 0,-3 7-315,-4 14 450,6-5-181,-8 30 181,-8 29-270,6-6-90,-2 8 0,1 5-315,9 16 0,3 1 135,-3-18 0,0 1-786,4 7 0,1 5 0,1-9 696,8-2 447,0-3 1,1-1-357,9-6-433,-1-12 0,0-5 522,-5-5 180,5-17 0,-3-6-180,-13-2 63,-2-1 0,1-8 0,-1 3 297,3-5 0,-3 2-225,-4-5 0,-2 0 359,4-2 1,-2 6-225,-7 12 2784,-8-6-1885,-2 41 942,-8 5-2021,9 15 0,1 4-90,-10 5-1125,12 8 1,2 0 1927,-3-8-1748,9 2 1,3-1 494,-3-9-225,12-4 1,4-1 314,3-6-360,8-7 1,1-4 719,1-3 0,-2-10 0,-1-5 0,9-13 0</inkml:trace>
  <inkml:trace contextRef="#ctx0" brushRef="#br0" timeOffset="103213">14658 11422 6633,'10'-7'-809,"-2"-5"3147,-8 5-1798,-8-5 360,-2-1-721,0 6 1,2 1 180,8 6-540,-8 0-90,6 0 270,-13 11-539,13 3 359,-6 7 90,8-3-90,0 1 90,0-5 90,0 10 0,0-15 360,8 8-360,-6-10 719,6 0-449,-8-1 90,0 0-270,0-4 0,0 4 90,0-1-90,0-3-360,0 9 270,0 2 0,0-4 0,-8 13 90,6-7 0,-6 22-180,8-3 90,0 11 0,0-18-90,16 9-90,-12-20 180,19 8 0,-13-17 90,8-1 0,7-29-90,-5 6 90,-3-6 0,-1-3-90,-4-2 135,0 3 0,-1 1-135,-9-5 180,6-8 179,-8-7-179,0 14-90,-4 3 0,0 0 180,2-2-225,-16 7 0,-3 2-135,5-2 45,-11 8 0,-2 4-45,7 3-899,-19 1 179,29 17-539,-4 3 719,16 7 91,0-3 539,8 12 0,26-1 0,-11-7 0,1 0 0</inkml:trace>
  <inkml:trace contextRef="#ctx0" brushRef="#br0" timeOffset="104058">15117 11409 7533,'-26'-33'2878,"6"2"-2248,-5 16 269,7-8-539,-7 15-180,5-11 180,-13 7-720,13 5 360,-13 7-450,21 1 270,-3 16-270,15 3 135,3 4 1,1 2 44,6 11 180,6 2 0,2-1 90,3 1-45,-1 4 0,1-1-590,7-3 725,-15 0 0,1-1 45,7-16 0,-1-1 180,-8 14 0,-2-1-46,15 2 541,-17 0-720,-8-29 1619,-8-1-1799,-1-12 540,-25-7-450,13-1 180,-13-11-1,17 11 1,-1-5-180,8 12-1433,2 2 353,8-1-1169,8 5 1800,2-11-721,23-1 541,-3-7 404,-5 4 0,1 0 45,3-5 45,0-7 0,-1-3-45,-5-2-682,-4 2 0,3-6 0,-6 3 1222,-8 10 0,-2 0-225,10-18 0,-1-1-1134,-9 5 1,-2 1 1403,1 6 0,0-2-46,1-5 1,-1-3 0,0 3 73,-4 8 1,0 1 285,3-19 1,-1 5-360,-3 13 450,-7 0-540,5 24 1356,-6 17-1626,8 4 0,0 28 0,0-7 1419,0-9 0,0 1-1644,0 4 1,0 0-985,0-2 0,0 1 1164,-1 6 0,2 2-195,1-3 0,1 3 1,0-3 104,-2 1 0,0 2-45,0 1 0,2 6 0,-1 1 0,-1-7-90,-1 1 1,0-1-31,5 7 0,1 6 0,-1-9 165,-3-16 0,0-4-270,6 6 1,0-6 224,-8-11 90,0-35 180,0 3 494,0-23 1,0-5 3,0-1-259,-2 5 1,-2-7 0,2 5 549,1 10 0,0 0-452,-2-2 0,-2-5 1,0 0-1,2 6-247,2 3 0,0 2 539,-2-12 1,-1-5 0,3 8-271,9-1 136,-3 6 0,0 3-315,5 12-450,13 7 90,-3 8-810,7 5 720,2 3 1,-1-1-901,-2 0 450,18 3 1,0 1-1530,-17-5 908,14 5 0,-1 0 1251,-17-5 0,8 5 0,3 0 0,13 1 0</inkml:trace>
  <inkml:trace contextRef="#ctx0" brushRef="#br0" timeOffset="104608">16351 11022 7533,'0'-31'0,"-15"-8"0,11 4 0,-4 5 0,0 0 0,0 4 719,7-1 1,0 1-450,-7 11 90,8-10 719,0 12-449,0 0-91,0 6-449,0 1 0,-8 29 90,7 12-90,-7 7 0,0 3-489,6-12 1,2 0 398,-3 1 0,0 2 0,1-3-535,2-4 1,0-2 489,0 10 0,0 1 90,0-3 0,0 0-315,0-4 0,0 0 180,0 4 0,0-2-90,0 14-450,3-6 1,2 2 179,3-10 1,2 0 269,-6 7 0,3-2-585,9-14 1,0-5 314,-5-6 90,7-2-629,13-9 989,-25 4 0,33-35 0,-19-7 0</inkml:trace>
  <inkml:trace contextRef="#ctx0" brushRef="#br0" timeOffset="104831">16651 11358 7533,'0'-7'3238,"-8"-5"-2609,6 11 361,-13-5-1170,13 6 0,-6 23-450,16 17 181,1-2-181,-1-2 0,2-2 1,8-14-406,-6 11 1,1 2 1034,23-3 0,-11-20 0,2-4 0,5-8 0,-1 0 0</inkml:trace>
  <inkml:trace contextRef="#ctx0" brushRef="#br0" timeOffset="106359">16916 10764 7533,'-8'-32'449,"-2"11"271,-8 2-180,1 42-180,7 19-91,5-3 1,2 5-180,6 4 0,2 2-1009,-2-14 1,0 2-1,1-2 964,0 5 0,2 0 75,-1-7 0,1 3 0,-2-1-82,-2 0 0,-2 1 1,0 0 21,3 5 0,0 2 0,-1 0-60,-1 1 0,-2 1 0,1-3 0,-1 2 0,2-5 0,1-12 0,4-6-90,12-9 270,1-26-360,7-25 180,-9 7 1094,-4-5 0,0-3-1139,0 10 0,1 0 135,1-11 0,-2 1 91,-5 12 1,1 3 88,15-12-90,-20 27-180,11 4 0,-15 12 449,0 11-179,0 8-180,0-10 90,0 18-90,0-12-180,0 16-270,0 7-449,16-5-91,4-1 495,3-26 1,5-6 134,19-19 450,-10-5-312,-15-6 0,-5-3 42,-5-3-548,5-8 548,-1 12 180,-6 4 674,-1-14 1,0-5-360,-4 12 0,-1 0-46,-2-18 1,-4 3-90,-7 4-653,-1 27-426,-6 60 719,14-14-681,-6 5 0,0 1 501,7-4-1005,0 0 0,2 0 916,0 3-318,11 6 1,8 0 361,0-20 0,5-4 450,14 1 0,2-11-45,-6-23 0,-3-9-162,-1-2 0,-3-6 191,-12-5 1,-3-5 0,-1 3-30,-1 7 0,-1-2 22,-1-5 1,0-6-1,0-3 1,-2 1-1,-2 5 1,0 1-1,-2-1 1,1-2 138,0 0 1,0-2 0,0-1 0,-1 1 0,0 3 77,1-10 1,0 3 0,-2 4 445,1-9 1,-6 20-237,-7 38-494,-3 15 0,1 8-585,1 7 1,2 3 181,-1-3 1,2 2 117,4 5 0,2 4 0,0-6-210,2-11 1,0 0 479,0 12 0,-1 6 0,2-6 60,2-13 0,2-1-210,2 11 0,2 4 0,1-4 120,-1-8 0,3 1-90,5 10 0,3 4 1,0-8 729,-1-15 1,1-4-371,3 7 0,-1-11 89,12-46-314,-28 5 0,-2-3 225,4 2 0,-1 0 285,-5-16-466,6 24 1145,-8 12-1594,0 1 180,0 6-270,0 12 1,8 7 179,10 9 270,1-3 0,22-23 90,-27-33 90,17-1 314,-28-3 1,-4-2 1124,9-12-360,-16 14-1528,-1 48 179,-1 20 0,5 4 0,3 10 0,1-1-1003,3-4 1,1-1 0,0 1 1053,-2 3 1,-1 2 0,1 3 56,0-9 0,1 5 0,0 1 0,-1-4 0,1-5-244,-2 6 1,0 0 202,-1-1 1,1 6-1,-2 1 1,-3-9 202,-6-3 0,-4-4-900,-8 5 0,-7-7-180,-8-14 1,-4-11 179,-3-11 1,0-6 349,8 0 1,1-2 369,-8-4 0,-2-4 0,14 3 0,0-2 0,-2-1 0,0 2 0,0-1 0,1 0 0,-1 1 0</inkml:trace>
  <inkml:trace contextRef="#ctx0" brushRef="#br0" timeOffset="106548">16563 11099 7533,'-22'-19'0,"1"0"0,-9-8 3276,-3 8-3764,23 13 488,10 6 0,34-17 0,-11 7 0,1-1 0</inkml:trace>
  <inkml:trace contextRef="#ctx0" brushRef="#br0" timeOffset="108208">19226 10971 5914,'10'-26'-90,"-2"6"360,-8-10 269,0-4-359,-3 7 0,-2-3 0,0 0 0,0 0-45,0 4 0,1-1 359,-1-7 1,2 2 495,3 0-631,0-5 271,0 49-315,0 19 0,0 7-226,0-7 1,0 5-871,0 5 1,0 9 0,0 0-1,0-6 691,0 2 0,0 0-143,0-9 0,0 4 0,0 0 0,0-3 203,0-3 0,0-3 0,0 2-414,-1 10 0,1 2 0,1-2 264,3 6 0,0-3 180,-9 1 0,4-12 270,7-26-2025,-22-40 1665,14 13 922,-3-15 1,2-7-1013,9 6 0,4-2 120,-1-2 0,2-3 0,4 1 241,5 1 0,4 1 0,3 0-137,-3 6 1,3 1 0,1-1 0,-2 2-400,6-5 0,0 1 0,-1 1 445,-4 8 0,-1 1 0,-1-3-60,-1-5 0,-2-4 0,-3 1 1277,-2-12 1,-3-3-1188,-1 5 0,0-3 0,-4 0 60,-6 6 0,-3 0 0,-3 4-135,-1-2 0,-4 6 585,-9 5-630,0 43 0,2 11 90,10 8-151,-3-5 0,-3 8 0,-1 4 0,3-1-52,4 0 1,2 0-1,2 1 1,-1 2-195,-1 2 1,1 3-1,0 1 1,0 0 0,1-3 216,0-1 0,0-2 0,2 0 0,2 1-18,2-3 0,1 2 0,2 0 0,2-3 0,2-5-27,4-3 0,3-6 1,1 1 14,1 9 0,0 1 0,2-9 30,-1-12 0,1-9 0,8-16 450,-13-27-91,-5 1 1,1-4-30,-2 8 0,0-1 0,-1-1 88,0-8 1,-2-1 0,-1 2 211,1-6 0,-1 6 1098,-3 12 0,-2 6-540,-3 10-1278,0 53 90,0-13-315,0 13 1,0 1 134,0-9-187,-1 4 1,2 3-848,6-9 0,2-1 89,3 3 1,3 1 1214,3 1 0,2-7 0,15-13 0,-10-12 0</inkml:trace>
  <inkml:trace contextRef="#ctx0" brushRef="#br0" timeOffset="108525">20338 11190 7533,'0'-14'-90,"0"-4"3366,0 11-1785,0-6-861,0 23-630,0 17-675,-1 4 0,2 3-494,2 0 0,1 0 899,-3-8 0,0 0-900,6 7 1,2-1 1169,9 11 0,17-24 0,10-19 0</inkml:trace>
  <inkml:trace contextRef="#ctx0" brushRef="#br0" timeOffset="108967">20602 11164 7533,'0'-40'1979,"0"14"-810,0 9-629,-8 15 89,6 8-179,-13 37-630,13-13 0,2 2 180,-5-2 0,2 1-675,6 7 1,2-3 404,-3-6-405,4-4 1,3-1 44,9 3 540,2-6 270,13-44-270,-14 3 0,-3-3 180,-5-3 0,0-3 135,9-14 0,-1 3-45,-7 6 269,1-9 1,-1 3 0,-2 14 629,6-22-539,-14 40 0,6-4-270,-8 18 0,0 12-91,0 4-269,0 21 90,0-14-630,0-2 1,0 0 449,0 3-1349,6 6 0,3 0 0,11 9 1259,-7-19 0,1-1-135,3-2 1,0-4 404,2-4 0,7 4 0,15-42 0,-18 5 0,1 0 0</inkml:trace>
  <inkml:trace contextRef="#ctx0" brushRef="#br0" timeOffset="109440">21220 11139 7477,'7'-27'0,"-5"2"0,6-1 0,-8 6 0,0 1 1260,-8 6-901,6 6 1081,-29 1-1171,25 6 811,-33 12-1260,35-4 450,-12 28-720,16-7 360,0 0 0,0 3-90,0-2 0,0 1-1459,0 5 1,0 0 364,3-10 0,2 1 813,2 8 1,4-4-80,16-5 338,-6-4 1,1-3 21,16-12 183,-12-12 1,-1-7 86,4-22 0,-7 3 0,-3-3 897,-12 7 1,-2-1-808,7-8 0,-1-1-45,-9 7 0,-2 0 617,4-3 1,0 0-528,-3 6 0,-2 2-45,1 0 1597,-8 13-878,-1 29-315,-4 12 1,0 4-405,7-6 0,0 1-367,-2 14 1,1 2 51,2 0 0,2-3-120,2-11 1,0 1 284,-2 7 0,0 4 0,1-2-60,2-6 0,0-1 0,0 1 119,0 7 1,0 1 0,0-1-90,0-5 0,1-2 0,-2 1 0,-1 8 0,-1 2 0,0-5-45,3-8 1,-2-1 44,-4 19 0,-3-4 0,-9-11 89,6-4-218,-11-18-51,5-7 270,-2-6-990,-4-6 1,-1 0 629,10 3-225,-14-7 0,3-3 136,20 5-631,-33-17 990,27 5 0,-11-13 0,-3-5 0,3-4 0,-1 0 0</inkml:trace>
  <inkml:trace contextRef="#ctx0" brushRef="#br0" timeOffset="109601">20443 10829 7533,'-24'-13'224,"-1"1"1,0 2-674,-16-8 449,49 18 0,20-6 0,10-4 0,9-1 0,0 1 0</inkml:trace>
  <inkml:trace contextRef="#ctx0" brushRef="#br0" timeOffset="110629">22366 10506 7533,'-10'-20'1709,"-5"-5"-630,13 51-719,-2 15 0,0 7-891,3-7 1,2 4 575,-1-1 0,-1 7 0,1 0 0,1-6 45,3 0 0,0 1-135,-4 1 0,0 6 0,0 1 0,2-8 0,5-2 0,1-1-270,-5-4 0,-1 5 1,0-1-1,1-8-109,7 14-71,-7-11 0,2-4 315,3-20-269,-6-8 269,5-20-360,-14-23 180,5 7 270,-6-13 0,-8 0-456,4 8 681,0 2 0,-1-2 364,-1 8 0,2 0 265,6-12 1,1 2-630,-8 11 0,2 3 2204,9-20-1980,-6 30 1,24 25-180,-4 3-180,7 3 0,3 1 90,15 9-90,0-9 0,3-1-149,-16-7 1,3-1 88,4-1 0,4 0 0,-4-3 545,13 2-395,-2-5 0,-2-1 0,-9-2 449,10-17-449,-31 13 0,-2-18 180,-8 9-180,-8-2-180,-17-4 180,3 12-180,-27 1 180,20 24 90,3 4 0,1 6-90,9-1 0,2 3-938,-4 14 0,3 0 533,8-14 0,4 0 0,12 14 1,6-2 179,-2-18 0,5-2-105,10 3 0,5 2 0,-2-7 105,-5-10 0,1-3-75,12-1 0,6-1 1,-7-5-462,9-14 791,-12-3 0,4-5 0,-7 1-120,1-14-384,-13 8 1,1-6-1,-5 4 564,-4-4-90,-3 4 0,-3-2-250,-11-1 1,-5 2 339,-10-16 0,-7 5 0,-5 3 89,-9 14-269,-4 4 0,0 6 90,2 18-315,0 3 1,3 5-1036,9 11 1407,9 3 1,11 2 0,42 3 0,-6-10 0,-1 1-1</inkml:trace>
  <inkml:trace contextRef="#ctx0" brushRef="#br0" timeOffset="111798">24095 10596 7533,'0'-20'0,"0"-16"1439,0 2-450,0 6-719,0 5 270,-8 34-405,3 13 0,0 6 44,-4 13 1,0 2-623,4-2 1,1 4 442,0-7 0,-1 5 0,1 2 0,1-1-298,1-4 0,1 0 1,1 1-1,1 0 172,0-2 0,2 2 0,0-1 0,0 0 0,3-1-77,1 2 1,1 0 0,2-3 0,2-6 382,10 6 0,3-11 0,18-14 0,-10-50-180,-13 10-45,0-10 0,1-7-89,-2 0 0,-1-2 284,-2 7 0,-1-1 0,-1-1 269,-1 3 1,-1 1 0,-1 2-285,-2 1 0,-1 5 315,0 4 593,-8 30-863,0 29 0,0-12-450,8 12 0,0 1 270,-4-5-1080,11 10 1,1-1-270,-4-8 1349,5 6 0,7 0 0,12-14 0,5-1 0,-7-1 0,-1 1 0,1-1 0</inkml:trace>
  <inkml:trace contextRef="#ctx0" brushRef="#br0" timeOffset="113073">24994 11241 7533,'-17'-38'-630,"-1"11"1170,0 2-91,-7 12-179,13 6 180,-11 1 270,5 23-361,-2 5-448,3 5 313,4-2 1,2 3-45,8 1 0,2 2-1819,-7 15 1,1 0 1670,5-11 1,4-1-900,1 4 0,1-4 867,-2-11 0,22 13-180,-4-39 135,4-9 0,3-8-180,-3-13 0,-1-7 195,-5 7 0,1-3 0,-4 0 75,1-11 0,-4 1 1333,-3 12 1,-2 4-929,-7-1-270,0 26-180,0 28 0,0-12 0,0 37-180,0-25 1274,-1 8 1,2 4-1185,5-5 0,3 1 45,3 7 0,4-3 45,4-8 0,5-8 90,5-11 0,1-10-90,-11-11 0,-1-7 360,11-11 0,-3-2-270,-19 7 0,-3 2-45,8-3 0,-2 5 45,-11 9 629,-16 47-719,10 3 0,0 5-372,-3-3 0,1 2 342,4 3 0,1 3 0,2 0 0,0-3 0,2-2 0,-1 3-15,0-7 0,0 1 0,0 0 0,0-1-45,0 9 0,0-2 0,0-5 360,-1 5 0,2-21-270,7-60 0,-5 8 0,0-7 0,1-2 22,-1-4 1,2-4-1,-1-2 1,1-1-301,0 3 1,0-1 0,0-1 0,0-1 0,1 2 330,-1 1 1,1 0 0,-1 0 0,1 1 0,-1 2 171,0-2 0,-1 1 0,1 2 0,1 4-135,7-17 0,-3 18 90,-8 30-450,6 20 90,0 29 180,-6-12 158,9 8 1,1 5-24,-10-12 0,0 0 90,10 14 0,0-1 359,-11-17 1,0-3-225,7 5 180,-16-36-540,6-3 1363,-6-10-1093,8 7-720,-8-1 181,6-6-721,-6 11-1888,0-10 1708,6 17 1170,-5-5 0,46 6 0,10 0 0</inkml:trace>
  <inkml:trace contextRef="#ctx0" brushRef="#br0" timeOffset="113873">25894 11293 7533,'-28'11'1439,"11"-2"-1259,9 27 90,0-7-360,6 16 45,-5 2 0,-2 1-975,4-19 0,1 1 1050,0 11 0,1 4 0,0-5-743,-1-10 1,0-2 757,0 9 0,0 0 0,0-4 0,-2-3 782,-3 19-782,4-23 0,2-2 45,3-4 90,0-25-90,0-11-180,0-16 0,8-11 90,-6 7-193,5-10 1,1-3 102,-7 21 0,0-1 120,3-12 0,2-6 0,0-2-430,-2 10 0,0 0 0,1 0 0,0 1 400,1-4 0,0 1 0,1-2 112,1-3 1,1-3-1,0 2 1,-2 9 21,-1 12 1,0 4 180,11-14 0,-2 7-135,-12 22 270,29 24-360,-20 0 0,0 9 0,1 3-705,5 6 705,-1 10-45,-7-17 0,-2-2 45,2 6-45,-2-5 0,-1 0 782,-5 18-737,2-19 0,0 1 269,-3 6 1,-2-1-180,-7 15 180,-9-4-270,-3-23 270,-13-7-270,13-8-180,-5-5-990,-1-11 541,7 3-181,-15-16 540,23 9 2258,-13-4-2437,22 12 179,-6-5-1169,8 11 1993,0-11-1004,0 11-291,8-5 201,-6 6 180,14 0 270,-6 0 0,31 12 0,6 2 0</inkml:trace>
  <inkml:trace contextRef="#ctx0" brushRef="#br0" timeOffset="114665">26300 11371 7892,'9'-7'720,"-1"1"0,-8 6-361,0 0 361,8 0-720,2-6-90,8 5 90,-1-11 90,16-1-180,-11-2 180,3-2 0,-1-1 0,-2 1-90,-1-12 0,-1-1 90,-9 10-90,3-14 0,-4-2 90,-8 10-135,0-4 0,-4-1 135,-24-3-90,-3 7 180,0 21 0,-1 7 0,-1 7-1,-2 11 1,1 3 90,1 3-240,11-2 0,-2 7 0,5 0 60,4 7 0,5 2-889,-2-5 0,0 2 0,6-2 844,10 5 0,4-4-45,-6-7 0,3-2-910,27 11 1000,-15-14-180,13 2 0,1-3 90,-6-10 40,8 0 0,9 1 0,-3-9-760,-5-18 1,1-5 569,2 8 0,5 1 0,-6-6 210,-10-12 0,-4-7 0,-3 3 75,2 3 0,-3-1 90,-5-13 0,-7 3-45,-6 16 449,-2-18-269,-2 34 180,-21 2-360,19 13 1019,-14 9 1,-3 4-1290,-1 21 45,4-21 0,1 2-45,6 8 0,4-2 0,-1-9 45,7 8 0,2-1 45,-1-8 0,16 23-90,-4-31 90,11-2 0,3-5-179,-3-10 134,12-7 0,3-8 75,-16-1 0,-1-4 0,0 1 211,12-3 1,1-3-182,-5-4 0,0-6 0,-5 7 30,-7 12 0,-2 0-45,10-20 0,-1 1-45,-5 11 1259,-6 5 0,0 4-719,-3 14 933,-3 2-1293,-7 13 180,8 23-180,-6-7-855,9 5 0,2 5-404,-8 0 0,2-1-316,5-3 1,1 0-245,-5 17 1,2-3 1464,15-10 1,-8-5 0,1-2-1,5-13 1,-1 0 0</inkml:trace>
  <inkml:trace contextRef="#ctx0" brushRef="#br0" timeOffset="114791">27764 11345 7533,'18'-17'1638,"1"-1"0,6-6-1047,-17 18-591,-8 6 0,-23-11 0,-7-3 0</inkml:trace>
  <inkml:trace contextRef="#ctx0" brushRef="#br0" timeOffset="141590">670 13939 7533,'10'-7'-1350,"-2"-5"1081,-8 11 988,0-11 91,0 5-450,0-6-1,0 6 181,0-4 180,0 4 179,0-12-539,0 10 449,0-8-629,0 10 180,-8 0-180,6-5 0,-6 11-90,8-5 90,0 6-630,0 0 450,0 11-90,0 21 90,0 4-90,3 10 0,2 4-527,0-17 0,0 1 549,0 6 1,1 6 0,1 2-1,0-6-788,7 4 0,0 2 856,-6-9 0,1 6 0,0 3 0,0-3 0,-1-7 0,2 8 0,2-3 0,-1-5 0,3 5 0,-1-2 0,-4-7 45,-7-6 0,1-4-121,16 3 0,2-5 256,-10-11 1439,23-34-1259,-7 0 269,-12-19 1,-2-6-405,0 21 0,-1-2-568,-2-10 1,-2-5 0,0 1 567,-3-3 0,1-3-203,2 7 1,1-5-1,-1-1 1,-1 5 36,-5 4 1,-2 4 0,2-5-204,1 2 0,3-5 0,0-1 1,-1 2-1,-2 7-81,-2-2 0,0 1 15,2-5 0,0-3 0,-1 8-59,-2 6-220,0 2 40,0 28-471,0 17-70,0-7 1087,0 20 0,3 4 1,2 4-1,0 7 0,0 0 1</inkml:trace>
  <inkml:trace contextRef="#ctx0" brushRef="#br0" timeOffset="143173">1323 14584 9871,'-10'0'1260,"2"0"-451,32 0-359,13-5-450,-3-6 0,3-3-45,-5 2 0,0-4 105,-4-9 0,-2-6 0,-3 2-105,-5 0 0,-5-2 45,-3-14 0,-12 2-135,-18 20 0,-5 6-45,-16-8-90,4 28 0,1 12 135,10 12 1,5 9 134,4-5 0,1 3 0,2 1-986,0 4 0,3 2 1,3-2 940,4 5 0,8-2-332,12 6 0,9-7 107,1-16 0,5-5 90,13 4 0,0-2 180,-15-8 0,-1-6 90,2-12 0,-3-9 360,0-20-181,-16 10 1,-2-1 540,6-16-720,-15 16 2766,0 18-2586,0 12-674,0 7-136,0 6 90,8-4 90,10-21 180,2-12 1,3-9 238,-5 1 1,1-4 0,-1 2-105,6-5 1,-1 0 283,-6 3 1,0-1 0,-2 3 660,4-14-91,-1 2-449,-18 16-90,-10 35-540,0-1 0,-2 14 0,1 5-719,7 20 809,-5-25 0,2 1-450,15 13 1,8 0-1,-3-12 0,3-2 225,16 7 1,5-7 404,-1-15 0,0-11 359,-5-15 1,-5-8-90,-2-1 0,-7-4 90,-9-11 0,-8-2-1,-3 0 1,-2 1-45,1-1 0,-1 3-180,-4 6 0,0 15 225,-1 45-270,10 15-583,4-6 0,2 8 1,1 4-1,2-1 421,-1-8 0,1-1 0,0 1 0,1 2 1,-1 2 83,-2 0 1,0 3 0,0 2 0,0 1 0,-1-1 0,0-1-1,1-2-12,0 3 0,1-2 0,0-1 0,-2 0 0,0 1-18,0 4 0,-1 2 0,-1 0 0,-2-4 1,-3-7 871,-7 6 1,-8-8 494,-10 3 0,-9-10-990,3-21 1,-6-8 0,1-3-593,-11-3 1,0-9 187,12-3 0,-1-6 0,1-2 0,5 3-259,3-2 0,2-3 326,-3 0 1,-3-5 0,0-1-1,3 1-562,4-1 1,2 1-1,2-1 80,0 0 1,0 0 0,7 2 459,5-5 0,12 6 0,23 14 0,10 8 0,10 7 0,-1 0 0</inkml:trace>
  <inkml:trace contextRef="#ctx0" brushRef="#br0" timeOffset="143831">3510 14249 7533,'-8'-20'1709,"-1"-10"-900,-25 14-629,20-8 720,-33 11-720,26 5-91,-7 5 1,-3 1 0,-8 2 270,2 9 0,-1 5-810,13-1 0,1 2 405,1 4 1,1 2-181,0 7 0,5-1 135,13 3 45,-5-2 0,3 4 45,11 6 0,5 0 45,-5-11 0,2 1-315,9 8 0,7 4 0,3-4-948,9-5 1,4-3 827,-10-5 1,1 0-1,3-4 390,8-1 0,2-4 0,-1-10 0,-8-13 0,-1-9 0,2-1 0,8-2 0,1-1 0,0 1 0</inkml:trace>
  <inkml:trace contextRef="#ctx0" brushRef="#br0" timeOffset="144714">3916 14313 7533,'-10'-19'1349,"-13"5"-629,-5-10-541,7 15 541,-27-2-540,35 11-270,-21 0 180,17 5 90,-9 3-180,-1 16-450,-1-2 180,11 1 0,1 2 90,-3 5-90,4 10 1,4 4 224,8-10 0,4 2-1417,2 10 0,4 0 1462,0-12 0,5-4 239,14-5 0,5-7-374,1-7 0,1-8 225,8-9 0,0-11 135,1-8 0,-5-10 10,-18 1 1,-5-7 0,-2 0 93,-2-1 1,-1 0 0,-3 0 149,-1 5 1,-3 1 0,-1 3 284,-4-6 1,-2 9-1124,3 17 1973,-6 51-2289,11-10 1,2 5 269,2 14 0,4 2 180,5-4 1,3-4-718,4-6 0,-1-4 987,-8-7 0,2-5 175,23-6 50,-35-7-90,19-18 89,-21 4 271,14-22-450,-14 14 270,14-25-270,-14 23 270,5-29-270,-7 18-90,0 2 1248,0 4-1788,0 22 540,0 12-270,8 22 450,-6 3-270,5-5 0,2-2-89,1-5 44,2 1 0,1-2 315,-1-8-90,19 15 0,-19-21 539,14-3-269,-17-13 180,15-29-450,-20 11 29,5-4 1,3-7 0,-2 1 150,-3 3 0,-2 1-225,4-14 0,0 1 539,-6 14 1,1 6-495,4 8-180,-6 5 540,22 46-315,-22-8 0,0 1-585,9-1 0,1 2-719,-2 11 0,-2-3 269,4-5-584,6 1 0,3 0 1484,0-3 0,6-15 0,5-5 0,-4-8 0,-1 1 0</inkml:trace>
  <inkml:trace contextRef="#ctx0" brushRef="#br0" timeOffset="145348">4798 14365 7533,'-10'-19'3148,"-6"-1"-2429,14 6-179,-5 31 90,14 25-630,-5 7 45,6-13 0,0-1-45,-6-3-135,6-2 0,0 0 45,-6-7-270,13 7 180,-5-23 90,8-13 90,-9-8-135,4-16 0,-2-6 135,-7-5-968,3 7 0,2-5 0,-2 4 1013,-1 8 0,-2 1-15,2-7 0,0-5 0,0 6 330,4-14-180,-3 13 0,1 5 0,2 14 270,8 8-91,-8 19 271,5 30-450,-5-11-45,-1 6 0,0 1-135,1 0-60,-1-8 0,3 5 0,-2-1-615,-4 1 1,2-1 539,7 2 0,3-1-1504,-2 3 1,1-7 1524,13-13 1,-6-13-1,3-5 1,-5-13-1,1 1 1</inkml:trace>
  <inkml:trace contextRef="#ctx0" brushRef="#br0" timeOffset="146079">5309 14598 6633,'-19'0'-809,"-5"0"2248,14 0-1079,-7 0 179,-1-6-359,8 4 450,2-4-270,8 6 269,0-5-629,0-2 360,8-12-270,2-1 270,8-6-90,-8 0-46,5 3 1,1-2-45,-5 1 0,-1-2 90,12-14 0,0-1-180,-12 16 0,-1-1 224,4-14 1,-2 3-135,-1 11 270,-1-21-90,-1 33-540,-8 7 270,0 14 180,0 25-450,8 7-901,-6 2 991,14-4-539,-14-6 224,9-3 0,1 0-494,-8 11-181,9 2 1,5 1-136,0-13 1,0-2 944,-4 1 1,3-1 269,11 1 0,1-9 0,-8-21 0,13-1 0</inkml:trace>
  <inkml:trace contextRef="#ctx0" brushRef="#br0" timeOffset="146752">5856 14262 7533,'-8'-45'3276,"-17"5"-1785,3 13-1761,-19 15 450,29 25-360,-1 14 0,3 7-225,7 8 1,4 3 194,-3-10 0,1 1 0,4 0-330,7 6 0,5-1 1,1-5-621,3-5 0,3-5 1115,4 3 0,1-10-706,14-30 751,-21 1 45,-6-13 0,-3-2 45,-1 1 270,-4-10 0,-4-4 314,-5 4 1,-2 1 134,0-4 1,0-1-91,1-1 1,-1 3-720,-3 2 450,8 4-810,8 29 1703,9 19-1793,-4 11 1,2 5 404,6 9 0,1 2-1,-7-9 0,-1 3 1,2-4-315,6 7 0,1-3 315,-5-9 0,-1-4-45,9-8 90,-9-23-90,-3-18 0,-2-9 0,-2-7 1,-1-3 12,4 1 1,0-2 165,-4 0 1,-1-4 0,0 7 315,2 10 0,0 2 71,-1-11 0,0 4 1413,-2 11-1529,-7 30 1079,0 25-1079,8-7-315,-3 11 0,0 2-45,5-4-765,2 8 1,-1 1 764,-7-9-1125,17 9 1,5-1-2153,-2-14 3168,-5 2 0,5-5 0,7-22 0,3-7 1,-1 4-1,0-1 0</inkml:trace>
  <inkml:trace contextRef="#ctx0" brushRef="#br0" timeOffset="147681">7796 14043 7533,'-25'-14'2788,"-3"19"-2158,9 20-450,3 6-1,13 11 1,6 4-90,4-10 0,2 0 0,-5 7 0,4 0-240,7-9 0,5 0 0,1-6-1489,3-6 1,1-4 753,6 9 1,1-5 408,3-18 0,-3-8 386,-1-10-90,-1-14 0,-3-4 0,-5-3 60,-6 6 0,2-6 1,-3 5 1032,-2-11-943,-2 11 0,1-5 0,-3 4 300,-7-9-90,5-8 359,-7 48 1876,0 8-1606,8 39-539,-6-21-135,11 17 0,6 3-90,-5-19 0,1-1 0,2 7 0,3-2-45,8-1 0,1-7 1681,2-5-1726,-2-3 0,1-5 675,15-22-540,-21 0 0,-3-3-180,7-20 45,-15 5 0,-3 0-45,0-1 135,-1 1 0,0-1-3322,1-15 2622,5 10 138,-5 0 517,0 29-360,6 1 360,-7 6-630,9 0 540,0 0 2325,7-5-3854,-5-3 1315,-3 1-506,-1 2 810,-14 5 0,-26 0 0,-15 0 0</inkml:trace>
  <inkml:trace contextRef="#ctx0" brushRef="#br0" timeOffset="147991">8767 14068 7353,'19'-1'-234,"11"15"0,3 8 0,-4 6 0,1 0 0</inkml:trace>
  <inkml:trace contextRef="#ctx0" brushRef="#br0" timeOffset="148525">8996 14184 7533,'10'0'-1619,"5"0"1529,-13 0 2338,14-11-629,-14-3 360,6-23-270,-16-10-1349,-2 6 180,0-8-90,-13 16-360,-5 6-495,3 27 0,-3 10-1234,-4 16 1,2 6 951,5-3 0,3 3 657,4 0 0,1 3 0,3-1-851,2 9 0,4-1 836,-1-6 0,0 0 135,3 11 0,5-4-90,8-7-135,4-10 0,4-3-270,7-11 1,1-3 134,8 10 45,-2-17 0,-3-4 45,-12-5-738,10-9 1,1-4 1007,-3-11 690,-6 0 1,1-5-556,-3 1 0,-3-2 269,-4-3 1,-2 0-405,4 9 0,-2 2 3186,-7-13-1913,-16 47-1093,4 26-136,-1-3 1,1 4 1020,5 10 0,4 1-2324,4 0 0,6-1-87,3-4 1,7-5 86,8-9 0,3-7 1169,19-6 0,-24-23 0,-3-7 0,-7-5 0,0 0 0</inkml:trace>
  <inkml:trace contextRef="#ctx0" brushRef="#br0" timeOffset="149073">9349 14119 7533,'-26'-13'3276,"-1"1"-796,-1 22-2659,11 0 313,7 15 1,4 4-225,4 9 270,-2 1 0,0 0-719,4 6-91,10 1 0,4-2 91,-1-4-451,12 0 1,7-8-361,15-26 1440,-11-13 0,-1-12-1183,-11-13 1,-4-10 0,-1 1 695,1-3 0,-3-3 734,-7 5 0,-1-6 1,-2 0-1,-2 7 101,-3 6 1,-2-1-12,2-2 0,0-7 1,1 1-1,-2 9 1282,-1-7-720,0 38-899,0 29 0,-1 30 0,2 3-681,0-12 0,1 4 0,0 0 0,1-1 546,-1-6 0,0-2 0,0 2 0,2 3 60,-1-1 0,1 4 0,1 2 0,0 0 0,-1 0 0,0-3 164,-1 3 1,-1-1 0,0-1 0,0 0 0,1 1-135,-1-5 0,2 1 0,-1 0 0,0 0 0,-1 1 0,-1 0-165,0 3 0,-1 2 0,-1 1 1,-1-3-1,0-3 0,-1-7 180,-2-2 0,-1-7 0,-1 4-18,-1 10 1,-2 6-1,-2-1 1,-1-12 92,-4-10 0,-5-5 582,-9 3 0,-6 0 0,-1-14-567,1-24 0,0-15 0,-1 3 65,0 9 1,-1 2 0,2-5-216,1-13 0,2-5 0,5-1 179,7 6 1,3 0 0,1-1-60,-1-2 0,0-2 0,2 0-210,1 1 0,1 0 0,-1-2 45,-1-3 0,-1-3 0,1 0 0,4 5-585,4-3 1,2 2 419,-4-3 0,-1-2 0,4 3-1004,8 2 0,8 2-425,14-1 1,5 2 1586,-11 1 0,3 4 0,20 6 0,5 7 0,-17 9 0,0 0 1</inkml:trace>
  <inkml:trace contextRef="#ctx0" brushRef="#br0" timeOffset="149498">10636 14288 7533,'-35'-12'3276,"47"9"-1638,11 3 0,9 0-1604,9 1 1,8 0 0,2 0-855,-8 2 1,3 0 0,0 0 0,-1 0 542,-2-2 1,-1 0 0,-1 0-1,-2 1 1,-1 1 0,-2 1-1,-5 2 1,-7 4 0,0 0-1</inkml:trace>
  <inkml:trace contextRef="#ctx0" brushRef="#br0" timeOffset="150831">13335 13926 7533,'-10'-13'359,"2"0"91,-7-5 180,11 9 359,-20-20-539,14 25 90,-23-31-271,5 26 1,-5 3-360,-6-5 1,-4 2-91,-7 8 0,2 8 270,9 10 0,6 5-90,8-6 0,6 4 90,11 19 0,9 0-1,8-6-44,5 1 0,6 4-15,6-6 0,7 1 0,0 1-1123,-1 1 1,1 0 0,0 1 904,1-1 0,-1 1 0,0-1 158,-3-2 0,-1 1 0,-8-6 14,-7 3 16,1-4 0,-7 1 315,-28-5 0,-7-2-135,8 9-61,-9-17 1,-9-3 0,6-3-30,-5-1 135,-9-5 0,0-2-135,12-5-90,4 6 0,1-2 0,1-14 90,-1 13-90,-13-20-450,27 20 90,-9-8-809,23 11 3204,8 0-2035,33 0 0,-4-5 0,6-2 0,-4 2 0,1 0 0,-1 0 0</inkml:trace>
  <inkml:trace contextRef="#ctx0" brushRef="#br0" timeOffset="151414">13811 14145 6183,'-19'-7'2069,"3"-4"-1529,16 9 359,-8-21-719,6 13 810,-14-25-900,7 7 0,-17 1-90,7 8-540,-23 25 540,21 3-45,0 10 0,1 3 45,0 3 180,4 7 0,-1 7 90,-2 6 0,3 1-383,4-10 1,2 2 202,0 6 0,1 5 0,4-6-90,7-8 0,4-2-45,6 13 0,2-3-225,7-4 0,7-30 1,1-7 269,-5-9-135,8-12 0,0-4 225,-8-3-1103,-3-1 0,3-5 0,-4 2 1013,3-11 90,-4 7 0,2-5 0,-4 4 0,-3-12 150,-4 16 0,1-4 0,-1 5-61,0-3 586,-6 4 0,2 5-406,1 16 971,-22 8-880,11 14-540,-12 28 270,16-6-855,0 1 0,0 0-1124,0 7 765,2-1 0,4-1 1034,12-3 0,7-5 0,8-2 0,5-12 0,-1 0 0</inkml:trace>
  <inkml:trace contextRef="#ctx0" brushRef="#br0" timeOffset="152890">14270 14119 7533,'-10'-13'449,"2"6"1,0-4-450,6 10 2069,-13-5-1979,13 6 450,-6 6-360,8 7 179,0 24-269,0-7-225,0 5 0,0 2 45,0 1-45,0 5 1,0-1 134,0-3-90,0-3 0,0-1 0,0-10 90,8 5 90,-6-24 270,21-46-360,-11 18-1173,1-15 0,0-3 1263,-4 2-45,3-9 0,0-2 0,-7 22 0,2-1-15,3-8 0,2-6 0,-1 6-280,-5 9 1,0 1 294,6-15 0,-1 3 315,-9 9-180,14-1 360,-14 23-360,6 1-270,-8 29-90,0-6 0,-4 18 0,0 2 270,2 3-225,-2 5 0,0 0 2099,4 0-2369,3-5 1,2-1 314,5-2-270,1-6 0,3-2 270,6-6 790,13 2-970,-13-20 450,5-5-360,1-23 270,-7 6-45,-2-12 0,-1-2-45,4 0 90,-10-5 0,-2 0 0,0 4 225,-4 2 0,-1 0-46,-1 7 631,6-7-630,-8 23-180,-8 2 180,6 5-720,-5 22 540,7-5-180,0 12 0,0 2 90,0 1-360,6 2 0,3-2 180,3-8-45,7 4 1,3-2 44,8-9 135,-2-4 0,2-2 45,10-5-90,3-6 90,-10-11 180,-13-4-180,-3-5 0,-1-3 0,3-7 0,-5-3 0,-2 0 0,-2 1 180,-2-4 0,-1 1-180,-5 9 224,6-2 1,0 3-135,-6 15-270,6-8 180,-8 24 0,0 1 90,0 23-90,0-6 180,0 19-180,0-10 0,0 1-499,0 14 349,2-11 0,1 6 0,0-5 60,-2-10 0,0 1 90,1 14 0,1 6 0,0-4 0,-3-11 0,0 1-30,0 10 0,0 4 0,0-4 75,0-11 0,0-1-225,0 19 0,0-6 90,0-16 180,0-7-90,0-36 315,0-13 0,0-3-315,0-17-1093,0 8 1,0-8 0,0 5 937,0 6 1,0-1 154,0-2 0,0-7 0,0 0 0,0 6-330,-1-4 0,2 1 330,0 0 0,1-7 0,1 1 0,-2 6 90,0-1 0,0 1 30,6-5 0,3-3 0,-3 8 60,-3 2 115,6 11 0,3 12-25,13 57-180,-5-18-135,0 18 0,-1 3-280,0-10 325,-7 1 0,0 3-135,0 5 0,-1-2 135,-2-11 0,0-2 0,-1 10 0,-1-2 0,0 1 0,-8-19 809,-16 25 1,-3-32 2466,-16 13-2171,7-21-655,-13 3-450,19-10-450,-19-3 180,29 1-539,-11-10 539,21 14 827,-6-14-1097,16 9 360,2-5-180,0 6-2917,13-10 1877,-11 2 1400,29-10 0,-8-8 0,3-6 0,-6 11 0,1 0 0,0 1 0</inkml:trace>
  <inkml:trace contextRef="#ctx0" brushRef="#br0" timeOffset="153399">15699 13423 7533,'-8'-45'1799,"-2"16"-990,0 0 91,-6 16-541,15 5 451,-15-3-360,-2 38-270,6 15-450,4-3 0,-1 10 0,3-1-823,4-2 1,2 0 0,0 1 993,-2 1 1,-2-1 0,2 3 98,1-8 0,0 2 0,1 0 0,2-1-220,4 1 0,2-1 1,1 0-1,-1-1 107,0 1 1,-1 0 0,0-1-1,3-2 68,1-1 0,1-1 0,1-2 0,4-5-315,14 8 1,4-12 89,-7-17 0,1-4 405,3 0 0,-1-7-1064,4-17 1,-3-7 973,-12 7 0,-1-3-75,2-7 0,2-5 0,-1-2 219,0 0 1,0-2-1,-3-1 111,-1 0 0,-2-1 0,-1-1 269,1-7 1,-1-1 0,-5 5-390,-3 10 0,-6 3 1458,-5-5 0,-8 11-991,-11 34 1,-4 11-243,1-10 0,1 5-248,3 12 1,0 10-1,3 3 1,5-3-879,7 1 0,5-1 1,5 1-100,4 1 1,3 3 0,6-2 0,4-5 86,6-9 1,6-4 0,3-4-1,0-2 416,0-2 0,3-3 0,-1-3 0,0-2 317,3-2 0,-2-3 0,-1-5 0,11-9 0,-6-6 0,-14 0 0,-1 1 0</inkml:trace>
  <inkml:trace contextRef="#ctx0" brushRef="#br0" timeOffset="154191">13123 15101 7533,'-27'-35'1079,"9"-1"-899,10 28 809,16-9-809,2 15 900,39-3-900,-8 5-1118,-2 4 1,8 3-1,-1-1 1088,-14-3 0,0 0 0,3 1-6,3 1 0,4 1 0,3 1 0,-1-1 0,-3-1-452,-2 0 1,-3-2 0,1 0 0,4 1 337,2 0 0,4 0 0,3 1 0,1-1 0,0 0 0,-1 0-268,-2-2 0,0 0 0,0-1 0,0 1 0,1-1 1,2-1 259,-6 1 0,1-1 1,2 1-1,0-1 1,0 0-1,-1-1 1,0 1-1,-2-1-142,1 1 1,-1-1 0,0 0 0,-2 0 0,1-1 0,-1 0 0,-1 1 44,4-2 0,0 0 0,-1 0 0,-1 0 0,-1-1 0,-2 1 118,5-2 0,-4 0 1,0 0-1,4 1-178,-5 0 0,4 1 0,0 0 0,1 0 1,-3 0-1,-2-1 0,0-1 0,-4 0 0,1 0 0,5 0 32,-3 2 0,5 0 0,3 0 1,1 1-1,-2 0 0,-4-1 1,-6 0 12,3-1 0,-6 0 0,4 0 90,2 1 0,5 0 0,2 0 0,-4 1 0,-6 0 0,0-2 0,-2 0 269,18 3 1,-6 2 1100,-18 7-831,3 10-539,-30-4 1889,-10 11-1169,-12-11-136,0 1 1,-3 0-675,-14 1 225,11 0 0,1-2-1304,3-5-1709,-17 2 1798,27-5 1524,-5-5 1,17 28 0,10 0 0</inkml:trace>
  <inkml:trace contextRef="#ctx0" brushRef="#br0" timeOffset="158740">19015 14223 7533,'0'27'629,"-16"20"-269,12-28-90,-7 7 0,-1 1 0,2-4 179,-16 8-269,15-12 0,-5-6-180,0-6 360,4-1-360,-21-23 0,14 7 0,-7-26 180,8 14-90,9-9 90,-7-6-90,16-8 0,6-2-135,-3 21 0,4-1-811,4-10 0,4-5 1,2 9 675,14 2 0,5 0 0,1 1-452,-4 7 452,-1 3 0,3-1 45,-9 5 0,0-1 90,6-11 0,-1-1 0,-3 5 0,-1-1 315,0-15 0,-3 1-360,3 0 360,-16-5 0,-4-1-270,1 5 584,-17-5 1,-6 0-135,2 6 44,-14 7 1,-3 4-135,-1 12-135,-2 13 0,-1 6-135,-5 13 0,8 11 0,3 6-900,12-8 0,2 0 900,-3 11 0,1 4-30,8-1 0,3 4 0,1-3-60,-2-2 0,2 3-315,3 0 0,3 8 0,1 0 0,1-9 225,-1-5 1,5-3-384,6 4 1,5 5 0,2-2 0,-2-7 292,-2-9 0,3-3-840,15 11 1,7 2 0,-5-8 1019,8-6 0,-1-5 0,2-5 0,-19-13 0,1 0 0</inkml:trace>
  <inkml:trace contextRef="#ctx0" brushRef="#br0" timeOffset="160396">20408 13939 7533,'0'-14'-1529,"0"2"1349,-8 12 180,6 0 0,-5 0 0,7 0 0,-8 17 0,-2 5 0</inkml:trace>
  <inkml:trace contextRef="#ctx0" brushRef="#br0" timeOffset="161157">20391 13577 7533,'-16'-43'899,"12"19"-539,-12-17 989,8 15-809,-1-1-360,-1 1 1439,-6 7-1349,14 12 0,-6 2-91,8 5 1,0 0-449,0 11 269,0-3 89,0 19 1,0 5-539,0 8-644,2-5 1,2 7 0,-2-4 719,-1-8 1,0 2 222,1 11 0,1 7 0,0-6-141,1-12 0,0-1 201,-1 10 0,0 5 0,1-6 45,1-13 0,-1-2-75,1 17 0,-2-4 299,-3-10-89,0 3 90,8-24 2760,-6-2-2670,6-22 284,-8 1-824,0-27 180,-8-3-45,7 6 1,0-2 368,-3 13 0,0 0-264,3-5 0,2-2 0,-1 4 300,0-14 0,4 3 0,0 1-91,-2 11 271,22-11-270,-20 35 180,35 24-90,-33 0-135,13 18 0,1 2-45,-8-3-135,4 10 0,1 1-176,-7-19 1,-1-1 220,5 10 0,-2 0 45,-6-8 0,-2-2 45,4 14-90,-16-14 180,-2-6 90,-23-7 0,11-4-135,-6-2 0,-1-1-315,-2-3 180,1 1 0,1 0-180,0-9 0,-5 4 0,-7-9 180,26 9-540,-33-4 270,45 6-1349,-13 6-180,32 19-1478,3-8 1963,9 8-652,5-14 1606,2-10 399,10 5 0,-14-10 0,3-2 1,1-1-1,2 0 0,1 0 1,-1 0-1</inkml:trace>
  <inkml:trace contextRef="#ctx0" brushRef="#br0" timeOffset="161664">20743 14016 7533,'10'-29'1092,"0"0"0,0 0 0,-4 0 1119,-14-17-1582,-2 13-539,0 15-180,2 29-90,8-1-359,-8 32 449,7-19-90,-4 4 0,2 0 180,3 3-135,0 3 0,0 0 45,0-1 45,1 3 0,6 1-315,5-13 1,1-3 269,1 21-45,9-26 0,1-7 315,-11-8-315,12-12 0,-1-5 225,-2-7-30,-6-2 0,1-7 0,-1 1 74,0-6 1,-3-1-45,2-3 0,-2-2 450,-3-5 0,-4 2 134,-9 20 1,-2 2 224,1-4 1,-2 7-900,-4 16-630,2 50 270,8-13 1,0 0-136,0-1 0,0 0-225,3 8 1,2-4-360,5-8 44,-2 6 1,2 0 404,7-7-90,-1-3 1,2-1 719,19-1 0,-15-30 0,1-7 0,-2-5 0,1-1 0</inkml:trace>
  <inkml:trace contextRef="#ctx0" brushRef="#br0" timeOffset="161924">21290 13939 7533,'18'-25'-1709,"-8"10"3058,-3-10-90,-7 13 540,0-7 360,0 10-900,0-2-899,0 34-180,0 23-45,0-13 0,0 2-945,0 4 1,0-1-91,0 9-359,3-17 0,2-1-630,5 0 270,8 10 1619,-9-20 0,7-36 0,-6-12 0</inkml:trace>
  <inkml:trace contextRef="#ctx0" brushRef="#br0" timeOffset="162414">21361 13668 7533,'-28'-6'3058,"-5"5"-2069,6-5-2068,7 1 1079,20-3 0,43-16 0,-11 10 0,1 0 0</inkml:trace>
  <inkml:trace contextRef="#ctx0" brushRef="#br0" timeOffset="163096">21749 13410 7533,'0'-7'1259,"0"1"1260,0 6-900,-8 17-1260,6-1-89,-14 15 90,14 13-878,-6-9 428,8-8 0,0 2 45,0 2 0,0 1-225,0 5 0,0 0 90,0-1 1,0 1-946,8 13 1,0-3 494,-4 1-449,12-3 0,-1-2 629,-11-11-270,8-7 1,0-1 719,-10-10 0,6-14 0,-8-15 0</inkml:trace>
  <inkml:trace contextRef="#ctx0" brushRef="#br0" timeOffset="163874">22172 13577 7533,'0'-28'-330,"0"-1"0,0-16 0,0-3 1004,4 0 1,0 0-195,-4 12 0,0 0 0,2 3 104,6-3 1,0 8 674,-6 15-629,4 30 0,3 16-481,0 0 1,0 4 0,-1 3-970,-2 0 1,-1 3 0,0 1 0,0-2 494,4 5 0,0-1 1,-1 1 256,-3-3 1,-1 3-1,-1-1 1,0-3-127,1 2 1,-1-3 0,0-1-107,0-1 0,1 0 0,-1-4 30,2 3 1,-2-9 179,-3-16-990,-16-55 1035,1 12 0,-5-1-45,0 4 0,-2-2 1,1 2 493,-2-7 1,-3 4 494,-12 4 1,4 9 2376,18 10-1959,-15 19 1,-1 14-509,14 14 1,5 8-1031,1-9 0,1 2 1,4 0 220,7-2 0,3 1 0,4-4-1527,6 5 1,6-9 1526,4-15 0,5-6-1189,3-6 0,4-5 96,2-4 1,2-4 0,-1 0 1053,3 1 0,2-5 0,-3-5 0,4-7 1,0-2-1,-3 0 0,-3-5 0,0 0 1,-1-1-1</inkml:trace>
  <inkml:trace contextRef="#ctx0" brushRef="#br0" timeOffset="165648">23548 13978 7533,'18'-38'539,"-9"10"-179,-1-4 0,-8 8 270,-15-2-181,-21-7-44,7 18 0,-4 3-1742,-8 1 1,1 3 1471,12 6 0,-1 4-75,0 9 0,-2 6 0,3 3-977,1 7 0,3 3 962,-4 2 0,1 3-343,6-3 0,1 1 0,6-3 388,9 12-90,-1 5 0,4 1 0,13-3 45,8-8 0,4-1 45,6 0-180,3-15 0,3-5-630,6-3 270,4-18 1,0-7 359,-2-5-30,-13-4 0,2-5 0,-4 1 165,-6 6 0,-3-2-45,4-9 0,1-5 0,-4 4 45,-4 8 0,-3 0 90,6-20 0,-4 1 45,-5 10 404,-7 4 1,-6 4 224,-23 19-449,5 1 0,-1 19 0,2 7-90,1 8-180,9 3 0,2 1 179,0-3-494,7 5 1,2 0-316,-1-11 270,10 6 0,4-3-269,0-11 134,12 0 0,4-3-45,2-7-45,5-13 1,0-6 314,-3-5-90,-1-14 0,-2-4 90,-1 2 135,-8-5 0,-1-1 1861,-2 8-1726,-5 0 0,-4 1-90,-8 7 630,6-7-540,-8 23 2985,0 7-3075,-8 7 899,-2 29-629,0-12 45,1 19 0,2 3-315,6-3-262,-7 5 0,0 0 262,6 1 0,-1-18 0,0 5 0,1 0-182,3 9 0,2 1 0,1-1 182,-1-3 0,0-1 0,1-2-888,-2 0 1,0-1 0,3-9 707,11 0 270,-14-70-90,5 10 0,2-5 0,-1 1 533,-6-6 1,0-3-422,3 3 0,2-5 1,-1 0-1,-1 7-22,-4 6 0,0 0 22,2-9 1,1-10-1,1-1 1,-1 5 37,-1 5 0,0 3 0,1-1 89,1-6 1,1-2 0,0 6-60,-3-3 0,4 14 569,9 26-749,-14 14-270,21 22 180,-11-7 0,0 3 0,1 2 90,5 2 45,-8 0 0,-2 0-45,1 0 0,0-5 0,-2-1-1456,-5 4 1456,6-3 590,-8 0-680,0 17 90,0-10 0,-7-4 0,-2-2 450,-3-4-1,-21 3-89,14-18 180,-7-1-360,16-12 2954,-5-1-2954,13-6 1597,-6-6-1777,8 10-1079,15-19 90,5 12 809,15-10-315,-12 8 0,-3 0 315,2 1-90,5-9 1,1-1 269,-5 8 45,6-16 0,1-6 179,-10 15 1,-3 0 180,-2-7 0,-2 1-135,3-6 449,-16 38-629,0 9 270,-16 38-270,12-21-135,-7 17 0,-2 3-178,4-4 163,5-7 0,1 6 0,0-4 105,-1-10 0,0 0 14,3 17 1,1 6 0,1-6-400,-1-12 1,0 1 204,1 2 0,1 5 0,0 2 0,1-4-270,2 13 1,0-3 269,-1 0 0,1-2-90,4-9 0,-2-9 45,-5-21 270,14-36 0,-14 3-30,0-5 0,1-9 0,0 4 30,-3 8 0,0-1-45,0-7 0,0-8 0,0 0 0,0 7-448,-1 1 0,2-1 470,1-7 0,3-7 1,0-1-1,-2 8-67,-1 3 0,0 0 112,4-2 1,2-8-1,1 2 1,0 7 426,0 8 1,1 2-360,-2-16 0,4 12 180,19 36-630,-27 15 90,14 15 0,3 6 45,-6-2 1,0 1-338,-1-1 0,1 1 382,2-1 0,-3-2 0,-4 13 491,0-6 1,-2 3 137,-9 3 1,-4-1-315,1-5 0,-4-3 300,-7-8 1,-5-9-616,-23-19 180,13-1-675,5-10 0,1-1 405,3 2-540,-5-5 1,3 0-990,9 0-180,-17-9 90,29 15 1799,-6-8 0,39 10 0,9-6 0</inkml:trace>
  <inkml:trace contextRef="#ctx0" brushRef="#br0" timeOffset="166214">24871 14339 7533,'-10'7'899,"2"-1"-899,0 0-180,6-5 990,-5 11-360,7-11 1528,0 11-1618,0-11 270,0-1-450,0-13 0,0-1 1169,7-28-1169,-5 12 449,2-11 1,0-3-1735,0 18 0,0-1 1195,-3-15 0,0-2 90,2 0 0,2 1-180,-2 8 0,2-2 120,-1-3 0,1-4 0,3 6-300,5 10 0,2 2-45,1-16 0,3 6-45,8 21-1079,7 3 630,-7 19-1440,9 23 1349,-9-7-584,-2 1 0,-1 1 854,-1 3 540,1-4 0,1 2 0,-6-1 0,-2 1 0,5 7 0,1 0 0</inkml:trace>
  <inkml:trace contextRef="#ctx0" brushRef="#br0" timeOffset="166597">25506 13900 7533,'0'-13'449,"-16"-11"811,12 8 179,-19-8-630,13 11 541,-16 0-901,7 6-359,-7 1 270,1 17-180,5 4-315,3 7 0,1 5 405,-4 10-405,11-11 0,1 4 90,-5 6 0,2 1-918,9-5 0,0 0 918,-7 8 0,3-2-90,7-12 0,5-2-180,10 8 1,2-4 134,5 0 90,9-2 0,1-5-90,-2-14 270,3-12 0,-1-7 90,-2-11-90,-9 5 0,-3-3-1242,-8-6 0,-4 0 1422,3-10-1086,-5-11 0,-2-1 996,-3 1-544,-4 13 0,-2-4 1,0 5 542,-6-6-1,1 9 0,-3 2-88,-19 3-90,11 11-720,-19-2-989,21 21-180,3 10 1889,9 1 0,25 10 0,13 3 0,-1-3 0,1-1 0</inkml:trace>
  <inkml:trace contextRef="#ctx0" brushRef="#br0" timeOffset="167058">25788 13784 7533,'-8'-20'1709,"6"7"-720,-6 13 540,16 48-810,4-11 1,2 6-720,-2-3 0,1 3 0,-1-2-810,-2-7 0,-1-2 1,1-2 134,6 12 0,0-5-134,1 1-900,3-11-696,13 4 1596,-13-16-91,-2-9 900,-11-14 0,-22-27 0,-5-7 0</inkml:trace>
  <inkml:trace contextRef="#ctx0" brushRef="#br0" timeOffset="167265">25788 14236 7533,'-25'0'3276,"5"0"-1155,2-6 127,26-1-1978,-4-6 0,28-10 0,7-2-1100,-10-2 762,-1 6 1,10-7 0,1 1 0,-7 3 67,-3 3 0,1-1-383,3-1 1,6-5 0,1 0-1,-5 5-1256,6-1 1,-4 4-1,5-4 1,-3 3 1562,-12 8 0,-5 9 0,-12 15 1,-3 4-1</inkml:trace>
  <inkml:trace contextRef="#ctx0" brushRef="#br0" timeOffset="167614">26617 13952 7533,'-27'0'1709,"9"6"-1529,10 1 539,9 16 1,6 7-1890,1 1 1,2 1 224,6 14 1,3 0 944,-5-10 0,1-6 0,19-4 0,-17-29 0</inkml:trace>
  <inkml:trace contextRef="#ctx0" brushRef="#br0" timeOffset="168281">26988 14029 7533,'-16'-13'3148,"12"0"-1979,-12 12-539,16 20-90,0 15-91,8 12-629,2-13 90,0-8-179,13-12 179,-11-12 90,9-13 0,-1-6 0,-6-8-30,4-5 0,6-10 0,-3 1 120,-9 3 0,-3 0 0,3 0-210,5-2 1,1 0-1,0 0 210,-3-2 0,-1 0 0,-2 8 450,0-3-270,3 6 179,-15 24-269,-15 35-135,9 1 0,0 4-255,-4-3 0,-3 2 1,3-2-23,3 10 1,2 0 171,-1-7 0,0 2 1,2-6 59,4 11-135,8 4 0,0 0 135,-4-12-270,14-1 0,3-5 0,-7-17 450,35-4-270,-28-21 315,4-9 0,-1-6-315,-2-15 240,-7 15 0,3-5 0,-2 3 209,-5 5 1,-1 1 135,7-21 0,0 3 404,0 13 540,-7-17-1439,-2 40 270,-8 14-180,0 9-360,-4 11 0,0 2-89,2 10-1081,-2 4 1,0 0 1337,4-1-991,4-9 1,2 5 0,0-6 858,6 5 1,16-6 0,8-6-1,-2-18 1,-1 0 0</inkml:trace>
  <inkml:trace contextRef="#ctx0" brushRef="#br0" timeOffset="168966">28011 14016 6633,'9'-7'2159,"-1"-10"-1349,0-3 539,-6-19-270,6-1-539,-8-5 89,-16 18-449,4 9 0,-13 12-270,-16 6-90,2 17 180,12-10 0,1 2 0,-5 14 0,3 3-179,-4 4 179,3 0 0,2 6 89,14 0 1,4-1-916,-5-5 1,3-1 735,8 5 1,6-2-1,14 11 0,6-24 0,5-2-270,7 2 0,3-5 225,7-14 0,0-6 89,-12 3 1,-1-5 195,-4-10 0,1-7 0,-6 3 30,2-5 209,-2 0 1,5-6 0,-6 4 600,1-6-11,-5 7 0,-2 8-349,-8 20-450,-24 32 0,4-2-810,3 5 1,1 1 629,0-3-1620,5 11 1,6 1-1658,12 1 2667,-2-21 0,2-4-200,14-5 810,-8-29 0,-1-10 0,6-14 0,-1-8 0,-3 7 0,-1 0 0,1 0 0</inkml:trace>
  <inkml:trace contextRef="#ctx0" brushRef="#br0" timeOffset="169191">28575 13139 7533,'0'-28'2788,"0"-2"-1349,-8 33-1079,6 20 0,2 9-623,-4-9 0,0 4 353,3 13 0,1 9 0,1 0-1183,2 0 1,0 1 0,-1-1 901,-1-7 0,-1-2 0,1 3-529,4 4 0,1 4 1,1 0-1,-1-3-373,-2 1 1,-1-2 0,1-2 833,2-6 0,1-1 0,-2 0 1,0 15-1,-2-12 0,-3-29 0</inkml:trace>
  <inkml:trace contextRef="#ctx0" brushRef="#br0" timeOffset="169381">28504 13862 7533,'-4'-27'1092,"-1"-1"0,-11-10 0,0 4 2184,10 9-1103,14-11-2128,29 22 0,12 5-495,-10-2 0,2 0 0,1 0 84,-1 2 0,1-1 1,2-1-291,-7-1 1,2-3-1,1 0 1,-2 0 0,-3 2 327,1-1 0,-2 2 0,1-1 1,3-2-1,2-1 0,0 0 1,-5 0-1,8-7 0,0 1 1</inkml:trace>
  <inkml:trace contextRef="#ctx0" brushRef="#br0" timeOffset="170306">28893 14145 7533,'0'15'3276,"31"-3"-2891,-6-13 1,5-4-566,8-3 0,5-3 1,-3 0-391,1 0 0,1-3 570,-3-3 0,6-5 0,-3-2 0,-8 4 0,-11 3 0,-3-2 300,18-9 0,5-5 0,-12-1 453,-19 1 0,-8-1-213,-3-7 0,-10 2-630,-11 14 0,-8 3 0,-4 4-285,-10 5 1,-4 6 0,-2 7 576,8 6 0,-1 4 1,0 5-1,3 3 68,3 3 0,2 4 0,2 2 0,2 0-300,-2 4 0,4 2 0,7 2-390,6 9 0,8 3 1,10-6-496,12-12 0,7-5 0,5-1-178,7 2 1,6-2 0,0-4 1066,0-2 0,1-3 1,-1-9-1,1-12 1,-1-8-1,-5-5 1,-1-11-1,-1-1 0</inkml:trace>
  <inkml:trace contextRef="#ctx0" brushRef="#br0" timeOffset="170630">26952 13500 7533,'-41'-24'2788,"-6"8"-3058,20 5 0,-1 4-135,1 7 1,3 5 404,-3 15 0,17-16 0,12-1 0</inkml:trace>
  <inkml:trace contextRef="#ctx0" brushRef="#br0" timeOffset="171963">31133 13410 7533,'0'-26'989,"0"0"-89,-8 6 629,-2 13-810,0 43-539,2 2-1273,7 0 1,2 8 0,-1-3 896,0-5 0,0 1 128,2-2 1,0 6-1,0 0 1,0-2 91,-1 0 0,-1-2 0,1 3-159,2 2 0,2 3 0,0 1 1,-2-4 14,-2-2 0,-1-3 0,1 1 0,1 8 0,2 1 0,-2-7-15,-2-16 0,0-2-45,0 25 66,0-31 204,0-11-180,-24-7 0,10-7-45,-13-4 0,-2-2 135,5-3-180,-12-3 0,0 2 90,10 7-45,-5-4 1,-3-1-316,-3 7 45,15-4 0,-1 0-314,-20-9-271,16-4 630,1 4 181,16 3 179,2 5 0,24-29 0,-6 18 0,0-1 0</inkml:trace>
  <inkml:trace contextRef="#ctx0" brushRef="#br0" timeOffset="172214">30586 13733 7533,'-28'-6'0,"3"-1"1349,-8-12-719,11 5 359,-19 1-449,29 1 899,4-1-450,49-13-1269,-7-1 400,-2 13 0,7-1 0,-4 1-535,-9 0 1,2 0 301,10-3 1,7-2-1,2-1 1,-6 4-681,2-1 1,2-1 372,-12 4 0,6-3 1,2-2-1,1 0 0,-2 2 1,-6 3 239,4 1 0,-5 2 0,4 0-252,3-2 0,5-2 1,2 0-1,-3 2 0,-6 2-566,5 2 0,-2 4 998,-2-1 0,2 2 0,-5 8 0,-8 14 0,-3 6 0,1 4 0,1 0 0</inkml:trace>
  <inkml:trace contextRef="#ctx0" brushRef="#br0" timeOffset="172848">31838 13603 7533,'-19'-7'629,"3"1"631,-8 6-271,11 23-719,-21-5-225,24 18 0,3 5 45,-2-18 0,0 1-1183,2 20 1,1 8 0,1-4 210,0-12 1,1 1 633,0 4 1,0 8 0,2 1 0,4-5-147,4-9 1,3-3 0,-1 1 3,-1 6 1,-1 1-1,3-6 210,3 0 0,3-15 0,17-49 180,-24-6 0,-5-9 22,2 10 1,0-4 0,0-3-1,-2-1-140,-1 2 1,-2-2 0,0-1-1,-1-1 1,0-1 371,0 3 1,0-2 0,-1-1 0,0 1 0,0 1 0,0 2-188,0-5 1,-1 2-1,1 1 1,-1 0 291,0-4 1,-2-3 0,3 5 0,5 15 2916,12 10-2273,13 34-854,-13 3 1,-1 6-31,5 11 1,1 5 0,-2-4-300,-6-11 1,0 1 66,3 7 1,5 7-1,0 1 1,-3-4 22,5 8 0,-3 3 90,-7-7 0,-1 8 0,0 3 0,-1-2 0,-1-7 60,1-6 0,0-5 0,-4 4 75,-6 11 0,-4 7 0,-2-3 0,0-11-1481,-8 2 1436,-4-4 0,-5-2 719,-12-2 794,5-5-1064,-8-10 1,-4-6-855,16-12 0,-1-3-899,-13 0 0,2-3 944,-5-9-2878,25-14 3148,18 20 0,26-1 0,13 1 0,4 3 0,0-1 0</inkml:trace>
  <inkml:trace contextRef="#ctx0" brushRef="#br0" timeOffset="172964">32279 14313 7533,'28'-6'539,"-11"5"1620,-9-5-1619,-8 6 629,0 12-989,0-4-180,0 17 0,7 3 0,2 4 0,1 6 0,-1 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5T15:34:16.256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  <inkml:brush xml:id="br2">
      <inkml:brushProperty name="width" value="0.09071" units="cm"/>
      <inkml:brushProperty name="height" value="0.09071" units="cm"/>
      <inkml:brushProperty name="color" value="#A020F0"/>
    </inkml:brush>
  </inkml:definitions>
  <inkml:trace contextRef="#ctx0" brushRef="#br0">1305 3588 7533,'26'-24'1349,"-14"-21"-270,3 2-809,-15-1 360,0 19-450,0 13 449,0 4-449,0 3-90,0 16 0,-10 12 0,-3 3 0,-1 14-300,1-12 1,-3 7 0,-3 2 0,2-1-174,1 1 1,0 0 0,-1 0 0,2 0 125,0-2 0,1 0 1,-1 0-1,0 2 365,-1 0 0,-1 3 0,-1 0 0,2-1 0,2-4 221,3 0 1,1-3 0,0-1-210,-2 3 0,-1 0 0,3-3 105,-1 6 0,6-7-135,13-11 90,17 0 0,-3-12-270,6-2 0,1-4 0,2-7-360,6 0 0,1-1 270,-5-2-405,11-5 1,0 0 404,-9 10-1304,10-11 0,1 1 1484,3 11 0,-4-8 0,-22 11 0</inkml:trace>
  <inkml:trace contextRef="#ctx0" brushRef="#br0" timeOffset="201">1411 4027 7533,'-43'-25'3276,"14"10"-1515,11-10-1851,36 18 90,11 1-450,-4 6 0,1 0 1,11 0-496,-8-3 1,1 0 44,9 2 900,-12-4 0,-3-2 0,-4 0 0,-5-5 0</inkml:trace>
  <inkml:trace contextRef="#ctx0" brushRef="#br0" timeOffset="434">1411 3588 7533,'-25'-40'1092,"-1"-1"0,10 18 0,1-1 546,-5-10 0,6 2-1174,14 12 705,26 7-1169,6 9 0,5 3-675,4-2 1,2 0 356,1 2 1,2 1-776,-9-2 1,1-1 0,-5 2-1738,12 1 2830,-4-4 0,-2 8 0,-18 21 0,-5 7 0,11 4 0,-1 0 0</inkml:trace>
  <inkml:trace contextRef="#ctx0" brushRef="#br0" timeOffset="701">1852 4065 7533,'-27'-1'3276,"17"14"-436,12 9-2885,9 2 0,3 0-135,6 7-854,0 2 0,1-1 674,8 0-690,-8-8 1,2 4 0,0-2 59,6-1 1,-1-1 989,-3 4 0,-3-2 0,1-2 0,-32-26 0</inkml:trace>
  <inkml:trace contextRef="#ctx0" brushRef="#br0" timeOffset="917">1976 4440 7533,'-8'-13'719,"-18"-6"90,5 7 1,-3-2-1,0 1 1,1-1 1529,-12-12-1619,43 2-810,13 10 180,22-5-540,-3 7 0,3 0-1189,-1 0 1,2 2 1534,-4 3 0,2 0 0,-1 1 0,-2 0 0,-1 0 0,-1 1 0,-2 3 0,1-1 0,-1 1 0</inkml:trace>
  <inkml:trace contextRef="#ctx0" brushRef="#br0" timeOffset="1318">2469 4143 7533,'18'-19'3276,"-24"-12"-706,-6-9-2075,-3 18 0,-5 3-360,0 3 0,-3 6-450,-3 17 0,-1 9 0,-2 10 0,3 8 45,11-1 0,3 3 1,2 0-623,-1 0 1,2 0 0,6-2 756,7 5 0,7-4-225,1-3 1,4-5 179,13-12 45,6-5 0,3-7 135,-13-15 0,0-6 539,15-9 1,-1-6-270,-19 6 0,-3-3 0,-1 1 224,3-5 1,-3 0 179,-6-1 1,-2 4 315,0 8 2286,-8-7-2529,-8 23-657,-10 13-450,6 25-855,4-5 1,1 2-425,5 5 1,4 0 238,5 14-84,5-21 0,2-5 1124,8-5 360,19 8 0,-6-28 0,10-5 0</inkml:trace>
  <inkml:trace contextRef="#ctx0" brushRef="#br0" timeOffset="2285">2805 4246 7533,'0'-42'809,"0"-4"1350,0 24-1799,0 2 989,0 8-989,-8 12-3637,-2 17 3022,0-7 643,-6 26-118,15-14-720,-7 21-630,8-20-629,0 24 630,8-24 809,1 3-180,17-15 360,-7-34 180,7 12 1548,-12-19 0,-3-5 88,1 2-1636,-3 8 0,-2 0 1169,-7-5-989,0 22 571,0-3-571,0 33-540,0-10 0,0 35-270,0-30-135,8 7 1,7-1 225,23-5 404,-12-2 0,2-2 135,17-7 224,-19-15 1,-3-7 180,-7-4 0,-2-4-271,4 0 1,-1-3 135,-7-2 0,-2 2 0,0 4 269,-8-7-269,0 14-540,0 2-719,0 19 359,0 3 630,15 10 630,-11-7 359,12-5-539,-16-1-1,8-12-359,-6 5-899,6 1 539,-8 19-270,0 8 270,-4-4 0,0 4 270,3 6 0,0 4-1161,-4 8 1,0 6-1,-1-3 1041,3-15 0,-1-1 0,1 3 75,0 6 0,0 6 0,0-2 0,2-4-572,5 3 0,0-4 482,-3-1 0,2-5-45,13 1 989,-16-77-809,0 1 0,0-8-23,1 13 1,1-3-1,0-1 1,1-1-653,0-5 1,2-1 0,-1 0 0,1 2 494,1-6 0,0 3 0,2-1 45,-1 7 0,2-2 0,0 3 1,-1 6 1212,2 5 0,0 2-1078,7-17 0,-1 7 90,-4 24 65,19 8 25,-27 13 179,28 23-224,-25 2 0,-3 5 45,6 3 0,-2 3-31,-5-8 1,-3 0 0,-3-2 1398,-7 3 0,-5-6-770,-3-8 0,-2-7-1138,-17-3-2159,-4-18-629,21-6 1709,3 3 1349,9-8 0,39 16 0,8-5 0</inkml:trace>
  <inkml:trace contextRef="#ctx0" brushRef="#br0" timeOffset="3000">4022 3472 7533,'9'-32'1092,"1"-1"0,-3 6 0,-6 1 283,-11-1 0,-5 10-925,-15 31-450,3 1-62,17 10 0,4 5 62,1 1 0,2 0-309,2-4 0,0 2 159,-3 12 0,-3 7 0,3 2-670,4-7 1,2 2 0,0 1 0,0-2 694,-4-6 0,0-1 1,0 1-1,2 1 35,3 11 0,4 4 0,0-3 0,-1-10 45,-1-11 0,2-4-630,14 21 1,7-11-46,11-31 810,6-2-135,-18-33 0,-5-12 270,-6-1 0,-2-3-520,-2 11 0,0-2 0,-1 1 295,0-7 0,-5 3 1821,-6-8-472,-25 50-989,3 3 494,1 28 1,1 11-900,9-17 0,3 0 1353,-4 19 0,6 2-2792,15-8 0,6-4 1439,-6-13 0,5-2-825,12 2 1,7-2 0,-2-6 869,-5-7 0,1-6 0,15-4 0,7-4 0,-1-3 0,-7-6 0,-1 1 0,1 0 0</inkml:trace>
  <inkml:trace contextRef="#ctx0" brushRef="#br0" timeOffset="3601">5062 3821 7533,'0'-49'1638,"-1"16"0,2-5-1018,6 5 0,3-5 0,2 0 0,-1 1-170,-1-5 0,1 2 0,1-3-181,2 1 1,1-4 0,1 2 0,0 7 45,2-2 0,-1 9-315,1 11 0,-11 50-90,-7 0 90,0-5 0,0 4-90,4 10 0,0 5-650,-1-3 1,0 4-1,1 2 560,0-8 0,0 2 0,1 0 0,0 3-108,-1 1 0,2 3 1,-1 0-1,0 0 0,0-4-337,0-1 0,0-2 1,-1-2-1,2 0-185,2 12 1,0-1 0,1-7 449,0-7 0,0-7 360,1 6 0,-18-20 0,-12 8 0</inkml:trace>
  <inkml:trace contextRef="#ctx0" brushRef="#br0" timeOffset="3793">5151 4285 7533,'-28'0'0,"3"0"3276,7 0 0,8 0-474,2 0-2262,8 0 360,8 6-91,10-5-899,6 2 0,3 0 90,22-3-1502,-19 0 1,1 0 691,-2-3 1,0 0-450,2 0 0,1-1 1253,7 1 1,2-1-1,-5-3 1,2-1 0,0 0-1,1 1 1,1 0 0,-1 0-1</inkml:trace>
  <inkml:trace contextRef="#ctx0" brushRef="#br0" timeOffset="4543">6456 3782 7533,'-9'-29'1638,"0"0"0,-1-13 1022,3 11-2660,7 19-3277,15 24 3238,-11 2 1,4 18-1,0 8 1,-8 2 0,0 0-1</inkml:trace>
  <inkml:trace contextRef="#ctx0" brushRef="#br0" timeOffset="4660">6438 3975 7533,'-10'14'3276,"3"-2"-3148,14-12 1,15-14-1,5-6 1,7-2 0,-1 1-1</inkml:trace>
  <inkml:trace contextRef="#ctx0" brushRef="#br0" timeOffset="5450">7920 3278 7533,'10'-27'1979,"-10"-3"-990,-26 16-809,5-5 45,-7 11 0,-1 3-45,-3-2-1,-4 2 1,-2 4-180,-3 13-340,9-3 0,-6 2 0,2 6 430,1 11 0,2 7 0,-1-3-395,0-9 0,-2-2 1,2 5 416,3 8 0,1 6 1,1 0-1,4-7-67,-2-4 0,5 0 255,2 14 0,3 8 0,3-7-210,3-16 0,4 0 119,1 10 1,3 5 0,4-6-390,6-12 1,2-2 134,2 26 0,5-2-135,5-26 0,3-3-210,1 4 0,1 2 1,0-4 119,-2-7 0,3-3-330,7 1 0,4-1 1,-4-1-121,11-2 60,-7-5 1,7 0-1,-7-1 660,9-1 0,-12-5 0,6-3 0,-3-2 0,-1-4 0,0 0 0</inkml:trace>
  <inkml:trace contextRef="#ctx0" brushRef="#br0" timeOffset="6486">8149 3936 7533,'-25'-24'2248,"13"14"-1258,-12-19-810,22 21 359,-21-16-359,19 15-270,-20-8-359,-1 4-1,-12 10 360,0 5 135,11 11 0,3 5 135,1 11-90,1 0 0,1 2 539,0 0-2215,3 8 0,1-1 1856,4-4-100,2 7 1,4 1 99,14-9-643,-1-5 1,4-2 282,16-6 135,1-1-854,13-12 1710,-12-4 0,3-6-1441,9-16 0,0-9 390,-15 7 0,0-1 0,-3-4 919,0-8 0,-3-5 0,-5 1-499,-6-12 0,-8 1 629,0 9 1,-4 3-541,-7-7 1324,3 25-1683,22 25-6,-3-3-444,10 5 1,5 1-1,-1-5 0,3-1 360,11 1 0,0-1 180,-6 1 0,-3-2 354,12-2 546,-19 0-361,-23 0-179,7 0 90,-8 0-270,-8 0-90,-9 17-540,-11 16 270,14-7 0,1 2-90,-5 13-315,12-6 1,4 1-316,10 2 675,-1-12 0,4 0-135,4-3 1,5-5 134,9-8 0,3-4 180,-3 4 0,-1-2 135,17-8-91,-6-24 271,-27 7 135,5-11 0,-1-3 134,-4-7-359,4-7 630,-9 3-810,-5 27 90,6-4-270,-16 24 90,6 4-990,-5 27-449,7-1 270,23 5 899,-1-9 360,9-30 0,4-12 45,-9-7 0,-3-4-91,4-1 1,-1-4 285,-5-5 0,-1-5 0,-4 4-159,-4 5 0,0 1 9,5-8 0,-1 2 1259,-8 3-1079,-8 51-270,8 15 90,-6 12-1215,5-13 1,1-3-495,-6-2-110,9 5 1,2 2-1112,-2 7 1851,7 2 899,-2-18 0,-38-61 0,1-4 0</inkml:trace>
  <inkml:trace contextRef="#ctx0" brushRef="#br0" timeOffset="6634">8696 3498 7533,'-29'-6'1638,"-1"-1"0,5 0-507,-14 1-1131,54 18 0,18-12 0,9-3 0,-8 4 0,1 0 0,0 1 0</inkml:trace>
  <inkml:trace contextRef="#ctx0" brushRef="#br0" timeOffset="7167">10248 3278 7533,'0'-32'2158,"-8"5"-718,-1 7-361,-1 32-719,2 5-1,6 25 1,4 5-552,-2-23 1,0 2 281,0 10 0,-1 9 0,1 2 0,1-3-575,0-5 1,1-2 0,1 1 0,-1 0 281,0 7 1,0 2 0,1-2 0,0-1 112,-1 1 0,0-2 0,3-3-945,8 2 1,-2-7-884,-7-12 1648,11 2 270,-22-19 0,-27-30 0,11 10 0,-1-1 0</inkml:trace>
  <inkml:trace contextRef="#ctx0" brushRef="#br0" timeOffset="7434">9737 3588 7533,'-17'-30'1092,"0"0"0,2 10 0,1-1-212,-1-6 1,3-1 1188,-4-9-1620,24 28 901,17-32-1170,5 30 494,5-12 1,4-1-935,-14 15 1,1 1 529,13-7 0,5-3 0,-4 3-733,-8 6 0,1 1 350,4-3 1,7-2 0,0 0-1,-6 3 23,-4 4 1,0 0-271,2-3 0,6-2 0,0 0 0,-7 2 0,-3 4 1,-1 0-271,7-3 0,3-1 1,-4 2 314,-11 3 0,-1 1-1169,13 1 0,-2 4 944,-7 5 606,-6 5 1,-4 6 0,-16 28-1,0-14 1,0 1 0</inkml:trace>
  <inkml:trace contextRef="#ctx0" brushRef="#br0" timeOffset="7844">10866 3936 7533,'-31'-6'1092,"1"-1"0,2 3 0,1 2-572,-5 2 1,3 5-1240,0 9 359,11 6 0,4 3 0,12 7 135,-3-3 1,3 1-271,15 7 0,5-1 225,5 8-45,13-6 1,3-8 134,-6-19 359,4-7 1,-1-4-90,-5-7 899,-4-17 1,-3-7-271,-12 11 1,-4-2-90,-1-22 0,-6-1-1733,-5 21 0,-2 1 1283,-1-2 0,-4 0-868,-9 4 1,-1 3 777,-3-4-175,-5 4 0,2 4 265,13 9 0,-10 2-1529,17 5 1079,5 5 2016,-6 2-4894,16 17 1618,9-8 720,3 3 1,3-2 809,17-7 0,2 2 0,6-1 0,-6-8 0,0 1 0</inkml:trace>
  <inkml:trace contextRef="#ctx0" brushRef="#br0" timeOffset="8493">11289 3846 7533,'0'-39'989,"0"12"1080,0-14-1619,-8 23 359,6-12 1,-14 11-91,7 11 361,-9-4-1170,0 12 180,9 0 90,-7 12-630,6 2 360,0 7-810,2 14 271,8 5 314,7-14 0,2 1 180,-3-1 0,0 0-450,6 9 1,1-2 224,5 5 270,-5 4 0,-1 0-90,0-10 495,1 5 0,-2-2-225,-9-11 2788,-2 18-1528,-10-33-271,-16-4-719,7-12 359,-22-17-629,27 8 225,-7-4 0,3-1-585,14 3-1079,-12-23 719,16 25 270,8-9-899,10 7 540,9-2 269,0 0-405,0 2 1,3 0 449,2 1 0,1-1 315,0-2 0,1 0 0,9-1 0,-4-1 90,-8-5 675,-1 6 0,-3-1-585,-13-1 1439,9-7-180,-23 5-809,0 4 1529,-15-22-1530,11 20 451,-28-13-631,29 28 91,-21-4-360,14 18-450,0 18 90,10-1-1369,7 12 1,4 2-186,16 3 1374,-10-7 1,2 6-1,-4-3-532,-3-9 0,0 0 847,12 15 0,-1 2 315,-13-8 0,0-3-180,3-8 0,1 0 224,4 18 1,-3-1-225,-3-4 810,-3-12 0,-2-3-451,-7-10 2430,-24-13-3239,11-7 450,-11-4 0,-1-2-989,3-3-2288,-19-8 707,6 11 3010,5 5 0,2 21 1,-1 9-1,6 3 0,-1 0 1</inkml:trace>
  <inkml:trace contextRef="#ctx0" brushRef="#br0" timeOffset="11101">17074 3072 7533,'-17'-19'90,"7"5"269,2-11-359,8 11 1170,0-10 269,0 4-360,0-7-899,0 13 180,0-3-90,0 16 0,0-5-180,0 6 90,0 17-1,0-1 91,0 12 0,0 4-90,0 7-1221,0-3 0,0 7 1,0-3 1085,0-9 0,0 2-113,0 9 1,0 7-1,0 2 1,0-8-291,0 1 1,0 1 357,0-6 0,0 8 0,0 1 0,0-1 0,0-7-30,0-5 0,0-4 0,0 5 48,0 6 0,0 7 0,0 3 0,0-3 0,0-7 42,0-6 0,0-5 0,0 5 11,0 8 1,0 7 0,0 3 0,0-3 0,0-7-258,0-8 1,0-4 0,0 5 203,0 7 0,0 7 0,0 3 0,0-2 0,0-9-18,0-6 0,0-6 0,0 5 18,0 9 0,-1 7 0,1 3 0,0-3 0,1-7-304,1-8 1,1-5-1,0 6 316,-1 3 0,-1 7 0,1 4 0,-1 0 0,1-2 0,0-8 323,1 1 1,1-6 0,-1 6-316,-2-4 1,1 7-1,-1 3 1,0 2 0,0-1-1,0-4 1,-1-5-239,1 8 0,-1-6 0,-1 8 245,1-13 0,-1 7 0,0 3 0,0 2 0,0 0 0,-1-1 0,1-4 0,1-5-184,-1 3 0,1-6 0,0 0 0,-1 7 148,-1-6 1,1 6 0,-1 2 0,0 4 0,0-1 0,0 1 0,0-3 0,0-4 0,1-5 12,0 7 1,1-8 0,0 1-1,-1 7-22,0-7 0,0 5 0,0 4 0,0 1 0,0 2 0,0-1 0,0-2 0,1-3 0,-1-6 67,1 9 1,0-7 0,0 0-1,0 7-57,0-9 0,-1 5 0,0 3 0,0 2 0,0 2 0,0-2 0,0-2 0,0-2 0,0-6-129,1 10 1,-1-6 0,1 0-1,-1 6 149,1-7 0,-1 4 0,0 4 0,1 2 0,-1 1 0,0-1 0,0-2 0,0-3 0,0-6 15,-1 8 0,0-7 0,0 0 0,0 8-45,1-8 0,-1 5 0,1 4 0,0 3 0,1 0 0,-2 0 0,1-3 0,0-3 0,0-5 22,-1 8 1,-1-7-1,1 1 1,-1 8-23,1-15 0,0 5 0,0 4 0,0 2 0,-1 2 0,1 1 0,0 0 0,-1 0 0,1-2 0,0-1 0,1-3-101,-1 4 0,0-2 1,1-1-1,0 0 1,-1-1-1,1 0 1,-1 1-1,1 1 101,-1-2 0,0 0 0,0 0 0,0 1 0,0 0 0,0 0 0,0 2 0,0 0 0,0 0-33,1-1 0,-1 2 1,1 2-1,-1 1 0,1 0 1,-1 0-1,1-1 0,0-2 1,-1-2-1,1-3 0,-1-4-40,0 9 1,0-6-1,0-3 1,0 2-1,1 6 55,0-8 0,-1 3 0,1 4 0,1 1 0,-1 2 0,0-1 0,0-1 0,0-2 0,0-4 0,0-5 24,-1 13 0,0-8 0,0 0 1,0 8 3,1-9 0,0 4 0,0 3 0,0 2 0,0 2 0,0 0 0,0 0 0,1-3 0,-1-2-47,1 2 0,-1-2 0,1-1 0,0 0 0,0 0 0,0 0 0,-1 2 37,1 0 0,-1 1 0,-1 1 0,1 0 0,0 0 0,0 0 0,0 1 0,0-2 41,1 0 1,0 0 0,0-1 0,0 1 0,1-1 0,-1 1 0,0 0 0,-1 1 78,1-4 0,-1 1 0,0 0 0,0 0 0,0 0 0,0 1 0,0-1 0,0 0 0,1 1-80,-1-1 0,1 1 0,0-1 0,0 1 0,0 0 0,0-1 0,-1 1 0,1-1 0,0 0-30,-1 0 0,0 0 0,0 0 0,1-1 0,-1 1 0,0-1 0,0 0 0,0-1 0,0-1 41,0 7 0,-1 0 1,1 1-1,0-3 1,0-1-1,0-3 0,0-4 23,0 0 1,1-5 0,0-1 0,-1 6-63,0 1 1,0 5 0,0 4 0,-1 1 0,1-2 0,0-4-1,0-5 18,1 5 0,1-6 0,-2 5-56,0-7 0,-1 4 1,0 4-1,0 1 1,-1 0-1,0-1 1,0-3 7,0 5 0,-1-2 0,1 0 0,-2 0 0,1 3 5,0-6 0,-1 3 0,0 0 0,0 1 0,-1 0 0,1 0 1,0-2 171,-1 4 1,0 0 0,1-1 0,-1 0-1,0 0 1,-1-2-85,1-2 0,-1-1 0,0-1 0,-1 0 0,1-1 0,-1 0 15,0 0 0,-1 0 0,0-2 0,0 0 0,-1 0-90,-3 7 0,0-1 0,-1-1 0,1-3-30,1 3 0,0-3 0,-1 1-60,-1-5 0,-2 1 0,1-1 0,3-6 0,4-2 0,0 0-150,-8 11 0,-5 6 0,4-8-71,5-13 0,2-2-319,-4 7 0,1-4 271,-3-9 1881,8-17-1701,6-6-221,-14-1-859,14-6 1664,-13 6 0,-19-10 1,-13 3-1</inkml:trace>
  <inkml:trace contextRef="#ctx0" brushRef="#br0" timeOffset="13234">723 5278 7533,'0'-20'-360,"0"8"180,0 0 630,16 5-270,-4 0 0,13 1 359,-1 0 1,1 1-270,8 2-225,12-6 0,1 0-45,-11 3-249,-4 2 0,3 0 204,-9-1 0,0-1-45,24-1-30,-12 1 0,4 0 0,-3-1 75,-6 0 0,1 0 22,2 0 1,7-1 0,0 0-1,-6 1-317,-3-1 1,0 0 316,5 1 1,6-1 0,0 0-1,-7 1 23,-4-1 0,1 1 45,4 1 0,8 0 0,0 0 0,-6 0-45,-2-2 0,1 1 22,0 2 1,7 0 0,0 1-1,-5 0-506,4 0 0,0 1 484,-2 0 0,5-1 0,1 2 0,-7-1 45,5 3 0,0-1-45,-9-1 0,4 0 0,3 0 0,-2-1 0,-7 1 0,8-2 0,1 0 18,-8 3 0,8-1 0,1 1 0,-1 0 0,-7-1-18,10-1 0,0 0 36,-10 2 0,4-1 0,3 1 0,-2 0 0,-5 1-346,-3-1 1,-4 1-1,5-1 346,3 0 0,5 0 0,3-1 0,-3 1 0,-4 0-6,-4 1 0,-3 0 0,3 0-12,5 1 0,5-1 0,2 0 0,-1 0 0,-7-1 12,-4 0 0,-4-2 0,4 1-30,5 2 0,7 0 0,3 0 0,-3 0 0,-7-1 0,-6-1 0,-5 0 0,5 0 18,8 1 0,9-1 0,1 1 0,-2 0 0,-7 0-18,6 1 0,0-1-15,-12 0 0,6 0 0,3 0 0,1 0 0,-3 0 0,-6 0-351,0 1 0,-5 0 0,4 0 366,2 1 0,5 0 0,1 1 0,-1-1 0,-7 0-738,12-1 0,-4 1 738,-10 3 0,2 0 0,0 0 60,4-3 0,1-2 0,-3 2-50,0 5 0,2 0 12,3-5 1,8-1-1,0-1 1,-8 3-23,0 3 0,1 1 30,-10-4 0,7-2 0,4 0 0,1 0 0,0-1 0,-4 2-12,0 0 0,-1 0 0,-1 0 0,1 1 0,3-1-66,-3-1 0,2 0 0,3 0 0,0 0 0,0 0 0,0 0 0,-1 0 48,-1 0 0,0 0 0,0 0 0,-1 0 0,0 0 0,0 0 0,-1 0-97,4 0 0,0 0 1,-1 0-1,-1 0 0,-1 0 1,-2 0 96,6 0 0,-2 0 0,-1 0 0,2 0-36,-2 0 0,2 0 0,1 0 0,-2 0 0,-2 0 36,-2 0 0,-2 0 0,-1 0 0,1 0 22,2 0 1,0 0-1,1 0 1,0 0-22,-4 0 1,1 0 0,0 0-1,0 0 1,-2 0 65,4 0 1,-2 0-1,0 0 1,-1 0-68,8 0 0,0 0 0,3 0 18,-10 0 0,4 0 0,0 0 0,-3 0 0,-6 0 27,3 0 0,-1 0-68,3-1 1,7-1-1,1 0 1,-7 1 67,0 0 0,0 0-68,0-1 1,7-2-1,-1 1 1,-6 1 22,-4 1 0,0 0 0,-3 0 0,5 0 0,1-1 0,-2 0 167,3 1 1,-1-1 0,1-1-11,-3 2 1,2 0-1,0-1 1,1-1-69,4-1 1,0 0 0,1-2 0,-2 2-68,-1 0 1,-1 0 0,-1 1-1,-2-1 8,1 0 0,-3 0 0,2 0 15,0 0 0,1-1 0,1 1 0,-2 0 224,7-1 1,-2 0-1,2 0-224,-3 0 0,3 0 0,-1 0 0,-2 0-45,2-1 0,-2-1 0,1 1 90,-7 1 0,2 1 0,-1-1 0,-1 1 114,0-1 1,-1 0-1,1 0-204,1-1 0,1 0 0,1 0 0,-2 0 60,5 1 0,-2 0 0,-3 0-285,7-1 0,-3 0-90,0 0 1,-4 0-406,-6-1-225,8 3 1,-1 1 224,-15-3-224,12 9 0,-1 5 944,-13 7 0,-1 4 0,-3 5 0,-10 0 0,0-1 0</inkml:trace>
  <inkml:trace contextRef="#ctx0" brushRef="#br0" timeOffset="53866">1164 6143 7533,'0'-13'2158,"0"0"-1708,0 6 630,0 7-811,0 7 91,-8 24-180,6-3-1221,-2 3 0,-3 6 1,3-3 1040,2-3 0,2 3-68,-3 6 1,-2 8-1,0 1 1,2-7-232,2 2 0,0-1 276,-1-1 1,0 6 0,0 0-1,0-5-637,2-5 1,0-4-1,0-1 570,0 13 1,0-4-361,4-7 0,0-13 90,-2-21-435,6-12-15,-8-5 810,0-27 0,0 18 0,0-2 0,0-6 0,0 0 0</inkml:trace>
  <inkml:trace contextRef="#ctx0" brushRef="#br0" timeOffset="54218">1076 5976 7533,'0'-47'3148,"0"15"-2788,0 21 539,23 22-584,-1 1 0,2 2-180,-1-1 0,3 2-16,3 6 1,3 2 0,-3-1-499,-7-3 1,-1 1 408,9 13 0,2 6 0,-4-4-75,-10-10 0,-3 1-203,2 4 1,1 7 0,-1 0 0,-4-5 157,-5-3 0,-2-1-90,3 14 0,0 6 0,-4-6 135,-7-15 0,-4 1 75,-1 11 0,-4 5 0,-4-3 120,-3-11 0,-3-3 0,-3 1 209,-4 8 1,-2 0 0,-2-3-270,0-6 0,-2-4 0,2-3-133,0-2 0,0-4-452,-8-6 1,7-5-2565,17-3 1260,-7 0 1799,33 0 0,18-4 0,8-3 0,3-1 0,-1 1 0</inkml:trace>
  <inkml:trace contextRef="#ctx0" brushRef="#br0" timeOffset="54551">1658 6879 7533,'9'-27'1092,"0"1"0,6 0 0,3 2-302,0 1 1,1 2-791,18-8 45,-7 2 0,-3 1-45,-3 7-360,4-10 0,1-1 180,-8 12-360,-3-10 1,-10 3 539,-24 13 180,-8 11 0,-5 8 134,-4 13 1,-1 7-213,-2-1 0,2 4 227,13 3 1,4 4 0,4 1-465,0 9 0,6 2-958,9-10 1,4 2 0,2-2 399,-1 6 0,10-6-57,11-15 1,11-5-1,-1-7-343,-4-10 1,1-7 0,0-1 1051,6 2 1,0-2 0,-3-7 0,-8-7 0,-3-7-1,-6-2 1,-5-14 0,0 0 0</inkml:trace>
  <inkml:trace contextRef="#ctx0" brushRef="#br0" timeOffset="54916">2275 6079 7533,'1'-48'1092,"0"0"0,0 18 0,-4 9 309,-6 15-1311,2 42 0,6 24-338,1-22 1,2 4 0,1 3-1,0 0-408,0 0 1,0 3-1,1 0 1,0 0 0,-1-3-165,0 1 1,0-3 0,-1 0 0,2-1 562,1-1 1,2 1 0,-1-2 0,0-6 447,-2 0 0,1-3-956,7 13 1,2-2 157,-4-18 0,-1-1 652,1 7 0,-2-5-135,0-14 540,-8-16 2641,0-3-3181,0-10 90,-16-20-180,12 2-544,-11 1 0,-1-3 1129,10 14 0,0-2 44,-4-10 1,-3-5 0,3 3-24,4 5 0,0-2 263,-4-12 1,-2-5 0,3 6-285,6 14 0,2 1 524,-5-5 1,-1-3-1,4 6-389,11-4-180,2 0 359,15 19-539,3 11-495,8 3 0,2 1 315,7-3-1168,-5 6 1,3 0 537,-8 1 1,-2-2 539,-8-1 0,1-1 90,22 1 0,2 2 0,-17 2 0,1 2 0,14 3 0,0 0 0</inkml:trace>
  <inkml:trace contextRef="#ctx0" brushRef="#br0" timeOffset="55610">2928 6711 7533,'10'0'989,"-2"0"-629,-8 0 180,0 0 89,8 0-359,9-5 180,-5-8-270,19 4-180,-27-14 180,20 14-90,-7-15-90,11 4 359,-1-17-359,-1 14 0,-9-13 180,1 10-270,-8 5 180,-2-15 90,-16 20-180,-2-2 90,-31 6-135,14 10 0,-1 3 90,-4-2 0,-1 2-45,6 4 0,1 3 0,1 3 0,1 3-1691,-5 14 2051,-6 3-181,13-10 1,3 1-180,-3 14 180,8 3 0,3 1 0,3 6-225,10-1 0,4 0 135,3-7 45,14 0 0,3-4-405,0-9 180,17-3 0,2-2 90,-10-6-135,6-7 0,1-1 225,-3-1-585,-1-9 1,-2-3-46,-10-2-854,6-5 0,-2-2 854,-8 0 540,13-8 0,-17 5 0,-10-1 0</inkml:trace>
  <inkml:trace contextRef="#ctx0" brushRef="#br0" timeOffset="56143">3616 6647 7533,'0'-14'449,"0"-3"-179,8 9 180,2 1-180,7-5 449,17 5 1,-5-11-630,14 3 809,-15-3-539,-3 5 900,-15 0-1081,-2 0 721,-8 0-450,-8-6-360,-10 10 90,-17-2-270,-10 11-270,0 6 0,2 7-90,7 7-668,1 6 848,15 0 135,0-8 0,1 1-45,13 9-69,-10 4 0,1 3 159,13 15-1278,2-15 0,0 0 1278,2 11-286,13-18 0,1-2 376,-2-1-90,19 11 180,1-18-96,-5-4-803,6-1 191,7-1-1630,-5-11 1348,8-6-179,-2-4 1496,-16-10 0,-1-22 0,-17 16 0,0 1 0</inkml:trace>
  <inkml:trace contextRef="#ctx0" brushRef="#br0" timeOffset="57549">4039 5911 7533,'-17'-20'0,"-1"2"1079,8 10 180,-5 25-1079,13 6 90,-3 15 0,2 3-225,2-15 0,2 1-1138,-2 14 1,1 7 0,1-5-280,2-8 1,2 0 1213,-3 4 1,0 5-1,0 2 1,1-7 533,6 4 1,0-1-580,-3-5 1,1 6 0,0-1 0,-1-6 67,-1-1 0,1-3-270,7 16 1,-2-6 583,-9-19 1025,6-6-1114,-8-24 1080,-8-17-271,-2-9-1457,-3-1 0,0-1 693,7 10 0,1-2 494,-8-19 1,2 2-360,9 5-203,-2 5 1,0 2 111,4 10 1,0-8-360,8 17 90,2 0-899,31 6 809,-9 1-450,4 8 1,2 2 359,3-3 1011,-11 4 1,-1 2-1281,14 0 179,-14 0 1842,-4-1 0,-1-1-673,-2-3-89,11 3 269,-23-5 2287,-2 0-2095,-24 0-1001,5 6 0,-15 7-180,8 7-360,1 23 90,7-18-1369,1 6 1,2 2 114,5-1 144,1 1 1,2 1 1199,9 2-747,6-8 1,1-2 656,5-3 270,19 1-360,-13-18 180,7-6 282,8-11-12,-14-9-135,-11 2 0,-2-3 494,1-13 2014,1-3-1743,0-1-360,-9 9 89,4 5 1,-2 0-90,-7 1 449,12-19-539,-16 32 1665,0-7-2025,0 17 90,0 23 0,0-12 1057,-8 25-1417,6-5 270,-6-2-315,7 1 0,2 0 135,-1 14-171,3-16 1,2 1 260,5 10-90,-1-13 180,7-8 90,2-5-180,9-12 270,-7-2-45,1-17 0,-3-6 135,-12-1 0,13-12 0,1-4 225,-13 13 0,-2 0-226,4-5 1,-1 0 135,-3 7 0,-2 2 135,-3-2-270,0 14 179,0 6-179,0 6 610,-8 6-1959,6 24 0,-5-12 449,5 12 0,4-1-719,5-10 360,1 8 0,2-1 539,10-9 0,0 1 0,1 0 181,8-4 359,-4-7 0,1-1 0,11 0 45,-10-13 0,-3-4-135,-2-4 90,9-11 1079,-13-10-899,-6 19 989,1-12 1,-3-1-901,-8 4 451,6-6 0,0-2-451,-6 4 541,-2-18-720,-2 26 540,-14 4-810,14 12-450,-21 29 270,19-12-135,-5 15 1,2 1 134,7-8 0,4 12 0,0 2 91,-2-7 134,9 7 0,1 0-45,0-3 90,8-5 0,1-1 90,-7-3 90,33-8-90,-33-14 629,7-22 1,-1-7-540,0-4 389,-11 1 1,0-7 0,-2 5-120,3-14-60,-7 16 0,0-4 0,-1 5-31,-2-6 541,0-11-630,0 36-180,0 24-180,0 11 180,0 11-270,0-3 0,0 1-2010,0 13 2235,0-11 0,0 3-405,0 4 1,0 0 32,-1-7 0,2 4 574,0 1 1,1 5-1,1 2 1,-1-2-330,-1 4 1,-1-1-1,0 3 298,1-9 0,-1 4 0,0 0 0,0-2 0,-1-3-36,2 6 0,-1-3 0,-2 1 134,-3-3 1,-2 1 0,0 0 0,2-7-135,4-1 0,-2-3 209,-8 3 1,-5 2 0,4-7-30,6 1 45,-24-12 0,-3-4-495,16-6-392,-22-12 0,-3-7 213,1-5-316,10-4 0,1-1 46,-5 0-361,5-1 1,3-1 269,10-1 720,-15 1 0,1-6 0,22-3 0,4-3 0,-11-8 0,-1 0 0</inkml:trace>
  <inkml:trace contextRef="#ctx0" brushRef="#br0" timeOffset="57722">4463 6131 6251,'-28'-20'2698,"-5"-5"-1438,13 11-1170,-5 1-630,15 7 643,26 6 0,7 5 0,7 2 1,11 0-1,0 0 0</inkml:trace>
  <inkml:trace contextRef="#ctx0" brushRef="#br0" timeOffset="58417">6914 6531 7533,'10'-49'629,"-8"18"1,-4 3 629,-8 5-899,1-8 629,-23 1-629,19 14-90,-10-3 0,-3 2-90,-4 7 45,-2-1 0,-2 5-91,5 15 1,1 5-360,-4-5 1,1 4-869,7 13 1,1 8 0,3-3 200,4-7 0,1 2 712,0 15 0,0 7 0,4-6 90,5-14 0,2 0-500,2 10 1,1 6-1,4-6 590,4-14 0,4-1-523,12 22 1,5-7 432,5-19 135,7-2 0,0-5-45,-6-18 45,11-6 0,0-6-45,-10-12 90,-6 5 0,4-6 0,-7 2-90,-12 4 0,-2-3 599,11-10 1,4-5 0,-5 4-151,-9 4 1,-2 2-180,7-4 0,-3 4 719,-15 4-629,-10 29-360,-7 35-270,-1-10-540,8 19 1,2 3 1613,-1 0-1897,8-14 1,4 4 0,2-5 1185,15 8 0,13-13 0,8-5 0,2-17 0,-1 1 1</inkml:trace>
  <inkml:trace contextRef="#ctx0" brushRef="#br0" timeOffset="59267">7779 5601 7533,'-34'-30'989,"21"19"-719,-11-12-540,22 44 0,4 15 630,0-1 0,1 4 0,0 5-909,-1-3 1,0 4 0,0 3 0,0 1-1,0 0 609,0-6 0,-1 1 0,1 0 0,-1 0 0,1 0 0,0-2-78,-1 2 0,0-1 0,1 0 0,-1-1 0,1 0 63,2 10 0,1 2 0,-1-4 0,-1-8 225,-2-9 1,2-3-271,8 12 0,2-7 0,-4-22 180,9-19-90,-8-2-45,-1-19 0,-2-5 45,-6-3-120,1-5 0,1-9 0,0 2-311,5 5 1,0 0 340,-5-1 0,0-3 0,3 3 329,4 9 1,2 2 0,-1 3-285,-2 2 0,2 4 2103,22-7-2148,-13 32 224,7 30 1,2 13-195,-9-15 0,-1 1 0,-1 4-120,-1 1 0,0 3 0,-1 2 0,-1-1 90,-1-2 0,-1 0 0,-2 0 0,-6-1 60,-8 4 0,-6-1 0,-2-4 165,-3 3 0,-6-8-225,-8-12 0,-5-8-135,3-6 0,2-4 135,-4-1-315,3-5 1,1-1 314,7-3-1530,-12-15 91,23 10-180,18-22 990,11 19 629,0-3 0,5-2 0,10 2 0,6 0 0,2-2 0,-7 2 0,1-1 0,-1 1 0,0-1 0</inkml:trace>
  <inkml:trace contextRef="#ctx0" brushRef="#br0" timeOffset="59417">8449 6415 7533,'20'7'3276,"-5"10"-975,-23 3-1942,-1 7 91,0-2 0,0-1-450,-1 6-1485,4 13 1,4 3 1484,7-12 0,6-2 0,11 4 0,7-5 0,8-11 0,1 1 0</inkml:trace>
  <inkml:trace contextRef="#ctx0" brushRef="#br0" timeOffset="60067">9155 6453 7533,'8'-25'1529,"1"0"0,1-16-1349,-2 2 629,-8 9-629,0 21-180,-16-3 90,12 12-90,-35 0-90,18 6 0,-5 5 0,1 3 90,-5 9-60,9-1 0,-2 5 0,2 1-30,4 9 1,1 2-1004,1-7 1,0 2 0,2-1 941,2 3 0,6 0 115,12-1 0,2-4 36,-5-7-146,14-4 0,3-4 146,-7-9 269,35-13 1,-28-3 90,4-12 0,-1-5-360,-2 0 113,-6-1 0,1-8 0,-1 3 22,-1 5 0,-1 0-90,1-12 0,-2 2 2140,3-6-2365,-16 34 897,0 10-1122,-4 26 1,0 12-451,1 4 1,4 3-76,1-5 1,2 2-1,5-2-163,6-6 1,4-1 0,0-4 1003,5 6 0,3-15 0,15-37 1,-1-20-1,-23 5 0,0 0 0,0 0 1</inkml:trace>
  <inkml:trace contextRef="#ctx0" brushRef="#br0" timeOffset="60449">9490 6595 6523,'0'-32'-540,"0"0"1,0 5-1,0 0 2024,0-2 0,0 3-854,0-3 761,-8-1-42,-2 23-819,-8 1 100,9 6-185,1 0 185,8 17-360,-8 16-540,6 3 315,-2-3 0,0 0-585,4-2 0,4 5 1,0 0 179,-2 2-225,9-2 1,1 1-136,0 6 20,8-14 1,1-2 609,-7-6-180,25 2 360,-11-22-270,9-1 90,-2-12 90,-10-3 0,-1-2-90,8-17 120,-9 9 0,4-4 0,-3 4-75,-3 4 0,-1 0 255,2-9 0,1-5 0,-1 6-120,15-5 404,-18-4 1,-3-1-135,2 13-464,-12-6 1,-4 0 373,-2 13-90,0-17 629,-8 18-359,-2 9 180,-23 3-450,11 14-225,1 8 0,1 4-135,8 4-540,-4 8 1,1 2 449,11-3-720,-5 5 1,3 0 449,13 1-406,3 0 1,6 0 945,11-12 0,7-7 0,12-7 0,6-7 0,-11-8 0,1 0 0,0 0 0</inkml:trace>
  <inkml:trace contextRef="#ctx0" brushRef="#br0" timeOffset="60877">10530 5898 7533,'0'-43'-135,"0"1"0,0-1 0,0-5 0,0-1 1004,0 4 1,0-1 0,0 5-1886,0 9 1,0 5 1375,0-8 2394,-15 27-1944,11 3-270,-20 22-361,15-1-404,-1 17 1,2 5-46,-2 10-72,6-10 0,2 7 0,0-2-108,2 2 0,0 2 300,0 0 0,0 3 0,0-3 60,0 3 0,0-4-45,-1 4 1,2 0-91,6-3 0,2-1 90,-4-8 0,2 1-105,4 5 0,4 3 0,0-3-452,4 1 1,-1-4 691,-4 3 0,1-11 1520,17-21-1430,-30-35 90,6-9 0,-1-4-90,-9 9 0,-1-1-519,3-11 1,-2 2 428,-6 12 0,-2 2 180,-8-20 90,-7 12-180,-3 9 555,8 6 1,-3 2 74,-14 6 658,2 2-749,-6 25-89,19 8-180,0 5 0,3 3-360,7 11-180,6-14 0,-1 6 0,4-6-180,11 9-180,-1-8 1,1 4-1,3-6-269,18 3-811,-4 6 1,1-2 1651,11-14-392,-1 6 618,-19-18 0,-25-51 0,-11-6 0</inkml:trace>
  <inkml:trace contextRef="#ctx0" brushRef="#br0" timeOffset="61050">9102 5937 7533,'-29'-10'0,"1"0"0,-3 1 0,5-1 2248,14-3-2248,20 6 0,21 5 0,11 4 0,-6 1 0,0-1 0,0 1 0</inkml:trace>
  <inkml:trace contextRef="#ctx0" brushRef="#br0" timeOffset="61693">12383 6169 7533,'0'-21'2698,"-8"-2"-1798,6 15-541,-6 1 91,0-4-270,-2 4 90,-7 0-810,-1 1 360,0 6 180,-15 0-359,4 6 359,0-1 0,-1 2-166,7 2 0,-1 3 106,-6 2 0,-3 4 0,4-2-148,2-1 1,1 2 386,-9 10 1,-4 6 0,7-4-90,13-12 0,3 2 60,-7 10 0,-1 6 0,6-5-60,6 9-90,3 3 0,3 1 90,6 1-135,9-3 0,5-3 135,8-6-1633,12-3 1,6-5 1497,-15-18 0,1-2-825,10 3 1,6 2-1,-4-2-12,-7-5 0,0-3 342,16-3 0,6-3 1,-6 1 493,-13 2 0,-1-4 0,9-7 0,5-7 1,-5 1-1,-1-4 0,1 1 0</inkml:trace>
  <inkml:trace contextRef="#ctx0" brushRef="#br0" timeOffset="62677">12806 6415 7533,'-10'-27'1259,"-6"2"0,7 6-269,-17-18-990,14 12 269,-8 1 1,1 1-719,13 13 269,-15 0 0,-5 3 90,5 7 45,-4 7 0,-1 3 45,-4 6-209,9-2 1,1 4 208,1 19 0,-7-8 89,16 5 1,2 3-90,-1 4 150,5-10 0,1 6 0,2-4-60,1 15-60,7-14 0,5 5 0,0-5-30,12 8-180,-3-14 0,6 2 0,-1-5 225,-2-11 0,1-4-180,17 7 0,0-4-134,7-7-426,-22-11 0,-3-1 515,10-3-333,-7-27 333,-13 8 0,0-1 180,-1 4 0,-1-2 45,-6-21 0,-2 0-45,4 2 209,-9 14 1,-3-5 0,1 4 60,1-8 360,-10-2 0,0 3-450,8 15 1798,-19-10-1618,21 27-540,-6 8 360,16 2-630,10 15 450,1-9-241,15 11-118,1 0 179,2-11 1064,-2 10-1064,-10-11 1,-1-1 189,0 2-280,8 4 0,0-1 720,0-8 360,11 8-361,-18-11-179,-15 0 810,-2 0 449,-8 0-1169,-8 0-360,-2 0 89,-7 0 49,-1 0-138,1 11 180,-1 4-720,0 5 0,1 16-179,7-13-91,2 20 91,8-16-451,0 22 900,16-19 0,0-2 1,3-1-91,20-4-299,-6-7 1,1-2 658,5-7 0,-9-8 0,-1-4 180,8-9 303,-14-3 1,-3-4-125,8-19-1413,-15 18 0,-1-1 1323,6-16-120,-9 14 1,-1 1-60,2 0 382,-2-18-382,-8 28 14,0 1-193,0 7 2904,-8 17-3085,6 4-179,-14 22 269,15-14 45,-4 3 0,2 1-45,11-2 948,-7 12-1127,15-1 89,-6-19 225,10 1 0,1-1-45,-5-2-45,19-5 0,0-7 45,-17-9 360,22-12 0,0-7-429,-14-13 339,-3 7 0,4-3 0,-5 3-135,-9 7 0,-2 0 344,5-7 1,1-4 0,-1 5 510,3-3-630,-9 8 0,-2 3 449,0 9-359,-8 6 539,0 7-539,0 7 0,0 23-360,0-7-405,4 9 0,0 1-314,-2 1 629,1-7 0,2 0-3058,2 11 2745,-5-4-1081,2-6 0,0 0 854,4 8 630,-6 1 0,-2-30 0,-10-8 0</inkml:trace>
  <inkml:trace contextRef="#ctx0" brushRef="#br0" timeOffset="62849">13388 5860 7533,'-32'-18'1638,"-1"0"0,4-1-1343,-9 1 1,3 6-745,24 18 449,-5 2 0,-8 11 0,-5-6 0</inkml:trace>
  <inkml:trace contextRef="#ctx0" brushRef="#br0" timeOffset="63959">1305 8725 7533,'0'-32'2698,"0"22"-2114,-3 29 1,-2 15-585,0 3 0,-2 6 0,2 3-634,2-7 1,0 2 0,1 2-1,0 0 1,0 1 273,-1 0 0,-1 2 0,1-1 1,0 0-1,0-1-270,2 4 0,1 0 1,0-3-1,1-3 757,4 1 1,1-3 0,-9-14 0,-18-19 0,-1-51 0</inkml:trace>
  <inkml:trace contextRef="#ctx0" brushRef="#br0" timeOffset="64210">882 8880 7533,'-26'-32'0,"5"7"0,-1 0 1619,-1-7-675,-3 10 1,5 2-46,17 8 630,-12-1-719,40 0-630,5 0-90,-4 6 0,3 1-768,6 0 1,1-1 722,-7 1 0,0-1-45,5 1 0,3-1-120,-1-2 0,2-2 0,-1 1 165,4 2 0,2-1-495,2-3 0,6-4 1,1 0-1,-6 2 360,-12 3 0,-3 1 0,3-1-450,4-2 0,4 0 1,2-2-1,-2 1 1,-7 2 359,6-4 0,-3 1-570,4 2 1,4-1-1,-8 6 390,2 6 360,-5 9 0,-34 31 0,-10 9 0</inkml:trace>
  <inkml:trace contextRef="#ctx0" brushRef="#br0" timeOffset="64599">1729 9164 7533,'-20'13'809,"4"0"1,1 11-360,11 3-46,-8 8 1,0 3-495,10 10 150,1-13 0,1 7 0,1-6-693,9 13 513,1-18 0,4 5 0,0-7-239,17 2 44,-4-8 0,2-4-45,8-12 90,-8-16 1,-2-5 89,-4-4 270,2-17 0,-5-2-180,-17 4 269,4 3 1,0-1 270,-8-13-450,-8 8 315,-4-3 0,-2 1-135,-7 3 404,-4-4 1,1 1 315,2 13-181,-3 6 1,1 3-630,10 8-630,-17 14 180,29 3-1259,2 21 810,10-14-91,12-1 1,5 0 359,6-1 540,-5-7 0,3-1 0,16 3 0,4 0 0,-13-5 0,0 1 0,0 0 0</inkml:trace>
  <inkml:trace contextRef="#ctx0" brushRef="#br0" timeOffset="65227">2275 9137 7533,'-25'-37'1799,"5"14"-630,-13-7-719,21 17-90,-11 6 269,13 7-89,0 13-450,-6 18 0,15-2-548,-7 8-261,16 6 719,-7-6-270,10 5 0,2 0 0,-1 0-210,-2-7 0,2 6 1,-1-6 119,9 9 135,-3 0 0,-1 2 45,-10-19 1,0-1 538,9 21-359,-15-9 1170,0-26-181,-23-6-269,17-12-136,-17-2 1,-1-2-225,10-11-180,-11-6 0,9 4-270,14-3 90,-6-2-450,16-14 180,2 13-450,6-1 1,1 0 359,5-8-225,5 1 1,3 1 314,1-1 45,5 3 0,2 2 135,-17 17 0,0 0 90,9-12 0,-2-1 1088,8-6-549,-17-5 1260,-3 7-1079,-24 1-1,-2 9 631,-15-14-721,5 20-359,-5-2-180,15 12 90,2 6-90,8 6-90,0 7-270,8 35 270,2-9-1093,-1-7 1,3 5 0,0-4 540,2-6 0,2 1 192,0 13 0,2 7 0,-2-6 107,-1-10 1,0 0 12,1 12 0,2 6 0,-3-6 195,-4-16 0,-1-1 225,4 18 0,-2-5 270,-4-18-180,-8-5-91,-16-17 811,4-12 179,-29-13-899,12-4-360,3 4 0,1 1 3051,-5 1-3501,5 2 1,1 0-91,11 5-2391,-19-2 2391,23 12 630,-1 6 0,27 10 0,13 3 0,4 1 0,0 0 0</inkml:trace>
  <inkml:trace contextRef="#ctx0" brushRef="#br0" timeOffset="65928">3722 9021 7533,'-37'12'1709,"3"-4"-1170,24 14 1,3 4-270,-11 5-135,12-6 0,2 1-90,0 2 0,0-2 225,4 12-91,3 4 1,2 0-270,5-2 0,5 0 1,3-2 89,12-8-135,-1-12 0,0-5 45,3-7-270,5-20 0,-2-8 180,-9-9-684,-4 1 1,5-6-1,-4 0 819,-2-3 0,-2-1 15,-2 0 0,1-3 0,-1 0 30,-1 4 0,-2 1 0,0-1 0,-2-4 0,0-1 0,-1 2-514,-1 7 0,-1 1 1,-1 0 543,-1 0 0,-2-1 0,1 0 0,2 1 0,1 0 0,-3 1-66,-3-5 0,-2-2 186,7-1 0,1-2 0,-2 5-15,-6 10 0,0 3 404,3-8 1,0 6-90,-4 14 1956,-8 24-2046,6 5-316,-5 9 1,-2 4-45,0 2 0,1 4-444,3 5 0,2 4 1,-1-2 443,-4 5 0,0 1-90,4-1 0,1 3 0,2-2-147,3-11 1,0-1 0,0 3 146,-2 3 0,0 4 0,0 1 0,2-4-617,6 1 0,1-2 0,0 1 707,-6 4 0,-1 2 0,4-5-30,6-10 0,2-3 0,0-3-870,-3-1 1,-1-1 584,2 9 0,4-3 149,23-7-553,-18-4 269,15-8 90,-19-7-1079,-1-24 1439,-6 2 0,0-32 0,-3 0 0</inkml:trace>
  <inkml:trace contextRef="#ctx0" brushRef="#br0" timeOffset="66126">4251 8790 7533,'-20'-22'2968,"5"5"-3058,15 17 450,15 0-270,5 0-270,23 11 0,-6-2-585,-7 0 1,-1 0 584,10-1-583,-13-6 1,-1 1 762,3 3 0,5-16 0,-6 2 0</inkml:trace>
  <inkml:trace contextRef="#ctx0" brushRef="#br0" timeOffset="66299">3616 8557 7533,'-41'0'2608,"25"-6"-5396,0 5 2788,28-5 0,19-5 0,13-3 0,1-1 0,0-2 0,0 0 0,0 1 0</inkml:trace>
  <inkml:trace contextRef="#ctx0" brushRef="#br0" timeOffset="69626">6438 9306 7533,'-27'18'3276,"9"-10"-1875,10-8-681,16-43-586,4-1 1,2-8-255,-3 6 0,1-4 1,2 2-371,0 7 1,2 1 0,-1-4 345,-4 1 0,-1-6 0,1-1 0,-2 2 0,1 7 84,0 7 0,0 4 0,-1-3 78,-1-5 0,-1-5 0,0-1 0,-1 3 0,0 8 110,-2 3 0,1 8-398,3 9 450,-4 44 0,0 22-180,3-18 0,3 3 0,2 1 0,0 2-290,0-3 0,0 1 1,2 1-1,2 0 0,3-2 236,4 0 0,3-1 0,3-1 0,1-2 1,1-2 8,5 3 0,2-2 0,2-4 0,1-7 183,-2-8 0,3-4 1,-1-6-1,-3-6 401,4-10 1,-3-10 0,-4-6-203,-9-3 0,-4-7 1,-2-3-1,-4-2-380,-4 5 1,-4-1 0,-2-2 0,0-1 0,0-1 12,-1 2 0,0-2 0,-1 0 0,1-1 0,-2 0 0,0 2-258,0-5 0,-1 0 0,0 1 0,-1 1 1,-1 2-118,-1-5 0,0 2 0,-1 2 1,-2 7 404,-3-7 0,-4 19 0,0 29 0,-5 42 0</inkml:trace>
  <inkml:trace contextRef="#ctx0" brushRef="#br0" timeOffset="70801">9190 8054 7533,'-8'-35'2338,"-2"11"-1438,-15 47-540,13 7-1453,3 2 1,1 8 0,1-3 125,6-3 0,1 2 944,-2 6 1,-1 7-1,1 1 1,1-6 96,0 3 1,2 1-165,0-7 0,0 8 0,1 2 0,0-1 0,0-8-60,-2-3 0,0-5 1,1 4-229,3 2 0,0 7 0,2 0 1,-1-2-1,0-8 153,0 1 0,2-3-225,1 4 0,1 2 1,-1-9 89,2-8 1089,6 0-729,-14-24 180,-10-19-360,-4 3 315,-7-9 0,-3-3 180,7 7 0,1-1 353,-13-15 0,3-2-309,12 12 1,2 0-60,-6-3 0,-2-2 0,5 3 419,7-12 68,-10-3 1,1 5-338,13 20 99,10-15-549,11 38 180,9-1 0,3 1 90,10 10-1047,-10-5 1,4 0 0,-3-2 776,-6-3 0,1 0-240,12 2 0,6 1 0,-5-2 224,-13-4 1,0-1-210,18 3 1,1 0 259,-15-3 0,-2 0 145,0 0 0,-1 0 450,17-6-1,-21-1-89,-24 0 407,0 1-137,0 6 2466,-16 6-2520,12 7-756,-27 24-90,27-1-495,-12 7 0,1 4-495,12-5 1,2-1 887,-8 4 1,2-2-124,6-10 0,2-5-134,-1 3-1,0-17-1259,23 10 1349,-9-15-1439,35-4 1799,-27-11 0,2-19 0,1-9 0,-7-1 0,1 0 0</inkml:trace>
  <inkml:trace contextRef="#ctx0" brushRef="#br0" timeOffset="71999">9931 8918 7533,'0'-38'1259,"0"10"540,0-2-1349,0 21-91,0-2 451,0 11-450,0 0 449,0 6-629,0 7-90,0 24 90,-8-7-270,7 5 0,0 1-315,-3-10 1,0-1 314,3 10 0,2 0-810,-1 11 315,-1-18 1,2-2-136,7 5 451,2 0-181,7-19 360,-7-12-360,6-12 180,-6 4 135,-1-17 0,-1-4-45,2 2 270,3-16 0,-2-2-90,-8 10 450,10-12 0,-2 0-360,-9 12 269,2 1 1,0 2-270,-4 11 720,0-4 89,0 18-629,0 7 630,0 19-990,0 2 225,0 6 0,0 0-675,0 5 45,0 5 0,0-2 136,0-9-136,7 9 0,1 0 225,-4-15-180,16 8 1,0-3 89,-15-15 0,35 2 180,-29-19-89,7-12 269,6-12-90,-20-4 135,6 13 0,3 0 0,-3-3 0,-2-1-135,3-15 449,6 2 1,-2-1 0,-11-6-135,8 6 0,-1 1 494,-9 9 271,6 0-451,-8 25 451,0 10-810,0 8 90,0 24-270,0-7-1639,-4 3 1,0 0 1253,2 4-314,-2 0 0,0 0 519,4 0-180,4-1 0,0 0 91,-2-5-639,13 3 0,2-2 638,-12-7-161,14-7 1,2-1 71,-10-4 359,15-6-450,-1-1 630,-5-12-360,13-18 270,-13 7 90,-3-9 0,-1-1-91,4 2 2445,-3-12-2265,7 1-89,-12 13 180,0-6 0,1-2-90,5-6 44,-9-2 1,-1-1-45,2 1 45,-5 2 0,-2 3-135,-3 9 539,0-16-629,0 32 810,-23 3-990,17 13 180,-17 12 0,-1 4-270,10 3 135,-6 11 0,-1 3-315,1-1 825,7-6 0,1 1-825,6-8 1,2 0-1,-1 12 0,2-1 270,6-11 0,2 0-810,6 17 1,3-3 540,8-8-406,5-6 0,3-3 406,1-3 134,-6-11 0,1-5 795,17-10-840,-16-13 0,-1-5 180,-2 9 0,-1-3-890,-2-9 1,-1-6 0,-2 4 1249,11-11-225,-11 7 0,-2-1-903,-7 8 0,-1 2 1937,10-18-832,-12 0 0,-2-1 383,4-4-211,-7 12 1,-2-4 0,1 5-60,0-7-378,-4-2 0,0 3 378,2 16 1475,-14-7-1655,14 26 1065,-6 33-1065,0-3-315,6 13 0,3 2 315,-1 6-480,1-10 0,2 5 1,2-4 254,4-9 0,0 0-45,0 14 0,0 2 442,-1-6 1,1-3-173,9 11-210,-9-11 0,0 7 0,-2-6 30,5 9 209,-4-13 1,1 5 0,-2-6 150,-5-5 375,-2 15-555,-10-34-343,-16-7-107,7-1-1529,-22-16 1350,19 8-901,-2 0 1,-1 0 810,3 1 881,-19 3 0,10 4 1,-6 2-1,-1-1 0,-6 0 1,0 0-1,-1 0 0</inkml:trace>
  <inkml:trace contextRef="#ctx0" brushRef="#br0" timeOffset="72165">9684 8544 7533,'-29'0'0,"1"0"0,-21 0 0,55-12 0,6-2 0</inkml:trace>
  <inkml:trace contextRef="#ctx0" brushRef="#br0" timeOffset="76293">2117 11345 7533,'-14'37'314,"0"0"1,2 1 0,1 2 0,1-4-315,4-9 0,0 2-1093,-4 9 1,-1 6 0,1-6 356,4-11 0,0-1 1055,-6 12 1,-1-3-140,-5-8 852,0-14-942,1-20 270,-9-24-360,14 2-171,-19-8 216,25 12 0,0 1-45,-10 6 0,-1-1-90,7-14 0,2-6 0,-1 3 135,-9 8 0,0-1-45,7-16 0,3-7 0,0 6 640,-2 14 1,2 0-641,5-9 0,3-5 0,3 7 0,4 14 0,4 3 0,3-8 0,4-3 0,1 6 0,0 11 0,3 2-30,7-8 0,3-2 0,-3 3 30,-8 6 0,1 0 0,12-7 0,5-4 0,-6 2-180,4-9 150,-6 4 0,5-5 0,-7 3 30,-11 11 0,-2-2 90,1-10 0,2-5 0,-4 4 0,2-7 135,-11-5 0,-4 1-45,-2 11 499,-6-1 1,-4 2-500,-9 9 224,-2 4 1,-1 3-225,-8 7-90,1 12 0,1 5 90,13 10-180,-9 1 0,1 5 135,12 9 0,2 1-45,-9-6 0,1 3-433,8 4 0,3 5 0,1 1 133,-1 1 0,0 1 0,3 1-636,1 3 1,2 1 0,2-1 635,2-4 0,2-2 0,-1 0 30,-1 9 0,4-3-661,15-5 1,3-2 660,-10-5 0,-1 0 90,10 4 1,1-1-903,0 0 0,-1-3 677,-6-14 0,1 2 349,3 9 0,2 5 0,2-4 0,8-5 0,2-2 1,-4 3-1,0 0 0,-1-1 0</inkml:trace>
  <inkml:trace contextRef="#ctx0" brushRef="#br0" timeOffset="76861">2611 11384 7533,'-28'-20'3276,"3"7"-1695,15 7-682,-6 12-629,6 7-270,1 24 0,1-7-270,7 5 1,2 1 269,-1-2-405,-1-8 0,2 2-225,7 15 450,1-19-585,-1 4 1,2-2 495,8-9-541,7 7 810,-13-30-360,19-31 450,-19 5-90,0-8 0,1-3-2421,5-3 2510,-12 13 1,-2-3 180,0 5 0,0 1-860,-4-8 635,4 11 0,0 0 585,-2-18-360,5 9 405,-7-6-585,0 28 90,0 2 0,0 35-270,0 23-90,4-16 0,0 2-178,1 9 0,0-1 268,5 9-1221,1-12 0,1-2 771,0-4-58,3-5 0,3-3 508,10-9-569,7-14 659,-7-14-180,-3-12 1011,-15 4 0,-2-4-696,5-12 0,-1-2 135,-5 7 0,-2 0-136,4-6 1,-2-1 450,-7 2 0,0 3 1218,7-6-1623,-6 9 0,0 3 1955,7 5-1775,-8 15 1208,0 9-1388,0 9 180,0 17 0,0 6-181,0 9-463,2-10 1,0 6 0,2-2-752,4 4 1,2-2 764,-2 9 0,3-1-675,5-12 1,2-2 944,-2-1 0,3-4 0,9-10 0,5-3 0,3 1 0,0 1 0</inkml:trace>
  <inkml:trace contextRef="#ctx0" brushRef="#br0" timeOffset="77478">3528 11512 7713,'15'-20'1529,"13"-4"-1215,-3 11 1,3 0-1676,3-6 1,1-1 1495,-5 4 0,0-2 45,9-15 0,-5 0 0,-7 0-45,-2-5 0,-5-1 743,-15 7-698,-2-17-90,-18 29-90,-25 7 90,4 8 519,-4 5-878,1 17 358,13-7-148,4 11 0,-1 5 104,3-4 0,1 4 90,-1 17 0,1 3-90,3-15 0,3 2-195,7 1 0,3 2 0,3-4 1554,3 8-1449,17 0 0,7-3-905,10-7 725,0-9 0,6-4-720,-1-6 1,0-3 224,-1-4 1,1-1-389,5 0 0,-2 0 1108,-15-3 0,-1 0 0,3-5 0,1-2 0,-3 0 0,1-1 0</inkml:trace>
  <inkml:trace contextRef="#ctx0" brushRef="#br0" timeOffset="77977">4410 11319 7533,'-10'-13'0,"2"-6"0,8 11 1799,-8-15-720,-2 14 360,-7-21-1169,7 15 450,2-16-450,0 23-91,-1-4-448,-9 12 269,8 0-540,-13 0 540,19 12-270,-15 3 0,-2 1 180,8 15-270,-11 2 1,-1 5-870,9-4 0,2 0 1184,0-1 0,1 2 270,-1 12 0,4-3-779,8-6 599,-2-7 0,1-1 134,3-3-363,7 10 184,3-16 90,16 4-180,1-12 1,1-6-91,-4-13 0,1-5 0,-2-6-1167,9-17 0,1-4 1257,-17 19 0,-1-2-30,4-14 0,2-7 0,-2 6 641,0 8 1,-1 0-522,-3-11 0,0-5 0,-2 6 327,2 11 0,-2 1 212,-3-12 1,-3 3 180,1 13-111,-8 11-160,0 24 451,0 30-1260,-8-6-270,7 2 1,0 1 1060,-6-1-566,10-9 0,1 0-135,-2-3-2058,6 5 1429,8-6 269,-4-6-989,21 10 1619,2-20 0,-2-22 0,3-10 0,-9 0 0,1 1 0,-1-1 0</inkml:trace>
  <inkml:trace contextRef="#ctx0" brushRef="#br0" timeOffset="78649">4798 11215 7533,'-8'-43'539,"6"13"91,-9 2 0,-2 2-1,2 3 91,-7-1-360,10 18-1,8 12-89,0 7-90,0 6-90,0 31 0,8-14-105,-8-8 1,2 1-211,10-4 0,0 0 225,-9 17-405,13-3 1,0 0 224,-12 2-135,11 6 0,1 0 136,-12-13 44,8 6 0,0-2 1124,-11-14-269,-1 12 449,-17-28 0,-11-14-989,9-3-3273,-13-27 3093,29 13-733,-6-1 1,2-1 642,7 3-90,8-15-1619,2 18 1349,15-8-405,-8 9 1,1-1 494,12-9 0,2 3 1,0 1 89,2-5 225,2 5 0,2 0-135,1-5 360,-12 8 0,-3-1 270,-4-5-91,-4-10 541,-16 15 2376,0-8-1639,0 21 1006,-8-8-2463,-2 16-91,0 12-178,-6-1 89,14 20-720,-13 2 630,13-4-135,-6 5 0,0 0 45,6 0-332,-3 3 1,2 0 151,19 5 90,-4 5 90,4-23 1,1-3 89,3 2-450,4-8 0,1-4 630,-2-2-270,26-2-89,-21-24 538,-1 2-179,-9-16 45,-3 7 0,1-4 135,-5-1 0,0-1-135,2-2 0,1-2 404,0-8 1,-4 2 180,-8 2 809,5-10-1079,-7 36 1202,-7 7-1292,5 12-180,-22 24 0,20-11-1819,-4 13 1,1 1 1613,7-8-1614,2 11 1,3 0-1491,5-5 1490,6 6 1,1-1 1551,5-6 0,11-6 0,7-4 0,-7-11 0,0 0 0</inkml:trace>
  <inkml:trace contextRef="#ctx0" brushRef="#br0" timeOffset="79282">5838 11525 7533,'-29'15'3276,"-10"8"-2595,27-14-141,-6 9-90,3-11-360,5-2-90,0-10 90,2-8-90,8-1-180,-7-33 180,5 21-90,-6-23-90,16 18-135,3 3 0,3-1 225,15-9-45,-4 9 1,1 3 134,12 6-450,-13 13 0,1 1 270,19 1-90,-8 5 1,12 5 448,-12-3-179,8 9 90,-2-9 450,-7-2-270,-17-7 449,5-35-449,-22 16 494,2-9 1,0-2-495,-4 0-90,-4 12 0,0 0 540,2-12-361,-14 15 361,-2-8-450,-1 21-360,-7-2 180,1 28 90,5 4-1651,-1 11 0,1 4 1381,6 10 90,2-13 0,1 1-350,9-3 0,4 0-684,1-3 0,2 0 719,6 13 0,3 0-630,-1-16 1,4-2-106,7-1 1,6-1 0,-2-3 599,-2-6 0,1-1 450,10 7 0,2-6 0,2-19 0,1-8 0,0 0 0,0 0 0</inkml:trace>
  <inkml:trace contextRef="#ctx0" brushRef="#br0" timeOffset="80751">7514 10325 7533,'0'-47'1439,"-8"-2"-720,-1 22-359,-1 7 180,2 14-540,16 13 404,0 15 1,1 3-45,11 9-1453,-8 1 1,-1 9 0,-1-5 761,0-7 1,0 1 270,-1 7 0,-1 5 0,0 3-410,-1 0 1,0 3 0,-1 0 0,0-4 439,-2-7 0,0-3 0,0 5-114,-1 3 0,1 8 0,0 2 0,-1-5 1,-2-11 8,0-7 1,-2-4 14,-2 12 0,-3 4 1,0-10 29,-6-8 719,-14 10 1,-23-42-630,16-2 90,2-9 0,3-3-360,9 3 0,8-11 0,6-3 90,13 6-90,3-11 1,3 0 269,8 5 0,10-5 0,1-1 1902,-8 7-1872,4 5 0,7-4 0,-5 5 2642,6-9-2717,-12 11 0,6-5 0,0-1 0,-4 4 45,0 3 0,-1-1 67,-2-4 1,3-6-1,-1-1 1,-3 5-68,-2 4 0,-1 0 179,1-9 1,-1-3 0,-4 3-180,-4-12 225,-3 3 0,-3 0 45,-14 3 0,0 2 0,-1 2-90,-3 11 345,-12-6-435,15 24-90,-9 23-90,8-1-180,-3 23 0,3 5 180,7-20 0,2 2-980,-4 19 1,-2 8 0,3-7 1069,4-14 0,0 1-90,0 5 0,-1 7 0,1 0 0,1-7 45,2-5 0,2 1 22,1 7 1,2 8 0,1-1-1,1-8 23,5-8 0,2-2-113,-4 3 1,2 7 0,0-1 0,0-9 155,3-11 0,2-2-268,10 18 0,-2-6 315,-4-20-270,15-9 270,-29-9 470,0-33-290,5 1 89,-13 14 1,-2 0-90,8-5 749,-8 8-749,0 23 3006,0-5-2708,0 12-176,8 7-212,-6 7-450,22 17 360,-13-8-315,9-1 1,2-2 44,-1-1 90,11 0 0,1-3-450,-8-6 45,18-2 1,2-9 314,-1-28 135,-13 16 0,-2-5 45,-4-28 0,-9-9 135,-8 14 0,-4-1-45,6-6 0,-4-2 359,-10-7 1,-8 5 989,-15 7-359,-10 24-676,13 32 1,4 9-630,8 1 0,5 4 180,5 17 0,4-2-1574,2-11 526,14-6 1,9 4 0,-2-7 966,13 2 0,-7-18 1,8-1-1,4-2 1,-2-3-1,6-7 1,0 0-1,0 0 1</inkml:trace>
  <inkml:trace contextRef="#ctx0" brushRef="#br0" timeOffset="82293">10654 10906 7803,'-10'-7'719,"2"-5"-539,8 5 0,0-6-270,0 1 450,0-1-360,0-1 90,0 7 90,0-4-90,0 9-90,0-9 179,-8 9-89,-1-9 90,-17 9-90,7-4 0,-30 6 0,17 0 135,-5 7 0,0 4-225,3 5-534,6-2 0,-5 3 0,6 1 714,0 12-60,-1-6 0,-5 4 0,6-3 240,1 10-271,9-6 1,-1 6 0,4-5-270,4 10 180,4-6 0,4 0-235,9-8 1,2-2 144,11 18 45,0-16 0,3-2-134,14 3 89,-5-13 0,3-4 45,-7-4 0,1-5-90,6-5 0,0-3 135,-8 4 0,-1-4-90,5-23 0,-3-4 45,-8 17 0,-1-1 45,1-11 0,1-7 0,-3 5 0,-3 7 0,-1 2-45,4-8 0,-2-2 45,-10 2 0,-3 0 90,5-14-90,-7 17 0,-2 2 720,1-5-181,-8 23 2175,6 1-1725,-21 12-282,19 7-662,-12 7 0,1 3-45,11 8-90,-5 7 0,2 2-90,7 4-694,-1-9 0,2-1 694,15 6 0,-12-8-1006,35-2 916,-33-14 135,22-3 0,6-2-45,0-4 180,-1-7 0,2-6-180,10-14 90,-22 2 0,-3-3 0,8-12 90,-7-1 0,-1 1 90,2 1-90,-1-7 0,-1-1 270,-8 10 0,-3 1 0,-3 3 90,-6 10 449,0-7-89,0 22-720,0 18 90,0 12 0,0 11 45,2-11 0,4 2-1305,10-1 1,1 0 989,-10-5 0,2 0-450,21 8 1,3-7 1505,-10-10-1326,6-8 1,1-3 359,-1-6 0,5-18-90,-16-1 0,-3-3 255,-1-15-15,1 5 0,3-5 0,-4 2-413,-6 5 1,-2-2 442,1-2 0,3-7 0,-1 0 0,-2 5-1364,-2-2 1,0 1 1303,0-1 0,1-3 0,-2 1 90,-3 3 0,-1 0 0,1 2-309,7-4 0,0-1 413,-5 4 1,-1-6 0,0 2 0,1 5-135,2 3 0,0 2 897,-1-15 0,-1 7 632,-3 26-1259,0 43-45,-3 4 0,-1 4-360,2 8 0,2 3-431,-3-9 1,-1 1 0,3-2 115,4 2 1,2 0 239,-3 6 0,1 4 0,1-6-150,5-9 0,0 2 301,-2 4 1,-1 7 0,0 3 0,1-5-452,1 0 1,2-4-1,-1 1 240,0 2 0,0-1 0,0-2 318,4 10 0,0-10-1218,5-11 720,-1-18 450,-7-25-90,-10-6 135,0-11 0,-2-5-45,-5 4 0,-2-2 1085,0-13 1,1-2-951,2 5 0,0 1-90,-6 3 0,0-2 494,6 2 1,0-3-1,1 2-494,-1 1 0,0-3 225,2 4 0,-1-4 0,1-1 0,1 6 758,2 1 0,2 1-399,5-15 1,4 6-540,10 19-1416,4 9 1,3 5 246,12 14-650,1-1 1,2 0 261,-17-1 0,1 1 1428,12-2 0,6 0 0,-2-1 1,5 0-1,2-2 0,-3 1 1,0 0-1,1 0 0</inkml:trace>
  <inkml:trace contextRef="#ctx0" brushRef="#br0" timeOffset="82926">12559 10868 7533,'0'-28'1799,"-16"-2"-1260,12 21 181,-19-14-360,5 15-180,6-11-180,-11 12 90,13-4 89,-8 9-268,-15-9 268,12 9-179,-6 0 0,-3 4 0,-6 19 0,1 5-184,9-10 1,-1 3 213,-4 11 0,-1 8 0,7-5 15,12-9 0,3 0 164,-5 10 1,0 5 0,3-5-120,3 14 0,9-15 0,3 4 0,1-5-180,8 14 90,15-6 0,3-1-1594,-5-4 1549,3-18 0,1-2-314,7 2 89,9-16-180,-7-3 0,0-1 225,-13 0 1,1-3-466,8-9 0,4-5 1,-4 2 419,-8 5 0,1-1-330,8-7 1,4-4-1,-5 4 600,9-1 0,-10 6 0,-2 1 0,-3 3 0</inkml:trace>
  <inkml:trace contextRef="#ctx0" brushRef="#br0" timeOffset="83860">13035 10983 7533,'-17'-31'1169,"7"9"-180,2-8-179,-8 10 89,4-6-629,-13 12-3547,-1-3 2843,-1 15-705,-8-4 1318,7 12-501,-13 7 52,20 7 180,-13 6-540,9 6 271,5 12 359,3-8 90,11-6 0,4 0-90,2 0 0,2 3 0,4 0 0,11-1-45,-8-4 0,2-2-135,22 1 180,-5-1 223,7-7-313,-8-12-723,14-1 633,-11-12 135,-8-10 0,-1-4 225,6-6-225,-17-11 0,-2-3 315,8 7-135,-14-8 0,-2-1 134,8 3-224,-8 11 0,0 0 585,0-15-180,0 3 89,0-6-269,0 13 720,0 9-630,0 11 2170,0 6-2530,0 1 1754,0 6-1574,0 17 1569,0-7-1704,7 15 0,1 3-45,-4-2-1639,8 9 1,0 1 893,-10-4-138,5 7 1,1-1 702,2-4-489,3 2 1,0-1 488,-2-5-635,5-7 0,0-2 815,-5-7 1180,15-8-1180,-16-14-180,13-27 91,-19 10-160,12-7 0,-1-2 249,-11 3-228,12-5 0,0 0 138,-12 5 678,8-2 0,-1 0-588,-9 3 90,6-8-90,-8 25 2099,0 7-2368,0 6 3048,0 24-2779,0-13-180,4 14 0,0 3-90,-2-3 135,5 2 0,1 0-44,2-4 44,-1 1 0,0-1 45,1-6-90,13 13 90,-11-17 1303,13-11-1123,-7-10 90,8-35-90,-7 6-1,-1-1 1,-2-3-134,-10 14 0,-1-1 224,7-11 0,0 2 360,-2-5 359,-1-5-359,-1 37 539,-8-8-719,0 30 0,-15 31-90,11-4-585,-5 5 0,2 2 225,7 0-1080,0 2 1,0 0 630,0-8-1036,7 5 1,2-1 945,-5-17-181,13 7 1,5-3 809,-1-14 0,22-4 0,-7-21 0</inkml:trace>
  <inkml:trace contextRef="#ctx0" brushRef="#br0" timeOffset="84266">13811 11112 7533,'-8'-27'3276,"6"3"-2774,-5 17-323,14-5 271,19 5-450,-5-6 225,7 7 0,1-1-675,11-11 225,-7 8 0,2 0 180,-11-2 0,-1-2-45,10-3 1,1-3 223,-5-6 1,-3 0-45,-6 5 0,-1-1 360,0-9 0,-7 1-180,-12 7-180,0-7 539,-15 12-359,3 9 180,-12-1 0,-1 3-91,1 12-44,-15 5 0,-2 4-135,6 10-674,8-2 0,-2 5 0,2-4 359,7-7 0,1 1 195,1 10 0,0 6 0,3-4-1222,-4 11 892,7-2 1,8 3-586,21 4 1,5-3 584,-14-16 0,2-2 90,16 17 0,5-6-1799,4-14 1170,2-7-451,-5-4 1,3-3 899,-7-8 1,1-2 89,3 3 0,-2-2 270,13-16 0,-25-2 0,-2-3 0,-3-5 0,1 1 0</inkml:trace>
  <inkml:trace contextRef="#ctx0" brushRef="#br0" timeOffset="84616">14482 10880 7533,'7'-32'0,"-5"5"-1639,6 1 1,0-2 424,-6-10 1709,3-4 1,-2 0 44,-11 2 953,4 3 0,-2 2-324,-11 7-360,-1 1-449,8 16 2233,2 11-2772,0 6 3455,6 7-3482,-5 29 295,7 8-1075,3-10 0,1 1 986,-3-10 0,0 0-270,6 3 0,2 2 0,-1-3 135,-2-2 0,0-1 90,6 12 0,1 2 0,-4-6 0,0-2 0,-1-8 0,1 2 75,0 6 0,0 5 0,-1-4 195,-2-6 0,0 0-15,0 5 0,0 3 0,-3-5 329,-3 11 450,-9-19 1,-5-4-270,-8-9-46,-10-13 1,-2-6-315,0-9-135,-7 1 0,2-3-46,13-4-314,-6 8 1,0 1-2025,10 0 450,-3 5 1079,17 1-2647,31 6 2298,-1 0 979,21 0 0,0-5 0,4-2 0,-12 3 0,0-1 0,-1 0 0</inkml:trace>
  <inkml:trace contextRef="#ctx0" brushRef="#br0" timeOffset="84736">14905 11241 7533,'0'-20'3276,"0"-4"0,-8 16 0,6-9-2490,-14 15-786,14-4 0,-5 35 0,7 7 0</inkml:trace>
  <inkml:trace contextRef="#ctx0" brushRef="#br0" timeOffset="123160">1147 13319 7533,'-8'21'-1080,"-2"-3"1170,0 1 0,2-11 180,0 15-270,-1-14 270,-1 16-270,2-11 270,8 10-180,0-16 180,-8 16-181,6-16 91,-6 17-90,8-11 90,0 10-90,0-15-90,0 14 90,0-15-270,0 17 180,0-11-450,0 5 450,0-12-179,0 4-1,0-9 90,0 4-90,0-1 270,0-3 0,0 3 0,0-5 359,0 6 361,0-4-630,0 9 539,-8-3-539,7-1 270,-7 4-270,8-9 270,-8 9 89,6-10-449,-6 5 90,8-12 360,0-18-720,0 1 180,7-9 0,2-2 0,-5-4-957,4 4 0,5-5 0,-3 4 1002,-4 7 0,0 0-45,1-6 0,2-6 0,0-1 0,-1 7-45,2 1 0,0 0 112,-2-1 1,1-5-1,-1-1 1,0 3-1154,2-9 1,0 2 1085,-1 3 0,-1 0 45,-3 2 0,-2 8 45,-3 21 90,8-18-91,-6 25-178,6-15-91,0 11 0,-6 0 1830,13-4-1560,-5 3 3186,0 1-2980,-2-4-296,-8 9 270,0-3-180,7 5 179,-5-6-179,6-1 0,-8 0 0,0-5-90,0 11-90,0-5 0,0 0 90,0 5 0,0-5 0,0 6 0,-8 0 0,6 0 90,-5 0 90,7 0 0,0 0-90,0-6 0,0 5 0,0-5-90,0 6-450,0 0 360,0-6 90,0 5 0,0-5 0,0 6 0,0-6-180,0 5 180,0-5 0,0 0-90,0 5 90,0-10 0,0 9 0,0-9 0,0 10 0,0-5 0,0 0-179,0 5 179,7-5 0,-5 6 0,6 0 0,-8 0-90,0 6 359,8 12-269,2 9-90,0 12 90,2 8 0,-1 2-1027,-8-17 1,-2 1 1026,4 2 0,1 2 0,-1 1 0,-2-2 0,-1-1 0,1-1-90,2 3 1,-1 1 89,0 4 0,-1 3 0,0-5 45,2-10 0,-2-1-75,-2 5 0,-1 2 0,-1-4-914,1 8 899,-1-9 0,2-2 45,7-3-270,-6-1 90,6-4 180,-8-9-900,8-6 2112,-6-6-1482,5 0-553,-7 0-1785,0 0 2608,0-6 0,-23-24 0,8 10 0,0-1 0</inkml:trace>
  <inkml:trace contextRef="#ctx0" brushRef="#br0" timeOffset="124343">1235 13487 7533,'-30'-19'404,"1"1"1,-4 1-180,6 2 0,5 1 674,12 7-539,-6-1-180,14-3 720,-14 10-541,15-5 361,1 6-540,1 0 270,31 0-270,-26 0-180,23 0 0,4 0-180,-15 0 135,24 0 0,4 0-45,-10 0-1549,8 0 1,2 0-1176,-5 0 2319,-16 0 1,1 0-1524,15 0 1388,-12 0 135,-3 0 1,-1 0 494,-3 0 0,1 0 0,-23 0 0,0 0 0,0-5 3150,-7-3-3150,-3 1 2080,0 1-1091,2 18-89,8 2-540,-8 6-1,6 4 181,-5 8-630,7 3 270,-1 3 0,2 2-180,-2-14 0,2 2-144,1 7 1,1 5 0,-1-1 23,-1-2 0,-1-2 0,1-1 75,3 7 0,0-2 90,-3 9 0,-2-8-45,1-24 990,0-3-810,0-9 359,0-33-179,-7 5 0,-2-3-225,7 2 0,1-2 45,-11-21 0,0 0-3249,10 2 3024,-2 13 0,0-1 134,4 3 1,0 0-148,0 7 1,0-2 57,0-9 0,-1-4 0,2 4 0,3 7 0,0 0-45,0-15 0,2 1-45,12-2 0,-1 15 0,9-1 90,-7 23-270,7 7 270,-9 2-180,9 20 180,-14-12 180,3 9-270,-7-2 270,2-3-90,0 13-90,-2-2 809,-8 1-629,-8-6 3096,-2 5-2505,0-17 129,-13 10-900,11-17 557,-14 5-557,9-6-180,-1 0 0,8 0-1169,2 0 1079,8 5-449,0-3 449,0 3-720,16-5 720,-4 0 90,29-5 1,-19-3 179,19-10 0,-22 4 179,2-1 1,-1-1 180,2-5 0,11-11-180,-23 12 270,6 2-360,-14 10 359,6 26-359,-8 5 0,0 21-405,-4-14 1,0 1-61,3-4 0,0 2 195,-4 11 0,-1 6 1,1-4-1460,4 0 1,0-1 1582,-1-3 1,-1 3-1,0-2-34,3 12 0,0-3-1016,0-15 0,0 0 1061,0 10 0,0 0-647,4-13 0,0-3 602,6 15 33,8-5 327,-9-24 1451,-1-13-1541,-8-13 630,0-13-361,0-9 1,0-3-540,0 12 0,0-2 159,0-17 0,0-8 0,0 1-99,0 15 0,0 1 0,0-4 52,0-3 1,0-4-1,0-1 1,0 3-53,0-1 0,-1 3 0,2-3-24,1 8 0,1-4 0,1-1 0,0 3 0,-1 2 315,0-2 0,0 4 0,3-1-21,4-9 0,2 0 0,-1 7-60,1-4-447,19 49 357,-19 10 89,4 10 1,1 3-180,3 8-90,-3 2 0,-1 1 0,4 4 0,-3 1 1,-1 0 179,-4-5-90,-3 2 0,-2-1 179,-7-9 181,1-3 0,-2-3 0,-15-5 269,-12 4-359,-1-18-450,0-4 0,1-1 180,5-2-719,-26-5 719,29-2 0,26-24 0,15-3 0</inkml:trace>
  <inkml:trace contextRef="#ctx0" brushRef="#br0" timeOffset="125582">2558 13526 7533,'0'7'0,"-8"5"809,6-5 630,-14 0-1079,14-1 630,-6-12-810,8-1 539,8-29-539,-6 12-90,2-11 0,0-2 90,4-2-90,-7-3 0,0 0-180,7-3-45,-1 8 0,1 1 135,4 6-720,14-12 630,-17 33-1439,23-2 630,-19 22 269,11 4 0,1 2-269,5 13 899,-6 2 0,3 2 0,-3-12 0,2-1 0,0 2 0,5 8 0,0-1 0,-1 1 0</inkml:trace>
  <inkml:trace contextRef="#ctx0" brushRef="#br0" timeOffset="125966">3087 13345 7533,'0'-20'1349,"0"-4"-1169,0 9 989,-16-15-449,4 20 449,-13-18-719,7 25 179,-7-9-629,5 18 0,3 7-180,-1 7 1,4 3 179,8 15-1301,-5-2 0,-1 0 941,4 2-225,6 1 1,2-1 404,0 1-287,9-1 1,7-3 196,22-5 90,-1 0 720,4-35-540,-21-4 404,-6-13 1,-3-3-45,-1-1-90,-1-15 0,-2-1 90,-5 1-1226,-1-7 1,-2 0 955,-9 8-45,-2-3 0,-2 3-135,-5 14 0,2 4 0,0 3 0,6 11-747,-5 8 477,16 8-1798,8 16 1708,9-8 450,11 20 0,3-20 0,5 1 0,1 5 0,0 1 0</inkml:trace>
  <inkml:trace contextRef="#ctx0" brushRef="#br0" timeOffset="126166">3298 13280 7533,'-4'-30'1638,"-1"0"0,-3-9 1112,8 22-2840,8 46-1169,1-10 719,7 12 1,2 4-451,-1-8 1,3 1 989,2 1 0,3 4 0,-3-1 0,-1 9 0,-1 0 0,-4-10 0,0 1 0,1-1 0</inkml:trace>
  <inkml:trace contextRef="#ctx0" brushRef="#br0" timeOffset="126376">3369 13707 7533,'-18'-8'2338,"1"-3"-1888,7 4-90,-6 0 1439,6-10-1439,1 8 1079,9-32-1259,9 10 584,10-10 1,4-2-953,-9 19 0,3 0 487,8-12 1,5-5 0,-3 5-570,-6 11 1,1 1 209,9-7 0,5-4 0,-5 5-885,-9 10 1,0 3 404,7-6 1,0 3-2738,12-5 3219,-19 17 0,11 13 0,-15 17 1</inkml:trace>
  <inkml:trace contextRef="#ctx0" brushRef="#br0" timeOffset="127294">5380 13126 7533,'-28'13'1889,"3"23"-1620,7-6 91,5 10 0,1 4-679,5-14 1,2-1 498,-4 16 0,2-2 175,7-2-355,0 7 0,0-38-135,16-5 225,-4-13-135,1-17 0,-1-3-45,6-6 30,-11 4 0,-2-7 0,1 3-193,2 7 0,1-1 253,0-9 0,-1-6 0,1 3 135,0-2 0,1 1-15,-1 6 0,0 0 0,-1 1 212,-3 0 1,0 2 27,3 0 0,-1 4-91,-5 11 91,6-6-540,-8 35 180,0-4-180,0 19 1,0 5 89,0 2 161,0-1 1,0 2-297,-1-7 0,2 0-1116,7 15 1071,-8-18 1,2 0-1,5 0 0,2-1-927,0 11 747,9 10-269,7-8 719,-5-15-180,6 2-483,-1-16 933,2-3-270,-4-17 0,-2-5 270,0-7-180,-5 3 0,-1-2 0,-5-5 0,-2 1 0,4-4-90,0 1 0,-1-1 224,-5 5 1,-2 1-45,5-5 0,0-1 360,-4 2 0,0 0-271,2-16 1794,-7 19-1613,0 19 942,0 9-583,-7 22 442,5-3-1072,-10 11 1,0 3 0,8 4-197,-4-8 1,1 0 106,7 18-1141,0-13-298,0 9-650,0 3 20,7-17 810,3 6 0,24-7-91,-21-9 405,17-4 1,3-2 854,-8 5 0,4-19 0,1-6 0,6-11 0</inkml:trace>
  <inkml:trace contextRef="#ctx0" brushRef="#br0" timeOffset="127594">6068 13384 7533,'0'-27'2338,"0"-3"-1348,8 15-271,1-9-359,1 15 450,22-19-900,-19 18 404,11-5 1,1-1-315,-3 2 135,6-1 0,1 0-45,-6-1-45,7-4 0,-3-1 45,-13 4 0,17-14 180,-29 7-270,6 3 360,-8-17-180,-16 11-1,4 7 1,-21 8-270,14 12 360,-23 12-180,13 2-116,2 12 116,6-5 0,2 1-1721,6 14 1676,-4-12 0,0 2 45,11-1 0,3 0-1170,-5 17-19,6-5 1,4-1-251,13 3 2,3-4 0,7-4 807,10-20 1,3-5 539,-2 9 0,2-7 0,-5-15 0,2-7 0,1-5 0,0 1 0,7-6 0,1 0 0,0 0 0</inkml:trace>
  <inkml:trace contextRef="#ctx0" brushRef="#br0" timeOffset="128727">6985 13074 7533,'8'-20'2069,"-6"-10"-990,13 9 180,-13-17-539,6 11-360,-23 1-181,11 7-179,-28 12-359,5 1 89,-18 18-180,7 6 0,-1 7 270,5 9 1,2 5 31,7-6 1,0 2 0,4 2 297,6 0 0,4 1 0,2-2-60,-1-1 0,4-2-45,11 9 0,6-8-45,1-15-90,6 0 0,5-2 90,22-10 180,-10-15 0,0-7 134,-1-11 1,-3-7-75,-6 5 0,-2-4 0,-2-1-31,-7 2 1,-2-1 0,-1 2 195,4-5 0,-5 5-495,-10 6-450,-9 37 360,-1 8-989,2 28-180,7-21 0,2 3 494,1 8 1,4 0 130,4 3 0,5-4 724,5-6 0,5-11 0,9-25 0,3-14 0,3-11 0,0-1 0</inkml:trace>
  <inkml:trace contextRef="#ctx0" brushRef="#br0" timeOffset="129727">7461 13010 7533,'0'-15'2878,"-8"-19"-1349,-17 17-899,3-20-450,-11 22 0,8-2-540,-3 27 90,9-2-540,3 36 541,16-9 44,7 2 0,2 0 45,-6 7-458,6-13 0,3 3 0,-1-3 638,1 16 45,0 2 0,1-2-135,5-2 225,-9-8 0,-1-1-135,2-6 0,-2 12 2518,-24-34-2158,5-2 90,-23-36-90,15-6-360,1-4-540,10-1 540,8 25-90,0-8-900,8 10-359,25-16 1079,-9 13-225,11-4 1,2 0 314,-3 6 867,-3 1 1,4-2-823,9-5 0,-3-2 494,-17 5 1,-1-1-180,12-2 0,-6-2 720,-21-19-541,-8 25 181,0-13 90,-8 17-181,-2 0-539,-7 17 1,7 5 358,-6 34-449,14-13-405,-6 7 1,1 3 44,9-11 1,2 0 359,-5 4 0,4 0-90,7 2 0,5-4 0,12-1-90,2-7 1,1-3 269,11-6 90,-10-6 0,-3-4 90,0-10 270,-3-18-180,-7 1 314,-8-11 1,-3-4 89,-1 4 1,-2-1 90,1-14 0,-2 1-181,-2 12 1,-2 4-405,-7-11-270,6 38-90,-6 23-45,7 5 1,2 5 134,-1 10 0,0 3-45,7 5 0,2 1-135,-5 0 0,4-4-405,11-11 1,3-5-1395,7 4 1710,-1-19 449,11-24 0,-33-13 0,17-15 0</inkml:trace>
  <inkml:trace contextRef="#ctx0" brushRef="#br0" timeOffset="130183">8255 13280 9242,'-10'0'2608,"2"6"-1708,8 7-1710,0 8 1,0 4-1,16-10 630,-12-4-539,27-34 449,-19 12 90,4-20 0,1-3 90,3 7 180,-5-1 0,3-7 0,-2 3 180,0 5 0,-1 1-181,7-7 1,-1 1 270,-3 9 0,-2 5-180,-4 9 629,11-2-719,-21 11-2042,14-6 2401,-14-1 271,6-23-450,-8 1-450,0-4 90,-8 3 90,-2 22 270,-16 8 269,-1 37-269,0 0-495,11 8 1,6 6-856,6-7 1,6 1-14,4-10 1,3 2 0,2-3 900,0 8 1,9-6 0,10-19 0,8-5 0,0-4 0,-4-4 0,1 0 0,0-1 0</inkml:trace>
  <inkml:trace contextRef="#ctx0" brushRef="#br0" timeOffset="131134">9578 12945 7533,'-36'5'719,"-1"0"1,5 13-1,4 3-764,8-3 1,4 2 88,4 18 1,7 2-134,5 3 178,10 3-448,15-16 359,-5-22-90,21-14 360,-20-3-46,1-10 1,-3-3-225,-7-3 225,5-9 0,-2-4 45,-13 10 0,0 0-135,6 2 0,-1-2 359,-6-12 1,-2 4-585,1 15 360,-8-21-540,6 30 180,-5 11 0,7-5 180,0 6-630,7 6 450,3-5-539,16 11 629,-15-11 180,29-1 539,-19-30-449,-3 5 0,-1-3 0,-5-11 0,-6-1-135,-4 7 0,-4-1 134,-5-13 1,-4 3-90,-8-2-90,2 0 0,1 2-450,4 11 450,-4-2-809,24 76 516,1-7 1,3 7-1,2 5 1,0-1-454,-3-5 1,1 0-1,0 1 1,0 0 0,0 1 470,1 2 0,0-1 0,0 1 0,0 2 1,-1 2 206,-2-8 0,0 4 1,1 1-1,-1 2 1,-1-1-1,0-2 1,-1-3-1,-2-4-552,0 5 0,-3-5 0,0-1 1,1 6 631,0-2 1,1 6 0,0 2 0,1 1 0,-1-1-1,-2-4 1,0-7-13,-2 4 0,-1-6 0,-1 2 67,0 6 1,-1 4-1,0-1 1,-1-6-134,-1-4 0,-2-1 305,0 1 1,-3 1 0,-1-8 30,-10-8-7,-9-13 1,-6-10-205,1-17 1,-1-12 0,-2-2-222,8 10 0,-2-2 0,-1-1 0,0-1 1,1-1-34,2-1 0,-1-1 0,1-2 0,0 0 0,1 0 0,2 2 60,-3-6 0,1 1 0,2 1 0,0-2-270,-3-2 0,-2-2 0,5 2 1,8 5-687,11 8 1,4 0 1000,-5-13 0,10 5 0,21 20 0,9 7 0,8-1 0,0 1 0</inkml:trace>
  <inkml:trace contextRef="#ctx0" brushRef="#br0" timeOffset="132567">10883 12519 7533,'0'-14'-360,"0"-15"270,0-4 180,0-14 0,-8 7 269,8 13 1,-2 1 450,-13-16-270,5-5-181,0 10 91,2 18-270,8 12 0,0 1 0,0 6-90,0 0 90,0 6 269,8 41 136,1-2 0,0 7-1405,-4-15 1,0 3 0,0 1 0,-1-1 750,2 5 1,1-1 0,-2 5-58,-1-3 0,0 5 0,-1 2 0,0-1 0,-1-5-531,-1-5 0,-1-3 0,0-1 0,1 2 702,1 7 0,1 3 0,-1 0 0,-2-4-419,-4 3 0,-2-3 0,1-9 554,1-4 450,-12 7-361,16-40 1220,-8-29-1399,3 5 0,1-5-480,-1-10 0,2-7 1,1-1 269,1 3 0,1 0 0,1 0 812,1 4 0,0 1 1,4-1-663,2-5 0,2 0 0,5 6 1608,5 10 0,5 2-1631,1-5 0,4-4 0,0 5-7,12 2 0,0 5 90,-8 5 0,-3-1 89,4-10 1,-7-4 135,-16 6 0,-3-2-225,5-2 0,0-3 180,-5 1 0,0-3 0,-4 2-1360,-3 1 0,-2 1 1179,5-9 1,-2-1 0,-6 5 0,-2 4 208,3 10 332,-13-6-1439,5 76 449,-3-7 0,0 4-190,7 3 1,1 5 256,-1-6 1,-1 5 0,1 2-1,1-3-413,3-7 1,2-2 0,0 0 0,0 1 705,0 3 0,-1 1 0,1 0 0,1 1-72,1-2 0,1 2 0,1 0 0,0-3 0,1-6 644,4 5 1,1-1-686,0-4 1,0 7 0,1-3 0,0-9-68,10 9 0,4-14 0,-1-7 0,-10-20 135,6-19 0,-1-9 0,-12-7 0,-2-5 195,5 4 0,3-2 0,-3 0-228,-3-10 1,-2 3 347,4 14 0,-2 5 3006,-7 2-3238,0 24 666,15 24-839,-2-3 1,2 3-91,7 10 0,1 0 180,-5-3 0,1-2-180,10 4 0,-1-6 225,-5-4-270,13-2 0,1-12 2423,-4-42-1794,-6 3 1,-3-7-30,-14-2 0,-5-4 0,-2 0-1036,-2 8 0,-1 0 1,-1 2 929,-1-11 1,-6 13 471,-25 31-516,11 17 269,-3 23 1,1 4-90,3-1-540,11-8 0,1 7 0,2-6-269,-1 11-644,19-13 1,8 3 0,6-6 1081,4-10 0,4-6 0,5-5 0,4-7 0,4-5 0,3-4 1,0-2-1,-4-4 0,0-1 0,-1 1 0,1-1 0,0 1 1</inkml:trace>
  <inkml:trace contextRef="#ctx0" brushRef="#br0" timeOffset="133486">12876 12131 7533,'-13'-34'659,"-1"0"1,1 2 0,0 10-301,4 20-269,1 34 180,8 5-210,-1-6 0,1 6 0,1-3-276,2-7 0,2 1 246,-2 17 0,0 8 0,0-7-75,2-11 0,0 0-23,-1 8 1,0 9-1,0 1 1,0-4-1008,-1-3 1,1-4 0,-1 2 1074,-1-6 0,1 1 0,-1-1 0,1-2 119,0 1 1,-1-2 0,0-6 330,-2 12-450,8-49 90,-6-23-135,5 5 0,2-4-803,0-18 1,0 1 847,2 5 60,1 12 0,3-5 0,-3 4 256,2-8-316,4 7 0,5 5 1536,6 17 1,1 9-1223,-5 6 1,1 4-315,10-1 0,-3 8 30,-16 10 0,-4 9 0,0-2 195,6 6 0,-3 1-15,-10 1 0,-5 3 0,-4-1-208,-2-8 1,-4-2-1,-4-2-2,-9-3 0,-6-2 0,-3-3-150,-3-3 0,-3-3 1,0-4-211,-10-1 0,2-3 626,7-1 0,8-5-2425,12-14 2010,12 8 149,25-14 0,17-6 0,-4 1 0,4-2 0,2-1 0,3-2 0,0 0 0,0 1 0,1-1 0</inkml:trace>
  <inkml:trace contextRef="#ctx0" brushRef="#br0" timeOffset="133700">13494 12790 7533,'-6'-23'3276,"2"19"0,-22 26-2632,17 21-2174,1 3 1530,8-5-540,-1-10 1,2-1-810,7-1 359,-1 2 1,3-1-90,18-6 359,-6 3 0,-1-1 361,0-9 359,19 8 0,-13-31 0,18-9 0</inkml:trace>
  <inkml:trace contextRef="#ctx0" brushRef="#br0" timeOffset="134300">14111 12868 7533,'0'-32'3276,"0"-1"-1155,0-5-1582,0-1 181,-16 0-270,-3 11-450,-15 27 0,-7 13 224,3 10 1,0 9-788,4 0 1,1 6 0,2 0 652,6-7 0,3 2 0,6 2-1105,8 12 1,7 4 0,0-7 924,-2-16 0,4-3-120,15 6 0,8 1 0,-1-10-779,10-12 854,-3-4 0,1-5-270,0-7 0,-3-4 135,3-11 90,3-9 1,-3-4-1,-7-5 150,-6 11 0,3-4 0,-4 5-150,5-5 629,-8-4 1,-3 4-270,-3 20 2418,-8-22-2328,0 34 3006,-23 12-1271,9 22-2545,-19 3-45,18-4 1,4 2-855,4-7 0,3 1 314,-2 5 1,4 0 978,11 12 1,13-30 0,5-5-1,2-8 1,-1 1 0</inkml:trace>
  <inkml:trace contextRef="#ctx0" brushRef="#br0" timeOffset="134667">14534 12700 7533,'-7'-19'1529,"-1"-4"0,-2-3-630,-4-1 1,1-1-226,3 2 1,0 3-855,-6 6 270,16 27 225,7 13 0,2 7-1125,0 7 1,2 3 599,-3-9 0,2 2 0,-1-1 120,4 13 0,-1 2 240,-2-8 0,-1 1 0,-2 0 29,-1 9 0,0-1 151,-1-8 0,1 1 0,-2-3 74,0 4 1,-8-6 180,-12-9 0,-7-7-945,-26-11 0,10-12 0,-2-6-944,4-3 0,3-4 1304,5-5 0,5-4 0,9 0 0,3 0 0,-4-21 0</inkml:trace>
  <inkml:trace contextRef="#ctx0" brushRef="#br0" timeOffset="134917">13458 12377 7533,'-33'-24'3276,"19"2"-3674,-9-4-861,31 8 1259,2 11 0,24 7 0,12 6 0,2 1 0,0 0 0</inkml:trace>
  <inkml:trace contextRef="#ctx0" brushRef="#br0" timeOffset="135102">15187 13307 7533,'-33'-6'819,"11"4"0,-3 8 0,17 8 0</inkml:trace>
  <inkml:trace contextRef="#ctx0" brushRef="#br0" timeOffset="140418">18785 3085 7533,'8'-20'629,"-6"1"-89,6 12-360,-8-5 180,0 5-180,0 0 179,0-5-179,8 11-270,-6-4 270,6 5-90,-8 0 540,0 0-540,0 5 0,0 2-180,0 0-180,0 16 360,-8-13-450,-10 32 270,-1-19-90,-2 9 0,0 2 180,0 5-869,-1-6 1,-5 6 0,3-4 868,7-7 0,-1 0 60,-3 1 0,-3 3 0,2-2-105,0 6 0,1-2 77,7-10 1,-1 2 117,-6 7 0,-3 4 0,4-5 480,3 11-241,-4-14 1,-4 4 0,8-6-30,11-3-46,-7 1 1,3-3-225,10-12 270,0 19-360,0-26 270,15 8-90,-3-11-270,29 0 90,-11 0-90,5-7 0,4-3-225,-6 6 0,1-2 1295,5-6 0,2 0-1655,3 4 1,-4 3-9,1-2-487,1 0 1,-3 2 1169,-14 4 0,9 12 0,-36 11 0</inkml:trace>
  <inkml:trace contextRef="#ctx0" brushRef="#br0" timeOffset="140650">18750 3575 7533,'-25'-15'1638,"-1"-1"0,-5-6 663,29 4-2301,10 12-675,27 2 0,10 2-494,-12 1 0,1 1 89,14-3 1,2 0 486,-12 2 1,-4 2 592,9-1 0,-27 6 0,-16 1 0</inkml:trace>
  <inkml:trace contextRef="#ctx0" brushRef="#br0" timeOffset="140901">18838 3149 7533,'-17'-29'1092,"-1"-1"0,8 7 0,0 0 759,-5-8-592,38 6-899,-1 17-270,2-1 0,3 1 90,10 6-540,-2-3 0,7-2 0,-5 2-744,-11 4 0,1-1 984,14-3 0,7-2 1,-8 2-141,1 3 260,-7 0 0,6 0 0,-8 6 0,-1 32 0,1-12 0,-1 1 0</inkml:trace>
  <inkml:trace contextRef="#ctx0" brushRef="#br0" timeOffset="141432">19244 3601 7533,'-20'-14'3276,"5"2"-1875,15 30-1131,8-9-225,-4 17 0,1 2 45,13-3-225,-5 13 0,0 2 135,6-8-990,-2 7 1,-1 0 539,4-8 450,-4 7 0,1-4 0,3-19 0,5 12 0</inkml:trace>
  <inkml:trace contextRef="#ctx0" brushRef="#br0" timeOffset="141667">19226 3988 7533,'-27'-6'1638,"0"-1"0,-9-6 1638,21 6-833,46-16-2443,-15 13-90,17-7 0,6-2-855,-6 6 1,-1-1 539,0 0 0,2 1-688,1 2 1,2 0 0,-3 3 917,-3 2 1,-1 3 0,13 8 0,0 7-1,-12 6 1,-1 0 0</inkml:trace>
  <inkml:trace contextRef="#ctx0" brushRef="#br0" timeOffset="142200">20038 3729 7533,'-10'-32'3276,"2"-5"-616,8 10-2480,0 6-180,0 4 450,0 10-810,-16-6-180,5 6 1,-23 7 269,15 7 135,-9 13 0,-1 8 270,8 0 0,1 5-75,-1 1 0,-1 4 0,4-1-1699,2 11 1,5-1 1628,0-7 1,6-3-126,12-1 1,2-6 134,-5-5-540,17-3 0,5-3 360,-11-10-45,16-6 1,3-6 943,5-23-629,-16 13 0,-1-3 180,5-23 0,-5-5 314,-10 11 1,-2 0-405,3-6 0,-1-1 539,-2-1 1,-4 5-360,-4 10 179,6-16-359,-8 35 3096,-8 25-3346,-10 27-1459,8-7 0,1 3-110,-2 5 1,4 0 1524,3-4 1,8-5-1,10-14 1,5-6-1,28-2 1</inkml:trace>
  <inkml:trace contextRef="#ctx0" brushRef="#br0" timeOffset="143250">20249 3807 7533,'-7'-44'3276,"5"9"-256,-6 10-3200,0 30-539,6 40-316,-2-10 1,0 3 449,4 0 0,0-1 405,0-8 1,0-1-721,0 14 720,0-32 0,24 7 180,-3-51 315,-3 15 0,0 0-315,-5-7 0,-1-1 450,6-16 269,-9 6-89,7 2-90,-14 2-360,6 14-360,-8 25 90,0 3-90,0 32 90,0-22-315,-1 12 0,2 3-314,15 3 404,-8-13 0,3-2 45,17 2 1080,5-29 269,-6-21-629,1-3-1,-11 0 1,-1-2 90,4-12-405,-11 13 0,-1 3-225,8-1 180,-14 11-180,6 17-180,-8 0 360,0 0-90,0 6 0,0 1 270,0 11 0,0-3-270,0 4 809,0-6-89,0-6-270,0-2-360,0-5-90,0 6-90,0 1 90,0 12 0,0 1-225,0 9 0,0 8 225,-2-2 0,-1 2 0,0 1-432,2 0 1,1-1 0,-1 2 431,-1 6 0,-2 2 0,2-3-180,2 3 0,0-4 360,0-12 0,0-6-90,0-12-90,0-32 44,4-3 1,0-5-90,1-11 1,0-4-1004,-2 6 0,0-2 0,1 1 988,0 2 0,1 1 1,1-4-103,0 0 0,0-4 0,0-2 0,1 0 0,2 5-68,5-10 1,2 4 0,1-1 453,-5 9 1,-1-1 0,1 1 0,0 3-135,4-17 0,1 21 1319,-1 41-1229,-14 5 0,8 7 0,3 2-180,-1 11 0,-3 7 0,0 5-45,-4-9 0,-3-1-109,-1 2 0,-2 0 334,3 5 0,-4-6 2989,-5-13-2809,-5-1 0,-2-3-90,-7-14 179,-21 3-269,23-11-360,-22-17 90,27 13-346,-17-30-1363,21 24-1478,8-15 3223,4 18 1,21 0-1,11 2 1,-1 2 0,0 0-1</inkml:trace>
  <inkml:trace contextRef="#ctx0" brushRef="#br0" timeOffset="143738">21131 3123 7533,'-15'-39'1079,"11"18"810,-20 4-540,22 34-1169,-6-1-135,4 13 0,1 8-105,-1-4 0,1 2 0,0 0-1345,-2 12 0,0 1 1435,2-10 0,0 2 0,1-2-120,2 7 0,0-3-184,0-7 0,0 1 214,3 7 0,2 5 0,3 0-240,4-4 0,3-1 0,1-1 270,-1-3 0,2-2 0,0-2 210,7 15 0,5-16 90,4-33 0,-1-14-225,-11-11 0,-1-4-161,10 4 0,0-3 146,-10-7 0,-4-5 0,-1 4-30,0 11 0,0 0 30,2-15 0,1-6 0,-4 4 1407,-5 9 0,-4 2-762,-3-4 0,-4 4-406,-12 8 1369,-14 40 0,-1 17-771,12-2 1,3 3-1078,1-2 0,0 2 1,3-1-466,2 3 0,9-1-418,11-4 1,9 0 0,2-5 1076,9-5 0,5-6 1,-2-3-1,5-2 1,-1-5-1,-4-8 0,0-1 1,0 1-1</inkml:trace>
  <inkml:trace contextRef="#ctx0" brushRef="#br0" timeOffset="144626">22419 3395 7533,'14'-28'989,"-1"1"1,6-4-1,4 1 45,8 6 1,6 3-526,-5 6 1,2 1 0,0 1-91,3 0 1,0 2 0,-1 4-240,13 4 0,-10 12 0,-19 29-810,-35 4 1,-15 5 224,7-17 0,-5 0 0,-1 0 1,1-1-135,-4 4 1,1-2 0,-2 3 380,2-3 1,-1 2 0,0 1-1,3-2 1087,2 2 1,3 0 0,1-2-751,-2-3 1,1 0 0,16-1 314,27 4 1,19 1 0,10-5 0,-4-9-705,1-15 0,0-10 1,6 1 209,-10 7 0,6 4 0,2 0 0,-1-1 0,-4-2 0,-6-3 0,14-13 0,-12 0 0,-5 9 0</inkml:trace>
  <inkml:trace contextRef="#ctx0" brushRef="#br0" timeOffset="146042">24253 3639 7533,'-7'-7'1889,"5"2"-1440,-6 5-449,16 0 0,17 11 0,12 3 0</inkml:trace>
  <inkml:trace contextRef="#ctx0" brushRef="#br0" timeOffset="146216">24236 3833 7533,'-26'-24'2788,"7"14"-2338,1-13-630,10 21-1169,8-4 1349,0 6 0,47 29 0,-17-11 0,-1 0 0</inkml:trace>
  <inkml:trace contextRef="#ctx0" brushRef="#br0" timeOffset="147159">25753 3523 7533,'10'-7'-270,"-3"2"1349,-7-7-89,0 4-810,0-5 629,-7 1 1,5 5-91,-6 11-89,8 28-855,-4 3 0,0 7 75,1-4 0,-1 2 0,1 0-398,-1-1 0,1-1 0,0 0 413,3 9 1,0-4-586,2 0 90,14-32-989,-6-17 1619,7-6 0,-7-20 0,-2-8 0</inkml:trace>
  <inkml:trace contextRef="#ctx0" brushRef="#br0" timeOffset="147477">26211 3446 7533,'0'-27'1638,"0"1"0,0-13-417,0 26-1041,0 15 180,0 33-360,0-4 90,0 5 0,0 6-720,0 6 0,0 2 13,0-11 0,0 2 0,0-1-43,3 1 0,0-1 1,-1-3 659,1 9 0,-4-9 0,-7-15 0,-11-26 0</inkml:trace>
  <inkml:trace contextRef="#ctx0" brushRef="#br0" timeOffset="147949">25329 3652 7533,'-17'-13'-540,"-1"6"810,1-10 899,-9 9-269,-1-11-810,-1 12 809,3-5-719,15 11 899,-6-5-89,14-6-226,23 0 1,13-1-338,0-3 0,5-3 1,6-1-1,2 0-687,-8 5 1,2-1-1,4 0 1,0 0-1,2-1 1,0 1-1,0 1 248,-1 0 1,0 0 0,2 0 0,0 0 0,0 1 0,-1-1 0,0 1 0,-2 1-358,-1-1 0,0 0 0,-1 0 0,-1 0 0,-1 1 0,0 2 0,-2 0 369,6 0 0,-1 1 0,-1 2 0,-4 1 0,-5 2-990,9 0 1,-9 4 76,5 1 553,10 0-1971,-21 0 1791,-9 0 1162,5 0-1612,-22 0 3472,13 0-3291,-13 6 1888,6-5-1349,-8 5 313,-8-6-493,-2 0 450,-7 0 0,-16 6 0,-5 0 0</inkml:trace>
  <inkml:trace contextRef="#ctx0" brushRef="#br0" timeOffset="152067">17709 4681 6723,'-19'-5'630,"-5"-5"-630,22 9 0,-5-10 90,7 9-90,0-9 90,0 9 90,7-15-90,3 14 449,8-20-539,-8 20 270,5-20-90,-5 20-90,0-8-270,6 5 0,-7 5 0,17-10 0,-14 9 270,27-3-90,-18 10 45,22-1 0,5-1-45,-21 1 0,0-1-487,18 0 0,3 0 487,-2-3 0,0 0-610,-9 2 1,4 1 586,-4-2 1,4-1 0,1 0-1,-3 1-374,-6 0 1,-2 2-1,5-2 397,7 0 0,8-1 0,2 0 0,-1 0 0,-6-1-507,-2 1 1,-4 0 0,7 0 506,-5 0 0,6 0 0,4 0 0,2 0 0,0 0 0,-5 0 0,-5 0-210,-1 0 1,-6 0-1,1 0 1,7 0 209,-7 0 0,5 0 0,4 0 0,2 0 0,1 0 0,-1 0 0,-1 0 0,-4 0 0,-5 0-206,11 0 0,-7 0 0,0 0 0,8 0 188,-13 0 0,5 0 0,3 0 0,3 0 0,1 0 0,1 0 0,-2 0 0,-2 0 0,-3 0 0,-5 0-18,6 0 0,-6 0 0,-2 0 0,2 0 0,7 0 9,-5 0 0,6 0 0,2 0 0,4 0 0,1 0 0,-1 0 0,0 0 0,-2 0 0,-4 0 1,-5 0-94,7 0 0,-7 0 0,-2 0 1,4 0-1,6 0 126,-13 0 1,4 0 0,3 0 0,2 0 0,2 0 0,1 0 0,1 0 0,1 0 0,-1 0 0,-1 0 0,-1 0 0,-2 0 0,-3 0 4,6 0 1,-1 0-1,-2 0 1,-1 0 0,-1 0-1,1 0 1,-1 0 0,2 0-1,1 0 7,-2 0 0,1 0 0,1 0 0,-1 0 0,1 0 0,0 0 0,1 0 0,-1 0 0,1 0 0,-1 0 9,2 0 1,2 0-1,1 0 1,1 0-1,-1 0 1,-1 0 0,-2 0-1,-2 0 1,-3 0-1,-4 0 40,14 0 1,-8 0 0,-1 0-1,8 0-29,-11 1 1,6-1 0,3 1 0,2-1 0,1 1 0,0 0-1,-4-1 1,-3 1 0,-5 0 6,7 1 0,-7-1 0,0 1 0,7 0 39,-7 0 1,4 0-1,4 0 1,3 0 0,1 1-1,0-1 1,-2 0-1,-2 0 1,-4 0-55,4 1 0,-3-1 0,-2 0 0,-1 1 0,1-1 0,2 1 2,-2-1 0,0 1 1,1 0-1,0 0 1,0 0-1,1-1 1,0 1-98,2-1 1,3 0 0,-1-1 0,1 1-1,-2-1 1,-1 1 0,-3 0-80,1 2 0,-2 0 0,-2 0 0,1 0 0,2-1 24,2-1 0,3-1 0,2 0 0,-1 0 1,-3 0-1,-2 1 150,4 2 0,-3 1 1,-3 0-1,-3-1-360,-3-4 0,-4 0 0,-7 1 1287,-3 5-1137,-27-6 840,-15 0 0,7-12 0,2-2 1</inkml:trace>
  <inkml:trace contextRef="#ctx0" brushRef="#br0" timeOffset="169376">18733 5163 7533,'-10'-14'2608,"2"-4"-1438,8 5-451,0-2-359,0-9-270,-8 16 90,6-9-90,-14 16-630,-9-11 540,-12 10 0,-1-4 45,-1 15 0,-2 5 45,11 0 0,-1 1-354,-7 3 0,-4 4 443,10 0 1,-4 5 0,2 0 0,7-2-579,4 1 1,1 1 533,-8 2 0,-7 4 0,2 2 0,9 0 74,13 1 1,8 1 0,-2 0-72,-9 3 0,-1 1 0,9 0-48,11 3 0,9 0 0,4-4-90,8 0 0,9-7-120,1-14 0,5-5 0,1-4-330,-1-7 0,1-3 1,-1-3-301,-2-3 1,0-1-1,-3-1 570,3 1 0,-4-1 180,-4-3 0,-9-1 0,-16-1 0,2-7 0</inkml:trace>
  <inkml:trace contextRef="#ctx0" brushRef="#br0" timeOffset="170759">18874 5472 7892,'-10'0'630,"-6"0"0,14 0 719,-6 0-899,8 0 629,-8 0 990,7 0-1529,16 0-540,30 0-360,-10 0 0,3 0-360,6 0 1,0 0-451,-6 3 1,-3 0-90,10-2 1259,-14 5 0,-53 11 0,1 5 0</inkml:trace>
  <inkml:trace contextRef="#ctx0" brushRef="#br0" timeOffset="171061">18874 5704 7533,'-30'-12'3276,"7"-1"0,31 6-1373,17-5-1543,-3 5-495,5 3 0,2 1 405,3-3-765,-4 3 0,3 0-1144,-4 3 1,-2-1 1378,15-5 0,-31 18 0,-30 2 0</inkml:trace>
  <inkml:trace contextRef="#ctx0" brushRef="#br0" timeOffset="172844">19685 5356 7982,'-8'-7'1889,"6"-10"-899,2-9-810,10-3 719,15-14-539,-1 20 0,3 2-46,8-1 1,3 2-180,2 1 0,2 5-495,4 9 1,-5 10 224,-19 11 0,-5 7-45,-1 9 0,-9 2 90,-13-4 0,-5 2-481,-4 12 1,-6 2 300,-1-15 0,-5-2 0,0 3 134,0 6 0,-1 3 0,-1-1 383,1-10 0,-1-1 1,-1 0-1,3 0 83,-2 4 0,1 0 0,3-3 344,-4 1 1,5-3-45,0 15-540,32-23-180,2-7 359,15-7-269,3-6 360,15 0-315,-17 1 0,1-2-206,7-4 1,2-2-784,1 3 0,-1 0-631,1-3 1,-4 1 1574,5 0 0,-15 6 0,-23 0 0</inkml:trace>
  <inkml:trace contextRef="#ctx0" brushRef="#br0" timeOffset="173217">20267 5653 7533,'0'-40'3058,"0"14"-1619,-8 9-1259,6 16 360,-6-5-540,1 23 90,5 10-720,-6 2 0,3-1 1,2 3-810,1 17 719,-2-17 0,0-1 271,4 14-1350,16-14 1799,-4-21 0,7-24 0,3-10 0,-4-8 0,1 1 0</inkml:trace>
  <inkml:trace contextRef="#ctx0" brushRef="#br0" timeOffset="173433">20496 5563 9422,'0'-14'2428,"0"8"-2068,0 30-630,8 16 540,-6 1-855,6-11 1,0 1-901,-3 4 1,0 0 629,0-3 1,-1 0 854,1 3 0,-2-6 0,-3-11 0,0-19 0</inkml:trace>
  <inkml:trace contextRef="#ctx0" brushRef="#br0" timeOffset="173734">20161 5666 7533,'-26'-9'1529,"-1"-1"0,-10-4 900,4-11-1260,31 11-989,4-4 270,31-7-181,-4 10-179,-2-1 0,5 1-360,4 3 0,5 2 1,0 1-541,-3 2 1,1 2-1,1-1-10,-1-1 1,1 0 0,1 0 0,-4 6 802,2 4 1,-3 5 0,-5 3 0,-4 7-1,-7 5 1,-9 10 0,0 0 0</inkml:trace>
  <inkml:trace contextRef="#ctx0" brushRef="#br0" timeOffset="174084">20937 5717 7533,'-9'25'3276,"1"2"-1875,8 6-1221,0-7-270,8-13 270,-6-7 0,29-29 404,-20-11 1,-1-7-46,6 3 1,3-2 0,-3-3-1311,-4-5 0,-4-2 1,2 2 889,1 13 1,1 2 0,-2 1-120,-1-11 0,0 10-90,1 23-3187,13 16 3253,-3 22 1,-3 2-1,1 4 1,0-1 0,-1 0-1</inkml:trace>
  <inkml:trace contextRef="#ctx0" brushRef="#br0" timeOffset="177626">23671 5704 6993,'-9'21'-90,"-7"-3"540,14-5 0,-6 0 269,8-5-179,0 3 0,0-4-181,0 6-179,0-6-180,0-1 90,0-6 90,0 0-270,0-23 0,16-23 90,-4 1 0,3-6-258,-2 17 1,3-1-1,0-2 1,0 1 301,0-3 1,0 0 0,1 0 0,-1 2 15,2-1 0,1 2 0,-1 1-60,-4 1 0,0 0 0,-1 9 270,4 8-180,-7-13 90,6 23-90,-14 1 0,6 6 0,-1 0-90,-5 0 1030,6 0-490,-8 11-540,0-8 900,8 26-810,2-13 314,-5 10 1,0 3-225,3 2 90,-5 5 0,1 5-450,5 6 0,0 2-155,-3-11 1,1 1-1,0 0 95,1 3 0,1 0 1,-1-2-121,2 9 0,-2-4-45,-3-11 1,0-3-541,-1-4 1,-1-3 584,-3 9 360,0-8 0,-15-24 0,-5-2 0</inkml:trace>
  <inkml:trace contextRef="#ctx0" brushRef="#br0" timeOffset="177860">23830 5666 7533,'-17'-32'1889,"7"5"-180,2 1-1260,8 8 991,0 5-181,8-6-450,-6 5 361,37-5-1260,-16 12-315,10 0 0,1 2 45,5 4-225,-2-2 1,1 0 44,3 9 540,-16-4 0,1 3 0,3 16 0,-1 5 0,0 2 0,0 0 0</inkml:trace>
  <inkml:trace contextRef="#ctx0" brushRef="#br0" timeOffset="178710">24553 5524 7533,'10'-19'3276,"-2"5"-2685,-8 1 219,8 7-540,17 6-90,0 0 0,3 0-675,11 6 0,3 0-629,-1-5 0,0 1-451,0 6 1,-4 1 1574,8-8 0,-35 11 0,-22-5 0</inkml:trace>
  <inkml:trace contextRef="#ctx0" brushRef="#br0" timeOffset="178985">24589 5691 7533,'-47'-7'3276,"13"2"0,50-7-2640,7 8 1,7 0-1087,13-9 1,4 1-511,-9 8 1,1 2-1,0 0 960,-6-1 0,1 0 0,-1 3 0,1 4 0,1 3 0,-2 1 0,7 5 0,0 1 0</inkml:trace>
  <inkml:trace contextRef="#ctx0" brushRef="#br0" timeOffset="179634">25471 5550 7533,'-10'-28'629,"2"10"181,8 6 359,0 5-899,0 0-180,0 7 180,0 30-270,0-3 0,0 5-360,-3 13 0,-2 2-135,0 0 1,0-1 314,0-9 0,0-2-540,0-3 1,3-4-720,9-5 1439,-5 1 0,30-52 0,-18 6 0,1 1 0</inkml:trace>
  <inkml:trace contextRef="#ctx0" brushRef="#br0" timeOffset="179898">25753 5485 7533,'0'-20'3276,"0"8"-2576,3 31 1,2 13-1331,4 17 270,-4-9 1,0 3-631,3-1 1,0 0-136,-3-7 1,0-1 1124,0 7 0,-1-3 0,-4 2 0,-9-24 0</inkml:trace>
  <inkml:trace contextRef="#ctx0" brushRef="#br0" timeOffset="180200">25312 5485 7533,'-24'-17'1638,"1"1"0,-3-4 1638,67 3-2775,1 12 1,7 3-622,-12-1 0,3 1 1,2-1-701,1 0 1,2 0 0,2 0 0,-3 1 560,4 2 1,-1 1 0,-1 2 0,-3 0 0,0 1 0,-4 2 0,2 8 0,0 0 0</inkml:trace>
  <inkml:trace contextRef="#ctx0" brushRef="#br0" timeOffset="180609">26158 5640 8522,'-9'0'1259,"1"0"-1169,0 6 90,6 1 90,-6 6 180,8 11-270,0-8 0,0 14-180,0 2 90,0-10-135,3 5 0,2 0 225,5 3-360,7 9 270,-7-21 179,6-12 361,-14-23-270,14-10-90,-7-14-135,1 3-90,-5 10 0,-2 1-1576,-3-10 1621,0 7 0,0-2 0,4 3 0,0 1 0,-2-15 44,6 6 1,0 2-135,-7 3-539,15-11 539,-14 30-1889,14 19 1619,-6 9-3007,15 28 3268,-5-13 1,-1 2-1,3 2 1,-4-7-1,1 0 1</inkml:trace>
  <inkml:trace contextRef="#ctx0" brushRef="#br0" timeOffset="181093">26635 5266 7533,'0'-26'3276,"-8"0"-2954,6 6 757,10 2-719,4 4 90,21 8-450,2 0 0,2 6 539,6 0-629,-15 6-719,-3 6 89,-15 14 720,-25 18 450,-7-2 89,-3-10 1,-1-3-270,-3 2 225,11-9 0,2-3-226,-1-4-2761,7 9 2672,2-10 90,8 11-90,8-17-630,9 10 450,11-17-1080,15 5-449,-13-6 0,1 0 1529,10 0 0,-12 0 0,-1 0 0,-1 0 0</inkml:trace>
  <inkml:trace contextRef="#ctx0" brushRef="#br1" timeOffset="226942">20920 7795 7533,'-18'-7'-270,"8"-10"1349,-5 8-719,5-9-450,-8 5 360,8 6-90,3 1 0,-1 12 269,-2 18 1,0 22-270,2-4 0,0 5-120,7-8 0,1 2 0,-1 2-880,0-2 1,-2 2 0,1 0 0,1-2 750,0 2 1,1-3 0,1 3 45,-2-1 1,1 2-1,0 0 1,1 0-183,0-7 0,1 0 0,0 0 0,0 2 182,1 8 1,-1 2-1,0 1 1,1 2 22,0-5 0,1 1 0,0 1 0,0 0 0,-1 1-129,-1-9 0,0 1 1,-1 0-1,0 0 1,1 0-1,0 1 159,0 2 0,1 0 0,0 0 0,-1 1 0,1 0 0,-1 0 74,0 1 1,0 2 0,-1-1 0,1 0 0,-1 1 0,1-1-105,1 1 0,0 1 0,0 0 0,0-1 0,0-1 0,0-3 22,0 7 1,-1-3 0,0-1-1,1 3 14,-1-3 0,-1 2 0,1 1 0,0-4 0,-2-5-36,0 8 0,0-1 54,2-11 0,-1 5 0,1 1 0,0-1 0,-1-6-54,0 9 0,0 1 54,0-8 0,1 6 0,-1 2 0,1-2 0,0-7-9,2 4 0,0 0 9,-3-3 0,0 5 0,-1 4 0,0 0 0,0-1-108,0-5 0,0-1 0,1 0 0,-2 1 0,1 2 54,-1 2 0,-1 3 0,1 0 0,-1 2 0,0 0 0,0 0-241,1-4 1,-1 1 0,1 1 0,-1-1 0,1 0 0,0-2 0,-1-2 258,1 2 0,-1-2 0,0-2 0,1 1 0,-1 0-18,2 2 0,0 1 0,0 0 0,0-3 0,0-2 192,0 4 1,0-3 0,0-2-223,0-4 0,0-2 0,0 1-375,0 5 0,-1 0 1,2-8 44,7 0-1113,2 16 1473,0-22 0,-10-12 0,-10-3 0</inkml:trace>
  <inkml:trace contextRef="#ctx0" brushRef="#br1" timeOffset="228133">20849 7808 7533,'-10'-7'0,"-5"-5"-180,13 11 630,-14-16-181,14 8 901,-6-21-361,24 9-449,-12-5 180,35 2-360,-33 15-90,16-3 0,3 1 89,-3 8-269,6-5 1,2-1-1,10 8 30,-5-3 0,8-1 0,0 2 30,-3 4 0,1 1 0,2 0-254,-4-3 1,3-1 0,1 1 0,3 0 268,-7 2 0,2 0 0,2 1 0,0-1 0,0 0 0,-1-1-321,7-2 0,-1-1 0,1-1 0,1 0 1,3 0 380,-12 1 0,3 0 0,0 0 0,2 0 0,0-1 0,0 1 0,0-1 0,-1-1-269,1 0 1,0 0 0,-1-1 0,1 1 0,0-2 0,-1 1 0,1 0 0,-1 0 301,-1 1 1,1-1 0,0 0 0,0 0-1,-1 0 1,-1 0 0,-1 1 0,-1-1-79,10 0 0,-3 1 0,-1 0 0,1 0 0,3-1 25,-5 1 1,3 0 0,2 0-1,0-1 1,-2 1 0,-4 1 0,-5 0 4,7 0 0,-8 1 0,8 0 8,-5 0 1,6-1-1,4 1 1,2-1-1,0 0 1,-2 0 0,-5 1-354,3 0 1,-3 0 0,-1 1 0,-1 0 0,0 0 314,0 0 0,-1 0 0,0 1 0,1 0 0,3-1 0,-5 1 0,5-1 0,0 0 0,1 0 0,-2 1 0,-4-1 0,-6 1-324,6 1 1,-8-1-1,5 1 342,-2-1 0,3 0 0,2-1 0,-1 1 0,0 0 7,4 1 1,-2-1 0,1 2 0,2-1-62,-3 1 0,0 0 0,2 0 0,1 0 0,1 1-54,-5-1 0,1 1 0,1 0 0,1 0 0,0 0 0,-1 0 1,0 0 104,4 0 0,0 0 0,0 0 0,-1 1 1,-1-1-1,-3 1-15,7 0 0,-2 0 0,-2 1 0,2-1 0,-7-1 0,2 1 0,-1-1 0,0 0 0,-3 0 359,9-1 1,-3-1-1,4 0-323,-10 1 0,2 1 0,2-1 0,-1 0 0,-3 0-14,1-1 1,-2 0-1,-1 0 1,-3 0-23,2 0 0,-2 1 0,-1-2 0,2 0 0,0-1 0,-2-1 703,1 0 0,-1-1-1153,10 1 1,0-1-766,-12 1 1,-4 0 315,0 3 1150,-12 6 0,-32 1 0,-4 6 1</inkml:trace>
  <inkml:trace contextRef="#ctx0" brushRef="#br1" timeOffset="228884">27570 7447 6903,'0'-7'720,"0"2"-271,0 45-179,0-5 0,0 2-180,0-1 0,0 1-389,0 5 0,0 5 0,0 1 366,0-11 1,0 1 0,0 0-1,0 4-568,0 1 1,0 4-1,0 0 1,0 1-1,0-3 523,-2 5 1,0-3 0,0 1-1,0 1 68,0-2 0,1 1 0,-1 1 0,0-1 0,-1-1-196,-1-4 1,-1-3-1,-1 1 1,0 0 0,1 2 209,2 0 1,-1 1 0,1 1 0,0 1 0,0 1 0,0-1-80,-1-2 1,1 1 0,-1 0 0,0 0 0,0 1-1,1 0 1,-1-1-171,1 0 0,1 1 1,-1-1-1,1 1 1,0-1-1,-1 0 1,1-1 203,-1 3 1,0 1 0,0-1 0,0-1 0,0-1 0,0-2-78,1 1 0,0-2 0,0-1 0,0 0 1,0 1-37,1 3 0,-1 2 0,1 0 0,-1-3 0,0-5 24,0-4 0,-1-4 0,1 5 60,-1 1 0,0 7 0,0 2 0,0 2 0,0-1 0,0-3-48,1-2 0,0-2 0,0-1 0,-1 2 0,0 1 33,-1 4 0,-2 2 0,0 1 0,0 1 0,1-3 0,1-2 7,2 5 1,2-3-1,0 0 1,-2 2 81,-1-9 1,-1 2 0,0 0 0,0 1 0,-1-1 0,1-2-159,1 2 0,-1-2 0,0 0 0,1-1 0,0 1 54,0 2 0,1 1 0,1 0 0,-2-1 0,0-1 167,-2 4 0,-2-1 0,1-2 0,1-3-107,1-2 0,1-3 0,0 0-120,-2-1 0,-1 0 0,-1 2 120,-1 6 0,-1 2 0,1 1 30,1 6 0,1 0 0,-1-3-90,-1-13 0,-1-3 0,1 3-23,1 2 1,0 3-1,1-1 1,0-2 16,-4 11 0,0-2-174,2-10 0,-1 1 0,1-3 692,3 4 1,0-5-872,-3 5-2430,0-22 2789,-1 2 0,-17-15 0,-1 3 0</inkml:trace>
  <inkml:trace contextRef="#ctx0" brushRef="#br1" timeOffset="230294">20796 13345 7533,'-27'-18'270,"9"-3"269,26 1-179,12 7 629,23 8-764,-17 4 0,1 2-45,20-1-180,-15 0 0,2 0 90,8 0 0,3 0-319,-6 0 1,3 0 0,2 0 250,-4 0 1,2 0-1,1 0 1,1 0-46,1-1 1,2 1-1,0 0 1,0 1 112,-1 0 0,0 0 0,1 1 0,0-1-1,-8 1 1,1-1 0,0 1 0,0-1 0,1 1-591,1-1 0,2 0 0,0 1 0,-2-1 0,-3 1 561,8 0 0,-3 0 0,3 0 7,2-2 1,6 0-1,-3 0 1,-8 0-226,-10 0 1,0 0 224,4 0 1,5 0-1,4 0 1,-2 0-23,-2 0 0,1 0 0,0 0 0,1 0-212,-3 0 0,1 0 0,1 0 0,1 0 0,1 0 167,-3 0 0,2 0 0,1 0 0,0 0 0,0 0 0,-2 0-241,4 0 1,0 0-1,-1 0 1,-1 0-1,-2 0 241,1 0 0,-3 0 0,0 0 0,2 0 36,-2 0 0,3 0 0,0 0 0,-1 0 0,-1 0 31,3 0 1,-1 0-1,-2 0 1,2 0-68,-1 0 0,0 0 0,0 0 0,2 0-39,-4 0 1,1 0 0,0 0-1,0 0 1,-2 0 60,1-1 1,-1-1-1,-1 0 1,-1 1-38,9 0 1,0 1 0,1-1 14,-1 0 0,2-1 0,0 0 0,-2 1-23,-8 1 1,-3 0-1,1 0 1,0 0 67,3 0 0,-1 0 0,2 0 0,2 0 8,0 0 1,3 0 0,1 0 0,-2 0 0,-4 0-24,3 0 0,-4 0 0,2 0 94,-1 0 0,3 0 0,-2 0 0,-6 0-124,-3 0 0,-1 0 30,3 0 0,4 0 0,-3 0 1114,2 0 1,1 0-1145,-4 0 0,6 0 0,1 0 0,-4 0 0,1 0 0,-2 0 0,0 0 30,4 0 0,0 0 0,-4 0-30,-6 0 0,-4 0 0,6 0 0,-17 0 963,-7 0-963,6 0 270,-6-5-180,-1 3 1210,-1-3-1750,8-1 3133,-4 5-2593,21-10 26,-21 9-26,27-15-90,-18 14 90,4-5 0,1-2 90,20 3-90,-17 0-90,2 1-630,-21 6 450,0 0-899,-2 6-1979,-16 7 3058,-2 1 0,-23 16 0,-4-3 0</inkml:trace>
  <inkml:trace contextRef="#ctx0" brushRef="#br2" timeOffset="242281">24271 7589 7533,'10'-7'-900,"6"-10"1170,-7 8-90,1-4-90,6 2 0,-14 9 180,6-9 359,-8 9-629,0-4 360,0 1-360,0 3 360,0-3-450,0-1 360,0 4-90,-8-3-90,6 5-180,-22-6 0,20 4 0,-19-4 180,21 6-270,-22 0 180,13 6 90,-23-4-90,15 4 0,1-1 270,-13 3-270,1 5 45,4-7 0,-1 0-809,-10 8 764,4-2 89,0 7-313,-5-5 268,13-2 1,-3 0-45,2-4 0,0-1 0,-1 5 0,1 0 45,-1-1 0,1-1 0,-1-1 0,1 1-45,-11 9 90,-5-12-36,-1 11-54,16-14 0,-1 0 0,4 6 0,1-1 90,-18-2-90,8 4 90,-4-4-482,10-1 1,1 1 481,-12 6-1157,6-4 1,0 1 1066,-2 4-45,9-5 0,0 1 178,-17 9-223,-3 1 0,11-2 0,-2 1 90,7-8 0,1 1 0,-6 5 0,1 2 45,7-6 0,-1-1-468,-4 5 1,0-1 512,7-2 0,1 0-45,-2 1 0,1 0 45,1-2 0,2 0-90,-10 8 45,3-6 0,-1 0-45,-8 11 0,15-12 0,-1 0 0,1 1 0,1 1 0,-1 3 0,1 0 90,-17 9-90,21-10 0,-1 1-45,-11 0 0,1 0 45,3 9 0,-14-1 0,-2 1 36,16-8 1,1 1-37,-11 7 0,-1 2 90,4-5 0,3 1 45,6 0 0,1 0 927,1-3 1,-1 0-973,0-1 0,1 0-187,6 1 0,1-1 141,-4-2 1,2 0-45,-1 19 0,-1-14-89,-8 11 89,7-19 1072,-7 19-1162,17-10 90,-15 7 0,20 6 572,-19-12-572,13 3 646,-8 8-556,5-12 0,1 0-90,2-1 0,0-1 0,-8 19 90,3-7-180,-3-7 84,9-5 0,-1 2-84,-3-3 0,0 0 90,0 3 0,1 0-90,-8 19 90,3-22 0,1-1 0,-4 17 180,-5-1-180,7-5 180,0 10-180,1-2 180,-1 4-180,9-20 0,0 1 0,-8 19 0,-1 1-180,8-1 0,-1-15 0,-1 2 90,6-5 0,0 1 90,-6 5 0,-1-1-308,3-6 1,2-2 487,-2 9-270,-13 10 225,17-14 0,0 0-90,-7-5 0,0 2 90,4 5 0,1-1-135,-2 9 90,-6 0 0,14-1-90,-6 1 90,8 0 273,0 6-903,8 0 540,-6-10 180,6-5-180,0-6-90,-6-2 1072,14 21-982,-14-9-90,5 10-674,-7-16 764,0 2 180,8-4 0,2 7 0,0 5-180,5-5 0,-13-1 180,6 0-180,0-5 0,0 2 90,4 15-1083,4-10 1,1-1 813,-5 2 10,3-11 0,1 1 79,-4 4 90,0-5 0,1 0 0,5-1 0,-9 1 0,0-1-90,0-5-164,4 5 0,-2 1 254,-7-1-19,7 1 0,1 0-71,-2 11 90,-2-10 0,2 0 756,8 9-756,-9 4 0,15-7 600,-12 8-330,13 1-270,-15-7 727,13-3-277,-11-10-450,14 6 0,7 6 0,-4-5-45,-7-8 0,-1-1 45,7 4-180,-3 2 270,1 0-180,1-2 45,-9-4 0,0 1-528,1 3 573,5 8 90,1-4-90,-3 1-90,11-1 180,-7 10 90,-7-13 138,-3-5 0,1 1-138,11 12-90,-1-9-90,-1 8 367,-1-15-457,-13 3 90,12-5 0,-7 6 0,11-5 0,-1 10 0,6-3-90,-13 4 90,13 1 275,-21-6-275,12-1 0,-15-1 0,17 3 0,-7 4 0,7-5 0,-16-7 90,13 5-90,-19-10 0,20 5 0,-7-1 90,-5-5-90,19 0 304,-19 4-304,14-4 0,-9 1 90,1 3 0,7-4-90,-13 0 0,20 11 90,-13-9 0,16 15-90,-7-10-180,13 10 0,-4-3 0,0-1 135,-12-10 0,-1-2-45,6 0 90,5-3 0,-2-5-90,-21 0 270,20 0-90,-13 0 0,9 0 180,13 0-270,-20 0 180,21 0-180,-15 0 90,16 6 0,-14-5-180,13 5-90,-15-6 90,8 0 0,8 0-90,-13 0 45,-2 0 0,1 0 135,10 0 45,-13-3 0,1 0-541,16 2 496,-16-5 269,7 6-89,-7 0 0,1-5 0,13 3-90,-20-3 0,13 5 0,-1-6 90,4 4-270,-12 0 0,3-2 0,15-2 0,-2 1 0,4 2-317,-8-5 1,-1-1 226,7 2-863,-4-7 998,-13 8 0,-1 0 45,18-7 0,-13 4 0,1-1-45,-3 1 0,1-2 75,5-2 0,5-2 0,-4 0 60,-4 0 0,0 0 0,2 2 0,2 1 0,-3 0 90,1-1 0,-3 1-20,1 5 1,1 0-71,2-5 0,0 0-180,-2 4 0,-1 1-340,-3-2 1,-1 0 519,16-4-1268,-18 4 0,-1-1 1178,7-10-45,-6 10 0,1 0-175,4-5 0,-1 0 130,-5 4 0,1 0 45,10-5 0,-1 1 45,11-5-89,-10-5-437,6 5 796,-11 0 343,13 1-433,0 1 2387,-14 3-2612,-4 1 1,-1-1-46,6-1 90,-3-15 0,12 12 0,-17-13 112,3 15 1,1 1-113,-5-11-90,19-4 647,-13 6-467,-5 3-211,17-8 211,-20 4 0,17-1-90,-17 1 90,21-4-180,-19 3 90,0 8 0,1-1-45,-4 1 0,-1 0 45,1-1 0,0 1-135,3 0 0,1-1 90,0-4 0,1-2 45,11-4 0,1 1 0,-11 7 0,1 1-128,8-7 1,0 3 127,4-2 0,-15 8 0,0-1 0,-1 1 0,1-1 45,-4 1 0,1-1-45,3 4 0,-1-1 1210,-1-9-1120,3 6 0,1-1-90,-1-3 0,-2 2 0,1 1 0,12-11 0,-7-1 0,0 0-265,7-4 355,-15 15-9,-2 2 0,0-1 9,10-8-2633,1-10 2633,-3 8-90,-15 10-90,6-8 0,1 1 90,3-10 998,5 10-953,-12 5 0,0-1-135,6 0 0,2-8 0,-1-3 90,2-1-213,-5 13 0,-1 1 123,2-2 2845,0-1-2576,-1-2-269,1-6 360,-8 7-180,5 2 270,-5-2-360,8 5-90,-8-9 180,-3 9-180,-7-4 0,0-1 90,0 0 0,0 6 703,0 1-613,0-5-90,0-10 0,-7 6 571,5-14-391,-14 21-180,6-16 0,0 15 0,3-2 90,7 5-270,0-1 270,-16-12-450,12 5 90,-12-10 180,8 4 180,-1-6-180,-9 1 180,8-1-90,-5 6 45,5 8 0,2 1-45,-4-6 0,-11-7 90,13 7-90,-16-3-141,7-8 51,-2 19 0,1 0 90,-2-17-180,-11 6-179,7-4 89,-1 4 45,9 5 0,1 0 405,-11-3-225,15 7 0,1 1-45,-6-9 0,0 3 90,2-1 0,-1 0-90,-5-1 315,-3-6 0,1 1-45,11 11-180,-6 1 0,-1 0 360,0-1-270,-8-8-90,9 14 0,-3-1 45,-8-9 0,0 2-1,8 11 1,0 1-135,-6-9 1,0 0-181,-6-2 90,5-7 180,8 11 0,-1 0-180,-13-13 45,17 6 0,0-2 180,-4 10 0,1-1-464,6-9 0,1-1 509,-7 8 0,1 2 0,-8-16 90,-7 6-180,7 12-655,-5-5 655,13 11-135,0-4 1,-1 0 44,0 1 90,0 3 0,1-2-281,0-8 191,-13 2 0,5-15 90,1 15 135,1 1 0,3 1 45,7 2-45,-15-4 0,-1-3 45,9-4-225,2 13 0,-1 0 450,-4-9-405,17 12-90,-7 0 662,6 1-482,-8-2-270,1 2 90,-1-1 90,0 0 52,9 0-52,-15-6 0,12 5 0,-13-5 90,-1 1 0,7 3 581,-7-9-491,17 9 123,-15-9-303,12 4-90,-21 0 90,13 1 0,3 6 0,-7 0 0,5 6 0,-9 1 90,11 6-90,1-5 0,6 4 0,-8-5 0,-7 0 0,13 5 0,-3-5-90,7 0 90,-2-1 0,-8 0 0,8-5 0,3 11 0,-9-17 180,4 10-90,-13-11 180,7 7-180,0 5-90,9-5 90,-7 11-180,-2-5 90,7 0-90,-21 4 90,28-3 0,-19-1-180,13 5 180,-8-5 0,8 6-90,-5 0 90,-3-6 90,-9 5-90,7-11 270,-19 11-90,25-11-180,-27 5 180,29 0-180,-19-4 90,19 9-90,-5-3 359,-7-1-89,4 4-90,-7-3-90,2 5 180,-1 0 90,-9 5-180,-2 3-90,11 0 0,1 2-665,-21 10 575,20-7 0,0 0-1148,-1 0 0,1 0 878,-19 7-1619,17 4-407,-11-4 2296,25 0 0,-12-4 0,-5-2 0,8 0 0,-1-1 0</inkml:trace>
  <inkml:trace contextRef="#ctx0" brushRef="#br0" timeOffset="262164">21467 8428 7533,'-28'-11'0,"1"1"0,0 1 0,3 0 809,-4-4-2158,11 6 944,34 19 0,13 5 405,7 3 0,3-4 0,10 2 0,-1-3 0,-8-7 0,-1 1 0,1-1 0</inkml:trace>
  <inkml:trace contextRef="#ctx0" brushRef="#br0" timeOffset="262359">22525 8544 7533,'-30'-20'2608,"-1"1"-2878,29 1 180,-6 9 0,8-2-2068,16 17 2158,4 1 0,17 11 0,8 5 0,-14-6 0,1-1 0,-1 0 0</inkml:trace>
  <inkml:trace contextRef="#ctx0" brushRef="#br0" timeOffset="262543">23178 8815 7533,'-29'-11'409,"1"0"1,-2 2-1,11 7 1,28 19-1,11 8 1,1 3 0,-1 0-1</inkml:trace>
  <inkml:trace contextRef="#ctx0" brushRef="#br0" timeOffset="262744">23918 9396 7533,'-43'-13'-90,"22"6"90,-3 1 0,47 17 0,17 7 0,-1 0 0,0 0 0</inkml:trace>
  <inkml:trace contextRef="#ctx0" brushRef="#br0" timeOffset="262971">24853 9886 7533,'-25'0'282,"21"0"1,24 19 0,17 8-1,-5-8 1,0 1 0,0-1 0</inkml:trace>
  <inkml:trace contextRef="#ctx0" brushRef="#br0" timeOffset="263176">25594 10376 11760,'10'-12'-3277,"-2"5"1697,-8 1 771,15 6 809,-11 0 0,29-2 0,13-1 0,-7-1 0,0 1 0</inkml:trace>
  <inkml:trace contextRef="#ctx0" brushRef="#br0" timeOffset="263399">26864 8764 7533,'-19'-41'239,"1"0"1,-3-1 0,1 5-240,-8 2 0,9-8 0,26 27 0,23-1 0</inkml:trace>
  <inkml:trace contextRef="#ctx0" brushRef="#br0" timeOffset="263600">27005 8182 7533,'-25'-12'0,"-3"-7"90,-4-2 0,-2-1-90,8 6 0,1 0 0,-6-3 0,1 1 0,-3 7 0</inkml:trace>
  <inkml:trace contextRef="#ctx0" brushRef="#br0" timeOffset="263833">25400 8376 7533,'-44'-6'185,"-1"0"1,1 0 0,0 8 0,-1 4 0,0 6 0,3 5 0,-1 4 0,0 5 0,3 3 0,11 1-1,-1 0 1,1 0 0,-1 0 0,1 0 0</inkml:trace>
  <inkml:trace contextRef="#ctx0" brushRef="#br0" timeOffset="264025">24377 8880 7533,'-35'0'1979,"-1"0"-1620,11 0 1,-1 0 0,-13 0-1350,13 0 1,1 0 989,6 0 0,19 23 0,19 5 0</inkml:trace>
  <inkml:trace contextRef="#ctx0" brushRef="#br0" timeOffset="264276">23936 9770 7533,'-27'0'1979,"-7"0"-1889,15 6-90,-23 13 0,22 6 0,1 10 0,-2 1 0,-7 5 0,1 1 0,-1-1 0</inkml:trace>
  <inkml:trace contextRef="#ctx0" brushRef="#br0" timeOffset="264499">23319 11022 7533,'-36'6'2248,"-7"-5"-5525,-2 11 0,16-11 2192,-3 11 1055,30 6 30,-5 15 0,9-8 0,3 1 0,0 4 0,0-1 0</inkml:trace>
  <inkml:trace contextRef="#ctx0" brushRef="#br0" timeOffset="264717">22719 11951 7533,'-16'19'719,"0"-1"1,-3 1-720,-4-2 0,-1 2 0,-1 12 0,-1 7 0,0 1 0,2-2 0,0-1 0,0 1 0</inkml:trace>
  <inkml:trace contextRef="#ctx0" brushRef="#br0" timeOffset="264965">21996 12841 7533,'-38'6'539,"-3"-4"-134,16-1 0,-1-2-675,2-7 0,-1-3-45,-6-1 1,2-3-136,1-12-360,5 8 810,21 8 0,-45 26 0,22-7 0,1 0 0</inkml:trace>
  <inkml:trace contextRef="#ctx0" brushRef="#br0" timeOffset="265117">21431 12803 8702,'-10'-7'360,"-21"1"-360,25 6 0,-18 7 0,-7 4 0,-8 10 0</inkml:trace>
  <inkml:trace contextRef="#ctx0" brushRef="#br0" timeOffset="265383">22049 10532 7533,'-8'-19'-810,"-10"-12"810,6-10 0,10 16 0,4-1 0,8 0 0,0 1 0</inkml:trace>
  <inkml:trace contextRef="#ctx0" brushRef="#br0" timeOffset="265700">21996 9047 7533,'-28'-7'90,"-5"-4"-90,-10 3 0,-4 1 0,16 4 0,1 0 0</inkml:trace>
  <inkml:trace contextRef="#ctx0" brushRef="#br0" timeOffset="265915">20937 8841 7533,'-23'-19'899,"17"5"-539,-18 1-270,24 8 90,0 5-180,0 17 0,9 7 0,7 11 0,4 7 0,2 2 0,-2-1 0,-2-2 0,0 0 0,0 0 0,0 0 0,0 0 0,-1 0 0</inkml:trace>
  <inkml:trace contextRef="#ctx0" brushRef="#br0" timeOffset="266117">22507 10325 7533,'0'20'539,"8"5"-539,10-11 0,13 2 0,13 2 0,2 1 0,-8-5 0,1 0 0,-1 0 0,0 0 0</inkml:trace>
  <inkml:trace contextRef="#ctx0" brushRef="#br0" timeOffset="266333">24430 10971 7533,'-20'40'251,"17"-1"1,6 5 0,7-2 0,0-1 0</inkml:trace>
  <inkml:trace contextRef="#ctx0" brushRef="#br0" timeOffset="266542">25594 11177 9332,'0'20'-195,"0"-1"0,22 8 0,11 4 0,1 5 0,1-1 0</inkml:trace>
  <inkml:trace contextRef="#ctx0" brushRef="#br0" timeOffset="266747">26617 11809 7533,'33'24'0,"0"0"0,0 0 0,-1 0 0,6 4 0,0-1 0,0 1 0,-1-1 0</inkml:trace>
  <inkml:trace contextRef="#ctx0" brushRef="#br0" timeOffset="266950">27199 12532 7533,'-25'31'254,"-11"-3"1,27 3 0,5 4 0,-3 0 0,0-1 0</inkml:trace>
  <inkml:trace contextRef="#ctx0" brushRef="#br0" timeOffset="267164">26511 12894 7533,'-40'6'509,"0"1"1,0-1 0,2 1-870,1-4 0,3 1 360,5 0 0,3-2 0,-9-14 0,19-3 0</inkml:trace>
  <inkml:trace contextRef="#ctx0" brushRef="#br0" timeOffset="267383">25912 12648 7533,'-10'-33'62,"24"14"1,11 1 0,1 3 0,5 0 0,2 1 0,3 0 0,1 1 0,-1 0 0,0-1 0</inkml:trace>
  <inkml:trace contextRef="#ctx0" brushRef="#br0" timeOffset="267583">27287 11177 7533,'-32'-9'0,"0"0"0,2-23 0,7 10 0,5-2 0,24-5 0,0-1 0</inkml:trace>
  <inkml:trace contextRef="#ctx0" brushRef="#br0" timeOffset="267759">26988 10545 7533,'-28'-13'0,"0"2"0,-1-3 0,3-8 0,3-6 0,2-4 0,3-4 0,7-9 0,0 0 0</inkml:trace>
  <inkml:trace contextRef="#ctx0" brushRef="#br0" timeOffset="268042">26952 8802 7533,'-13'-23'-405,"1"0"0,0-10-494,-4-14 899,40 16 0,-3-7 0,4 16 0,1 2 0,4 3 0,3-13 0,-13 13 0,1-2 0,3-1 0,-1-1 0</inkml:trace>
  <inkml:trace contextRef="#ctx0" brushRef="#br0" timeOffset="268109">27146 8428 7533,'20'-15'-120,"-4"15"0,-20 27 0,-8 13 0,2 5 0,0 0 0</inkml:trace>
  <inkml:trace contextRef="#ctx0" brushRef="#br0" timeOffset="268294">26952 9357 7533,'-26'4'-135,"-1"-1"0,-18 3 495,10-6-360,2 23 0,18 5 0,3 11 0,0 5 0,0 0 0,-1-2 0,0 0 0,0-1 0,0 1 0,0 0 0</inkml:trace>
  <inkml:trace contextRef="#ctx0" brushRef="#br0" timeOffset="268550">24430 12131 7533,'-43'14'314,"-2"-2"1,-2 0 809,10-6 1,1-2-1575,-9 3 1,4-2-541,8-6 810,33-5 180,17 0 0,10 0 0,5-1 0,5-3 0,0 0 0</inkml:trace>
  <inkml:trace contextRef="#ctx0" brushRef="#br0" timeOffset="268717">23636 12210 7533,'-27'14'115,"-1"-1"1,-14 7 0,2 1-1,5 8 1,6-7 0,1 0-1</inkml:trace>
  <inkml:trace contextRef="#ctx0" brushRef="#br0" timeOffset="268933">22895 12119 7533,'-42'-3'0,"0"0"0,11 0 0,1-1 0,-7-1 0,-2-3 0,3 0 0,-3-3 0,0 0 0,-2 0 0,0-1 0,0 1 0</inkml:trace>
  <inkml:trace contextRef="#ctx0" brushRef="#br0" timeOffset="269083">21819 11719 7015,'-24'-25'22,"-1"1"1,3 0-1,-2-2 1,-2-1-83,-8-5 0,-3 0 0,0 1-64,1 3 0,0 1 0,0 2 1,6 4-1,1 3 0,0 3 0,-5 5 1,-1 1-1</inkml:trace>
  <inkml:trace contextRef="#ctx0" brushRef="#br0" timeOffset="269261">21325 10880 7533,'-9'-14'0,"13"-12"0,7-5 0,4 2 0,0 0 0</inkml:trace>
  <inkml:trace contextRef="#ctx0" brushRef="#br0" timeOffset="269417">22278 9693 7533,'0'-45'0,"13"9"0,5-2 0,2-6 0,-1 0 0</inkml:trace>
  <inkml:trace contextRef="#ctx0" brushRef="#br0" timeOffset="269599">23319 8235 7533,'-17'-24'89,"0"0"1,1 0 0,3-2 0,8-7 0,6 0 0,6 5 0,0 0 0</inkml:trace>
  <inkml:trace contextRef="#ctx0" brushRef="#br0" timeOffset="269816">24306 7821 7533,'27'13'-450,"-1"0"0,16-2 0,1-2 450,-15-2 0,4-1 0,8 0 0,7-1 0,4 1 0,-2 0 0,-4-1 0,0 1 0,0-1 0,0 1 0</inkml:trace>
  <inkml:trace contextRef="#ctx0" brushRef="#br0" timeOffset="270017">26141 8725 7533,'5'28'269,"0"-1"1,-2 2 0,1-5-270,4-9 0,10-2 0,9-7 0</inkml:trace>
  <inkml:trace contextRef="#ctx0" brushRef="#br0" timeOffset="270243">26370 9551 7533,'-41'7'-1529,"10"4"1349,-12-9 180,25 3 0,26 13 0,11 3 0</inkml:trace>
  <inkml:trace contextRef="#ctx0" brushRef="#br0" timeOffset="270449">25982 9228 7533,'-18'-13'0,"-7"-6"-855,14-12 1,2-3 854,-8-10 0,20 9 0,9-9 0,4-3 0,0 3 0,1 6 0,0-1 0,0 1 0,0 0 0</inkml:trace>
  <inkml:trace contextRef="#ctx0" brushRef="#br0" timeOffset="270625">26158 7872 7533,'-37'13'-225,"-4"-5"0,37 9 0,-2-2 0</inkml:trace>
  <inkml:trace contextRef="#ctx0" brushRef="#br0" timeOffset="271043">21749 8299 7533,'-20'0'1349,"-3"0"-1439,21 0 90,-6 0-810,8 0 810,0 5 0,22-3 0,11-2 0,1 2 0,0 1 0</inkml:trace>
  <inkml:trace contextRef="#ctx0" brushRef="#br0" timeOffset="271334">23424 10339 7533,'0'33'569,"0"1"1,-3 14 0,-1-1-570,1-14 0,4-1 0,7 10 0,7-1 0,5-9 0,-1-1 0</inkml:trace>
  <inkml:trace contextRef="#ctx0" brushRef="#br0" timeOffset="271560">24871 10932 7533,'25'13'-900,"3"11"900,-8-7 0,3-1 0,-1-1 0,1-1 0,3 1 0,1 0 0</inkml:trace>
  <inkml:trace contextRef="#ctx0" brushRef="#br0" timeOffset="271810">25312 12197 7533,'-26'24'449,"7"3"-314,2-8 0,0 0-1261,-10 15 541,5-8 0,1 2 0,5-4 1,2 1 449,-4 15 0,3 2 135,10-15 0,0 2 0,-2 4 0,-1 3 0,0-3 0,2-9 0,0 0 0,-6 17 0,-1-3 0,-5 1 0</inkml:trace>
  <inkml:trace contextRef="#ctx0" brushRef="#br0" timeOffset="272093">23971 12958 7533,'-29'6'0,"-1"-1"0,2-1 0,0 1-765,-12 7 1,1 1-431,10-9 1,3 0 1194,-9 14 0,4-17 0,11 5 0</inkml:trace>
  <inkml:trace contextRef="#ctx0" brushRef="#br0" timeOffset="272266">23354 12855 7533,'41'4'0,"0"0"0,0 1 0</inkml:trace>
  <inkml:trace contextRef="#ctx0" brushRef="#br0" timeOffset="272484">25418 12841 7533,'43'12'0,"-6"-9"-855,-3 1 1,-1-2 854,0-9 0,-4-1 0,-1-3 0,-1-9 0</inkml:trace>
  <inkml:trace contextRef="#ctx0" brushRef="#br0" timeOffset="272883">24642 9770 7533,'-8'-32'-180,"0"1"0,-5 0 0,-2 2 180,1 4 0,-1 2 0,-10-18 0,17 20 0</inkml:trace>
  <inkml:trace contextRef="#ctx0" brushRef="#br0" timeOffset="273233">21996 10506 6771,'-45'18'89,"0"1"1,2-6 0,-3-3 0,0-2 0,-5-2 0,1-2 0,6-4 0,0-1 0,-1 1 0</inkml:trace>
  <inkml:trace contextRef="#ctx0" brushRef="#br0" timeOffset="286233">29475 5833 7533,'0'-32'3058,"-8"6"-2788,6 13 449,-14 7-539,6 6-270,-15 0-180,-3 0-45,1 7 1,-4 3-1,-5 3 0,-1 2 405,4-2 0,-1 2-90,1 0 0,-2 1 0,5 1 90,7 2 0,3 2 0,-9 8 0,7 6-90,21-4 0,8 4 0,3 0-226,5 4 0,4 0 0,2 2 293,-1-2 1,2 1 0,2 1-1,0-1-664,2 1 0,2-1 0,-1 0 0,-2-3 627,-1 0 0,-2-2 0,-1 2 47,5 9 1,-1 3 0,-12-9 282,-25 4-405,13-2 0,-7-5 45,-25-20 0,-5-8 0,-5 4 45,-3-13 0,-2-6 135,12-3 0,1-2 145,-8-2 1,2-1-686,9 1 1,7 0 894,13 0-535,45 13 0,-5-1 0,6-1 0,2 1 0,8 1 0,0-1 0,-1 1 0</inkml:trace>
  <inkml:trace contextRef="#ctx0" brushRef="#br0" timeOffset="286760">29845 6453 7533,'-26'-16'1259,"-1"-1"0,-2-3-540,5 10 1,1 3 0,-7 6-1080,1 1-180,4 11 1,3 8 269,10 3 0,2 3 180,-4 1 0,1 3-180,0 8 1,2-1 89,2 1 90,-1 12 360,10-1-180,10-10-46,0-15 1,5-2 45,20-2 0,-5-19 90,-1-13 0,-2-4-90,-3-7-178,5-4 0,-1 1 358,-7-2-135,-4 9 0,0-3 89,0-2 1,-1 0 225,-5 0 0,0 1-360,14-16 270,-25 17-360,-2 34 90,-15 14 0,-5 5-225,7 5 0,-1 6-391,-1-7 1,-4 4 0,1 1 0,1 1 457,3-2 1,1 1 0,2 1-1,0 2 14,2 0 0,0 4 0,2 1 0,1-2 1,2-3-37,3 9 0,4-4 0,1-1 60,0 0 0,1 0 0,6-11-510,24-5 90,-15-24-359,0-12-1620,15-24 1890,-12 12 539,-4-5 0,0-2 0,-1 3 0,1 0 0,2-9 0,-1 1 0</inkml:trace>
  <inkml:trace contextRef="#ctx0" brushRef="#br0" timeOffset="287248">30180 6543 7533,'-25'-31'3276,"-11"10"-2774,15 2 487,-11 19-1259,23 30 0,0 0 0,0 4 30,3-2 0,0 2 1,0-1 149,1 6 0,1 0-225,1 10 0,6-3-224,14-3 359,3-22 0,3-8 45,4-14 0,1-11 135,-4-6 0,0-7 0,-1-3 240,2-7 0,-1-3 0,-3-1 30,-1-6 0,-2-1 0,-1 0 269,-1 7 1,-1 1 0,-3 2-180,-1-3 0,-4 6 809,-7 5-1259,-12 54 0,-2 18-270,7-11 0,1 3-247,-3-3 0,-1 6 0,1 1 0,5-3-486,9-1 1,5-2 0,-3-1-241,-11 11 1,6-3 545,23-10 1,5-9 786,-7-13 0,10-26 0,1-12 0,-7-7 0,1 0 0</inkml:trace>
  <inkml:trace contextRef="#ctx0" brushRef="#br0" timeOffset="290192">30762 6582 7083,'0'-20'1529,"0"1"-1079,0 12-180,0 2 179,0-1-269,0-1 0,0 0 0,0-5-180,0 11 270,0-11-270,0 11 90,8-11-360,-6 11 270,6-11-90,-8 11-180,8-5 180,-6 0-90,6 5 1,-8-5-1,0 6 0,-8 0 180,-2 0-90,-8 0 0,8 6 180,-5 1 0,5 6-180,-8 6 450,-7-5-1,5 16-179,-5-8 180,7 20-180,0-13-90,9 3 90,-7 15-90,14-27 90,-6 27-450,16-20 180,2 0-540,15 4 450,-5-17-90,5-2 1,-7-12 179,0 0 90,-1 0-180,1-18 90,0 9 180,-1-16-180,1 1 0,-8-3 0,5-6 180,-13 7 0,6 8 180,-8-7-90,0 9-90,0-8 359,-8 17-269,6-4 0,-5 9 0,7-4 0,0 6-540,0 0 270,0 6 90,0 1-180,7 6 0,11 0 90,-6-6-90,19 4-89,-3-9 179,1 3 270,12-5-1,-6 0-281,-9-2 0,1-1 102,1-3 0,-1-1 45,4-5 0,-1-2 0,-6-2 0,-3-1 16,-2-2 0,-3 0 209,10-20 0,-16 0-1,-3 0 1,-7 12 360,-7-3-540,5 21 0,-14-8 360,-2 22-91,-9 2 91,-1 18-270,-5 3 45,23 1 0,0 2-135,-15 2-102,19-6 1,2 0-79,-4 11-810,16 2 765,-1-14 0,4-1-765,8-3 1,5-3-90,2 1 0,3-3 989,9-5 0,2-4 0,-4-3 0,1-3 0,2-2 0,0-1 0</inkml:trace>
  <inkml:trace contextRef="#ctx0" brushRef="#br0" timeOffset="291493">31997 5795 7533,'0'-20'270,"0"1"989,0 18-630,8 37-509,-7-3 0,-1 8 0,1-2-917,3 6 0,0 3 833,-4-12 0,1 4 0,-2 2 0,1 1 0,0-2-59,-1 6 1,1-1-1,0 0 1,1 0-68,1 3 0,2 0 0,0 0 0,1-2 304,0 7 1,-1-1 0,7-12-80,5-14 0,3-14 44,7-38 1,-1-19-150,-8 8 0,-3-3 0,2 0-218,2 6 0,0 1 1,-1-1 216,-1-9 1,-2-1 0,-1 9 150,7 1-45,-7 1 0,-3 11 1471,-8 24-1336,6 28-630,-7 4 1,-2 4 314,1-8 0,0 2-630,0 16 0,0-3 46,0-13-721,11 3 1,2-1 1349,-8-11 0,23-8 0,7-7 0,14-10 0</inkml:trace>
  <inkml:trace contextRef="#ctx0" brushRef="#br0" timeOffset="291949">32773 6363 7533,'0'-20'1259,"-8"-5"900,-9-1-1260,5-1-1259,-20 7 91,21 14-316,-9 19 0,-1 10 270,-2 7 1,0 6 553,5-1 1,0 4 0,0-3-1333,-6 7 1,3-1 1182,6 2 0,4-3 135,6-14 0,2-3-45,3 11-135,1-6 0,6-3-135,26-4-540,14-26 315,-7-14 1,-1-11 254,-16 0 0,-2-5 0,-1-1 120,2 2 0,-1-1 0,-3 1 119,-1-11 1,-6 4 3085,-4 1-2996,-16 29-538,-1 23 179,-6 23-1709,14 11 269,2-14 1,0 0 1529,2 14 0,25-29 0,9-6 0,-2-9 0,1 0 0</inkml:trace>
  <inkml:trace contextRef="#ctx0" brushRef="#br0" timeOffset="292275">33232 6337 7533,'0'-37'1889,"-8"-3"629,-10 0-1079,-9 8-1259,-1 19-450,3 42 225,18-2 0,4 6-375,-1 0 1,0 2-1,4 2-59,7 4 0,5 0 1,1 0 328,-2-2 0,1-1 0,4-3 120,3-5 0,4-1 0,-3-4-15,0 3 0,-2-5 225,13 1 360,-45-17-540,3-1-270,-13-5 0,-3-2 270,-5 1-495,-4 3 1,0 0 224,10-2 270,-4 6 0,-4 3 0,0 5 0,-1 2 0,4-2 0,1 1 0,-1 0 0</inkml:trace>
  <inkml:trace contextRef="#ctx0" brushRef="#br0" timeOffset="297726">29069 7925 7353,'0'-26'1259,"0"11"-180,0-13 181,-8 0-990,6 6 89,-14-19-359,14 31 180,-13-26-180,5 26-539,-23-18 449,11 25-135,-2-4 0,-1 2 45,4 11-135,-1 6 0,2 6-45,8 14 1,5 6 329,3-3 0,3 3 0,4 1-146,5 8 1,5 1 0,1 0 265,1-1 0,1 0 0,2-3 179,2-3 1,2-1 0,-3-5 125,-3 0 1,-5-4 144,-3 11-181,-26-35 181,-9-1-360,0-6-270,-7 0 180,-1 0-270,-10 0 0,0-6-303,18 6 0,3-1 393,2-5-629,-1 0-360,23 5 1013,8-5-204,1 6-1169,25 0 720,-13 0-218,21 0 937,-15 0 0,18-4 0,8-3 0,-15 2 0,0 1 0,0-1 0</inkml:trace>
  <inkml:trace contextRef="#ctx0" brushRef="#br0" timeOffset="297949">29422 8054 7533,'17'-38'1439,"-7"-2"1529,-10 0-2158,-10 14 989,-7 9-1529,7 21-990,2 26-540,7 1 1,2 4-90,-1 11 0,0 1 899,0-9 0,0-1-360,-1 8 1,2-1 809,2-17 0,2-4 0,13 7 0,9-23 0</inkml:trace>
  <inkml:trace contextRef="#ctx0" brushRef="#br0" timeOffset="298660">29863 7408 7533,'-20'-7'0,"-3"1"1799,13 6-1440,0 0 451,2 18-900,8 9 0,0 7-45,0 13 0,0 1 135,0-2-971,0-9 0,0 6 0,0-4 926,0-13 0,0-1-135,0 10 0,0 4 0,0-4 90,0-7 0,0-1 90,4 22 0,0-2-90,-2-10-417,6 6 507,0-24 360,-6-6-180,5-6 2336,-7-18-2516,0 1 90,0-21-270,0 23 725,0-10-635,0 6 0,0-9 0,0-4 0,-7 4 270,-3-3-90,-16 16 449,7-9-359,-7 16 0,9-5 360,-9 17-270,6-3-90,-5 17 179,7 0-269,1 3-90,7 3 270,-6 7-360,6-4 0,4-4 0,3 2 90,10 16-90,5-1 90,14-17 0,7-12-735,-19-9 735,25 2 180,-4-11-135,-8-4 0,1-3 45,7-2 0,1-2-90,-8 1 0,-1-2 45,-6-2 0,1-2-135,3 1 0,-1-2 90,-1-11 45,2 7 0,-1-1-225,4-17 123,-11 17 0,1-2-33,-3-5 0,-3 1 90,6-8 0,-18-12 359,-10 33 451,-15-10-630,5 18 180,-13 13 89,5 14-89,1 19 554,1-5-914,16-7 0,3 1-180,-3 14-1025,5-14 0,2 1 665,3 11 270,8-9-1889,17 0 1530,-3-16 0,2-5 1,1-1-182,-3 2 810,5-7 0,2-6 0,11-27 0,-10 8 0,0-1 0</inkml:trace>
  <inkml:trace contextRef="#ctx0" brushRef="#br0" timeOffset="298833">29686 7718 7533,'-33'-8'899,"0"-1"1,-3 4-900,27-12 0,31 11 0,21 6 0,3 0 0,-2-2 0,0 1 0,1-1 0,-1 0 0</inkml:trace>
  <inkml:trace contextRef="#ctx0" brushRef="#br0" timeOffset="300025">30939 7435 7533,'-8'-22'1439,"6"-2"-809,-6 23-361,8-5 181,0 6 180,0 0-450,0 6-90,0 7-720,0 13 630,0 12-270,-8 3-490,-2-3 670,2-7 1,-1-1-1182,-9 8 1181,13-8 1,0 2-46,-9 1 0,-3 2 90,3 4 0,-1 2-175,-2-8 1,-1 0-1,0 0 340,0-1 0,1 1 0,-1-2 180,-3 0 0,0-1 0,2-2-211,3 1 1,1-2 45,-7-1 0,4-4 225,16-3 989,2-11-536,10-2-903,8-6 1105,15 0-1195,-3 0 90,-2-3 0,2 0-94,10-5 94,-12 5 0,2-1-90,8-7 0,1-1 90,-10 7 0,3 0-150,5-6 0,5-2 1,-6 1 104,-9 4 0,-1 0-15,7-3 0,2-2 0,-5 2-30,3-5-87,2-1 1,-5-2-3,-16-3 898,9-9-539,-31 5 1079,-9-6-449,-3-1-495,-1 14 0,1 0 578,6-14-263,-17 7 629,13-4-1169,-1 20 285,-7-8-734,9 18 359,7 6 90,-6 13-990,6 8 540,5-3 1,1 3-90,-1-2 0,2 2 269,2 5 0,2 1 90,-2 2 0,2 0 45,5-1 1,3-2-46,0 1 0,2-1 135,5-2 0,3-3-45,-2-6 0,2-2 360,16 7 0,-10-17 0,1-7-1,13-25-44,-8 5 0,-3-4-225,-17-1 0,-1-2 0,11-1 0,-2 1 90,-8-6 0,2 10 0,0-1 375,4-20-465,-7 16 0,-2 1 180,2-2 166,-2 10-705,-8 22-91,-8 2 90,6 12 576,-6 1-756,8 6 540,0-6-809,8 4 539,-6-10 180,14-1-180,-7-1 450,9-11 0,7-12 180,3-11-226,-11 2 1,1-4 315,4-10 0,-1-1-180,-5 9 0,-2 0-344,0-3 1,-3 2 433,-3 3 0,-8 17 179,0 2-359,-8 10 0,-2 2-90,1 23-90,-7-7 0,14 14-989,-14 1 809,14 2-1170,-2-11 1,0-1 540,12 14-181,2 6 990,16-14 0,9-7 0,-13-15 0,1 0 0</inkml:trace>
  <inkml:trace contextRef="#ctx0" brushRef="#br0" timeOffset="300765">32085 7951 7533,'-27'-21'1529,"-7"3"-1079,15-1-360,1 10-90,2-3-360,15 12 360,-15 6 90,14 13 0,-6 3-270,8 27 90,0-19 0,0 4 0,0 3 45,-1-3 0,2 0-225,9 7 0,4-2-90,-2-4 1,5-11 269,28-34 180,-25-14 0,-5-8 89,-6-4 1,-4-4 0,-1 0-30,0 5 0,-1 1 0,-2 1 75,-3-16 0,-4 20 494,-4 45-584,4 13 0,2 7-90,-1 6 0,3 5-208,2-11 1,2 5 0,1 1 0,-1-1 296,1 0 1,-1 0 0,1-1 0,-1 0-113,1-1 1,-1-1 0,1 0-1,-1 2 23,1 8 0,0 3 0,-1-2 0,-2-6 270,-2 3 0,-4-6 359,-3 2 1,-8-11-181,-8-25 1,-2-13-405,-3-21 0,3-12-150,5 6 0,1-4 0,3 0-736,6 2 0,4 1 0,1 0-283,-4-12 0,6 4 854,7 12 0,4 4-135,3-4-630,14 9 1,3 2 989,0-5 0,1 11 0,8-1 0,-1 1 0,4 1 0,0 0 0</inkml:trace>
  <inkml:trace contextRef="#ctx0" brushRef="#br0" timeOffset="301433">32456 7525 7533,'-13'-33'1638,"0"0"0,-7-13 123,19 50-1896,4 20 0,5 11-285,1 0 0,1 5 1,-1 2-307,-2-2 0,0 2 0,-1 1 0,-1 0 681,-1 2 0,-1 0 0,-1 0 0,-1-2-15,0 2 0,-1-2 1,-1-2 598,-1-1 1,-1-2 0,-2-9-145,-5-6 864,-5-11 270,13-44-1394,0 4 0,4-3-720,8-4 1,5-2 224,-2 6 0,2-1 0,2 0-65,5 0 1,2 0 0,1-2 334,2-3 0,0-2 0,-1-1 135,-6 7 0,-1-1 0,-1 0 0,-2 0 314,2-5 1,-3 0 0,-3 3 959,-3-9 1,-10 10-330,-27 24-1125,12 34 0,3 13-135,0 2 0,2 5 0,2-2-150,2 5 0,4 3 195,0-6 0,0 7 1,1-1-1,2-8-477,3-5 0,2-2 544,-2 1 1,0 6-1,2-1 1,1-6-23,6-1 0,4-3-270,3 5 1,5-6 345,2-13 1,1-12 373,1-28 0,-1-12-395,-4 12 1,-1-4 604,-6-11 0,-2-7 0,-3 5-473,-5 11 1,0 1 261,6-5 1,-1-1 90,-10 7 0,0 2 2295,15-10-2475,-14 4-180,6 20-1439,-1 53-200,5-3 1,2 3 1541,-4-2 1,2 1 0,4-5-1,4 1 1,0-4 0,4 1 0,-1 0-1</inkml:trace>
  <inkml:trace contextRef="#ctx0" brushRef="#br0" timeOffset="302825">29104 9176 7533,'-10'-7'1169,"-5"-4"-90,13-2 181,-6-7 269,31-12-900,-2 12 1,3 1-180,14-2 0,5 2-271,-7 5 1,3 0 0,0 3-180,-3 4 0,2 1 0,-3 5-495,13 11 1,-6 5 449,-13-8 0,-7 6-180,-7 21 0,-14 8-585,-21-3 1,-7 1 539,14-2 0,-1 2-108,-5-10 0,-3 1 0,-3 0 0,0-2 288,-3 5 0,-2-2 0,0 1 382,3-3 1,-1 2-1,0 0 1,1-1 426,-5 7 1,1 0-1,2-2-629,-4 1 0,8-3 576,17 14-486,18-40 134,15 2 1,6-2-45,12-7-90,-9-2 0,5-1 0,-4-1-45,-5 0 0,1-3-555,9-2 0,4-3 0,-4 1 15,-13 1 1,0 2-689,11-2 1,3 0 0,-6 2 1023,0 0 1,-14 27-1,-8 11 1,-19 5-1,0 0 1</inkml:trace>
  <inkml:trace contextRef="#ctx0" brushRef="#br0" timeOffset="306484">28346 11551 7892,'-10'0'1080,"-6"-5"-361,14-3-269,-6-11-135,14-6 0,4-4-135,-4 0 0,0 0-90,6-3 0,1-1-967,0-13 0,0 3 1057,6 1-150,-5 5 0,0-6 0,0 5 15,-4 13 0,1-1-45,2-7 0,2-7 0,0-1 0,-1 2-114,-1 0 1,0 3 0,0-3 225,0 4 1,1-2-1,0 0 1,-2 2 36,1-7 1,-1 1 0,-2 5 30,0 1 0,-2 4-270,8-14 0,-7 26-90,9 19 2193,0 19-1563,-1 26-90,-4-6 0,0 5-271,-6-11 1,-1 1 0,0-1 26,4 13 1,-2 1-27,-4 1 0,-1 3 0,-2 0-1183,0-3 1,-2 0 0,1-1 1106,0-3 1,-1 1-1,2-1-104,1 8 0,1 0 0,0-8-323,-3-14 0,2-2 323,6 4 0,-1 0-1036,-5 16 856,14-26-1257,-14 2-992,6-17 3072,-8-7-553,0-7 0,-24-29 0,10 16 0,-1-1 0</inkml:trace>
  <inkml:trace contextRef="#ctx0" brushRef="#br0" timeOffset="306660">28575 11306 7533,'-20'-7'719,"-3"-5"-269,21 5 1079,-14-5-1169,14-1-90,2 5-450,10 2 180,0 6-270,21-5 0,-1 3-180,15-3 225,-20 7 1,1 1 21,19 5 0,-12 5 0,2 4 0,2 0 0,-1 0 0</inkml:trace>
  <inkml:trace contextRef="#ctx0" brushRef="#br0" timeOffset="307066">29210 11229 7533,'-16'-46'2698,"12"13"-1349,-19 2-899,5 17-540,-1 1 90,1 7-899,10 24 719,8-8-540,0 31 630,0 6 450,6-13 0,4 3 134,2 5 1,3 1 0,3 3 0,2-2-271,2-6 1,-1-3-90,-10-7 0,-3-4-225,0 0-359,-41-19 224,10-14 0,-1-4-270,-8 5 0,1-2-225,7-5 1,3-1 719,-5 3 0,50 13 0,15 7 0</inkml:trace>
  <inkml:trace contextRef="#ctx0" brushRef="#br0" timeOffset="307720">29951 10932 7533,'-10'-8'1889,"2"3"-1440,8 5 271,0 0 539,0-6-899,16 5-90,11-5-90,3 6-765,1 0 0,2 0-854,9 0-200,-8 0 1,0 0-1175,3 0 2003,-3 6 810,-17-5 0,-38 33 0,-11 2 0</inkml:trace>
  <inkml:trace contextRef="#ctx0" brushRef="#br0" timeOffset="307932">29951 11164 7533,'-33'7'1638,"1"-1"0,13 1 1112,56-7-3245,4-5 1,8-3-76,-6 0 0,3-1 1,-4 1 569,2-1 0,0 2 0,-8 4 0,4 3 0,0 0 0,-3 3 0,1 4 0,0 0 0,0 0 0</inkml:trace>
  <inkml:trace contextRef="#ctx0" brushRef="#br0" timeOffset="308616">31344 10622 7533,'0'-14'1079,"0"-4"-449,0 17 269,0-11 450,-8 5-989,7 0 90,-7-4-360,8 10 0,0-5 0,0 6-180,0 0-180,-8 11 180,-2-2-450,-23 26-180,3-7 1,-1 2 392,6-5 1,-1 1 56,-6 5 0,-3 4 0,4-4 450,9-9 0,1 1-30,-11 8 0,-4 4 0,6-5 119,12-9 1,1-1 120,-11 5 0,-5 2 0,5-2 374,11-3 1,1-2-181,-7 0 1,3 0-405,12 5-180,10-20 450,29-5-270,-17-5 359,35-3-179,-22-1 0,-1-1-246,23 2-69,-13-4 0,3 1-720,3 3 1,2 2-721,2-7 1,2-1 374,-11 6 1,2 0 0,-1-1 1019,10-2 0,-8-4 0,-9-16 0,-19-2 0</inkml:trace>
  <inkml:trace contextRef="#ctx0" brushRef="#br0" timeOffset="308827">31415 10545 7533,'-28'-7'3276,"-5"7"-2505,14 7 1298,-7 34-1799,8-9-590,13-3 0,3 8 0,0 4-202,-1-2 0,1 3 1,0 4-1,1 0 1,1-1-135,0 2 1,1 1-1,1 0 1,0 1 0,1 0 402,-2-5 1,1 1 0,0 1 0,1-2 0,1-1 0,1-4 0,3 3 0,2-2 0,1-4 0,3-5 0,14 0 0,-1-1 0</inkml:trace>
  <inkml:trace contextRef="#ctx0" brushRef="#br0" timeOffset="317149">28081 13384 7623,'-10'20'1349,"-5"-7"-1169,13-7 629,-6-6-809,8 0 450,0-6-180,0 5-180,0-11 0,8-1-180,-6 4-180,21-25 90,-3-6 90,0 2 0,3-7 120,-6 5 0,1-2 0,0-3-296,-1 3 0,1-1 0,0-2 0,-1-1 302,-2 8 0,0-2 0,0 0 0,-1 0 0,0 1 76,2-10 1,0 1-1,-1 0 1,1 3-59,-3 7 1,1 2 0,-1 1 0,-2 2 125,-1-15 0,-1 7-90,7-4 360,-16 21-630,8 23 360,9 25-46,-7 7 1,0 8-75,1 3 0,0 4 0,0 1-435,-3-7 1,-1 0 0,-1 1 0,1-1 344,0 7 0,-1-1 0,0 1 30,0-4 0,1 0 0,-1 2 0,-1-2-544,-2-2 1,-1-1 0,0 0 0,1-2 573,0 5 0,0-2 0,0 0-60,1 6 0,-2 0 0,0-12 120,-2-14-180,0 21-180,-8-30-719,6 11-1260,-13-23 2473,13-6-224,-6-1 0,0-12 0,-2-1 0</inkml:trace>
  <inkml:trace contextRef="#ctx0" brushRef="#br0" timeOffset="317394">28363 13280 7533,'-17'-12'0,"-1"-1"0,-7-5 3148,-3-3-1259,9-10-1439,11 9 449,25-8-809,3 16 360,21-5-450,-12 12-225,5 3 0,-1 2 225,0 2-1186,0 1 0,-1 4-433,-2 8 1619,-5-5 0,0 4 0,-5 16 0,-2 4 0,3 3 0,1-1 0</inkml:trace>
  <inkml:trace contextRef="#ctx0" brushRef="#br0" timeOffset="318082">29069 13294 7533,'-10'-15'3276,"2"-8"-1335,8 15-1222,0-11-89,-8 0-630,-1 5-270,-17 1 180,7 7 90,1 6-360,2 0 270,-9 12-359,-5 8-181,-5 7 360,17-1 270,18-2 90,10-4 270,16 1-180,-7-2 539,15-1 271,-15 14-540,-1 13-450,-8-13 0,-4 1-45,-13 0 0,0 0 45,11 14-90,-36-11-180,5-23-450,-18-17 540,15 1-180,6-5 1,1-3-1620,2-2-360,-7 6 2339,13 1 0,35 5 0,15 2 0,-1-1 0,0 0 0</inkml:trace>
  <inkml:trace contextRef="#ctx0" brushRef="#br0" timeOffset="319748">28945 13371 7713,'-9'-13'629,"1"6"-359,8 1 450,0 1-91,0 3-269,0-3-180,0-1 0,0 4 450,0-9-451,0 9 811,15-15-630,-11 14 89,36-20-89,-19 15 90,22-11-1122,-15 12 672,-3 1 270,1 1-450,1 3 270,1-4-360,-3 6 1,-7 6 179,-9 1 941,7 6-761,-14-5 90,6 3-90,-16-10-180,-10 10 180,7-9-450,-21 3 360,21-5-90,-23 0 90,15 0-180,-7 6 90,9-4 90,-9 9-270,6-9 270,-13 15 0,14-8-89,-15 21-1,7-9 45,9 0 0,1 1 45,-11 13 45,14-13 0,3 0 134,1 11 91,2-1 180,8-6 0,8-1-360,2-4 270,15-3-271,-5-5 181,5-6-90,1-2 0,-7-5-90,7 0 180,7 6-180,-11-4 90,3 4 90,-1-6-1,-5 0 1,9 0-629,-3 0 269,-7 0 90,-1-6 179,-7 4-179,-2-4 0,-8 1 0,0 4-989,0-5 449,0 6 360,-8 0 180,6 0-90,-13 0-359,5 0 269,-16 6 0,7 7 180,-15 1-270,7 5 360,-1-12 0,3-1 0,7-6 90,1 0-90,-1-6-270,8-1 180,-5-29 0,5 11 180,5-10 0,0-1 0,-11 3 89,15-6 1,0 0-646,-6 7 646,7-10 89,0 11-359,7 16 270,-5-10-360,14 7 0,2 3 0,1-9-180,15 10 1,1-5-486,-6 12 486,5-4 358,-1 9-89,4-4-90,8 12 270,-10-4-360,-1 15 540,-22-9-270,3 11 359,-7-12-359,-6 4-90,6-9 1237,-8 9-1147,0-9 344,-8 4-164,6-6-540,-14 0 270,7 0 0,-9 0 90,0 0-539,-7 5 359,5 3-450,-21 4 360,19 2 0,-3-2 90,1 13 180,13-10-90,-15 10-90,1 5 180,5-13-135,2 14 0,3 2 45,3-5 90,2 1 0,4 2 540,14 8-450,-6-11-90,14-3 0,2-14 0,1-4 719,22 1-629,-19-3 270,3-5 89,7-5-629,-3-3-1708,8-4-1261,4-2 1620,-29 7-1709,20 2 3148,-28 5 0,35 11 0,-10 3 0</inkml:trace>
  <inkml:trace contextRef="#ctx0" brushRef="#br0" timeOffset="320299">29827 12933 7623,'-27'-21'3276,"9"2"-1335,10 12-862,16-4-269,10 9-271,25-3-764,-13 2 1,3 0-316,8-1 0,-2 1-989,10-5 539,-11 2 1,-5 6-2288,-18 18 3223,19-2 1,-41 6-1,-10 5 1,-2-4 0,-1 1-1</inkml:trace>
  <inkml:trace contextRef="#ctx0" brushRef="#br0" timeOffset="320509">29810 13190 7533,'-18'0'2428,"-15"0"-989,11 0-1079,-3 0 1169,17 0-89,31-5-1171,-9 3 91,9-6 0,3-1-720,4 6 360,-1-5 0,0-1-1799,3 8 225,4-5 0,0 0 1574,-2 5 0,12-4 0,6-2 0,-10 4 0,0-1 0</inkml:trace>
  <inkml:trace contextRef="#ctx0" brushRef="#br0" timeOffset="321199">30992 12674 7533,'-18'-27'2968,"0"3"-1529,8 17-989,3 1-90,7 6 269,0 23-898,0 11 358,0 13-314,0-1 1,0 5-256,-1-18 0,1 0 1,1 2-44,1 11 1,1 3-1,-1-1-47,-1-5 1,-1 0-1,1-4-285,7 9 1,0-5 854,2 1 0,23-50 0,4-23 0</inkml:trace>
  <inkml:trace contextRef="#ctx0" brushRef="#br0" timeOffset="321484">31397 12674 7533,'0'-26'1349,"-8"12"-180,6-3-809,-5 16 90,7 1 89,15 30-449,-5-3 0,0 4-120,-1 1 0,0 3 0,0 2-508,0 3 0,0 2 0,-1 0 28,-2 4 1,0 0-1,-1-1-270,1-8 1,1-2 0,-2-2 103,0 5 1,0-5 675,3 3 0,-16-41 0,-2-3 0</inkml:trace>
  <inkml:trace contextRef="#ctx0" brushRef="#br0" timeOffset="321798">30815 12958 7533,'-42'-14'779,"0"1"1,2 0-1,5 2-239,8 3 180,1-9 539,17 8-360,1-15-539,16 10 90,1-5-270,17 6 269,1 1 1,5 0-135,4 1 0,2 1-1434,7-6 0,0 0 1209,-6 6 0,1 0-180,-8 0 0,2 0 0,0-1-401,1 1 0,1-2 0,2 1 221,0 1 0,2 0 0,1 0 0,-1 0-68,-1 0 1,-1 0 0,1 0 0,-2 1 97,8 0 0,-1 0 0,0 2 240,-6 1 0,2 1 0,-2 0 0,-3 2 0,7 2 0,-1 1 0,-5 0 0,-1 1 0,1-1 0</inkml:trace>
  <inkml:trace contextRef="#ctx0" brushRef="#br0" timeOffset="334398">18203 14778 7533,'-9'-19'180,"1"5"449,0 1-359,6 1 90,-6 11-180,8-5 180,-8 6-450,6 0 180,-6 0 179,8 17-89,0-7 180,0 27-90,0 1-270,0 4-486,0 4 0,0 4 261,0-14 0,0 1 225,0 1 0,0 4 0,0-3-450,0 2 1,0-2 76,4 3 1,0-2 237,-4-12 0,2-3-135,14 14 90,-14-20-90,6-14 180,-8-10 1279,0-3-1729,0-10 889,0-8-979,0-7 180,0-12 1,-8 0 102,3 19 0,0 0 347,0-5 0,0-1 0,-2-1 0,-1 0 0,-2-8 0,2-1-610,3-6 0,-2 0 640,-3 13 0,-2 0 0,3 0 269,6-2 1,3 0 0,-1 1 30,-4 0 0,-2 1 0,3 2-106,7-5 1,2 3-45,-5 6 0,2 2 809,14-16-920,-6 20 291,15-7 359,-5 17-359,5 6-180,-7 1 180,23 6-91,-18 6-179,13 4 0,1 4-135,-16-1 0,-1 3 90,15 10 0,-1 4-225,-10-1 1,-3 1 89,-6 0 0,-3 0 0,-2-1 0,-4 0-449,-14 15 359,-10-5-180,-9-6 667,-1-8-757,-5-6 45,8-9 1,-1-1 224,-7-1 90,8 1 0,1 0 270,-2-2-180,-1-1-180,7 6 1762,-3-10-1762,13 9 200,0-4-1010,2 12 567,24-5 153,-4 5 270,21-6 0,-5-7 0,3 0 0,6 1 0,0-1 0</inkml:trace>
  <inkml:trace contextRef="#ctx0" brushRef="#br0" timeOffset="335432">18644 15010 7533,'-43'0'2428,"6"0"-2068,-6 12-360,23-10 180,5 15-360,-1 2 360,12-3-540,-20 26 180,22-25 90,-2 9 0,1 1 360,3-3-270,0 2 0,0 3 450,0 17-540,9-22 0,5-1-360,16 16 180,-1-33 1,2-11 89,-6-9 0,-3-5 135,2 2 0,-5-3 45,-1-23 0,-10 7 0,-8 13 315,1-8 0,-2-4 224,-6 7 1,-2 0 359,1-6 1,-3 2-180,-17-7-990,34 28-450,31 30 540,-13-14 0,1 0 0,4 6 0,1 0 90,0-6 1,-1-2 358,4 4 1351,8-1-721,-41-6-539,-17 5-990,-11 31 405,10-10 0,1 3-180,5 11 1,4 4-46,5 0 0,6-3 180,12-6 1,6-4 44,1-7 0,3-9 315,1-21 0,1-6-180,8-2 315,-20-18 0,-5-6 89,0 14 1,-2-1-90,1-8 0,0 0 585,1-7-361,-3 17-719,-7 23-269,0 29-91,0 7 315,3-7 0,2 1-45,7-3 1,2-3 449,7 3 180,5-15-180,-3-31 629,-11-20-224,0 11 0,1-2-316,-3-1 1,-2 1 0,2-15 720,-2 3-720,-8 32 90,0 10-720,8 33 90,-4-5 0,1 3-764,3 4 0,2 1-361,2 1 1,2-2 1484,-6-4 0,3-9 0,22-19 0,-5-27 0</inkml:trace>
  <inkml:trace contextRef="#ctx0" brushRef="#br0" timeOffset="336264">19526 14519 7533,'-10'-31'1889,"-5"10"-720,13-4-1079,-6 24 360,8 14-181,0 8 1,4 13 0,0 4 0,-2 9-603,1-14 1,1 7 0,1 2 0,-2-2 2,1 3 0,-1-1 0,0 1 180,0 5 0,0 1 1,1 0-121,1-1 0,0 0 0,1-5-360,-1-6 1,0-3 494,-1-3 0,1-4-135,3-4 270,-8-30-90,-16-23 90,13 7 180,-8 0 0,-2-3 404,3-8 1,2 0-45,-3-14 179,-6 5 1,2 3 449,11 10 431,4-8-1600,4 25-315,21 11 0,5 4 135,-4 0-270,10 3 1,2 1 269,-7 2 90,2-5 0,-1 1 0,-8 2 989,25-6 181,-30-6-271,-1-13-89,-10-8 89,-8-12-359,-8 0-90,6 6 90,-14 8-1,6 12-359,-7 7-449,7 12 179,2 7 90,8 7-360,0 23 270,0-8-156,-1-10 1,2 1-25,6 4 1,2 1 179,-4 2 0,2 2-45,9 10 0,1 0-578,-7-8 1,0-1 757,-2-3 0,1-2-540,8-2 0,-2-2 226,-10 3-541,19 11 1440,-24-32-180,-8-15 135,-2-4-945,-15-26 270,5 20 702,-13-19-3490,-10 19 2968,11-3 0,4 10 0,0 1 0,-10-7 0</inkml:trace>
  <inkml:trace contextRef="#ctx0" brushRef="#br0" timeOffset="336449">19068 14701 7305,'-33'-4'56,"1"1"0,-3-3 0,54-10 1,19-3-1,-6 5 0,0-1 0,0 1 1</inkml:trace>
  <inkml:trace contextRef="#ctx0" brushRef="#br0" timeOffset="337109">20373 15074 7533,'-10'-18'1079,"2"9"360,8-8 1170,0 10-2340,0 27 1,0 10-270,0-9-1639,4 25 1,0 2 34,-2-17 792,2 5 0,0 0 452,-4-4-765,2 0 1,4 1-764,11 3 1888,-5-3 0,27-56 0,-24-2 0,0 0 0</inkml:trace>
  <inkml:trace contextRef="#ctx0" brushRef="#br0" timeOffset="337500">20602 15126 7533,'0'-29'3276,"0"6"-2055,0 35-861,0 31-270,0-18 0,0 0-90,0 4 0,0 1-405,-1 4 0,2-2-1484,15 11 1170,11-8 674,-5-42 0,1-11 270,6-17 0,-5-10 130,-9 6 0,-4-4 0,1 0 214,0 4 1,0 1 0,-3 2 239,-5-9 1,2 12-360,9 26-1080,3 48 0,-5-5 1,1 2 539,0-8 0,0 0-1549,-1 9 1,-1-1 1512,6 7 1,-32-22 0,-7-29 0</inkml:trace>
  <inkml:trace contextRef="#ctx0" brushRef="#br0" timeOffset="337661">20567 14752 7533,'-39'-22'3238,"7"17"-3238,64 19 0,-3-6 0,4-1 0,1-4 0,-1 1 0,0 0 0</inkml:trace>
  <inkml:trace contextRef="#ctx0" brushRef="#br0" timeOffset="338232">21731 14959 7533,'-10'-21'1709,"2"-3"-90,1 4-1439,5 0 629,-14 1-179,-2 6-630,-1 6-90,-22 1 0,18 15 0,1 5-1549,-11 8 1,3 2 1175,9-3 1,3 3-762,-5 18 0,6-1 1134,15-8-138,1 1 0,2-2 228,9-3-450,8 1 1,5 0-226,7-7 1,3-3-406,4 1 1,1-2 1079,-2-2 0,-2-11 0,-10-19 0,-5-8 0,-6-1 0,0 0 0</inkml:trace>
  <inkml:trace contextRef="#ctx0" brushRef="#br0" timeOffset="338459">21890 14972 7533,'-10'-15'3276,"-6"3"-1965,14 12-142,-5 6-1079,7 19 0,0-2-405,0 2 1,0 4-1126,0 1 1,0-1 1304,-1-4 0,2 0-1259,1 12 0,3-2 1124,5-5 270,0 8 0,21-37 0,-1-10 0</inkml:trace>
  <inkml:trace contextRef="#ctx0" brushRef="#br0" timeOffset="339398">22049 15242 8522,'-10'8'1889,"2"15"-1259,8-7-1,8 15-449,2-17-360,15-37 45,-11-1 0,0-6 105,0-1 0,0-2 1,1-1-1,-3 1 0,-1-1 0,3 3 30,10-6 0,3 6-270,-4 10 0,-1 6 180,7 11 0,3 21 0,-23-14-90,17 20 90,-14-20 0,11 8 180,-21-11 0,6 0 3058,-8-5-2068,0-3-451,0-4-359,0-7 0,0 10-540,0-8 270,-16 15-899,12 2 719,-19 8 90,13 5-3187,-8 6 2262,1 0 656,7 1-407,-6 10 676,7-8-90,-1 9-89,2 1-91,8 1 90,0-6 0,8 15-360,9-13 271,11 9-451,-1-12 270,7-13 181,-7-19 89,8-20 110,-17 3 1,0-5 294,4-10 0,-1-2 1070,-10 9 1,-1-1-1026,7-12 0,-2-2 180,-9 12 0,-3 1-91,2-8 1,0-3 90,3 3 0,1-2 0,-2 3-270,-5 2 0,0 1-45,6-12 0,-1 6 135,-7 11 511,0 13-691,0 18 0,0-3 90,0 39-180,-8-5 0,7 16-65,-15-4-25,14 3 0,-6-4 180,8 4 180,0-16 0,0 2-180,0-1 0,0 2-718,0 12 1,0 2 717,0-8 0,0-3 45,-1-3 0,2 0-862,10 0 0,2-3 547,-8 8 270,14-14 0,2-2-90,-2 3 90,17-16-90,-1-2 360,0-30-450,-7-16-233,-3-2 503,-16 18 0,0-1 90,3-6 0,1 0 0,7-14 89,-11 6 1,-1-1 422,1 10 1,-2 1-558,-6-1 0,0-1 430,4 2 1,-2 1 513,-11-11-449,-10 19 359,-1 20-359,-15 26-495,20-4 0,1 2 342,-1 4 0,1 3-387,-2 13 0,4 0-585,5-18 1,2 1-16,3 5 0,1 5 1,1-6-31,1 9 270,14-6 0,0 0-1410,-11-2 691,35-5-1,-29-3 990,15-16 0,-24-42 0,-3 5 0,0 0 0</inkml:trace>
  <inkml:trace contextRef="#ctx0" brushRef="#br0" timeOffset="339581">21978 14584 7533,'-34'-14'389,"-1"0"1,5 4 0,13 2 0,51-2 0,13 1-1</inkml:trace>
  <inkml:trace contextRef="#ctx0" brushRef="#br0" timeOffset="340648">17851 15940 7533,'-20'-28'1889,"4"4"-1350,16 16-359,8 2 540,25 6-361,0-2 1,5-1-150,4-1 0,5 0 0,3-1-1030,-4 0 1,1 0 0,2 0 0,-3 0 722,-5 1 1,-2 1 0,1 0 0,1-1 78,0 0 0,2 0 0,1 1 0,-1-1 0,0 2-662,5 1 1,0 1-1,-2 0 1,0-1 679,-7 0 0,-1-1 0,1 1 0,2 0-340,3 1 1,5 1 0,0 1 0,-3-1-1,-7 0 340,4 0 0,0 0-231,2 1 0,8 2 0,0-1 0,-8-1 231,-2-1 0,0 0 72,-6 0 0,5 0 0,3 0 0,-2 1 0,-6-2-72,11 1 0,0-2 218,-12 1 1,5 1 0,2-1 0,1 0 0,-2-1-75,-1 0 0,1 0 0,-1 0 0,-1 0 0,0 0 63,2 0 0,-1 1 0,0 0 0,3-1-132,-1 0 0,4-1 0,1 0 0,0 0 0,-4 0 0,-5 0-15,-1-1 0,-5 1 0,4-1-60,4 1 0,7 0 0,2-1 0,-2 1 0,-6-1-30,-3-2 0,-5 1 0,5 0 66,0 1 0,6 0 0,2 1 0,-2-1 0,-6 1 23,1-3 1,-5 1 0,2 0-38,0 1 1,1-1-1,1 1 1,-2 0 37,5-1 0,-2 0 0,-3-1 514,3-1 0,1-1-552,-1 4 1,5 0-1,1 0 1,-7-1 22,1-2 0,-1-1 202,1 3 0,6 1 1,1 0-1,-8 0-112,-2-1 0,-1 1 164,9 0 1,6 1 0,-8 1-210,-15 1 0,-1 0 180,23 0 0,-2 0-540,-9 0 315,-13 5 0,-1 2-585,2 1 625,7 11-894,-23-12 192,5 5 77,-16-11 2703,0 5-3512,0-6 1276,8 0-1546,-6-6 1700,6 5 0,-32-22 1,-5 1-1</inkml:trace>
  <inkml:trace contextRef="#ctx0" brushRef="#br0" timeOffset="342182">18521 16378 7533,'-28'-14'1439,"11"3"-360,1 28-809,6-1 45,5 18 0,0 9-345,0-11 0,-1 1 0,2 2-86,2 1 1,2 2-1,0 1 1,0-1-65,-3 8 0,-1-1 0,3-3-450,4 8 1,2-9-183,-3-17 452,6-28-135,-6-18 1,-4-9 179,-5-3 0,-2-4 255,3 0 0,-1-4 0,0-1 33,1 6 1,-2-1 0,1 0 0,1 0 386,0 0 0,1 0 0,0 0 0,3 2 269,2-6 1,2 2 0,4 4 258,8 0 0,7 8-573,12 9 0,5 9-136,7 13 1,0 5-90,-12-4 0,1 1-90,-1 2 0,1 3 0,-5 2 270,6 22-405,-9-18 0,-1 2 135,-8 8 0,-10 3 45,-19-6 0,-6 1-180,1 6 0,-5-1-105,-5-10 0,-4-2 1,1-2 194,0 3 0,1-3-225,-13 1 0,4-1-38,6-1-1491,-11 5 0,49-1 1799,0-3 0,25-4 0,10-4 0,-7 0 0,-1-1 0</inkml:trace>
  <inkml:trace contextRef="#ctx0" brushRef="#br0" timeOffset="343094">18962 16740 7533,'-8'-13'0,"-2"0"1889,-15 0-810,-3 6-899,-7 1 450,-8 12-451,21 1 1,-3 6 0,3 4-450,16 0 360,-6 7 0,1 0-450,11-1 0,2 3 1,4 2-181,9-3 1,3-2 359,6 18-90,4-20 0,0-6 180,-6-8 0,19-7 90,-13-30 90,-9 0 315,-9-3 0,-4-2-226,-6-8 720,0-1 1,0-2 89,0 19 1,0 1-855,0-4 0,0 3 405,0-2-630,0 27-180,23 2-180,-1 13 90,21-4-45,-18 5 1,1 1 674,21-5 539,-10 14-359,-13-11-270,-24-6 180,0 5-180,0-11-90,-8 22-180,-2-13 90,-8 26-900,9 3 630,1-4-630,13-9 1,6-3 719,16 4 1,18-6-181,-8-16 180,-3-12 360,-17-17-90,-4-1 0,0-1 629,6-13-449,-9 11 0,-2 2 539,0 6-179,-8 2-270,0 10 90,-8 3-900,-2 16 540,0 3-540,-5 12 270,13-6-539,-6 5 359,8-5 90,0-6-540,0 9 91,8-14 449,9 9 90,-5-11 180,19-1-180,-27-12 270,28-18 270,-21-4-180,7-17-90,-10 12 809,0-16-449,2 19-180,-1-7 180,-1 13 89,-8 9-269,0 2-360,0 13 0,0 13 0,0 13-449,0 13 89,8 6-315,-7-18 1,0-2 314,7 10-495,-1-8 1,2-1 135,2-2 179,15 8 270,-9-21-90,-7-11 450,22-11 0,-17-23 0,-1-10 0,4 9 0,-1 1 0,1-1 0</inkml:trace>
  <inkml:trace contextRef="#ctx0" brushRef="#br0" timeOffset="343718">19773 16223 7533,'0'-28'359,"0"0"1,0-2 0,0 0 1889,0-13-360,0 32-1754,0 33 0,0 13-180,0-9 0,0 1-75,4 6 0,2 5 0,0-1-518,-2-1 1,-1 0 0,2 2 187,2 0 0,2 1 1,0 2-1,-1-1 45,-2 2 0,-1 0 1,-1 0-1,1-3 285,2 4 0,0-3 1,-4-4 634,-4-1 1,-6-14 384,-12-36-316,1-8 1,0-7 359,4-2 1,1-2-585,1 1 0,6 2-450,22-15 35,4 31 0,5 4-305,13 3 0,5 5 270,2 5 0,0 1 585,-4 0 0,-2-4 404,-9-5 1,-7-5 539,-13-30-1259,-6 5 90,-18 10 0,-4 4 89,7 8-449,-15 1-899,16 25 404,4 13 1,4 5 404,10 12-300,-3-12 0,0 5 1,3 0-614,5-4 1,2 0 0,0-1 674,1 7 1,-1 0 327,2-1 0,0 3 0,-2-7 450,5 5 629,-18 7-1168,-6-31-991,-45-15-44,26-6 0,-1-2 854,-3 3 0,-1 0 360,-2-2 0,1-1 0,-8-14 0,16 10 0,-1 0 0</inkml:trace>
  <inkml:trace contextRef="#ctx0" brushRef="#br0" timeOffset="343865">19438 16288 7533,'-27'-6'0,"-7"-1"809,23 0-809,-5 2-270,16 10 270,8 2 0,33 0 0,-13-4 0,1 0 0</inkml:trace>
  <inkml:trace contextRef="#ctx0" brushRef="#br0" timeOffset="344723">20585 16727 7533,'-10'-26'2248,"-6"6"-1438,14 7-270,2 31-450,2-1 89,5 8 1,2 4-90,-5-2 0,2-1-90,11 17-1639,-9-12 1,2-3 1163,8-11 206,7 19-181,10-39 315,-9-12 0,1-7 135,6-12 0,-3-7 329,-13 9 1,-2-3 0,0 3-60,7 0 0,-3 2 225,-13 1 0,-2 7-226,4 19 91,-8-9-360,8 30 3276,9 9-3128,-1-7 0,3 0-373,14 4 0,3-4-180,-3-5 1,1-2 44,-3-3 0,0-2-135,-1-4 1,-3-2-1215,3 4 1709,-3-5 0,-50 5 0,-26-6 0</inkml:trace>
  <inkml:trace contextRef="#ctx0" brushRef="#br0" timeOffset="344910">20779 16391 7533,'-36'-6'989,"1"-1"-809,15 11-270,13-6-90,24 24 180,3-13 0,8-6 0,10-3 0,0-1 0,0-2 0,1 0 0,-1 0 0</inkml:trace>
  <inkml:trace contextRef="#ctx0" brushRef="#br0" timeOffset="346133">21802 16547 6453,'0'-15'900,"0"-3"-181,8 11 1,-7-6 90,15 6-91,-14 1-269,6 1-450,-8 4 90,0-5-90,0 6 90,0 0 270,0-6-91,0 5-179,-8-5-270,-2 0 90,-15 5 90,13-5-89,-35 6 89,31 0 224,-14-1 1,-4 2-135,-6 16-90,13-2 0,2 3 135,7 6 0,8 5-45,9 11 0,10 2-135,14-1 0,7-2 75,-9-10 0,1 1 0,2-4-30,12 2 0,-2-3-45,-10 1 0,-5-5 45,-1-11 270,-10 13-270,-8-22 180,-24 5-270,-13-6-180,-2 0 135,10-2 0,1-2-584,-9-3-811,7 0-718,7 1 1978,31 12-1079,17-5 1349,4 5 0,7-10 0,3-3 0,-2-1 0,0 1 0</inkml:trace>
  <inkml:trace contextRef="#ctx0" brushRef="#br0" timeOffset="346649">22031 16727 7533,'-10'-27'359,"2"2"541,0 7-360,7 3 809,-15-9-90,-10 15-989,-3 9-225,3 16 0,1 5 135,3 5-315,1 8 0,3 2 135,14 8-45,-4-19 0,1 2 0,4 4 0,6-1-225,10-5 0,5-3-179,21 8-1190,-4-29 1,1-9 1445,-7-2 1,-3-6 192,-3-11 0,-3-6 270,-2-2 0,-3 1 1079,-3-13-450,-12 15-764,-15 54 0,-5 19-285,2-4 0,-1 4 0,1 2-222,3-3 0,1 3 0,0 0 0,2 0 237,1-2 0,2 1 0,1-1 0,1-1 45,-1 6 0,1-2 0,6-4 1392,6 0 1,6-8-2023,8-9 135,2-34 1,1-10 314,8-9-675,-9 0 1,-1 0 944,-1 0 0,1-12 0,2-5 0,-4 5 0,1 1 0</inkml:trace>
  <inkml:trace contextRef="#ctx0" brushRef="#br0" timeOffset="347116">22278 16714 7533,'0'-26'3058,"-8"-6"-2698,6 11 1259,-14 2-900,7 19-449,-9 36-450,8-11 0,2 4-135,3 14 1,1-1 179,-1-14 0,2 0-360,4 6 1,6-3-406,10-2 270,18 4 360,-9-34 1,1-8 89,2-14 0,-3-8 270,-6 1 0,-3-3 0,-1-3 89,-2-2 0,-2-3 0,-3 3 271,2-8 0,-4 4-1068,-2 9 1,-2 5 1247,-3 9 539,-16 19-899,12 13 0,-19 24-360,13-6 0,2 3-540,1 8 1,2 2-271,-1 5 1,5-1 258,10-6 0,7-5-304,1-5 1,3-7 944,18 1 0,3-31 0,-14-17 0</inkml:trace>
  <inkml:trace contextRef="#ctx0" brushRef="#br0" timeOffset="347898">22772 16753 7173,'-8'-20'2249,"6"1"-1530,-6 6-179,8 0 449,0-6-809,0 11 270,0-9-270,0 15 90,0-9 179,-16 9-359,13-4-180,-29 12 180,-3 13-90,11 2 45,0-1 0,1 4-404,12 21 449,-7-3-135,13-14 0,2-2 45,3 3-180,7-4 0,2-1 0,3-1-450,6-1 1,5-3-451,14-3 720,-11-14 1,1-3 179,10-2 225,-18-19 0,-5-4 45,-4 2-90,6-14 0,-14 8 989,6 3-719,-8-12 989,0 12-269,0 3-631,0 11 1,0 5-180,0 3-270,8 5-450,1 0 451,9 5-181,7 3 0,3 5-450,1-9 1,1-1 359,3 3-367,0-5 1,-1-2 546,-11-5 270,13-1 0,-17-6 360,9-12-270,-7 4 0,7-17 1259,-16 6-989,5-13 629,-13 5-179,-2 1-181,-10 19-179,-7 9-360,-1 11 823,1 6-464,-1 18-359,0-1 0,1 14-540,11-7 1,2 0 359,-4 4-1639,7 5 1,2 0 766,-1-9 287,6-6 1,4 1-1238,9 13 1282,17-3 485,-13-11 1,4-5-1,7-17 1,3-5 0,8 1-1,0-1 1</inkml:trace>
  <inkml:trace contextRef="#ctx0" brushRef="#br0" timeOffset="352098">24553 15707 7533,'-9'-13'-720,"-7"0"720,14 6 180,-6-5-90,8 11-540,0-10 990,0-2-180,0-1-270,0 1 809,0 1-179,0 5 179,-8-6-89,6 6 449,-6-5-539,8 5-361,0 0 721,16-10-361,27 2-629,-9 8 0,5 0-480,-5 4 0,2 1 1,0 2-91,-2 1 0,-1 1 1,0 2-1160,8 2 1,-2 1 1375,-10-1 1,-7 1 0,-12 0 0,-12-2 0</inkml:trace>
  <inkml:trace contextRef="#ctx0" brushRef="#br0" timeOffset="352398">24465 15862 7533,'-41'0'3276,"10"5"-975,-5-3-503,29 3-448,48-10-901,-7 1 1,4 1-690,-2-1 0,4-1 1,0 1-854,4 0 1,1 0 0,-1-1 786,-4 1 1,-1 0 0,0 0 0,-4-1 0,0 1 0,-1 0 0,5-3 0,0 1 0</inkml:trace>
  <inkml:trace contextRef="#ctx0" brushRef="#br0" timeOffset="353792">26582 14959 7533,'0'-21'180,"0"3"-360,0 5 270,0 0 359,0 0-179,0 0 180,0 0 539,0 0-629,0 6 90,0 1 449,0 23-629,0 22-240,0-8 0,0 6 0,0 1-210,0 5 0,-1 0 1,2 1-914,1-1 1,1 0 0,0-2 750,-4 7 1,4-8 161,12-4 180,3-35 0,2-43 0,-8 11 0,1-1 0</inkml:trace>
  <inkml:trace contextRef="#ctx0" brushRef="#br0" timeOffset="354133">26882 14843 7533,'0'-28'809,"0"10"-539,0 12 180,8 6 989,-7 23-360,15 11-1259,-10 2 1,-2 4-541,5 3 0,0 1 120,-5-10 1,-1 1-1,-1-1-255,3 10 1,-2-2 854,0-10 0,-6-6 0,-20-7 0,-7-28 0</inkml:trace>
  <inkml:trace contextRef="#ctx0" brushRef="#br0" timeOffset="354433">26070 14972 7533,'-19'-13'1889,"3"-12"-810,47-2-540,-3 12 1,7 0 0,4 0-1020,-4 4 0,2 0 0,3 1 0,2 0 0,0 1 510,0 1 0,2 0 0,1 2 0,1-1 0,-2 1 0,-2-1-30,-1-1 0,-1 0 0,-1 0 0,-1 1 0,2 1-216,3 1 0,1 1 0,0 1 0,-2 0 0,-5-1-360,13-2 1,-4-1 575,-13 5 0,2 0 0,-3 0 0,4-4 0,-6 0 0,-4-2 0</inkml:trace>
  <inkml:trace contextRef="#ctx0" brushRef="#br0" timeOffset="355032">26053 15965 7533,'-10'-13'809,"2"0"361,8-5 179,31-2-899,-7-1-2082,18 8 1,6 2 1721,-22 7 0,1 0 90,18-3 0,9-2 0,-6 2 0,-11 3 1,2-1-199,-4 1 0,5-1 0,4 0 0,0 0 0,-3 0-252,5-1 0,0 1 0,-1 0 0,2 1-216,-2 0 0,1 0 1,1 1-1,-1 1 1,-2 0-145,3 1 0,-1 1 1,-2 0-1,-3 1 630,1 0 0,-3 1 0,-10 4 0,-10 7 0,-22-8 0</inkml:trace>
  <inkml:trace contextRef="#ctx0" brushRef="#br0" timeOffset="355709">26899 16263 7533,'0'-15'539,"0"-8"721,0 14-631,0-10-449,0 12 90,0 1-180,-8 6 270,-1 6-450,-1-4 360,-14 9-630,13-4 90,-23 18-180,15-10 90,-2 4 1,1-1 269,-2-3-45,-6 5 0,-1 2 45,6 1 60,-3-4 0,-7 4 0,3 1 480,4 3 0,-1 2-977,-8 2 1,-4 2-1,4-3 662,8-4 0,3 0 45,-1 1 0,-2 2 0,6-3-90,0 11 179,-5 3-179,26-17 90,26-29 270,3 5 44,8-12 1,1-3-1268,5 5 953,-10-6 0,0-2 0,-7 9 0,-1 0-90,-2-3 0,1 0-1,7 1 1,3-1 0,1 1-570,-1 0 1,0 1-1,0 0 345,14-7 0,-2 2-495,2 6 1,-6 2 269,-12 2-2917,11 17 3264,-29-2 0,-20-2 1,-21-9-1</inkml:trace>
  <inkml:trace contextRef="#ctx0" brushRef="#br0" timeOffset="355916">26988 16184 7533,'-28'5'3276,"3"3"-4915,14 22 1,4 7 1015,-3 10 653,6-4 0,2 10 0,0 0-599,2-3 0,0-1 0,0 1 479,0-13 0,0 0 0,0 1 1,0 2-368,1 3 1,0 4 0,0 0 0,1-2 0,1-6 456,4 11 0,4-4 0,0-6 0,3 1 0,4-10 0,9-18 0,1 1 0</inkml:trace>
  <inkml:trace contextRef="#ctx0" brushRef="#br0" timeOffset="358362">24377 15811 7533,'-37'7'1349,"3"4"-989,25-9 269,-7 9 181,14-10-990,10 11 180,-4-11 270,27 5-90,-27-6 180,35-11-360,-25 2 179,19-9 91,-7-7-360,1 9-1381,-9-7 0,-1-1 1381,19-1 0,-11-6 0,1-4 90,-3 10 0,1 2 180,2-6 0,1 5 270,16 4-90,0 28-270,-14 14-135,-7-4 0,-3 0 135,-7-2-180,27 13 90,-25-14 45,10-6 0,1 0-45,-3 4 44,2-6 1,1-1 225,-4 1-180,20-1 0,-13-6-180,7-6 0,0-1-269,1-17 179,-17 8-1979,13-20 1709,-21 21 450,7-10 0,-18 18 0,-10 1 0</inkml:trace>
  <inkml:trace contextRef="#ctx0" brushRef="#br0" timeOffset="359042">24518 16147 7533,'-10'-21'1979,"2"8"-1440,8 1 181,0 5-360,0-12 89,16 0-269,-12-2-90,27 3 270,-11-1-270,15-1-90,-7 0 360,5-4-360,2 4-763,3-1 673,-3 8-225,6 7 405,-19 12 49,3 13-49,-9-3 0,-7 14 90,1-10 698,6 12-698,-6-5 358,15-1-538,-5-8 242,13-11-242,2-1 180,3-12-180,5-1-495,-17-6 1,-1-4-496,14-11 193,-9 11 1,-1 1 796,-8-3 0,-10 38 0,-6 13 0,-10 4 0,0 0 0</inkml:trace>
  <inkml:trace contextRef="#ctx0" brushRef="#br2" timeOffset="382708">28575 15255 7533,'0'-25'359,"0"10"631,0-13-540,0 6-180,8-22-91,9-3-835,-7 17 1,0-3 655,6-2 0,1-1-135,1-6 1,0-1-138,-6 12 1,1-2 0,-1 1 226,2-14 0,-1 1 135,5 2 0,-4 1-338,-12 3 0,0 2 338,6 9 0,-1 2 0,-7-12 269,0 19 861,0 14-680,0 5 781,0 0-1141,0 5-10,-8 8-530,7 13 90,-7 13 180,11-14 0,2 1-251,-5 4 0,1-1 251,7 1 0,0-1 0,-8 0 0,2-1 45,9-4 0,2-2-45,-2 23 0,23-18 90,-15-8-90,15-25 90,-15-20-45,-1 5 0,-2-4-643,-10-4 0,-1-1 778,7 6 0,0 1-180,-2-26 98,-2 25 1,1-2-9,-4-3 0,0-2 180,3-5 0,0 0-180,-8 6 0,2 1 180,13-15 90,-13 7 90,6-2-90,-8 10-1,0 5 1349,0 18-1348,0 23 603,0 11-918,0-3 0,0 1 135,0 22-180,0-12 0,0 1-50,0-13 1,0 2 109,0 6 0,0 3 0,0 1-1063,0-2 1,0-1 0,0 0 1006,0 12 0,0 1-34,0-6 0,-1 2 0,2-5-153,3-7 1,0-1-133,0 13 1,2-3 224,11 2-180,-7-11-180,6-11-449,2-5 229,1-1 760,14-8 0,-13-16 0,6-3 0</inkml:trace>
  <inkml:trace contextRef="#ctx0" brushRef="#br2" timeOffset="383133">29492 14804 7533,'-17'0'1259,"7"-6"-539,-22 5-451,27-5 451,-35 12-900,29 6-989,-7 26 854,13-10 0,2 2 225,2-5 0,2 1-45,1 13 0,4-1 90,5-12 0,3-3 360,8 2 0,2-3-315,7 8 135,-2-25 0,-3-10 315,-13-31-271,1 11 1,-2-4 0,-8-15 0,-8-2-45,-8 7 0,-2 3-1774,9 5 1,-3 5 1613,-24-4 475,15 11-720,-11 11 360,9-4-1529,3 29-450,24 5 1889,10 11 0,1-17 0,5-1 0,3-2 0,1 0 0</inkml:trace>
  <inkml:trace contextRef="#ctx0" brushRef="#br2" timeOffset="383566">29739 14919 7533,'-17'-7'1079,"-1"2"360,8-1-269,2 5-1170,8-5 0,0 12 90,0 18-360,0 1 0,0 2-90,3 6 0,2 1 45,3 3 1,2-2 224,1 5-90,29-17 180,-19-51 90,7 9-90,-7-13 0,-3-8 135,-11 4 0,0-1 44,5 6 1,4 0 0,-3 0 270,-7-8 0,0 5 179,9-4-449,-15 34-270,0 34-90,0 16-540,7-12 1,2 4-226,-1 1 1,3 0 944,12 1 0,5-8 0,-5-17 0,1-7 0,7-7 0,-1 0 0</inkml:trace>
  <inkml:trace contextRef="#ctx0" brushRef="#br2" timeOffset="383831">30321 14094 7533,'-43'0'1079,"22"0"540,-11 17-1259,30-1-135,-2 12 0,0 4-135,4 13-1650,0-12 1,0 2 1649,0-6 0,0-1-315,4-1 0,0 0 180,1 3 0,0 3-75,2 2 0,2 5 1,1 1-221,-2-4 0,0 1 0,1 1 0,1 1-133,1 2 1,0 1 0,1 0 0,-1-2 352,1 3 0,0-2 0,1-5-375,3 4 1,1-12 494,1-20 0,-16-9 0,-4-14 0</inkml:trace>
  <inkml:trace contextRef="#ctx0" brushRef="#br2" timeOffset="384043">30215 14778 7533,'-33'-24'1979,"19"8"-360,-17-9-1260,29 12 1800,10-22-1979,12 17 0,3 0-90,-8-5 0,3 0-270,17 3 0,8 2 0,-1 2-1459,-1 0 1,0 1 545,-4 2 1,3 0 0,-1 2 1014,-3 4 0,0 3 0,0 2 0,9 6 0,0 4 0,-7-1 0,1 0 0,-1 1 0</inkml:trace>
  <inkml:trace contextRef="#ctx0" brushRef="#br2" timeOffset="384633">30692 15062 7533,'0'-33'1079,"15"-10"-989,-3 26 584,8-7 1,1 2-495,1 10-90,5-7 0,3-3-225,-6 3 0,-1-1-135,1-1 1,-1 0 269,-4 2 0,-5 0-270,-14-11 270,-10 15-90,-23 3 180,4 6-1729,0 5 1,-1 2 393,-9 5 1971,5 3 0,1 6-187,3 10 1,5 7-450,1 6 0,9 4-1083,14 5 0,10-2 633,3-12 0,9-6 150,12-8 0,9-5 1,-1-5 194,5-5 1,4-7 0,-15-3 0,5-3-1,3-3 1,-1-1 0,0 0 0,-2-3 0,0 1-1,1-1 1,-1 1 0,0-1 0</inkml:trace>
  <inkml:trace contextRef="#ctx0" brushRef="#br2" timeOffset="385316">31944 14236 7533,'0'-21'719,"0"-3"990,-8-2-629,-2-6-900,1 5-1,1 8-89,-16 8-629,18 15 179,-41 3-315,25 23 1,-1 12 494,1-15 0,-5 1 0,-1 2 0,1 3 22,3 3 1,-1 2 0,1 2 0,0 1 0,2 0 390,0 0 1,0 1 0,1 1 0,1-1 0,3 0 0,1-2 0,1 0 0,2 0 0,3-2 0,5-1-91,6 13 1,8-4 0,7-5-384,3-13 0,5-4 0,5-6-330,9-6 0,4-8 1,2-3 511,1-3 0,1-4 0,-2 0 0,-6 1 0,-2 0 1,0 0-1,10 0 0,0-1 0</inkml:trace>
  <inkml:trace contextRef="#ctx0" brushRef="#br2" timeOffset="386032">32173 14829 7533,'-9'-14'539,"1"-3"181,0 10-540,6-6 629,-6-6-89,-8-1-360,5 6-900,-23 2 90,-1 29 225,12-2 1,1 3 224,-2 9 0,3 5 179,5 7 1,4 0-180,3-14 0,3 0 90,4 11 0,4-2-90,6 3-270,1-3 91,25-6-1,-13-26-270,28 3 135,-26-16 0,-1-6-180,6-8 1,-1-3-1145,5-9 1,-3-1 996,-13 7 0,-3 2 462,11-13 90,-24 29 180,0 6-90,0 2 0,0 5 90,-8 28 629,6 14 919,1-8 0,2 3-816,6 0 1,4-2-553,1-4 0,3-3 0,3-7 0,-1-3-180,3-5 179,4-38 1,-15-22-180,-3 21 0,-2-3 45,1-15 0,-2-2 225,-3 13 0,0 1-226,0-4 1,0 1 225,0-8-180,0 24-1799,8 23-90,17 11 1169,-3 6-989,19 4 1080,-21-13 449,5-4 0,16-8 0,6-8 0</inkml:trace>
  <inkml:trace contextRef="#ctx0" brushRef="#br2" timeOffset="386360">32773 14223 7533,'-25'-6'899,"13"5"1,-12-5-271,15 17 361,-9 15-810,8 3-180,5 3 0,2 2 90,3 4-936,0 3 1,0 3 845,4-5 0,0 1-693,-3 9 1,0 1 482,3-15 0,2-1 1,0 0-61,-1 13 0,0-4 180,-1-11 0,1-3-360,3 19-847,0-16 1117,2-10-269,7 2-91,-7-11 485,14-6-215,-13-7 1555,15-2-1285,-16-9 0,5 4 0,-9-16 0,-2-7 0,5-1 0,0-1 0</inkml:trace>
  <inkml:trace contextRef="#ctx0" brushRef="#br2" timeOffset="386632">32914 14816 7533,'-8'-21'3238,"-9"10"-2609,-11 52-764,17-12 1,3 4 74,3 0 0,4 3 0,7-2-330,8-2 0,6-2 0,4-4-15,16 4 1,5-13 584,2-25 0,-2-15 89,-17-3 1,-4-7 0,-8-3 299,-7-5 1,-9-3 0,-7 3-360,-5 5 0,-6 3 0,-5 8-1849,-16 10 1,-6 10 296,3 4 0,2 11 1342,4 19 0,5 8 0,8-6 0,3 2 0,-2 10 0,-1 0 0</inkml:trace>
  <inkml:trace contextRef="#ctx0" brushRef="#br2" timeOffset="387499">29175 15874 7533,'0'-25'1079,"0"5"180,0 7-629,-8 30-450,6 1-90,-2 23 0,0 12-150,3-12 0,2 3 0,-1 3-396,0-8 0,-1 2 0,0 3 0,2-1 1,0 0 113,2-2 0,1 1 0,1 0 0,0-1 1,2-1-64,0 4 0,2 0 0,1-2 1,1-4 404,6 12 0,5-12 0,6-20 0,1-11 0,8-15 0</inkml:trace>
  <inkml:trace contextRef="#ctx0" brushRef="#br2" timeOffset="387859">29545 16456 7533,'-47'6'3058,"6"18"-2428,31 22-496,9-19 1,2 0-764,9 13-541,23-17-269,12-40 1259,-13 1-111,-7 2 1,-3-3 110,-11-21-626,15 4 626,-8-5 990,-1-4-720,1 9 0,0-5 540,-9 2-361,-1 15 1710,-8-2-1619,0 17 540,0 2-900,0 28 373,0 0-1003,7 0 1,2 3 359,3 20-1529,13-6 1799,-14-17 0,4-3 0,18-2 0,8-3 0,-10-2 0,1 0 0,-1 0 0</inkml:trace>
  <inkml:trace contextRef="#ctx0" brushRef="#br2" timeOffset="388382">30163 15784 7533,'0'-14'1439,"0"-3"-989,-8 15 809,-2 31-944,4 8 0,2 9-405,0-1 0,1 4 0,2 2-691,3-6 1,2 1 0,0 1 0,2-2 150,0-2 0,1 0 1,0-2-1,0-2 450,0-1 0,-1-3 1,3-4 179,8 7 0,-3-17 0,-12-25 0,6-5 0</inkml:trace>
  <inkml:trace contextRef="#ctx0" brushRef="#br2" timeOffset="388567">30127 16314 7533,'-17'-27'1439,"-1"-4"-1079,8 17 449,2-10-179,8 9 629,32-9-629,7-2-900,-9 15 0,3 0-1369,5-4 1,0 1 26,-10 5 1,1 3 1611,16-3 0,2 5 0,-10 10 0,0 5 0,-5-1 0,0 0 0,0-1 0</inkml:trace>
  <inkml:trace contextRef="#ctx0" brushRef="#br2" timeOffset="388926">30568 16353 7533,'-17'0'899,"-1"0"450,8 0-1079,2 0 450,8 0-540,8 0-90,18-6 90,-5-1-90,20-6-990,-13-6 810,-1 4-360,-5 1 1,-3-1 359,-5-2-360,25-12 270,-35 14 180,12-3 0,-16 5-90,-8 0 225,-25 9 0,-6 6-135,5 6-86,-11-2 1,2 8 220,27 5 0,5 4 45,-3 0 0,0 2-45,-5 6 0,5 2-855,13 8 1,6 0 404,-6-11 0,6-2-1100,17 5 0,7-5 876,2-2 539,-8-15 0,3-3 0,-1-1 0,1-2 0,6 2 0,1-1 0</inkml:trace>
  <inkml:trace contextRef="#ctx0" brushRef="#br2" timeOffset="389433">30974 16366 7533,'-22'-19'0,"1"0"0,-1-4 1079,-1 2 0,-1 1 541,3 3-1890,-15 17-1080,27 32 541,11 6 269,12-4 1,5-2 89,2-2-135,2-3 0,3 0 405,0-5 1,1-4 269,5 1 0,1-9 359,0-20 1,-3-8-270,5-7-1041,-26-4 0,-4-9 0,-3 5 1041,-2-8-1044,-4-4 0,0 0 1044,2 6-135,-9 6 0,-2 12 224,2 35-179,1 13 0,2 5-45,3-1 0,2 5-559,3 2 0,3 6 0,0 1 0,-1-5 559,-2 0 0,2 1-10,2-6 1,3 4 0,1 3 0,-1 0 0,-2-2 360,-2 4 1,-2-1-1,0 0 1,0-1-83,1 2 1,1 0 0,0-1 0,-3-1-255,0 8 0,-2-1 0,-8-9 794,-11-6 1,-7-14 426,-5-23 0,-4-11-1341,2-1 0,-2-4 0,1 0 13,4 1 1,0 0 0,2-3-194,-3-7 0,2-4 0,3 1-1064,-2-5 0,7-1 1674,6-3 1,12 0 0,23-3 0,13 4 0,1 18 0,0-1 0,0 1 0</inkml:trace>
  <inkml:trace contextRef="#ctx0" brushRef="#br2" timeOffset="389932">31291 16584 8252,'-9'13'1709,"1"-5"-270,8-3-1169,0-5 540,0-22-540,8 10-450,0-18 0,1-4 360,3 7-1819,4-14 1,-1-2-596,-3 5 1215,0-3 0,2 3 299,3 6-180,-7-15-1168,14 38 1708,-13-3-450,30 36 810,-3 4 0,-6-5 0,4 0 0,1 0 0,-1-1 0</inkml:trace>
  <inkml:trace contextRef="#ctx0" brushRef="#br2" timeOffset="390366">31732 16327 7533,'20'-13'809,"-4"6"900,-16-16-449,-8 1-721,-2-16-179,-15 4-630,-11 14-90,-9 32 135,18 11 1,1 5 224,6-6 0,3 2-45,2 17 0,5 2-45,3-10 0,6-1-1549,10 3 1,5-1 1310,-5-3 1,4-4 237,10-11 0,5-8 45,2-13 0,0-7 0,4-8 0,-3-6 255,-8 2 0,-2-4 0,-2 1-120,1-4 0,-5-1 314,-4-5 1,-6 3 1125,-13 5-1171,-17 20 2917,-5 48-3533,14-2 1,5 6-1383,8 4 1,6-1 1162,0-11 1,5-4-425,11-4 1,4-6 899,14-13 0,-7-33 0,1-13 0,-11 7 0,1 0 0,0 0 0</inkml:trace>
  <inkml:trace contextRef="#ctx0" brushRef="#br2" timeOffset="390722">32068 15772 7533,'0'-49'719,"0"17"361,-8-11 179,-2 53-989,-8-4-135,11 21 0,4 11-405,-2 4 0,3 6-270,3-3 0,2 3 1,0 4-17,-1-12 1,0 2 0,-1 1 0,1 0-1,1-1 268,2-1 0,0 0 1,1 0-1,-1-1 0,0-1 265,-2 3 1,0 0 0,0-2-1,-1-5 248,5 9 0,-6-20 765,-26-63-586,18 16 1,0-3 224,-5-9 1,-2-4 0,1 1 539,2-4 1,2 2-856,0 1 1,-1 0 225,-5-4 0,6 3-270,23 6-1260,21 7-649,4 15 1,3 6 1519,-13 8 0,2 2 0,9-2 1,5 0-1,-2 1 0,5 4 0,0-1 1</inkml:trace>
  <inkml:trace contextRef="#ctx0" brushRef="#br2" timeOffset="391194">32403 16353 10501,'0'14'720,"0"9"-990,0-15-90,-8 34-1529,6 5 764,1-17 1,2 0 809,2 0 1,4-2 314,10 5 0,9-20 0,1-15 0</inkml:trace>
  <inkml:trace contextRef="#ctx0" brushRef="#br2" timeOffset="392243">32720 16391 8522,'-10'0'1259,"3"0"-1169,-1-11 180,6 8-270,-6-14 90,8 10-180,-8 0-90,6 1-90,-6 6 181,0 0 178,-1 6 91,-1 6 90,-6 8 0,14 12-180,-14 6 0,15 9-208,-4-22 1,2 1-243,11 20 450,1-7-450,9-8-89,0-5 89,15-6 270,-19-7-90,25-7 0,-27-18 180,13-2 90,-15-24 180,-2 4-270,-8-4 1131,0-6-771,-8 10 359,-2-5-847,0 14 488,-5 6 29,5 0-30,0 5 1,2 1-180,0 1-180,6 5 90,-5 1-50,7 0-310,0 6-117,7 0-332,19 0-2558,3 0 2982,-1 6 205,-5-5 539,-13 10-269,8 2 540,-1 7-181,-3 3 1,-2 3-630,-1 5 90,-2-6 0,-2-1 90,-7 2-449,0-6 89,8 4 0,2-9 3392,7 9-4022,9-15 721,-14-9 179,19-20-180,-19-19 180,4 16 0,1 0-906,-5-17 816,11 3 540,-13-1-360,8 10-90,-8-10 450,5 7-180,-13 3 809,6 3-719,0 12-90,-6 8 269,6 5 457,0 5-1536,1 14 270,9 2 0,-8 1 0,-2 5-495,-3 5 1,-1 0 629,1-6 0,-2 0-989,2 11 0,-2-3 674,-1-5-1799,6 14 2249,-8-27 0,-8-10 0,-2-21 0</inkml:trace>
  <inkml:trace contextRef="#ctx0" brushRef="#br2" timeOffset="392433">32579 16055 7503,'-34'3'719,"-1"0"1,2 3 0,2 1-3779,-8 2 3059,9 2 0,69-22 0,1-4 0</inkml:trace>
  <inkml:trace contextRef="#ctx0" brushRef="#br2" timeOffset="393647">28434 14223 7533,'0'-15'809,"0"-8"-629,0 21-90,0-15 630,0 10-540,0-1-270,0 25 314,0 12 1,0 5-270,0-3 0,0 4-453,-1 2 0,0 7 0,-1 4 0,0 3 0,0 1 395,1-8 0,-1 1 0,1 2 0,-1 1 1,1 1-1,0 1 0,-1 1-225,1-5 0,0 1 0,0 1 0,0 1 0,0 1 0,0 0 0,0 1 1,0 1-1,-1-1 278,1-2 1,0 0 0,-1 3 0,0 0 0,1 0 0,-1 0 0,1 0 0,-1-2 0,1-1 0,0-3 0,0-2 34,0 10 0,1-3 0,0-3 0,0-1 0,-1 1 0,1 2-8,-1-6 1,0 2-1,0 1 1,0 0-1,-1-1 1,1-2 0,1-3-1,-1-5-138,1 14 0,0-7 0,0 2 138,-1 1 1,-1 3-1,0 1 1,-1-3-289,1-5 1,0-2-1,0-1 1,-2-2 310,-4 13 0,-1-4 0,1-9 0,-2-6 0,-8-8 0</inkml:trace>
  <inkml:trace contextRef="#ctx0" brushRef="#br2" timeOffset="394215">28205 17114 7533,'-30'-6'539,"-1"5"-359,21-5 0,-8 6 450,9 0-540,-7 6 449,6 6-359,16 3-539,29 4 314,4-14 0,3-3-126,-9 2 1,2-2 170,5-5 0,3-2 0,-4 1-303,-8 3 0,0-1 243,14-3 0,6-2 0,2 2-321,-9 3 0,1 2 0,2 0 1,2 0 350,-10 1 0,2-1 0,1 1 0,1 0 0,0 1 0,1-1-143,-1 1 0,0 1 1,1-1-1,1 1 0,0 1 1,0-1-1,0 1 224,3 0 0,0 0 1,2 1-1,-1 0 1,-1 0-1,-2 0 1,-2 0 2,3 0 0,-4 1 0,-1-1 0,1 1 0,2-1-24,0-1 0,3 1 0,0-1 0,1 0 0,-1 0 0,-2-1-13,2 0 1,-3 0 0,0 0 0,2-1 0,1 0-57,-5 0 1,2-1-1,1 0 1,1 0-1,-1-1 1,-1 1 0,-1 0 38,6 1 0,-2-1 0,-1 0 0,1 0 0,2 0 44,-1 0 1,2-1 0,2 0 0,-2-1 0,-4 1 0,-6 0-45,-2 0 0,-6 0 0,5 0-36,6 0 0,7 0 0,3 0 0,-3 0 1,-6 0 35,-8 0 0,-5 0 0,4 0-18,3 2 0,3 0 0,3 0 0,0 1 0,-2 0-32,3 0 0,-2 0 0,0 1 1,2 0 31,-3 0 0,1 2 0,1-1 0,-1 1 0,-2-1-5,1-1 1,-2-1-1,-1 1 1,0-1-1,2 0 1,0 1-1,-1-1 1,-3-2-560,-2 0 1,-2-1 0,-2-1 581,11 1 0,0 0-45,7 0 0,-4 0 263,-17 3 0,-3 0-218,23-1 360,-15 5 0,-3 3-720,-10-2-899,21 11 899,-31-6-449,21-6 809,-21-2 0,23-5 0,-7 0 0</inkml:trace>
  <inkml:trace contextRef="#ctx0" brushRef="#br2" timeOffset="395349">28399 14133 7533,'-10'-15'-270,"-6"-8"989,22 3 1,-4-7-540,16 7 45,4 5 0,5 1-1,7 3 1,4 1-165,-2-1 0,3-1 0,2 2-880,-3 2 1,2 1 0,1 1 0,-3 1 750,-2 0 1,-2 0 0,3 2 90,3 0 1,4 2 0,-1 0-1,-7 0-282,-4 1 0,1 0 260,1 1 0,5 0 0,2 1 0,0 0 45,-4 0 0,0-1 0,1 1 0,2 0-194,3 0 0,3-1 0,0 1 0,2-1 0,1 0 239,-5 1 0,1-1 0,1 0 0,0 1 0,1-2 0,-1 0-221,2-1 1,1-1-1,-1 0 1,1 0-1,0-1 1,0 2 145,1 0 0,0 0 0,0 1 0,0 0 0,0 0 0,0-1-15,-7-1 0,0 0 0,1 0 0,-1-1 0,0 1 0,-1 1 0,0 1-105,3 2 0,0 0 0,-1 1 0,-1 1 0,0 0 0,-3-2 150,9 1 0,-3-2 0,0 1 0,2 2-81,-4 3 0,3 1 0,0 2 0,-1-1 0,-3-1 13,-2-2 1,-2 0-1,-1-1 1,1 1 67,3 1 0,1-1 0,0 1 0,1-1 67,6-2 1,2-1-1,-2 0 1,-8-2-23,-3 0 0,1-2 71,-2 1 1,7-1 0,4 0 0,0-1 0,-3 0 173,1 0 1,-1-2-1,0 1 1,3-1-366,-7 3 0,2-1 0,1 1 0,1 0 0,-1-1 0,0 1 12,5-2 0,0 0 0,0-1 0,-1 2 0,-1 2-36,-6 3 0,0 1 0,-1 1 0,-1 1 0,-2 0-186,13 0 0,-2 1 0,-6 3 60,4 5 1,-7 3-361,-17-3 0,-5 0 180,-8-7-356,-2 9-903,-16-10 1260,6 1 659,-14-3 1,-9-5 0,-13 0 0</inkml:trace>
  <inkml:trace contextRef="#ctx0" brushRef="#br2" timeOffset="395949">33496 14106 7533,'-19'0'180,"-5"0"179,22 6-179,-6 2 270,8 10 0,0 19 0,0 4-762,0-17 1,0 4 446,2 7 0,0 8 0,0 3 0,0 1-422,-1-4 0,-1 0 0,0 2 1,1 2-1,-1 1 274,1-6 0,0 2 0,1 2 0,-1 0 0,0 0 1,0 0-1,0-2-389,-1 2 0,0 1 0,0-2 0,0 0 0,0 0 0,0-1 384,0 6 0,0-1 0,1-1 0,-1 0 0,-1 0 36,0-3 0,-1-1 0,0 1 0,0-2 0,1 0-41,1 6 1,-1-2-1,1 0 1,-1 4 52,-1-8 0,0 2 0,-1 2 0,0 0 0,0-2 0,0-1-242,1-2 0,0-1 0,0-2 0,1 0 0,-1 1 189,-1 6 1,1 1 0,0-1-1,-1 1-30,0-7 1,-1 2 0,1-1-1,0-1 1,0-1-38,2 3 0,1-3 0,0 0 0,-1-1 380,-1 8 1,-1-2-1,0-5-560,3-5 1,0-8 2592,0-14-2593,0-18 1335,0-7-1784,0-7 810,8 0-990,2 2 899,8 10 0,-9 3 0,7 10 0,-6 2 0</inkml:trace>
  <inkml:trace contextRef="#ctx0" brushRef="#br2" timeOffset="396449">33302 17217 7533,'-17'-7'719,"-1"1"-179,8 1-270,-6 3 629,7-9-719,-1 9 630,2-4-720,16 6-540,25-5 450,6-2 0,2-2 0,3-1 0,-3 0 0,0 0 0</inkml:trace>
  <inkml:trace contextRef="#ctx0" brushRef="#br2" timeOffset="457664">14252 17978 7533,'0'-20'270,"0"2"-1,0-1 361,0 5 989,0-10-1169,0 4 539,-15-6-899,-13 6-135,1 11 0,-7 5-45,0 6 0,-3 5 0,-3 1-559,2 0 1,-2 2 0,-1 1 0,-1 0 760,-5 2 1,-2 1-1,1 0 1,2-1-1,8-1 1,1 0-1,1-1 1,0 0 44,-4 0 1,-1-1-1,1 0 1,6 1 111,-3 5 1,3 1-135,-9 6 0,8 6-315,25 2 0,10 2 90,3-5 0,8-1-23,12 0 1,10 1 0,2 1 0,-5-5-444,-3-1 1,1-1 487,3 0 1,5 3-1,1 0 1,-3-2-113,7 5 0,-2 1 90,-10 0 0,-1 2 0,-1-1 450,7 3 0,-5 1 44,-6 11 1,-15-2-155,-27-15 0,-9-2 19,5 2 1,-5-2-180,-14-7 0,-10-5 0,3-2 0,3-4 0,0-4-150,4-2 0,-3-1 0,7-5-30,8-5 0,5-1-438,-18-4 528,49 1 0,39 18 0,-4 3 0,0-1 0</inkml:trace>
  <inkml:trace contextRef="#ctx0" brushRef="#br2" timeOffset="458266">14164 19024 7533,'-18'0'0,"1"6"1169,7 1-899,2 0 90,8-2 914</inkml:trace>
  <inkml:trace contextRef="#ctx0" brushRef="#br2" timeOffset="458266">14111 19049 10875,'8'-17'255,"7"-7"15,3-8-90,0-2 0,0-5 0,1-3-493,-1 0 0,0-3 1,0-3-1,1 0 169,-2 4 0,1-3 0,0 0 0,-1-1 1,-1 1 89,-3-1 0,-2 0 0,0 0 0,-1 0 0,2 3 54,3-4 0,0 2 0,1 1 0,-3 3 120,-4-3 0,-1 3 0,2 7 104,2 9 1,1 10-225,13 23 135,-8 17 0,-1 11-75,-4-2 0,-1 3 0,0 3-280,1-2 1,1 2 0,-1 2 0,-2 1 286,-2 4 1,-2 2 0,-1 1-1,2-1-202,2-1 0,1 0 0,0-1 1,-2-2 74,-4 3 0,-2-2 0,1-3-480,4 11 0,-1-7-282,-7-6-887,0-11 1709,0-11 0,-15-34 0,-5-4 0</inkml:trace>
  <inkml:trace contextRef="#ctx0" brushRef="#br2" timeOffset="458465">14446 18624 7533,'-25'0'0,"-1"0"0,3 0 2968,-24 0-2338,35 6 1169,-6-5-1350,26 11-629,4-11 270,17 2 0,7-1-1729,4-3 1,2-3-1,1 1 1,0-1 1559,-1 1 1,0-1 0,-7 0-1,0 0 1,1 0 0,2 2-1,0-1 1,0 1 0</inkml:trace>
  <inkml:trace contextRef="#ctx0" brushRef="#br2" timeOffset="459082">15011 18959 7533,'-20'0'1979,"-11"6"-1530,27-5 721,-20 11-811,22-11 451,-5-1-720,18-15 0,9-11-45,-2-15 0,3-8-466,-2 13 0,4-2 1,1-3-1,-4-1 385,-5 3 0,-2-2 0,0-1 0,-1 1 0,2 2 36,3 1 0,2 2 0,-2 0 0,-1 0 67,-5-3 1,-3-2-1,0 3 1,0 7 112,9-14 270,-9-3-270,-8 35 353,0 13-983,0 24 270,0-1-1459,0 6 1,0 2 1544,8 6-270,-4-2 1,2 3 3,10 2 0,1-2 135,-11-8 1,2-1-136,19 12 0,1-5 450,-12-13 159,10-6 0,4-10 920,8-35-854,-11-7 0,-1-8-143,-9 3 1,-2-5 0,-2-2 74,-5 10 1,-1-2-1,-1 0 1,0 3 291,0-5 1,0 2 0,-2 5 2736,-4-15-2768,0 46-329,3 25 1,2 17-675,-1 8 1,1 2-170,4-12 0,0 2 334,-3 4 0,-2 5 0,4-3-600,2-10 1,2-2 0,-1-1 569,-1 15 0,1-2-210,5-8 1,2-1-1,-3-7-59,-1 2 629,5-8 0,1-5 0,-8-15 0,14 1 0</inkml:trace>
  <inkml:trace contextRef="#ctx0" brushRef="#br2" timeOffset="459866">16263 18339 7533,'-18'-12'1529,"1"34"-3168,3 8 1,2 4 986,6-4 0,1 2 787,-4 13 0,2 0 546,6-13 0,2-1-651,-1 2 0,0 2 0,0-1 195,0 10 0,0-2 388,0 2 0,0-18 106,0-38-854,0-24 0,0-13 67,0 14 1,-1-3 0,1-2 0,1-2-456,1 1 0,1-3 0,1 0 0,-1 0 0,1 3 590,-2 1 0,0 2 1,1 0-1,1-2-135,2-10 1,1-2 0,2 1 0,3 8 471,13-3 1,1 6-360,-11-2 0,3 5-32,13 9 1,3 16 31,-7 28 0,-2 8 45,17-3-120,-20 1 0,2 5 0,-6 1-15,-5 7 0,-4 2-759,5 9 1,-3 1 803,-4-9 0,-6-1 0,-6 4 0,-5-4 1285,-10-7-1285,-8 7 1931,3-18-1841,-16-12-449,-6-1 179,15-8 0,1-2 729,-6-3-2978,21 11 2646,42-1 1,9 8-1,6 2 1,-7-6 0,0-1-1,0 1 1</inkml:trace>
  <inkml:trace contextRef="#ctx0" brushRef="#br2" timeOffset="460264">16951 18095 7533,'0'-32'1979,"0"5"-5256,0 1 3232,0 8 2083,0 10-2218,-8 25-135,0 9 1,-2 6 104,-4 3 0,-4 4 0,0 3 195,2-3 1,0 2-1,0 1 1,-1 0 373,-2 1 1,-2 0 0,1 1 0,0-2-46,1-3 1,0 0 0,2-2 0,1-3 359,-5 11 1,5-6 45,8 3 2556,51-59-2906,-5-1 0,4-4-1090,-6 4 0,1 0 1,-2-1-459,7-4 0,0 0 278,-9 9 1,1 2-1,-3 2 1076,3 3 1,-3 6-1,-5 4 1,-3 5-1,16 21 1</inkml:trace>
  <inkml:trace contextRef="#ctx0" brushRef="#br2" timeOffset="460532">17392 18095 7533,'-8'-20'1709,"6"-5"1349,-6 17-2698,8-4 809,0 30-989,0-3 225,0 12 0,0 7-495,0 6 0,0 4-789,2-2 0,1 2 0,0 1 99,0 0 1,0 0-1,1-2 690,1-7 0,2-1 0,-1-2-1259,-3 12 0,3-5 1435,5-14 0,2-5 0,7 3 0,15-15 0</inkml:trace>
  <inkml:trace contextRef="#ctx0" brushRef="#br2" timeOffset="461280">17815 18753 7533,'-10'0'989,"-5"0"1,13 0 719,-14 0-630,14 0-899,2-6 360,18-18-181,1 1 1,2-9 0,0-8-210,-6 5 0,0-2 0,0 0-547,4-7 1,1-2 306,-7 9 0,0-5 0,-1 1 0,-1 6 90,-1 3 0,-1 3-90,0-4 0,0-2 0,-1 5 0,2-6-180,-2 6 90,-8 24 0,0 41 270,-1 1 0,2 5 132,1-5 0,3 3-162,2 6 0,2 4 0,1-6 75,0-11 0,1-2-45,2 6 0,2 3 0,-1-5-45,-2-8 0,3-2-195,9 5 0,6 2 0,-2-6 60,-5-9 0,1-5 120,14 1 0,6-4 0,-4-11 240,-9-17 0,-5-11 0,1-4-68,1 3 0,0-3 1,-1-3-1,-2-3-507,-5 1 1,-3-2 0,-1-3 0,-1 1 0,-3 0-2,-2 2 0,-1 0 0,-2 0 1,-2 1-1,0 3 276,-1-12 0,-2 3 0,-2 5-555,-1-8 1,-8 16-995,-23 39 1310,19-1 269,-3 30 0,6 8 0,18 1 0,2 0 0,0 0 0</inkml:trace>
  <inkml:trace contextRef="#ctx0" brushRef="#br2" timeOffset="461997">19703 18108 7533,'0'-27'899,"0"-4"-269,0 17 719,0-16-899,0 20 539,0-19-179,0 15-360,-16-12 89,-11 6-674,2 11 0,-3 5-180,-11 14 1,-1 9 224,7 3 0,0 5 0,1 1-258,6-4 0,0-1 0,2 5 392,0 6 1,0 6 0,1 0 0,4-5-1099,-2-3 0,2 0 1114,4 3 0,0 4 0,2-4-60,4-5 0,1-1 179,-1 2 1,2 3 13,6 1 0,3 3 0,3-1-193,4 11 0,7-3 60,5-10 0,4-2 0,0-3-60,0-1 0,3-10-135,19-15 0,2-13 270,-13-10 0,0-7-45,0 2 0,1-3 0,-2 0 30,-8 5 0,-2 1 0,0-1 89,3-4 1,1-2 0,-6 5 960,-1-6-631,3 9 436,-25 50-1740,0 0 1,-2 2 1757,-2-1 0,0 1-2523,2 10 1,4-1-110,9-13 1,2-2-1,-7 2 1,1-1 1401,8-3 1,4-5 0,14-12 0,4-8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09:37:07.183"/>
    </inkml:context>
    <inkml:brush xml:id="br0">
      <inkml:brushProperty name="width" value="0.09071" units="cm"/>
      <inkml:brushProperty name="height" value="0.09071" units="cm"/>
    </inkml:brush>
  </inkml:definitions>
  <inkml:trace contextRef="#ctx0" brushRef="#br0">14940 4078 7533,'0'-20'809,"-8"2"-359,6 5-270,-5 6 629,7-10 91,-8 8-720,6-4-180,-6 7 360,8 17-1,0 27 91,0-2 0,0 5-211,0-6 1,1 1 0,-2 5-325,-1 0 0,-1 6 1,0 2-1,-1 0 1,0-1 335,1-3 1,-1-1 0,0-1 0,0 2 0,0 2-132,-1-1 0,-1 2 0,0 1 0,0 0 0,-1-2 0,1-4 14,-1 4 1,0-3 0,0-3 0,1-1 45,-1 7 0,2-3 0,-1-7-1079,-2 5-1350,8-12-719,0-42 809,8-15-899,2-14 3058,0 9 0,-5 6 0,-2-2 0,-3-20 0</inkml:trace>
  <inkml:trace contextRef="#ctx0" brushRef="#br0" timeOffset="636">14975 4285 7533,'0'-47'1092,"0"1"0,4 0 0,0 4 238,0 11 0,2 4-1240,12-14 450,7 11-495,-1 24 0,3 5-180,8-4 0,3 4-135,10 7 0,2 5 270,-4 0 0,-2 5 270,-6 10 0,-6 6-45,-5 2 0,-11 4-225,-15-6 0,-8 3 0,0 0-912,1-1 0,-1-1 1,-4 0 941,-6-2 0,-4-1 0,-2 1-210,-1 7 0,-1 1 0,-2-2 227,1-4 1,-2-1 0,0 0 222,-5 5 0,-1 2 0,3-3-135,-3 2 0,3-5 269,4-8 1,5-3-45,12 4-270,2 1-180,16-1 90,2-7-717,16-6 628,-7 0 1084,22 11-770,-15-8 0,1 1-405,5 5 0,1 2-180,-1 1 1,-1 2-1280,-7 1 1,-5 1-1,-8-3 1,-5 1 1898,-6 19 0,-9-38 0,-9-18 1</inkml:trace>
  <inkml:trace contextRef="#ctx0" brushRef="#br0" timeOffset="1351">15540 3898 7533,'0'-42'1169,"1"16"0,-2-1-539,-6-1 0,-2-1-136,-2-10 1,-5-3-225,-3 9 0,-4 0 0,-4 2-580,-6 1 1,-5 3-1,-5 5 310,2 7 0,-4 5 0,-1 2 0,2 1-280,-2-1 1,2 1 0,-3 6 296,8 3 1,-2 4 0,-2 2 0,2 2 0,1 0-41,-2 3 1,2 2 0,0 2 0,-1 2-347,0 3 1,-1 3 0,0 1 0,0 4 0,2 1 218,5 0 0,1 3 0,0 1 0,2 1 1,0 0-1,3-1-160,-1-3 1,2 0 0,1-1-1,1 2 1,3 3 354,3 4 0,2 2 0,2 3 0,1 1 0,3 0 0,1-2 99,2 2 0,3-1 0,2 1 0,2 0 0,2 2-80,1-7 0,2 2 0,2 0 1,0 1-1,3 0 0,0 1 0,3-2-13,1 4 1,2 0-1,2 1 1,1-1-1,3 0 1,2-2-1,2-2-207,1-6 1,2-1 0,1-1 0,3 0 0,1-2 0,1-1 0,1-2 0,1-2 87,1-2 1,1-1-1,1-2 1,1-1 0,1-1-1,0-3 1,2-1 0,0-3 156,2-1 1,2-2 0,1-1 0,0-3 0,1-2 0,-1-2 0,0-1 0,-1-3 167,4-1 0,1-4 0,-1-1 0,-1-3 0,0-2 0,-2-3 0,-2-1-268,-3-3 0,-1-3 1,-1-3-1,-1-1 1,-2 0-1,-2 0 1,-2 2 77,10-8 1,-4 3-1,-3-3 1,-5-4-14,-10 2 0,-2-2 0,-4-2 0,-1-3 0,-3-1-115,-2-4 0,-3-3 0,-2-3 1,-2 0-1,1 2 0,1 4 61,1-3 0,1 5 0,-1 0 0,-2-7-51,-1 8 0,0-5 0,0-4 0,-1-1 0,-1 0 0,-2 2 0,-3 3 0,-3 6 230,-6-1 1,-4 4 0,-3 4 0,1 0 0,1-1-158,3-8 1,3-1 0,-3 2-1,-7 4-22,-8 6 0,-7 0 0,-4 4 0,-1 5 0,3 8-147,0 11 0,0 7 1,0 4-1,1-3-543,-10-7 1,1 0-1,0 6-130,4 9 1,-1 6 0,3 2 0,12 0 684,3 20 1,-5-11-1,1 0 1,11 4-1</inkml:trace>
  <inkml:trace contextRef="#ctx0" brushRef="#br0" timeOffset="4650">14164 5614 7533,'20'-13'-1619,"-5"6"1529,-7-10 449,2 8 181,8-15-540,-9 15 900,-1-8-541,-8 10-449,0 0 360,8-5 90,2 5 0,8-12-270,-9 11 270,-1-3-1,-8 5-448,0 4 178,0-3-268,0 5 179,0 5 0,0 3 179,-8 5-268,-1-1 89,-1-5 0,2 5 0,0-11 89,6 11 1,-6-11 0,8 11-180,0-11 90,0 5 180,0 0 270,-8 7-360,-1 1 0,-6 8 0,-4 4-180,-1 0 0,-4 2 0,0 0-616,0-1 1,0 0 0,-5 6 660,5-6 0,-3 5 0,-2 2 0,-3 3 0,-1 1 0,0 1 0,-1 0 0,1-2-283,5-5 0,-1 0 0,-1 1 1,1-1-1,-2 1 0,1 0 1,-1 1-1,0 0 0,-1 1 1,-1 0 328,4-3 0,-1 1 0,-1 1 1,0 0-1,0 0 0,-1 1 1,0 0-1,0 0 0,0 0 1,0 0-1,0 0 0,0 0 1,1-1-18,-3 2 1,1 1-1,-1-1 1,0 1 0,0 0-1,0-1 1,1 1 0,0-2-1,0 1 1,1-1 0,1-1-1,0-1 185,-3 4 1,1-1 0,0 0 0,1-1 0,1-1 0,0 0 0,0-1 0,1 0 0,1-1-105,-4 3 1,0-1 0,1 0 0,1-1 0,1 0 0,1-2 0,1-1-48,-1 4 0,1-2 0,2 0 0,0-2 0,2-3 39,-8 6 0,2-3 1,4-3-418,2 2 0,5-9 1198,3-18-2367,39-16 2657,7-20-1128,-8 21 0,1-1 0,4-16 0,-11 10 0</inkml:trace>
  <inkml:trace contextRef="#ctx0" brushRef="#br0" timeOffset="5119">12224 7486 7533,'-36'-13'1259,"9"5"-629,9 3-450,3 5-91,5 0 91,0 5-270,-6 8 270,14 2-270,-5 4 180,7 5-180,0-3 180,-7 9 0,-2 6-120,1-2 0,0 3 0,-3 1-198,-4 0 1,-3 2-1,0 0 1,0 1 339,1 3 1,1 0-1,-1-1 1,0-1 156,-4 4 1,-1-2 0,3-4-135,0 1 0,4-7 225,0-4 269,20-17-539,-10-6 509,26-12 1,22-10 0,-6 1-510,3-8-293,-9 6 1,10-5-1,5-3 1,-2 1 0,-6 1-428,-4-1 0,-4 1 1,2-1 606,-1 3 1,3 0-1,0 0 1,-2 2-1071,3-2 1,-1 1 0,-5 4 1236,12 1 1,-13 19 0,-32 11 0</inkml:trace>
  <inkml:trace contextRef="#ctx0" brushRef="#br0" timeOffset="8283">11042 8970 8072,'20'0'630,"-5"0"180,-15 0-271,0-6-539,0-1-90,0-6 180,0 6-180,0 1-180,-23 6 181,1 0 44,-2-1 0,-3 2-360,-6 4 0,-2 2 465,4-1 0,-2 0 0,-1 2 29,-8 2 0,-1 1 0,2 1 60,5 0 1,2 1 0,2 1-15,-8 6 0,12 4 135,28 22-90,24-20 0,12-1-60,-3-5 0,3-1 0,3 0-293,-1-4 1,2-2-1,2 2 1,-3 0 149,-3 3 1,-1 1-1,-1 1 1,0 0-8,12 3 0,-1 0 0,-7 4 120,-11 1 0,-6 2 0,-6 1 269,-6 9 1,-8-1-225,-1-9 0,-6 0 45,-18 7 0,-9-2-90,0-10 0,-4-2-60,8-4 0,-2 0 0,-1-4-30,-6-2 0,-1-4 0,2-5 0,-6-10 0,4-7-9,5 0 0,7-4-3230,1-21 721,26 19 2518,2 13 0,30 6 0,-3 0 0</inkml:trace>
  <inkml:trace contextRef="#ctx0" brushRef="#br0" timeOffset="10336">11712 8647 6633,'20'-5'1170,"3"-8"-631,-21-2-179,-2-3-180,-2-1-90,-5 5 270,-9-5 89,4 0 91,-21-6-360,21 3-180,-9 2 0,-5-1-90,4 0 0,-3 1 150,-6 2 0,-5 0 0,-1 1-877,-2 1 0,0 0 0,-1 2 787,7 4 0,0 1 0,-2 3 7,-5 2 1,-3 3 0,-1 2 0,0 3-23,1 1 0,0 3 0,0 1 0,-2 0 9,1 1 0,-3 0 0,1 1 0,-1 0 0,3 0 13,-2 0 1,1 0-1,1 1 1,-1 3-50,2 3 0,-2 2 0,0 1 0,1 2 0,1 1-241,5-2 0,1 1 1,1 0-1,-1 3 0,-1 0 300,4-1 0,-2 1 0,-1 1 1,0 1-1,0 1 0,2 1 0,0 0 90,2 1 0,1 1 0,1 1 0,0 0 1,1 1-1,1 1 0,2 0-32,-3 5 0,1 2 0,2 0 0,1 0 0,2 1 0,3 0-389,4-2 0,1 0 1,3 0-1,1 0 1,0-1-1,2-1 344,-4 7 0,2-3 0,3 1 0,2 2 18,5 0 0,2 3 0,3 0 0,3 0 0,3-4-185,6 1 1,5-3 0,3 0 0,3 1 136,-3-4 0,2 3 0,2 0 0,1 0 0,4-3 0,2-4 68,-1-8 1,4-2-1,2-2 1,1-2-1,0-1 1,0-2-1,-3 1-12,6 2 1,-2-1-1,0-1 1,1-3-1,3-4 51,-3-6 0,3-2 0,3-2 0,0-2 1,-2-2-1,-3-1 0,-5 0-77,7-2 0,-5-4 0,4-1 90,-2 0 0,6-2 0,2-1 0,1-1 0,-1-1 0,-5 0 0,-3-1 0,-3 1 0,-2-2 0,2-1 0,2-3-1,-4 1 1,1-1 0,2-2 0,1-1 0,0 0 0,-1-1 0,-2-1 0,-1 2-159,4-5 0,-2 0 0,-1-1 0,-2 1 0,0-2 0,-1 0 69,-2 2 0,-1 0 0,-1 0 0,0-1 0,-3-2 0,0-2 120,-1-5 0,-2-2 0,0-2 0,-3-1 0,-2 1 0,-2 2 14,-1-9 1,-4 2 0,-2 0 0,3-1-117,0 6 0,3 1 0,-1-1 0,0-1 0,-3-1 37,-3-2 0,-2-3 1,-1-2-1,-1 2 1,-1 4-1,0 5 65,1 2 0,-2 6 0,-2-6-27,-1-6 1,-1-8 0,-2-2 0,-3 2 0,-5 7 63,-5 8 1,-3 5-1,-4 2 1,-1-2-113,-5-7 0,-3-1-1,-2 1 1,-3 5-652,0 6 0,-2 3 0,-2 4 0,2 3 607,-6 3 0,0 4 0,6 8 0,3 13 0,7 8 0,18 5 0,-1-1 0</inkml:trace>
  <inkml:trace contextRef="#ctx0" brushRef="#br0" timeOffset="13152">18168 8790 7982,'-10'-8'450,"2"2"-630,8 1 0,0 3 0,0-3 270,0 5 360,0-6-450,0 5 270,0-5-180,0 0 630,0 4-541,0-9 541,0 9-630,0-3 450,0-1-450,0 4 179,0-4-179,0 6-90,0-5 180,0 3-180,-7-3-90,5 5 0,-6 0 90,8 0-90,0 0 360,-8 23-180,6 0-45,-2 20 0,0 4-461,4-20 1,0 2 482,1 7 1,1 8-1,0-1 1,1-5-68,1-4 0,2 1 22,2 4 1,3 9-1,0-1 1,0-9-554,0-8 0,1-2 441,6 7 0,4 2 0,3-7-405,13-9 1,3-7 449,-11 1 0,2-4-180,19-8 0,-4-12 0,-25-14 0,-5-4 135,10 3 0,-3-4 30,-13-12 0,-7-6 0,1 6 780,11-8 1086,-16 1-1447,6 66 1,3 15-1012,-1-3 0,1 4 1,2-2 561,5 6 0,5-1 150,0-5 0,4-1 0,3-8-1239,20-10 0,2-9 1358,-10 7 1,1-7 5,0-12 0,2-8 0,-6-6 145,-11-4 0,-5-6 0,-1-3-286,-1-1 1,0-3 0,-1-1 0,-1 2-45,-1 0 0,-1 3 0,-3-4-23,-5-2 1,-3-4 0,-1 3 0,-2 7-68,-1-11-585,-5-5 0,-5 6 316,-10 25-2070,-15-10 1439,-8 40 1354,13-2 1,6 9-1,-1 5 1,7-2 0,-1 0-1</inkml:trace>
  <inkml:trace contextRef="#ctx0" brushRef="#br0" timeOffset="14051">19068 8389 7533,'-29'-9'-270,"1"-1"0,-7-4 749,2 7 1,-6 1 0,5 1-921,-11-3 591,5 3 0,-7-1 0,4 0-509,11 2 1,0-1 403,-1 0 0,-5-2 0,-2 1 0,2 0 75,-9 0 0,0 0 0,-2 4-379,2 2 1,-2 3 0,-1 2 0,0 2 402,4 2 0,0 1 0,-1 1 0,1 3 0,1 2-630,3 2 1,1 2 0,1 2-1,1 1 1,1-1 485,-2 2 0,1-1 0,2 3 0,2 3-54,6 2 0,0 4 0,2 2 0,2 1 0,4 1-279,5-2 0,3 2 0,3 1 0,0-1 0,-2-1 378,-4 5 0,-1-1 0,1 0 0,5 4-113,4-6 1,3 3-1,1 2 1,3 0-1,1-1 1,4-2 175,3 1 0,3-3 0,3 0 0,2 1 0,1 1-108,0-2 0,0 1 0,2 2 0,1 0 0,1-1 0,2-1 0,2-1-16,1-1 1,1 0-1,2-1 1,1-1-1,2-1 1,3-3-1,1-3 4,0-4 1,2-2 0,2-1 0,2-2 0,1-2 0,0-2 0,1-3-1,-1-3 12,1-2 0,0-4 0,1-1 0,0-3 0,0-2 0,1-2 0,0-1 0,0-1 0,-2-2 0,2-2 0,0-1 0,0-2 0,0-1 0,-1-1 0,-1-1 0,-1 1 0,-3 0 45,6-2 0,-1-1 0,-3-1 0,-1 0 0,-1-1 0,-1-2-9,2-3 0,1-2 0,-3-1 0,-4 2 0,-6 1 9,-1-5 0,-5 0 342,-5-2 1,-1-3 0,1-1-328,2-2 0,2-1 0,-2-5-24,-3 1 0,0-3 0,-1-4 0,-1-2 0,-1 1-57,-5 10 0,0-1 0,-2-1 0,0-1 1,-1 0-1,0-1 0,-1 0 32,-1 1 0,0-2 0,-1 0 1,0-1-1,-1 1 0,-1 0 1,0 1-1,-2 1-70,1-5 1,-2 1 0,-1 0 0,0 2 0,-3 1-1,-1 2 95,-2-4 0,-2 1 0,-2 2 0,-3 4 0,-4 4-81,-7 3 0,-4 5 0,-3 4 0,-1 3-360,-1 2 0,-2 4 1,0 2-1,1 0 315,-8-3 0,2 2 1,0 5 159,1 10 0,0 5 1,12-9-1,8-30 0,-1-6 1</inkml:trace>
  <inkml:trace contextRef="#ctx0" brushRef="#br0" timeOffset="15252">16016 5795 8342,'-19'-7'270,"3"1"360,39 29-540,-1 0 0,4 7 0,3 3-746,-3-3 1,2 2-1,2 2 1,0 1 0,-1-2 196,-3-4 0,0-1 0,0 1 1,2 1-1,1 4 479,-3-2 0,3 3 0,1 3 0,1 1 0,0 2 0,0-2 0,-1-2 0,-2-2 0,-3-5 16,6 5 1,-4-5 0,0-1 0,3 6-26,-4-4 0,3 5 0,2 2 1,1 2-1,-1 0 0,-1-3 1,-3-3-1,-3-5 49,4 5 0,-3-6 0,2 5 42,-4-4 1,2 3 0,2 4 0,0 1 0,1 0 0,-3 0 0,-2-2 112,2 7 1,-2-2 0,-2 0 0,0 1 0,1 2-172,-2-7 1,1 3 0,0 1-1,0-1 1,0 1 0,-1-2 0,-3-3 44,5 12 1,-2-4 0,-2 0 0,-1 0 135,-4-2 0,-1 2 0,-1-3 0,2-4-352,9 7 1,1-4 96,-8-7 0,0 0 0,2-6 296,5-5 0,-1-12-1076,4-35 1055,-15-21-1594,-2 0 3155,-16 21-3335,6 39 1639,-21 22 1,11 5-1,-14-2 1</inkml:trace>
  <inkml:trace contextRef="#ctx0" brushRef="#br0" timeOffset="15685">17268 7976 7533,'-19'-35'3276,"3"6"-2145,32 27-951,-4 9 135,10 12 0,5 5-46,-1 7 1,3 4-430,-3-4 0,4 2 1,2 2-1,-1-2 317,-2-4 1,-1 0-1,1-1 1,-1 0-158,5 8 0,0 0 0,1-6 90,-1-7 0,1-4 0,-5-13-264,-7-21 1,-3-10 262,5-12 1,-3-6-120,-8 6 0,-2-4 0,-4-2-790,-4 2 1,-3-3 0,-1 1 0,1 2 749,3 4 1,0 3 0,-1-3-66,-1-1 0,0-4 0,-2 1 1,0 6-1157,-3 3 1,0 2 1290,5-10 0,-4 13 0,-12 38 0,5 25 0</inkml:trace>
  <inkml:trace contextRef="#ctx0" brushRef="#br0" timeOffset="17220">12153 9551 7533,'-10'7'90,"3"-1"269,-1-18-449,6 4 270,-14-17 180,14 11 0,-6-5-180,8 12-270,0 2 270,0 5-540,24 0 225,3 4 0,7 3 135,5-1 0,6 1 0,2 0-820,-4-1 1,3 1 0,0 0 0,-1 0 812,-5 0 1,-3-1 0,2 1 0,4-1 36,-1-2 0,3 1 0,3-1 0,0 0 0,0 0 0,-3-1-283,3 2 0,-2-1 0,-1 0 0,3 0 0,2 0 264,-7-2 0,3 0 1,0 0-1,3-1 0,-1 1 1,1 0-1,-1-1 0,0 1-11,-2 0 0,-1 0 0,1 0 0,-1 1 0,0-1 0,1 0 0,-1 0 0,1 0-153,1 0 0,0-1 1,1 1-1,-1-1 0,0 1 1,1-1-1,-1 1 1,1 0 196,-1 1 1,0 0 0,0 0 0,1 0 0,-1 1 0,0-1 0,1 1 0,-1-1-12,-1 0 1,1-1 0,-1 1 0,0 0 0,1-1 0,-1 1-1,1 0 1,0-1-46,2 1 1,1 1 0,-1-1 0,1 1 0,0-1 0,0 0 0,-2 0-1,0-1-173,2 0 0,-1-1 0,0 0 0,-1 0 0,-1-1 0,0 1 0,-2 0 170,1 0 0,-1 0 0,-1 0 0,-1 0 0,-1 0 0,-3 0 145,4-1 0,-2 0 0,-2 0 1,-1 0-131,3-1 0,-1 1 0,2 1 63,3 1 0,3 1 1,1 0-1,-1 0 49,-5-2 1,0-1-1,-1 1 1,1 0-68,4 1 0,1 1 0,0 1 0,-3-2 45,4 0 0,-3 0 0,-2 0 355,-9 0 0,-1 0 0,1 1-325,12 1 0,2 1 0,-4-1-210,-1 0 0,-4-1 90,4 1 0,-7-2-180,-16-2 1578,5 0-1578,-18 0 477,-8 0-1736,-32 6 2769,16 1-1825,-18 7 0,-4 2 495,5 1 47,8-1 0,-1-2 0,-2-6 1,-1-3-1,0 2 0,1-1 1</inkml:trace>
  <inkml:trace contextRef="#ctx0" brushRef="#br0" timeOffset="17769">16669 9537 7533,'-2'-25'-90,"4"11"270,15-3 89,17 15 631,11 2-675,-14 8 0,1 3-281,-6-5 1,2 3 115,6 8 0,3 5 0,-2-1-859,6-2 0,-1 0 739,-9 0 0,2 1 0,1-1 120,2-4 0,2-1 0,-7-1 30,7 9 0,-8-13 0,-4 0-394,-10 3 394,-6-11 270,0 5 90,-18-6-46,-20 9 1,-11 5-375,3 0 0,-3 1 0,-3 2-52,1 0 1,-2 1-1,-1 1 1,1 0-474,-1 3 0,0 0 0,1 1 1,4 1-226,-1 2 1,3 0-1,4 0 720,-6 4 0,13-1 0,26 8 0,10-18 0</inkml:trace>
  <inkml:trace contextRef="#ctx0" brushRef="#br0" timeOffset="28036">17110 3356 6183,'-10'-7'-359,"2"-5"359,8 10 1439,0-9-1079,0 9 179,0-9-359,0 10 270,-8-10-540,6 9 450,-6-10-360,8 11 90,0-5-90,0 6 270,0-5-180,0 3 359,0-3-359,0 5 360,0 0-90,0-6-180,0 4 179,0-4-89,0 6-90,0-6 180,0 5-360,0-5-180,0 1 90,0 3-360,0-3 450,0 5 540,0 0-450,8 0 180,-6 5-90,6-3 0,-8 9-270,0-10 180,0 5-90,8 0 90,-6-4-90,6 9-180,-8-9 90,0 9-90,8-10 180,-6 5 270,5 0-270,-7-4 539,0 3-539,0-5 720,0 0-810,0 6 90,-7 18 180,5-1-180,-6 17 0,0 3-945,6 6 1035,-3-5 0,-1 9 0,1-7-45,4-13 0,0 1 15,-3 13 0,-3 8 0,3-9-16,2-17 1,2-2 15,-3 7 0,0 3 0,1-6 30,2 1-169,3-4 0,2-3 168,-3-15-268,5 7 269,-7-17 89,0 0-179,0-5 918,0-3-1548,0-10-173,-7 9 354,5-8-1980,-14 9 1979,14 1 90,-6 1-1349,8 6 1350,0-5 359,0-2 0,13-14 0,6-5 0,0-2 0,1 0 0</inkml:trace>
  <inkml:trace contextRef="#ctx0" brushRef="#br0" timeOffset="28634">17145 3549 7533,'0'-34'449,"0"-8"675,10 6 1,4-1-405,-1-2-301,-1 8 1,2-6 0,1 6-923,3 11 0,0 3 862,11-23 239,-5 20 0,1 5-148,12 13-63,1-4-252,-9 12 0,-2 7-315,-3 20 90,-2-6 1,-3 3 340,-11 2 0,-6 2-476,-5 2 0,-2 0-1334,0-8 0,-2-3 1469,-18 12-1044,-9-1 1224,5-13-180,2-4 0,-5-1 405,-3-3 0,0-4-225,5-3 0,1-2 404,-6 4 1,3-3 495,5-5 1727,9 9-2807,18 2 1625,26 24-1535,-2-13 0,5 0 359,2 7 1,2 2-90,-6-7 0,0 2 0,-2 0-30,-5 0 0,-2 2 0,-1-2-423,2 4 1,-3-1 227,-6-2 0,-4-5-495,-6-11 1,0-5-2790,0-8 2790,0-8-2070,0-16 2069,0 8-1794,0-14 1974,0 16 270,0-5 0,0 12 0,0 1 0</inkml:trace>
  <inkml:trace contextRef="#ctx0" brushRef="#br0" timeOffset="29884">16122 3523 6183,'18'-14'-89,"-9"-9"628,7 9 720,-14-12-359,-2 6-450,-18 1-270,7 7-90,-5 4 89,8 14 361,-2 31-315,5 4 0,1 7-105,0-5 0,2 4 0,0 1-374,1-8 1,1 2-1,0 0 1,1-1 312,-1 9 1,0-1 0,0-4-1131,0 7 0,0-7 1161,0 4-363,0-31 183,0-5-629,0-6-630,-8-30-1,6 4 1081,-6-18-1530,8 1 1799,8 19 0,0-11 0,2-3 0,3 7 0,1 0 0</inkml:trace>
  <inkml:trace contextRef="#ctx0" brushRef="#br0" timeOffset="30300">16193 3511 7533,'19'-40'674,"-11"15"1,0 1 854,7-11-540,13 2-764,-1 17 0,7 8-180,13 15 0,2 7-225,-17-6 0,-2 3 135,7 6 0,-9 5 225,-20 25-135,-26-26 0,-3 0-225,3 21-913,-6-20 1,-6 1 0,4-4 708,0 1 294,-2 3 0,-1 1-1815,-6 8 1995,6-9-654,4 3 0,1 1 834,2-3-483,4 3 0,3 1 303,5-5 1239,10 24-1149,10-30 1188,8 7-1368,-1-12 1989,1-5-1899,8 3 0,5-1 1239,1-4 1,2-1-2275,7 2 1,1-1 1114,-4-4 1,-8-2 0,-18 1 0,-16 0 0</inkml:trace>
  <inkml:trace contextRef="#ctx0" brushRef="#br0" timeOffset="30784">17092 3162 7533,'-22'-16'779,"-1"-1"1,-2 3-1,-1 2-599,-19 0-450,8 12-45,7 10 1,3 4 224,3 3 45,-7 12 0,-2 6 180,8 5 0,3 5-1228,0-3 1,0 3 0,3 0 729,5-7 1,1-1 0,3 4 739,2-4 1,2 4 0,1 1 0,1 0 0,3-1-74,4 1 1,2-1 0,2 0 0,2 2-395,-1 0 0,1 3 0,1 0 0,2-1 0,2-2-730,5 4 1,4-2 0,1-2 0,0-5 548,0-4 1,1-3 0,2-4 270,6-2 0,1-2 0,-3-7 0,10-6 0,-11-1 0,-1-1 0</inkml:trace>
  <inkml:trace contextRef="#ctx0" brushRef="#br0" timeOffset="31303">17745 3033 8432,'0'-20'1259,"-8"1"-539,14 1-540,-12 9 1259,37 9-989,-12 24 0,-1 12-158,0-5 0,1 5 1,-1 3-1,-2 2-948,-5-2 1,-2 2-1,-2 2 1,0-1 0,0 0 550,2-3 0,1 0 0,-1-1 0,-1 2 0,-5 1 150,-3 1 0,-3 3 0,-2 1 0,-2-1 0,-1-1 0,0-3-47,-3 6 1,-2-4 0,-1 0 0,-3 1-71,0-1 0,-3 1 0,-1 1 0,0-3 0,2-2 12,-1 5 0,1-4 0,-3-4-360,-4-7 1,-3-4-1,6-4-2857,1 5 3196,-13-7 1,10 3 0,7-9 0</inkml:trace>
  <inkml:trace contextRef="#ctx0" brushRef="#br0" timeOffset="33082">16898 3446 7533,'0'-28'449,"0"0"1,-10 1 0,-3 7-450,-9 12 449,-10 12 1,-3 4-225,11-2 0,-1 4-1318,-11 16 1,-5 10 0,3-4 530,-2-4 0,-1 3 688,13-1 0,-4 6 0,0 2 0,1 0 0,3-6 181,3-4 1,2-4 0,-1 4-263,-4 9 0,-1 6 0,1-2 0,7-5-268,8-8 1,3-2 312,-7 10 0,10-6-130,25-17 220,1-2-135,16-13 0,3-6-45,-1 0 114,-7-5 0,7-6 0,1-2 0,-6 2-69,-2-4 0,-1-3-81,2 2 0,6-6 0,2-1 0,-1 0 0,-5 4-54,-3 1 0,-3 1 0,3-2 75,-3 3 0,5-3 0,1-1 0,1-1 0,-1 0 0,-2 3-363,6-6 1,-2 1 0,-1 1-1,-1 1 438,4-5 0,-2 1 0,-1 2-240,44-39 1118,-78 70-938,-16 13-135,1 3 0,-5 5-45,-5 5 0,-5 4 0,-3 2 1,4-3-118,0-2 0,2-2 1,-4 4 266,4-2 0,-4 5 0,-1 2 0,-1-1 0,3-1 0,3-4 30,-2 1 0,4-4 0,-3 4 90,0 1 0,-4 4 0,0 2 0,1-2 0,5-5-90,-7 7 0,3-2 389,1 0 1,1 1 0,18-13 442,33-22 0,9-9-743,9-4 23,-9-3 1,7-6 0,2-3-1,-6 4-247,5-5 0,1-1-30,-11 5 0,5-3 0,3-3 0,1 0 1,-2 0-1,-3 3 75,2-1 0,-3 2 0,-1 1 0,3-3 54,1 0 0,3-1 0,1-1 0,-2 1 0,-3 2-191,2-3 1,-4 1-1,1 1 257,1 0 0,-1 1 0,-1 2 15,-2 3 0,-2 0 135,10-14 0,-11 15 877,-34 58-877,-8-11 45,-2 0 0,-6 7 0,-1 2 0,2-5-146,-1 3 0,-1 2-8,2-4 1,-5 5 0,-1 3 0,1-2 0,4-5-27,-2 7 0,1 0 180,4-4 0,-2 6 0,2-2 0,4-6-225,4-7 0,4-3 1316,3 8 0,8-5-956,37-15-450,1-7-507,-9-10 0,6-3 0,-4 0 417,-3 0 0,-1-2-150,9-5 0,4-4 1,-4 1 104,-9 2 0,-2 0-645,5-3 1,1-1 0,-4 2 927,10-6 1,1 10 0,-35 21 0</inkml:trace>
  <inkml:trace contextRef="#ctx0" brushRef="#br0" timeOffset="34100">19438 3536 7533,'-18'7'1979,"1"17"-945,3 1 0,2 6-674,7 2 0,2 4 0,0 3-689,-2-1 0,0 2 1,1 1-1,2-1 306,2-1 1,2-1 0,0 0 0,2-2-8,1 6 0,1-1 0,0-5 72,-1-2 1,2-8-1212,9-15-669,-16-30 1838,0-11 0,0-5 0,0-5 0,0 2 0,0-1 0</inkml:trace>
  <inkml:trace contextRef="#ctx0" brushRef="#br0" timeOffset="34484">19438 3472 7533,'0'-48'1092,"0"0"0,3 4 0,2 2-122,1 1 1,6 4-477,3 14 1,5 6-90,12 9 0,4 11-136,1 11 1,1 10-23,-8-2 1,2 4-1,-1 3 1,-5 0-39,-2 8 1,-4 1 0,-1-1-468,5-1 1,0-1 0,-7 0 197,-11-1 0,-6 1 1,-6-3 14,-14 3 0,-9-3-15,3-8 0,-2-1 0,0-1 105,-7 8 0,-1-4-225,2-17 0,-3-4 0,4-1-346,-16 2-374,17-6 1,1 0-1971,-4 6 2870,51 12 0,5-6 0,5-2 0,14 6 0,0 0 0</inkml:trace>
  <inkml:trace contextRef="#ctx0" brushRef="#br0" timeOffset="34951">20461 3420 7533,'0'-14'1709,"0"-15"0,0 8-450,0-12-1259,0 12 630,-8 4-360,-9 16-810,-19 24 765,6 3 0,0 7 74,7 0 1,2 3 0,0 0-1341,-1-8 0,0 0 1,3 0 1175,0 16 0,3 2 164,2-12 1,-1 0 0,5 1-109,5 1 0,4 1 0,1 3-191,-1 0 0,0 3 0,1 1 0,2-5 45,1 12 0,8-5-765,6-14 1,6-3-1,1-6-919,4-8 1,1-5 1555,-4-2 1,-1-1 0,15 10 0,-39-10 0</inkml:trace>
  <inkml:trace contextRef="#ctx0" brushRef="#br0" timeOffset="35686">20796 3588 12210,'-12'46'337,"-1"0"0,8-5 1,1 3-1,1 1-472,-1-8 0,-2 1 0,2-1 1,2 1-166,5 11 0,4-1 0,-1-4-240,-1-1 1,2-8-1890,10 1 2429,-9-36 0,-8-36 0,0-12 0</inkml:trace>
  <inkml:trace contextRef="#ctx0" brushRef="#br0" timeOffset="36201">20849 3627 7533,'9'-30'1092,"0"1"0,2 0 0,3 1 193,5 0 0,5 4-1105,10 8 0,3 3-45,-4 0 0,1 3-45,4 10 0,0 6-180,-6 1 0,-3 5-45,-4 2 0,-3 5 180,-6 3 0,-5 2-135,-5 10 0,-39 2-449,11-21-1100,-9-1 1,-2 1 623,-1 1-254,-6 5 0,-2 0 1179,17-13 0,1 1 529,-18 12 0,0 5 190,4 3 1,3-1-495,9-9 0,3 3 269,-7 18 1,13 1 0,28-16 0,8-1-180,1 10 0,7-2-285,-1-14 0,6-3 0,0-2 60,1-3 0,0-1 0,-1-3 814,1-2 0,-2-3-1669,1 0 1,-7-2-2025,-13 1 1980,4 6 2116,-16 1-1217,-8 6 0,-10 0 0,-9-1 0</inkml:trace>
  <inkml:trace contextRef="#ctx0" brushRef="#br0" timeOffset="36703">21396 3201 7533,'0'-26'1619,"-8"-6"-630,6 11 990,-6 3-540,32 23-854,1 15 0,3 9-76,-1 2 1,1 5 0,-1 5-744,-8-7 1,-2 4-1,0 1 1,-2 2 0,-1 1 292,-2-1 1,-1 0 0,-1 2 0,-1 1 0,-3-1 0,-1 1-135,-2-1 0,-3 1 0,-2 1 0,-1-2 1,0 0-1,0-3-83,1 8 1,0-3-1,-2-1 1,-3-2-68,-4-2 0,-3 0 0,-2-4 1,0-4-226,-11 1 0,1-4 315,10 2 0,-1-1-1504,-15 0 1,1-7 1218,9-13-840,-21 13-898,16-16 2158,1 1 0,24-8 0,4-8 0</inkml:trace>
  <inkml:trace contextRef="#ctx0" brushRef="#br0" timeOffset="42918">8220 11461 7083,'-10'-27'3238,"2"-9"-3058,8 26 540,0-13-451,0 16-269,0 0 270,0-5 0,0 11-90,0-11-270,0 10-90,0-3 540,0 10-360,0 3 180,0 22 179,-4 2 1,0 5-90,3 6 0,0 2-180,-1-5 0,-1 1 0,0 0-30,3-1 0,0 0 0,0 2-841,0 5 1,0 4-1,0-1 1,0-5 780,0-10 0,0-4 0,0 3 22,0 6 1,0 5-1,0-4 1,0-9 247,0-2 89,0 7-179,0-24-809,0-7-1620,-7-17-90,5-10 2339,-6-12 0,16-6 0,1 1 0</inkml:trace>
  <inkml:trace contextRef="#ctx0" brushRef="#br0" timeOffset="43435">8184 11435 7533,'-27'-15'1799,"2"-19"-1350,15 23 361,-6-37 629,22 14-1169,-12 0-1856,24 6 0,3 3 1586,-13 6-387,22-6 1,3 3 386,-18 12 179,18-2 1,7 6-180,-5 17 0,3 7-30,-1-3 0,3 3 0,-2 2-576,-2 7 0,-2 3 0,-2 0 636,-3-6 0,-2 0 0,-5 2-30,0 16 0,-10 0 737,-14-11 0,-4-1-692,2-3 0,-4 0 1030,-16 7 1,-9-2-896,-5-4 0,-4-3-270,9-6 0,-1 0 0,-1-2 90,2-3 0,0-1 0,1-1-810,-5 0 1,5-1-2468,5-5 3855,27 1 0,43-1 0,-11-6 1,1 0-1</inkml:trace>
  <inkml:trace contextRef="#ctx0" brushRef="#br0" timeOffset="44419">9349 11229 8612,'9'-21'2249,"7"-9"-1889,-14 15-540,6-10 0,-8 12 90,0 6-180,0 1 270,-16 12-90,-11 19 90,6-7 0,-3 4 210,-1 1 0,-1 3 0,0 1-639,3-1 0,1 1 0,1 0 429,-11 8 0,1 3 360,7-1 0,2 4 0,3 0-920,7-6 1,3 0-1,-1 0 620,-2 1 0,-1 0 0,3 1 150,1 3 0,3 0 0,5-1-100,11 5 1,3-2-21,-4 5 0,4 1-30,5-13 0,4-1 0,-3-3-60,-8-6 0,1-1 90,19 7 0,1-4-270,-8-9 206,19 6-2274,-26-18 988,-9-6 1843,-8 0-823,0 0 0,0 0 1</inkml:trace>
  <inkml:trace contextRef="#ctx0" brushRef="#br0" timeOffset="45319">9913 11499 7533,'20'-20'1709,"3"2"-450,-21-1-180,14-1-539,-14-5-90,6 4-270,-8 3-630,-16 11 360,4 1-450,-37 12 0,15 1 1,-2 4 629,-9 7 0,-2 3 0,11-7 0,-1 1 0,4 3-90,-6 13 0,5 2 0,9-7 0,7 0-90,14 0 0,8 0-1337,11-2 1,5-4 1426,12 8 450,-1-10 0,2-1-1,-5-2 1,-1-2-495,1-3 1,1 1 268,6 7 1,-3-1-225,-3-7-999,-7 7 0,-3 1 1089,-7-8 359,12 25 721,-38-2-810,10-3 909,-17 0 0,-7-1-1089,1-13 0,-1-2-180,4 6 0,-1-1 0,-4-8 0,1-4 179,-7-1-538,-10-6-1,8-6 3482,-5-7-5191,23-6-1208,1 4 2747,10 4 0,40 11 0,7 0 0</inkml:trace>
  <inkml:trace contextRef="#ctx0" brushRef="#br0" timeOffset="46265">10407 11306 7263,'0'-14'-90,"0"-9"0,0 20 450,0-20-270,0 20 539,0-20-539,0 14 990,8-9-990,-6 11 449,13-4-359,-13 9 360,6-4-180,-8 12 449,0 18-359,0 0-1,0 15 1,0 5-270,0 4-829,-1-14 1,-1 7-1,-1 1 1,1-4 738,2 4 0,-2 2-18,0-8 0,-1 5 0,0 3 0,-1-2 0,1-6 17,-2 8 1,0 0 67,2-4 1,1 5-1,0-1 1,-1-7-135,-1-8 0,0-2 202,4 21 0,0 0 89,0-20 1,0-3-135,0 16-360,0-10 270,0-26-540,0-5-719,0-5 2987,0-20-2447,0 8-1350,8-24 1259,-6 25-1158,6-14 1878,-8 21 0,16 9 0,3 15 0</inkml:trace>
  <inkml:trace contextRef="#ctx0" brushRef="#br0" timeOffset="47035">10866 11461 5914,'9'-7'2698,"-1"-5"-1619,0-1-179,-6-1-720,6-5 270,0 12-360,-6 2 629,5 5-359,1 11-90,-6 3-1,2 15 1,0 2-180,-4 10-1606,1 6 0,-2 2 1606,-2-21 0,-2 1-30,2 10 0,0 6 0,-1-1-102,1-4 1,0 1-1,0 0 12,0 4 0,0 0 0,1-2-285,1 6 1,2-8-1485,7 1-450,-6-48-269,13-19 2518,-13 2 0,6-19 0,-8 15 0</inkml:trace>
  <inkml:trace contextRef="#ctx0" brushRef="#br0" timeOffset="47754">10936 11564 7533,'0'-42'2158,"0"-5"-988,0 9-586,6 14 1,4 0-180,9-8 0,5 1-181,6 3 1,5 3-225,-4 10 0,2 2 0,-1 1-135,-3-2 1,0 3 44,14 6 0,-5 5 0,-15 5-90,6 0 0,-1 3 270,-6 24 45,-8-10 0,-3 2-135,-11 12 0,-2 11 0,-29-20-135,17-2 0,-2 0-1504,-13 0 1,-2-2 1400,11-3 1,0 0-515,-9 3 0,2-5 752,5-8-90,-11 13-90,7-16 540,7 1-1,-15 3 2917,15 2-2513,1 7 1174,10 12-1127,24 1-540,-4-6 44,4-5 1,1-2-225,3-3 270,-4 6 0,1 1-180,3-1-1,-4 1 1,1 1-45,1-2 0,-1 0-494,5 18 224,-6-18 0,-1-2-1664,-5-2 449,0-6-1078,-2-7-720,-8-6 3148,0-6 0,-16-1 0,-4-5 0</inkml:trace>
  <inkml:trace contextRef="#ctx0" brushRef="#br0" timeOffset="48387">11589 11151 7533,'-8'-27'-900,"6"2"91,-14-5 1798,14 13 450,-6-25-1169,16 27 720,2-15 269,16 16 180,1 6-900,-5 21 1,-1 10-1281,-5 4 0,-1 5 1,-1-1 920,6 9 0,-3 2 22,-6-4 0,-2 5 1,-2 0-1,0-6-411,-1-2 0,-2 1 321,-1 8 1,0 9-1,-2 1 1,-1-8-248,-2-1 0,-3 0 171,0-7 0,-2 6 0,0 3 0,0-3 0,-1-7-216,-3 3 0,-1 0 135,0-2 0,-2 6 0,-2 0 0,1-4 165,-2-3 0,-1-4 0,0 1-30,-1 4 0,0 0 0,0-1-180,-3 6 0,-1-4-810,1-16 1,5-3-2339,13 0 3238,-12-7 0,32-30 0,4-12 0</inkml:trace>
  <inkml:trace contextRef="#ctx0" brushRef="#br0" timeOffset="71335">19226 10855 8432,'-9'0'2159,"1"-6"-1979,8 4 90,0-4-540,0 1 540,0 3 89,0-3-359,0-1 270,0 4-180,0-4-360,0 6 900,0 0-270,0 29-90,0-5-240,-2 9 0,-1 9 0,0-3-520,-2-5 1,0 4 623,1 5 1,0 8 0,-1 3 0,0-5 15,-1 2 0,0-3 0,1 1-635,2-7 0,0 1 1,1-1-1,0-4 545,-1-1 0,0-3 0,1-5 300,2 13-270,0-35 539,0-1-1618,0-35 809,0 16-1079,-8-34 719,6 37-899,-5-19 989,7 21-1432,0-5 1882,0 1 0,23 5 0,6-5 0</inkml:trace>
  <inkml:trace contextRef="#ctx0" brushRef="#br0" timeOffset="72004">19226 10776 6543,'-9'8'2339,"-7"-2"-1709,14-12-361,-6-1 901,8-6 359,0-11-180,24 2-1079,-18 2 134,15 9 1,5 5-135,-5 4 45,6-4 0,5 1 45,3 10 0,0 5-136,4 7 1,-3 6-225,0 9 0,-9 8-135,-17 8 0,-11 2-450,-6-6 1,-7-2 539,-10-1 0,-5-6 0,8-14 0,-3-2 180,-17 7 0,0-4-135,-4-5 269,14-7 1,-3 1 0,1-2 90,-5-5 0,3-1-810,9 0 0,1 0-1888,-22-3-91,47 0 2429,31 5 0,16-9 0,-6 3 0,-1 1 0</inkml:trace>
  <inkml:trace contextRef="#ctx0" brushRef="#br0" timeOffset="72902">20214 10609 7533,'0'-30'1169,"0"1"0,-16-5-719,-19 11-180,-4 40-90,4-7-450,3 15 0,1 9 450,6 3 0,-1 5-323,2-11 0,-3 2 0,0 2 0,1 2 435,2 4 0,0 3 1,2 1-1,2 0-59,5-8 1,0 1 0,2 1 0,1-1 0,2-1-77,0 6 1,1-1-1,4-1 1,4-2 161,7 9 1,5-2 0,7-6-290,3-12 0,4-5 0,2-2-1334,12 4-1,4-7-334,5-10 1,-2-3 1490,3 0 1,-8-5-1,-33 0 1</inkml:trace>
  <inkml:trace contextRef="#ctx0" brushRef="#br0" timeOffset="73801">20355 10932 7533,'-17'-22'2158,"-1"-6"631,8 13-2339,-5 1-270,13-3-270,-6 15-270,0 2-180,6 42 225,-2-5 0,0 5 375,3-7 0,2 1 0,-1 0-60,-1 14 0,2-1 90,4-9 0,1 0 0,-1-5-270,-1 14 225,12-5 0,7-5-854,14-22 719,2 0 0,-17-27 0,-3-10 0,-4-9 0,-4-6 90,-1-8 0,0-1 225,3 1 0,-1 5 944,-2-1-180,-2 77-629,-6 0 0,4 6-420,3-6 0,5 3 0,4-3-426,3-8 1,4-3-1,1-3 531,8 5 0,1-9-45,5-15 0,-6-11 990,-14-14-91,1-14 1,-3-10-391,-11 10 1,-4-3 0,1 1-639,4 1 0,2 0 1,-3-2 60,-4 0 1,-4-3-1,0 0 1,0 3-203,2-14 0,-4 4-495,-8 0 1,-1 5-2513,0 1 438,-6 51 3075,11 16 0,14 10 1,3-2-1</inkml:trace>
  <inkml:trace contextRef="#ctx0" brushRef="#br0" timeOffset="74717">21325 10790 7533,'0'-32'989,"0"-1"180,0-6 540,0 7-629,0 12 449,0 48-1349,-1 2 0,-2 7 0,0 4-113,-1 3 1,-1 5-1,1 2 1,-1 1-331,2-12 0,-1 2 0,1 1 1,0 0-1,0-1 0,-1-1 263,1 2 0,-1 0 0,0-1 0,1-1 0,0-2 180,-1 13 0,2-2 0,0-9-1259,2 8-1080,8-54 90,-6-29 2069,21-7 0,-19 8 0,12 16 0</inkml:trace>
  <inkml:trace contextRef="#ctx0" brushRef="#br0" timeOffset="75469">21908 10945 7533,'35'-13'3276,"-16"0"-1335,-3 0-502,-16 0-989,-31-6-450,15 11 0,-10 1 0,-5 3-630,-6 2 0,-2 4 540,-4 5 0,0 3-319,7-4 1,-1 1 0,4 1 498,-1 4 0,5 3-1539,1 9 1,7-1 1538,9-10-299,14 13 0,4 0 209,0-14-90,14 7 0,7 3 180,11 1 0,0-1-90,-14-7 0,1 1 120,12 4 0,5 1 0,-9-3 1078,-7-1-1153,6 9 0,0 1 315,-10-2-180,-8-3 0,-3 4 1458,-7 5 0,-8 0-1072,-7-2 0,-3-1-155,1 3 1,-4-3-457,-10-4 0,-4-6-135,4-9 0,-1-4-540,-8-3 1,1-3 539,-12-1-315,20-9 0,5-2-1933,10-2 1258,-3 2-359,23 8 360,9 5 1169,-5 0 0,16-3 0,7 0 0,-6-1 0,0 0 0</inkml:trace>
  <inkml:trace contextRef="#ctx0" brushRef="#br0" timeOffset="75852">22225 10570 7533,'0'-31'3276,"0"15"-1425,31 27-1267,-7 13 1,-1 6-450,2-4 0,-1 5-177,-3-2 1,1 5 0,-1 3 0,-4-1 243,-6-1 1,-3 1-1,-1 2 1,0 1-131,1 1 0,2 2 0,-2 1 0,-2 1 0,-3-2-5,-4 8 0,-4 0 1,-4-1-1,-1-2-180,-1-5 1,-1-2 0,-3-2 0,-4-4-181,-10 1 1,-4-6 0,-1-3-428,4-8 0,-1-2 1,2-6-720,-5-5 0,3-4 989,-10-4 450,33-9 0,16 12 0,2 0 0</inkml:trace>
  <inkml:trace contextRef="#ctx0" brushRef="#br0" timeOffset="77284">19262 12339 7533,'-10'-8'2248,"-14"2"-1348,-3 47-631,12-14 1,0 6 0,0 3-783,1 3 1,-1 3-1,2 3 1,2 0 422,1 2 0,3 3 0,0-1 0,2-2-45,-1-4 0,0 0 0,2-2 0,4-4 272,7 11 0,3-7-1127,2-7-24,4-57-1055,-16-23 2069,0 7 0,-2 2 0,-1-9 0,0 2 0,0 6 0,0 0 0,-1 0 0</inkml:trace>
  <inkml:trace contextRef="#ctx0" brushRef="#br0" timeOffset="77589">19085 12429 7533,'4'-28'659,"0"1"1,7-6 0,4-1-31,10-7 1,3 2-450,-9 10 0,3 5 224,17 2 1,2 9-159,8 17-156,-18-4 0,1 2 90,-6 2 0,-1 5 90,-2 8 0,-3 7-90,1 15 0,-5 6-240,-8-11 0,-4 3 0,-4 0-240,-4 7 0,-5 0 0,-6-3-60,-5-7 0,-6-3 1,0-4 346,-2 2 1,-3-6-303,-15-8 1,4-7 392,16-8-168,-6-2 0,0-2 90,10-3-90,-3-6-1349,17 6-390,39 1 1829,-5 6 0,3 0 0,3-3 0,5-1 0,0 0 0,5-1 0,0 0 0,-1 1 0</inkml:trace>
  <inkml:trace contextRef="#ctx0" brushRef="#br0" timeOffset="77920">20144 12222 7533,'-18'-34'899,"10"10"1,-2 1 1888,-15-6-1979,4 14 1,-1 3-630,-10 0-270,1 24 0,-2 12-30,10 2 0,3 6 0,0-1-460,-5 3 0,-1 2 737,4-2 1,-2 4-1,0 2 1,6 1-69,6-1 1,4 0 0,1 1 0,1 1 45,-3-1 0,0 1 0,2 0 0,4 2-207,4-2 0,3 3 0,3 0 0,0-3 0,2-5-108,4 9 0,7-6-300,3-8 1,6-1-1,-1-7-689,0-11 0,1-4 1169,7 4 0,1-6 0,-6-15 0,-2-7 0,-7-7 0,-1 1 0</inkml:trace>
  <inkml:trace contextRef="#ctx0" brushRef="#br0" timeOffset="78853">20549 12339 7533,'-8'-27'1529,"1"0"0,-21-6-4806,-17 33 1703,8 16 1853,15 8 1,-1 8 0,3 1-280,3 13 0,1 0-60,-1-12 0,-2 0 0,4 0 15,3 8 0,6 0-45,5 2 0,2-3 0,1 3 60,9-10 0,5 4 0,4-9 238,6-13 0,5-6-343,17 1 0,2-10 105,-19-11 0,0-9 0,-3-3-118,4-9 1,-3-5 0,-3-2 27,-8 0 0,-3-1 0,-1 2 345,5-9 0,-5 6 45,-14-2 3006,-10 67-2546,3 9 1,4 7-671,5-5 0,3 3 0,4 0 72,6 4 0,5 1 0,6-5-12,5-6 0,6-5 0,2-9 179,1-12 1,1-9 0,-2-3-120,5-4 0,-6-10 60,-12-11 0,-5-8 0,-5-2-390,-8 1 0,-6-1 0,0 1 90,2 6 0,0 0 0,-2-2-165,-4-4 0,-2-3 0,-1 2 1,-2 6-1,-3 5 0,-2 2 15,-3-7 0,-3-4 0,2 8-509,-5-2 629,-5-3-1799,19 52 1889,7 11 0,19-2 0,9 0 0,1 0 0,0 0 0</inkml:trace>
  <inkml:trace contextRef="#ctx0" brushRef="#br0" timeOffset="79649">21590 12325 7533,'-8'-27'-1350,"6"3"1081,-6 11 3545,1-34-436,5 31-771,-6-30-1709,8 45-540,0 7 540,0 42-270,0-18 0,0 3-1002,0 7 1,0 4-1,0-3 777,0-1 0,0 0-75,0 9 0,0 5 1,0-8 74,0-13 0,0-1-45,0 12 0,0 7 0,0-8 344,0-15 0,0-2-524,0 21 1,0-3 179,0-20-1169,0 11 1079,0-34-1169,0-1 1169,0-7 818,15-6-907,-3 0 418,21 0 1,3-6-1,9-1 1</inkml:trace>
  <inkml:trace contextRef="#ctx0" brushRef="#br0" timeOffset="80319">22049 12571 7533,'-28'-34'3276,"11"9"-1695,9 42-1131,0 18-450,-2 12 179,1-8 1,0 1-90,4-8 0,1-1-1729,-1 2 1,2 0 487,3 10 1521,0-19-640,0-21 45,10-21 0,3-17 195,-5 3 0,-2-4 0,2-3-439,2 3 0,2-4 0,0 0 0,1-1 0,-1 4 469,1-10 0,-2 3 0,4-1 202,2-1 0,2-4 1,1 4-1,-2 10-157,-2 12 0,2 4 314,1-7 1,3-2 0,1 8 1146,3 13 1,1 8-1597,9 6 0,1 5-1179,0 5 0,-2 4 1089,-2 2 0,-5 3-90,-8 3 0,-5-1 180,3-4 0,-10 24-90,-24-6 90,4-6-90,-17-10 1,-6-3 313,6-5 1,-1-1 45,-14 7 0,0 0-180,12-6 0,1 1 854,-3 4 1,1 3 359,1 0 1,2 2-1794,4 3 1,3 1 668,-2-4 0,8 0 1606,33 14-1876,12-32 1,5-4 1703,12 8-1749,-1-9 0,0-3-1574,3-1 629,-12 0 1,1 0 1195,0 4 1,-2 4-27,-6 8 0,-9 6 0,-13 6 0,-10 4 0,-11 10 0,-1 1 0</inkml:trace>
  <inkml:trace contextRef="#ctx0" brushRef="#br0" timeOffset="80753">22754 11912 9062,'10'-14'2159,"13"14"-1080,-11 15-45,8 15 1,1 6-855,-5-14 0,-2 3-1000,-3 7 1,0 8 0,0 1 0,-1-5 736,4 6 1,-1 2 64,-6-7 0,0 6 0,-1 3 0,-2 0 0,-2-1-59,-2-5 1,-2 0-1,-1 0 1,-1 0 0,-1 0 4,0 1 0,-1 1 0,-1 0 0,-2-2 0,-1 0-362,-5 9 0,-3-1 0,-1-3 0,-2-6 494,1-9 0,-1-5 0,-2-3-420,-15 6 0,1-7-90,-2-1-630,13-10 1,1-1 1580,-2 4 1,1-17 0,9-5 0</inkml:trace>
  <inkml:trace contextRef="#ctx0" brushRef="#br0" timeOffset="108201">19350 13487 7533,'-24'30'-450,"18"-12"0,-25 17 450,21-20 90,-7 9-90,-17 7 180,13-8 0,-3 1 90,-6 4 0,-2 2 44,0 0 1,1-1-225,3 0 0,3-1 45,6-4 0,3-2-45,-10 17 0,16-19-90,3-3 90,14-15 450,11-14-181,8-6 1,7-8-68,-7 1 0,3-5 1,3-3-1,2-4-509,-8 10 0,2-1 0,1-3 0,1-2 0,2 0 0,1-2 0,1 0 1,1-1-1,1 0 236,-7 7 0,3-2 0,0 0 1,1-2-1,2 0 0,-1 0 1,1 0-1,1-1 0,-1 1 0,0-1 1,-1 1-1,0 0 0,-2 1 1,0 1-235,2-3 1,-1 1-1,-2 0 1,0 1 0,0-1-1,0 1 1,0 0-1,0 0 1,2-1 0,0 0-1,3-1 203,-4 3 0,2 0 0,1-1 0,0-1 0,2 0 0,0 0 0,1 0 0,-1 0 0,1 0 0,-1 1 0,0 0 0,-2 1 0,0 1 0,-1 1 0,-2 1-177,7-5 1,-2 1-1,-1 2 1,-2 1-1,1 1 1,-1-1-1,1 0 1,1 0-1,1-1 172,-2 1 1,1 0 0,1 0-1,0-1 1,1 0 0,-1 0 0,1 0-1,-1 0 1,1 0 0,-1 1 0,-1 1-56,1-2 1,0 1 0,1 0 0,-1 0 0,0 0 0,-1 1 0,0 0-1,-1 0 1,-1 1 0,-1 1 71,6-4 0,-2 0 0,-1 0 0,0 2 0,-2 0 0,-1 1 0,-1 2 89,11-7 0,-1 1 1,-4 3-1,-4 2-539,5-9 1,-7 7 539,-1 5 1338,-47 23-3317,-3 17-90,-9-1 1979,3 3 0,-1-13 0,-1-13 0</inkml:trace>
  <inkml:trace contextRef="#ctx0" brushRef="#br0" timeOffset="108906">18468 10622 7533,'-46'-7'60,"0"0"0,13 2 0,5 4 30,5 8 269,30 6-89,3-6 90,23 5-180,-11-5-90,11 1 0,7 2-30,-5 3 0,2 4 0,4 2-520,-9-3 0,3 2 0,1 2 1,2 2-1,1 1 0,1 3 460,-7-4 0,3 3 0,1 2 0,1 1 0,0 0 0,1 2 0,-1-1 0,-1 0 0,-1-1 0,-2-2-338,5 4 0,-3-1 0,-1-1 0,0 0 0,0 1 0,1 1 0,3 3 428,-7-6 0,2 3 0,1 2 0,2 1 0,0 0 0,1 1 0,-1 0 0,-1-1 0,-1-2 0,-2-1 0,-3-3 0,-2-3-45,13 13 0,-7-7 0,0-1 0,8 4 4,-10-6 1,5 1 0,2 3 0,1 0 0,3 1 0,-1 0 0,1-1 0,0-2 0,-2-1 152,1-2 0,0-2 1,0 0-1,0-2 1,1 1-1,0-1 1,1 0-1,1 2-76,-3-2 0,1 0 0,0 1 0,1 0 0,1 0 0,0 0 0,0 0 0,1-1 0,-1 1 0,0-1-53,-4-2 1,1 0-1,0 1 1,0-1 0,1 0-1,-1 0 1,0-1-1,0 1 1,-1-1 0,0 0-1,0-1-13,3 2 0,1 0 0,-1-1 0,-1-1 0,1 1 0,-2-1 0,1 0 0,-1 0 0,-1 0-303,7 4 1,-1 0 0,0 0 0,-1-1 0,-1 0 0,-2 0 0,-2-2 242,1 0 0,-3-1 0,-1-1 0,-2 0 0,1 1-225,8 4 0,1 0 1,-3-1-1,-6-3-720,-1-3 1,-4-2-271,9 4 1,-3-2 1813,-3-2-1768,-19-8 719,-16-5 977,-8 0 0,-2 18 0,-8 3 1</inkml:trace>
  <inkml:trace contextRef="#ctx0" brushRef="#br0" timeOffset="110153">23583 8570 7533,'18'-7'359,"-8"-5"-179,-3 5 630,-7-12 539,0 5-719,0-5 359,0 18-449,0 48-390,-1-9 0,-2 8 0,0 4-483,1-9 1,0 4-1,0 2 1,0 1-1,0 0 303,0-4 0,1 0 0,-1 2 0,1-1 0,-1-1 0,0 0 138,-1 4 0,0-1 0,-1 0 0,1-2 0,0-3-228,2 11 0,2-3 0,-3-8-510,-2-9 1,1-10-990,3-17-900,0-49 2519,0-2 0,-4 6 0,0-2 0,-1 8 0,0 0 0</inkml:trace>
  <inkml:trace contextRef="#ctx0" brushRef="#br0" timeOffset="110536">23707 8402 7533,'5'-32'899,"-1"1"1,-2-4-1,4 5 270,18 15-494,0 6 0,5 5-271,19 10 1,2 6-512,-11-2 0,0 3 286,-2 5 1,1 4 0,-7-2 0,2 12 0,-13-6 0,1 4 0,-5-3-180,-4 8 16,-7 10 1,-10 4-107,-15-8 0,-11-1-135,7-11 0,-4 1 0,-3 0 1,0-2-596,-2 1 1,-2-1 0,0-2 0,-1-2 620,-7 1 1,1-4-1,0-1 109,4-4 0,1-1 1,4-6-1968,-14-13 1697,12 8 391,35-10 0,29 0 1,16 1-1,-10 0 1,-1 0-1,1 0 1</inkml:trace>
  <inkml:trace contextRef="#ctx0" brushRef="#br0" timeOffset="111151">24836 8454 7533,'9'-28'90,"1"0"0,3-2 0,-2 1 989,-2-15-539,-14 0-450,-11 23 0,-4 4-1,-13-1-44,5 18 0,-1 6 315,-6 18-844,-2 5 604,9-3 0,-4 7 0,1 4-309,10-6 1,1 3-1,-1 2 1,1 2 0,1 1 322,-1 0 1,0 1 0,0 1 0,1 1 0,2 1 0,1 0-60,1 3 0,2 2 0,1 0 0,1 0 0,4-1 0,2-1-73,3 2 0,2-1 0,3-1 0,4-2 0,5-3-609,7 1 0,6-3 0,2-4 0,0-4-247,-2-4 0,1-4 0,3-3 854,10-1 0,4-4 0,-3-7 0,-3-11 0,0-3 0,-2 3 0,1-1 0,-1 1 0</inkml:trace>
  <inkml:trace contextRef="#ctx0" brushRef="#br0" timeOffset="112335">25188 8647 7623,'10'-13'1529,"-2"-11"-360,-16-3-629,6-12-360,-14 17-90,7 5 0,-4 35 0,0 16 29,3-3 1,1 4 0,1 3-923,2 0 0,1 3 0,1 1 0,-1-2 833,-1 8 0,0 0 0,3-2-87,1-4 0,2-1 1,2-2 146,2 7 0,7-4-230,11-2 1,7-5-356,2-2 1,5-11 134,12-18 0,0-15 90,-21-8 0,-4-7 1,-1-3 209,1-4 0,-2-3 0,-4 0 464,-1-10 1,-4 4-360,-1 10 0,-7 9 1304,-12 17 1927,6 54-2250,10-9 0,8 2-1026,2-6 0,6 0 0,4-4-88,12-2 0,6-6 0,2-8 418,-2-7 0,2-8 0,-3-8 119,0-10 1,-3-9 0,-6-6-68,-13 2 0,-5-5 1,-3 0-1,-2 1-262,-1-1 0,-3 2 0,-5-2-60,-5-13 0,-6-2 0,0 9-15,1 17 0,-2 1-315,-7-8 0,-5-3 0,-2 5-1028,-4 6 0,-3 6-341,-3 2 1,0 4 1288,-13 10 0,37 39 0,27 3 0</inkml:trace>
  <inkml:trace contextRef="#ctx0" brushRef="#br0" timeOffset="113119">26511 8492 7533,'0'-29'1638,"0"0"0,0-17 123,8 14-322,10 59-1140,-8 3 1,-1 8 0,-1 2-180,0 1 0,-2 2 0,0 2-468,-1-8 0,0 0 1,-2 2-1,-1 2 348,-2 3 0,-4 4 0,0 1 0,0-2 0,1-3 180,1 3 0,2-3 0,-2 3-108,-2-8 0,-1 3 0,-1 1 0,1-3 0,1-5-117,4 7 0,-2-10 343,-5-7-748,7-20-1709,0-16-1118,7-9 3062,3 4 0,23-19 0,5 14 0</inkml:trace>
  <inkml:trace contextRef="#ctx0" brushRef="#br0" timeOffset="114087">27517 8711 7533,'29'-38'269,"-7"21"1,-5 1 540,-13-4 1079,20-9-1619,-22 25 1079,13-19-540,-13 16-629,6 0 90,-8 1 180,-8 0-990,6-1 540,-13 0-1799,-26 1 990,15 6 314,-9 2 0,-2 2 405,-3 3 135,4 4 0,-4 2 180,-5 3 0,2 2-180,12-5 0,1 2 225,-14 5 0,8 2 539,22 11-359,-2 13-360,34-12 270,-3-10 0,5 0-1,12 1 1,5 1-120,-8-3 0,1 1 0,1 2-336,2 3 1,1 2 0,-1-1 215,-2-1 0,-1 0 0,-3-2-803,-2 4 1,-5-2 862,4 14-90,-24-13 719,-32 9-629,11-14 0,-5-2-240,-4-8 0,-4-2 0,2-1 60,2 2 0,-1-4-270,-17-8 0,0-10 45,15-8 1,2-5 224,-7-3 0,1-1 198,9 5 0,3-1-648,4-2 0,11 5-454,24 15-2373,29 3 3239,-9 8 1,6 5 0,-7-3-1,4 3 1,1 0 0,-1 1-1,2 1 1,0 0 0,-1 0-1,1 0 1</inkml:trace>
  <inkml:trace contextRef="#ctx0" brushRef="#br0" timeOffset="114435">27887 9228 7533,'10'-6'2608,"6"4"-1169,1-3-899,-5 5 629,4 5-359,-1 14-180,-11 20-720,-2-9 0,-4-1 90,-17 14-360,-2-11 0,-1-5 270,-8-10-945,1-2 1,1 0 585,5-2-631,-6-9 1,1-1 1079,14 3 0,14-12 0,30-1 0</inkml:trace>
  <inkml:trace contextRef="#ctx0" brushRef="#br0" timeOffset="115086">28399 8828 7533,'0'-26'1079,"0"-6"-269,0-6-630,0 9 719,0-1-449,0 23 89,0 7-539,0 7-3277,0 41 3202,0-16 225,0 1 0,0 6 0,0-3 251,0-9 0,0 2-341,0 16 0,1 7 0,-2-6-105,-3-14 0,0 0 165,3 15 0,2 6 0,-3-3-345,-6-3 0,0-3-135,7 4 0,0-2 0,-3-9 1,0-8-901,4-15-1168,8-2 2428,2-18 0,8-30 0,-10 12 0,1-1 0</inkml:trace>
  <inkml:trace contextRef="#ctx0" brushRef="#br0" timeOffset="115653">28540 8790 7533,'10'-20'0,"-3"1"899,1-6 720,18-8-945,-6 12 1,5 2-225,11-3 0,6 5-45,6 7 0,2 6-91,-3 2 1,-2 5-315,-7 2 0,-5 5 270,0 20-360,-25-14-90,-8 31 90,-10-23 0,-4-1-1549,-7 10 1,-3 0 1400,2-5 1,-5-3-183,0-5 1,-5-2-1,1-1 148,-6 1 0,0-2 692,5-1 0,-2 1 0,2-2-16,-6-1 1,3 1 135,4 4 0,3 0-181,1-3 361,9 15-90,26 2-541,20 2-89,9 0-135,0-15 1,0-3 3410,-1 0-3534,4-3 0,0-1 168,-9 1-1215,2-7 1,1 1-1214,13 5 809,-10 1 1710,-13 0 1,-56 0-1,-7 0 1</inkml:trace>
  <inkml:trace contextRef="#ctx0" brushRef="#br0" timeOffset="116152">29210 8157 7533,'-8'-26'1169,"6"6"0,-6 1 360,16 29-899,2 0-90,10 21 0,1 4-576,3 5 305,-2 0 1,5 8 0,-4-5-543,-6-11 0,0 2 398,-3 1 1,1 8 0,2 4 0,-2-3 0,-2-5-517,-1-5 0,-2-4 1,-1 5 497,1 8 1,-1 9 0,0 2 0,-2-2 0,0-8-48,-3-8 0,0-4 0,-3 3 120,-1 2 0,-1 5 0,-1 2 0,-3-2 0,-2-3-23,-10 8 1,-4-3 0,-2 0-46,4-7 0,-2 1 1,-1-1-1,0-3-262,-7 4 0,-1-4 1,-2-2 89,0-6 0,-2-2 0,0-3-1579,-11 1 1,0-4-1,6-3 1,2-1 1633,-1-2 1,9-1-1,19 0 1,12 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12:15:47.467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A020F0"/>
    </inkml:brush>
    <inkml:brush xml:id="br2">
      <inkml:brushProperty name="width" value="0.12095" units="cm"/>
      <inkml:brushProperty name="height" value="0.12095" units="cm"/>
      <inkml:brushProperty name="color" value="#A020F0"/>
    </inkml:brush>
    <inkml:brush xml:id="br3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23424 2491 6183,'10'0'0,"-2"0"0,-8-6 90,0 4-90,0-3 180,0 5-90,8 0 180,-6-6-270,6 5 360,-8-10-360,0 9 90,0-4 360,0 1-181,0-9-179,0 0-90,0-10 450,-8 4-360,6 5 90,-6-7 90,8 19-90,-8-15-180,-2 11 90,-7-6-180,-32 6 180,17 9 0,-1 2-90,0-1 0,-1 2-1606,-4 9 0,2 3 1785,-9 4-270,23-4 1,-1 4 225,-11 8 0,1 3-90,12-8 0,1 3-492,0 2 1,-2 4 0,0 1 0,4-3 491,0 3 0,2 2-45,2 1 0,-2 6 0,1 1 0,4-6-45,3 1 0,4 0 22,-1-3 1,0 6-1,1 0 1,2-6-68,4-1 0,4-1 0,4 6 0,5 4 0,1-8 31,3-11 1,3-4 28,9 4 0,5 1 0,-3-5 960,-7-8 1,1-3-901,11 1 0,6 0 0,-4-3-30,-9-3 0,0-3 179,10-5 1,4-4 0,-5 0-90,-9-1 0,-1-1-1041,8-9 0,-2-2 1085,-13 4 1,-3 1 135,17-12 648,-19 10 1,0-4-604,11-17 0,-1-2-271,-11 10 1,-1-2-389,0-1 0,3-5 0,-2-1 0,-2 4 389,-3-2 0,-3-2 45,-1 0 0,0-6 0,-2 0 0,-4 6-180,-8 0 0,-4-1 112,2 3 1,-2-5-1,-2 0 1,-1 7 336,-9-1 1,-5 4-120,-6-3 0,-6-2 0,3 6-150,6 11 0,-3 3-330,-9-2 0,-5 0 0,5 4 15,14 6 1,1 2-394,-5-1 0,-4-1 0,6 2-1451,-1 0 2381,37 7 0,14 7 0,9 4 0,3-2 0,1 0 0,0 0 0</inkml:trace>
  <inkml:trace contextRef="#ctx0" brushRef="#br0" timeOffset="967">22666 3485 7533,'27'-12'-1619,"-9"10"3238,-10-21-1170,-8 20 1,0-15-270,0 17 90,0-5-90,0 6 270,-24 23-271,11 0-948,-10 2 1,-7 5-1,2 0 769,7-1 0,-3 2 72,-2-1 0,-7 5 0,-3 3 0,0-1 0,5-4-162,-1 3 0,3-2 0,-6 4 50,7-11 0,-3 4 0,-5 3 0,-1 1 0,-2 1 0,1 0 0,1-2 0,3-2 1,4-3 61,-8 7 0,5-4 1,-1-1-1,-4 5 88,8-9 0,-4 3 0,-2 2 0,-2 1 0,0 0 0,0 0 0,1-1 0,2-1 0,3-3 123,-6 6 1,2-2 0,3-2 0,-1 0 0,-1 1-90,-3 1 0,-1 1 0,0 0 0,1-1 0,2-2-99,1 1 0,2-2 0,1-1 0,0-3-45,-5 2 0,1-2 0,4-5-135,5-3 0,3-4-585,-7 2 1,9-9-2558,22-21 3256,14-9 1,9-3 0,7-3 0,3-1 0,2-4 0,0 0 0</inkml:trace>
  <inkml:trace contextRef="#ctx0" brushRef="#br0" timeOffset="1352">21308 4478 7533,'-28'-35'3276,"-5"6"-3475,9 45 0,-3 14 49,-1-2 0,-3 4 0,2 0-798,5-4 0,2 1 0,-3 3 912,1-1 0,-2 3 0,-1 2 0,0 0 0,2-1 13,0 1 1,2 0 0,0-1-1,0 0-208,-1-1 1,0-1-1,1 0 1,0 0 499,0 2 1,1 1 0,1-1 0,5-3 449,0 8 1,4-3-154,2-11 0,2-1-251,4 6 0,8-8-270,18-24 0,5-9 44,2 1 1,1-3-385,5-5 0,3-6 317,-2-2 1,6-6 0,0-1-1,-2 1-423,-8 6 1,-2 2 0,0-1 0,2-2 238,2 0 0,2-2 0,0 0 0,1 0 0,-4 3-931,10-5 1,-2 3 0,-5 3 1400,-7 4 1,-3 7-2018,7 19 1709,-39 14 0,-11 6 0,-8 7 0,-5 1 0,0-6 0,0-1 0,0 1 0</inkml:trace>
  <inkml:trace contextRef="#ctx0" brushRef="#br0" timeOffset="2134">20708 5485 7533,'20'-27'809,"-5"-3"-629,-23 21-180,-9-14-180,-11 3 180,-4 4 0,-2-1-90,-1-4 45,-6 10 0,1 4-449,9 7 404,2 5 0,-5 3 0,-1 2-777,-2 7 1,1 4 0,-1-1 896,2-4 0,1 0 0,-3 5 42,4 2 0,-3 4 0,0 3 0,1 1 0,5 0-71,1 1 0,4 1 0,2 1 0,0 3 178,1 2 1,-1 3 0,2 2 0,3 0 0,2 1-72,3-3 0,2 1 0,3 0 0,2-2 0,5-1-48,4 10 0,7-3 0,4-2-150,3 0 0,4-3 0,10-10 112,5-17 1,9-8-1,3-5 1,-1-1-1,-3-1 1,-1-3-1,1-1 1,1-1 31,-4 1 0,0 0 0,0-1 0,1-3 0,-3-4 71,2-6 1,0-5 0,-2-2 0,-2-1 0,-5 3-96,-1 1 0,-5 1 0,2-4 60,0-3 0,4-5 0,0-2 0,-3-1 0,-3 0-68,-5-5 1,-4-1-1,-2 0 1,0 1-23,2 3 0,1 2 0,-2-1 0,-4-1 0,-3-10 0,-4-5 0,-3 4 0,-2 7 45,-3 10 0,-6 2 254,-9-9 1,-7-3 0,-5 9-414,0 17 1,-4 8-1,-2-1 84,-3-4 0,-3-1 0,2 5 30,3 5 0,1 4 0,3 6-1574,-4 10 0,7 3 1124,11 0 450,3 17 0,50-50 0,18-16 0,-16 10 0,0 1 0,0-1 0</inkml:trace>
  <inkml:trace contextRef="#ctx0" brushRef="#br0" timeOffset="3213">23671 3536 7892,'-17'-13'270,"7"6"-809,2-4 629,8 10-270,0-5 360,0 6 89,0 6 91,16 12-135,8 3 0,3 3-180,-7-4 0,3 3-895,10 7 1,5 4 0,-3-2 849,-9-6 0,1 2 22,2 4 1,7 7-1,-1 0 1,-4-5-23,1 1 0,1 1 35,-7-6 1,4 6 0,2 1 0,-1-2 0,-3-5-6,-3-5 0,-3-3 0,3 3 24,2 4 0,2 4 0,2 2 0,0 1 0,0-3-354,-1-4 0,1-1 1,0 0-1,-1 0 0,-1-1 322,2 6 1,-3 0 0,1 1-1,3 0 68,1 0 0,3 1 0,1 1 0,-2-2 0,-6-5-271,3 5 0,-1-1 181,-1 0 0,5 4 0,0 0 0,-4-6 90,1-3 0,-1 1 0,-2 1 0,4 6 0,0-1 0,-5-5-135,-1-6 0,-1 0 135,6 11 0,3 4 0,-4-5 0,-10-14 0,-1 0-60,5 7 0,1 4 0,-2-6 60,7 1 0,-6-1 0,-1-3-90,-4-7-717,5 3 627,-7-11 1024,7-7-1114,-13-1 2277,4-11-2186,-8 5-290,-6 0-611,5-4 135,-7 10 855,0-5 0,-31 17 0,-8 3 0</inkml:trace>
  <inkml:trace contextRef="#ctx0" brushRef="#br0" timeOffset="3797">25312 5627 7533,'-26'-13'449,"-1"0"-449,7 0 540,-19 6-540,33 2 360,-25 5-180,13 0 90,6 11 179,20 15-359,-2-3 90,20-2 0,3-1-90,-13-4 0,22 2 0,4 0-305,-7-2 215,-6-5 0,6 2 0,-1-2 45,11 1 0,1-2 179,1 1 1,0-2-135,-6-3 0,-4-6 90,-10-10 0,-5-4 0,-2-9-135,-3-9 0,-1-2 45,3-5-618,-5 8 1,1-6-1,-2 3 573,-6 7 0,-1 0 225,7-16 0,3-6 0,-5 3-135,-9 4 0,-1 2-90,8-8 0,-2 0-225,-9 8 0,-4 8 90,-3 14-630,-9-22 540,8 31-2000,-6-3 2180,14 6 0,18 17 0,14 3 0</inkml:trace>
  <inkml:trace contextRef="#ctx0" brushRef="#br0" timeOffset="4501">26035 5989 8252,'20'0'540,"3"-6"-360,-21 5 180,14-5-180,-14 0 179,13-1-179,-13 0-360,6-11 0,-8 10 91,-15-28 89,-13-5-90,-4 20 0,-5 1 90,8 0 0,0 3 90,-5 9 0,-1 9-1,-1 11 1,5 6 0,6 14-180,-4 3 0,3 3-293,14 10 383,6-7 0,-1 7 0,3-5-373,2-9 1,4 1 417,3 4 0,2 6 0,3 0 0,1-8-1339,4-7 0,1-2 1323,0 2 1,1 2 0,1-4-30,5-3 0,5-6-156,11-3 0,8-4 0,1-5 538,-12-5 1,2-2-1,1-4 1,0-3-150,3-3 1,1-2 0,1-4 0,-1-3 0,-3-1-455,-4-3 0,-2-3 0,-2-2 0,-2-1 0,-1 0 221,1-3 0,-3 0 0,-1-2 0,-3-3 0,-5-2 0,-1-5 0,-2-2 0,-2 3 0,-2 6-68,2-10 1,-4 1 134,-3 2 1,1-7-1,-5 2 1,-9 7 112,-14 12 0,-6 7 0,0-1-136,1-12 1,-5 6-495,-12 13 1,-9 7-1,0 9-210,6 10 1,0 7-1,3 0 660,8-7 0,1-1 0,1 3 0,-2 5 0,2 3 0,13 0 0,22 7 0</inkml:trace>
  <inkml:trace contextRef="#ctx0" brushRef="#br0" timeOffset="5931">29369 2633 6183,'17'-19'1620,"-7"-1"-1261,6-6 91,-6 6-90,7-4 0,-7 4 179,-2 0-179,-16-5-450,-2 11-90,1 1 0,-7 2-539,-10 9 539,-11-4 180,0 12 45,-2 6 0,-2 6 90,2 6 0,1 5-469,3-1 1,-2 2-1,1 2 454,5 1 0,1 0 0,3 0-75,-2 6 0,5 3 45,11-4 0,4 3 0,6-1-302,7 6 1,7 0 181,2-8 0,2 0 0,2-2 75,5 5 0,5-7-45,4-13 0,5-5 0,-5-4 449,15 4-112,-12-10 0,10-1 1,3-2-1,-4-6 143,4-9 0,-3-6 0,2 1-791,-7 8 0,1 3 0,0-2 0,-2-3 378,0-6 1,-1-4-1,-2 0 1,-6 1 22,-3 1 0,-3-3 179,7-11 1,3-6 0,-6 3-180,-8 7 0,-2 0-120,0-3 0,1-2 0,-4 2 30,-4-3 0,-5 2 45,-2 9 0,-4-2-255,-5-10 0,-5-4 0,-3 1 47,-7-5 0,-7 2 140,3 15 1,-6 0-1,-1 1 1,0 3-698,-2 0 0,0 4 1,-2 3 269,1 5 0,-2 4 1,4 7 582,-2 11 0,9 8 0,16 18 0,16-5 0,0-1 1</inkml:trace>
  <inkml:trace contextRef="#ctx0" brushRef="#br0" timeOffset="8265">28875 3046 9062,'-26'7'-450,"15"-1"540,-29-12-540,-5 5 495,10-2 0,-2 0-45,5 3 0,-1 0-632,-9-3 0,2 0 632,-1 2 310,-6-7 0,-4-2-221,5 3 1,0 0-90,4 1 0,-1-1 0,2 0-325,-4-3 1,-2 2 301,10 5 1,-4 1 0,-1 1-1,1-1-264,-4 0 0,1 0 1,-2 1 375,0 0 1,-2 2 0,-1-1 0,4 0-60,-1-1 0,2-1 0,1-1 150,-4-1 0,0-2 0,2-3 60,3-6 0,3-3 0,0 1-210,6 5 0,1 2 0,-1-1 59,-6-7 1,0-1 0,5 3-180,-5 2 90,13 5 0,-1-1 253,-1 1 0,-3-1-493,-2 3 0,-4 0 0,-2 1 37,2 1 1,-1-1 0,-2 1-1,0 1-497,-9 0 0,-2 0 1,0 1-1,4 1 670,-1-1 0,4 1 0,-3 1 30,1 1 0,-1 0 0,-1 0 0,4 0-369,4 0 0,2 0 0,-1 0 399,-6 0 0,-1 0 0,0 0 155,-4 0 0,0 0 0,3 0-125,11 0 0,3 0 0,0 0-60,0 0 0,-1 0 0,-1 0 0,-3 2 0,-3 2 0,0-1 0,6 0 0,1-2 0,-1 1 45,-1 2 0,-7 2 0,-1 1 0,5-1 45,3-1 0,3-1 0,-2 1 22,-3 0 0,-3 0 1,0 1-1,4-2-67,-11 4 0,0-3-75,3-2 0,-1-1 0,8-1 30,0-1-90,-7 0 0,2 0 180,20 0-180,-4-2 1,-3-2 133,3 4 1,1-1-134,-7-5 427,-7 3 0,1 0 112,6 2-630,-12-5 2308,6 6-2307,27 0 3207,-6-6-3028,10 5 697,8-5-2047,0 6-449,0 0 0,16 6 1799,-4-5 0,37-6 0,-2-10 0</inkml:trace>
  <inkml:trace contextRef="#ctx0" brushRef="#br0" timeOffset="8817">24112 2839 7533,'-29'0'809,"-18"6"-1079,41-5 360,-33 11-90,19-10 180,-7 9-90,9-9 360,34-2 44,14-12 1,8-7-270,-7 6 0,4-1 0,2-2 0,2 0-602,2 0 1,3-1-1,1-1 1,1 1-1,-1-1 233,0 1 0,0-2 0,0 2 0,-1 0 1,-2 1-127,4 1 0,-2 1 0,-1 2 0,-5 0-270,52-16 1,-90 28-1,-12 5 360,-5-3-719,9 10 809,0-11 90,-2 10 0,-18 6 0,-8 2 0,-3 5 0,1 1 0</inkml:trace>
  <inkml:trace contextRef="#ctx0" brushRef="#br0" timeOffset="9182">24448 2800 7533,'-26'10'60,"1"-1"0,-3-1 0,1-2 299,-1 1 1,1-1-90,-8 0-90,3-17 0,28 8-90,-27-8-90,3 5 90,0 12 0,-4 3 89,-5 1 1,1 2-45,7 1 0,1 3 45,-2 0 0,3 3 360,0 19-630,7-14 270,13 12-90,9-23-180,29 6 360,14 1-181,-12-8 1,6 1 0,1-1-785,2 0 0,2 0 0,-1-1 635,-2 0 0,-1 0 0,-1 0 0,-5-1 0,0 0 0,-2 0-795,3 1 1,-2 4 854,-3 5 0,-3 4 0,1 4 0,-3 3 0,-8 5 0,-1-1 0</inkml:trace>
  <inkml:trace contextRef="#ctx0" brushRef="#br0" timeOffset="10815">28963 3575 7533,'10'-19'180,"-10"5"-1,-18 1 1,6 7-449,-11 6 538,13 12 1,-23 20-225,11-4 0,-1 2-474,1-3 1,-3 2 428,1-1 0,-3 4 0,-3 3 0,-2 0 0,0 0-451,1-2 0,-1-1 0,0 1 1,-2 1-1,-1 0 0,-1 2 441,5-5 0,0 0 0,-1 2 0,-1 0 0,-1 1 0,0 0 0,0 0 0,-1 0 0,1-1 37,1-1 0,0 0 0,0 0 0,-1 0 0,1 0 0,-1 0 0,0 0 0,0 1 0,0-1 0,1 0-9,-1 0 0,0 1 0,0 0 0,0-1 0,1 1 0,-1 0 0,0-1 0,2-1 0,-1 0 0,2-1 4,-3 1 1,1 0-1,1-1 1,0-1-1,0 0 1,1 0-1,-1 0 1,1 1 28,-5 5 0,-1 0 1,0 1-1,1 0 1,1-1-1,1-2 1,2-2-249,-1 1 0,1-2 0,2-2 0,1 0 1,0-1 218,-4 2 0,1 0 1,1-2-1,4 0-22,1-1 0,2-1 0,3-2 0,-1 1 0,3-5 0,1-3 581,8 1-851,10-17 2701,2 0-2251,14 0 1355,-6-11-1895,7 2 0,-7-4-360,-2 7-539,-8 6 1056,0 0 1,31-22 0,9-7 0</inkml:trace>
  <inkml:trace contextRef="#ctx0" brushRef="#br0" timeOffset="11577">26952 5150 7533,'0'-15'-720,"0"-2"720,0 15 540,-8-9-270,6 4 269,-5 0-269,-1 1 0,6 6-180,-6 0 360,0 17-360,6-1 89,-9 10 1,-1 3-90,0 8-1326,-4 7 1,-1 2 1280,7-20 0,0 1 15,-5 11 0,-3 6 0,2-5 74,4-8 1,0-1-45,-3 10 0,-2 4 0,0-7 45,3-13 0,1-1-577,-1 20 0,1-3 532,-5-15 270,18 16 270,41-38-540,-8-4 119,4-12 1,9-6 0,1-4-519,-11 4 0,0-3 0,1-1 0,1 1-87,-3 3 0,2-1 0,1 1 1,0 0-1,-2 0 351,5-3 0,-1 0 0,-1 1 0,0 3 45,5-3 0,0 3 0,-7 14 0,-5 24 0,-5 10 0,6 7 0,1-1 0</inkml:trace>
  <inkml:trace contextRef="#ctx0" brushRef="#br0" timeOffset="12998">26564 6763 7533,'-37'-6'809,"-4"-1"-899,29-6 270,-12-5 0,15-8 0,-1 4-90,2-2-90,8 16-180,8 2 90,2 24 180,7-8-90,-3 17 0,-2 5 90,7 1-432,-4-2 1,1 6 0,2 2 453,0-2 1,1 2-1,1 2 1,2 2-562,-3-6 0,2 3 0,0 0 0,1 1 1,0 0-1,-2-2 431,2 1 0,-1 0 0,0-1 0,0 0 0,0 0-141,0-2 0,0 0 0,0-1 0,1 0 0,1-2 226,5 3 1,1-2 0,1-1-1,-2-1 68,-2-2 0,-2-2 0,0 1 0,2 2-402,3 2 0,1 2 0,2 2 1,-3-2-1,-2-2 297,3 2 0,-3-2 0,-1 3 37,-6-1 1,-1 2-1,0 1 1,-3-3 52,1 1 1,-2-3 0,-2 1-181,0 7 0,-1 2 0,1-5 15,4 3 0,-1-8-135,-6-3 1955,-10-31-2674,-18-13-498,-17-8-222,-2 7 2427,-7 2 1,9 18 0,0 1 0</inkml:trace>
  <inkml:trace contextRef="#ctx0" brushRef="#br0" timeOffset="13549">27234 8621 7533,'-47'-14'629,"22"1"1,1 3-630,5 7 540,1-14-91,2 16-179,30 7-270,-10 2 270,17 6 0,7 2 45,5 8 0,5 2-256,-1-5 1,3-1 0,-2 1-325,-8-3 1,-2 1 0,3-2 384,10 3 0,4-1 0,-2-5-75,-1-6 0,0-6 94,-6 0 0,2-2 0,-4-7 130,6-22 1,-8-11-120,-11 5 0,-5-5 0,-4 1-240,-4-9 0,-6-2 210,-2 6 0,-2-1 0,-4 3-30,-6 0 0,-3 3-45,5 3 0,-2 1-360,-7-4 0,-1 8-1169,8 21-585,3-7 1024,18 17 1045,35 5 0,-11 9 0,4 3 0,8 4 0,0-1 0</inkml:trace>
  <inkml:trace contextRef="#ctx0" brushRef="#br0" timeOffset="14131">28011 9035 7533,'-10'-14'0,"-14"-4"1169,20 3-809,-27 3-360,19 0 90,-21 5-90,8 2 0,-1 3-225,-2 8 0,-1 5 15,-4 4 0,-2 4 0,1 4 270,2 9 0,2 6 0,0 3-728,2-1 0,0 2 0,2 2 0,2-3 698,2 0 0,4-2 0,1 4 37,4 1 1,1 5-1,2-3 1,6-8 198,6-10 1,4-3 32,4 13 1,4 4 0,3-9-480,24-8 10,-9-9 1,5 1-1,2-8 192,-4-10 1,2-6 0,1-5-1,1-1-394,-1-3 1,1-4-1,0-2 1,0-1 0,-2 2 393,4-1 1,0 1-1,-2-1 1,-1-6-23,-8-1 0,0-4 0,-1-3 0,-2 0 0,-2 2 0,-3 5 709,6-10 1,-4-2-746,-6 7 0,0-6 0,0-2 0,-2 2 0,-3 6 81,0-7 0,-5 1-203,-2 3 1,-1-5-1,-3 1 1,-7 5 112,-17-6 0,-7 6-90,7 0 0,-7 6 15,-6 13 0,-8 6 0,6 5-240,9 4 1,1 4 29,-10 0 0,-5 3 0,7-1 330,-8 5 0,6-2 0,0-1 0,-9 0 0</inkml:trace>
  <inkml:trace contextRef="#ctx0" brushRef="#br0" timeOffset="15359">25841 6840 7533,'20'0'-540,"3"-6"540,-21 5 360,6-10 179,0-2-269,-6-1 0,6 1-270,-8 1 180,0 11 0,0-17-180,0 10 0,-8-5-90,6 2-90,-22 15 180,12-3-270,-21 35 270,14-12-45,-6 11 0,1 3-362,12-17 0,0 2 429,-7 5 1,-5 5 0,-1 1-1,5-3-585,1 7 0,1 1 617,-3-5 0,-4 6 0,-2 2 0,0-2 0,5-4-365,3-1 0,2-4 1,-2 4 435,-3 1 1,-3 3 0,-1 3 0,0-1 0,2 0-18,4-4 0,1 0 0,1 0 0,1 0 0,-1-2-63,-3 1 0,0-1 0,-1 0 0,1 3-27,1 2 0,0 3 0,0 1 0,0-3 0,2-7-18,-6 5 0,-1-2-68,5-2 1,-2 6-1,0-1 1,2-5 112,0 0 0,-1-1 0,2-3 0,-3 5 0,1-1 0,3-5-45,1-5 0,0-1 150,-4 8 0,-3 5 0,3-6-60,-9 2-329,8 1 0,3-2 329,7-9 78,-1 1 1,3-1-348,8-6 1136,-14 19-1047,6-22 1278,1 11-1278,1-17 979,8 4-979,0-12-730,0 0 1,0-6 0,0-1 0</inkml:trace>
  <inkml:trace contextRef="#ctx0" brushRef="#br0" timeOffset="15798">24694 8467 7533,'-7'-20'1349,"-3"7"-1259,0 7-180,-14 17-90,5 21 90,-1-2 90,0 12 0,1 5 0,12-11 0,0 0-241,-5 6 1,-1 2 330,6-9 0,2 0 0,1-4-90,2 11 90,-1 6 0,-2-1 180,-2-14-180,6-2 0,0-2 180,-7-8 89,8 3-179,0-16 388,8-3-298,-6-5 360,21-11-540,-11 2 314,10-9 1,5-5-180,0-3 0,1-1-180,-5 5 0,3-1-949,3 0 0,4-3 1,-7 5 723,-6 3-1254,19-4 1,0 2 263,-23 11 1170,17 4 0,-26 31 0,-6 12 0,-1 4 0,0 1 0</inkml:trace>
  <inkml:trace contextRef="#ctx0" brushRef="#br0" timeOffset="17248">24448 9344 7533,'-26'-37'180,"6"2"-1,7 13 1,1 0-90,2-5 180,-6-15-180,-1 19 0,-3-3 45,-6 13 0,-5 4-135,4 8 0,-2 5-30,-7-2 0,-3 2 0,2 2-60,-6 6 0,0 5 157,3 3 1,-4 6-1,0 2 1,7 0-809,8-3 1,5 0 0,-1 1 800,-12 6 0,-2 1 0,7 4 29,12-3 1,6 3 0,7-1-137,11 9 1,11 0-67,0-10 1,4 3 0,5-1 0,4-6 44,11-4 1,5-5-1,5-3 1,0-2-399,-6-4 1,3-1 0,1-2 0,-1-2-1,-1-3 443,3-1 1,-1-2 0,0-5 0,1-4 57,-2-5 1,2-5 0,-1-3 0,-1-2 0,-3-2 80,-1-2 0,-4-3 1,-1-3-1,0-2 19,-6 4 0,1-2 0,0-2 0,-1 0 0,-3-2 0,-3 1-45,-2-4 0,-2 0 0,-2-1 0,-5 0 0,-3 0 22,-4-6 0,-5-1 1,-5 1-1,-5 4 207,-10-4 1,-7 4 0,-5 7-740,2 11 1,-4 4-1,0 5 330,-4 0 0,0 9 90,-5 16 0,17 4 0,34-10 0,-4 6 0</inkml:trace>
  <inkml:trace contextRef="#ctx0" brushRef="#br0" timeOffset="18461">29492 3523 7533,'28'7'-900,"-11"-1"900,-9-6 0,-8 0 0,0 6 180,8-16 270,-6 2-360,6-7 270,-8-2 179,0 10-449,0 0-90,0 1 180,-24 34-90,-1 9 0,-3 8-23,9-9 1,-2 4-1,0 2 1,0 2-371,1-1 1,1 1 0,-1 3 0,0 0 0,1 2 314,4-10 1,-1 2 0,0 1 0,0 0 0,1-1 0,2-1 0,0-2-510,-1 12 0,1-3 0,2-1 1,-2 1 514,1-7 0,-1 1 0,0-1 0,1 1 0,-1-1-41,0 8 1,0 1-1,1-2 1,0 1-447,1-1 1,0-1-1,1 0 1,-2 2 486,1-8 0,-1 2 0,0 0 0,0-1 0,1 0-108,-1 8 0,2 1 0,1-3 0,-2-6-103,-3 1 1,-1 1 192,4-6 0,-1 7 0,0 2 0,-1-3 0,2-5 240,-4 4 0,-1 1-240,3-5 0,-3 8 0,0 1 0,1-2 0,2-7 135,1 2 0,-1 0-113,-3 1 1,-3 7-1,-1 1 1,2-2 67,4-5 0,0 0 0,1-1 0,0-1 69,0-4 1,1-1-1,0 0 1,0 3-160,-1 3 0,-1 5 0,0 0 0,2-3 0,0-6-90,-3 4 0,0-1 22,2 0 1,-1 6 0,-1 2-1,-1-3 38,-5 1 0,-1-1 0,2-1 0,5-2 0,3 0 0,-2-2 30,-4-1 0,-2-1 0,3 0 0,7 0 0,2 0 0,-2 1 48,-6 5 0,-3 0 0,2 4 6,6-11 0,2 1 0,0 2 0,0 0 0,0 0 36,-3-1 0,-1 1 0,0 0 0,1-1 0,3-3-120,0 6 0,3-2 0,-1 1 90,-2 4 0,0 2 0,4-9-150,5 8 364,0-6 1,0-1-725,0 3 90,0-9 271,0-16 884,0-11-885,0-5 3337,0 11-3337,0-11 803,-8 5-623,6-6-1170,-14 6 1080,6-5 0,1-24 0,1-13 0</inkml:trace>
  <inkml:trace contextRef="#ctx0" brushRef="#br0" timeOffset="18945">27817 7976 7533,'-28'7'899,"10"-1"-899,3 0-90,13 1 0,-6 6 180,8 0 180,8 11-180,4-2 0,1 1-90,9 13 299,-5-8 1,4 3 0,-2 0-165,1 4 0,-1 0-45,-1 4 0,1 2 30,3-4 0,1 1 0,-5-5-30,-8 4 0,20 5 0,2-8-3302,-18-24 3212,19 7 360,1-34-136,-4-11 1,0-5-458,-4 7 1,-1-3 277,-2 1 0,2-6 0,1-1 0,-2 0-90,-1 1 0,-1 0 0,0-1 0,2 0-525,2-2 1,2-1 0,0 0-1,-1 1 210,-1 3 0,-1 0 1,0 1-1,-3 5 360,6-9 0,-3 12 0,-1 20 0,-24 19 0</inkml:trace>
  <inkml:trace contextRef="#ctx0" brushRef="#br0" timeOffset="20346">24377 10119 7533,'-18'13'-1170,"9"-1"1620,-7 1 90,14 0-90,-14 6-181,14-5-179,-6 5 90,8-1-270,0-9 360,8 25-90,2 1-113,5-3 1,6 9-1,2 4 1,-2-1-1,-2-3 1,-2 0-1,1 2 1,1 2-429,-3-7 0,1 2 0,1 2 0,0 0 1,0 1-1,0-2 0,-2-1 343,4 6 0,-2 0 0,0-2 0,-1-1 0,-1-1 40,-2 2 1,-1-2 0,0-1-1,1 1 113,3 2 0,2 0 0,-1-1 0,1-2-323,2 2 0,0-4 0,2 4 224,-5-9 0,1 2 0,1 1 0,1 1 0,-1-2 76,4 6 0,0 1 1,1-2-1,0 0-90,-1-3 1,1 0 0,-1-1-1,-1 0 98,2 5 0,-1 0 0,-1-3-90,-4-10 0,-2-1 0,0 0 15,9 14 0,-3 0-347,-8-11 0,0 0 167,6 2 0,1 0 90,-8-4 0,-1-3 225,5 2 2171,-3-4-2261,-13-17-824,14 5-975,-14-5 1801,6 0 0,-8 10 0,0-2 0</inkml:trace>
  <inkml:trace contextRef="#ctx0" brushRef="#br0" timeOffset="21061">24977 12416 7533,'-26'0'989,"-9"0"-989,13 0 360,-9 6-270,21 7 180,0 12-360,3-3 90,14 14 90,11-15 0,1-2 0,5 0 89,7-2 1,1-2-540,-4 0 0,1-2 405,4 0 0,0-2 45,-6-4 0,-1-1-45,2 0 0,-1 1 0,0-1 0,-1 1 90,0 0 0,-1-1-45,4 1 180,5-1 90,-17-12-181,-7 5 91,-2-11 270,0-7 269,2-25-1875,-1 6 0,-1-1 1156,-2 7 0,-2-1 0,-1-1 0,0-2 0,-1 4-97,-2-14-143,0 15 0,1-5 0,-2 1-210,-2-3 0,-2 0-45,-3-5 1,-2 0-541,2 11 1,-3 7-2114,-15 12 2608,17 16 450,9 16 0,13 0 0,7 3 0,3 2 0,1 0 0</inkml:trace>
  <inkml:trace contextRef="#ctx0" brushRef="#br0" timeOffset="21796">25700 12919 7533,'19'0'359,"-3"-11"181,-16 2 90,-8-9-90,-1-1-271,-1 5 1,2-5-540,0-5 1,-2 2 358,0-4 91,-5-4-180,-11 9 90,5 1-225,-6 10 0,-3 8-90,3 10 1,-1 7-1415,-12 9 1,0 4 1355,10-7 1,3 4 282,6 2 0,1 3 0,4 2 148,3 9 0,6 2 1,5-5 1,4 3 0,4-1-30,8-1 0,4 0 0,3-4-232,-1-4 0,2-2 1,5-5 170,7-7 1,5-6 0,-2-2-60,-5-1 0,2-4 120,8-10 0,5-6 0,-5 1-75,-8 3 0,-1-3 135,-2-3 0,3-6 0,1-1 0,-4-1 89,2-6 1,-3-1 0,-2 0-778,-4 3 1,-1 0 0,-2-1 596,0-1 1,0-1 0,-6 1-90,-4-2 0,-6-2 1414,-6-9 1,-4-2-830,-1-5 0,-6 1-405,-14 4 0,-9 7-1819,-1 14 1,-2 7 349,5 7 1,1 6 1351,-3 12 1,13-3 0,50-27 0,5 3 0</inkml:trace>
  <inkml:trace contextRef="#ctx0" brushRef="#br0" timeOffset="22945">27746 10145 7533,'-27'0'-270,"1"0"450,16 0 269,2 0 541,8 5-630,0 2-90,0 29-225,-13-1 0,-5 6 14,3-1 1,0 3 0,-2-1-731,0-3 1,-2-2 0,-2 4 652,2-4 0,-2 3 0,-1 1 0,0 0 0,0-2 0,2-1 0,0-2 0,-1 0 0,1 1 0,-1-1-569,1 0 0,-1 0 0,0 0 0,0-1 0,1 1 564,-5 5 1,0-1-1,1 0 1,-2 4-38,3-6 0,-1 4 0,0 1 0,0-1 0,1-1 0,1-3-210,1-2 1,2-2-1,-1-1 1,-2 4 254,0 2 0,-3 5 0,-1 1 0,-1 1 0,2-3 0,1-5-42,0 0 1,0-4 0,1-1-1,0 0 57,0 0 0,1 0 0,-1 0 0,-1 0 0,-2 1 0,-2 0 0,1-1 0,2-2 0,2 1 0,2-2 0,0 0 120,-2 0 0,0-1 0,5-5-120,4 2 606,-3-4 0,3-3-516,12-12 2757,10-7-2487,-4-13 6,27-12-1086,-27 9 657,-4 16-207,-4 16 45,-10 5 0,-3 1-135,-3 1 360,0 7 0,20-46 0,20-7 0</inkml:trace>
  <inkml:trace contextRef="#ctx0" brushRef="#br0" timeOffset="23380">26317 12235 7533,'10'-26'809,"-2"7"-269,-16 11-450,6 4 450,-6 27-450,0-13 179,-1 31-179,-1 5 120,0-3 0,-2 9 0,2 0-150,5-8 0,1-1 0,0 2-176,-5 3 1,-1 1-1,3-3 161,6 7 0,2-11 135,1-20 0,22 3 720,19-31-316,-16-7 1,3-5-947,-3 0 0,3-2 0,-1-1 602,0-5 0,0-3 0,1-1-263,-3 3 1,1-2-1,1 0 1,1-1-798,5-3 1,1 0 0,0 0 0,-2 2 298,-3 0 1,-2 2-1,1 3 551,6-1 1,2 3-1,-16 16 1,-26 34 0,0 21-1</inkml:trace>
  <inkml:trace contextRef="#ctx0" brushRef="#br0" timeOffset="24475">28469 9603 7533,'20'-14'359,"-5"2"1,-22-1-360,-19-12 360,5 16-360,-13-15-180,24 29 360,3 13-90,7 17-90,-1-8 0,2 3 45,5 3 0,3 4-291,1 0 0,3 5 1,1 2-1,0-2 291,0-5 0,1-1 0,0 0 0,0 2-337,2 5 1,0 1 0,1 1-1,1 1 364,-1-1 0,1 0 0,1 2 0,1-1 0,-1-1-465,-2-5 1,1-1 0,1 0 0,-2-1 0,1 2 410,-2 0 0,1 1 0,-1 1 0,0-2 0,0 1 18,0-3 0,1 0 0,0 0 0,0 0 0,-1 0-347,-1 0 0,0 1 1,0-1-1,-1-1 1,-1-2 340,1 6 0,-1-3 0,4 4-204,-2-5 1,4 5 0,1 1 0,0 0 0,-2-3 0,-5-8 218,0 5 0,0-1-6,2-3 0,4 6 0,1 2 0,0 0 0,-3-6-69,-3 2 0,-2-5 0,2 4 75,3 5 0,3 4 0,-1-1 0,-3-4-45,-1 2 0,-2-2 59,-3-5 1,0 0 0,-2-4 1339,1 13-1399,-1-12 0,0 0 90,-4-6 0,-1-2 90,4 4 2053,-8-3-2413,0-20 733,0-5-1542,0-5 368,0-8-638,8-13 899,2 4 1179,0 4 0,-3 12 0,-7 6 0</inkml:trace>
  <inkml:trace contextRef="#ctx0" brushRef="#br0" timeOffset="25159">29192 12403 7982,'-7'-14'540,"5"2"0,-14 6 0,14-1-181,-6 0-179,8-4-270,0 9 270,-8-3-90,6 5-90,-6 0-90,8 0-90,0 0 180,8 17 0,2-7-180,23 26 180,-11-21-1639,6 6 1,1 0 1523,2 2 44,8 1 0,4 1 251,-9-7 0,-1-2-136,0-1 1,-1-2 0,-2-4 0,-3-1 45,-8-2 270,7-5 360,-9-13 89,9-26-494,-19 2 0,-2-6-135,0 6 0,1-2 0,-2 2 1262,-3-6 1,-2-1-1293,1 5 0,0-2 0,0 5-60,0-11 135,0 3 0,0 2-135,0 3-585,0 7 0,0 2 45,0 6 165,0-13-704,0 22-1170,0-5-360,24 12 1890,-11 1 629,29 6 0,-24 19 0,-1 8 0,5 2 0,1-1 0</inkml:trace>
  <inkml:trace contextRef="#ctx0" brushRef="#br0" timeOffset="25959">29739 12894 8072,'-16'-26'1170,"5"6"-1170,-7 7 449,-5-4-628,11 2 89,-6 1 270,-5-9-91,19 20 1,-28-20-180,21 20 90,-23-14 90,15 16 0,-22-5 0,11 6-135,1 5 0,-1 1 45,-9 3-135,2 13 1,0 3 134,-4 1-1093,16-3 1,-2 6 0,4-3 1085,-8 12-23,16-10 0,0 6 0,4 0 185,2 0 0,3 0 0,3 3-35,3 9 0,5 3 0,4 1-75,1-11 0,3 2 0,2-2 0,0-2-105,0 2 0,1-3 0,5-3-30,12 0 0,7-4 0,1-7-710,0-10 0,1-6 1,-1-2 799,5 2 0,2-6-23,-8-5 1,4-4-1,1-3 1,-6-5-159,-8-6 0,-3-4 1,-2-3-1,1 2 248,3 2 1,1 0-1,0-1 1,-2-1-25,1-6 0,0-2 0,-3 1 1,-4 2 90,2-7 1,-5 1 75,-6 8 0,-1-2 0,-6-1 702,-9-12 1,-10-1-583,-5 11 0,-5-1 0,0 4-330,-2-4 0,-7 6-150,-9 10 0,-9 5 0,1 7-240,8 11 0,0 5 1,0 0 673,2-4 1,0 0-1,-1 2-734,-4 3 0,-1 3 1,7 1-934,11 1 0,5 0 1383,-6 1 0,60-25 0,1-3 0,-1-1 0</inkml:trace>
  <inkml:trace contextRef="#ctx0" brushRef="#br0" timeOffset="28410">23918 10015 7533,'10'-12'1439,"-10"4"-1259,-2 3-450,-14 16 90,-17 15 90,4 7 0,-5 8 112,4-9 1,-4 3-1,-3 2 1,1 0-666,5-3 1,0 1 0,-1 1-1,1-1 1,-1 0 642,3-3 0,0 0 0,0 0 0,0 0 0,-2 1 45,2-1 0,-3 1 0,0 1 0,0 0 0,3-3 0,3-3-349,0 1 1,3-2-1,-4 2 394,-2 2 0,-4 3 0,-2 3 0,-2 0 0,2 0 0,2-4 67,-3 3 0,2-3 1,1 0-1,-1 0-303,3-3 0,0-1 0,-1 1 0,1-1 0,1 0 326,-5 5 0,1 0 0,1-1 0,4-4-31,3-4 1,2-3 0,1 0-240,-11 16 0,3-2 180,8-10 0,3-2-360,5 12 91,15-20 2489,0 2-2760,0-6 1153,0-11-793,0 5 1570,0-6-1839,-24 17 269,-1 1 0,-3 3 90,-8 10 0,-2 4-420,10-11 0,-1 0 0,5 1-390,3 5 1,5-1 809,2 2 0,48-31 0,3-14 0</inkml:trace>
  <inkml:trace contextRef="#ctx0" brushRef="#br0" timeOffset="28929">22137 11719 7533,'-10'-14'719,"2"-9"-809,8 20 270,0-14 180,8 10-450,-6-1 270,6 8 0,-24 30 45,4 0 0,-3 5-136,-2-4 1,-1 3 0,0 0-1010,1 1 1,2 2-1,0-3 965,-4 7 0,2-3 90,6-9 0,7-3 225,19-1-180,5-11-90,15-3 0,-7-16 180,13-8-181,-8-3 1,3-5-45,5-4 0,2-3-195,-10 7 0,0-2 1,-1 1-751,5-9 1,-4 3-451,-9 10 1,-5 3 1349,-1-2 0,-10 17 0,-8 0 0</inkml:trace>
  <inkml:trace contextRef="#ctx0" brushRef="#br0" timeOffset="29895">21855 12261 7533,'19'-7'-1350,"5"-5"991,-14 5 1168,7-6 630,-7 1-1439,-2-1 270,0 0-90,-6 0 360,13 0 179,-13-6-89,6 5-450,-8-11-270,-8 11-540,-17-4 91,-12 5 539,-9 5 0,18 4 0,-2 2-45,-2 7 0,1 2 90,0-4 0,-3 3 15,0 4 0,-3 5 0,0 1-1068,0 3 1,1 1 0,0 0 1007,3-3 0,2-1 0,-1 3 0,-9 7 0,1 4 0,7 2-688,10 11 1,5-1 687,-9-9 0,3 1-215,14 5 1,6 4 0,0-7 214,-4 0 3,9-4 1,5 7 0,3-4-4,11-2 0,3-1 45,-5 8 0,5-1-135,12-14 0,7-4 0,3-6 556,-1-6 0,1-6 0,3-4-340,-11-3 0,3-3 0,0-2 0,1-2 0,-1-2 176,2-2 1,0-1 0,0-3 0,-2-2 0,-2-2-249,-3-3 0,0-3 0,-3-2 0,-1-1 0,-3 0 36,0-5 0,-1-1 0,-4-1 0,-3 3-141,-3 0 1,-2 3 0,-6 0 185,-6-8 0,-8 5 134,-21-2-89,-9 15 0,-4 1-360,12 3 0,-1 2 120,-7 4 0,-3 3 1,3 3 148,-14 1-674,20 5 1,-1 2 44,0 1 1,2 2 569,-6 9 0,32-16 1,43 0-1</inkml:trace>
  <inkml:trace contextRef="#ctx0" brushRef="#br0" timeOffset="32294">20832 6505 7443,'9'-19'-90,"-1"-1"-90,-16-6 90,6 0 270,-5 7 360,-1 6-630,6 1 180,-6 11-90,0 1-90,14 13 0,4 18 135,10-5 0,3 0-45,-7-5 0,-1 1-120,6 2 0,-1 0 120,-2-2 0,-2-1-452,5 15 497,7-2 0,1 0-2998,2 3 2953,-6-11 0,1 3 90,6 3 0,3 3-182,-6-8 1,1 2-1,1 2 159,-1 0 1,2 2-1,0 0 1,0-1-1,-1-1 1,2-1-1,-2 0 1,-1-2-201,1 4 0,-2-2 0,1 0 163,4 4 0,-1-1 0,-2-4 15,-6-9 0,1 0-45,3 6 0,5 4 0,1 2 0,-2-2 0,5 1 0,-1-2 0,2 3-18,-8-5 0,0 2 0,2 2 0,-1 0 0,0-1 90,-2-3 0,0 1 0,1-1 0,-2 0 0,0 0-438,3 4 1,0 1 0,-1-1 0,-1-2 395,3 1 0,-1-3 0,1 2-8,-4-3 1,0 2 0,0-1-1,0 0 442,5 2 0,0 0 0,0 1-464,-3 1 0,0 2 0,1 1 0,-1-2-45,0-3 0,2-1 0,-3 0 0,-2-1 45,-5 0 0,-2-1 0,1-1-30,6 3 0,0-1 0,-3-4 514,6 8-349,-6 2 0,1 1-45,-4-17 0,-1 1-45,2 17 0,-1-2 45,15-8 197,-16 2 1,0-2-198,6-9 3023,-7 9-2844,3-12 666,-13 5-755,0-15-180,-2 8 180,-8-11-900,0 0 270,-8-5-2518,-2 3 2968,0-4 0,-29 23 0,0 4 0</inkml:trace>
  <inkml:trace contextRef="#ctx0" brushRef="#br0" timeOffset="32877">23389 8802 6183,'0'-26'-359,"0"12"359,0-3 90,0 10 90,0 5-180,0-2 269,16 21-269,-12-8 270,27 21 90,-11 3-270,7-6 0,5 3-45,0 6 0,0 0-1684,-7-7 1,-1-2 1760,4-3 1,-1 1-78,-8 8 0,-3-2 404,8-1-314,-4 1 0,-9-2 135,-26-10-270,-21-12 90,-3-1-45,6-6 0,-1 0 45,-5 0 0,-5 0 0,-2 0 461,1 0-551,8-1 0,0 2 45,7 1 0,1 2-270,-11 4 0,-1 2-630,-2-2 1,2 0 854,7 5 0,5-1 0,6-11 0,33-2 0</inkml:trace>
  <inkml:trace contextRef="#ctx0" brushRef="#br0" timeOffset="34228">20073 6763 6543,'10'-7'990,"-2"-5"-990,-16 11 0,6-5 90,-6 12 449,8 18-359,16 22-45,-7-2 0,1 1-301,4-12 1,0 0 195,-3 2 0,0 4 0,0 0 30,1-1 0,0 0 0,-1 2-296,-1-2 0,-1 2 0,0 1 1,1 0 302,1 2 0,0 0 1,0 0-1,-1-2-37,-3 2 0,-1-2 0,0 0 30,5 5 0,0 0 0,-1-6-60,-5-9 0,1 0 45,4 3 0,2 6 0,2 2 0,-1-3-379,2 1 1,1-2 0,0 2 333,-1-5 0,0 2 0,1 2 0,0-1 0,1-1-23,3 4 1,0 0 0,1-1-1,-2 1 23,0 2 0,-1 0 0,0 0 0,0 0 0,1 0 0,2 0 0,-2-1 0,-2-2 0,-3-2 0,-2-2 0,1 2 0,5 7 0,1 2 0,1-3-204,0-12 0,0-3 0,1 3 249,-3 0 0,0 2 0,1 1 0,0 0 0,5 3 0,0 0 0,1-1 0,-2 0-317,3 4 1,-2-1-1,-1-1 272,-2-2 0,-1 0 0,0 1 0,0 2 0,0 1 0,-1 1-461,-3 5 0,-1 0 0,1 0 461,-1-7 0,1-1 0,-2 1 30,-2 7 0,-2 2 0,1-3-315,0-10 0,1-1 0,-2-2 285,-3 11 0,0 0-126,3-4 0,2 2 1,-3-5 125,-3-12 0,-2 0-30,2 11 0,0 6 0,0-5 30,-1-9 0,0 1 0,0 11 0,1 6 0,-2-7 0,-2 8-60,3-12 0,1 4 0,-1-5-120,-3 13 150,0-15 0,2 4 0,-2-2 391,-2 3 1,0 0-302,2-3 0,1 1 0,0 0 30,-3 11 0,2-1 45,2 1 0,-1-2-90,-2-17 0,-2 0-45,1 8 0,0-4-90,0-7 1152,0 2 0,0 2-1512,8 6 1555,-7-8 0,0-1-1015,15 16-180,-14-10 449,6-7-359,-8-15 1795,0 14-1885,7-9 185,-5 1-725,14 8-89,-14-20-91,14 14 1,-14-16 179,6 5 630,-8-6 0,-16-11 0,-4-4 0</inkml:trace>
  <inkml:trace contextRef="#ctx0" brushRef="#br0" timeOffset="34994">21078 11590 7533,'-27'0'449,"2"-5"451,7-3-720,8 1-360,2 1 90,8 6 360,8 0-720,2 0-180,8 12 91,7 19 539,-5-6 180,-4 0 0,1 3 134,0-6 1,1 2-135,4 10 0,1 3-135,4 0 0,-1-1 0,-7-5 0,-1-3-90,3-2 0,0-3 45,14 4 0,-9-13 0,1-2-180,4 1 270,8-7-180,-29-6 180,8 0 90,-1-12 809,1-2 271,0-18-721,-6 11 1,1-2-360,4-8 0,1-3-120,-1 4 0,1-3 0,0 0-468,5-3 1,1-2 0,0 0-193,0-1 0,0-1 1,0 2 599,1 4 0,0 2 0,-4 0 0,-4-7 0,-5 2 0,-5 8 0,0 1 0</inkml:trace>
  <inkml:trace contextRef="#ctx0" brushRef="#br1" timeOffset="58594">24095 9706 6183,'10'7'-359,"-3"-1"359,-7-6 270,0 5 179,0-3 1,0 9-180,0-10-90,0 11-90,0-11 359,0 11 1,0-11-180,0 5-90,0-6 0,0 6-180,0-5 90,0 5-90,0-6 539,0 0-179,-7 0-270,5 0 90,-6 0 90,8 0-270,0 0 90,0-6 0,8-18-45,4-1 0,1-2-45,-7 3 0,2-2 0,15-13 0,1 0 0,-10-4-45,5 9 0,3 0 45,5-8 0,-7 4 0,-5 7-180,-7 17 180,-6 1-180,14 2-90,-14 4 180,14-6 90,-7-6 90,9 10-180,-8-14 270,-2 15 0,-1-11 180,-5 6-180,6 6-270,-8 2-180,0 5 90,0 0 90,8 0 90,-6 0 0,6 0 0,0 0 0,-6 0-90,6-6 0,-8 4 90,0-9 0,0 9 90,7-9-90,-5 9 180,6-3-180,-8 5 90,0-6-90,0 4 90,0-4 90,0 6 90,8 6 269,2 19-314,-5 2 0,0 4-180,-1-7 0,-1 3 0,2 22 0,-2-2-3286,-1-7 3285,6-7 1,0 0 45,-6 6-180,2-8 1,0 1 178,-4-7 1,0 0-45,0 2 0,0-4-45,0-4 90,0-13-180,0-6 90,0-6-269,0 5-91,0-11 3151,0 11-4050,0-5 899,0 6-90,0 0 1,0 0-1</inkml:trace>
  <inkml:trace contextRef="#ctx0" brushRef="#br1" timeOffset="58978">24342 9590 7533,'-10'7'-1709,"-6"-1"4947,14-6-2878,-6 0 449,1-6-629,5 4 360,2-9-360,2 9 179,13-4 1,11 6-360,-5 0 540,28 0-540,-11 0 0,-13 0 0,2 0 0,0 0 0,-1 0 0</inkml:trace>
  <inkml:trace contextRef="#ctx0" brushRef="#br1" timeOffset="64693">24606 9099 7533,'18'7'-900,"-8"4"91,-2-9 1618,-8 4 91,15-1-900,-3-3 359,13 3-269,-7-5 630,0-5-630,-1-3 540,1-4-540,-8 4 809,5-8-539,-5 13 180,0-20-271,-2 20-269,-8-14-90,0 9 180,-16-5-90,12 6 90,-35-4-180,33 4 90,-41 0 0,26 1 135,-3 5 0,-3 2-135,0-2 0,1 2 45,-1 1 0,-1 2 0,-6 1 0,-1 2-90,0 5 0,0 2-90,-6 5 0,1 1 135,11-7 0,2 2-45,-8 9 0,5 0 135,8-7 0,-7 3 0,1 2 90,13-1-180,-17 1 0,1-1 180,15 2-90,-13 3 0,-6 2 45,7-2 0,1 0-45,2-4 0,1 1 45,-7 14 0,5-4-135,14-14 89,-4 10 1,1 1 0,11-6 0,-4 6 0,0 1 0,8-7-180,2 6 0,4-1 180,12-11-180,-6 8 0,3 1 270,17-8 0,3-3-180,-10 1 0,1 0 45,12 2 0,0-2 225,7-3-90,-15 1 0,-1 0-90,2-5 0,-2 7 0,-1 1 89,10 3-89,-9 1-90,-4-9 0,-3-3 90,-16-9-90,20-2 0,3-4 0,-14-3-225,25-16 1,1-5-484,-14-4 498,5 3 0,7-5 1,-6 4 164,-14 7 0,-1 0-15,11-10 0,4-5 0,-5 5 240,-7 10 0,-2 0 59,1-4 1,1-3 0,-4 0 157,0-8 1,-4 0 52,2-4 0,-5-1-181,-8 0 1,-4 3-225,3 15 0,-4 1 0,-12-3 0,-1 3 45,10 7-1729,-13-9 1,-1 0 1522,8 10-142,-4-7 1,-1 1 77,5 5 35,-6-5 1,-3-1-126,-8 1 450,-9-9-225,14 25 0,-1 2 225,-4-7-45,-3 10 0,-3 3-135,-14-1 0,19-1 0,0 3 0,-5 9 0,3 1 0,-1-2-45,-6 8 0,-3 6-270,9 1 0,2 1 1684,1-4 1,1 1-1520,1 2 0,0 3 0,3-3 68,-6 6 37,1 2 0,1 0 45,0-3 45,0 8 0,1 1 45,4-4-90,7-5 0,1 0 90,0 8 90,15-16 57,-7 6 0,0 3-237,6 2 0,2 0 45,-1 5 0,2 0 264,2-2 1,4-2-220,7 1 0,5-4 0,5-5 0,5-3 0,1-4 0,4-2 0,-2 0-200,-1 4 1,1-4 199,3-10 0,4-4 0,-2-1 0,1 0 0,-1-4-150,-4-4 0,1-3 0,-1 0 60,8 2 0,-2-3 0,-1-14 0,-1-5 45,-1-3 0,-2-1-45,-4 8 0,-1-3 0,-4-3 0,1-4 0,-3 6 0,15-4-45,-13-8 0,1-1 90,-7 23 0,-1-1 45,0-22 0,-1 0 0,9 3 45,-19 4 0,-5-2-1,0 4 1,-4 2-45,-7-15-90,-1 5 0,-6 0-90,-7 13 1,-5 2 44,-2-8 0,-4 0-45,4 11 0,-3 1 0,-1 4 0,2 7 0,-2 2 0,3 2 90,-3-3 0,1 3-90,-8 5 0,2 4 109,11 0 1,1 2 25,-5-2 0,-1 3-180,-10 7 0,2 6-225,8 5 0,1 5 32,3-2 0,0 2 0,1 3 298,2 7 0,2 2 0,1-2 0,4-9 0,1-2 0,0 2 60,0 11 0,0 2 0,5-5 60,2 10 150,1-15 0,0 4 0,6-2-139,12 6 1,6 1-72,-7-7 0,1 2 0,6-2-30,10-1 0,6-2 0,2-3 30,2 0 1,2-2-1,2-4 60,5-5 0,2-5 0,0-1-60,3 1 0,0-1 0,-3-4-60,-10-5 0,-1-2 0,-1-1 90,5 1 0,0-2 0,-6-2-60,9-17 135,0-2 0,-1-2-45,-7-7-240,-9 6 0,2-4 0,-2 3 150,-4 7 0,0 0-120,4-12 0,1-5 0,0-2 210,-2 3 0,-2-1 0,0-2 240,-1-3 0,-1-1 0,-1-1-584,-2 0 1,-1 0 0,-5 4 433,-6 6 0,-8 2-146,-14-3 0,-5 6 56,-3 10-1028,-9-7 0,-2-1 938,-3 4-135,5 1 0,-6 1 4,6 10 1,-3 3 0,-1 0 190,-3 0 0,-1 0 0,-1 4-128,7 3 1,-2 1 0,1 3-1,1 0-142,-4 3 0,2 3 1,3 4-884,5 5 1,2 5 0,3-1 32,2-1 0,3 2 1060,1 19 0,7 5 0,6-7 0,4 0 0,0 0 0,1-1 0,-1 0 0</inkml:trace>
  <inkml:trace contextRef="#ctx0" brushRef="#br1" timeOffset="89472">20514 5807 7533,'0'-12'0</inkml:trace>
  <inkml:trace contextRef="#ctx0" brushRef="#br1" timeOffset="90858">20461 5911 7533,'-23'-11'809,"-1"0"1,-9-6-271,17 12-808,14-2 269,26-12 0,4 6 0,6 0 0,0 2 0,-1 0 0,0 0 0</inkml:trace>
  <inkml:trace contextRef="#ctx0" brushRef="#br1" timeOffset="93025">26282 6092 7533,'-8'-13'0,"-2"0"-90,-7 0 270,7-6-540,2 5 360,32-10 0,-3 9 0,22-3 0</inkml:trace>
  <inkml:trace contextRef="#ctx0" brushRef="#br1" timeOffset="96089">21784 12468 9242,'-10'-21'0,"2"8"-1350,16-4 1350,2 9 0,12-7 0,5 0 0,1 1 0,1 0 0</inkml:trace>
  <inkml:trace contextRef="#ctx0" brushRef="#br1" timeOffset="98575">25823 12958 7533,'-35'-6'629,"-8"5"-629,21-5 0,22-11 0,30-5 0</inkml:trace>
  <inkml:trace contextRef="#ctx0" brushRef="#br1" timeOffset="102639">28011 9396 7533,'-18'-19'2069,"0"-7"-1620,1 5 900,7-3-1169,2 17-1169,8-5 989,8 11 0,25-11 0,14 5 0</inkml:trace>
  <inkml:trace contextRef="#ctx0" brushRef="#br2" timeOffset="107375">20426 6014 7993,'-26'-6'-198,"7"-1"307,-15 0-710,15 2 637,9 5 1,43-6-1,-4 2 1,-1 1-1</inkml:trace>
  <inkml:trace contextRef="#ctx0" brushRef="#br3" timeOffset="130743">26617 4788 6543,'0'-7'-449,"0"1"359,8 0 180,-6 5 179,6-5-89,-8 6 180,0 0 0,8 0 90,-6 0 269,5 0-449,-7 0 1079,0 0-1439,0-5 0,0 3 180,-7-9 0,5 4 180,-14-6-90,-10-6-270,-11-1 135,12 7 0,-3 0 0,-2 3 0,-1 0-45,1 0 0,-2 1 45,-7 3 0,-1 0 135,1-1 0,-2 1-45,-8-1 0,2 0-161,17 1 0,1 0 71,-14 1 0,-2 2 90,4 0 0,2 1-180,4 1 0,-1 2 45,-3-1 0,-3 0 0,2 0 0,-4 0 0,3 0 0,0 0 0,-2 0 90,-9 0 0,6 0 0,13 0-90,-9 0 0,-4 0 0,8-3 0,1 0 0,3 3 0,-1-1-120,0-3 0,-2 0 0,6 1 120,-5 1-90,4 0 0,-7 0 0,4 1 0,-10 1 0,11 1 0,-6 1 0,1 0-737,2-1 1,1-1-1,1 1 917,-9 2 0,-2-1-60,-1-1 0,-4-1 0,4-1-134,0 2 1,0-2 133,1 0 0,-3-1 0,3 0-30,11 1 0,2 1 0,-1-1 29,-7 0 1,-1-1 0,1 0-198,5-1 1,1 1-1,-2 1 168,1 1 0,-3 2 0,0-1 0,2 0 0,1-2 0,2-1 0,-1 1 0,-13 2 0,-1 2 0,8-1 0,-4-2 0,12 0 0,-5 0 0,4 0-90,8 0 1,1 0 44,-23 0 0,-4 0 45,17 0 0,0 0 0,-1 0-30,-4 0 0,0 0 0,0 0 75,-9 0 0,-2 0-45,7-1 0,-2 1 0,7 1 0,-10 4 0,8-2 0,-7-2 0,8 2 0,-5 4 0,9-3 0,-6 0 0,6-1 0,-9-1 60,11 1 0,-5 2 0,6-2 29,-2-1 46,-13 1 0,0 0-45,12-3 37,-3 0 0,-4 0-37,11-3 0,1 0-46,0 2 1,-2 0-90,-12-2 1,-2 0-91,2 3 0,-1 0-15,7 0 0,-3 0 0,0 0 431,-1 0 1,1 0 0,1 0-282,-6 0 0,2 0-45,7 3 0,2 0 135,3-2 0,-1 0 41,-6 5 0,-2-1 19,4-3 0,-2-3 0,2 2-195,-4 2 0,0 0 135,-7-3 0,0 0-180,13-1 0,-1 2-225,-8 1 0,0 1 315,9-2 0,0 0-180,-3 2 1,3-1 89,-3-2 323,7 3 0,-2 0-98,-1 1 0,-1-1 44,-5 4 1,0 0-180,4-4 0,1 1 45,1 4 0,3 1-45,-5-1-45,11 4 0,1 1-44,-4 1 196,1-3 1,-1 3-243,5 1 1,1 1 134,0-5 0,-1 1 0,-6 9 0,3 0 0,6-6 1297,-13 10-1387,17-7 90,-17 14 0,13-9-45,1 4 0,-1-1-45,-7-7-1520,7 15 0,-1 2 1610,-7-8 30,11-1 0,-1 6 0,-1 1-817,-1-3 1,0 0 0,0 0 831,-4 11 0,-1 2-75,-2-3 0,-2 1 0,8-6 300,6 4-594,-2-10 0,-3 5 0,5-5 324,10 4 45,-12 11 0,-3-1-45,9-11-45,0 8 0,-1 1-135,-5-3 45,6 7 1,-1 4 44,-1-4 0,0 1 120,2-8 0,0 0 0,1 2 60,3 4 0,2 1 0,0-4-90,-2-2 0,1-2 60,5-4 0,3 2 0,0-6-60,-1 4 89,0 5 1,0 5-45,0-8 0,0 1-105,0-3 0,0 2 1,0-2 103,0 8 1,0-2-90,-3 8 1,-2 0 88,1-3 1,-2 1-45,1-8 0,-1 2 0,0 0 0,0 6 0,0 1 0,0-3 0,-3 1 0,0-2 0,5-6 0,2 1 0,-2-6 1743,-3 2-1608,7 11 0,0-1 135,-8-5-225,7 6 0,0 0-45,-7-5 29,5-10 1,0 6 0,1-1-132,1 12 1,0-1 56,-3-4 0,0 2-15,6-4 0,1 3 0,0-7 1495,-1 10-1435,6 2 0,0 0-90,-6-7 90,9 6 0,1 0 0,-8-13 0,11 8 0,2 5 135,-11-6 0,-1 3-174,3-5 0,1 3 1,0 2 15,-3-8 1,1 1-1,-1 1 1,0 0-1,-1 1 1,0 0-1,0-1 1,0 1-1,1-1 1,0 1-1,1-2 1,-1-2 22,3 14 0,0-2 30,-1-10 0,1 0 0,-1-5 150,4 7-136,4 6 1,0 0-45,-5 1-135,1 0 1,2 4-1,-1-8 0,-1 2 1003,-3-5 0,0 3 0,1 0-868,1 4 0,1 1 0,0-4 45,2 3 0,-1-1 15,-2-8 0,1 1 0,-1-7 120,8 2-135,-6 2 0,0 2-45,0-14 0,-1 1-142,2 13 1,0 2 111,0-9 0,1 1 0,-1-1-15,-3 2 0,-1 0-380,11 12 1,-2-5 424,-8-8-45,-2-3 0,0 4-45,4-4 0,-2 2 90,-9 8 0,-1 3 0,9-6 0,2 1 0,-2 1 30,-5 0 0,-2 1 0,1-2-30,4 7 0,1-2 0,4 9 0,-2-5 90,-7-14-90,6 6 0,3 4-1263,-3-2 0,-2 0 1263,-2-6 0,0 0 0,6 14 0,-1 1-631,-5-12 0,-2-1 631,1-6 0,0 1-133,0 4 1,1 2-1,-2-5 133,-2 3 9,2 8 1,0 5-10,-3-8 0,-2 1 0,1-2 0,0 3 0,0-2 0,0 4 0,0-2 45,0 6 0,0-5-45,0-13 355,-1-2 1,2 0-356,7 3 0,-8 1 0,2-1 0,14 0 723,-15-1 0,0 2-723,6-2 0,1 1-180,-7 9 1,0 1 179,7-12 0,0-1-225,-4 11 0,2-5 135,11-15 64,-12 8 0,0 2-19,11-5 0,0-1 135,-11 16-135,15-7 0,0-3 135,-16-12 1409,13 7 1,5 2-1770,7 15 225,-3-10 0,1-1 45,-4-8 0,-1 0 727,2 3 1,3-1-548,6-8 0,3-3 45,7 7 0,4 1-1294,-11-7 1,0 0 0,0 0 1158,5 1 0,0-1-150,-9-3 0,1 1 0,0-2-83,11 2 0,2-2 113,-4-2 0,3-1 0,1 1 7,-6-1 1,1 1 0,-1-1-1,-2-1-94,-2-1 1,-2-2 0,2 1 146,11 1 0,2 0 0,-8-1-30,4-3 150,-7 2 0,7 0 0,-6 0-60,8 0 30,-8 1 0,7 1 0,-2 0 29,-9-1 1,-2-1 0,1 1-120,0-1 0,1 0 0,0 1 30,7 1 0,1 0 0,-5-1-15,-8-2 0,-1 0-165,5 2 0,3 1 0,0 0-60,-1-1 0,1-1 1,-2 0 179,9 2 0,0-1-60,-5-1 0,3 0 0,-2 0 329,11-2 1,-4 0-180,-7-1 0,1 2 0,0 0 0,2 2 0,-6-1-90,6-1 45,-1 2 0,-1 0-45,-2-3-45,9 0 0,2 0 135,-3 0 191,-10-2 1,5 0 0,-7 0-282,0 1-135,11-5 0,4 0 298,-13 2 0,0 1-163,-4 1 0,2-1 0,-3 1-45,6-1 0,-3 1 45,-4 1 0,-5 2 0,-7-1 322,15 0-322,-7 0 0,-7 5 45,6-4 0,3-1 45,12 12-90,-11-11 0,2-1 1037,-2 3 1,-1 0-994,1-3 1,1 0 46,4 0 1,3 0-47,6 0 0,0 0-45,-15 0 0,-1 0 0,6 0 0,-4 0 0,-8 0 0,19 0-180,-16 2 0,1 2 180,5-1 0,3 1 0,6-1 0,0 1-45,-8-1 0,-1 0 225,-2-3 0,0 0 0,-1-1 0,-3 2-180,15 4 44,-13-4 1,2 0-45,-1 2 0,-3 0-179,9-3-1460,2-1 1,-2 2 1073,-10 5 385,3-5 0,5-1 0,-3 3 0,2 0 180,5-2 0,1-2 45,2-2 0,2 0 225,8 2 0,-4 1-270,-18-4 0,-3 2-211,25 2 391,-25 0-90,-13 0-180,15 0 3154,-1 0-2974,-5 0-270,29 0-180,-2 0 270,-20 0 0,1 0 45,1 0 0,1 0 0,1 0 0,-2 0 45,5 0 283,-3 0 0,0 0-13,-1 0-180,7 0 333,4 6-603,-5 1 180,-7 0 0,20-1-90,-12 0-90,0-5 180,5 10-90,-23-9 0,22 3 90,-19-5-180,19 0 180,-21 0 0,21 0 0,-4 0 45,-7-2 0,1-1 45,-3-3 0,-1-1-90,18-7 180,-20 2 0,-1-1-180,5-2 135,-4-4 0,1-3 0,-4 8 0,1-2 89,13-17 1,-3-1-225,-16 14 0,-1 2 0,12-5 0,-1-2 0,-14 1 0,1-2-30,9 1 0,5-1 0,-2 1-251,0-5 1,1-1 325,-4 3 0,3-4 0,0 1 0,-3 5-45,2 4 0,-1 0 0,3-13 0,1-8 0,1 2 0,-3 9 0,1 2 0,0-2-23,1-1 1,2-2-1,-1 0 1,-2 1-242,-3 2 1,-1 0-1,1 1 196,2 0 1,3-1 0,-2 2-1,-6 3 113,-7 4 0,-2-1-75,10-9 0,5-3 0,-4 3 120,-6 10 0,-2 0-30,3-6 0,2-4 0,1-1-55,-1 4 1,0 1-1,0-3 85,2-8 0,-1-2 0,1-1-90,-1 6 0,1-2 0,1 2 0,-3 2 30,0 3 0,-2 3 0,1-2-120,4-9 0,0-2 0,-2 7 90,8-6-90,-13 14 0,0-5 0,1 1-884,1 1 1,0-1 0,-1 2 973,3-7 0,1-2-60,1 0 0,1-2 0,-3 5 415,1-5-385,-5 13 0,1-4 0,-1 0 75,3-10 0,0-2-428,3 4 1,3-2 0,-4 1 442,-9 8 0,-2 1 0,2-1-30,7-6 0,4 0 0,-3 0 43,-1-7 1,0-2-104,3 6 0,3-1 0,-2 1 614,-6 8 0,-1 2 0,0-1-674,5-6 0,1-1 0,0 2-60,-4 8 0,-1 2 1,1-3 29,3-9 0,0-3 0,1 0 75,0 8 0,1-1 0,-1 1 0,-2 1 45,-5 0 0,-3 2 0,2-1-60,6-8 0,3 0 0,-3 1 83,-7 8 0,-2 0 1,2-1 95,4-9 1,2-2 0,0 3-30,4-5 0,-1 1-60,-10 9 0,-2-2 0,1 3-75,6-4 0,-1 1 45,-5 3 0,0-2-90,1 5 0,3-2 0,-1 2-24,4-2 0,-1-1 54,-4 0 0,-1-2 1,1 2 148,5-1 1,-1 0-45,-7-10 0,-3 1 513,2 14 0,-2 0-288,-2-18 0,0 0-225,4 18 0,0 1 130,-4-6 0,-1 0-534,4-10 179,-8 14-90,0-3 0,0 3 0,0 13 0,0-8 0,0-1 180,0 4 90,-8-26-90,-1 20 1728,-6 6 0,-4-2-1417,1-2 0,-1 2-131,-3 7 0,-1-1-45,-2-13 0,-1-1-45,-4 4 0,-1 0-620,2-5 0,1-1 530,2 3 1,0-1 89,3 7 0,0-1 0,4 3-90,-7-11 0,5 8 0,-5-4 0,1 1-254,-2-4 1,-1 0 283,3 3 0,-2-2 0,-1 0 60,2 5 0,-1 0 0,0 0 0,3 3-184,-7-11 0,1 1 244,1 6 0,-1-1 0,1 0 120,-3-5 0,1-1-60,2 3 0,-3 0 0,3 0-90,6 5 0,1 1 0,0 0-30,-3-4 0,-1-1 0,5 4-90,-1-9 0,-1-2 0,-3 0 90,-3 7-90,8 1 0,-1-4-1314,-8-6 1,1 2 1403,12 14 0,1-1 0,-8-7 0,-3-4 0,5 7 761,-1-1-672,-9-5 1,-1-1 135,13 14 0,1-2-135,-6-5 0,-2-3 0,2 2-135,4 5 0,1-1 45,0-2 0,0-3 0,3 4 171,-2-3-216,2-5 0,0 0 45,-2 10 269,-1-8 0,-1-2 1,2 14 0,0 1-270,-3-5 0,-1-1 0,-3 1 0,1 3 90,-4 2 1543,5 1 0,-1-2-1678,2 3 0,1-2 0,-6-11 0,1 0 54,4 10 0,1 0-9,-1-8 0,5 2 90,6 11 0,-6-3 0,-3-2 270,-9-11-360,1 4 45,7 7 0,5 3 45,13 9-90,-35-19 90,33 20-180,-33-15-180,19-2 90,-15-1 180,12 8 0,3 1 90,-2-4 90,-17-8 0,35 21-90,-20-19 0,15 24-90,-9-25 90,-8 9-90,7 4-90,1-13 90,3 21-90,5-11 90,0 6 0,-14-5 0,21 9 90,-21-20 90,22 25 89,-21-30 91,19 30 180,-20-31-810,6 19 90,-1-10-629,-14 8 539,13 5-3007,-29 6 3225,18 1 1,0 14 0,-7 7-1,1 2 1,2 0 0,0-1-1,1 1 1</inkml:trace>
  <inkml:trace contextRef="#ctx0" brushRef="#br3" timeOffset="243042">21467 5653 5914,'0'-26'3276,"0"0"-2325,0 6-231,-8 2-540,6 5 90,-14 0-91,14 6-808,-6 1 449,8 12 540,0 35 179,0-12 1,0 4-240,0 2 0,0 3 0,0-2-591,0 3 0,0-1 471,0 9 0,0-3 179,0 3-404,0-12 0,0-1-134,0 3-541,0 5-629,0-30-90,0-10 1169,8 2-1709,-6-10 1979,14 6 0,-6-17 0,7-4 0</inkml:trace>
  <inkml:trace contextRef="#ctx0" brushRef="#br3" timeOffset="243590">21519 5627 7533,'-7'-49'2338,"5"6"-1888,-6-3 899,16 5-899,1 25-45,13-2 0,5 0-315,1 9 0,1 2-246,3-2 0,1 0 246,10 5 0,-4 2 42,-5 2-222,-5 2 0,-2 2-90,-7 3-653,-2 12 204,-18 7 539,-10-5-540,-23 9 360,11-16 270,-2-1 0,-1-2-90,3-2 90,-3 3 0,1-1 360,11-8 0,-26 20-180,35-20 449,-12 26-449,16-19-90,9 11 0,5 5-45,11 2 0,3 3-15,-3-4 0,0 3 0,0-1-63,4 5 1,-1 0 32,0 8 0,-9 0 328,-19-15 0,-6 0 301,-5 4 1,-4-2-270,-8 10-360,-14-21 0,-7-7-180,12-9 0,-2-1-315,-11 5 0,0-1-854,11-5 0,5 0 1349,-4 6 0,64 7 0,-6-3 0,-1 0 0</inkml:trace>
  <inkml:trace contextRef="#ctx0" brushRef="#br3" timeOffset="244557">27129 6066 7533,'9'0'-1350,"7"-6"2430,2 5 1169,9-16-1890,-7 14 901,3-15-181,-13 6-719,-8-3-90,-12-3 89,-33 11-44,13 3 0,-3 2-270,-7 7 0,0 2-90,11-5 0,1 4 90,-10 13 0,4 3-45,10 3-135,-5 10 0,1 7 135,14 2 0,7 4-115,2-7 1,4 2 0,5-1 24,8 2 0,6-2 0,5-3-210,6-5 0,5-3 1,3-5 299,5-6 0,4-3 0,-9-5 0,0 2 0,-31-16 0</inkml:trace>
  <inkml:trace contextRef="#ctx0" brushRef="#br3" timeOffset="245592">22313 12906 7533,'0'-25'1638,"0"0"0,-8-21 33,-1 51-1851,-1 30-315,-3 5 1,2 5 104,8-6 0,4 1 0,-3 1-180,-3 2 1,-3 0-1,6-4-60,6 7 1,7-13-630,9-26 1214,-9-32 0,-2-16 45,-3 9 0,-1-3 0,-1 1-1639,-3-17 1,-2 2 1580,2 12 1,-2 0 416,-3-2 1,0-1 719,2 2 1,2 0-136,1 1 1,6 5 494,29 8-899,1 35 0,4 12-361,-7-3 1,1 3-32,-3 1 0,3 3 0,-3 0-58,7 5 0,-5 3-45,-5 7 0,-9 2 180,-13 2 0,-14-3-136,-13-17 1,-9-2 0,-2-2-150,-7 3 0,-3-1 0,0-3 26,2-4 1,-1-2 0,1 1-357,6 0 0,1 0 1,3 0-1250,1 1 1,3-1 1580,-10 17 0,41-19 0,16-9 1</inkml:trace>
  <inkml:trace contextRef="#ctx0" brushRef="#br3" timeOffset="246607">25894 11564 7533,'10'-29'2158,"-10"-11"-2247,-18 36-91,-2 4 270,0 13 0,-1 7 134,6 13 1,1 4 105,-2-7 0,-2 1 0,1 0-31,3 3 1,2 2 0,1-1-30,-2 0 0,1 0 0,1-2-1,0 5 1,5-3-270,10-4 0,7-6 450,19-5-405,3-12 0,2-4-135,7-4-630,-7-5 1,2-2-136,-2 0 1,1 0-540,6-3 0,0 0 1394,-7 3 0,-5 1 0,-7 0 0,-42 6 0</inkml:trace>
  <inkml:trace contextRef="#ctx0" brushRef="#br3" timeOffset="246820">25841 11835 7533,'0'7'3238,"8"-7"-2609,9-7-629,3 0 315,4 0 0,1 2-855,-1 4-225,12-2 1,0 0-225,-10 3-900,23 6 1889,-32 1 0,-31 6 0,-7 0 0</inkml:trace>
  <inkml:trace contextRef="#ctx0" brushRef="#br3" timeOffset="247009">25929 11474 7533,'0'-42'1529,"1"12"0,6 1-225,22 7 0,7 3-1169,-14-2 0,3 0-1228,13 5 1,7 1 0,-5 5-547,-13 5 1,-1 1 1483,19-1 0,0-1 0,-13 0 0,-1 0 0,9-1 0,0 0 0</inkml:trace>
  <inkml:trace contextRef="#ctx0" brushRef="#br3" timeOffset="247629">28822 8751 7533,'0'-32'899,"0"11"540,0-21-539,0 19-720,0-3 180,0 14-271,0 12 271,0 23 0,0-5-90,-11 19 0,-2 4-270,8 0-1090,-7-6 1,-4 7 0,4-6 909,8 13-90,-3-12 0,-2 5 0,2-2-360,5 0 1,2-3 539,0 1 0,0-1-1040,-1-4 0,4-7 770,5-18 360,7 4 0,-11-41 0,12-6 0</inkml:trace>
  <inkml:trace contextRef="#ctx0" brushRef="#br3" timeOffset="247876">28822 8790 7533,'-5'-25'1092,"0"1"0,0-5 0,2 4-411,3 9 309,32-19-450,7 19-585,-5 5 0,2 3 45,-5 3 0,1 4-675,15 11 0,-2 3-944,0-1 674,-5 7 1,-7 3-135,-21 0 1079,-12 15 0,-31-14 0,-13-1 0,9-5 0,1 1 0,-1 0 0</inkml:trace>
  <inkml:trace contextRef="#ctx0" brushRef="#br3" timeOffset="248009">29016 8854 6633,'-8'33'1889,"6"-13"720,-6 9-2340,8-25 1530,8 25-1529,41-27-989,-6 10 354,-3-13 1,7-3 0,-2-3 0,0-2 0,0-2 0,0 0 0,1 0 0,0 0 0</inkml:trace>
  <inkml:trace contextRef="#ctx0" brushRef="#br3" timeOffset="250025">28822 8764 6633,'-27'-6'2339,"9"-7"-1530,10-7-629,16 5 450,2-8 179,-1 15 1,7-5-630,-14 7 180,6 6-180,-8 0 179,0 0 361,0-6-180,8-1-91,9 0-449,7 1 0,3 1 90,1 3 0,1 2-360,10-1 1,1 2-406,-5 5 0,0 1-449,1 1 0,-1-1 89,-4-5 1,0-3 179,2-4 1,-5-4 854,2-19 0,-62 37 0,-2 3 0,0 0 0</inkml:trace>
  <inkml:trace contextRef="#ctx0" brushRef="#br3" timeOffset="250675">28822 9008 7892,'-10'0'900,"-6"-5"-360,7-2-181,-1 0 181,2-5 180,0 11 89,6-5-359,-6 6 270,8-6-451,0 5 901,0-5-181,0 6-719,8 0 180,2 0-270,8 0-90,15 0 90,-11 0-180,11 0 0,0 0-360,-11 0-135,19 0 0,6 0-270,-12 0 1,0 0-46,11 3 1,-1 0 134,-13-3 1,-6 1-136,-8 5 541,-10-6-1261,-8 0 1485,0 0 0,-24 12 0,-5 2 0</inkml:trace>
  <inkml:trace contextRef="#ctx0" brushRef="#br3" timeOffset="259190">1976 14403 7533,'0'-27'1349,"0"3"-809,0 17-630,0 1 360,-8 6-1,6 0-449,-6 0 1,8 0 179,0 0 449,0-6 1,0 5 0,0-5-360,0 6 180,-8 0-270,6 0 0,-6 0 90,8 18 89,0-3 91,-3 24 0,-2 11-30,2-9 0,0 4 0,0 1-393,0-4 0,1 3 0,-1 0 0,1-2 243,0-3 0,-1-1 0,1-1 0,1-3 45,1 14 0,0-11 225,0-15-180,0-41-990,0-9-1169,0-6 1260,0 12-1800,0 4 2069,0 16 625,0-5 1,0 23-1,0 5 1</inkml:trace>
  <inkml:trace contextRef="#ctx0" brushRef="#br3" timeOffset="259757">2028 14288 7533,'-7'-33'3058,"-3"1"-1799,-8 6-1079,8 12 540,3-9-540,7 20 269,0-20-269,7 20 0,11-20 0,25 15-360,-11-5 180,0 12 0,0 2 0,0 0 90,-3 9 0,0 3 0,1 3-45,-5 3 0,-1 5 45,-12 2 0,-3 0 0,17 16-90,-23-5 0,-6-2 90,-7-3-225,-5 4 0,-3 0 225,-12-5-135,-3 3 0,0-2 45,-1-8 270,-4 1 0,-4-2 179,14-11 1,-1-3-855,-7 2 1,0-2-631,7-2 1,5-2 224,-2-5-1978,42 0 1618,-10 0 1170,25 0 0,2 0 0,14 0 0</inkml:trace>
  <inkml:trace contextRef="#ctx0" brushRef="#br3" timeOffset="264813">2875 14055 7173,'10'7'899,"-2"-1"-809,-8-6 630,0 0-360,0-6-450,0 5-90,0-5 0,0 1 270,0 3 90,0-3 0,0 5 180,0 0-450,-24 11 180,18-2-1,-11 6 1,-5 5 0,0 9 0,1 6 180,5-3 0,0 5 0,-1-2-408,-1-5 0,-1 0 0,3 2 228,2 10 0,2 3 0,5-1 0,4-8 0,2-1 0,3 1-206,1 4 1,3 0 0,3 0 175,1-1 0,3-2 0,1-4-60,-1-1 0,3-5-45,9-4 0,-3-5 45,-16-3-90,25 4-269,-21 0-361,0-11-179,-2 15-1080,-16-15 2147,6 11 0,-14-1 0,7 2 0</inkml:trace>
  <inkml:trace contextRef="#ctx0" brushRef="#br3" timeOffset="265759">3193 14959 7533,'-8'27'809,"6"-3"-179,-6-11-360,8-6 0,-8-2 179,6 1-359,-6-4 270,8 4-180,0-12 90,0-7-270,0-1 90,8-5-180,-6 1 90,6-2-180,0-29 45,-4 11 0,2-2 135,2 8 0,1-1-1093,-2-6 1,-1-4 0,-1 6 1070,5-12 171,-2 14 1,1-5 0,-3 7-60,-2-2 90,8-4 0,0 2-360,-10 19 315,9-6 0,1 1-225,-8 7 90,12-8-180,-8 16 180,1-3-90,1 10-180,6 1 91,-14 7 179,14 11 179,-7-4 3097,9 22-2590,-5-5 1,-1 2-417,0 14-90,-6-14 0,-1 3 0,0-5-90,3 3 59,-5-2 1,-1 7 0,3-3-15,3-3 0,1 0-180,4 13 0,0-2-270,-8-16 1,1-5-676,10 2 720,-16-20-449,8-5 449,-6 0-1349,6-5 899,-8-2 720,0-6 0,-8 0 0,-2 0 0</inkml:trace>
  <inkml:trace contextRef="#ctx0" brushRef="#br3" timeOffset="265988">3298 14804 7533,'-17'-6'2248,"-9"-1"-1888,15 0 720,-5-5-721,16 11 541,0-16-630,23 8-90,-1-4-225,2 9 0,3 2 135,10 2-1080,-7 0 1,-1 0 629,2 0 360,18 6 0,-6 13 0,-15-6 0,-1 1 0</inkml:trace>
  <inkml:trace contextRef="#ctx0" brushRef="#br3" timeOffset="266892">4075 14313 7533,'7'-14'-360,"-5"-3"450,6 15 809,-8-15 451,0 3-1081,0-12-89,0 11-180,0 4-180,0 11 180,0 0 270,0 11 450,0 15-316,0 0 1,0 6-195,0 1 0,0 3 0,0 2-395,0-2 1,0 2 0,0 0 0,0 1 139,0 1 0,0 1 0,0-1 0,0 0 15,1 9 0,-1-1 0,-1-3 75,-3 0 0,0-7-45,2-1 0,-5-26-90,7-11-719,0 0 449,0-5 270,0 3-1979,0-3 2446,0-1-377,7 4 0,11-26 0,10-1 0</inkml:trace>
  <inkml:trace contextRef="#ctx0" brushRef="#br3" timeOffset="267409">4551 14455 7533,'0'-14'899,"0"-4"271,0 6-271,0-8-539,0 6 449,0 2-719,0 12-90,0 40-180,0-16 0,0 2 225,0 7 0,0 2-315,-4 11 1,0-2-3008,2 2 3039,-2-16 1,0 2-33,4-2 0,0 0-315,0-5 1,0 0 134,0 22-1079,0-7 989,0-37 540,8 9 0,-3-32 0,0-12 0,4 0 0,-1-1 0</inkml:trace>
  <inkml:trace contextRef="#ctx0" brushRef="#br3" timeOffset="267971">4533 14339 7533,'-8'-32'2069,"-1"11"-990,-1-15-899,2 26 539,16-19-179,9 26-540,3-8 540,29 11-585,-22 7 0,1 3 45,-4-6 0,1 2-135,14 11 0,-6 2-45,-17-3-90,12 7 0,-1 2 90,-13 4 360,11 10-360,-25-15 91,-25-17 89,-5-1 179,5-6 1,-1 0-539,-3 6 359,3-4-90,19 15 90,7-8-90,7 20 0,-5-13 90,14 5 0,0 0-90,-10 2-1426,12 4 0,3 0 1516,-2 3-45,-5-8 0,0-1-356,11 17 401,-15-9 0,-2 8-258,-8-17 528,0 4 0,-8 2-270,-2-5 90,-31 4-180,2-18-90,-6-1 1421,16-14 0,1-1-1511,-3-1 180,-12-15-207,17 18-1952,16 1 2406,2 6-157,16 0 0,33-11 0,-12 4 0,-1 0 0</inkml:trace>
  <inkml:trace contextRef="#ctx0" brushRef="#br3" timeOffset="268340">5133 13952 7533,'18'24'1092,"-3"1"0,2 6 0,0 4-585,-2 2 1,-1 5 0,0 2 0,-1 2-1164,-2-3 1,-1 1-1,0 2 1,-1 0 0,0-3-9,3 4 1,-1-1 0,-1-1-1,-3-1 529,-5 0 0,-3 0 0,-2-2 1,-3-5-377,-10 6 0,-2-4 421,8-4 0,-3-2-366,-14 3 1,-3-7 95,1-8 360,1 2 0,-3 3 0,-7 0 0,-3 1 0,8-3 0,0 0 0,0 0 0</inkml:trace>
  <inkml:trace contextRef="#ctx0" brushRef="#br3" timeOffset="275960">1976 15784 9062,'-10'-7'-540,"2"2"0,8 5 292,0 0 1,0 5 0,0 2 0</inkml:trace>
  <inkml:trace contextRef="#ctx0" brushRef="#br3" timeOffset="279523">1993 15759 7533,'-10'-14'359,"-5"-4"-89,13 17-180,-6-5 180,8 0-90,0 5 90,0-11-180,0 11-180,0-5 90,0 6-270,0 0 180,8 0 450,-6 0 359,6 0-179,-8 0 540,0 0-1080,0-5 0,-8 3 89,6-4 1,-6 6-180,8 0 90,0-5 90,0 3-90,0-4 0,0 0 0,-8 5 90,6-5-359,-6 6 269,8-5-450,0 3 360,0-4-90,0 18 90,0-3 90,0 15-270,0 19 450,0 0-429,1-6 0,-1 7 1,-1 1 270,0-7 1,-1 1-1,-1 0 1,1-1 37,2 6 0,-1-1 0,0 0-38,0-3 1,-2 3-1,1-3 1,1-10-23,1 4 180,0-6 0,0-3 89,0-17 271,0 10-450,0-17 0,0 5 0,0-12 746,-8 5-746,6-5-900,-6 0 720,8-1-629,0-6 719,0 6-1529,0-5 809,0 11-539,0-11 1259,0 0 0,8-20 0,2-8 0</inkml:trace>
  <inkml:trace contextRef="#ctx0" brushRef="#br3" timeOffset="280574">1958 15733 8072,'-10'-19'2969,"2"-6"-2789,8 3 359,0-8-89,0 4-360,16 5-360,11 2 270,2 24 0,3 7 90,4 3 0,1 5 90,4 8 0,-2 2-180,-14-9 0,-3 0 90,1 6 0,-7-1 0,-14-9-90,-2 30-90,-17-24 0,-7 0 45,-6 12 0,-5 2 177,7-10 1,-3-1 0,0 0 17,4-3 0,0-1 0,1-1-375,-6 6 0,3-4-1214,-6-3-180,25-9 1619,20-11 0,17-11 0,9-3 0</inkml:trace>
  <inkml:trace contextRef="#ctx0" brushRef="#br3" timeOffset="290373">3016 15655 7533,'-10'-20'180,"3"2"539,14-1 1,-5-1-450,6 5 89,-8-2 1081,8 10-1620,-14 0-270,4 7 90,-22 20 0,-9 13 480,13-7 0,1 3 0,0 4-128,-2 0 1,0 5 0,0 0-1,3 2 53,4 0 0,2 3 0,2-2 0,1-2-105,-1 0 0,2-3 0,3-1 30,5 2 0,3-2 0,2-6-329,4 0-1,6-4 0,4-1-315,2-11 1,3-3 494,-1 3 0,1-2 180,11-5 0,-11-6 0,-15 0 0</inkml:trace>
  <inkml:trace contextRef="#ctx0" brushRef="#br3" timeOffset="292621">3281 16314 7443,'0'7'360,"0"-1"-271,-8-1 361,6-3-270,-6 4 270,8-6 1619,0 0-1440,0-6-719,8 4 90,-6-9-90,6-8 90,-8 4-135,11-11 1,1-2 44,-6 3-135,13-18 0,1-3-355,-8-2 490,0 12 0,3-6 0,-1 6 45,-3 8 0,0 1 75,0-8 0,0-4 0,0 6-120,7-8 270,-9 4 0,0 3-90,0 11 719,-1-7-719,-8 23-90,0 1-180,0 6-180,8 11 270,-6-2 761,21 33-402,-3-1-269,-10-15 0,0 1 270,2 10 0,-1-1 0,-1 3-135,-1 6 0,0-1 45,0-4-225,0 3 0,-2-1 135,-5-5-810,2-6 1,0-2-91,-4-6 180,0 2-539,0-20 360,0-5 809,0 6 0,-31-10 0,-9 2 0</inkml:trace>
  <inkml:trace contextRef="#ctx0" brushRef="#br3" timeOffset="292839">3440 16198 7533,'-26'-19'3276,"14"5"-616,-3-11-2390,30 5-1080,6 4 1,1 1 719,12-1-945,-6 3 1,1 3-855,6 8 1889,2-9 0,-1 14 0,3 4 0,-2-3 0,0 0 0</inkml:trace>
  <inkml:trace contextRef="#ctx0" brushRef="#br3" timeOffset="293438">4057 15591 7533,'0'-22'3276,"0"-1"-2685,0 16-231,0 6-450,8 8 180,-6 30-135,5 7 0,1 6 45,-6-16 0,-2 1 0,0 1-60,3 0 0,0 2 0,-1-1-30,-2 2 0,0 1 1,0-4-838,4-3 1,0-2 836,-4 0 0,2-3-990,14 6 901,-14-32-1980,6 3 2159,-16-10 0,-10 3 0,-9-3 0</inkml:trace>
  <inkml:trace contextRef="#ctx0" brushRef="#br3" timeOffset="296042">4886 15772 7443,'0'-15'1799,"0"-2"-1439,0 16 89,0-16 900,8 8-809,-6-10-360,13 6-90,-13 6 0,6-5 270,-8 11-180,-15-10-270,3 9 0,-14-4-180,-15 24 90,7-6 0,-2 3 390,6 2 0,-1 4 0,0-1-120,-3-3 0,1 0 0,2 3 59,2 5 1,2 3 0,4-1-15,2 4 0,5 0-135,5-2 0,6 1 90,10-5 0,8-1 135,10-6 0,5-3 89,0-1 1,1-1-270,2-3 0,0-2-45,-1-1 0,-1-2-360,-1-4 1,-3 0-900,6 5-1620,9-6 2879,-31 5 0,-7 2 0,-4 5 0</inkml:trace>
  <inkml:trace contextRef="#ctx0" brushRef="#br3" timeOffset="296438">5080 15372 7533,'0'-39'1079,"0"12"720,16-9-630,3 26-989,9-8 90,-3 24 90,-1 6 0,1 7-61,-1 4 1,0 6 0,1 0-657,0 1 1,1 0-1,-1 2 417,0 2 0,-1 1 0,-4-1-60,-1 8 0,-5 2-60,-8-5 0,-4 1 0,0-1 15,3 2 0,-2 2-68,-5-2 1,-1 7 0,-2-2-1,-1-7-22,-3-6 1,-2 0-136,1 2 0,-2 6 0,-1-1 0,-3-8-1369,-6-6 1,-3-2 1527,6 3 1,-1 4 0,-1-5-520,-14-1 1,1-5 531,13-5 1,1-1 0,-9 0 0,1-4-1,1-4 1</inkml:trace>
  <inkml:trace contextRef="#ctx0" brushRef="#br3" timeOffset="314257">8096 14133 7892,'-17'-8'90,"7"2"0,-6 6 540,14 0-90,-6-5 179,8 3-359,0-4-90,0 6-180,0 0 180,8-5-360,-6 3 0,6-3 0,-8 5-270,0 0 630,8-6 539,-6 5-629,6-5 180,-8 1-270,0 3 90,0-4-90,0 6-1259,0 0 1259,0 6-270,0 30 360,0-10-1053,-4 5 0,-3 9 0,2-5 873,3-10 0,0 1 90,-3 21 0,-1 8 0,1-8 0,5-17 0,0-1 60,0 12 0,0 6 0,0-10-60,0-3 179,0 4 1,0-5-90,0-22 540,0 12-360,0-23 1169,0 0-1349,-8-6 1898,7 5-2797,-7-5 359,8 6-540,-8 11 631,6-8-721,-6 21-989,8-22 1080,0 10 899,8-18 0,-3-21 0,0-10 0,4-6 0,-1 1 0</inkml:trace>
  <inkml:trace contextRef="#ctx0" brushRef="#br3" timeOffset="314971">8061 14133 7623,'-18'-26'2068,"9"12"-1168,1-9-720,8 14 270,8-10-271,-7 6 451,31-6-360,-11 5-90,15 1-270,-8 9 0,1 3 270,12 12-270,-15-8 0,1 3 135,3 12 0,-4 5-45,-2 19 0,-6-19 0,-3 2-406,-7 23 496,-8-21-90,-8 10 45,-11-8 0,-3-1 45,-3 5 225,-7-4 0,-1-6-45,4-14 89,3 0 1,1-1-90,-5-1 360,-19 0-540,28-1-1260,-21 0-449,23-4 1259,1 3-2248,18 1 2608,10-4 0,12-13 0,5-7 0,1-4 0,1 1 0</inkml:trace>
  <inkml:trace contextRef="#ctx0" brushRef="#br3" timeOffset="316338">8855 13978 7982,'-10'-13'1440,"2"0"-1081,0 6-449,6-5 180,-6 11-90,8-5 90,0 0 0,-7 5-90,5-5 90,-6 6-180,8 0 90,0 6-180,-8-5 180,-2 11-90,0-5 90,3 0 180,-1 10-180,-10-3 180,6 7-90,-3 3 180,7-9 180,-2 9-180,-8-10 89,1 28-44,4-16 0,0 1-180,-1 9 0,1 1-90,2-7 0,2 0-45,0 10 0,3-2 90,6 1 90,0 3 0,0 0-90,0-3 44,1-1 1,5 1-270,9-8 1,4-1-136,0 1 0,1-1 135,-2-6 0,1-3-1214,12 2 629,-21-22 720,8 16 0,-16 9 0,-4 14 0</inkml:trace>
  <inkml:trace contextRef="#ctx0" brushRef="#br3" timeOffset="319056">9066 14223 7982,'-9'-20'1350,"1"7"-1440,8-4-720,0 8-179,8-9 539,1 10 720,1 3 449,-2 5-449,-8 0 720,0 0-271,0 5-539,0-3 0,0 9 0,0-9-270,0 9 0,0-3-360,0 10 540,0-4-360,-8 11 91,6-11-91,-13 28 180,5-1-1460,1-17 0,0-1 1550,-1 21 45,-1-15 0,-1 2 449,2 2 1,0 3 44,-7 7 1,-1-1-315,8-7 0,0-5 225,-5 1-180,15-19 3006,0-18-2733,15-1-183,5-6-540,23 0 90,-14 7-269,13 0 269,-23 6-1260,15 0 1081,-15 0-1980,14 0 1709,-21 0 540,20 0 0,-44-12 0,8-2 0</inkml:trace>
  <inkml:trace contextRef="#ctx0" brushRef="#br3" timeOffset="319357">9066 14533 7533,'-9'-19'3276,"-7"10"-2235,22-7-951,-12 14 540,29-3-270,5 5-360,1 0-450,12 0 180,-21 0-1439,13-6-810,3-2 2519,-7-5 0,-35 6 0,-25 1 0</inkml:trace>
  <inkml:trace contextRef="#ctx0" brushRef="#br3" timeOffset="319588">9102 14300 7533,'-28'-31'3276,"11"3"-1335,9 2-322,16-3-1529,25 1-315,-11 8 0,3 2-450,12 5 1,4 4 674,1 0 0,-3 7 0,-13 14 0,-3 6 0,-4 3 0,1 0 0</inkml:trace>
  <inkml:trace contextRef="#ctx0" brushRef="#br3" timeOffset="320188">9490 13862 7533,'0'-28'719,"0"4"990,8 5-809,1 11-630,9-3 449,7 16-179,-6 14 0,-2 4-360,4 4 59,-2 4 1,1 9 0,-4 1-1191,-8 0 0,-5 2 1,2-1 980,6-4 0,1 0 0,-2 2-98,-4 3 1,-3 4-1,-2-1 1,-3-4-779,-4-5 0,-3-3 0,1-1 816,3 2 0,2-1 0,-3-1-212,-6 3 1,-3 0-1,1-8 422,-6 4-135,1 4 0,-3 0-315,4-17 1,-1-1 99,-8 8 1,1-1-2439,-4 6 2248,-1-11 1040,29-7 1,-14 16 0,7 0-1</inkml:trace>
  <inkml:trace contextRef="#ctx0" brushRef="#br3" timeOffset="335121">9648 14119 7533,'10'-13'-270,"6"1"1079,-14-1-449,6 0 90,-8 0-270,0 6 360,0-10-361,0 14 451,0-15-450,0 17 0,0-5 0,0 0-360,0 5 270,0-5-540,0 6 630,0 0 90,0 6-180,0 1-90,-8 23 45,4-4 0,-2 0 45,-12 19-1156,12-10 1,0 6-1,1-5 1066,0-11 0,0 1 0,-1 13 0,-1 9 0,1 3 0,2-5-101,2-6 1,2-1-1,-2 1 123,-3 0 1,-2 2-1,0-1 1,2-4 67,4 5 0,0-6 270,-7 4-91,8-39 1,0-1-90,0-7 2937,0-23-2937,0-10-270,8-2-90,-7 5 0,0-3 0,6 8 0,2 0 551,-4 0 0,0-3-581,0 2 0,0-4 0,2 1 30,1 3 0,1-1 1,0 0-914,-2-8 1,-1-2 0,0 2 993,1 7 1,-1 0 0,-1 2 53,0-14 0,-2 4 404,-3 16 1,0 3 90,0-3 0,0 2-180,0 1 359,0 18-539,0 12-359,0 12 179,0 4 90,0 27-2449,0-19 2224,0 2 1,0 2-1,0-7 0,0 1 1146,0 3 1,0 4-1072,-2 4 0,-2 5 0,2-1 180,1-5 0,1-1 0,-1 1 90,-3 2 0,-2 0 0,0 1 90,3 5 0,0 2 0,-1-6 59,0-13 1,-1-2-45,0 10 0,2-5 225,3-15-540,0-30-90,0-7 270,0-6-630,0 0 270,0 6 3361,0-10-3766,3-5 1,2-4 224,-1-2 0,1-2 215,4-3 1,0-1-66,-3 6 0,-1-1 0,2 6 300,2 11 0,-1 0 30,-1-15 0,-1-6 0,-1 7 1230,5-4-586,-9 12 1,-2 8-405,-1 18 449,-14 35-629,11-5 0,0 2 90,-4 17-240,5-10 0,2 5 0,0 0-90,-1-4 0,0-1 0,1 0-269,1 1 0,1 0 0,-1 0 359,-2 3 0,0 0 0,1-6 643,2 4-404,0-1 1,0 1 90,0 3 0,0 5-989,-8-32 449,6-13-1098,-13-5 1368,13 6 0,2-17 0,9-5 0</inkml:trace>
  <inkml:trace contextRef="#ctx0" brushRef="#br3" timeOffset="336459">9966 14855 6633,'10'-7'1439,"-2"-4"-269,-8 3-271,0-4-449,0-13-90,7-8-495,-2 6 0,0-3 45,7-13 0,2-3 68,-5 11 1,0 0 0,0-1 81,3-2 0,0 1 0,-1 0 299,3-13 1,0 4-270,-1 12 0,-1 4-90,-2-15-180,6 8 91,1-2-1,3 4 90,-2 10 179,-10 14 91,-8 11 424,0 0-334,0 5-270,0 2 0,0 12 90,0 18-90,7-12-135,-5 4 0,-2 6 134,4 9 1,0 1 0,-4-10 0,0 0-1183,2 3 1,2 2 0,-2-5 1067,0 14 160,2-11 0,0-1-135,-4 6 225,-1-1 0,2-1-315,7-7 180,-8-2 0,2-3-180,5-15-360,-7-2-2827,0-12 1517,0-12 141,-7 4 2438,5-5 0,-22-5 0,5 4 0</inkml:trace>
  <inkml:trace contextRef="#ctx0" brushRef="#br3" timeOffset="336661">10054 14649 7533,'-27'-6'2158,"9"4"-359,2-9-1439,14 9 900,-5-14-901,14 13-3636,11-20 3112,2 15-304,21-17-251,-20 16-542,11 0 0,1 1 1262,0 6 0,0 6 0,1 4 0,-11 3 0,-1 0 0</inkml:trace>
  <inkml:trace contextRef="#ctx0" brushRef="#br3" timeOffset="338290">10478 13887 6633,'-20'-7'1439,"4"-4"-989,16 10 90,0-5 179,0 6-359,0 0-450,0 6 270,16 6-180,-12-3 630,19 8-540,-21-16 449,14 11 361,-6-5-91,7 23-494,-10 6 0,-4 8-270,-1-8 0,-1 4 0,-2 2 0,-1 1-701,-2-1 1,-3 2-1,-1 2 1,1-1 0,0-2 491,1 3 0,1-2 1,0 0-1,-3 1 141,-3 4 1,-2 3 0,0-3-1,1-8-159,3-7 1,-1-1 211,-3 2 0,-1 4 0,0-4 240,0-3 0,-2-3-315,-9 8 0,-1-4-315,11-11 0,1-3 270,-12 5-1979,19-24 1799,7-1 1084,7-11 0,11-6 1,9-9-1</inkml:trace>
  <inkml:trace contextRef="#ctx0" brushRef="#br3" timeOffset="355091">11007 14159 5914,'-20'0'539,"4"0"-269,16 0 810,0 0-1,0-6-270,0-1-539,0-1 0,0 3 0,-7-1-90,5 4-450,-6-9 180,8 9-180,0-4 270,0 6 360,0 0-360,0 29 0,0-10-1639,-4 25 1,0 7 1490,3-24 1,0 1 117,-4 17 0,-1 8 0,1-6-92,4-11 0,0-2 272,-3 11 0,-3 5 0,3-7-60,3-15 0,0-1 45,-2 14 0,-2-3 224,-3-11 361,6-3-450,-6-16 0,8-3-540,0-16 3451,0 2-3811,0-21-89,0 3 449,0 5-629,0-1 4,0 11-904,0-9 1799,0 1 0,0-10 0,0 3 0</inkml:trace>
  <inkml:trace contextRef="#ctx0" brushRef="#br3" timeOffset="355575">11007 14197 7533,'-18'-39'539,"8"12"901,2-9-181,8 3-450,0-12-449,16 10-180,-4 11 90,13 18-270,-7 6 0,23 17 0,-25-7 0,11 11 0,1 5-45,-13-3 0,-1 2 225,5 12 0,-1 3-45,-2-1 0,-6 1-135,-11 0 0,-6-3-45,-1-12 0,-4-2 180,-7 0 0,-5-5 404,-21-9-269,8 2-45,8-9 0,1-4-225,-3-4-90,-12 5-450,25-5-1439,10 6-1298,39 0 3268,-15 0 1,21-2-1,7-1 1,-11-1 0,0 1-1</inkml:trace>
  <inkml:trace contextRef="#ctx0" brushRef="#br3" timeOffset="356605">11359 14868 10321,'10'-7'1349,"6"-10"-1439,-14 14 540,14-32-90,1-10-405,-7 21 0,0-2-862,1-9 1,0-3-1,0 3 907,-1 7 0,0 0 0,3-14 0,1-6 0,0 6 45,-3 14 0,-1 0 207,2-7 0,0-4 0,-2 6 18,0-6-180,-3-4-90,1 32 90,-6 11-630,14 0-179,-6 0 2243,7-6-1524,1 4-100,-8-9 100,5 9 629,-5-3 91,0 16-90,6 9-361,-14 7 91,6 22-270,-8-19-135,0-3 0,0 1 135,0 6-180,3 6 0,1 5-45,1 1 0,0 2 165,1-10 0,0 0 0,0 0-30,-1 9 0,0-4 45,-1-12 0,-1-6-135,-3-5 0,0-3-989,0-15 899,0 4-2248,0-6 1820,0 0 1,-7-12 0,-3-3 0</inkml:trace>
  <inkml:trace contextRef="#ctx0" brushRef="#br3" timeOffset="356838">11518 14649 7533,'-37'-6'3276,"19"-7"0,52-7-3314,-3 7 0,2 0-142,-3 3 0,-1 0 135,1 4 0,-3-1 45,6-4 0,-3 32 0,13 2 0</inkml:trace>
  <inkml:trace contextRef="#ctx0" brushRef="#br3" timeOffset="359273">11553 13965 6993,'0'-14'720,"0"-4"-361,0 17 361,0-16-360,0 14 179,0-15-359,0 17 180,0-10-180,0 9 180,0-9-360,0 10 90,0-5-90,0 6-270,-7 0 360,5 0-360,-14 11-90,6 15 0,-5 3 1,-3 5 239,1-1 0,-2 2 0,2 0-211,-3 7 1,-1 2 307,3-10 1,-2 2 0,1 0-1,3-4 203,4-2 0,1 2 0,-6 12 0,-1 6 0,4-7-45,7-14 0,2 0-45,-1 12 0,0 7 0,2-7 0,4 8-120,-1-17 0,0 4 0,3-2-1609,9 1 1,2-3 1345,-8-3 0,4-2-623,14 5 0,3-5 736,-5-11 180,0-2 0,-1 1 0,0 12 0,5 6 0</inkml:trace>
  <inkml:trace contextRef="#ctx0" brushRef="#br3" timeOffset="359742">11889 14029 8612,'0'-14'1709,"0"2"-1259,7 18-225,6 14 0,0 7-136,2 12 1,-1 3-647,5 1 1,-2 4 623,-9-6 1,-1 5-1,-2 1 1,0-7-113,1 1 0,-2 1-90,-4 3 0,-2 9 0,-1-1 0,0-9-45,2-6 0,-2-3-360,-8 13 1,-5 4-1,4-8 270,6 3-180,-16-4 1,-3-3 359,3-9-180,2-6 0,-3-2 90,-4-7 180,9 7 0,3-22 0,5 5 0</inkml:trace>
  <inkml:trace contextRef="#ctx0" brushRef="#br3" timeOffset="389075">8431 14274 6903,'0'-37'989,"16"-3"-989,-4 5 180,4 11 0,1 2-90,-5 4 45,5-2 0,-3-1 45,-10 5 0,12-9-360,-32 24-90,-3 22 0,-5 11 120,-7-2 0,-5 3 1,-1 4-159,12-6 0,-1 3 0,1 2 1,-1-1-1,-1-1 433,-2-3 1,0-1 0,-2 0 0,3-1 0,2 0 24,-5 10 0,4-2 0,2-4 165,-5-5 0,13-9 46,25-13-1,18-18-315,9-2 0,6-3-75,-9 1 0,1-2 0,4-1-378,0 0 1,5-2-1,2-1 1,1-1-1,-1 2 300,-1 0 0,0 0 0,0 0 0,0 1 0,-2 0 108,-3 1 0,0 1 0,-1 0 0,0 1 0,0 1-23,8-3 1,1 1 0,-3 2-1,-7 4 23,-9 6 0,-3 4-1208,15 0 1,-3 4 1207,-15 6-90,10 16 147,-24 3 1,-4 1 122,7 7-131,-10-6 1,-3 7 0,-2-1 220,-4 12 0,-1-1-225,-2-6 0,4 1 626,9 11 0,14-10-446,20-32 0,8-8 845,-9 5 0,5-5-1034,-4-8 0,7-5 0,3-4 0,0-2 0,-3 1-271,-4 0 1,-2-2 0,0 0 0,0-1 0,1 0 252,3 0 0,1 0 0,0 0 0,0 0 0,-1 0-285,-2 0 1,-1 1 0,0-1 0,-1 1 0,-1 0 288,3-3 1,-2 1-1,0 0 1,-1 1-557,4-1 1,-1 1 0,2-1 398,-3 1 0,2-1 0,0-1 0,-1 1 0,-1 1 0,0-1 0,-1 2 1,-1 0 26,1 1 0,-2 0 1,4 0 53,3-2 0,5-1 0,3-2 0,-3 3 0,-7 2 84,-5 4 0,-6 3 0,5-1-53,8-3 1,7-1-1,-3 3 1,-9 5 1523,5 13-1456,-11 18 0,-11 13-45,-24-3 0,-13 6 0,-6 4 0,3 1-135,5-6 0,1 2 1,-1 1-1,0 1 1,-2-1-1,1-2 117,-5 3 0,-2-1 0,0 0 0,1-1 0,0 1 198,-2 4 0,-4 2 0,3 0 0,7-5 0,12-7 692,21 0 0,7-6-737,-8 1 0,4-6-45,26-13 0,8-14 60,-17-4 0,1-6 0,-2 0-105,5-1 0,2-2 224,2-3 1,5-5 0,2 0 0,-7 2-210,-8 3 0,-4 1 0,4-3 0,1 2 0,6-4 0,2-1 0,0 0 0,-2 2 0,-6 2-30,0-1 0,-5 3 0,5-2 24,1-1 0,6-2 0,1-1 0,-2 3 0,-7 3 94,-1 2 0,-2 4-958,17-1 1,-13 13 202,-39 22 0,-19 16 0,-7 5 0,2-1 175,7-6 0,0 1 0,-1 0 1,-1 1-1,-1 0 321,-1-1 0,-1 0 1,0 0-1,-1 1 1,0-1-1,1-1 0,1-1 1,1 0-1,-1 0 1,1-1-1,2-2 0,1-1 1,1 1-1,-1-1 1,1 1-1,0-1 1</inkml:trace>
  <inkml:trace contextRef="#ctx0" brushRef="#br3" timeOffset="391856">8043 15617 7533,'0'-20'2158,"0"1"-1708,0 0-270,0 11 90,0-9-360,0 15-270,0-9 0,8 10 450,-6 1 270,14 7 180,-14 5-360,6-5 269,-8-1-179,0-6-90,0 6-180,0-5 0,0 22 90,0 22-90,0-1-925,-2-10 0,-1 5 1,0-4 924,-2-8 0,0 2 60,1 14 0,1 8 0,0-8-60,-1-14 0,0 0 89,3 9 1,2 4 0,-1-3-403,0-6 0,0-3 358,4-2 0,0-2 314,-2 15-89,6-40-180,-8-1-90,0-13 2251,0-1-2880,0-11 179,0 6 701,-8-13-2860,6-1 630,-6-6 1979,8 18 0,8-20 0,2 13 0</inkml:trace>
  <inkml:trace contextRef="#ctx0" brushRef="#br3" timeOffset="392223">8043 15655 7533,'-5'-29'989,"1"-1"1,1 1-1,6 1-405,7 4 1,5 2-270,5 4 0,5 3 0,13 4 0,2 9-1,-2 15 1,-1 5-225,-4-8 0,-3 5 135,-2 19 0,-7 5-90,-13-13 0,-5 1-135,1 20 0,-8 2-45,-11-7 0,-5-3 45,6-7 0,-3-4-225,-8-1 0,1-8 135,4-16-180,-13 9 270,21-12-449,-4 0-721,1 0 810,11-6-269,-12 5-810,16-5-181,0 6 991,8 0 629,2 6 0,31 1 0,6 6 0</inkml:trace>
  <inkml:trace contextRef="#ctx0" brushRef="#br3" timeOffset="393073">9013 15423 7533,'0'-13'1709,"-7"0"-180,5 1-540,-6-1-539,8-1-90,8 2-270,-6-1 0,5 6-180,-7-5-180,-15 11 270,3 1-90,-21 7 180,10 7 0,3 2-90,-4 1 135,-3 7 0,-1 5 45,5-1 0,1 3-121,3 0 1,0 3 0,0-1-241,-5 2 1,3 1 270,8 2 0,2 2 0,4-6 89,5 8-89,-1-11 0,0 5 0,1-1 90,6 2 0,0 0 90,-4 0 0,2 1 179,10 12 1,-1-4-270,-7-6-180,12-6 0,0-2-90,-12-11 0,27 4-1079,-27-12 989,19-6-718,-21-1-1350,6-6 2248,0 0 0,-14-6 0,4-1 0</inkml:trace>
  <inkml:trace contextRef="#ctx0" brushRef="#br3" timeOffset="394657">9190 15694 7533,'0'-33'2518,"0"7"-1978,8 14-360,-6 6 180,13 6-180,-13 0 89,6 6-449,-8 12-269,-8 27 179,-1-8-256,-3 7 0,-2 6 466,3-15 0,-1 0 0,0 2 127,2-2 1,1 2-1,0 0 1,0 0 142,-4 9 0,1-2 0,1-2 374,1 6 1,3-7-315,-1-4 180,23-25-540,-3-12 359,29-6-269,-19-1 45,5-2 0,3-1-314,9-10 224,-13 12 0,1 2-1844,16-5 1529,-16 11-2249,7 0 2609,-23 0 0,-3 5 0,-17 1 0</inkml:trace>
  <inkml:trace contextRef="#ctx0" brushRef="#br3" timeOffset="394891">9296 15965 7533,'-28'-6'1169,"11"5"810,-7-11-990,20 11-1079,-11-4 180,22 5 90,3 0-719,23 0 539,-19 0-765,12-1 0,3 2-2383,10 4 3148,8 2 0,-21 12 0,-28 1 0</inkml:trace>
  <inkml:trace contextRef="#ctx0" brushRef="#br3" timeOffset="395091">9243 15733 7533,'-16'-44'1529,"12"15"1439,-11-1-809,38 11-1799,-9 5-181,12 3 1,5 3-495,-4 1 1,0 1 134,5-1 0,1 1-360,7 2 1,-3 1-1,2-3 540,-2 5 0,-2 2 0,-9 5 0,23 1 0</inkml:trace>
  <inkml:trace contextRef="#ctx0" brushRef="#br3" timeOffset="396506">10072 15501 7533,'0'-7'719,"0"-5"-629,0 10 630,0-9-91,0 9-89,0-9-90,0 10-270,0-5 0,0 6 90,0 11 89,0 26-224,-4-1 0,0 6 75,3 1 0,1 4 0,-1 4-237,-2-5 0,-1 3 0,-1 1 0,1 0 153,2-7 0,0 1 0,0 1 0,0-1 0,1-2-14,-2 5 1,1-1-1,-1-1 1,1-4-113,-1 1 0,0-4 0,1-4 90,2-4 0,0-8 0,0-13-180,0-3 0,0-8-90,0-9-1889,0-8-1079,0-2 1619,0 1 1848,0 8 0,0 24 0,0 2 0</inkml:trace>
  <inkml:trace contextRef="#ctx0" brushRef="#br3" timeOffset="398608">10495 16263 7533,'0'19'1169,"0"0"-719,0-6 0,0 0 179,0 0 271,0-6-720,0-1 89,0-6 721,0-6-900,0-1-360,0-6 180,8-12-180,-6 10-90,14-27 180,-7 19 135,-4-9 0,0-2 45,11-5 0,-7-8 0,0-2-184,-4 23 0,1-1 244,4-7 0,2-4 0,-2 1 119,-4-11 1,-1 3-180,4 9 0,0 0 135,-1-8 0,0 6-45,2 22 180,-1-26-270,-1 26 0,-8-14-180,8 16 146,2-11-56,7 16-269,-7-14 269,6 15 0,-14-5 180,14 7 724,-14 18-814,5-4 269,-7 28-179,8-18 90,-7 7 0,0 2-90,7-2-90,-4 7 0,0 2 90,6 3-180,-6 5 0,1 1-90,11 3-700,-12-12 0,-2 5 1,2-5 879,5-10 0,0 1 60,-5 9 0,-1 6 0,-1-7-60,6 8 135,-3 1 0,-2-1 45,-1-15-46,2 1 1,0-1-45,-4-11-269,0 4 268,0-13-898,0-6-360,0 0 2947,0-6-2048,0 4-1619,0-9 1439,-8 4 450,6 0 0,-29-10 0,1 3 0</inkml:trace>
  <inkml:trace contextRef="#ctx0" brushRef="#br3" timeOffset="398823">10636 16120 7803,'-8'-26'3276,"6"6"-2595,2 1-2030,18 7-810,25 5 2159,-11 7 0,0 21 0,0 11 0,-8 3 0,-1 0 0</inkml:trace>
  <inkml:trace contextRef="#ctx0" brushRef="#br3" timeOffset="399243">11254 16120 10321,'-10'-7'3276,"2"1"-2414,8 6-862,0 6-180,0 18-1709,0 17 90,0 5 899,-8-1 1,6-13 359,-14-6 91,-1-6-1,-3-7-450,-13-7 900,21-6 0,-19-12 0,11-2 0</inkml:trace>
  <inkml:trace contextRef="#ctx0" brushRef="#br3" timeOffset="400306">11659 15642 7623,'0'-14'539,"0"-3"-359,0 10 270,0-6 180,0 0-450,0 0-1,0 6 451,0-5-450,0 11 90,0 12-360,0-1 90,0 27-90,0-16 180,0 16 0,0 8 30,-2-10 0,-1 8 0,0 0 119,3 3 1,0 0 0,-1 2-331,-3-5 1,0 3 0,-1-1 0,2-3 180,2 0 0,1-2 0,-1-4-45,-3 1 0,0-7-45,4-11-270,0-13-360,0-12 1,0-1-541,0-6-1168,0-6 2563,8-1 0,-6-17 0,6-4 1</inkml:trace>
  <inkml:trace contextRef="#ctx0" brushRef="#br3" timeOffset="400707">11642 15720 7533,'-20'-39'2608,"-3"6"-809,21 8-989,2 6-271,25 0-89,4 5-360,7 1 45,-11 3 0,-1 3-135,-1 4-180,10-5 0,-1-1 180,-9 2-405,10 0 1,-1 1 224,-8-1-1170,25 1 991,-38 6-1800,13 11 180,-22 3 1979,6 13 0,-24 15 0,6-18 0,0 0 0</inkml:trace>
  <inkml:trace contextRef="#ctx0" brushRef="#br3" timeOffset="400957">11695 15978 7533,'-44'17'3276,"23"-12"-1785,-3 18-681,24-22-541,0 5 361,32-17-540,-1-4-90,14-5-945,-12 7 1,-1 1-1934,9-2 2563,-15 7 0,1 1 315,22 1 0,-20 27 0,-7-7 0,-1-1 0</inkml:trace>
  <inkml:trace contextRef="#ctx0" brushRef="#br3" timeOffset="401542">12330 15217 10141,'18'27'959,"1"1"1,6 10 0,-1 7-841,-10-7 1,-2 5 0,-1 2-940,-1-2 1,0 3 0,-1 0 0,-1-1 110,0-6 1,0-1 0,-2-1 0,-2 2 505,-3 7 1,-1 1 0,-4-1 0,-1-7-742,-8 3 1,-2-5 988,2 6 0,-3-1-310,-8-1 0,-1-5 355,4-4-846,-8 1 1,1 0 395,4-3-167,-8 2 1,0 2 526,19-10 0,2 1 0,-10 14 0,1 4 0,11-4 0,0 1 0</inkml:trace>
  <inkml:trace contextRef="#ctx0" brushRef="#br3" timeOffset="413608">13106 15630 6543,'9'-7'810,"-1"1"-720,-8 0 0,0 5-180,0-5 450,0 0 89,0 5-179,0-11-180,0 11 180,0-11 0,0 11 0,0-5-90,0 6 359,0-6-449,0 5 450,0-5-360,0 6 0,-8 0-180,7 0-180,-7-6 0,8 5 90,0-5 0,0 6 989,0 0-719,-8 0 90,6 0-90,-6 0-90,8 0-450,0 0 180,0 23 90,0 0-90,0 17 1,0 5 179,0-17 0,0 4-656,0 2 1,0 8-1,0 3 1,0-1 0,0-7 597,0 12 1,0 0 57,0-3 0,0 6 0,0 1 0,0-6-487,0-7 1,0-4 0,0-2 621,0 4 0,0-3 314,-2 8 1,4-10-90,6-24-270,-6-4 360,6-17-585,-7-14 0,-2-3-945,1 1 675,0-3 1,0 3 224,0 14-2339,-8-11 2160,6 16 926,-6-8 0,8 27 0,0-1 0</inkml:trace>
  <inkml:trace contextRef="#ctx0" brushRef="#br3" timeOffset="414075">13159 15720 6183,'-10'-26'2519,"2"6"-2159,8 7 269,0 2 1440,-8-14-1709,6 14 0,-6-18 719,8 16-359,0-7-810,8 6 450,10 3-225,5 13 0,5 7-135,4 4 0,0 6 44,9 8 1,-1 4-90,-11-7 1,-3 3-1,-1 10 0,-9 3-45,-15-5 0,-8 2-180,-7 6 0,-7 1 35,0-12 1,-4-1 0,-2-3 264,-1-6 0,-3-3 0,0-2-390,-11 1 1,4-4-541,-7-3-1618,21-11 2518,32-6 0,33-1 0,-13 1 0,1-1 0</inkml:trace>
  <inkml:trace contextRef="#ctx0" brushRef="#br3" timeOffset="416156">13882 15539 7533,'8'-20'539,"-6"2"-359,5 11 0,-14-5-180,5 10 90,-6-4-180,8 6 90,0 6-90,-8-4 270,6 4 180,-6-6 180,8 0 269,0 0-809,8 0-180,-6-6-90,6 4 180,-8-4 180,0 6-180,0 0 90,0 6-1349,0-4 1349,0 4 0,0 28 0,0 9 0</inkml:trace>
  <inkml:trace contextRef="#ctx0" brushRef="#br3" timeOffset="423224">13882 15565 5824,'0'-14'1439,"0"-3"-1349,0 15 539,0-3-539,8-1 540,-6 5-540,5-5 540,-7 6-540,0 0 359,0-6-269,0 5 360,8-5-540,-6 6 450,6-6-181,-8 5-358,0-5 268,0 6-718,0 0-1,-16 0 180,-3 17 270,-1-7 45,0 13 0,1 1 315,5-5-180,-10 12 0,-1 3 270,12-3-1,-10 8 1,-1 7-1281,12-12 1,3 1-1,0-1 966,-6 6 0,1 2 15,1 1 0,1 5 0,5-3 41,8 3 0,4-1-161,-2-8 0,0 2 0,1-3 60,5 4 0,2-3-360,1 0 0,1-8 270,-3-19-1079,13 28 899,-19-30 270,12 20 0,-8-27 0,2 2 0</inkml:trace>
  <inkml:trace contextRef="#ctx0" brushRef="#br3" timeOffset="423908">14041 16017 7533,'-28'-7'2428,"10"7"-2068,11 30-450,7-6-45,0 12 0,0 6 0,-1 3 0,2 1 45,1-9 0,1 0 1,-1-1 89,-1 8 0,0-2 0,2-9 0,2-8 0,3-16 899,-6-15-899,6-10 135,-7-13 0,-2-7-15,1 2 0,0-2 0,0-3-410,0-2 0,-1-3 1,1-2-1,1 0 380,1 6 0,0-2 0,1 0 0,1 1 0,1 1 89,0-4 1,2 1 0,0 2 0,1 3-1,0 0 0,1 3 0,3 7-89,22 0 0,7 52-405,-18 0 1,1 4 104,-3-3 0,1 2 0,-2-1 255,0 5 0,-3 1 45,-2 9 0,-7-4 0,-8-13 1071,0 18-1161,-15-22 90,11 0-45,-16-6 0,-7-4-225,-20-1-360,18-3 1,1-1 179,-15-5-2159,4-11 2519,33 8 0,6-8 0,29 11 0</inkml:trace>
  <inkml:trace contextRef="#ctx0" brushRef="#br3" timeOffset="425574">14005 16456 7173,'0'20'989,"-8"-2"-809,-1-5 0,-9 0 180,8-6 270,2 5-271,8-10 91,0 4 0,0-6 539,0-6 91,16-19-721,-4 2-89,4-7 0,1-6-150,-5 5 0,0-2 0,-1 1-431,4-7 0,0-3 356,-5 3 0,1-6 0,0 0 0,-2 7 0,1 1 0,0 1-68,-2-2 1,0-6-1,0-1 1,1 4 172,0 4 0,0 3 0,0 0-60,5-15 0,0 4 0,-5 8 0,-1 9 90,0 15 179,-8 0-539,0 6-179,0 1 269,0 6-450,16 6 360,-12-5 802,19 11-712,-13-5 0,8 6 360,7 23-315,-7-10 0,0 1 45,-3-3 0,-1 2 209,-2 4 1,0 5 0,-3-5-30,1 11 210,-4-5 0,0 5 0,-2-4-729,-2 11 458,0-12 1,1 6 0,0-6-210,-3 11 270,0-4 0,0-1-360,0-6 90,0 7-269,0-29-1620,0-2-630,0-35 2069,0 17-2248,-8-23 2788,6 22 0,-14-6 0,6-1 0</inkml:trace>
  <inkml:trace contextRef="#ctx0" brushRef="#br3" timeOffset="425810">14217 16147 7533,'-37'-14'3276,"3"7"-2505,17 1 1298,7 6-899,10 0-991,10 0 46,15 0 0,7 0-180,-7 0 0,1 0-765,4 0 1,2 0 89,7 0 1,-5 0-541,-9 0 1170,16-1 0,-1 2 0,-15 11 0,0-5 0,-1 1 0</inkml:trace>
  <inkml:trace contextRef="#ctx0" brushRef="#br3" timeOffset="426178">14728 15539 7533,'-19'-14'3276,"3"3"-1515,32 28-1491,11 16 59,-7-4 1,1 7 0,-1 3-375,-6-2 0,-1 2 0,-2 2 0,0 0-775,0 4 1,-1 1 0,-2 1 0,-2-3 508,-2-5 0,-1-1 0,-2-1 0,-3 0 191,-5 14 0,-4-2 0,-4-6 415,-6-7 0,-3-4-610,-7 8 0,-1-4-180,9-18 1,-1-6 314,-17-7-810,31-10 720,2 4-1529,8-11 1799,0 11 0,16-17 0,4 4 0</inkml:trace>
  <inkml:trace contextRef="#ctx0" brushRef="#br3" timeOffset="426874">15381 15759 7533,'-10'-26'1799,"2"12"0,1-4-1350,5 17 361,-6-5-630,8 41-1819,0-1 1,0 3 1265,0-5 1,0 3 327,0 1 0,0 6 0,0-1 0,0-5-614,0-5 1,0-1 628,0 6 0,0 3 0,0-5-60,0 10-719,0-5-180,4-11 0,0 0-181,-2 4-718,5 3 1888,-7-41 0,0-24 0,0-11 0,0-8 0,0 0 0</inkml:trace>
  <inkml:trace contextRef="#ctx0" brushRef="#br3" timeOffset="427159">15363 15837 7533,'0'-38'0,"0"4"719,0 3 1,0 0 1529,0-18-900,16 3 180,19 33-1349,-3 16 45,-4 14 0,1 8-225,-2 3 0,-1 2 89,-5-4 1,-1 0-405,6 17 1,-3-3 224,-6-8-405,-9 0 0,-6 2 585,-10 8-225,-10-21 1,-7-2-46,1-5 0,-1-4-45,-1-5 0,-1-4-630,-6-2 1,2-4 854,-3-8 0,15-19 0,32-8 0</inkml:trace>
  <inkml:trace contextRef="#ctx0" brushRef="#br3" timeOffset="427839">16316 15591 7533,'20'-34'539,"-5"4"-449,-15 11 630,0-7-450,0 4 629,0-8-539,0 16 90,-8-5-270,-1 12 179,-17 1-179,7 6-180,-15 6 0,15 1-225,-9 16 1,-1 8 224,8 3 0,1 6-820,0-5 1,-4 4 0,2 1 0,3-2 174,6-2 1,3-1-1,0 3 690,-3 4 0,0 5 0,0-2 0,5-6 653,6-3 1,2-1-520,-1 1 1,0 5 0,1 1 0,2-6-225,6 0 0,2-2 404,-1 11 1,1-3-720,2-14 0,2-8 270,3-10-1259,1 13 809,8-16 2372,-7 0-1832,14-1 0,-13-12 0,6-1 0</inkml:trace>
  <inkml:trace contextRef="#ctx0" brushRef="#br3" timeOffset="428175">16528 15759 7533,'-10'-20'1889,"2"1"-810,0 6 0,6 6-719,-6 1 0,1 24-360,5-9 90,-3 24 0,2 10-225,2 3 0,2 3-372,0-13 1,1 4-1,0 0 1,1 0-12,-2-1 1,1 0 0,0-1 0,2-1-383,6 5 1,3-3 0,-2-3 937,-6 3 0,3-15 0,24-47 0,-27-6 0,0 1 0</inkml:trace>
  <inkml:trace contextRef="#ctx0" brushRef="#br3" timeOffset="428408">16510 15772 7533,'-4'-26'1638,"0"0"0,2-14 1202,2 8-2030,2 14-540,22 11 269,11-5-494,-2 10 0,5 3-810,9-2 1,4 2-329,-15 1 1,1 2 0,-3 3 933,9 2 1,-11 7 0,-22 29-1,-31-19 1,0 0 0</inkml:trace>
  <inkml:trace contextRef="#ctx0" brushRef="#br3" timeOffset="428592">16581 15991 7533,'-24'10'1638,"1"0"0,-3 3 1562,52-7-3245,-1-8 0,4-2-1080,11 4 1,1-1 1034,-12-2 0,-1 0 90,21 3 0,-8 17 0,-18-6 0,1-1 0</inkml:trace>
  <inkml:trace contextRef="#ctx0" brushRef="#br3" timeOffset="428909">17127 15333 7533,'-19'-15'3276,"3"4"-1515,32 28-1132,-12-1-299,12 6 0,8 7 0,-2 3-420,-4 8 0,-2 3 0,1-1-920,7-2 0,1 0 0,-1 2 965,-7-1 0,-1 4 0,-2-1 0,-2-5 45,-1 3 0,-3 1-180,-1-6 0,0 5 0,-1-1 1,-2-4 89,-2 3 0,-2-1-30,0 5 0,-2 3 0,-4-6 218,-9-7 1,-5-6-594,-5-2 1,-5-4 565,-12-5 1,-2-6 0,6-7-1,1-2 1,-6 1 0,0 1-1</inkml:trace>
  <inkml:trace contextRef="#ctx0" brushRef="#br3" timeOffset="429939">18168 15914 7533,'-25'-26'3276,"13"6"-1065,-4 1-1222,24 6-1529,33 6-180,-7 1 1,5 1-181,-2 2 1,3 1 0,-2 0 584,2-5 0,-1 0 315,19 2 0,-20-2 0,-46-1 0,10 3 0</inkml:trace>
  <inkml:trace contextRef="#ctx0" brushRef="#br3" timeOffset="430141">17956 16147 7533,'-29'3'1638,"0"0"0,-18 3 932,62-6-681,21-12-1799,-3 3 0,4-2-1729,-4 1 1,1-1 1016,-1-2 0,2 1 622,11 2 0,-2 2-1182,3-7 1182,-7 8 0,8 1 0,-6 7 0,-6 13 0,-2 6 0,4-3 0,-1 0 0,0-1 0</inkml:trace>
  <inkml:trace contextRef="#ctx0" brushRef="#br3" timeOffset="430744">19667 15578 7533,'-7'-26'1619,"5"12"-720,-6-3-449,8 44-315,0 12 0,0 10-203,-2-13 1,0 5-1,0 0 1,0 0-408,1 6 1,1-1 0,-1 3 451,-1-2 1,0 3 0,0-1 0,0-5-608,2-6 0,0-4 1,0-1 402,-1 16 0,2-3-403,1-8 1,4-12-91,4-25 720,0-2 0,-10-32 0,-8-16 0,1 16 0,1 0 0,-1 0 0</inkml:trace>
  <inkml:trace contextRef="#ctx0" brushRef="#br3" timeOffset="431025">19614 15501 7533,'0'-31'584,"0"1"1,0-4-46,4 3 1,0 2-270,-2 9 1169,30-4-989,-19 15-2089,18 1 1,3 4 334,-1 16 1080,9 2 0,-1 3 224,-8 13 385,-7-1 0,4 6 1,-6 2-596,-10-6 0,-4 1 0,0 2-90,3 9 0,0 3 1,-4-3 209,-2 5 0,-8-4-225,-19 2 0,-9-9 45,-12-16 1267,11-3 0,-1-2-1312,4-14 0,3-4 225,-5-4-1799,-20-1 810,27-6 1891,-11 5 1,39 2-1,5 6 1</inkml:trace>
  <inkml:trace contextRef="#ctx0" brushRef="#br3" timeOffset="431540">20602 15320 7533,'0'-20'809,"0"1"-539,-8 12 899,-9 1-89,-26 29-900,11 0-286,4-3 1,-1 5 374,3 14 1,0 6-1082,-1-7 1,-1 3 0,2-1 811,5-3 0,2-1 0,0 5 112,1 2 1,-1 4-1,3 1 1,5-1-773,8-8 1,5 0 0,1 0-1,-1-1 480,-5 9 0,-1-1 1,7 1-153,7-5 1,6 2 0,3-3 0,0-7-209,10-5 1,1-5 314,5 8 0,3-3 225,7-7 0,0-8 0,-20-11 0,1-2 0,12 4 0,0 0 0</inkml:trace>
  <inkml:trace contextRef="#ctx0" brushRef="#br3" timeOffset="432141">21131 15655 7533,'0'-38'1079,"-7"11"-809,-3 8 539,-8 19-629,0 7 180,-7 29-360,3 0 0,1 4-324,5-10 1,1 2 473,-4 6 0,-2 5 0,4 0-30,5-5 0,4-1 0,-2 1-949,-2 1 0,0 0 0,1 0 859,3-4 0,1 0 0,4-3-448,5 4 1,4-6 597,6-7-67,7-4 1,3-2-114,8-9 135,-5-1 0,0-2-405,5-5 279,1-7 0,3-3-909,-2-3 1,0-1-541,10-6 1,-1-1 989,-8 4 1,-4 1 449,5-9 0,-34-4 0,-10-5 0</inkml:trace>
  <inkml:trace contextRef="#ctx0" brushRef="#br3" timeOffset="432339">21114 15849 7533,'-20'-6'0,"-3"-1"2248,5-5 91,6 4-2249,-3 3-360,15 10-1529,31 19 1529,-8-6-989,2 2 0,1 1 1259,18 1 0,1-19 0,-19-8 0,1 0 0</inkml:trace>
  <inkml:trace contextRef="#ctx0" brushRef="#br3" timeOffset="432540">21131 15488 7533,'-12'-29'1638,"-1"0"0,1-1 213,-4-4-1222,16 26-179,0 1 809,24-10-899,0 9 0,5 2-675,15-4 0,2 0-78,-8 3 0,0 1 303,0 3 0,3 1 0,-6 1-900,-8 1 1,-1 0 989,14 2 0,6 0 0,-8 6 0,-18 6 0,-1 3 0,12 7 0,0 0 0</inkml:trace>
  <inkml:trace contextRef="#ctx0" brushRef="#br3" timeOffset="432794">21784 16017 11490,'10'12'810,"6"13"-900,-15 4-315,4 1 0,-2 0 316,-3 8-1550,-3 1 1,-2 0-1639,-4 0 1638,-4 4 1,0-3 1400,1-12 0,-5-8 0,-5-5 0,-7-16 0</inkml:trace>
  <inkml:trace contextRef="#ctx0" brushRef="#br3" timeOffset="433387">22172 16404 7982,'-10'-7'2789,"10"-22"-2519,10 12-360,2-19 0,2-11 120,-3 6 0,1-4 0,0-4-625,-3 9 1,0-2 0,0-3-1,0 0 1,0 0 738,0-1 0,0-2 0,0 0 0,0 2 0,0 1 193,0-4 0,0 1 1,0 2-1,-1 5 1,1 3 0,-1 4 0,1 7 201,8-1-1077,17 39 493,-15 9 0,-1 3 135,11 16-225,-11 3 0,-4 6-159,-7-13 0,-1 2 0,-2 0-216,1 8 0,-2 2 0,1 2-310,0-7 1,1 1 0,-1 0 0,-1-3 811,-1-4 1,-2-1 0,-2-3 0,-7 9 0,-6-11 0,-14-18-1</inkml:trace>
  <inkml:trace contextRef="#ctx0" brushRef="#br3" timeOffset="433608">22243 16004 7533,'-38'-14'3276,"21"2"-616,11 12-1940,45 0-1485,-13 5 1,3 2 134,8-3 0,0 0-837,-1 2 0,-1 1 1467,-6-1 0,1 0 0,7 0 0,2 0 0,7 4 0,0 0 0</inkml:trace>
  <inkml:trace contextRef="#ctx0" brushRef="#br3" timeOffset="433975">22807 15410 7533,'0'-25'3148,"0"10"-2878,8 4 1079,10 28-989,1-7 0,7 20 179,7 2-359,-19 2-120,5-4 0,5 5 0,-5 2-1153,-10-1 1,-6 1 0,3 0 87,8 1 1,2 0 0,-5 3 779,-10 1 0,-5 4 0,-2 0 1,0-9 703,0-4 0,-2-2-547,-2 2 1,-2 5 0,-1 0 0,-1-5 112,-9 3 0,1-3-90,6-2 0,0 0-92,-4-3 1,1-4-2563,9-9 2699,1-3 0,16-29 0,13-11 0</inkml:trace>
  <inkml:trace contextRef="#ctx0" brushRef="#br3" timeOffset="470006">8273 17385 7353,'-10'6'-90,"2"-4"540,0 3-360,6-5 269,-6 0-359,8 0 450,0-11-270,0 8 270,0-15 179,0 5-179,0-7-270,0 6 0,0-3-270,-7 10-180,5 0 270,-14 1-90,14 6 180,-14 0-90,14 0 180,-6 6 270,8-5-450,0 10 180,0-4-180,0 0 180,0 11-91,0-15 181,0 31 0,0-17-270,-3 20 0,-1 4-90,2 0 74,0-9 1,0 8 0,-1 3 0,2-4 45,0 0 0,1-1 0,1 1 37,0-1 1,1 3-1,0 0 1,1-5-23,0 13 0,3-7 45,12-1-180,-8-35 630,-2-23-630,-8 7-90,-7-12 0,-2-4-540,-3-3 451,-5-10-1530,-7 3 1349,20 20-1709,-11-31 1260,15 11 584,-1 2 0,2-1 135,6-8 135,1 2 0,2-1 45,0 14 0,0-2 390,-1-8 0,-1-5 0,0 1-121,-2 8 1,0 0 0,0-1-781,0-11 0,0-3 1,-1 5 690,0 4 0,0 2 404,4-9 1,-2 5-135,-5 18 719,13-12-989,-5 29 0,8 7 314,2 15 1,1 6-315,10 5 0,-9-2 0,2 6 0,-3-1 90,-1 3 0,-1-1-315,4 2 0,-3 2 90,-5 9 0,-4 0-180,-4-12 0,-4 0-45,-17 10 0,-4 0 135,11-14 0,-3-3-225,-17-4 0,-3-6-359,-13-8 449,4-1 3302,-5-6-4471,3 0 359,20 0-359,-5 0-270,18 11 1619,16-2 0,13-2 0,7-1 0,6-3 0,-1 0 0</inkml:trace>
  <inkml:trace contextRef="#ctx0" brushRef="#br3" timeOffset="470491">9155 16946 7533,'-18'-19'3276,"8"5"-2595,-6-5-321,15 1-360,-15 9 180,14-2-360,-14 11 180,-1 6-270,-3 1 45,0 10 1,-1 8 254,0 2 0,0 4 0,2-1-281,1 6 1,1 4 448,2-6 0,-3 5 0,0 3 0,2 0 0,4-4-1104,5 7 0,3-2 1,0 1 950,-4-5 0,-2 1 0,1 0 0,2-1 164,2 12 1,2-1 0,4-8-99,1-14 1,3-1-247,6 22 0,4-2 225,6-10-720,7-8 1,1-3 449,-5-11-404,3-3 0,3-1 584,7 8 0,-23 3 0,-11 9 0</inkml:trace>
  <inkml:trace contextRef="#ctx0" brushRef="#br3" timeOffset="471507">9419 17966 7533,'-19'11'2428,"3"-8"-2428,16 15 450,0-17-360,0 11-90,0-11 0,0-7 0,8-31 0,-4 8 0,2-3-107,2 3 0,1-3 167,-1-7 0,1-4 0,0 5-314,0 10 0,1-2 366,0-8 1,1-9-1,-1-2 1,0 5 7,0 2 0,0 3 0,0-2-75,-1 3 0,0-3 0,0 1 0,-1 3-90,1-13 0,0 4 45,3 5 0,-1 5 360,-7-7-91,12-3-269,-16 21 16,0 19 74,0 12-90,8 13 0,1-3 180,1 15 0,-2 2-180,2-4 209,-2 3 1,1 8 0,-3-6 150,-2 9-150,5-1 0,3 9 0,-1-2-892,-7-14 0,-1-3 0,1 1 682,5 4 0,0-1 0,-1-1-45,-3 9 0,0-5 135,10 0-180,-13-5-225,6-9 1,0-1-586,-6 4-719,6-2 1259,-8-15-2158,0-11 2518,0 0 0,-24-5 0,-5-2 0</inkml:trace>
  <inkml:trace contextRef="#ctx0" brushRef="#br3" timeOffset="471725">9543 17656 7533,'-8'-19'3276,"-10"5"0,6-5-2902,20 7-374,-2 4-585,21 4 0,9 2-854,-5-1 0,3 1 1439,0 2 0,3 2 0,-1 0 0,15-2 0,-2 2 0,-2 4 0,0 1 0</inkml:trace>
  <inkml:trace contextRef="#ctx0" brushRef="#br3" timeOffset="472107">10107 17049 7982,'-10'-7'1440,"2"2"179,8 16-990,0-2 271,8 38-226,-3-6 1,0 7-563,-2-12 1,-1 4-1,1 1 1,-1-2-366,1 4 0,0-1 0,-1 2 208,-2-1 0,0 3 0,0-1 0,0-5-135,0 7 0,0-4 45,0 5 0,0-4-135,-4-16 1,0-6-361,2-10-1529,-6-31-539,8-3 2698,0 2 0,8 8 0,2 12 0</inkml:trace>
  <inkml:trace contextRef="#ctx0" brushRef="#br3" timeOffset="473324">10601 17346 7533,'18'-19'449,"-9"5"-179,-1 1 180,0-4-270,-6 15 360,6-16-540,-8 17 359,0-5-269,0 6 1799,0 0-1979,-8 0 0,6 6 0,-6-5-89,8 17 89,0-16-90,-8 27 90,-1-19-45,0 12 0,0 3-45,-9 0 45,5 12 0,1 3 135,-8 0 120,9-10 0,0 5 0,0-4 60,-9 15 224,7 0 1,1-1-225,2-7 270,-2-1 0,1-2-270,7-11 719,-12 18-899,16-34 540,16 4 449,11-18-494,-2 1 0,3-3-360,3-4 0,1-2-585,4 4 0,-2-1 405,-10 1 0,-1 1-360,8 2 1,-5 3 134,-12 2-2339,33-3 2070,-41 5-2250,25 5 2789,-21 3 0,-16-1 0,-6-1 0</inkml:trace>
  <inkml:trace contextRef="#ctx0" brushRef="#br3" timeOffset="473542">10689 17566 7533,'-23'-15'1638,"-1"1"0,-9-14 303,25 26-1851,8-3 359,16 5-808,11 0 269,10 0-720,-11 5 1,-1 1-1,5-3-90,-2 5 1,1 0 899,10-6 0,-2-2 0,-14-7 0</inkml:trace>
  <inkml:trace contextRef="#ctx0" brushRef="#br3" timeOffset="473758">10742 17139 7533,'-29'-32'3276,"29"0"0,37 6-2640,0 15 1,4 2-1537,4-1 1,0 1-537,-7 5 0,-1 1 1436,6 3 0,-4 6 0,-18 10 0,-3 5 0,8 6 0,-1 1 0</inkml:trace>
  <inkml:trace contextRef="#ctx0" brushRef="#br3" timeOffset="474291">11307 17605 7803,'0'-7'1349,"0"-5"-90,-8 5-90,21 5-179,7 21-900,-2-3 0,1 2 0,0 1 0,-2 3-315,2 12 0,-5 3-855,-9-3 1,-6 1 629,-5 6 1,-6-2 89,-8-6 0,-7-8-45,-3-13 0,-3-6 405,4-3 0,5-7 0,13-26 0,15-4 0</inkml:trace>
  <inkml:trace contextRef="#ctx0" brushRef="#br3" timeOffset="474927">11889 17243 7533,'0'-20'449,"-8"1"-449,6 6 1350,-14 6-991,14-4 451,-6 9-630,8-3 0,-8 22 0,7-1-270,-4 9 0,2 4 0,3 8 150,-1-3 0,1 6 0,1-1 0,1-3 0,1-2 0,0 1-160,-3 1 1,0 1 0,1-1 129,4 8 0,2-1 0,-3-5-210,-2 10 45,6-5 0,0-2-45,-6-11-989,6 6-810,-8-35 1979,0-2 0,0-21 0,0-10 0,0 1 0,0-1 0</inkml:trace>
  <inkml:trace contextRef="#ctx0" brushRef="#br3" timeOffset="475208">11836 17192 7533,'-28'-28'0,"3"9"3276,15 8 0,2 4-3082,24 0 76,-4 1-270,13 2 0,6 2 0,-2 2 0,-1-1-315,4-5 0,1 0-405,13 3 1,-2-1 494,-18-2 0,-1 0-405,18-1 1,-2 1-1963,-1-2 2232,1 2-1349,-16 6 1709,-13 12 0,-36 19 0,0-7 0,-1-1 0</inkml:trace>
  <inkml:trace contextRef="#ctx0" brushRef="#br3" timeOffset="475441">11924 17437 7533,'-35'-6'3276,"15"4"-616,67 8-2570,-31 3-1183,14-3 1,9 0 0,-6 1 813,-8 6 1,17-9 0,6-1 0,-10-1-1,-1 1 1</inkml:trace>
  <inkml:trace contextRef="#ctx0" brushRef="#br3" timeOffset="475795">12471 16804 9332,'8'-14'2068,"9"20"-1753,7 14 0,3 10-135,-3 0 0,1 5 0,-1 3-811,-3 0 0,1 3 0,-1 3 0,-3 1 523,-4-5 0,-1 1 0,-1 2 1,-2 0-1,-4-1 0,-3-1 0,-3 1 0,-2-1 0,-2 0 0,-1-1 97,-3 7 1,-3 0 0,-2-3 0,-4-3 130,-9 2 0,-5-4 0,0-4-1,4-9 1,1-2 0,-2-4-1335,-8-2 1,2-5 1214,-11-1 0,19-24 0,19-2 0</inkml:trace>
  <inkml:trace contextRef="#ctx0" brushRef="#br3" timeOffset="476605">13335 17372 7263,'0'-13'1259,"0"6"90,-8 7-359,-2 48-990,-7-14-337,12 1 1,2 9 0,1 2 358,-2-6 1,-1 3 0,1 0-1,1-1-52,2 3 0,1-1 0,-1 3-78,0-8 0,-1 4 0,0 1 0,0-3 1,1-6-163,1 3 0,0-3 180,4 2 0,0-4 0,-2-4-1709,6-70 1529,0 14 270,-7-15 0,0-6 0,3 14 0,0 0 0,-4-14 0,0-1 0</inkml:trace>
  <inkml:trace contextRef="#ctx0" brushRef="#br3" timeOffset="476957">13247 17063 7533,'0'-37'1092,"0"0"0,8 6 0,7 5-77,10 10 1,3 6-836,15 4-91,-12 12 1,5 6 0,-7 0-180,7 7 210,-10 2 0,4 6 0,-4-4-120,5 4-90,-13 4 0,0 9 0,-5-5 90,-1 9-120,-7-8 0,-1 6 1,-5-6-483,-17 9 422,6-4 0,-3-3 197,-13-8-602,2 2 0,-4-5 185,6-19 1,-1-3 84,-7 11 0,1-3 135,-4-13-989,11-12-630,30 3 1385,4-4 414,2 8 0,26 3 0,10 4 0,-4-2 0,0 0 0</inkml:trace>
  <inkml:trace contextRef="#ctx0" brushRef="#br3" timeOffset="477324">14217 17088 7533,'-8'-42'2878,"-2"1"-1889,-15 27-809,-3 1 0,9 7-360,-20 23 270,25-1 90,-13 12 0,-3 10 120,11-4 0,1 5 0,0 3-585,4-8 0,-2 3 0,1 1 0,1 1 0,1 2 374,0 5 1,1 2 0,1 1 0,1-1 0,1-2-45,-1-2 0,0-1 0,2-1 0,2 0-90,3 5 0,2 2 0,2-4 0,2-8 0,5-8 0,2-3-900,10 18 1,3-4 585,9-11-1216,1-10 1,-2-2 1215,-15-3 453,13-5 0,-3-4 0,-20-5 1,17-8-1</inkml:trace>
  <inkml:trace contextRef="#ctx0" brushRef="#br3" timeOffset="480108">14499 17385 7533,'10'-13'539,"6"6"-359,-14-4-90,5 3 270,-7 1-270,0-5 0,0 11 270,0-5-180,0 0-90,0 5-90,0-5 90,0 1-1,0 3-178,0-3 178,0 5 541,0 0-540,0 5 0,0-3 0,-7 9 0,5-4 0,-6 6-180,-8 12 180,12-4-270,-11 3 0,-1 1 90,12 11 0,-15 0 0,-1 1 90,14 7 60,-9-11 0,-7 5 0,4-1 504,6 8 0,0 1-235,-4-7 1,-3 1 0,4-2-150,4 1 0,2-4 44,-4-6 1,2-6 135,9-14 0,-5 8-360,7-16 450,7 5-270,3-6 539,31-6 91,-1-6-609,-14 8 0,0-1-336,1-6 0,-3-1 315,14 4-900,2-4 0,2-1-919,-12 5 1,1 1 83,9 0 1,-2 1 1554,5 1 0,-49-12 0,-15-4 0</inkml:trace>
  <inkml:trace contextRef="#ctx0" brushRef="#br3" timeOffset="480309">14587 17720 7533,'-29'-12'1889,"-18"-1"-1799,41 6 3186,-25 1-2325,29 6-1131,2 0 270,17 0-90,11 0-1125,0 3 1,3 0-515,1-3 1,0 1 1627,-3 2 1,-1 0 0,21-9 0,-31-1 0</inkml:trace>
  <inkml:trace contextRef="#ctx0" brushRef="#br3" timeOffset="480555">14482 17295 7533,'-36'-25'3276,"24"10"0,38-16-2415,6 17 1,8 3-862,-3-1 0,2 1 0,1 0-1093,1 3 1,2 1 0,-1 1 958,0-1 0,1 1 0,-5 7 1,-2 14-1,-5 6 0,-8 4 0,1-1 1</inkml:trace>
  <inkml:trace contextRef="#ctx0" brushRef="#br3" timeOffset="480991">15169 16907 8432,'8'-21'2429,"-6"10"-1440,14 23-629,-6 14 45,5 4 0,3 2-405,-3-8 0,-1 3-820,-1 7 1,0 8 0,0 0 0,-1-5-238,4 1 0,-2 2 949,-6-4 0,1 6 0,-2 4 0,-1 0 0,-3-3 3,-3 1 0,-3-2 0,-2-1 0,-1 2 105,0 5 0,-3 2 0,-1 0 0,-2-3-198,-2-6 1,-2 0-1,-1-3 1,-1-5 332,-7 10 0,-4-11-418,-5-17 0,3-6-167,7-3 1076,-6-3 0,-4 0-1930,6-1 0,1 3 44,-6 6 1,1 2 1259,-13 3 0,22 8 0,23-11 0</inkml:trace>
  <inkml:trace contextRef="#ctx0" brushRef="#br3" timeOffset="481823">15928 17463 7533,'-20'-13'90,"5"5"-90,15 3 0,0 5 0,-8 5 539,6 3 271,-6 27-540,8-10-1786,0 15 0,0 3 1605,0 4 61,0-9 0,0 6 0,0-5-78,0-8 0,0-1-42,-1 10 0,1 3 0,1-5-30,7 9-45,-8-12 0,2-4 45,6-17 270,-8-2-180,0-24-360,0-16 0,0-9 60,0-9 0,0-6 1,0 2 806,0 8 0,0 1 0,0-4-615,0 3 0,0-4 0,0-2 0,0 1 0,0 4 153,0 1 0,0 3 0,0 1 0,0 0-46,-1-9 1,1 2 0,1-2 180,1-6 0,1 0 0,7 12 460,26 6-595,0 12 0,6 10-1,4 26 1,0 12-1146,-14-7 0,-2 3 1,-2 1 1010,6 10 0,-7 3 0,-7 9 0,-7-3 90,-3-2 135,-9 2 0,-10 1-225,-10-19 0,-5-2-180,-3 7 0,-3-4 454,4-9 1,-3-5-455,-3-6 0,0-3-720,-7-1 630,1 0-1529,7 0-89,45 0 4651,-10 0-2763,21 0 0,24 0 0,-20 0 0,-1 0 0</inkml:trace>
  <inkml:trace contextRef="#ctx0" brushRef="#br3" timeOffset="482143">16704 17139 7533,'0'-34'2608,"0"-7"-1169,-16 25-809,-3 9-1080,-17 21 180,9 13-1369,6 3 1,1 1 34,-2 2 1544,6-3 0,-1 8 0,1-6 706,-5 11-616,5-3 0,-2 8 0,3-5 15,3-15 0,2 1 22,3 5 1,0 6-1,1 0 1,1-5-152,0-3 1,2 0 143,1 14 0,1 5 0,4-4-195,8-6 0,1-4 45,-7 4 0,4-2-675,18-5 1,3-9 584,-7-15 180,1 3 0,1-3 0,11-20 0,9 1 0</inkml:trace>
  <inkml:trace contextRef="#ctx0" brushRef="#br3" timeOffset="482624">17127 17410 7533,'-9'-13'2698,"-7"-10"-2248,14 20-90,-6-9-360,8 12 449,0 18-224,0 6 0,0 7-105,-2 3 0,-1 3 0,0 3-940,1-1 1,-1 3 0,1 0 0,-1-2 720,0 3 1,0-1 0,0-1-172,-1 5 0,0-1 1,4-4-1065,7 0 0,1-4 1289,-7-11 0,2-1-1010,13 5 1,0-7 695,-12-15 359,19-20 0,-19-22 0,-6-11 0,5 8 0,-1 1 0,1-1 0</inkml:trace>
  <inkml:trace contextRef="#ctx0" brushRef="#br3" timeOffset="482875">17092 17359 7533,'-15'-36'1092,"1"-1"0,-1 4 0,6 3 2184,25-9-2093,19 8-1498,-1 22 1,3 3 314,-8-1 0,0 3-900,17 8 1,-1 3 539,4-4-855,-11 8 1,0 1 585,1-3 44,-12 2 0,-5 2 315,-10 2 270,4 15 0,-47-6 0,-17 2 0,16-4 0,-1 1 0,0-1 0</inkml:trace>
  <inkml:trace contextRef="#ctx0" brushRef="#br3" timeOffset="483074">17004 17682 7533,'-28'13'3276,"11"5"-256,25-9-2570,11 2-136,10-12 1,1-4-135,3-1-1819,11-1 1,1 1-835,-10-1 834,10 3 1,0 2 689,-12 2 1100,8-3 1,-1 6 0,-7 25 0,-4-10 0,1 0 0</inkml:trace>
  <inkml:trace contextRef="#ctx0" brushRef="#br3" timeOffset="483474">17815 16946 7533,'0'-40'3276,"0"14"-1785,24 21-951,-3 17-2179,12 11 1,1 3 1076,-13-8 0,-1 3 681,10 13 1,3 7 0,-6-3-237,-8-6 1,-2-1 176,4 2 0,3 3 0,-5 0 124,-7-4 0,-4 0 1,0 3-298,-2 6 1,0 5-1,-2 0 1,-1-3-86,-1-1 0,-1-2 0,-4 3 54,-2 0 0,-3 5 0,-1 1 0,-2-3 0,1-7 99,-4 5 0,-5-4-113,-2-3 1,-5 4 0,-1 0 0,5-7 67,4 0 0,-1-2-135,-4-6 0,-5 1 0,-1 1 0,3-2 225,0 2 0,2-1 0,-1-1 0,-2-1 0,-1 0 0,1 1 0,1-2 0,1 0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11/25/24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52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2EA7C-CBF9-EC50-2A5D-581485F9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B0A1A2-C84B-070E-40A1-4B9CB8ECDE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4212C-B187-82C1-D559-7615177FF9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72555-4A08-CC6F-0D28-F786E4486F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F16C1-1261-5DFD-B27F-578DFEF87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55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customXml" Target="../ink/ink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CACC-2CDA-1C55-2117-F9E8A8566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135217" cy="470617"/>
          </a:xfrm>
        </p:spPr>
        <p:txBody>
          <a:bodyPr/>
          <a:lstStyle/>
          <a:p>
            <a:r>
              <a:rPr lang="en-US" dirty="0"/>
              <a:t>MSc Artificial Intelligence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29ABB4-EA91-78C2-71A1-2AF4CD4850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D884A6-77E3-CD57-06AE-550F9EDC59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25 November 2024</a:t>
            </a:r>
          </a:p>
        </p:txBody>
      </p:sp>
    </p:spTree>
    <p:extLst>
      <p:ext uri="{BB962C8B-B14F-4D97-AF65-F5344CB8AC3E}">
        <p14:creationId xmlns:p14="http://schemas.microsoft.com/office/powerpoint/2010/main" val="186159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3CE4-0F52-90C9-A39B-8038F1F2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69487" cy="632219"/>
          </a:xfrm>
        </p:spPr>
        <p:txBody>
          <a:bodyPr/>
          <a:lstStyle/>
          <a:p>
            <a:r>
              <a:rPr lang="en-US" dirty="0"/>
              <a:t>Introduction to Probabilistic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575F1-7E0C-85E9-02FA-D94661C6B1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Logic and Knowledge Graphs are about statements of fact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Do we always have complete knowledge about the world?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Are our “facts” always precise?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Logic can handle incomplete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It cannot handle uncertain knowledge</a:t>
            </a:r>
            <a:endParaRPr lang="en-US" sz="3200" dirty="0">
              <a:solidFill>
                <a:schemeClr val="tx2"/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EF18B-A327-DC8A-86F1-4986E13D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579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3CE4-0F52-90C9-A39B-8038F1F2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69487" cy="632219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575F1-7E0C-85E9-02FA-D94661C6B1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You have previously studied some elementary forms of probabilistic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are now going to build up the </a:t>
            </a:r>
            <a:r>
              <a:rPr lang="en-US" sz="2400" b="1" dirty="0">
                <a:solidFill>
                  <a:schemeClr val="tx2"/>
                </a:solidFill>
              </a:rPr>
              <a:t>Bayesian Network</a:t>
            </a:r>
            <a:r>
              <a:rPr lang="en-US" sz="2400" dirty="0">
                <a:solidFill>
                  <a:schemeClr val="tx2"/>
                </a:solidFill>
              </a:rPr>
              <a:t>, a probabilistic representation that is an attempt to model the </a:t>
            </a:r>
            <a:r>
              <a:rPr lang="en-US" sz="2400" i="1" dirty="0">
                <a:solidFill>
                  <a:schemeClr val="tx2"/>
                </a:solidFill>
              </a:rPr>
              <a:t>causal relationships</a:t>
            </a:r>
            <a:r>
              <a:rPr lang="en-US" sz="2400" dirty="0">
                <a:solidFill>
                  <a:schemeClr val="tx2"/>
                </a:solidFill>
              </a:rPr>
              <a:t> between a set of random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first need to remind ourselves of some basic concepts from probability theory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EF18B-A327-DC8A-86F1-4986E13D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266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BF46-C9BA-FDB1-FFBF-71E676D4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043530" cy="632219"/>
          </a:xfrm>
        </p:spPr>
        <p:txBody>
          <a:bodyPr/>
          <a:lstStyle/>
          <a:p>
            <a:r>
              <a:rPr lang="en-US" dirty="0"/>
              <a:t>The Joint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DC76-85D1-A9CF-3E64-F4E9DC6B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056DAE-2A80-2C31-E305-938C4EF6DB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B61A209-D56E-A634-7407-B1A080371D24}"/>
                  </a:ext>
                </a:extLst>
              </p14:cNvPr>
              <p14:cNvContentPartPr/>
              <p14:nvPr/>
            </p14:nvContentPartPr>
            <p14:xfrm>
              <a:off x="469440" y="1261440"/>
              <a:ext cx="10967400" cy="4589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B61A209-D56E-A634-7407-B1A080371D2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240" y="1245240"/>
                <a:ext cx="10999800" cy="4622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6066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CE61-4EAA-0D3E-D7CB-061BCA3E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Sum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8FBA1-C2B2-F83C-5002-7FED281338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29A53-5D7D-9928-9391-BC2924DC4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0B9ECA3-4D75-7FDE-CB75-398E0BDB61A6}"/>
                  </a:ext>
                </a:extLst>
              </p14:cNvPr>
              <p14:cNvContentPartPr/>
              <p14:nvPr/>
            </p14:nvContentPartPr>
            <p14:xfrm>
              <a:off x="349200" y="1082520"/>
              <a:ext cx="11786040" cy="3115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0B9ECA3-4D75-7FDE-CB75-398E0BDB61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000" y="1066320"/>
                <a:ext cx="11818440" cy="314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4866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4FC3-5F0E-04BF-2FDA-4DE905636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01948" cy="632219"/>
          </a:xfrm>
        </p:spPr>
        <p:txBody>
          <a:bodyPr/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027DF-B521-A070-0938-E862F1C8CA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7A66E-AD57-6302-0635-DBC801F52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E7D725C-01E8-4256-502F-3E068787260E}"/>
                  </a:ext>
                </a:extLst>
              </p14:cNvPr>
              <p14:cNvContentPartPr/>
              <p14:nvPr/>
            </p14:nvContentPartPr>
            <p14:xfrm>
              <a:off x="155880" y="1262880"/>
              <a:ext cx="11846160" cy="5488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E7D725C-01E8-4256-502F-3E06878726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9680" y="1246680"/>
                <a:ext cx="11878560" cy="552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08801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3527-881F-FE12-6363-15F268BFB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Product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C6687-5146-307B-7B4F-C79C046880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C86FC-1F9E-147D-5F94-62F9A475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7740E3D-886F-AB15-842B-B66BDA22411C}"/>
                  </a:ext>
                </a:extLst>
              </p14:cNvPr>
              <p14:cNvContentPartPr/>
              <p14:nvPr/>
            </p14:nvContentPartPr>
            <p14:xfrm>
              <a:off x="781200" y="1119600"/>
              <a:ext cx="8832960" cy="3960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7740E3D-886F-AB15-842B-B66BDA2241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000" y="1103400"/>
                <a:ext cx="8865360" cy="399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1585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A2A3E-25AD-87E0-E74C-A910C0A1A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196F2-278F-DC94-7A7D-6A5B863E5B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B5CF6-8965-2C8F-78CE-3713F79B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9807593-A13F-8843-D698-B7ED9C4127CC}"/>
                  </a:ext>
                </a:extLst>
              </p14:cNvPr>
              <p14:cNvContentPartPr/>
              <p14:nvPr/>
            </p14:nvContentPartPr>
            <p14:xfrm>
              <a:off x="946080" y="1393200"/>
              <a:ext cx="10122480" cy="2456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9807593-A13F-8843-D698-B7ED9C4127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880" y="1377000"/>
                <a:ext cx="10154880" cy="248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8797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FE586-309D-8744-0C5B-B06AF8DE1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C2D87-C1F4-9022-AD15-FB19642BEB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D39F3B-2DCB-DEB2-0222-34AF3B45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0CA238-874E-E6C7-EDF7-F81916DD1B42}"/>
                  </a:ext>
                </a:extLst>
              </p14:cNvPr>
              <p14:cNvContentPartPr/>
              <p14:nvPr/>
            </p14:nvContentPartPr>
            <p14:xfrm>
              <a:off x="1802880" y="1282320"/>
              <a:ext cx="6122160" cy="1643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0CA238-874E-E6C7-EDF7-F81916DD1B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6680" y="1266120"/>
                <a:ext cx="6154560" cy="167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5979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05768-CB83-BDA7-55F3-33E066556F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Exercise: Probably just about 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EC4CF-A3FF-1C1C-ED09-BF357DCE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865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C423A-DCD9-C4D0-F0ED-23A4A675F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228A-32D2-48C4-3889-733D73470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135217" cy="470617"/>
          </a:xfrm>
        </p:spPr>
        <p:txBody>
          <a:bodyPr/>
          <a:lstStyle/>
          <a:p>
            <a:r>
              <a:rPr lang="en-US" dirty="0"/>
              <a:t>MSc Artificial Intelligence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276B3-4FBD-DD94-5FD6-CA488AA7C7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E262-02D7-6AB5-CF3D-32DFB7FF5B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25 November 2024</a:t>
            </a:r>
          </a:p>
        </p:txBody>
      </p:sp>
    </p:spTree>
    <p:extLst>
      <p:ext uri="{BB962C8B-B14F-4D97-AF65-F5344CB8AC3E}">
        <p14:creationId xmlns:p14="http://schemas.microsoft.com/office/powerpoint/2010/main" val="582384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A8A80-0424-98D1-2758-E1CE3BE4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9827-FBB5-EE71-E7AF-76C4690E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69487" cy="632219"/>
          </a:xfrm>
        </p:spPr>
        <p:txBody>
          <a:bodyPr/>
          <a:lstStyle/>
          <a:p>
            <a:r>
              <a:rPr lang="en-US" dirty="0"/>
              <a:t>Introduction to Probabilistic Reasoning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8E57F-75B0-9483-A1A2-DD7FA26274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Logic and Knowledge Graphs are about statements of fact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Do we always have complete knowledge about the world?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Are our “facts” always precise?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Logic can handle incomplete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Helvetica" pitchFamily="2" charset="0"/>
              </a:rPr>
              <a:t>It cannot handle uncertain knowledge</a:t>
            </a:r>
            <a:endParaRPr lang="en-US" sz="3200" dirty="0">
              <a:solidFill>
                <a:schemeClr val="tx2"/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64401-68FD-3F1E-984E-9BF479B61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086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8B3D-58BF-F172-CD88-B715DFA28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D87CF-38A3-8F4A-1F44-2BB4F69BD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969487" cy="632219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AD260-0D20-191E-6642-48C84784F4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You have previously studied some elementary forms of probabilistic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are now going to build up the </a:t>
            </a:r>
            <a:r>
              <a:rPr lang="en-US" sz="2400" b="1" dirty="0">
                <a:solidFill>
                  <a:schemeClr val="tx2"/>
                </a:solidFill>
              </a:rPr>
              <a:t>Bayesian Network</a:t>
            </a:r>
            <a:r>
              <a:rPr lang="en-US" sz="2400" dirty="0">
                <a:solidFill>
                  <a:schemeClr val="tx2"/>
                </a:solidFill>
              </a:rPr>
              <a:t>, a probabilistic representation that is an attempt to model the </a:t>
            </a:r>
            <a:r>
              <a:rPr lang="en-US" sz="2400" i="1" dirty="0">
                <a:solidFill>
                  <a:schemeClr val="tx2"/>
                </a:solidFill>
              </a:rPr>
              <a:t>causal relationships</a:t>
            </a:r>
            <a:r>
              <a:rPr lang="en-US" sz="2400" dirty="0">
                <a:solidFill>
                  <a:schemeClr val="tx2"/>
                </a:solidFill>
              </a:rPr>
              <a:t> between a set of random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first need to remind ourselves of some basic concepts from probability theory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838B5-55F0-C455-9A05-426D7C88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396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E874E-FA5D-5F3F-9BFE-4969D087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A70D8-85C5-CB60-5C7F-442E9EFB1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043530" cy="632219"/>
          </a:xfrm>
        </p:spPr>
        <p:txBody>
          <a:bodyPr/>
          <a:lstStyle/>
          <a:p>
            <a:r>
              <a:rPr lang="en-US" dirty="0"/>
              <a:t>The Joint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8AA0D-55EB-8BEE-BF6A-5A8A10D2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82F0AEB-E91D-594E-48B6-417052E8F9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88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62E58-EEFC-0E15-5D77-49101C33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F80A-6F34-30C7-8338-8641A8A9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Sum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D4439-A34A-C229-147C-CA59D295B2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45A00-84AD-EF03-79AE-B152B4681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791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A3992-3E5E-7F1C-1E01-CCD7F7F32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D9B9E-C3BB-A1FB-6549-EC84F1C00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301948" cy="632219"/>
          </a:xfrm>
        </p:spPr>
        <p:txBody>
          <a:bodyPr/>
          <a:lstStyle/>
          <a:p>
            <a:r>
              <a:rPr lang="en-US" dirty="0"/>
              <a:t>Conditional Probability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C2AD8-5DD3-62A2-1D3F-14311CB3EF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C6588-E800-EC56-C5F6-E26910A49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280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52069-C8D4-6BD2-5591-65258F2A4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3D22-990B-E606-A70D-F0EDA9E1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Product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62B7B4-5B8F-3D95-66A4-9E889D8609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4788A-5724-1A14-E32C-E60BBEA85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9328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FA82A-1673-6C0F-6EE3-935A86039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8E6E-56E8-348A-29B2-9636CBDF5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DB202-AF9F-29E2-78AA-45F347D986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AD142-0E62-63C4-453C-D37D4276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10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F8DCF-859C-A14F-E899-5FA5B4203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D7E0-0A6D-41CA-D4D5-90AB5574F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Bayes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CF247-457B-3A0B-F615-2D801A77FB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6D620-7D62-942D-4E70-9E7E060B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97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2A2E5-6FE7-F80D-B3DC-50D60C937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379EA-E784-AABA-A8BB-D9B957627D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Exercise 13: Basic Probability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156C9-DA8B-3760-A062-5E0FEEF2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013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77C74-EC62-C991-E79D-440646E69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514522" cy="632219"/>
          </a:xfrm>
        </p:spPr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D87D7-1E90-CF51-F013-65F4D505E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Independence is a powerful and useful assumption in many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it does not apply in all situations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Joint distribution is hard to work with in large problems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give the joint distribution some structure akin to independence but more general?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1C824-B7B7-B3C2-57E0-87200242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8306DE7-B616-C615-C089-AE1DD4CBF2AE}"/>
                  </a:ext>
                </a:extLst>
              </p14:cNvPr>
              <p14:cNvContentPartPr/>
              <p14:nvPr/>
            </p14:nvContentPartPr>
            <p14:xfrm>
              <a:off x="6781680" y="1537920"/>
              <a:ext cx="4661280" cy="48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8306DE7-B616-C615-C089-AE1DD4CBF2A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65480" y="1521720"/>
                <a:ext cx="4693680" cy="51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9609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3E082-6CDB-F567-8D7A-A656A59D4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58307" cy="632219"/>
          </a:xfrm>
        </p:spPr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BD9C7-6720-6AAB-489C-E399E5E9E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912E2-11F4-ECCF-00A4-B3DBB95B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EEC25B-9390-27A4-3B01-3141ECBE70C1}"/>
                  </a:ext>
                </a:extLst>
              </p14:cNvPr>
              <p14:cNvContentPartPr/>
              <p14:nvPr/>
            </p14:nvContentPartPr>
            <p14:xfrm>
              <a:off x="374760" y="1098720"/>
              <a:ext cx="11785680" cy="5381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EEC25B-9390-27A4-3B01-3141ECBE70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8560" y="1082520"/>
                <a:ext cx="11818080" cy="541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0703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1E9C1-4FA7-7F92-91B3-CAC8FAB85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B93F2-9ECD-0BB7-DF82-C80559E79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58307" cy="632219"/>
          </a:xfrm>
        </p:spPr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3595C9-7D15-9544-6C3A-F3886F19B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9C23B-3F6A-C29C-F063-3A1C6085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5AE293A-5434-DCDE-EDDC-B85B8C8C4877}"/>
                  </a:ext>
                </a:extLst>
              </p14:cNvPr>
              <p14:cNvContentPartPr/>
              <p14:nvPr/>
            </p14:nvContentPartPr>
            <p14:xfrm>
              <a:off x="349200" y="839880"/>
              <a:ext cx="11774160" cy="5445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5AE293A-5434-DCDE-EDDC-B85B8C8C48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000" y="823680"/>
                <a:ext cx="11806560" cy="547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2992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C5CC-2D96-6F8E-0B33-E2300D5B4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407B8-DCC8-3B53-5CFF-A2050B4B1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58307" cy="632219"/>
          </a:xfrm>
        </p:spPr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12F59-3179-CCC2-469A-AFA6AE6D4A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00338-386D-C2A7-8AE1-F97BA06CC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002D7ED-FBD7-AEFA-9963-1BD035D14931}"/>
                  </a:ext>
                </a:extLst>
              </p14:cNvPr>
              <p14:cNvContentPartPr/>
              <p14:nvPr/>
            </p14:nvContentPartPr>
            <p14:xfrm>
              <a:off x="311040" y="1036080"/>
              <a:ext cx="11849400" cy="534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002D7ED-FBD7-AEFA-9963-1BD035D149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840" y="1019880"/>
                <a:ext cx="11881800" cy="537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876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A1384-2F7E-A501-5A1F-4B7DA143A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Exercises 14: Conditional Independence</a:t>
            </a:r>
            <a:br>
              <a:rPr lang="en-GB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FBBCA-F8A2-36D8-1849-B97160135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557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2CB43-AD3B-CC43-1978-A7D5A9426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759283" cy="632219"/>
          </a:xfrm>
        </p:spPr>
        <p:txBody>
          <a:bodyPr/>
          <a:lstStyle/>
          <a:p>
            <a:r>
              <a:rPr lang="en-US" dirty="0"/>
              <a:t>A Computational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A3A39-FF53-9657-64DA-F7298713B99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Let us now study conditional independence computationally via an 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Pedagogical exercise - not how you would do this in real-world problems</a:t>
            </a:r>
          </a:p>
          <a:p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42607-36BB-043C-0274-BD978D66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2001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DBF46-C9BA-FDB1-FFBF-71E676D4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043530" cy="632219"/>
          </a:xfrm>
        </p:spPr>
        <p:txBody>
          <a:bodyPr/>
          <a:lstStyle/>
          <a:p>
            <a:r>
              <a:rPr lang="en-US" dirty="0"/>
              <a:t>The Joint Distribution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83CE9-45DD-721E-2EB2-EA5A81F862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Survey of school-leavers’ employment ten years after they finished high school.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The survey look at their careers: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which sector they worked in and what type of work they did)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and the subjects in which they graduated from high school.</a:t>
            </a:r>
          </a:p>
          <a:p>
            <a:pPr lvl="1"/>
            <a:endParaRPr lang="en-GB" sz="2000" b="0" dirty="0">
              <a:solidFill>
                <a:schemeClr val="tx2"/>
              </a:solidFill>
              <a:effectLst/>
              <a:latin typeface="Helvetica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We will consider a small part of this survey data and will look at the subset of people who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Studied Mathematics and/or Geography (or neither)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Pursued careers in Programming and/or Finance (or neither)</a:t>
            </a:r>
          </a:p>
          <a:p>
            <a:endParaRPr lang="en-GB" sz="2000" dirty="0">
              <a:solidFill>
                <a:schemeClr val="tx2"/>
              </a:solidFill>
              <a:latin typeface="Helvetica" pitchFamily="2" charset="0"/>
            </a:endParaRPr>
          </a:p>
          <a:p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In other words, the full joint distribution has been marginalised over all variables except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i="1" dirty="0">
                <a:solidFill>
                  <a:schemeClr val="tx2"/>
                </a:solidFill>
                <a:effectLst/>
                <a:latin typeface="Helvetica" pitchFamily="2" charset="0"/>
              </a:rPr>
              <a:t>M</a:t>
            </a: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: studied Mathematics.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i="1" dirty="0">
                <a:solidFill>
                  <a:schemeClr val="tx2"/>
                </a:solidFill>
                <a:effectLst/>
                <a:latin typeface="Helvetica" pitchFamily="2" charset="0"/>
              </a:rPr>
              <a:t>G</a:t>
            </a: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: studied Geography.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i="1" dirty="0">
                <a:solidFill>
                  <a:schemeClr val="tx2"/>
                </a:solidFill>
                <a:effectLst/>
                <a:latin typeface="Helvetica" pitchFamily="2" charset="0"/>
              </a:rPr>
              <a:t>F</a:t>
            </a: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: works in finance.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0" i="1" dirty="0">
                <a:solidFill>
                  <a:schemeClr val="tx2"/>
                </a:solidFill>
                <a:effectLst/>
                <a:latin typeface="Helvetica" pitchFamily="2" charset="0"/>
              </a:rPr>
              <a:t>P</a:t>
            </a:r>
            <a:r>
              <a:rPr lang="en-GB" sz="2000" b="0" dirty="0">
                <a:solidFill>
                  <a:schemeClr val="tx2"/>
                </a:solidFill>
                <a:effectLst/>
                <a:latin typeface="Helvetica" pitchFamily="2" charset="0"/>
              </a:rPr>
              <a:t>: works as a programmer.</a:t>
            </a:r>
          </a:p>
          <a:p>
            <a:endParaRPr lang="en-US" sz="2000" dirty="0">
              <a:solidFill>
                <a:schemeClr val="tx2"/>
              </a:solidFill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A8DC76-85D1-A9CF-3E64-F4E9DC6B1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137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41AB-FF46-5873-EDEC-3E38B9451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980043" cy="632219"/>
          </a:xfrm>
        </p:spPr>
        <p:txBody>
          <a:bodyPr/>
          <a:lstStyle/>
          <a:p>
            <a:r>
              <a:rPr lang="en-US" dirty="0"/>
              <a:t>The Joint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0A7F7-4707-3A4E-E57E-E8FC9365C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Picture 5" descr="A table with numbers and letters&#10;&#10;Description automatically generated">
            <a:extLst>
              <a:ext uri="{FF2B5EF4-FFF2-40B4-BE49-F238E27FC236}">
                <a16:creationId xmlns:a16="http://schemas.microsoft.com/office/drawing/2014/main" id="{0267AC1C-569D-5404-394B-479904A7B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0" y="1604067"/>
            <a:ext cx="7772400" cy="25576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A3F89B6-3E41-780C-9E18-643BF95F031D}"/>
              </a:ext>
            </a:extLst>
          </p:cNvPr>
          <p:cNvSpPr txBox="1"/>
          <p:nvPr/>
        </p:nvSpPr>
        <p:spPr>
          <a:xfrm>
            <a:off x="3209699" y="5253933"/>
            <a:ext cx="55948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Helvetica" pitchFamily="2" charset="0"/>
              </a:rPr>
              <a:t>Can you discern any obvious structure?</a:t>
            </a:r>
          </a:p>
        </p:txBody>
      </p:sp>
    </p:spTree>
    <p:extLst>
      <p:ext uri="{BB962C8B-B14F-4D97-AF65-F5344CB8AC3E}">
        <p14:creationId xmlns:p14="http://schemas.microsoft.com/office/powerpoint/2010/main" val="2893750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3934D-8234-924D-AACF-061EE95F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Patterns?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75AC6-5054-6407-FD26-03A2923C7E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obvious what conclusions we can draw from this.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there any substructure in this from which we might infer something about the relationship between the variables?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can calculate things from the joint distribution to see whether there are any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Open </a:t>
            </a:r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Conditional Independence </a:t>
            </a:r>
            <a:r>
              <a:rPr lang="en-US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nocode.ipynb</a:t>
            </a:r>
            <a:endParaRPr 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DD5CA-AFED-D1EC-7B92-AE6382CA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825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F412-A7D3-BE23-AB03-DD28DFF8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126896" cy="632219"/>
          </a:xfrm>
        </p:spPr>
        <p:txBody>
          <a:bodyPr/>
          <a:lstStyle/>
          <a:p>
            <a:r>
              <a:rPr lang="en-US" dirty="0"/>
              <a:t>Conditional Independence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B5485-AE59-70D4-983D-02F6DCB75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6C88E-86B2-0C43-74F6-EC03EC28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906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8F412-A7D3-BE23-AB03-DD28DFF851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126896" cy="632219"/>
          </a:xfrm>
        </p:spPr>
        <p:txBody>
          <a:bodyPr/>
          <a:lstStyle/>
          <a:p>
            <a:r>
              <a:rPr lang="en-US" dirty="0"/>
              <a:t>What did we find?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FB5485-AE59-70D4-983D-02F6DCB75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Careers in finance and programming don’t depend on having studied </a:t>
            </a:r>
            <a:r>
              <a:rPr lang="en-US" sz="2400" dirty="0" err="1">
                <a:solidFill>
                  <a:schemeClr val="tx2"/>
                </a:solidFill>
              </a:rPr>
              <a:t>Geographyt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They do depend on having studied </a:t>
            </a:r>
            <a:r>
              <a:rPr lang="en-US" sz="2400" dirty="0" err="1">
                <a:solidFill>
                  <a:schemeClr val="tx2"/>
                </a:solidFill>
              </a:rPr>
              <a:t>Maths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they don’t depend on each other.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does this help us?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It allows us to </a:t>
            </a:r>
            <a:r>
              <a:rPr lang="en-US" sz="2400" b="1" dirty="0" err="1">
                <a:solidFill>
                  <a:schemeClr val="tx2"/>
                </a:solidFill>
              </a:rPr>
              <a:t>factorise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dirty="0">
                <a:solidFill>
                  <a:schemeClr val="tx2"/>
                </a:solidFill>
              </a:rPr>
              <a:t>the joint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6C88E-86B2-0C43-74F6-EC03EC28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6904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CD61-127D-80FA-2064-E1BB5EC78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534400" cy="632219"/>
          </a:xfrm>
        </p:spPr>
        <p:txBody>
          <a:bodyPr/>
          <a:lstStyle/>
          <a:p>
            <a:r>
              <a:rPr lang="en-US" dirty="0"/>
              <a:t>The Product Rule Revisited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42B8A-DB43-E93F-6E7A-106AC5DA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4201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05768-CB83-BDA7-55F3-33E066556F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Exercise 15: Conditional Independence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EC4CF-A3FF-1C1C-ED09-BF357DCE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0585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25 November 2024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2E6B-0FF5-5FE1-122A-1AEBFF50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176591" cy="632219"/>
          </a:xfrm>
        </p:spPr>
        <p:txBody>
          <a:bodyPr/>
          <a:lstStyle/>
          <a:p>
            <a:r>
              <a:rPr lang="en-US" dirty="0"/>
              <a:t>Bayesian Networks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8853D-212A-82F2-9395-FBC300C0F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Last lecture, established the idea of </a:t>
            </a:r>
            <a:r>
              <a:rPr lang="en-US" sz="2400" i="1" dirty="0">
                <a:solidFill>
                  <a:schemeClr val="tx2"/>
                </a:solidFill>
              </a:rPr>
              <a:t>conditional independence</a:t>
            </a:r>
          </a:p>
          <a:p>
            <a:pPr algn="ctr"/>
            <a:r>
              <a:rPr lang="en-US" sz="2400" i="1" dirty="0">
                <a:solidFill>
                  <a:schemeClr val="tx2"/>
                </a:solidFill>
              </a:rPr>
              <a:t>P(X,Y </a:t>
            </a:r>
            <a:r>
              <a:rPr lang="en-US" sz="2400" dirty="0">
                <a:solidFill>
                  <a:schemeClr val="tx2"/>
                </a:solidFill>
              </a:rPr>
              <a:t>| </a:t>
            </a:r>
            <a:r>
              <a:rPr lang="en-US" sz="2400" i="1" dirty="0">
                <a:solidFill>
                  <a:schemeClr val="tx2"/>
                </a:solidFill>
              </a:rPr>
              <a:t>Z) = P(X | Z) P(Y | Z)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showed that the product rule could be used to </a:t>
            </a:r>
            <a:r>
              <a:rPr lang="en-US" sz="2400" dirty="0" err="1">
                <a:solidFill>
                  <a:schemeClr val="tx2"/>
                </a:solidFill>
              </a:rPr>
              <a:t>factorise</a:t>
            </a:r>
            <a:r>
              <a:rPr lang="en-US" sz="2400" dirty="0">
                <a:solidFill>
                  <a:schemeClr val="tx2"/>
                </a:solidFill>
              </a:rPr>
              <a:t> the joint distribution in terms of conditional probabilities, for 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algn="ctr"/>
            <a:r>
              <a:rPr lang="en-US" sz="2400" i="1" dirty="0">
                <a:solidFill>
                  <a:schemeClr val="tx2"/>
                </a:solidFill>
              </a:rPr>
              <a:t>P(G,M,F,P) = P(F | M) P(P | M) P(M) P(G)</a:t>
            </a:r>
          </a:p>
          <a:p>
            <a:pPr algn="ctr"/>
            <a:endParaRPr lang="en-US" sz="2400" i="1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Why is this useful and desirable?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8B458-F909-DE87-3620-DDAC77F4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5396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2E6B-0FF5-5FE1-122A-1AEBFF50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176591" cy="632219"/>
          </a:xfrm>
        </p:spPr>
        <p:txBody>
          <a:bodyPr/>
          <a:lstStyle/>
          <a:p>
            <a:r>
              <a:rPr lang="en-US" dirty="0"/>
              <a:t>Benefits of </a:t>
            </a:r>
            <a:r>
              <a:rPr lang="en-US" dirty="0" err="1"/>
              <a:t>Factorisation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8853D-212A-82F2-9395-FBC300C0F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Reduced number of parameters</a:t>
            </a:r>
          </a:p>
          <a:p>
            <a:pPr lvl="1" algn="ctr"/>
            <a:r>
              <a:rPr lang="en-US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P(G,M,F,P) = P(F | M) P(P | M) P(M) P(G)</a:t>
            </a:r>
          </a:p>
          <a:p>
            <a:pPr lvl="1"/>
            <a:r>
              <a:rPr lang="en-US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15 parameters	6 parameters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Univariate conditional PDFs much easier to measure/estimate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Explicitly models causal structure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Models with the structure are called </a:t>
            </a:r>
            <a:r>
              <a:rPr lang="en-US" sz="2400" b="1" dirty="0">
                <a:solidFill>
                  <a:schemeClr val="tx2"/>
                </a:solidFill>
              </a:rPr>
              <a:t>Bayesian Networks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8B458-F909-DE87-3620-DDAC77F4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36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8F15566-92E0-B7A3-9627-66009E38F1CC}"/>
                  </a:ext>
                </a:extLst>
              </p14:cNvPr>
              <p14:cNvContentPartPr/>
              <p14:nvPr/>
            </p14:nvContentPartPr>
            <p14:xfrm>
              <a:off x="529920" y="2259360"/>
              <a:ext cx="8750160" cy="1578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8F15566-92E0-B7A3-9627-66009E38F1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3720" y="2243160"/>
                <a:ext cx="8782560" cy="161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04891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92E6B-0FF5-5FE1-122A-1AEBFF50E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176591" cy="632219"/>
          </a:xfrm>
        </p:spPr>
        <p:txBody>
          <a:bodyPr/>
          <a:lstStyle/>
          <a:p>
            <a:r>
              <a:rPr lang="en-US" dirty="0"/>
              <a:t>Formal Definition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8853D-212A-82F2-9395-FBC300C0FA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Graphical representation of </a:t>
            </a:r>
            <a:r>
              <a:rPr lang="en-US" sz="2400" dirty="0" err="1">
                <a:solidFill>
                  <a:schemeClr val="tx2"/>
                </a:solidFill>
                <a:latin typeface="+mn-lt"/>
              </a:rPr>
              <a:t>factorised</a:t>
            </a:r>
            <a:r>
              <a:rPr lang="en-US" sz="2400" dirty="0">
                <a:solidFill>
                  <a:schemeClr val="tx2"/>
                </a:solidFill>
                <a:latin typeface="+mn-lt"/>
              </a:rPr>
              <a:t>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+mn-lt"/>
              </a:rPr>
              <a:t>Directed graph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Each node corresponds to a single variable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Edges between node represents conditional relationships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Each node has associated condition probability distribution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</a:rPr>
              <a:t>Strictly acyclic – a directed acyclic graph (DAG)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8B458-F909-DE87-3620-DDAC77F4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893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2FDC-A506-8F9F-B899-CA84ED161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F06A0-7B1D-8639-248F-18A348790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AD45C77-B9F4-1722-51AA-F87B92920A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092" t="1539" r="62579" b="87011"/>
          <a:stretch/>
        </p:blipFill>
        <p:spPr>
          <a:xfrm>
            <a:off x="3505282" y="1152939"/>
            <a:ext cx="5181435" cy="393589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15A2E7B-499C-F620-E3D3-8B6C6665A062}"/>
                  </a:ext>
                </a:extLst>
              </p14:cNvPr>
              <p14:cNvContentPartPr/>
              <p14:nvPr/>
            </p14:nvContentPartPr>
            <p14:xfrm>
              <a:off x="3968640" y="1059480"/>
              <a:ext cx="8160120" cy="4214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15A2E7B-499C-F620-E3D3-8B6C6665A0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52440" y="1043280"/>
                <a:ext cx="8192520" cy="4246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11859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2FDC-A506-8F9F-B899-CA84ED161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F06A0-7B1D-8639-248F-18A348790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5" name="Picture 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B77CFCE-BD95-A32A-A1DC-B8A5FA8AB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614" y="1893461"/>
            <a:ext cx="9804772" cy="32918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B14CD5-5089-6726-0ABD-1EB51BB0ECA4}"/>
                  </a:ext>
                </a:extLst>
              </p14:cNvPr>
              <p14:cNvContentPartPr/>
              <p14:nvPr/>
            </p14:nvContentPartPr>
            <p14:xfrm>
              <a:off x="4616280" y="159480"/>
              <a:ext cx="6350760" cy="4872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B14CD5-5089-6726-0ABD-1EB51BB0EC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0080" y="143280"/>
                <a:ext cx="6383160" cy="490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20053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2634-7082-3578-7F32-E1D47B533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566210" cy="632219"/>
          </a:xfrm>
        </p:spPr>
        <p:txBody>
          <a:bodyPr/>
          <a:lstStyle/>
          <a:p>
            <a:r>
              <a:rPr lang="en-US" dirty="0"/>
              <a:t>Constructing a DAG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3D3DF-42B6-1C82-A52E-9B389DC5E7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Choose the variables needed to model the domain and order them. A good order has causes preceding effects and this will lead for a more compact representation.</a:t>
            </a:r>
          </a:p>
          <a:p>
            <a:pPr marL="514350" indent="-514350">
              <a:buFont typeface="+mj-lt"/>
              <a:buAutoNum type="arabicPeriod"/>
            </a:pPr>
            <a:endParaRPr lang="en-GB" sz="2400" dirty="0">
              <a:solidFill>
                <a:schemeClr val="tx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For each node, choose a set of parents such that the chain rule is satisfied and that the parents can plausibly represent causes of the node's effect.</a:t>
            </a:r>
          </a:p>
          <a:p>
            <a:pPr marL="514350" indent="-514350">
              <a:buFont typeface="+mj-lt"/>
              <a:buAutoNum type="arabicPeriod"/>
            </a:pPr>
            <a:endParaRPr lang="en-GB" sz="2400" dirty="0">
              <a:solidFill>
                <a:schemeClr val="tx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Add edges directed from parents to the node.</a:t>
            </a:r>
          </a:p>
          <a:p>
            <a:pPr marL="514350" indent="-514350">
              <a:buFont typeface="+mj-lt"/>
              <a:buAutoNum type="arabicPeriod"/>
            </a:pPr>
            <a:endParaRPr lang="en-GB" sz="2400" dirty="0">
              <a:solidFill>
                <a:schemeClr val="tx2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Write down a conditional probability table for the 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25062B-BE8C-6B27-43C0-72A9C132F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40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9DE867D-7BA4-0D08-A870-E3EE1C7399E1}"/>
                  </a:ext>
                </a:extLst>
              </p14:cNvPr>
              <p14:cNvContentPartPr/>
              <p14:nvPr/>
            </p14:nvContentPartPr>
            <p14:xfrm>
              <a:off x="3333600" y="3400920"/>
              <a:ext cx="8845920" cy="3431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9DE867D-7BA4-0D08-A870-E3EE1C7399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17400" y="3384720"/>
                <a:ext cx="8878320" cy="346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7757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DFFB-2FCA-2E9D-ABEF-0D8DCB70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F83F2-C28E-B508-F8D9-738FA60F0D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sz="2400" b="0" dirty="0">
                <a:solidFill>
                  <a:schemeClr val="tx2"/>
                </a:solidFill>
                <a:effectLst/>
              </a:rPr>
              <a:t>Consider the following four events</a:t>
            </a:r>
          </a:p>
          <a:p>
            <a:endParaRPr lang="en-GB" sz="2400" b="0" dirty="0">
              <a:solidFill>
                <a:schemeClr val="tx2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Fire brigade called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>
              <a:solidFill>
                <a:schemeClr val="tx2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Cat stuck in tree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>
              <a:solidFill>
                <a:schemeClr val="tx2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House on fire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>
              <a:solidFill>
                <a:schemeClr val="tx2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Explosion in kitchen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tx2"/>
                </a:solidFill>
              </a:rPr>
              <a:t>What might a DAG for these look like?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E4433-F7C6-38A9-F9AB-93276B3C4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93955E0-4A4F-28DE-904C-365897C3545B}"/>
                  </a:ext>
                </a:extLst>
              </p14:cNvPr>
              <p14:cNvContentPartPr/>
              <p14:nvPr/>
            </p14:nvContentPartPr>
            <p14:xfrm>
              <a:off x="3777840" y="317520"/>
              <a:ext cx="8195760" cy="5101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93955E0-4A4F-28DE-904C-365897C354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1640" y="301320"/>
                <a:ext cx="8228160" cy="513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5322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D3E5D-33F3-F7BC-8CB8-F06A8ACA50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Exercise 16: Bayesian 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E10DB-3A0A-3479-248F-AE4408A32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623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B75E8-3196-4BF7-6C41-4002147EB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43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D9E8220-B6F0-CD17-2C94-C7FEB39E638F}"/>
                  </a:ext>
                </a:extLst>
              </p14:cNvPr>
              <p14:cNvContentPartPr/>
              <p14:nvPr/>
            </p14:nvContentPartPr>
            <p14:xfrm>
              <a:off x="116280" y="78840"/>
              <a:ext cx="11904480" cy="6779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D9E8220-B6F0-CD17-2C94-C7FEB39E63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080" y="62640"/>
                <a:ext cx="11936880" cy="681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57029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28 November 2023</a:t>
            </a:r>
          </a:p>
        </p:txBody>
      </p:sp>
    </p:spTree>
    <p:extLst>
      <p:ext uri="{BB962C8B-B14F-4D97-AF65-F5344CB8AC3E}">
        <p14:creationId xmlns:p14="http://schemas.microsoft.com/office/powerpoint/2010/main" val="36347556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C55F8E-C549-634A-056F-51F883AD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576661" cy="632219"/>
          </a:xfrm>
        </p:spPr>
        <p:txBody>
          <a:bodyPr/>
          <a:lstStyle/>
          <a:p>
            <a:r>
              <a:rPr lang="en-US" dirty="0"/>
              <a:t>Inference in Bayesian Networks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FACEF-536B-16D0-5B66-EF5E73423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Once we have a Bayesian network, what can we do?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Network represents the joint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So we can do anything that we can do with the joint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compute the joint distribution and derive quantities from that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that is wasteful and negates the advantages of the network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compute directly?</a:t>
            </a:r>
          </a:p>
        </p:txBody>
      </p:sp>
    </p:spTree>
    <p:extLst>
      <p:ext uri="{BB962C8B-B14F-4D97-AF65-F5344CB8AC3E}">
        <p14:creationId xmlns:p14="http://schemas.microsoft.com/office/powerpoint/2010/main" val="100329171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C55F8E-C549-634A-056F-51F883AD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576661" cy="632219"/>
          </a:xfrm>
        </p:spPr>
        <p:txBody>
          <a:bodyPr/>
          <a:lstStyle/>
          <a:p>
            <a:r>
              <a:rPr lang="en-US" dirty="0"/>
              <a:t>Inference in Bayesian Networks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2EFACEF-536B-16D0-5B66-EF5E73423E2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Open notebook </a:t>
            </a:r>
          </a:p>
          <a:p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9. Exact Inference in Bayesian Networks </a:t>
            </a:r>
            <a:r>
              <a:rPr lang="en-US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nocode.ipynb</a:t>
            </a:r>
            <a:endParaRPr 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035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F86DD-4E48-0F46-08D2-D7F0833D8A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Exercise: Exactly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3DC4A-81E2-FD6A-87F0-EC4D65FA3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416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59374-AC3F-34A2-5A09-0F24BC8E3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DA1E-3016-9D7E-6077-4347E001C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83601-0F1A-9433-FFC5-8E8F9C8F7D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25893-28FF-96A7-3C2E-63B8561F447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25 November 2024</a:t>
            </a:r>
          </a:p>
        </p:txBody>
      </p:sp>
    </p:spTree>
    <p:extLst>
      <p:ext uri="{BB962C8B-B14F-4D97-AF65-F5344CB8AC3E}">
        <p14:creationId xmlns:p14="http://schemas.microsoft.com/office/powerpoint/2010/main" val="13250176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09EAAEF-7399-22A6-42B7-821CF8D02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Inference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2943CA-1CE7-AB55-D420-65FE909ACA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C0F5CA-C725-DD8C-5F75-E3CB7F01DFA3}"/>
                  </a:ext>
                </a:extLst>
              </p14:cNvPr>
              <p14:cNvContentPartPr/>
              <p14:nvPr/>
            </p14:nvContentPartPr>
            <p14:xfrm>
              <a:off x="241200" y="1287000"/>
              <a:ext cx="11411280" cy="4426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C0F5CA-C725-DD8C-5F75-E3CB7F01DF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000" y="1270800"/>
                <a:ext cx="11443680" cy="445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78447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B8691-297D-7B24-71F9-A269BBD67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62C9F1-6EAC-D232-D0E5-268EF82DE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Inference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3F42BDF-D0D7-1108-3E44-0D85C4E354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985AA7D-74AC-5AE4-14E8-A099FC2FD584}"/>
                  </a:ext>
                </a:extLst>
              </p14:cNvPr>
              <p14:cNvContentPartPr/>
              <p14:nvPr/>
            </p14:nvContentPartPr>
            <p14:xfrm>
              <a:off x="260280" y="1040760"/>
              <a:ext cx="11811600" cy="58172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985AA7D-74AC-5AE4-14E8-A099FC2FD58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4080" y="1024560"/>
                <a:ext cx="11844000" cy="584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166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7EFB9-C27C-DFA4-9D19-AB50E100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D13148-1E0B-DF17-FA1C-2647B6FBE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Inference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6D6959-691A-09B5-CAC8-596EBFFCD2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7D6699E-03CB-1267-B65B-656C8B81B847}"/>
                  </a:ext>
                </a:extLst>
              </p14:cNvPr>
              <p14:cNvContentPartPr/>
              <p14:nvPr/>
            </p14:nvContentPartPr>
            <p14:xfrm>
              <a:off x="2918160" y="1068120"/>
              <a:ext cx="7715520" cy="3966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7D6699E-03CB-1267-B65B-656C8B81B84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01960" y="1051920"/>
                <a:ext cx="7747920" cy="3999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2051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25 November 2024</a:t>
            </a:r>
          </a:p>
        </p:txBody>
      </p:sp>
    </p:spTree>
    <p:extLst>
      <p:ext uri="{BB962C8B-B14F-4D97-AF65-F5344CB8AC3E}">
        <p14:creationId xmlns:p14="http://schemas.microsoft.com/office/powerpoint/2010/main" val="202363760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EA8095-45BB-3417-9C85-299E6D8A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E3B286-1178-F026-70B3-89B2F9053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Yesterday we showed how to perform exact computations on Bayesian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And how to use random sampling approaches to perform approximate inference.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Both approaches have disadvantages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Exact inference is laborious and challenging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Discrete random sampling is slow, and also wasteful (Why?)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Today – two methods for improving approximate inference</a:t>
            </a:r>
          </a:p>
        </p:txBody>
      </p:sp>
    </p:spTree>
    <p:extLst>
      <p:ext uri="{BB962C8B-B14F-4D97-AF65-F5344CB8AC3E}">
        <p14:creationId xmlns:p14="http://schemas.microsoft.com/office/powerpoint/2010/main" val="14164952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8F69-AE94-91DF-FE89-9299A571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005391" cy="632219"/>
          </a:xfrm>
        </p:spPr>
        <p:txBody>
          <a:bodyPr/>
          <a:lstStyle/>
          <a:p>
            <a:r>
              <a:rPr lang="en-US" dirty="0"/>
              <a:t>Importance Sampling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905DF-C995-4867-D4B7-710BED74DA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Discrete sampling indiscriminately samples the whole sample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support multiple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for answer a specific question, very inefficient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Imagine we want to know P(M | P=True, G=False).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can sample the whole space and use rejection sampling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Many samples go unused…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just sample the subset that we want?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Yes (importance sampling)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Implement this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me made even more efficient – </a:t>
            </a:r>
            <a:r>
              <a:rPr lang="en-US" sz="2400" i="1" dirty="0">
                <a:solidFill>
                  <a:schemeClr val="tx2"/>
                </a:solidFill>
              </a:rPr>
              <a:t>likelihood weighting.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78129-2770-709A-F24A-32C7449A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505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722B7-9B17-C535-5341-6C8EE22D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798904" cy="632219"/>
          </a:xfrm>
        </p:spPr>
        <p:txBody>
          <a:bodyPr/>
          <a:lstStyle/>
          <a:p>
            <a:r>
              <a:rPr lang="en-US" dirty="0"/>
              <a:t>Likelihood weighting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A9A80-A8C9-C28C-CE74-4E873799AD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Imagine we have some evidence that means some variables should be fixed – </a:t>
            </a:r>
            <a:r>
              <a:rPr lang="en-US" sz="2400" i="1" dirty="0"/>
              <a:t>evidence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evidence must by definition be consistent with the posterior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Sampling from the sample subspace that supports the evidence must take this into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Not all evidence is equally well supported – we should account for the probability that a sample is more or less supportive of the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the principle behind likelihood weighting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667F0-A11C-390E-687F-A88311C4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966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06FCC-0D89-BF4D-6022-11FC5745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820400" cy="632219"/>
          </a:xfrm>
        </p:spPr>
        <p:txBody>
          <a:bodyPr/>
          <a:lstStyle/>
          <a:p>
            <a:r>
              <a:rPr lang="en-US" dirty="0"/>
              <a:t>The Likelihood Weighting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3F562-BB4F-BE9C-F6CA-97A890CFF1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Fix all the evidence variables to their observed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Sample non-evidence variables conditioned on the fixed evidence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Compute the probability that the sample you have just drawn would give rise to the evidence that you have fixed.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Include your sample in the trace, weighted by this probability.</a:t>
            </a: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8AFDB-B718-3E8B-AEDD-99CD9EE9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239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C220-1991-8F58-0B81-54185EE1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BA74D-198C-7DE5-67EE-5DB97D9BFE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11353799" cy="490562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Imagine we want to know P(M | P=True, G=False).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Set weight </a:t>
            </a:r>
            <a:r>
              <a:rPr lang="en-US" sz="2400" i="1" dirty="0">
                <a:solidFill>
                  <a:schemeClr val="tx2"/>
                </a:solidFill>
              </a:rPr>
              <a:t>w </a:t>
            </a:r>
            <a:r>
              <a:rPr lang="en-US" sz="2400" dirty="0">
                <a:solidFill>
                  <a:schemeClr val="tx2"/>
                </a:solidFill>
              </a:rPr>
              <a:t>= 1.0.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tx2"/>
                </a:solidFill>
              </a:rPr>
              <a:t>G</a:t>
            </a:r>
            <a:r>
              <a:rPr lang="en-US" sz="2400" dirty="0">
                <a:solidFill>
                  <a:schemeClr val="tx2"/>
                </a:solidFill>
              </a:rPr>
              <a:t> is an evidence variable and is fixed at False. Set </a:t>
            </a:r>
            <a:r>
              <a:rPr lang="en-US" sz="2400" i="1" dirty="0">
                <a:solidFill>
                  <a:schemeClr val="tx2"/>
                </a:solidFill>
              </a:rPr>
              <a:t>w</a:t>
            </a:r>
            <a:r>
              <a:rPr lang="en-US" sz="2400" dirty="0">
                <a:solidFill>
                  <a:schemeClr val="tx2"/>
                </a:solidFill>
              </a:rPr>
              <a:t> = </a:t>
            </a:r>
            <a:r>
              <a:rPr lang="en-US" sz="2400" i="1" dirty="0">
                <a:solidFill>
                  <a:schemeClr val="tx2"/>
                </a:solidFill>
              </a:rPr>
              <a:t>w</a:t>
            </a:r>
            <a:r>
              <a:rPr lang="en-US" sz="2400" dirty="0">
                <a:solidFill>
                  <a:schemeClr val="tx2"/>
                </a:solidFill>
              </a:rPr>
              <a:t> x 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G</a:t>
            </a:r>
            <a:r>
              <a:rPr lang="en-US" sz="2400" dirty="0">
                <a:solidFill>
                  <a:schemeClr val="tx2"/>
                </a:solidFill>
              </a:rPr>
              <a:t>=False) = 0.4.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 is not evidence. Sample from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) = (0.25,0.75), suppose this returns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Sample from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F</a:t>
            </a:r>
            <a:r>
              <a:rPr lang="en-US" sz="2400" dirty="0">
                <a:solidFill>
                  <a:schemeClr val="tx2"/>
                </a:solidFill>
              </a:rPr>
              <a:t> | 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=True) = (0.4,0.6), suppose this returns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 is an evidence variable and is True. Set </a:t>
            </a:r>
            <a:r>
              <a:rPr lang="en-US" sz="2400" i="1" dirty="0">
                <a:solidFill>
                  <a:schemeClr val="tx2"/>
                </a:solidFill>
              </a:rPr>
              <a:t>w</a:t>
            </a:r>
            <a:r>
              <a:rPr lang="en-US" sz="2400" dirty="0">
                <a:solidFill>
                  <a:schemeClr val="tx2"/>
                </a:solidFill>
              </a:rPr>
              <a:t> = </a:t>
            </a:r>
            <a:r>
              <a:rPr lang="en-US" sz="2400" i="1" dirty="0">
                <a:solidFill>
                  <a:schemeClr val="tx2"/>
                </a:solidFill>
              </a:rPr>
              <a:t>w</a:t>
            </a:r>
            <a:r>
              <a:rPr lang="en-US" sz="2400" dirty="0">
                <a:solidFill>
                  <a:schemeClr val="tx2"/>
                </a:solidFill>
              </a:rPr>
              <a:t> x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=True | 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=True) = 0.4 x 0.55 = 0.22.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Record (False, True, False, True) with weight 0.22.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AA201-BE8B-B9A7-7AFB-21113F5E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559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486F-CFDC-E164-4983-44A639D2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90791" cy="632219"/>
          </a:xfrm>
        </p:spPr>
        <p:txBody>
          <a:bodyPr/>
          <a:lstStyle/>
          <a:p>
            <a:r>
              <a:rPr lang="en-US" dirty="0"/>
              <a:t>Why does this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A69E3-44A6-F398-647E-08466A7E2C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GB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A</a:t>
            </a:r>
            <a:r>
              <a:rPr lang="en-GB" sz="2400" b="0" dirty="0">
                <a:solidFill>
                  <a:schemeClr val="tx2"/>
                </a:solidFill>
                <a:effectLst/>
              </a:rPr>
              <a:t>ll of the samples generate have the observed values of the evidence variables and so all of the samples can be used.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>
              <a:solidFill>
                <a:schemeClr val="tx2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Improved accuracy (more samples) or faster convergence for a given level of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C</a:t>
            </a:r>
            <a:r>
              <a:rPr lang="en-GB" sz="2400" b="0" dirty="0">
                <a:solidFill>
                  <a:schemeClr val="tx2"/>
                </a:solidFill>
                <a:effectLst/>
              </a:rPr>
              <a:t>an be shown rigorously that weighting of the likelihoods in this way is fully consistent with direct sampling from the desired posterior distribution.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0DD8A-697A-A0E4-522B-E41310A5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472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EA8095-45BB-3417-9C85-299E6D8A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48600" cy="632219"/>
          </a:xfrm>
        </p:spPr>
        <p:txBody>
          <a:bodyPr/>
          <a:lstStyle/>
          <a:p>
            <a:r>
              <a:rPr lang="en-US" dirty="0"/>
              <a:t>Markov Chain Monte Carlo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E3B286-1178-F026-70B3-89B2F9053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Discrete sampling and its variants all generate samples independently.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new sample in the trace has no knowledge of any previous samples that have been generated.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very common alternative treats the sampling as a *Markov Chain* in which the generation of the next sample depends on the current sample, but not on events prior to the current sample.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Markov Chain Monte Carlo (MCMC) sampling methods generate each successive sample by randomly modifying the current sample.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Gibbs Sampler is especially well suited for Bayesian Networks.</a:t>
            </a:r>
          </a:p>
        </p:txBody>
      </p:sp>
    </p:spTree>
    <p:extLst>
      <p:ext uri="{BB962C8B-B14F-4D97-AF65-F5344CB8AC3E}">
        <p14:creationId xmlns:p14="http://schemas.microsoft.com/office/powerpoint/2010/main" val="16816699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EA8095-45BB-3417-9C85-299E6D8A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48600" cy="632219"/>
          </a:xfrm>
        </p:spPr>
        <p:txBody>
          <a:bodyPr/>
          <a:lstStyle/>
          <a:p>
            <a:r>
              <a:rPr lang="en-US" dirty="0"/>
              <a:t>Gibbs Sampling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E3B286-1178-F026-70B3-89B2F9053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Gibbs sampler is a Markov 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States are generated by making modifications to the current state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Begin by fixing all evidence variables to their observed values. These will not be changed through the sampling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Initialise</a:t>
            </a:r>
            <a:r>
              <a:rPr lang="en-US" sz="2400" dirty="0">
                <a:solidFill>
                  <a:schemeClr val="tx2"/>
                </a:solidFill>
              </a:rPr>
              <a:t> all of the non-evidence variables to random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Initial values must be supported by the distribution attached to the variable but there are no other requirements.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new state is created by sampling *one* of the non-evidence variables, chosen at random.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sampling of the chosen variable will be from its conditional probability distribution which is implicitly or explicitly conditioned on its </a:t>
            </a:r>
            <a:r>
              <a:rPr lang="en-US" sz="2400" i="1" dirty="0">
                <a:solidFill>
                  <a:schemeClr val="tx2"/>
                </a:solidFill>
              </a:rPr>
              <a:t>Markov Blanket</a:t>
            </a:r>
          </a:p>
        </p:txBody>
      </p:sp>
    </p:spTree>
    <p:extLst>
      <p:ext uri="{BB962C8B-B14F-4D97-AF65-F5344CB8AC3E}">
        <p14:creationId xmlns:p14="http://schemas.microsoft.com/office/powerpoint/2010/main" val="135279345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ED66-7E78-3CBD-F246-86329C1F3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Blanket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9E2AB-3FE8-44DB-DF73-752B7C313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3733799" cy="490562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T</a:t>
            </a:r>
            <a:r>
              <a:rPr lang="en-GB" sz="2400" b="0" dirty="0">
                <a:solidFill>
                  <a:schemeClr val="tx2"/>
                </a:solidFill>
                <a:effectLst/>
              </a:rPr>
              <a:t>he set of variables that are either parents or children of the chosen variable, or are co-parents of the variable's children</a:t>
            </a:r>
            <a:endParaRPr lang="en-US" sz="2000" b="0" dirty="0">
              <a:solidFill>
                <a:schemeClr val="tx2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Any variable is conditionally independent of all variables outside of its Markov blanket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BB4C2-174F-3C23-B314-30163FE0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61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844112-4C2E-5DD1-D642-6A0E80D3EAAA}"/>
                  </a:ext>
                </a:extLst>
              </p14:cNvPr>
              <p14:cNvContentPartPr/>
              <p14:nvPr/>
            </p14:nvContentPartPr>
            <p14:xfrm>
              <a:off x="682200" y="801360"/>
              <a:ext cx="10157760" cy="58665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844112-4C2E-5DD1-D642-6A0E80D3E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000" y="785160"/>
                <a:ext cx="10190160" cy="589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86669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7EBF-1132-CCAE-0F7B-3DCB1A722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Sampling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580AB-C124-C78B-09D4-2D2433EE8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Gibbs sampler determines its outcome by counting how many times it visits each state and </a:t>
            </a:r>
            <a:r>
              <a:rPr lang="en-US" sz="2400" dirty="0" err="1">
                <a:solidFill>
                  <a:schemeClr val="tx2"/>
                </a:solidFill>
              </a:rPr>
              <a:t>normalising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If it visits a state where 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 is True forty-five times, and 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 is False fifteen times, the resulting distribution is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|</a:t>
            </a:r>
            <a:r>
              <a:rPr lang="en-US" sz="2400" i="1" dirty="0">
                <a:solidFill>
                  <a:schemeClr val="tx2"/>
                </a:solidFill>
              </a:rPr>
              <a:t>F</a:t>
            </a:r>
            <a:r>
              <a:rPr lang="en-US" sz="2400" dirty="0">
                <a:solidFill>
                  <a:schemeClr val="tx2"/>
                </a:solidFill>
              </a:rPr>
              <a:t>) = 45/60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Gibbs sampler settle into an equilibrium in which it visits states according to a distribution that is equivalent to the posterior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Needs to reach that equilibrium – requires a </a:t>
            </a:r>
            <a:r>
              <a:rPr lang="en-US" sz="2400" i="1" dirty="0">
                <a:solidFill>
                  <a:schemeClr val="tx2"/>
                </a:solidFill>
              </a:rPr>
              <a:t>burn-in </a:t>
            </a:r>
            <a:r>
              <a:rPr lang="en-US" sz="2400" dirty="0">
                <a:solidFill>
                  <a:schemeClr val="tx2"/>
                </a:solidFill>
              </a:rPr>
              <a:t>period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Tricky to implement – we use a library: </a:t>
            </a:r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pymc3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Open</a:t>
            </a:r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11. Approximate Inference </a:t>
            </a:r>
            <a:r>
              <a:rPr lang="en-US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nocode.ipynb</a:t>
            </a:r>
            <a:endParaRPr 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1DB7D-E618-86DE-4665-F9E7BE79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22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7861</TotalTime>
  <Words>1914</Words>
  <Application>Microsoft Macintosh PowerPoint</Application>
  <PresentationFormat>Widescreen</PresentationFormat>
  <Paragraphs>338</Paragraphs>
  <Slides>62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Calibri</vt:lpstr>
      <vt:lpstr>Calibri Light</vt:lpstr>
      <vt:lpstr>Courier New</vt:lpstr>
      <vt:lpstr>Helvetica</vt:lpstr>
      <vt:lpstr>Menlo</vt:lpstr>
      <vt:lpstr>Office Theme</vt:lpstr>
      <vt:lpstr>MSc Artificial Intelligence </vt:lpstr>
      <vt:lpstr>Introduction to Probabilistic Reasoning</vt:lpstr>
      <vt:lpstr>Recap</vt:lpstr>
      <vt:lpstr>The Joint Distribution</vt:lpstr>
      <vt:lpstr>The Sum Rule</vt:lpstr>
      <vt:lpstr>Conditional Probability</vt:lpstr>
      <vt:lpstr>The Product Rule</vt:lpstr>
      <vt:lpstr>Independence</vt:lpstr>
      <vt:lpstr>Bayes Rule</vt:lpstr>
      <vt:lpstr>PowerPoint Presentation</vt:lpstr>
      <vt:lpstr>MSc Artificial Intelligence </vt:lpstr>
      <vt:lpstr>Introduction to Probabilistic Reasoning</vt:lpstr>
      <vt:lpstr>Recap</vt:lpstr>
      <vt:lpstr>The Joint Distribution</vt:lpstr>
      <vt:lpstr>The Sum Rule</vt:lpstr>
      <vt:lpstr>Conditional Probability</vt:lpstr>
      <vt:lpstr>The Product Rule</vt:lpstr>
      <vt:lpstr>Independence</vt:lpstr>
      <vt:lpstr>Bayes Rule</vt:lpstr>
      <vt:lpstr>PowerPoint Presentation</vt:lpstr>
      <vt:lpstr>Conditional Independence</vt:lpstr>
      <vt:lpstr>Conditional Independence</vt:lpstr>
      <vt:lpstr>Conditional Independence</vt:lpstr>
      <vt:lpstr>Conditional Independence</vt:lpstr>
      <vt:lpstr>Exercises 14: Conditional Independence </vt:lpstr>
      <vt:lpstr>A Computational Example</vt:lpstr>
      <vt:lpstr>The Joint Distribution</vt:lpstr>
      <vt:lpstr>The Joint Distribution</vt:lpstr>
      <vt:lpstr>Any Patterns?</vt:lpstr>
      <vt:lpstr>Conditional Independence</vt:lpstr>
      <vt:lpstr>What did we find?</vt:lpstr>
      <vt:lpstr>The Product Rule Revisited</vt:lpstr>
      <vt:lpstr>PowerPoint Presentation</vt:lpstr>
      <vt:lpstr>MSc Artificial Intelligence</vt:lpstr>
      <vt:lpstr>Bayesian Networks</vt:lpstr>
      <vt:lpstr>Benefits of Factorisation</vt:lpstr>
      <vt:lpstr>Formal Definition</vt:lpstr>
      <vt:lpstr>Example</vt:lpstr>
      <vt:lpstr>Example</vt:lpstr>
      <vt:lpstr>Constructing a DAG</vt:lpstr>
      <vt:lpstr>Example</vt:lpstr>
      <vt:lpstr>PowerPoint Presentation</vt:lpstr>
      <vt:lpstr>PowerPoint Presentation</vt:lpstr>
      <vt:lpstr>MSc Artificial Intelligence</vt:lpstr>
      <vt:lpstr>Inference in Bayesian Networks</vt:lpstr>
      <vt:lpstr>Inference in Bayesian Networks</vt:lpstr>
      <vt:lpstr>PowerPoint Presentation</vt:lpstr>
      <vt:lpstr>MSc Artificial Intelligence</vt:lpstr>
      <vt:lpstr>Approximate Inference</vt:lpstr>
      <vt:lpstr>Approximate Inference</vt:lpstr>
      <vt:lpstr>Approximate Inference</vt:lpstr>
      <vt:lpstr>MSc Artificial Intelligence</vt:lpstr>
      <vt:lpstr>Recap</vt:lpstr>
      <vt:lpstr>Importance Sampling</vt:lpstr>
      <vt:lpstr>Likelihood weighting</vt:lpstr>
      <vt:lpstr>The Likelihood Weighting Algorithm</vt:lpstr>
      <vt:lpstr>Example</vt:lpstr>
      <vt:lpstr>Why does this work?</vt:lpstr>
      <vt:lpstr>Markov Chain Monte Carlo</vt:lpstr>
      <vt:lpstr>Gibbs Sampling</vt:lpstr>
      <vt:lpstr>Markov Blanket</vt:lpstr>
      <vt:lpstr>Gibbs Sampling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Artificial Intelligence</dc:title>
  <dc:creator>Iain Styles (Computer Science)</dc:creator>
  <cp:lastModifiedBy>Iain Styles</cp:lastModifiedBy>
  <cp:revision>5</cp:revision>
  <cp:lastPrinted>2023-11-27T07:54:23Z</cp:lastPrinted>
  <dcterms:created xsi:type="dcterms:W3CDTF">2023-11-22T06:43:35Z</dcterms:created>
  <dcterms:modified xsi:type="dcterms:W3CDTF">2024-11-26T12:48:23Z</dcterms:modified>
</cp:coreProperties>
</file>