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322" r:id="rId2"/>
    <p:sldId id="369" r:id="rId3"/>
    <p:sldId id="320" r:id="rId4"/>
    <p:sldId id="323" r:id="rId5"/>
    <p:sldId id="324" r:id="rId6"/>
    <p:sldId id="325" r:id="rId7"/>
    <p:sldId id="326" r:id="rId8"/>
    <p:sldId id="329" r:id="rId9"/>
    <p:sldId id="330" r:id="rId10"/>
    <p:sldId id="327" r:id="rId11"/>
    <p:sldId id="328" r:id="rId12"/>
    <p:sldId id="331" r:id="rId13"/>
    <p:sldId id="364" r:id="rId14"/>
    <p:sldId id="365" r:id="rId15"/>
    <p:sldId id="366" r:id="rId16"/>
    <p:sldId id="367" r:id="rId17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8C390D-C9AD-E44F-A86A-EA9EEFC4BC0F}" v="3" dt="2025-11-03T15:59:09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77" autoAdjust="0"/>
    <p:restoredTop sz="96327" autoAdjust="0"/>
  </p:normalViewPr>
  <p:slideViewPr>
    <p:cSldViewPr snapToGrid="0" snapToObjects="1" showGuides="1">
      <p:cViewPr varScale="1">
        <p:scale>
          <a:sx n="127" d="100"/>
          <a:sy n="127" d="100"/>
        </p:scale>
        <p:origin x="336" y="176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96" d="100"/>
          <a:sy n="96" d="100"/>
        </p:scale>
        <p:origin x="3600" y="16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Styles" userId="befbdaae-53f8-4d26-a8dc-3366b09f768a" providerId="ADAL" clId="{5E0D2633-D8F6-500D-A7FC-C9CB56BC4BFB}"/>
    <pc:docChg chg="custSel addSld delSld modSld">
      <pc:chgData name="Iain Styles" userId="befbdaae-53f8-4d26-a8dc-3366b09f768a" providerId="ADAL" clId="{5E0D2633-D8F6-500D-A7FC-C9CB56BC4BFB}" dt="2025-11-03T15:59:09.567" v="90"/>
      <pc:docMkLst>
        <pc:docMk/>
      </pc:docMkLst>
      <pc:sldChg chg="del">
        <pc:chgData name="Iain Styles" userId="befbdaae-53f8-4d26-a8dc-3366b09f768a" providerId="ADAL" clId="{5E0D2633-D8F6-500D-A7FC-C9CB56BC4BFB}" dt="2025-11-02T20:36:54.621" v="68" actId="2696"/>
        <pc:sldMkLst>
          <pc:docMk/>
          <pc:sldMk cId="4150415409" sldId="291"/>
        </pc:sldMkLst>
      </pc:sldChg>
      <pc:sldChg chg="del">
        <pc:chgData name="Iain Styles" userId="befbdaae-53f8-4d26-a8dc-3366b09f768a" providerId="ADAL" clId="{5E0D2633-D8F6-500D-A7FC-C9CB56BC4BFB}" dt="2025-11-02T20:36:54.610" v="63" actId="2696"/>
        <pc:sldMkLst>
          <pc:docMk/>
          <pc:sldMk cId="1421539638" sldId="292"/>
        </pc:sldMkLst>
      </pc:sldChg>
      <pc:sldChg chg="del">
        <pc:chgData name="Iain Styles" userId="befbdaae-53f8-4d26-a8dc-3366b09f768a" providerId="ADAL" clId="{5E0D2633-D8F6-500D-A7FC-C9CB56BC4BFB}" dt="2025-11-02T20:36:54.623" v="69" actId="2696"/>
        <pc:sldMkLst>
          <pc:docMk/>
          <pc:sldMk cId="1470489183" sldId="293"/>
        </pc:sldMkLst>
      </pc:sldChg>
      <pc:sldChg chg="del">
        <pc:chgData name="Iain Styles" userId="befbdaae-53f8-4d26-a8dc-3366b09f768a" providerId="ADAL" clId="{5E0D2633-D8F6-500D-A7FC-C9CB56BC4BFB}" dt="2025-11-02T20:36:54.596" v="57" actId="2696"/>
        <pc:sldMkLst>
          <pc:docMk/>
          <pc:sldMk cId="398589300" sldId="294"/>
        </pc:sldMkLst>
      </pc:sldChg>
      <pc:sldChg chg="del">
        <pc:chgData name="Iain Styles" userId="befbdaae-53f8-4d26-a8dc-3366b09f768a" providerId="ADAL" clId="{5E0D2633-D8F6-500D-A7FC-C9CB56BC4BFB}" dt="2025-11-02T20:36:54.643" v="73" actId="2696"/>
        <pc:sldMkLst>
          <pc:docMk/>
          <pc:sldMk cId="1411185995" sldId="295"/>
        </pc:sldMkLst>
      </pc:sldChg>
      <pc:sldChg chg="del">
        <pc:chgData name="Iain Styles" userId="befbdaae-53f8-4d26-a8dc-3366b09f768a" providerId="ADAL" clId="{5E0D2633-D8F6-500D-A7FC-C9CB56BC4BFB}" dt="2025-11-02T20:36:54.665" v="84" actId="2696"/>
        <pc:sldMkLst>
          <pc:docMk/>
          <pc:sldMk cId="1032005304" sldId="296"/>
        </pc:sldMkLst>
      </pc:sldChg>
      <pc:sldChg chg="del">
        <pc:chgData name="Iain Styles" userId="befbdaae-53f8-4d26-a8dc-3366b09f768a" providerId="ADAL" clId="{5E0D2633-D8F6-500D-A7FC-C9CB56BC4BFB}" dt="2025-11-02T20:36:54.653" v="75" actId="2696"/>
        <pc:sldMkLst>
          <pc:docMk/>
          <pc:sldMk cId="2457757937" sldId="297"/>
        </pc:sldMkLst>
      </pc:sldChg>
      <pc:sldChg chg="del">
        <pc:chgData name="Iain Styles" userId="befbdaae-53f8-4d26-a8dc-3366b09f768a" providerId="ADAL" clId="{5E0D2633-D8F6-500D-A7FC-C9CB56BC4BFB}" dt="2025-11-02T20:36:54.612" v="64" actId="2696"/>
        <pc:sldMkLst>
          <pc:docMk/>
          <pc:sldMk cId="4015322719" sldId="298"/>
        </pc:sldMkLst>
      </pc:sldChg>
      <pc:sldChg chg="del">
        <pc:chgData name="Iain Styles" userId="befbdaae-53f8-4d26-a8dc-3366b09f768a" providerId="ADAL" clId="{5E0D2633-D8F6-500D-A7FC-C9CB56BC4BFB}" dt="2025-11-02T20:36:54.650" v="74" actId="2696"/>
        <pc:sldMkLst>
          <pc:docMk/>
          <pc:sldMk cId="3755702930" sldId="299"/>
        </pc:sldMkLst>
      </pc:sldChg>
      <pc:sldChg chg="del">
        <pc:chgData name="Iain Styles" userId="befbdaae-53f8-4d26-a8dc-3366b09f768a" providerId="ADAL" clId="{5E0D2633-D8F6-500D-A7FC-C9CB56BC4BFB}" dt="2025-11-02T20:36:54.624" v="70" actId="2696"/>
        <pc:sldMkLst>
          <pc:docMk/>
          <pc:sldMk cId="3481623430" sldId="300"/>
        </pc:sldMkLst>
      </pc:sldChg>
      <pc:sldChg chg="del">
        <pc:chgData name="Iain Styles" userId="befbdaae-53f8-4d26-a8dc-3366b09f768a" providerId="ADAL" clId="{5E0D2633-D8F6-500D-A7FC-C9CB56BC4BFB}" dt="2025-11-02T20:36:54.660" v="82" actId="2696"/>
        <pc:sldMkLst>
          <pc:docMk/>
          <pc:sldMk cId="3634755612" sldId="301"/>
        </pc:sldMkLst>
      </pc:sldChg>
      <pc:sldChg chg="del">
        <pc:chgData name="Iain Styles" userId="befbdaae-53f8-4d26-a8dc-3366b09f768a" providerId="ADAL" clId="{5E0D2633-D8F6-500D-A7FC-C9CB56BC4BFB}" dt="2025-11-02T20:36:54.657" v="79" actId="2696"/>
        <pc:sldMkLst>
          <pc:docMk/>
          <pc:sldMk cId="1003291711" sldId="302"/>
        </pc:sldMkLst>
      </pc:sldChg>
      <pc:sldChg chg="del">
        <pc:chgData name="Iain Styles" userId="befbdaae-53f8-4d26-a8dc-3366b09f768a" providerId="ADAL" clId="{5E0D2633-D8F6-500D-A7FC-C9CB56BC4BFB}" dt="2025-11-02T20:36:54.601" v="59" actId="2696"/>
        <pc:sldMkLst>
          <pc:docMk/>
          <pc:sldMk cId="1927035365" sldId="303"/>
        </pc:sldMkLst>
      </pc:sldChg>
      <pc:sldChg chg="del">
        <pc:chgData name="Iain Styles" userId="befbdaae-53f8-4d26-a8dc-3366b09f768a" providerId="ADAL" clId="{5E0D2633-D8F6-500D-A7FC-C9CB56BC4BFB}" dt="2025-11-02T20:36:54.624" v="71" actId="2696"/>
        <pc:sldMkLst>
          <pc:docMk/>
          <pc:sldMk cId="3598441698" sldId="305"/>
        </pc:sldMkLst>
      </pc:sldChg>
      <pc:sldChg chg="del">
        <pc:chgData name="Iain Styles" userId="befbdaae-53f8-4d26-a8dc-3366b09f768a" providerId="ADAL" clId="{5E0D2633-D8F6-500D-A7FC-C9CB56BC4BFB}" dt="2025-11-02T20:36:54.586" v="53" actId="2696"/>
        <pc:sldMkLst>
          <pc:docMk/>
          <pc:sldMk cId="532022837" sldId="306"/>
        </pc:sldMkLst>
      </pc:sldChg>
      <pc:sldChg chg="addSp delSp modSp mod chgLayout">
        <pc:chgData name="Iain Styles" userId="befbdaae-53f8-4d26-a8dc-3366b09f768a" providerId="ADAL" clId="{5E0D2633-D8F6-500D-A7FC-C9CB56BC4BFB}" dt="2025-11-01T17:00:50.820" v="14" actId="1076"/>
        <pc:sldMkLst>
          <pc:docMk/>
          <pc:sldMk cId="1861590098" sldId="322"/>
        </pc:sldMkLst>
        <pc:picChg chg="add mod">
          <ac:chgData name="Iain Styles" userId="befbdaae-53f8-4d26-a8dc-3366b09f768a" providerId="ADAL" clId="{5E0D2633-D8F6-500D-A7FC-C9CB56BC4BFB}" dt="2025-11-01T17:00:50.820" v="14" actId="1076"/>
          <ac:picMkLst>
            <pc:docMk/>
            <pc:sldMk cId="1861590098" sldId="322"/>
            <ac:picMk id="9" creationId="{1EE68711-7769-3453-19DD-2CCC9433D1AE}"/>
          </ac:picMkLst>
        </pc:picChg>
      </pc:sldChg>
      <pc:sldChg chg="addSp delSp mod">
        <pc:chgData name="Iain Styles" userId="befbdaae-53f8-4d26-a8dc-3366b09f768a" providerId="ADAL" clId="{5E0D2633-D8F6-500D-A7FC-C9CB56BC4BFB}" dt="2025-11-03T15:04:40.549" v="88"/>
        <pc:sldMkLst>
          <pc:docMk/>
          <pc:sldMk cId="3396066720" sldId="324"/>
        </pc:sldMkLst>
        <pc:inkChg chg="add">
          <ac:chgData name="Iain Styles" userId="befbdaae-53f8-4d26-a8dc-3366b09f768a" providerId="ADAL" clId="{5E0D2633-D8F6-500D-A7FC-C9CB56BC4BFB}" dt="2025-11-03T15:04:40.549" v="88"/>
          <ac:inkMkLst>
            <pc:docMk/>
            <pc:sldMk cId="3396066720" sldId="324"/>
            <ac:inkMk id="3" creationId="{40EC0CE9-5C6D-17BD-79B7-F6C9AD32A760}"/>
          </ac:inkMkLst>
        </pc:inkChg>
        <pc:inkChg chg="del">
          <ac:chgData name="Iain Styles" userId="befbdaae-53f8-4d26-a8dc-3366b09f768a" providerId="ADAL" clId="{5E0D2633-D8F6-500D-A7FC-C9CB56BC4BFB}" dt="2025-11-02T20:33:27.108" v="17" actId="478"/>
          <ac:inkMkLst>
            <pc:docMk/>
            <pc:sldMk cId="3396066720" sldId="324"/>
            <ac:inkMk id="5" creationId="{AB61A209-D56E-A634-7407-B1A080371D24}"/>
          </ac:inkMkLst>
        </pc:inkChg>
      </pc:sldChg>
      <pc:sldChg chg="addSp delSp mod">
        <pc:chgData name="Iain Styles" userId="befbdaae-53f8-4d26-a8dc-3366b09f768a" providerId="ADAL" clId="{5E0D2633-D8F6-500D-A7FC-C9CB56BC4BFB}" dt="2025-11-03T15:04:40.549" v="88"/>
        <pc:sldMkLst>
          <pc:docMk/>
          <pc:sldMk cId="44866960" sldId="325"/>
        </pc:sldMkLst>
        <pc:inkChg chg="add">
          <ac:chgData name="Iain Styles" userId="befbdaae-53f8-4d26-a8dc-3366b09f768a" providerId="ADAL" clId="{5E0D2633-D8F6-500D-A7FC-C9CB56BC4BFB}" dt="2025-11-03T15:04:40.549" v="88"/>
          <ac:inkMkLst>
            <pc:docMk/>
            <pc:sldMk cId="44866960" sldId="325"/>
            <ac:inkMk id="5" creationId="{8251D983-96E4-1FD8-7CFE-E515FB702ADE}"/>
          </ac:inkMkLst>
        </pc:inkChg>
        <pc:inkChg chg="del">
          <ac:chgData name="Iain Styles" userId="befbdaae-53f8-4d26-a8dc-3366b09f768a" providerId="ADAL" clId="{5E0D2633-D8F6-500D-A7FC-C9CB56BC4BFB}" dt="2025-11-02T20:33:33.504" v="18" actId="478"/>
          <ac:inkMkLst>
            <pc:docMk/>
            <pc:sldMk cId="44866960" sldId="325"/>
            <ac:inkMk id="6" creationId="{20B9ECA3-4D75-7FDE-CB75-398E0BDB61A6}"/>
          </ac:inkMkLst>
        </pc:inkChg>
      </pc:sldChg>
      <pc:sldChg chg="addSp delSp mod">
        <pc:chgData name="Iain Styles" userId="befbdaae-53f8-4d26-a8dc-3366b09f768a" providerId="ADAL" clId="{5E0D2633-D8F6-500D-A7FC-C9CB56BC4BFB}" dt="2025-11-03T15:04:40.549" v="88"/>
        <pc:sldMkLst>
          <pc:docMk/>
          <pc:sldMk cId="1108801280" sldId="326"/>
        </pc:sldMkLst>
        <pc:inkChg chg="add">
          <ac:chgData name="Iain Styles" userId="befbdaae-53f8-4d26-a8dc-3366b09f768a" providerId="ADAL" clId="{5E0D2633-D8F6-500D-A7FC-C9CB56BC4BFB}" dt="2025-11-03T15:04:40.549" v="88"/>
          <ac:inkMkLst>
            <pc:docMk/>
            <pc:sldMk cId="1108801280" sldId="326"/>
            <ac:inkMk id="5" creationId="{E0CF74BA-808A-FDD6-CFBF-33E3B642E341}"/>
          </ac:inkMkLst>
        </pc:inkChg>
        <pc:inkChg chg="del">
          <ac:chgData name="Iain Styles" userId="befbdaae-53f8-4d26-a8dc-3366b09f768a" providerId="ADAL" clId="{5E0D2633-D8F6-500D-A7FC-C9CB56BC4BFB}" dt="2025-11-02T20:33:36.838" v="19" actId="478"/>
          <ac:inkMkLst>
            <pc:docMk/>
            <pc:sldMk cId="1108801280" sldId="326"/>
            <ac:inkMk id="6" creationId="{EE7D725C-01E8-4256-502F-3E068787260E}"/>
          </ac:inkMkLst>
        </pc:inkChg>
      </pc:sldChg>
      <pc:sldChg chg="addSp delSp mod">
        <pc:chgData name="Iain Styles" userId="befbdaae-53f8-4d26-a8dc-3366b09f768a" providerId="ADAL" clId="{5E0D2633-D8F6-500D-A7FC-C9CB56BC4BFB}" dt="2025-11-03T15:04:40.549" v="88"/>
        <pc:sldMkLst>
          <pc:docMk/>
          <pc:sldMk cId="2465979426" sldId="327"/>
        </pc:sldMkLst>
        <pc:inkChg chg="add">
          <ac:chgData name="Iain Styles" userId="befbdaae-53f8-4d26-a8dc-3366b09f768a" providerId="ADAL" clId="{5E0D2633-D8F6-500D-A7FC-C9CB56BC4BFB}" dt="2025-11-03T15:04:40.549" v="88"/>
          <ac:inkMkLst>
            <pc:docMk/>
            <pc:sldMk cId="2465979426" sldId="327"/>
            <ac:inkMk id="5" creationId="{50E4995C-95F0-54EA-EB36-A5B2F5038B7E}"/>
          </ac:inkMkLst>
        </pc:inkChg>
        <pc:inkChg chg="del">
          <ac:chgData name="Iain Styles" userId="befbdaae-53f8-4d26-a8dc-3366b09f768a" providerId="ADAL" clId="{5E0D2633-D8F6-500D-A7FC-C9CB56BC4BFB}" dt="2025-11-02T20:33:44.932" v="22" actId="478"/>
          <ac:inkMkLst>
            <pc:docMk/>
            <pc:sldMk cId="2465979426" sldId="327"/>
            <ac:inkMk id="6" creationId="{AA0CA238-874E-E6C7-EDF7-F81916DD1B42}"/>
          </ac:inkMkLst>
        </pc:inkChg>
      </pc:sldChg>
      <pc:sldChg chg="modSp mod">
        <pc:chgData name="Iain Styles" userId="befbdaae-53f8-4d26-a8dc-3366b09f768a" providerId="ADAL" clId="{5E0D2633-D8F6-500D-A7FC-C9CB56BC4BFB}" dt="2025-11-02T20:35:24.318" v="28" actId="122"/>
        <pc:sldMkLst>
          <pc:docMk/>
          <pc:sldMk cId="569865901" sldId="328"/>
        </pc:sldMkLst>
        <pc:spChg chg="mod">
          <ac:chgData name="Iain Styles" userId="befbdaae-53f8-4d26-a8dc-3366b09f768a" providerId="ADAL" clId="{5E0D2633-D8F6-500D-A7FC-C9CB56BC4BFB}" dt="2025-11-02T20:35:24.318" v="28" actId="122"/>
          <ac:spMkLst>
            <pc:docMk/>
            <pc:sldMk cId="569865901" sldId="328"/>
            <ac:spMk id="3" creationId="{69305768-CB83-BDA7-55F3-33E066556FEB}"/>
          </ac:spMkLst>
        </pc:spChg>
      </pc:sldChg>
      <pc:sldChg chg="addSp delSp mod">
        <pc:chgData name="Iain Styles" userId="befbdaae-53f8-4d26-a8dc-3366b09f768a" providerId="ADAL" clId="{5E0D2633-D8F6-500D-A7FC-C9CB56BC4BFB}" dt="2025-11-03T15:04:40.549" v="88"/>
        <pc:sldMkLst>
          <pc:docMk/>
          <pc:sldMk cId="531585526" sldId="329"/>
        </pc:sldMkLst>
        <pc:inkChg chg="add">
          <ac:chgData name="Iain Styles" userId="befbdaae-53f8-4d26-a8dc-3366b09f768a" providerId="ADAL" clId="{5E0D2633-D8F6-500D-A7FC-C9CB56BC4BFB}" dt="2025-11-03T15:04:40.549" v="88"/>
          <ac:inkMkLst>
            <pc:docMk/>
            <pc:sldMk cId="531585526" sldId="329"/>
            <ac:inkMk id="5" creationId="{EFE1B52C-88EE-A635-227B-F1CF5FB2EF1C}"/>
          </ac:inkMkLst>
        </pc:inkChg>
        <pc:inkChg chg="del">
          <ac:chgData name="Iain Styles" userId="befbdaae-53f8-4d26-a8dc-3366b09f768a" providerId="ADAL" clId="{5E0D2633-D8F6-500D-A7FC-C9CB56BC4BFB}" dt="2025-11-02T20:33:39.807" v="20" actId="478"/>
          <ac:inkMkLst>
            <pc:docMk/>
            <pc:sldMk cId="531585526" sldId="329"/>
            <ac:inkMk id="6" creationId="{37740E3D-886F-AB15-842B-B66BDA22411C}"/>
          </ac:inkMkLst>
        </pc:inkChg>
      </pc:sldChg>
      <pc:sldChg chg="addSp delSp mod">
        <pc:chgData name="Iain Styles" userId="befbdaae-53f8-4d26-a8dc-3366b09f768a" providerId="ADAL" clId="{5E0D2633-D8F6-500D-A7FC-C9CB56BC4BFB}" dt="2025-11-03T15:04:40.549" v="88"/>
        <pc:sldMkLst>
          <pc:docMk/>
          <pc:sldMk cId="528797184" sldId="330"/>
        </pc:sldMkLst>
        <pc:inkChg chg="add">
          <ac:chgData name="Iain Styles" userId="befbdaae-53f8-4d26-a8dc-3366b09f768a" providerId="ADAL" clId="{5E0D2633-D8F6-500D-A7FC-C9CB56BC4BFB}" dt="2025-11-03T15:04:40.549" v="88"/>
          <ac:inkMkLst>
            <pc:docMk/>
            <pc:sldMk cId="528797184" sldId="330"/>
            <ac:inkMk id="5" creationId="{6096DA8E-B4CE-70DA-2C74-A094A935BDF0}"/>
          </ac:inkMkLst>
        </pc:inkChg>
        <pc:inkChg chg="del">
          <ac:chgData name="Iain Styles" userId="befbdaae-53f8-4d26-a8dc-3366b09f768a" providerId="ADAL" clId="{5E0D2633-D8F6-500D-A7FC-C9CB56BC4BFB}" dt="2025-11-02T20:33:42.150" v="21" actId="478"/>
          <ac:inkMkLst>
            <pc:docMk/>
            <pc:sldMk cId="528797184" sldId="330"/>
            <ac:inkMk id="6" creationId="{89807593-A13F-8843-D698-B7ED9C4127CC}"/>
          </ac:inkMkLst>
        </pc:inkChg>
      </pc:sldChg>
      <pc:sldChg chg="delSp mod">
        <pc:chgData name="Iain Styles" userId="befbdaae-53f8-4d26-a8dc-3366b09f768a" providerId="ADAL" clId="{5E0D2633-D8F6-500D-A7FC-C9CB56BC4BFB}" dt="2025-11-02T20:36:07.302" v="39" actId="478"/>
        <pc:sldMkLst>
          <pc:docMk/>
          <pc:sldMk cId="2239609288" sldId="331"/>
        </pc:sldMkLst>
        <pc:inkChg chg="del">
          <ac:chgData name="Iain Styles" userId="befbdaae-53f8-4d26-a8dc-3366b09f768a" providerId="ADAL" clId="{5E0D2633-D8F6-500D-A7FC-C9CB56BC4BFB}" dt="2025-11-02T20:36:07.302" v="39" actId="478"/>
          <ac:inkMkLst>
            <pc:docMk/>
            <pc:sldMk cId="2239609288" sldId="331"/>
            <ac:inkMk id="5" creationId="{F8306DE7-B616-C615-C089-AE1DD4CBF2AE}"/>
          </ac:inkMkLst>
        </pc:inkChg>
      </pc:sldChg>
      <pc:sldChg chg="del">
        <pc:chgData name="Iain Styles" userId="befbdaae-53f8-4d26-a8dc-3366b09f768a" providerId="ADAL" clId="{5E0D2633-D8F6-500D-A7FC-C9CB56BC4BFB}" dt="2025-11-02T20:36:54.597" v="58" actId="2696"/>
        <pc:sldMkLst>
          <pc:docMk/>
          <pc:sldMk cId="1295137677" sldId="332"/>
        </pc:sldMkLst>
      </pc:sldChg>
      <pc:sldChg chg="del">
        <pc:chgData name="Iain Styles" userId="befbdaae-53f8-4d26-a8dc-3366b09f768a" providerId="ADAL" clId="{5E0D2633-D8F6-500D-A7FC-C9CB56BC4BFB}" dt="2025-11-02T20:36:54.583" v="49" actId="2696"/>
        <pc:sldMkLst>
          <pc:docMk/>
          <pc:sldMk cId="2893750671" sldId="333"/>
        </pc:sldMkLst>
      </pc:sldChg>
      <pc:sldChg chg="del">
        <pc:chgData name="Iain Styles" userId="befbdaae-53f8-4d26-a8dc-3366b09f768a" providerId="ADAL" clId="{5E0D2633-D8F6-500D-A7FC-C9CB56BC4BFB}" dt="2025-11-02T20:36:54.654" v="76" actId="2696"/>
        <pc:sldMkLst>
          <pc:docMk/>
          <pc:sldMk cId="706825791" sldId="334"/>
        </pc:sldMkLst>
      </pc:sldChg>
      <pc:sldChg chg="del">
        <pc:chgData name="Iain Styles" userId="befbdaae-53f8-4d26-a8dc-3366b09f768a" providerId="ADAL" clId="{5E0D2633-D8F6-500D-A7FC-C9CB56BC4BFB}" dt="2025-11-02T20:36:54.620" v="66" actId="2696"/>
        <pc:sldMkLst>
          <pc:docMk/>
          <pc:sldMk cId="1108906673" sldId="335"/>
        </pc:sldMkLst>
      </pc:sldChg>
      <pc:sldChg chg="modSp del mod">
        <pc:chgData name="Iain Styles" userId="befbdaae-53f8-4d26-a8dc-3366b09f768a" providerId="ADAL" clId="{5E0D2633-D8F6-500D-A7FC-C9CB56BC4BFB}" dt="2025-11-02T20:36:54.602" v="60" actId="2696"/>
        <pc:sldMkLst>
          <pc:docMk/>
          <pc:sldMk cId="1192690409" sldId="336"/>
        </pc:sldMkLst>
        <pc:spChg chg="mod">
          <ac:chgData name="Iain Styles" userId="befbdaae-53f8-4d26-a8dc-3366b09f768a" providerId="ADAL" clId="{5E0D2633-D8F6-500D-A7FC-C9CB56BC4BFB}" dt="2025-11-02T14:49:06.382" v="15" actId="20577"/>
          <ac:spMkLst>
            <pc:docMk/>
            <pc:sldMk cId="1192690409" sldId="336"/>
            <ac:spMk id="3" creationId="{D9FB5485-AE59-70D4-983D-02F6DCB751E6}"/>
          </ac:spMkLst>
        </pc:spChg>
      </pc:sldChg>
      <pc:sldChg chg="del">
        <pc:chgData name="Iain Styles" userId="befbdaae-53f8-4d26-a8dc-3366b09f768a" providerId="ADAL" clId="{5E0D2633-D8F6-500D-A7FC-C9CB56BC4BFB}" dt="2025-11-02T20:36:54.656" v="78" actId="2696"/>
        <pc:sldMkLst>
          <pc:docMk/>
          <pc:sldMk cId="1391420118" sldId="337"/>
        </pc:sldMkLst>
      </pc:sldChg>
      <pc:sldChg chg="del">
        <pc:chgData name="Iain Styles" userId="befbdaae-53f8-4d26-a8dc-3366b09f768a" providerId="ADAL" clId="{5E0D2633-D8F6-500D-A7FC-C9CB56BC4BFB}" dt="2025-11-02T20:36:54.658" v="80" actId="2696"/>
        <pc:sldMkLst>
          <pc:docMk/>
          <pc:sldMk cId="3348058539" sldId="339"/>
        </pc:sldMkLst>
      </pc:sldChg>
      <pc:sldChg chg="del">
        <pc:chgData name="Iain Styles" userId="befbdaae-53f8-4d26-a8dc-3366b09f768a" providerId="ADAL" clId="{5E0D2633-D8F6-500D-A7FC-C9CB56BC4BFB}" dt="2025-11-02T20:36:54.585" v="52" actId="2696"/>
        <pc:sldMkLst>
          <pc:docMk/>
          <pc:sldMk cId="2023637604" sldId="340"/>
        </pc:sldMkLst>
      </pc:sldChg>
      <pc:sldChg chg="del">
        <pc:chgData name="Iain Styles" userId="befbdaae-53f8-4d26-a8dc-3366b09f768a" providerId="ADAL" clId="{5E0D2633-D8F6-500D-A7FC-C9CB56BC4BFB}" dt="2025-11-02T20:36:54.664" v="83" actId="2696"/>
        <pc:sldMkLst>
          <pc:docMk/>
          <pc:sldMk cId="1416495267" sldId="341"/>
        </pc:sldMkLst>
      </pc:sldChg>
      <pc:sldChg chg="del">
        <pc:chgData name="Iain Styles" userId="befbdaae-53f8-4d26-a8dc-3366b09f768a" providerId="ADAL" clId="{5E0D2633-D8F6-500D-A7FC-C9CB56BC4BFB}" dt="2025-11-02T20:36:54.656" v="77" actId="2696"/>
        <pc:sldMkLst>
          <pc:docMk/>
          <pc:sldMk cId="375445054" sldId="342"/>
        </pc:sldMkLst>
      </pc:sldChg>
      <pc:sldChg chg="del">
        <pc:chgData name="Iain Styles" userId="befbdaae-53f8-4d26-a8dc-3366b09f768a" providerId="ADAL" clId="{5E0D2633-D8F6-500D-A7FC-C9CB56BC4BFB}" dt="2025-11-02T20:36:54.659" v="81" actId="2696"/>
        <pc:sldMkLst>
          <pc:docMk/>
          <pc:sldMk cId="244596629" sldId="343"/>
        </pc:sldMkLst>
      </pc:sldChg>
      <pc:sldChg chg="del">
        <pc:chgData name="Iain Styles" userId="befbdaae-53f8-4d26-a8dc-3366b09f768a" providerId="ADAL" clId="{5E0D2633-D8F6-500D-A7FC-C9CB56BC4BFB}" dt="2025-11-02T20:36:54.624" v="72" actId="2696"/>
        <pc:sldMkLst>
          <pc:docMk/>
          <pc:sldMk cId="1594239815" sldId="344"/>
        </pc:sldMkLst>
      </pc:sldChg>
      <pc:sldChg chg="del">
        <pc:chgData name="Iain Styles" userId="befbdaae-53f8-4d26-a8dc-3366b09f768a" providerId="ADAL" clId="{5E0D2633-D8F6-500D-A7FC-C9CB56BC4BFB}" dt="2025-11-02T20:36:54.596" v="56" actId="2696"/>
        <pc:sldMkLst>
          <pc:docMk/>
          <pc:sldMk cId="2668555977" sldId="345"/>
        </pc:sldMkLst>
      </pc:sldChg>
      <pc:sldChg chg="del">
        <pc:chgData name="Iain Styles" userId="befbdaae-53f8-4d26-a8dc-3366b09f768a" providerId="ADAL" clId="{5E0D2633-D8F6-500D-A7FC-C9CB56BC4BFB}" dt="2025-11-02T20:36:54.586" v="54" actId="2696"/>
        <pc:sldMkLst>
          <pc:docMk/>
          <pc:sldMk cId="1020247238" sldId="346"/>
        </pc:sldMkLst>
      </pc:sldChg>
      <pc:sldChg chg="del">
        <pc:chgData name="Iain Styles" userId="befbdaae-53f8-4d26-a8dc-3366b09f768a" providerId="ADAL" clId="{5E0D2633-D8F6-500D-A7FC-C9CB56BC4BFB}" dt="2025-11-02T20:36:54.621" v="67" actId="2696"/>
        <pc:sldMkLst>
          <pc:docMk/>
          <pc:sldMk cId="1681669975" sldId="347"/>
        </pc:sldMkLst>
      </pc:sldChg>
      <pc:sldChg chg="del">
        <pc:chgData name="Iain Styles" userId="befbdaae-53f8-4d26-a8dc-3366b09f768a" providerId="ADAL" clId="{5E0D2633-D8F6-500D-A7FC-C9CB56BC4BFB}" dt="2025-11-02T20:36:54.584" v="50" actId="2696"/>
        <pc:sldMkLst>
          <pc:docMk/>
          <pc:sldMk cId="1352793453" sldId="348"/>
        </pc:sldMkLst>
      </pc:sldChg>
      <pc:sldChg chg="del">
        <pc:chgData name="Iain Styles" userId="befbdaae-53f8-4d26-a8dc-3366b09f768a" providerId="ADAL" clId="{5E0D2633-D8F6-500D-A7FC-C9CB56BC4BFB}" dt="2025-11-02T20:36:54.610" v="62" actId="2696"/>
        <pc:sldMkLst>
          <pc:docMk/>
          <pc:sldMk cId="2108666997" sldId="349"/>
        </pc:sldMkLst>
      </pc:sldChg>
      <pc:sldChg chg="del">
        <pc:chgData name="Iain Styles" userId="befbdaae-53f8-4d26-a8dc-3366b09f768a" providerId="ADAL" clId="{5E0D2633-D8F6-500D-A7FC-C9CB56BC4BFB}" dt="2025-11-02T20:35:28.550" v="29" actId="2696"/>
        <pc:sldMkLst>
          <pc:docMk/>
          <pc:sldMk cId="582384582" sldId="354"/>
        </pc:sldMkLst>
      </pc:sldChg>
      <pc:sldChg chg="del">
        <pc:chgData name="Iain Styles" userId="befbdaae-53f8-4d26-a8dc-3366b09f768a" providerId="ADAL" clId="{5E0D2633-D8F6-500D-A7FC-C9CB56BC4BFB}" dt="2025-11-02T20:36:03.778" v="38" actId="2696"/>
        <pc:sldMkLst>
          <pc:docMk/>
          <pc:sldMk cId="3429086437" sldId="355"/>
        </pc:sldMkLst>
      </pc:sldChg>
      <pc:sldChg chg="del">
        <pc:chgData name="Iain Styles" userId="befbdaae-53f8-4d26-a8dc-3366b09f768a" providerId="ADAL" clId="{5E0D2633-D8F6-500D-A7FC-C9CB56BC4BFB}" dt="2025-11-02T20:36:03.777" v="37" actId="2696"/>
        <pc:sldMkLst>
          <pc:docMk/>
          <pc:sldMk cId="715396262" sldId="356"/>
        </pc:sldMkLst>
      </pc:sldChg>
      <pc:sldChg chg="del">
        <pc:chgData name="Iain Styles" userId="befbdaae-53f8-4d26-a8dc-3366b09f768a" providerId="ADAL" clId="{5E0D2633-D8F6-500D-A7FC-C9CB56BC4BFB}" dt="2025-11-02T20:36:03.777" v="36" actId="2696"/>
        <pc:sldMkLst>
          <pc:docMk/>
          <pc:sldMk cId="321988716" sldId="357"/>
        </pc:sldMkLst>
      </pc:sldChg>
      <pc:sldChg chg="del">
        <pc:chgData name="Iain Styles" userId="befbdaae-53f8-4d26-a8dc-3366b09f768a" providerId="ADAL" clId="{5E0D2633-D8F6-500D-A7FC-C9CB56BC4BFB}" dt="2025-11-02T20:36:03.776" v="35" actId="2696"/>
        <pc:sldMkLst>
          <pc:docMk/>
          <pc:sldMk cId="1516791949" sldId="358"/>
        </pc:sldMkLst>
      </pc:sldChg>
      <pc:sldChg chg="del">
        <pc:chgData name="Iain Styles" userId="befbdaae-53f8-4d26-a8dc-3366b09f768a" providerId="ADAL" clId="{5E0D2633-D8F6-500D-A7FC-C9CB56BC4BFB}" dt="2025-11-02T20:36:03.776" v="34" actId="2696"/>
        <pc:sldMkLst>
          <pc:docMk/>
          <pc:sldMk cId="2439280951" sldId="359"/>
        </pc:sldMkLst>
      </pc:sldChg>
      <pc:sldChg chg="del">
        <pc:chgData name="Iain Styles" userId="befbdaae-53f8-4d26-a8dc-3366b09f768a" providerId="ADAL" clId="{5E0D2633-D8F6-500D-A7FC-C9CB56BC4BFB}" dt="2025-11-02T20:36:03.775" v="33" actId="2696"/>
        <pc:sldMkLst>
          <pc:docMk/>
          <pc:sldMk cId="1793932802" sldId="360"/>
        </pc:sldMkLst>
      </pc:sldChg>
      <pc:sldChg chg="del">
        <pc:chgData name="Iain Styles" userId="befbdaae-53f8-4d26-a8dc-3366b09f768a" providerId="ADAL" clId="{5E0D2633-D8F6-500D-A7FC-C9CB56BC4BFB}" dt="2025-11-02T20:36:03.774" v="32" actId="2696"/>
        <pc:sldMkLst>
          <pc:docMk/>
          <pc:sldMk cId="3594010606" sldId="361"/>
        </pc:sldMkLst>
      </pc:sldChg>
      <pc:sldChg chg="del">
        <pc:chgData name="Iain Styles" userId="befbdaae-53f8-4d26-a8dc-3366b09f768a" providerId="ADAL" clId="{5E0D2633-D8F6-500D-A7FC-C9CB56BC4BFB}" dt="2025-11-02T20:36:03.773" v="31" actId="2696"/>
        <pc:sldMkLst>
          <pc:docMk/>
          <pc:sldMk cId="1931697778" sldId="362"/>
        </pc:sldMkLst>
      </pc:sldChg>
      <pc:sldChg chg="del">
        <pc:chgData name="Iain Styles" userId="befbdaae-53f8-4d26-a8dc-3366b09f768a" providerId="ADAL" clId="{5E0D2633-D8F6-500D-A7FC-C9CB56BC4BFB}" dt="2025-11-02T20:36:03.764" v="30" actId="2696"/>
        <pc:sldMkLst>
          <pc:docMk/>
          <pc:sldMk cId="4047013406" sldId="363"/>
        </pc:sldMkLst>
      </pc:sldChg>
      <pc:sldChg chg="addSp delSp mod">
        <pc:chgData name="Iain Styles" userId="befbdaae-53f8-4d26-a8dc-3366b09f768a" providerId="ADAL" clId="{5E0D2633-D8F6-500D-A7FC-C9CB56BC4BFB}" dt="2025-11-03T15:59:09.567" v="90"/>
        <pc:sldMkLst>
          <pc:docMk/>
          <pc:sldMk cId="3530703905" sldId="364"/>
        </pc:sldMkLst>
        <pc:inkChg chg="add">
          <ac:chgData name="Iain Styles" userId="befbdaae-53f8-4d26-a8dc-3366b09f768a" providerId="ADAL" clId="{5E0D2633-D8F6-500D-A7FC-C9CB56BC4BFB}" dt="2025-11-03T15:59:09.567" v="90"/>
          <ac:inkMkLst>
            <pc:docMk/>
            <pc:sldMk cId="3530703905" sldId="364"/>
            <ac:inkMk id="5" creationId="{09C86ECE-B9F9-2B85-B43B-8A2EB7D621C4}"/>
          </ac:inkMkLst>
        </pc:inkChg>
        <pc:inkChg chg="del">
          <ac:chgData name="Iain Styles" userId="befbdaae-53f8-4d26-a8dc-3366b09f768a" providerId="ADAL" clId="{5E0D2633-D8F6-500D-A7FC-C9CB56BC4BFB}" dt="2025-11-02T20:36:11.575" v="40" actId="478"/>
          <ac:inkMkLst>
            <pc:docMk/>
            <pc:sldMk cId="3530703905" sldId="364"/>
            <ac:inkMk id="5" creationId="{F7EEC25B-9390-27A4-3B01-3141ECBE70C1}"/>
          </ac:inkMkLst>
        </pc:inkChg>
      </pc:sldChg>
      <pc:sldChg chg="addSp delSp mod">
        <pc:chgData name="Iain Styles" userId="befbdaae-53f8-4d26-a8dc-3366b09f768a" providerId="ADAL" clId="{5E0D2633-D8F6-500D-A7FC-C9CB56BC4BFB}" dt="2025-11-03T15:59:09.567" v="90"/>
        <pc:sldMkLst>
          <pc:docMk/>
          <pc:sldMk cId="1232992466" sldId="365"/>
        </pc:sldMkLst>
        <pc:inkChg chg="del">
          <ac:chgData name="Iain Styles" userId="befbdaae-53f8-4d26-a8dc-3366b09f768a" providerId="ADAL" clId="{5E0D2633-D8F6-500D-A7FC-C9CB56BC4BFB}" dt="2025-11-02T20:36:15.204" v="41" actId="478"/>
          <ac:inkMkLst>
            <pc:docMk/>
            <pc:sldMk cId="1232992466" sldId="365"/>
            <ac:inkMk id="5" creationId="{75AE293A-5434-DCDE-EDDC-B85B8C8C4877}"/>
          </ac:inkMkLst>
        </pc:inkChg>
        <pc:inkChg chg="add">
          <ac:chgData name="Iain Styles" userId="befbdaae-53f8-4d26-a8dc-3366b09f768a" providerId="ADAL" clId="{5E0D2633-D8F6-500D-A7FC-C9CB56BC4BFB}" dt="2025-11-03T15:59:09.567" v="90"/>
          <ac:inkMkLst>
            <pc:docMk/>
            <pc:sldMk cId="1232992466" sldId="365"/>
            <ac:inkMk id="5" creationId="{79E69AE6-62CC-8C94-4F48-39FC153D22E5}"/>
          </ac:inkMkLst>
        </pc:inkChg>
      </pc:sldChg>
      <pc:sldChg chg="delSp mod">
        <pc:chgData name="Iain Styles" userId="befbdaae-53f8-4d26-a8dc-3366b09f768a" providerId="ADAL" clId="{5E0D2633-D8F6-500D-A7FC-C9CB56BC4BFB}" dt="2025-11-02T20:36:19.066" v="42" actId="478"/>
        <pc:sldMkLst>
          <pc:docMk/>
          <pc:sldMk cId="652876146" sldId="366"/>
        </pc:sldMkLst>
        <pc:inkChg chg="del">
          <ac:chgData name="Iain Styles" userId="befbdaae-53f8-4d26-a8dc-3366b09f768a" providerId="ADAL" clId="{5E0D2633-D8F6-500D-A7FC-C9CB56BC4BFB}" dt="2025-11-02T20:36:19.066" v="42" actId="478"/>
          <ac:inkMkLst>
            <pc:docMk/>
            <pc:sldMk cId="652876146" sldId="366"/>
            <ac:inkMk id="5" creationId="{1002D7ED-FBD7-AEFA-9963-1BD035D14931}"/>
          </ac:inkMkLst>
        </pc:inkChg>
      </pc:sldChg>
      <pc:sldChg chg="modSp mod">
        <pc:chgData name="Iain Styles" userId="befbdaae-53f8-4d26-a8dc-3366b09f768a" providerId="ADAL" clId="{5E0D2633-D8F6-500D-A7FC-C9CB56BC4BFB}" dt="2025-11-02T20:36:46.073" v="47" actId="207"/>
        <pc:sldMkLst>
          <pc:docMk/>
          <pc:sldMk cId="3477557993" sldId="367"/>
        </pc:sldMkLst>
        <pc:spChg chg="mod">
          <ac:chgData name="Iain Styles" userId="befbdaae-53f8-4d26-a8dc-3366b09f768a" providerId="ADAL" clId="{5E0D2633-D8F6-500D-A7FC-C9CB56BC4BFB}" dt="2025-11-02T20:36:46.073" v="47" actId="207"/>
          <ac:spMkLst>
            <pc:docMk/>
            <pc:sldMk cId="3477557993" sldId="367"/>
            <ac:spMk id="2" creationId="{60FA1384-2F7E-A501-5A1F-4B7DA143AB29}"/>
          </ac:spMkLst>
        </pc:spChg>
      </pc:sldChg>
      <pc:sldChg chg="del">
        <pc:chgData name="Iain Styles" userId="befbdaae-53f8-4d26-a8dc-3366b09f768a" providerId="ADAL" clId="{5E0D2633-D8F6-500D-A7FC-C9CB56BC4BFB}" dt="2025-11-02T20:36:54.576" v="48" actId="2696"/>
        <pc:sldMkLst>
          <pc:docMk/>
          <pc:sldMk cId="1977200179" sldId="368"/>
        </pc:sldMkLst>
      </pc:sldChg>
      <pc:sldChg chg="new del">
        <pc:chgData name="Iain Styles" userId="befbdaae-53f8-4d26-a8dc-3366b09f768a" providerId="ADAL" clId="{5E0D2633-D8F6-500D-A7FC-C9CB56BC4BFB}" dt="2025-11-02T20:37:40.901" v="87" actId="2696"/>
        <pc:sldMkLst>
          <pc:docMk/>
          <pc:sldMk cId="3355490996" sldId="368"/>
        </pc:sldMkLst>
      </pc:sldChg>
      <pc:sldChg chg="del">
        <pc:chgData name="Iain Styles" userId="befbdaae-53f8-4d26-a8dc-3366b09f768a" providerId="ADAL" clId="{5E0D2633-D8F6-500D-A7FC-C9CB56BC4BFB}" dt="2025-11-02T20:36:54.584" v="51" actId="2696"/>
        <pc:sldMkLst>
          <pc:docMk/>
          <pc:sldMk cId="1325017611" sldId="369"/>
        </pc:sldMkLst>
      </pc:sldChg>
      <pc:sldChg chg="modSp new mod">
        <pc:chgData name="Iain Styles" userId="befbdaae-53f8-4d26-a8dc-3366b09f768a" providerId="ADAL" clId="{5E0D2633-D8F6-500D-A7FC-C9CB56BC4BFB}" dt="2025-11-03T15:04:40.738" v="89" actId="27636"/>
        <pc:sldMkLst>
          <pc:docMk/>
          <pc:sldMk cId="1861047447" sldId="369"/>
        </pc:sldMkLst>
        <pc:spChg chg="mod">
          <ac:chgData name="Iain Styles" userId="befbdaae-53f8-4d26-a8dc-3366b09f768a" providerId="ADAL" clId="{5E0D2633-D8F6-500D-A7FC-C9CB56BC4BFB}" dt="2025-11-03T15:04:40.738" v="89" actId="27636"/>
          <ac:spMkLst>
            <pc:docMk/>
            <pc:sldMk cId="1861047447" sldId="369"/>
            <ac:spMk id="3" creationId="{A43D44EA-7AFB-5579-4377-75C08919BACF}"/>
          </ac:spMkLst>
        </pc:spChg>
      </pc:sldChg>
      <pc:sldChg chg="del">
        <pc:chgData name="Iain Styles" userId="befbdaae-53f8-4d26-a8dc-3366b09f768a" providerId="ADAL" clId="{5E0D2633-D8F6-500D-A7FC-C9CB56BC4BFB}" dt="2025-11-02T20:36:54.595" v="55" actId="2696"/>
        <pc:sldMkLst>
          <pc:docMk/>
          <pc:sldMk cId="2217844794" sldId="370"/>
        </pc:sldMkLst>
      </pc:sldChg>
      <pc:sldChg chg="del">
        <pc:chgData name="Iain Styles" userId="befbdaae-53f8-4d26-a8dc-3366b09f768a" providerId="ADAL" clId="{5E0D2633-D8F6-500D-A7FC-C9CB56BC4BFB}" dt="2025-11-02T20:36:54.620" v="65" actId="2696"/>
        <pc:sldMkLst>
          <pc:docMk/>
          <pc:sldMk cId="12916658" sldId="371"/>
        </pc:sldMkLst>
      </pc:sldChg>
      <pc:sldChg chg="del">
        <pc:chgData name="Iain Styles" userId="befbdaae-53f8-4d26-a8dc-3366b09f768a" providerId="ADAL" clId="{5E0D2633-D8F6-500D-A7FC-C9CB56BC4BFB}" dt="2025-11-02T20:36:54.604" v="61" actId="2696"/>
        <pc:sldMkLst>
          <pc:docMk/>
          <pc:sldMk cId="1232051905" sldId="372"/>
        </pc:sldMkLst>
      </pc:sldChg>
      <pc:sldChg chg="modSp new del mod">
        <pc:chgData name="Iain Styles" userId="befbdaae-53f8-4d26-a8dc-3366b09f768a" providerId="ADAL" clId="{5E0D2633-D8F6-500D-A7FC-C9CB56BC4BFB}" dt="2025-11-02T18:04:42.624" v="16" actId="2696"/>
        <pc:sldMkLst>
          <pc:docMk/>
          <pc:sldMk cId="3320252646" sldId="37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4:22:25.69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A020F0"/>
    </inkml:brush>
  </inkml:definitions>
  <inkml:trace contextRef="#ctx0" brushRef="#br0">1658 3545 5914,'10'-19'449,"-2"3"-359,-8 8 0,0-1 180,0-1-90,0-6 90,-8 6 0,6-7-90,-6 7 269,0 2 271,6 0-180,-6-2 359,8 1-179,0-7-271,0 14-89,0-6-450,0 24 405,-3 9 0,-1 9-135,0 3 0,1 5 0,0 2-354,-1-3 0,-1 2 0,0 1 0,1 0 308,1 2 1,1-1 0,0 1 0,-1-2 105,-2 8 0,0-2 0,0-3 98,0 4 0,0-6 112,-5 0-720,2-22-180,8-23-629,0-8-1170,8-1 781,-6-17-61,14 7 1541,-6-7 0,-9 9 0,-2-1 1</inkml:trace>
  <inkml:trace contextRef="#ctx0" brushRef="#br0" timeOffset="781">1623 3616 7353,'0'-35'1259,"0"-1"-539,0 1 359,8-8-90,9 6-719,-5 15 0,4 1 45,18-3 0,6 5-270,-6 7 0,1 2-180,13-5 0,0 6 225,-19 14 0,-3 6-90,2 4 0,-7 5-90,-16 6 0,-6 3-90,-4 17 0,-8 2 30,-7-11 0,-5-1 0,-1-1-513,4-2 0,-1-2 0,0-1 618,-8 10 0,1-3 270,3-11 0,7-3 674,14-2 1,-17 20-91,38-13-359,1-3 0,4 1-181,6-3 1,2 1 680,3 6 0,1 1-1535,0-9 1,-3 1-1055,-13-2 1,-3 1-1639,11 21 3112,-24-6 1,0-12-1,0 1 1,0 19 0</inkml:trace>
  <inkml:trace contextRef="#ctx0" brushRef="#br0" timeOffset="1565">2381 4004 7533,'0'-35'2698,"0"7"-2158,-8-5 179,-9 21-179,-11-3-2159,-15 22 1259,16 7 0,1 6 360,2 9 0,1 4 45,0 3 0,3 3 180,7 4 0,9 0 0,8-10 0,7-3-135,5-5 0,5-5 90,13-10 0,3-10 89,-4-10 1,-1-8-90,1-7 0,-6-5 90,-11-1 0,-4 0 539,4-14-629,-16 19-180,0 18-1349,-8 55 719,6-22 1,2 1-990,2 18 0,4 0 1619,-3-13 0,5-7 0,18-7 0,5-8 0,-2-10 0,-1 0 0</inkml:trace>
  <inkml:trace contextRef="#ctx0" brushRef="#br0" timeOffset="1947">2663 4075 7533,'0'-10'3276,"-7"33"-1785,5 9-2526,0-6 1,4 1 405,15 8 808,19-49 136,-17-2 0,-1-7 164,0-6 1,-1-5 0,-1 1 329,-1-10 1,-1 2-270,-1 7 0,0 5-181,2 5-718,-5 73-946,2-24 1,2 1 1304,-4 5 0,1 2 0,3-3 0,14 1 0,5-5 0,3 4 0,0-1 0</inkml:trace>
  <inkml:trace contextRef="#ctx0" brushRef="#br0" timeOffset="2714">3598 3351 7533,'0'-25'2608,"0"13"-2473,-3 38 0,-2 19 135,4 2 0,1 6-535,-2-11 1,-1 5 0,1 2 0,1-3 84,2-6 0,0-1 0,2-1 0,0-2 30,-1 2 0,2-1 0,-1-4 334,1 2 0,2-12 445,2-23-889,-16-19 170,-17-9-270,-20 11 495,14 14 0,-1 6 565,-1 7 0,3 5-251,5 2 1,5 3-45,4 14 0,7 1 45,9 6-46,13-10 1,7-5-225,19-14-315,-2 1 0,3-3-1439,-8-11 0,0-4 1574,4 5 0,-1-2 0,-8-5 0,-1-3 0,17-8 0</inkml:trace>
  <inkml:trace contextRef="#ctx0" brushRef="#br0" timeOffset="3158">3969 3881 8342,'-18'0'2159,"-7"0"-1529,-18 0-450,3 15-315,13 4 0,3 5-270,12 3 0,5 3 135,-5 13 0,8 0 90,13-13 1,6-3-46,1-2 0,5-7 315,9-12 0,3-12 180,0-11 0,-4-9 449,-8-1 1,-4-3-496,-1-4 1,-9-2-45,-19-1 0,-7 5 0,-13 1-180,6 11 0,-1 9-3277,0 26 3069,19 5 0,41 15 0,-9-17 0,-1-1 0</inkml:trace>
  <inkml:trace contextRef="#ctx0" brushRef="#br0" timeOffset="3732">4180 3951 7533,'0'-19'3276,"-7"-5"-2055,5 30-1221,-6 4-450,6 12 1,4 7-271,-3-2 0,2 2 315,2 7 1,2-1 1034,4 10-91,25-27 91,-13-44-271,-4 5 1,0-5-180,-3-8 0,-3-2-135,-5 7 0,0 3-584,10-9 89,-16 35-90,0 27 360,7 10-90,3 6 1,23-15 358,5-18-89,-12-19 0,1-8 495,0-11 0,-1-7 314,-3-2 1,-1 0-316,-4 7 1,-1 5-315,1 9 45,-9 36 0,-3 11-1215,-1-2 1,0 1 989,6 14 0,4-2 0,-3-13 0,3-3 0,3 0 0,-1-1 0</inkml:trace>
  <inkml:trace contextRef="#ctx0" brushRef="#br0" timeOffset="4914">5833 3757 8972,'7'-20'1439,"-1"-3"-1169,-12 21 180,5-6 449,-5 47-539,8-12 0,2 3-91,-1 3 1,1 4 0,1-1-240,0 1 0,1-1 0,2-1 150,6 8 0,2-4 90,-2-8 0,4-11 1349,24-36-1170,-19-4 1,-2-7-360,2-14 0,-3-6-510,-5 15 0,-1-1 1,0 0-796,2-9 1,-1 2-425,-2 3 1,-1 5-1021,6 5 2659,-6 27 0,17 27 0,-13-4 0,1-1 0</inkml:trace>
  <inkml:trace contextRef="#ctx0" brushRef="#br0" timeOffset="5449">6448 3863 7533,'28'-18'3276,"-6"-7"-1605,-22-3-772,0-15-539,-11 14-630,3 3-719,-27 11-180,3 28 809,-12-1 270,13 21 0,3 9 494,6-6 1,3 4-554,5-3 1,2 3-1,1-3 194,-1 1 0,8-2 0,15 6 0,10-9 45,15-20-180,-3-13 0,1-9-90,-1-19 1,-4-7 134,-6 2 0,-1-1 224,-3-2 1,-3 4 1346,-3 4-987,-19 36 91,-2 37-990,1-10 1,2 3-1280,2-2 1,6 0 488,6-3 0,5-5 1150,13-1 0,1-39 0,3-15 0,-2-7 0,0 0 0</inkml:trace>
  <inkml:trace contextRef="#ctx0" brushRef="#br0" timeOffset="5948">6781 4004 8522,'-32'18'3276,"8"7"-2864,11-13 38,13 11-720,18-36-899,8-15 899,-10-4 0,-1-6 360,1-3 0,-2-1 314,-1-3 1,-1 2-90,-2 14 0,-1 3 45,9-7-540,5 49-540,-2 5 810,3 15 1349,-6-11 450,-11-15-1259,-2-2-990,-10-8-269,-2 15-181,-5 13-225,7-3 1,3 3-315,1-1 0,2 1 1349,0 17 0,21-12 0,-1-15 0</inkml:trace>
  <inkml:trace contextRef="#ctx0" brushRef="#br0" timeOffset="7265">7371 3881 8252,'7'-18'2879,"-7"0"-2160,-7 1-449,-11 7-720,-6 2-629,-19 32 764,21-11 0,-1 3 270,-5 16 0,2 5 405,8-6 0,3 2-180,1 3 0,5-1-495,9-7 0,5-3-45,14 2 180,18-43 180,1-15 45,-18-2 0,-2-3 45,-5 12 0,-2 1 720,2-12-990,-8 27 180,-5 42-270,0 13-135,6-11 1,4-2-91,4-12 0,4-5 360,6-4 0,2-10 225,6-22 0,-2-13 150,-11 5 0,-3-4 0,-1-1-168,3-5 1,-2-2 0,-2-3 16,-4 0 1,-2-4 0,-1-1 0,0 4-89,1-1 0,1 3 0,-2-1 388,0-6 1,-1 0 0,-1 6 374,-1 9 1,-1 6-585,-3 1-540,-1 18-719,-5 24 809,3 7 0,1 5 360,-2 7 0,1 5 30,-1 5 0,-1 5 0,1 0-35,1-9 1,0-1 0,2 2-356,2 0 0,1 3 0,2-1 1,0-4 318,4 11 1,5-6-5,6-8 0,4-14 1124,16-42-675,-19-13 1,-3-9-135,-7 10 0,-2-2 0,-2-1 89,1-15 1,-7 0-720,-6 3 0,-6 4-270,0 16 1,-3 5-2339,-22-10 2936,13 46 0,17 13 1,8 17-1</inkml:trace>
  <inkml:trace contextRef="#ctx0" brushRef="#br0" timeOffset="7756">7938 3334 9062,'7'17'1799,"-7"17"-1350,-6-9 1,-1 3-45,-2 13 0,-1 6-136,2-8 1,-1 3 0,1 0-252,1 1 1,0-1-1,2 1 132,0-1 0,1 0 0,0-3-375,0 8 0,3-6-30,7-12 0,4-5 165,11 2-270,21-18 0,2-24-360,-19 7 1,-1-2-1530,10-8 2249,-1 3 0,-29 16 0,0 0 0</inkml:trace>
  <inkml:trace contextRef="#ctx0" brushRef="#br0" timeOffset="8715">8098 3986 7533,'19'-7'2968,"4"-3"-2698,1 0-90,13-6-90,7-1-360,-6-11 405,-20 8 0,-5-3 314,-7-14-89,-18 2-450,-25 17 90,10 15 0,-2 6 450,-2 7 0,-1 5-136,0 2 1,2 4 90,7 11 0,3 4-45,3-4 0,4 1-136,6-2 1,7 1-45,8 0 0,7-6-405,8-13 0,5-4-585,0 5 1,3-4-830,15-18 1,1-8 1502,-19 6 0,0-2 0,10-8 1,0-3-1,-13 6 0,-1-1 1</inkml:trace>
  <inkml:trace contextRef="#ctx0" brushRef="#br0" timeOffset="9065">8663 3810 7533,'14'-35'3276,"-25"-8"0,-22 13-2999,6 18 0,-2 7-322,3 6 0,2 7-630,-3 11 0,6 5-180,11 3 1,5 1 539,0 4 1,6-1 449,11 1 0,6-3 314,0-5 1,2-3-135,-1-3 0,0-1-315,12 9-1080,-30-17-1978,-20 7 3058,-19-6 0,3 5 0,-2 3 0,-1 1 0,-1 0 0</inkml:trace>
  <inkml:trace contextRef="#ctx0" brushRef="#br0" timeOffset="9387">7088 3581 7533,'-29'-19'434,"-1"0"1,5 3 0,10-1 0,20 0-1,16-1 1</inkml:trace>
  <inkml:trace contextRef="#ctx0" brushRef="#br0" timeOffset="11748">10448 3422 5914,'-19'0'2428,"1"0"-2608,6-8 0,5 6 360,-4-6 180,9 0 0,-3 7-180,5-7 989,0 8 1170,0 0-1260,5 23-674,8-2 0,3 3-196,-1 3 1,2 3 0,2 1-413,7 7 0,4 1 1,0 0 224,-8-8 1,1 1-1,-1-1 1,0 1-53,5 6 0,0 1 0,-1-1 30,0 0 0,-1 1 0,-4-4 180,-3-1 0,-2-1 179,0-2 1,-3-4-540,-8-9-539,-5-10 179,0-16-2737,0-10 1316,0-9 1961,-5-1 0,-30 26 0,-11 14 0</inkml:trace>
  <inkml:trace contextRef="#ctx0" brushRef="#br0" timeOffset="12216">10473 4233 7533,'-25'5'1124,"0"0"0,-18 3-44,17-8-1,4 0-89,26-8 719,14-10-765,5-4 1,8-6-451,0 0 1,4-4 0,4-2-1,-1 0-675,-6 4 0,2-1 0,0 0 0,0-2 0,1-1 196,-2 2 0,1-3 0,0 0 0,0 0 0,-1 1 0,-1 2-105,-1 1 0,-2 1 0,0 2 0,-2 0 0,-1 0-420,7-13 0,-3 0 1,-4 5 59,-6 3 0,-3 3-1169,0-7-360,-17 13-1298,-12 24 3062,4 16 0,-14 12 0,8 17 0</inkml:trace>
  <inkml:trace contextRef="#ctx0" brushRef="#br0" timeOffset="12581">11494 3986 7533,'0'-27'3276,"0"9"-975,0 18-1942,-5 41-1124,-3-10 1,-2 3-675,-7 10 0,-3 2 1439,5-12 0,-2-1 0,-2-4 0,-8-2 0,-2-5 0,2-2 0,-1 0 0</inkml:trace>
  <inkml:trace contextRef="#ctx0" brushRef="#br0" timeOffset="13364">12036 3510 7533,'-31'0'1259,"5"0"-629,7 0 89,13-8 181,13-1 89,11-1-89,2 2-181,9 16-629,14 17-855,-16 0 1,2 3-1,4 3 1,2 3 480,-8-5 0,0 1 1,-2-3-1,3-5 1,-2-3-1,0 1 0,0-1 1</inkml:trace>
  <inkml:trace contextRef="#ctx0" brushRef="#br0" timeOffset="13731">12589 3510 7533,'-19'-27'3276,"7"9"-1155,1 18-2121,2 26 0,0 13-240,-2-8 0,-2 2 0,0 5-416,2-4 1,0 5-1,0 2 1,-1-1 0,1-2 594,-1 1 1,0-2 0,1 0 0,0 3 24,0-1 0,0 3 0,0 1 0,0-3 0,3-5 471,-4 13 1,3-5-526,0 6 0,1-6-989,2-18-1170,6-17 2249,11 0 0,7-19 0,5-7 0,6 2 0,1 0 0</inkml:trace>
  <inkml:trace contextRef="#ctx0" brushRef="#br0" timeOffset="13903">12761 4198 7533,'-2'0'3238,"-13"39"-3238,-4-23 0,-1 2 0,1 18 0,2 4 0,1-9 0,1 1 0</inkml:trace>
  <inkml:trace contextRef="#ctx0" brushRef="#br0" timeOffset="15049">13438 3598 9152,'13'-9'1619,"5"-7"-1259,0 14 89,10-3 1,2 2-90,19 11-45,-7-3 0,0 0-181,-15-1 1,-3 1 45,19 11-360,-26-6-269,-44 31 269,8-15 0,-3 3 0,-1-1 0,-2 2 0,0 0-93,0 2 1,0 1-1,1 0 363,-1 2 0,0 1 0,1-1 120,4-4 0,0-1 0,2-1 104,-4 12 1,2-3-180,4-15 0,3-1-135,5 19 90,-3-22-180,11 7 270,0-16 1088,0 5-818,0-13-1,11 14-449,14-14 180,24 6-540,-11-15 1,3-2 179,0 8 0,2-2-390,-7-6 0,1-3 1,-2 2-646,2 4 1,-2 0 89,0-3 1,-4 0 1124,-6 2 0,-47 14 0,-20 3 0</inkml:trace>
  <inkml:trace contextRef="#ctx0" brushRef="#br0" timeOffset="15398">13290 4022 8702,'0'-10'3276,"-5"-6"-1875,4 6-141,17-7-1170,15 11 0,9 2-450,0-3 0,5-2 0,2 1-460,-6 5 1,2 0 0,1 1 0,-1-1 564,-2-3 1,0-1-1,-2 0 1,-3 1-1,9 1 1,-8 0-1,-7-2 1</inkml:trace>
  <inkml:trace contextRef="#ctx0" brushRef="#br0" timeOffset="38899">1799 5468 6903,'10'0'360,"-2"0"-90,-8-8 89,0-2 271,0 1-90,8-7 89,-6 14 91,5-14-270,-7 7 359,0-9-89,0 0-360,0 8-450,0 3 450,0 22-181,0-3-29,0 16 0,0 13 0,0 2 0,3 4 0,0 2 0,-1 4-481,-1-12 0,-1 3 0,0 0 1,1 1-1,-1-2 443,2 6 1,1-1-1,-1-2 1,-1-1 156,-2 8 1,-2-3 0,-1-8 449,1-11 1,-4-5-135,-7-2 0,-5-9-495,-6-15 0,-3-7-180,0-1 0,-1-2-630,-10-6 1,2-3-1980,-2-11 1060,15 14 1,7-1 1479,15-9 1,11 2-1,7-2 1,8-7 0,-1 1-1</inkml:trace>
  <inkml:trace contextRef="#ctx0" brushRef="#br0" timeOffset="39247">1429 5733 7533,'-22'-17'1619,"1"0"0,-17-12-765,23 8 1,3-1 944,-4-13 0,40 7-450,-1 11 0,7 1-959,1 6 0,5 2 0,3-2-448,-4-1 0,3-2 0,0-1 0,1 1-10,5 1 1,1 1 0,1 0-1,-2-2-697,-2-1 1,-1-2 0,0 0-1,-3 2-315,4 0 1,-3 2 0,-4 0-560,-2-1 1,-7 1 1625,-10 4 0,-32 24 1,-4 3-1</inkml:trace>
  <inkml:trace contextRef="#ctx0" brushRef="#br0" timeOffset="39982">2381 5944 7533,'20'-8'3058,"-4"-1"-2428,-40-9-91,2 8-629,-2 4 0,-3 4-225,1 11 1,0 6 179,-3 8 0,3 7 180,1 8 0,5 6 15,7-7 0,3 2 0,7-1-60,14 6 0,10-4-135,7 0 0,8-11 405,9-22 0,2-12 239,-13-6 1,0-4 0,-6-4 74,0-12 1,-9-5-450,-8-11 0,-14 0-315,-19 4 0,-9 6 90,4 9 0,-5 7-90,-15-1 0,2 12 180,12 28-3277,10 9 3205,50-7 1,8-23-1,6-10 1,-10 0-1,0 0 1,0 0 0</inkml:trace>
  <inkml:trace contextRef="#ctx0" brushRef="#br0" timeOffset="40315">2663 5944 11670,'-9'0'2789,"1"0"-2699,8 8-360,8 33-540,-8-6 1,2 3 119,4-6 0,4 2 1,-3 0-436,-6 16 1,2-2 0,13-15 0,-1-4 1124,-11 5 0,20-58 0,-14-15 0</inkml:trace>
  <inkml:trace contextRef="#ctx0" brushRef="#br0" timeOffset="40765">2858 6068 11850,'0'-20'990,"0"5"-900,0 38-180,0 14-45,3-6 0,1 1-495,0 0 1,2-1 808,12 6 271,-1-21-270,9-58-90,-12 12 0,-1-4-90,-1 0 0,-1-3 0,2 2 719,5-5 1,-1 4-136,-8 0 1,1 13-135,6 31-450,-8 29-809,2 10 134,-2-10 0,1 0-584,0-8 0,0-1 44,4 4 1,0-1 1214,6 12 0,14-80 0,-19 6 0,0 1 0</inkml:trace>
  <inkml:trace contextRef="#ctx0" brushRef="#br0" timeOffset="41059">3387 5503 10681,'-18'43'1169,"12"-4"1,2 7-1200,3-5 0,1 4 0,1 2-735,2-7 0,2 1 0,0 1 0,0 0 202,-1 1 1,0 0 0,1 0 0,1-4-98,5 0 1,1-3-1,-1-3 751,0 7 0,-3-13 1,-6-25-1,-13-14 0</inkml:trace>
  <inkml:trace contextRef="#ctx0" brushRef="#br0" timeOffset="41304">3298 5944 7533,'4'-31'1092,"0"0"0,6-4 0,6 1 546,7 1 0,7 3-1946,8 5 0,4 3-785,-10 6 1,2 1 0,-2 5 812,3 5 0,-3 8 0,9 23 0,-43 21 0</inkml:trace>
  <inkml:trace contextRef="#ctx0" brushRef="#br0" timeOffset="41520">2699 5715 7533,'-25'-12'1638,"1"0"0,-2-1-1304,24-21 0,36 17 0,5 8 1,0 0-1</inkml:trace>
  <inkml:trace contextRef="#ctx0" brushRef="#br0" timeOffset="42565">5033 5292 7533,'-18'-28'3276,"5"11"-796,-11 17-2345,18 23 0,4 10-45,-1-2 0,1 2 0,1 3-424,4 5 1,1 4-1,2 1 1,-1-1 130,1-1 1,0-1 0,1 1-1,1-1-135,0 0 1,1 1 0,1-2 0,-1-4 530,5 10 0,-2-6 257,0-14 0,-6-7-1,-11-13-359,-14-24-450,-18-11-450,6 0 1,-4 1 1065,5 13 0,-2 3 1,-1 1 282,-16-2 1,-1 7-406,15 8 1,0 5-1,2 5 465,1 8 1,3 5 0,3 1 299,-5 8 1,5 4-630,10-8 0,1 1 0,11-2 584,20 3 1,9-5-676,-1-9 1,5-5-23,4-8 1,7-5-1,1-2 1,-4-1-698,9-3 1,0-2-554,2-1 1,3-1 0,-3-2-1,-12-1 1,-3-1 0,-2-1 690,9-4 0,-2-3 0,-3-1 1,-6-1-1,1-13 0</inkml:trace>
  <inkml:trace contextRef="#ctx0" brushRef="#br0" timeOffset="42822">5390 5856 14729,'-6'6'899,"0"21"-1394,2 10 1,1 5-1145,-1-1 1,2 2-1,7 6 1,1-2 642,-3-13 1,2-5 995,13 6 0,0-43 0,2-21 0</inkml:trace>
  <inkml:trace contextRef="#ctx0" brushRef="#br0" timeOffset="43258">5821 5891 7533,'7'-17'3276,"-7"-1"-796,-24 0-2570,-14 9-180,8 13 1,-2 7-676,3 6 1,1 4 44,4 4 1,4 4 584,10 2 0,8-1 1395,21 15-316,4-18 1,4-3-91,3-4 1,2-3 224,0 1 1,0 0-406,-3 3 1,-4-1-45,-5 1-1080,-27 13 91,-26-17-1,9-7 0,0-2-629,-9 2-1170,-1-2 2339,26-8 0,29-16 0,20-4 0</inkml:trace>
  <inkml:trace contextRef="#ctx0" brushRef="#br0" timeOffset="43570">6215 5380 7533,'-24'-26'3276,"15"15"-796,-8 3-2300,15 30 0,4 13-135,-2 8 0,0 6-225,0-15 0,0 3 0,0 2 1,0 2-477,2-2 1,0 3-1,0 1 1,1 0 0,-1-3-165,0 4 1,0-1 0,0-1 0,0 0 481,2 1 1,1 0 0,0-1 0,-1-5 67,0 5 0,-1-6 270,3 5 0,-12-47 0,-1-6 0</inkml:trace>
  <inkml:trace contextRef="#ctx0" brushRef="#br0" timeOffset="43772">6092 5944 7533,'-13'-25'3276,"6"5"0,29-21-1638,1 29 0,5 3-2055,16-9 1,5 2 359,-5 10 1,2 2-1,-11-1 1,2 0-1,-2 0 1,9 0 0,0 0-1</inkml:trace>
  <inkml:trace contextRef="#ctx0" brushRef="#br0" timeOffset="45132">6732 6244 7353,'-14'0'3238,"-3"0"-1799,10 0-449,-5 0-361,-1-8 1,7-9-450,-5-26-315,9 12 0,3-1 90,1-4 0,1-1 180,2 1 0,4 2-135,4 10 0,4 3-990,20-13 45,-13 28 1,1 3 224,3-2 1,1 2 359,-4 2 1,0 2 269,17-1 899,-23 8 1170,-2 1-630,-16 1-989,4-2 1169,-5-16-1259,0-2-270,0 1-719,-5 16 179,-2 13-30,2 12 0,0 10 1,3-2-61,3-1 1,2 0 599,-4-4 0,0 2 0,6-5-195,12 0 0,6-9 315,11-11 90,-5-12 0,2-6-270,0-16 0,-1-9 60,-6 4 0,-1-4 0,-1-3-149,-4 0 1,0-3-1,-2-1 1,0 0 155,-2 0 1,-1 0-1,0 0 1,-2-1 111,-1-1 1,0-1 0,-2 0 0,-1 2 120,-1-7 0,-2 1 0,-1 3 105,0-5 0,-1 6 944,-2-2-1529,0 35-180,-11 41 225,2-4 1,-1 5 164,2 1 0,2 3 0,-1 2-285,-1 6 0,-1 2 0,3 1 232,3-8 1,2 1 0,1 1-1,2 0 68,3 5 0,1 3 0,2-3 0,3-3 239,2-2 0,2-5 0,3-1-224,1-1 0,2-1 0,2-16 929,2-22 1,-1-12-316,-3-19 1,-6-10-465,-6 9 0,-3-1 0,-2-3-210,-1-7 0,-3-3 0,-2 3-60,-1 7 0,-3 2 1,-4 3-616,-11-9 0,-7 16-874,-1 30 1,0 9 1627,-10 8 1,23 18 0,10 4 0,13 5 0</inkml:trace>
  <inkml:trace contextRef="#ctx0" brushRef="#br0" timeOffset="45898">7802 5980 5914,'-14'-10'3276,"3"-6"-1605,6 14-952,-2-14-359,0 7-90,-4-1 90,4 18-90,-5 27-225,7-5 0,3 3-180,0-2 0,4 2-540,11 16 1,8-6 494,1-22 0,3-6 315,9 1 0,1-9 44,-6-16 1,-3-11 180,-5-9 0,-4-8 0,-1 3 44,-1 2 1,-3-1-45,-3 0 0,-1-4 0,-2 7 269,0 1-449,-6 5-540,-6 71-135,5-18 1,1 1 44,-4 10 1,2 3-316,6 0 0,3-2-224,2-16 0,2-3 404,0 3 0,3-7 585,33-24 0,-26-23 0,-2-11 0,-1 3 0,1 0 0,-1 0 0</inkml:trace>
  <inkml:trace contextRef="#ctx0" brushRef="#br0" timeOffset="46104">8356 5468 7533,'-12'-25'3276,"-1"21"-2235,7 45-1176,4 1 0,4 8-382,1-14 0,1 4 0,1 2 0,0-1 450,0 1 0,0 0 1,0 1-1,1 0 1,1 1-1,0 1 0,1-1 1,-1 0-1,0-3 1,-1 1-1,0 0 1,0-1-1</inkml:trace>
  <inkml:trace contextRef="#ctx0" brushRef="#br0" timeOffset="46321">8282 5909 7533,'-19'-43'3276,"17"14"-1638,18 3 0,9 3-462,13 7 1,6 2-2227,-6-2 1,2-3-1,1 3 950,1 4 1,0 3-1,-1 1 1,-7 1-1,-1 0 1,0 3-1,8 5 1,1 0-1</inkml:trace>
  <inkml:trace contextRef="#ctx0" brushRef="#br0" timeOffset="46803">8934 5944 13199,'-12'26'-495,"7"-2"1,3 3-810,-2 4 0,2 2 134,7 8 1,1-1 89,3 7 1080,14-16 0,2-54 0,6-7 0</inkml:trace>
  <inkml:trace contextRef="#ctx0" brushRef="#br0" timeOffset="47566">9230 5997 8972,'7'-27'2339,"-13"9"-2609,-13 10-270,-13 8 720,-5 16-180,6 4 90,15 0 0,2 3 449,-5 22-674,15-7 1,6 0-226,6 5-180,22-5 0,9-11 450,-14-26 1,2-6 358,10 2 1,-2-6 0,-14-7 0,-6-5 269,-6-11 1,-6-3 224,-2 3 1,-2 0-45,-2-1 0,-1 1-496,-2 0 1,0 5-225,-1 8-899,7 3 449,18 24 360,2 10 405,-2 1 0,0 5-270,-2 2 0,-1 3-225,1-2 0,0 0 0,-2 0 0,2-3 540,20 4 719,7-34-539,-3-24-360,-12-6 0,-4-6 179,-10 12 1,0 1-405,0-1 1,1 9-1306,9 29 1170,-11 6-854,0 16 0,-2 5 674,-3-2 360,5 12 0,-10 0 0,-23-26 0,-7-3 0,-1 13 0,0-1 0</inkml:trace>
  <inkml:trace contextRef="#ctx0" brushRef="#br0" timeOffset="47765">9045 5715 8252,'-21'-20'67,"1"1"1,-7-5-1,34 34 1</inkml:trace>
  <inkml:trace contextRef="#ctx0" brushRef="#br0" timeOffset="48282">6965 5627 7533,'7'-20'575,"-7"-19"1,-12 10 0,2 2-1,0 1 1</inkml:trace>
  <inkml:trace contextRef="#ctx0" brushRef="#br0" timeOffset="48665">5636 5539 7533,'-39'-20'899,"14"0"1,5 1-1440,10 5-280,-1-19 1,40 15 0,11 1 0</inkml:trace>
  <inkml:trace contextRef="#ctx0" brushRef="#br0" timeOffset="50065">11703 5327 11400,'1'39'1439,"-1"-6"1,-1 7-1350,-1 5 0,-1 6 0,1 2-487,0-13 1,0 1 0,1 1-1,1-1 397,0 2 0,2 0 0,0 0 0,-1-3 60,-1 1 0,0-2 0,1-4 396,5 3 0,-1-7-1176,-3-6 200,3-17-1189,-5-16-1080,0 7 2789,0-23 0,3 0 0,0-3 0,0-10 0,1 0 0</inkml:trace>
  <inkml:trace contextRef="#ctx0" brushRef="#br0" timeOffset="50532">11630 5327 7533,'-7'-27'1638,"1"-1"0,-1-7 1112,18 19-1850,21 16-451,-4 3 1,8 2 0,0 3-300,2 4 0,1 3 0,1 1-230,7 1 1,1 1 0,-5 4-41,-7 3 0,-3 4 0,-9 3-240,-7 15 0,-15 2 90,-11-18 0,-7 0 1,-4-1 59,-6 4 0,-4-1 0,-3-4 120,1-5 0,-2-3 0,1-3-90,-12 2 1,3-5-74,12-4 0,4-6-1905,-4-21 2158,35 12 0,20-10 0,9-3 0,9 7 0,-1 0 0</inkml:trace>
  <inkml:trace contextRef="#ctx0" brushRef="#br0" timeOffset="51038">12651 5309 7533,'-25'-27'3276,"1"1"-2595,-12 24-546,12 8 0,-1 6-180,-12 14 0,0 9 292,13-9 1,0 4-1,1 2 1,1 1-272,-1 4 1,1 1 0,2 1 0,2 2 256,3-4 1,0 2 0,2 1 0,2 0 0,3-2-234,2 4 0,3-1 0,2 0 0,4-2-427,5 10 1,5-1 0,5-6-667,3-11 1,5-4 0,2-5 1046,14 6 0,3-13 1,-11-16-1,0-9 0,1-2 1,-2-4-1,0-1 1,0 1-1</inkml:trace>
  <inkml:trace contextRef="#ctx0" brushRef="#br0" timeOffset="51722">12934 5450 8252,'-19'-19'3059,"1"-13"-2070,11 29 0,7-13 181,18 39-541,-1 1 1,2 5-540,0 5 0,0 5 0,0 2-366,-2-5 1,0 3-1,0 0 1,0 0-63,0 1 1,1 2 0,-1-1-1,0-1-322,0 7 1,-1-2-1,1-4-644,5-3 0,-3-6-1305,-5 8 2609,-4-39 0,-15 15 0,-1-6 0</inkml:trace>
  <inkml:trace contextRef="#ctx0" brushRef="#br0" timeOffset="52038">12823 6227 7533,'-19'-28'3276,"23"-21"-2184,14 22 0,9-2 0,3-1-347,0-2 1,3-1 0,2-2-1,1 0-1234,-1 2 1,1-2 0,2 1 0,-1-1 0,0 1 326,-1 1 0,0 1 0,-1-1 0,0 1 0,-3 1-41,0-1 1,-1 0 0,-2 1 0,-4 3-1281,9-10 0,-7 5-1306,-5 0 2926,-28 41 1,-6 19-1,-8 18 1</inkml:trace>
  <inkml:trace contextRef="#ctx0" brushRef="#br0" timeOffset="52237">13611 5909 7533,'-6'43'3276,"-6"2"-2441,0-15 1,-1 1-2475,0 0 1,0 1 1501,0 0 1,2-2 0,-2 15 0,8-11 0</inkml:trace>
  <inkml:trace contextRef="#ctx0" brushRef="#br0" timeOffset="52871">14053 5539 9062,'-13'-20'3276,"8"4"-1245,33 32-2076,-9 0 0,2 3-1035,14 3 1,2 3-14,-13 0 1,-2 2 0,2-2-418,17 0 1,-2-1 1509,-15 0 0,-2-5 0,18-19 0,-28-20 0</inkml:trace>
  <inkml:trace contextRef="#ctx0" brushRef="#br0" timeOffset="53171">14582 5415 7533,'0'-35'3276,"-5"15"-975,-13 36-1807,0 18 1,-1 10-315,7-12 0,0 3 0,-1 3 0,0 0-425,1 1 1,-1 1 0,0 2 0,1 0 0,0-1-134,2-1 0,1 1 1,0-1-1,0 0 0,1-1 108,0 7 0,-1-1 1,2-1-1,1-2 63,1-1 1,1-3 0,2-4-424,1-5 1,2-5-630,5 0 1259,11-48 0,4-13 0,-6 6 0,1-1 0</inkml:trace>
  <inkml:trace contextRef="#ctx0" brushRef="#br0" timeOffset="53570">14792 6121 12750,'-12'29'-360,"1"0"0,1-4 0,-1-1 0,-6 14 1,-1 1-1,2-8 0,1 1 0</inkml:trace>
  <inkml:trace contextRef="#ctx0" brushRef="#br0" timeOffset="54532">15334 5574 7533,'-19'-28'3148,"1"3"-2069,11 15-539,12 2 270,36 8-451,-5 0 1,3 0-240,-7 0 0,2 0 0,1 0-120,12 0 0,3 0 0,-3 0 135,3 0 0,-4 0-135,2-3 0,-13 6 809,-29 13-449,-39 4-495,4 0 0,-4 3-135,-3 2 1,-2 3-157,12-6 1,-1 1 0,0 2 185,-4 3 0,0 2 0,1 0 330,4 2 0,0 2 0,2-2-30,0-1 0,1-1 0,3 0 209,-1 6 1,5-2 450,-2 9-270,24-9 269,18-23-89,14 5-450,6-21 0,5-6-810,-5 6 0,0-1-240,-6-5 1,3-1 0,-4 1 419,2 5 0,-3 0 450,1-3 0,-15 3 0,-23 6 0,-10 0 0</inkml:trace>
  <inkml:trace contextRef="#ctx0" brushRef="#br0" timeOffset="54842">15297 5909 7533,'-45'-20'3276,"14"5"0,37 15-2453,37 0-733,-6 0 0,6 0-570,-6 0 1,3 0-1,1 0-613,4 0 1,1 0 0,-1 0 914,-1 1 0,-1-1 0,-4-1 0,0-6 1,-7-2-1,5-11 0</inkml:trace>
  <inkml:trace contextRef="#ctx0" brushRef="#br0" timeOffset="55170">16035 5256 7533,'23'-17'3276,"9"30"-2184,-9 8 0,2 9 0,-2 4-273,-5 0 0,-2 3 0,-2 4 0,-1 2-1366,-3-6 1,0 3 0,-1 2 0,-2 1 0,-1-1 0,-3 1 15,-1-1 1,-2 0 0,-2 1-1,-1-1 1,-2 0 0,-1-1 98,-2 6 0,-2-1 0,-2 0 1,-1-3-1,-2-1 229,-3 1 1,-3-3 0,0-2-1,0-2-184,-2-2 0,0-2 1,1-4 386,-2 0 0,-1-3 0,-4-3 0,0-1 0,3-4 0,0 1 0</inkml:trace>
  <inkml:trace contextRef="#ctx0" brushRef="#br0" timeOffset="92466">1376 7497 7892,'0'-20'1530,"0"-4"-811,0 15 181,0 7-631,0 21 1,0 18-540,-2 7 0,-1 7 1,0 3-193,2-15 1,1 2 0,0 0 0,0 1 0,-1-1 335,0 1 0,-1 1 0,0-1 0,0-1 0,1-1 81,1 2 0,0-2 0,0-2 0,0-3-180,0 8 1,0-8-406,0 1-547,0-21 1177,8-30 0,-3-8 0,0-5 0,4-10 0,-1 1 0</inkml:trace>
  <inkml:trace contextRef="#ctx0" brushRef="#br0" timeOffset="92849">1323 7691 7533,'-6'-34'819,"0"1"0,0 0 0,3-16 0,4 4 151,5 11 1,6 5-342,7 8 1,7 5-91,15 0 1,4 8-240,-12 8 0,0 3 0,1 2-120,5 1 0,1 2 0,-3 3 89,7 9 1,-6 5-135,-7 4 0,-11 5-225,-25 12 0,-13 2-30,2-14 0,-3 0 0,-3-2-534,-8 3 0,-4-1 0,0-3 444,2-5 0,-1-2 0,0-3-150,-13 4 1,4-9-811,-5-22-1438,15 10 2608,64-20 0,15 8 0,-7 3 0,0 1 0</inkml:trace>
  <inkml:trace contextRef="#ctx0" brushRef="#br0" timeOffset="94332">1993 8043 6993,'-19'0'3276,"3"0"-2234,16 16-683,8 19 91,-4-5 0,2 3-180,2 3 0,1 1 179,-2-5 1,-4-2 180,-11 13-271,-4-33-808,-21-35 269,25-4 0,4-5 90,-5-10 0,3-2 45,7 0 0,5 2-135,5 6 0,4 5 90,-3 9 0,5 5-1549,22 11 1,5 6 1489,-14-2 0,0 2 1,17 12-1,1 4 1,-13-4-1,0-1 1</inkml:trace>
  <inkml:trace contextRef="#ctx0" brushRef="#br0" timeOffset="94715">2434 8043 8702,'-17'0'3276,"-9"0"-1245,6 0-1941,-5 0-1169,7 16-1,1 19 180,13 3 1,6 3 359,4-7 1,5 0 809,5 8 0,6-7 1439,23-16 90,-2-36-1170,-30-11 1,-7-7-630,-3-9 0,-6-2-180,-4-1 0,-5 4-585,-1 9 1,-2 5-1665,-10-12 2429,31 54 0,29 1 0,-3 8 0,1-1 0</inkml:trace>
  <inkml:trace contextRef="#ctx0" brushRef="#br0" timeOffset="95234">2699 7549 8792,'-18'0'2608,"-7"32"-2473,17-4 0,4 7-15,0 4 0,1 6 0,2 2-649,3-6 0,3 2 1,0 0-1,1 0 439,-2-1 0,0 1 0,1-2 0,1-2 150,5 3 0,1-3 0,-1-4 677,-6 1 0,1-16 523,10-35-1170,-11-12 0,-2-7-90,0-11 0,4-2 10,2 13 1,2 0 0,2 2-146,3-8 0,5 9 405,9 20 0,1 13-1,-2 15 1,-3 11-240,-8-2 0,-3 5 0,-3 2 60,-2 2 0,-4 1 0,-4 1 90,-7-1 0,-4 0 0,-3-3-315,-8 6 0,-7-5 34,-11-5 1,-2-7-1384,10-11 0,3-4 1484,-16 0 0,58-22 0,25-5 0</inkml:trace>
  <inkml:trace contextRef="#ctx0" brushRef="#br0" timeOffset="96516">3828 7532 9512,'9'-18'1169,"-1"8"-270,-8-5-359,0 13-180,0 17-315,7 15 0,2 9-203,-7-2 1,-1 7 0,-1 2-1,1-1-427,3 2 0,1 1 0,0 0 1,-3 0 381,-4 0 1,-2 1-1,-1-2 1,0-3 711,3-2 1,0-3 0,-6-11 1109,-25-10-899,5-53-855,17 5 0,3-5-315,1-4 1,6-2 269,9-4 0,9 4 135,7 11 0,5 3 135,-2 4 0,4 0 0,0 2 59,-1 3 1,1 1 0,0-1 300,0-1 0,-1-2 0,-3-2 269,3-14 1,-7-4-316,-8-2 1,-5-2 315,-3 0 0,-6 0-585,-8-5 0,-2 4-764,5-3-271,-11 57 765,9 12 0,4 10-405,0 13 1,2 7-1,0 1 10,-1-14 0,1 1 1,0 1-1,1 1 395,2 8 0,0 3 0,2-1 1,2-3 156,0-6 1,1-1-1,2-2 1,0-2 96,1 3 1,1-3 0,2-7 960,21 4-720,-9-66-271,-13 3 1,-1-5-180,2-5 1,0-2 133,0 1 1,-1 4-854,5-1-760,-2 31-770,1 50 1394,4-8 1,1 2 944,-12-6 0,4-3 0,10-6 0,7-2 0,0-5 0,3-6 0,1 0 0</inkml:trace>
  <inkml:trace contextRef="#ctx0" brushRef="#br0" timeOffset="97133">4815 7955 7533,'0'-32'1092,"0"-1"0,-1 5 0,-5 6 1838,-12 12-3110,-17 35-315,11 3 1,3 7-271,4 9 1,4 2 314,-1-1 0,5 0 135,13 4 1,7-4 269,1-18 0,4-5 45,9 0 0,3-10 539,12-30-224,-15-6 0,-5-5-90,-10-3 0,-3-1-1,1 1 1,-3 2 315,-5-6-990,-2 21 1,-3 38-271,21-1 630,5 13 405,9-25 0,4-10-1,-6-12 1,-1-9 314,3-9 1,2-6 0,-5-2-360,-10 2 0,-4-2 0,-1-4-328,0-4 0,-1-6 1,-1 1-1,-3 6 328,-2-4 0,-4 4 494,-3-7 1,-2 22-1305,-8 73 30,6-10 1,2 7-1,0 2-67,0-3 1,0 1 0,1 2 0,1 0 58,3 4 1,1 1 0,1 0 0,2-1-158,3-4 1,1 0-1,1-3 1,0-1 674,1 2 0,0-2 0,3-8 0,21-3 0,-24-50 0</inkml:trace>
  <inkml:trace contextRef="#ctx0" brushRef="#br0" timeOffset="97272">5217 7743 7533,'-13'-9'3276,"19"1"-1901,16 6 0,9 4-1375,3-2 0,4 0 0,-4 0 0,5 0 0,1 0 0,0 0 0,0 0 0,0 0 0,0 0 0,0 0 0</inkml:trace>
  <inkml:trace contextRef="#ctx0" brushRef="#br0" timeOffset="98032">7088 7497 7533,'-12'-18'3276,"5"-8"-1965,12 30 128,20 16-1214,-6 14 0,0 10-450,-4-12 0,2 3 0,0 1 1,0 0-325,1 1 0,-1 0 0,0 0 0,1 1-216,-1 4 1,1 2 0,-1-2-1,1-3 465,1-3 0,0-4 1,-3 0 299,0 10 0,-7-2 0,-9-13 0,-5-1 0,-6 6 0,1-1 0</inkml:trace>
  <inkml:trace contextRef="#ctx0" brushRef="#br0" timeOffset="98288">7088 8361 7533,'-16'-27'1092,"1"1"0,3-10 0,10-5 0,14 6 0,8-3 0,4-2-1134,-4 7 0,1-2 1,2-2-1,2 1 1,1 0-4,0 4 0,2 0 0,1 0 0,0 0 0,1 0 0,-1 0-315,-1 1 0,1-1 0,0 0 1,-1 1-1,0 0 0,-2 2-460,7-6 1,-1 0 0,-2 3 0,-2 3 622,9-9 0,-7 5 1,-1 0-1,-24 25 1</inkml:trace>
  <inkml:trace contextRef="#ctx0" brushRef="#br0" timeOffset="98687">7963 7832 13739,'27'-28'-225,"-2"18"0,6 3-1414,17 1 1,3 4 1629,-5-1 1,-6 6-1,-13 10 1,-10 5 0,-23 21-1</inkml:trace>
  <inkml:trace contextRef="#ctx0" brushRef="#br0" timeOffset="98866">7938 8061 11850,'33'-5'90,"0"0"0,0-1 0,5 0 0,0-1 0,1 1 0,4-1 0,2 0 0,0 1 0,-1 1 0,0 0 0,0-1 0</inkml:trace>
  <inkml:trace contextRef="#ctx0" brushRef="#br0" timeOffset="100082">8799 7867 7533,'-31'0'3276,"6"-8"-256,13 6-2480,17-6 989,36 24-1574,-15 1 0,1 1-180,11 1 0,-2 1-45,-8 8 1,-5 3-1,-7-4 0,-7-1 90,-17-1 0,-8-3 90,-5-2 0,-4-5 90,-9-4 0,-1-6-765,9-4 1,2-2-1125,-6 1-90,30 0 1979,79-8 0,-41-3 0,3-3 0,5 1 0,0 1 0,0 0 0</inkml:trace>
  <inkml:trace contextRef="#ctx0" brushRef="#br0" timeOffset="100333">9340 7902 7533,'13'-23'2878,"-12"9"180,-24-19-2158,-22 39-406,5 8 1,0 7-315,6 5 0,3 5-277,-2 7 0,5 2-83,9-4 0,14-1-240,24-9 0,15-3 1,0-2-346,9 2 0,5-7 774,-10-7 0,6-3 0,-1-3 1,-4-5-1,-5-6 0,-3-4 1,-2-3-1,6-13 0,-1 1 1</inkml:trace>
  <inkml:trace contextRef="#ctx0" brushRef="#br0" timeOffset="101449">11309 7320 7533,'-12'-10'3276,"-1"3"-526,6 22-2120,13 20-405,7-4 0,4 1-585,9 8 0,4 1-733,-7-14 1,0 0 0,2-1-1,-1-1 1,1-2 0,-1-1 999,2 5 1,-1-8 0,10-18-1,-17-22 1</inkml:trace>
  <inkml:trace contextRef="#ctx0" brushRef="#br0" timeOffset="101739">11888 7303 7533,'-11'-28'3276,"-3"10"-1638,-5 31 0,-3 14-1334,5-2 1,0 6-1,0 3-1124,2 0 1,-1 3 0,1 3 0,-1 2 662,2-4 1,-1 3-1,1 1 1,-1 2 0,2-2-1,0 0-113,1 0 0,1 1 1,0-2-1,1 1 0,0-1 198,-2 2 0,1 2 0,-1-2 0,2-1 0,1-5 72,2 2 0,1-5 0,2-3-183,-2 18-2065,17-47 2248,3-12 0,2-6 0,3-3 0,0-4 0,0 1 0</inkml:trace>
  <inkml:trace contextRef="#ctx0" brushRef="#br0" timeOffset="102554">12330 7867 7533,'-24'0'3276,"5"0"-1335,1 0-592,17-8-719,35 6-810,-7-6 0,5 0-495,13 7 1,3 1-965,-3-6 1,-3 4 1599,-5 6 1,-11 7-1,-28 25 1,-17-9-1,1 1 1</inkml:trace>
  <inkml:trace contextRef="#ctx0" brushRef="#br0" timeOffset="102771">12245 8079 14549,'35'-14'-1093,"1"0"1,3 0 0,4 3 984,-7 6 0,2 2 1,-2 1-1,8-3 1,-3 2-1,0 3 1,0 0-1</inkml:trace>
  <inkml:trace contextRef="#ctx0" brushRef="#br0" timeOffset="103416">13007 7955 7533,'-12'-25'3276,"0"-3"-1425,-11 9-1312,2 19-539,-14 27-180,20 5 1,4 5-91,-3 3 0,3 2-210,9-7 0,3 2 1,4-3-16,10 6 0,7-6 405,8-6 0,4-13 495,7-24 0,-1-15-46,-13 3 1,-2-4 0,-3-3-60,-3-6 0,-3-3 0,-1 0-1,1 0 1,-2 0 0,-2 5 510,1-9 359,4 76-1049,-14 4 0,-3 11 0,-2 4-382,3-11 1,-1 2-1,1 2 1,-2 1-1,0 0 367,0-4 0,-1 2 0,-1-1 0,0 1 0,-1-1 0,-1-2-51,-1 3 0,-1-1 0,0 0 0,-3-2 0,-2-3 220,-4 6 0,-1-1 1,-4-5-1,-5-8 146,-9-6 0,-5-8 0,-2-9-390,-5-10 0,-1-9 0,-1-4-593,11 0 1,0-2 0,1-2 0,1-1-258,3-2 1,1-2 0,1-1 0,3 2 810,-4 0 1,2 1-1,11 1 1,16-13-1,40 25 1</inkml:trace>
  <inkml:trace contextRef="#ctx0" brushRef="#br0" timeOffset="105301">15420 7461 7982,'-18'-35'3276,"-7"8"-1335,5 9-1221,-3 10 0,21 0-181,25-2-494,3 5 0,4 1 75,2 0 0,4 2 0,0 0 90,3 1 0,1 1 0,1 1-61,5 1 0,1 0 0,-4 2-194,2-2 0,-5 5-90,-9 11 0,-11 6 90,-23 1 0,-11 4-195,-3 2 0,-4 2 1,-2-1-159,0-3 1,-1-2-1,-2 2 353,0 2 0,-3 3 0,0 1 0,1-2 112,2-3 1,1-1 0,0 1-1,0 1 135,-3 4 1,1 1-1,1 0 1,0 0 246,-3 4 1,2-1 0,2-3 44,1 6 1,6-5-944,7 6 518,45-26 246,-5-11 0,5-4-45,0-5 0,4-3 0,1 0-726,2 0 1,1 0 0,0-2-385,1-3 1,-1-2 0,-2 2-511,6 0 1,-5 2-85,-14 0 1,-5 2 1433,-6 7 0,-44 0 0,-5 0 0</inkml:trace>
  <inkml:trace contextRef="#ctx0" brushRef="#br0" timeOffset="105533">15346 7902 7533,'-41'-8'1638,"0"1"0,0-13 0,13 7 0,11-1 0,32-4 0,16 2-1496,0 5 0,5 3 0,3 0-962,0-1 1,2 0 0,3 1 0,0-2 163,-4 2 1,2-1-1,0-1 1,0 2 0,-3 0 245,11 0 0,-2 2 1,-1-1-1,-3-2 1,0 0-1,-7 3 0,12 6 1</inkml:trace>
  <inkml:trace contextRef="#ctx0" brushRef="#br0" timeOffset="106882">16466 7867 8162,'-20'-27'3276,"8"1"-1155,12 8-951,18-7-451,8 13-269,0-4-90,-3 9-540,-16 5 90,-2-6 360,-16 8 0,9 0 89,-14 0-269,9 0-360,0 0 91,7 0-181,23-8 45,5 7 0,4 0 90,11-7 0,3 0 45,-9 9 0,1 2 1,-1-1 89,9-6 0,-3 2 135,-8 10 0,-4 0 135,-7-6 359,-19 6 271,-11-8-180,-1 0-810,-4 0-450,10 0-180,-4 0 1,-1 0 539,5 0 90,-5 0 270,6 0-910,0 0 1,-27 23 0,-8 7 0</inkml:trace>
  <inkml:trace contextRef="#ctx0" brushRef="#br0" timeOffset="107182">16405 8114 7533,'-14'0'3276,"-8"0"-1155,19-8-592,9-2 0,36-7-1170,-2 3 1,6 2-676,-10 7 0,2 2 0,1-1-164,8-3 0,0-2 1,0 2-614,-4 3 1,-1 1 0,-1 0 904,-4 1 1,-2-1 0,-2-2 0,3-6 0,-5-1 0,10-8-1</inkml:trace>
  <inkml:trace contextRef="#ctx0" brushRef="#br0" timeOffset="107882">17524 7743 7533,'0'-19'3276,"-6"-12"-1695,5 19-52,-5-6-899,12 10-1,17 8-89,10 0-315,-9 4 0,2 0-135,23-2-270,-11 14 0,-8-6-90,-23 15 180,-23 3 0,-8 3-45,1 1 0,-3 2 112,1-4 1,-5 3 0,0 0-1,3-1-397,1 1 1,1-2 0,1 1 479,-2 1 0,1 0 0,3-3 29,4-2 1,7-5 90,17-5 180,19-11-180,18-7-315,-10 1 0,2-2-900,-1-2 1,1-1-45,3-1 0,-2 0-1620,9-5 3081,-16 2 0,-46 16 0,-10 2 1</inkml:trace>
  <inkml:trace contextRef="#ctx0" brushRef="#br0" timeOffset="108104">17364 8026 7533,'-25'-28'3276,"12"3"0,24 15-2190,12 1 1,8 2-1987,11 5 1,5 2-194,-7-2 1,3-1 0,-3 1 708,4 1 1,-2 2 0,3 2-1,-4 1 1,4 6 0</inkml:trace>
  <inkml:trace contextRef="#ctx0" brushRef="#br0" timeOffset="109500">9673 7338 7533,'-11'-35'2158,"3"7"-1078,-5 3 89,13 15 450,34 41-1199,-14-8 0,2 4 0,-1 3-833,-1 2 0,1 3 1,-2 2-1,-1 3 341,-3-3 0,0 3 0,-2 1 0,-2 1 0,-2-1-540,-3 2 1,-3 0-1,-1 1 1,-3-1-1,-2 0 108,-2-1 0,-3 0 1,-1-1-1,-2 0 1,-1-1 143,-3 5 0,-3 0 0,0-2 0,-2-2 360,0-4 0,-2-1 0,0-2 0,1-2 0,-2 1 0,1-3 0,-1 0 0,1-2 0,-1 0 0,1 0 0</inkml:trace>
  <inkml:trace contextRef="#ctx0" brushRef="#br0" timeOffset="110116">6867 7144 7533,'-24'-18'629,"-7"0"-89,5 28 0,-3 10-226,-8 8 1,1 9-767,13-6 0,2 5 0,1 4 0,2 1 578,2 0 0,1 2 0,2 2 0,1 1 0,3-1-162,2 0 0,2 1 0,2 0 0,2 0 0,4 0-264,1-3 0,2 0 0,1 1 0,3-1 1,3-2-1,3-2 300,5 1 0,5-2 0,3-2 0,0-2 0,1-2 0,3 3 0,0-2 0,2-4 0,2-2 0,4-8 0,-1-1 0,0 1 0,1-1 0</inkml:trace>
  <inkml:trace contextRef="#ctx0" brushRef="#br0" timeOffset="111017">10115 8308 7533,'21'10'1079,"1"-2"-179,-10-16-271,13-26-449,-7 9 0,1-4 45,3-10 0,0-3-225,-7 11 0,0-2 0,-2 1 359,1-6 1,-2 2 45,-2 7 0,-4 5-45,-6 0-1,0 48 181,0 13-270,0-3 0,0 3-360,5-1 0,1 0-1080,2 1 1,4-3 1169,7-10 0,4-11 0,2-30 0,1-13 0,-6 0 0,1 1 0,-1 0 0</inkml:trace>
  <inkml:trace contextRef="#ctx0" brushRef="#br0" timeOffset="111438">11297 7108 7533,'-6'-17'3276,"-11"7"-1785,-26 18-1281,18 8 0,-2 7 0,0 5-76,-1 1 1,-1 5 0,1 3 0,1 4-540,6-6 1,2 3 0,0 2 0,1 1 0,1 1 0,2 1 478,-1 2 1,0 1 0,2 1 0,1 0 0,3 1 0,3-1-375,3-1 0,2 2 0,3-1 1,2 0-1,2-2 0,3-2 300,5 2 0,2-2 0,4-1 0,1-3 0,2-4 0,3-1 0,3-4 0,1-3 0,1-4 0,14-4 0,0 0 0,0 0 0</inkml:trace>
  <inkml:trace contextRef="#ctx0" brushRef="#br0" timeOffset="112249">13475 7179 7892,'6'12'1439,"7"17"1,2 12-1395,-4 0 0,-1 6 0,0 5 0,-1 0-592,-1-9 1,1 2 0,-1 1 0,0 2 0,-1 0 0,-2 1 567,-1-3 1,-1 2 0,-1 1-1,-1 1 1,-1-1 0,-1 0-1,1-1-21,-2-2 0,1 0 0,-1-1 0,-1 1 0,-1-2 0,-1 0 0,0-2 36,-4 9 0,-1-2 0,-1-1 0,-2-1 0,0-3 260,-4 5 0,0-2 1,-2-3-1,-1-5-1136,-3-7 1,-2-5-1,3-2-141,1 5 1,1-9 980,-6-15 0,60-39 0,-14 14 0,0 0 0</inkml:trace>
  <inkml:trace contextRef="#ctx0" brushRef="#br0" timeOffset="112715">13882 8343 7982,'0'-19'3276,"0"-13"-2575,11 12 0,5-3-566,5-11 0,3-4-46,-1 4 1,3-3 0,0 2-210,0 1 0,0 0 1,-3 2 209,1-8 0,-3 7 179,6 16 361,-27 30-241,0 16 1,0 11 0,0-3-255,2 0 0,2 1-645,2 4 1,4 4-1,3-7 510,4-6 0,5-9 0,13-14 0,3-10 0,0-16 0,0 0 0</inkml:trace>
  <inkml:trace contextRef="#ctx0" brushRef="#br0" timeOffset="113316">15284 7038 7533,'-22'-28'3276,"-16"3"-3115,6 29 0,-4 14-49,7 2 0,-2 6 1,0 5-1,3 1-736,0 5 1,3 3 0,1 3 0,0 6 544,7-11 0,0 3 0,-1 4 1,2 1-1,0 2 0,2-1 1,1 0-1,3-2-213,2 0 1,3 0 0,1-1 0,1 0 0,2 1 0,2 0 0,0 0-121,2 4 1,2 2 0,1 1 0,2-1 0,1-1-1,1-3 1,1-4 411,1 0 0,2-3 0,1-3 0,2-3 0,5-2 0,9 3 0,6-5 0,1-4 0,-1-3 0,-3-8 0,0 0 0,1 0 0</inkml:trace>
  <inkml:trace contextRef="#ctx0" brushRef="#br0" timeOffset="114083">18016 7020 7533,'5'-35'3148,"13"31"-2429,5 32 1,2 19-473,-5-14 1,3 4-1,-1 3 1,-1 4-717,-6-8 1,-1 3 0,0 2 0,-1 1 0,0 1 0,-1 1 0,-1-1 445,1 5 1,-1 0 0,0 1-1,-2 0 1,0 1 0,-2-1 0,-2 0-133,-1-3 1,-2 0 0,-1 1 0,-1-1 0,-2-1-1,0 0 1,-2-1 0,-1 2 0,0 0 0,-2-1 0,-1-2 0,-2-1 0,-3-3-566,-6 6 1,-4-3-1,-2-3 1,2-3 719,1-3 0,1-4 0,-2-1 0,-2-1 0,-1-1 0,1-2 0,-4 2 0,1 1 0</inkml:trace>
  <inkml:trace contextRef="#ctx0" brushRef="#br0" timeOffset="115704">3475 10301 7533,'-35'0'3276,"7"0"-1965,18 0-232,36 0-944,6 4 0,6 0-810,11-3 1,2 0-136,-10 3 1,1 2-1,-1 0 810,-5-4 0,-1 0 0,-6 3 0,2 21 0,-39 1 0</inkml:trace>
  <inkml:trace contextRef="#ctx0" brushRef="#br0" timeOffset="115955">3422 10672 7533,'-47'0'3276,"14"0"-975,48-16-1942,12 9 1,7 2-930,-3-3 1,3-2-1,1 3-523,8 2 1,3 2 0,-2 1 739,-3-1 1,-2 0 0,-1 1 0,8 2 0,-4 0 0,-13 0 0,1 0-1</inkml:trace>
  <inkml:trace contextRef="#ctx0" brushRef="#br0" timeOffset="116366">3828 10142 10411,'15'-2'2519,"28"12"-2250,-11 2 1,4 3 0,0 1-330,4 2 0,1 0 0,0 1-344,-7-3 1,0 1 0,0 1-1,-3 2 284,3 4 0,-3 2 0,-8 2 148,-6 15 0,-14 2-268,-10-12 0,-7 1 1,-2-3 89,-3-2 0,-4-2 0,-2 0-233,-2-1 1,-3 0 0,-2-1 0,3-2-878,-11 3 1,2-1 1259,2 2 0,1-3 0,-12-9 0,28-15 0</inkml:trace>
  <inkml:trace contextRef="#ctx0" brushRef="#br0" timeOffset="117816">5317 10001 7533,'13'-33'1169,"-3"4"-269,-10-15-91,0 25-89,6 3-271,1 32-134,-3 16 0,-1 10-495,-1-5 0,0 3 0,-1 3-180,-1 2 1,-2 5-1,0 0 1,1-1 134,0-4 0,1-1 0,0-1 0,-1-1 45,-1 8 0,0-2 0,1-5-45,3 0 1,1-9-1305,-1-17 719,3-11 810,1-29 0,-5-20 0,2 10 0,0 1 0</inkml:trace>
  <inkml:trace contextRef="#ctx0" brushRef="#br0" timeOffset="118217">5292 9825 7533,'-6'-32'1092,"-1"-1"0,6 5 0,7 5 1298,29 6-2030,0 17 0,5 7-180,-2 2 0,2 3 0,0 3-279,-3 3 1,0 3-1,-2 2-261,-3 2 0,-1 1 1,-8 4 134,-3 17 0,-15 2 180,-18-3 0,-11-2-15,2-15 0,-4-2 0,-3-3-120,-2-3 0,-4-4 0,1-2-87,-11 4 0,3-4-453,11-10 1,6-1-2340,7 4 3059,43-8 0,10-10 0,8-3 0,-9 3 0,0 0 0,1 0 0</inkml:trace>
  <inkml:trace contextRef="#ctx0" brushRef="#br0" timeOffset="118549">6202 9666 7533,'-7'-10'1709,"-4"-13"899,-1 11-1798,-2-13-1035,-9 22 0,-4 11 135,-5 19 0,-1 13 157,8-8 1,-2 5-1,0 3 1,1 2-351,5-1 1,0 3 0,2 2 0,1 1 0,1 0 417,4-6 0,0 1 0,2 0 0,0 0 0,3 0 0,2 0-243,1 7 0,2-1 0,2 1 0,4-2 0,3-3-712,4 2 1,5-1 0,3-4 0,1-2 703,7 4 0,2-4 1,3-7-1,2-13 1,2-5-1,0-4 0,8-7 1,0 0-1</inkml:trace>
  <inkml:trace contextRef="#ctx0" brushRef="#br0" timeOffset="119332">6411 10019 7083,'0'-20'2249,"0"-3"-990,-5 13-360,3 8 91,-3 27-586,13 11 1,6 7-405,-3 0 0,2 5 0,1 2-622,0-6 1,2 1 0,0 1 0,1-1 117,-2-7 0,1 1 1,0 0-1,0-2 1,1-2-150,0 2 1,1-2 0,-1-2 0,0-2 652,10 15 0,-3-8 0,-1-13 0,-24-17 0</inkml:trace>
  <inkml:trace contextRef="#ctx0" brushRef="#br0" timeOffset="119599">6301 10883 7533,'-25'0'1529,"-5"-23"0,21-22-780,14 13 1,7-3 0,5-2-1035,3 1 0,4-2 1,3 0-1,2-1 405,-5 7 0,2-1 0,2 0 0,0 0 0,0 0 0,0 1-228,5-4 0,1 0 0,0 1 0,-1 0 0,-1 2-499,1-2 0,-1 1 0,-1 2 0,-3 2 742,1 1 0,-3 3 0,-6 7 0,-6 7 0,-9 6 0</inkml:trace>
  <inkml:trace contextRef="#ctx0" brushRef="#br0" timeOffset="120088">7040 10442 8342,'-14'-27'3276,"19"-7"-975,32 23-2661,-7-2 0,2 2 360,0 9 0,1 2-1639,12-1 1,-3 2 1344,-9 9 1,-25 15 0,-10 7 0,-22 1 0,0 1-1</inkml:trace>
  <inkml:trace contextRef="#ctx0" brushRef="#br0" timeOffset="120271">7015 10672 13020,'44'-13'8,"0"0"0,-7 4 0,1-1 0,-1 2 0,-2 0 1,0 2-1,1 0 0,1 1 0,1 0 0,-1-1 1</inkml:trace>
  <inkml:trace contextRef="#ctx0" brushRef="#br0" timeOffset="120849">7580 10336 8072,'-19'-35'1530,"7"16"-721,12 3 270,12 16 181,24 8-900,4 17-271,-13-4 1,0 3-135,-2 9 0,-6 5-135,-5 5 1,-8 2-271,-7 4 0,-10 0 360,-8-6 0,-7-4-180,-6-5 1,-4-7 269,7-11 0,0-6 179,-18-10-1258,27-10-1529,9-16 2608,33 14 0,16-19 0,-6 21 0,-1 1 0</inkml:trace>
  <inkml:trace contextRef="#ctx0" brushRef="#br0" timeOffset="121166">8036 10372 7533,'-18'-26'3276,"-6"7"-436,-8 1-2795,-2 24 0,-1 11-270,3 8 0,2 5-270,4-4 0,0 2 0,4 1 225,-2 14 0,11 2 341,16 0 1,11-4-432,8-11 1,7-3-301,0-5 0,3-2 1,0-3 659,4-4 0,1-7 0,4-6 0,-2-8 0,-13-6 0,0-1 0</inkml:trace>
  <inkml:trace contextRef="#ctx0" brushRef="#br0" timeOffset="121638">8553 10742 7533,'24'0'3276,"-10"0"-1695,-3 24-1671,-27 21-135,4-17 0,-2 1-630,-9 3 1,-4-4-785,2-12 1,0-4 1580,-14 3 0,16-38 1,17-7-1</inkml:trace>
  <inkml:trace contextRef="#ctx0" brushRef="#br0" timeOffset="122316">9315 10019 7533,'-18'-10'3276,"0"10"-886,11 41-2480,12 1 1,6 4-931,1-9 1,3 0-1,2 1 72,5 5 0,3-1 1,3-3 377,4-9 0,2-3 1,-1-4 583,1-1 1,-1-9-1,3-16 1,-4-11 0,-16-10-1,0 1 1</inkml:trace>
  <inkml:trace contextRef="#ctx0" brushRef="#br0" timeOffset="122573">9857 10054 7533,'-41'-12'1638,"11"30"0,-1 13-692,1 1 1,1 5 0,0 4-1545,5 0 0,2 4 0,0 1 0,1 1 328,5-10 0,0 1 0,1 0 1,1 0-1,1-1-23,-1 4 1,2 0 0,0-1 0,2-2 112,1 5 0,1-1 0,1-5-111,0-4 1,2-3-1509,5 11 1889,12-31 0,18-26 0,8-14 0</inkml:trace>
  <inkml:trace contextRef="#ctx0" brushRef="#br0" timeOffset="122800">9808 10548 9691,'5'-18'2969,"19"9"-3194,0-4 0,6 2-990,15 8 1,3 2 90,1-7 0,-1 1 1124,1 2 0,-17 10 0,-51 34 0,-13-15 0,0 1 0</inkml:trace>
  <inkml:trace contextRef="#ctx0" brushRef="#br0" timeOffset="122993">9882 10760 7533,'-26'15'3276,"2"-11"-2685,34 12-231,27-16-1035,-4-6 1,4-4 674,-6 3 0,3-2 0,-1-2 0,6-5 0,-1-2 0,2-1 0,1-2 0,1 0 0,-1 0 0</inkml:trace>
  <inkml:trace contextRef="#ctx0" brushRef="#br0" timeOffset="123516">10461 10513 7533,'-32'-10'3276,"2"2"-2621,15 27 1,5 9-746,1-4 0,4 3-360,7 17 1,7 0 179,-2-10 0,8-5-390,11-7 1,7-3-1,0-9 525,0-12 0,0-8 165,-1-1 0,3-3 0,-7-8 329,-8-11 0,-7-8 1,-2 0 59,-1 3 1,-2 0 0,-3 2 434,1-10 1,-6 12-315,-6 26-810,5 36 0,1 22 292,-1-16 1,0 3-1,-1 2 1,1 2-51,-1 1 0,0 2 0,-1 1 0,1 1 0,0-2 154,0 1 0,0-1 0,0 0 0,-1 0 0,-2-1 71,-2-1 1,0 1 0,-2-2 0,-2-1 0,-2-4 293,-6 8 0,-3-4 0,-5-9-221,-2-12 0,-3-7 0,-1-7-151,-2-11 1,-1-8 0,1-4-390,0-3 0,2-4 1,3-3-541,5 0 1,4-2-1,2 0-829,-1-6 1,11 1-1,25 3 1,9 4 1479,-10 8 0,4 2 0,13 3 0,9 1 0,-2 2 0,4-2 1,0 1-1</inkml:trace>
  <inkml:trace contextRef="#ctx0" brushRef="#br0" timeOffset="123688">10867 10777 7533,'15'-19'1638,"1"-1"0,8-19-263,-22 63 0,-8 13-3014,-3-15 1,-2 3 1541,1 9 1,0 6 0,-3-3 0,-10 5-1,0-3 1,3 0 0,1 0 0</inkml:trace>
  <inkml:trace contextRef="#ctx0" brushRef="#br0" timeOffset="125099">11703 10160 7533,'14'10'2428,"-3"-18"-1258,-6-4-1,8-13 270,16-9-989,-3 19 0,4 1-271,0-2 1,3 5 90,0 9 0,3 6 0,-3 1-270,-1 4 0,-1 4-360,15 9 0,-7 7-90,-23 0 1,-8 3 44,-4 6 0,-8 4 255,-9-5 0,-7 2 1,-3-1-124,-4 1 1,-3 0 0,-2 0 452,6-6 0,0 0 0,-1 1 0,1-2 239,-5 5 1,2-1 0,2-2 164,-4 4 1,5-3-495,7-8 0,10-5-449,25-4 359,22-9-405,2-3 0,5-4-360,2-8 1,2-3-226,-16 5 1,1 0 0,-1 0 989,8-6 0,-9 2 0,-22 8 0,-28 10 0</inkml:trace>
  <inkml:trace contextRef="#ctx0" brushRef="#br0" timeOffset="125321">11826 10548 7533,'-30'-35'3276,"10"0"0,2 7-2453,45 10-913,-1 13 1,5 3-721,3 0 0,4 3 1,1 0-284,7 1 1,1 1 0,-3-1 545,4-2 1,-2 2 0,3 8 0,-7 4 0,-10 6 0</inkml:trace>
  <inkml:trace contextRef="#ctx0" brushRef="#br0" timeOffset="125588">12442 10601 10321,'0'-27'3058,"22"9"-3373,4 5 1,8 2-901,12 8 1,3 2 1214,-14-5 0,1-2 0,-4 7 0,-2 13 0,-8 7 0,-10 20 0</inkml:trace>
  <inkml:trace contextRef="#ctx0" brushRef="#br0" timeOffset="125772">12453 10830 7533,'-39'0'3276,"32"0"-796,46-8-3200,-6 3 1,6-1 0,-3 0 329,-2 0 1,0 0 0,7-2 0,5 0 0,-4 1 0,-6 2-1,0 0 1</inkml:trace>
  <inkml:trace contextRef="#ctx0" brushRef="#br0" timeOffset="126549">13413 10478 7533,'-19'-26'3276,"2"6"-1335,15-5-1222,31 15-269,7 1 0,7 2-480,-6 5 0,2 2 0,0 1-120,5-2 0,1 0 0,-2 3 0,-6 1 0,0 2 0,-6 4 15,0 6 1,-12 5 89,-20 6 0,-10 1-180,-12 5 0,-7-1 345,-2-5 0,-3 0 0,-1 0 59,2 3 0,1 1 0,-1 0 120,0-3 1,-1 0 0,4 1-120,7-2 0,3 1 0,3-2-315,2 0 0,9-5-675,37 6 405,-3-20 1,4-4 179,7-1 0,4-2-795,-8-4 1,2-1 0,-3 1-196,2 3 1,-2 0 1214,3-8 0,-13 4 0,-45 30 0,-1-9 0,-1-1 0</inkml:trace>
  <inkml:trace contextRef="#ctx0" brushRef="#br0" timeOffset="126816">13376 10742 7533,'-18'-18'1638,"0"1"0,-3-3 1202,16 5-1311,51 15-1259,-10 3 0,5 1-900,-2 0 1,3-1-1,0 0 139,-4 0 1,1 1-1,-1-1 491,1 0 0,1 0 0,-4-1 0,0-2 0,-3 0 0,-3 0 0,-1 0 0</inkml:trace>
  <inkml:trace contextRef="#ctx0" brushRef="#br0" timeOffset="127291">14226 10001 7533,'0'-45'3276,"22"49"-1638,2 14 0,1 11-1304,-1 6 1,0 8-1,-1 3-999,-3-4 1,-2 4-1,0 1 1,-4 2 430,-4-6 0,-2 1 0,-1 1 0,-3 1 1,-2-1-423,-3 2 1,-2 1-1,-2-1 1,-2 0 0,-1-3 408,-2 6 1,-2-2-1,-2-1 1,-4-3 201,-3-5 0,-3 0 0,-1-4 0,0-3-460,-2-5 1,1-4 0,1-1 504,-8 11 0,8-7 0,14-14 0,38-6 0</inkml:trace>
  <inkml:trace contextRef="#ctx0" brushRef="#br0" timeOffset="127416">14620 11113 7533,'-20'0'0,"2"23"0,6 6 0</inkml:trace>
  <inkml:trace contextRef="#ctx0" brushRef="#br0" timeOffset="151433">6190 12700 7443,'-26'0'1709,"-3"0"-1529,21 0-360,-3 0 90,11 0 630,0-8-1,0 6 451,0-6-1,0 8-359,0 0-720,0-7 180,-5 5-270,4-6 360,-5 8-90,6-8 90,0 6-270,0-14 90,6 14 629,17 10-359,21 12-225,-11 7 0,2 5-90,-2-5 0,-2 2 45,-3 9 0,-7 3-180,-9-6 0,-11 0-450,-19 2 1,-11-3 539,-2-4 0,-5-5 225,-10-4 0,-1-7-180,17-8 0,2-4 405,-17-12-810,32-15-2788,22 5 989,13-5 2249,16 15 0,-4-5 0,1-2 0,-2 3 0,0-1 0</inkml:trace>
  <inkml:trace contextRef="#ctx0" brushRef="#br0" timeOffset="151799">6646 12700 7533,'0'-35'3276,"0"7"0,0 3-3352,-6 15 76,-17 10-1169,-21 18 584,10 5 0,-1 5 855,0 2 0,1 4-30,11-6 0,2 2 0,3 0 119,-2 15 1,9-1-270,10-11 0,7-2 90,9 2 0,9-7-405,10-12 0,5-8-1414,3-5 1,-2-2 1569,-9 1 1,-3-4-1,0-10 1,-5-4 0,-5-1-1</inkml:trace>
  <inkml:trace contextRef="#ctx0" brushRef="#br0" timeOffset="152705">7002 13000 7533,'20'-26'1979,"-8"7"-810,-6 1-450,-6 10 1,-6 32-540,5 21-1305,-3-10 1,2 2 1124,2 1 0,6-3 0,22 2 0,11-23 0</inkml:trace>
  <inkml:trace contextRef="#ctx0" brushRef="#br0" timeOffset="153617">8885 12700 7533,'-20'-8'3238,"9"6"-2429,34 2-359,0 7 0,3 4-180,6 2 0,0 1-360,4 3 0,-3 2 0,-7 1 0,-9 3-540,-15 22 180,-22-14 1,-9-1 359,-8-5 0,-4-3 0,10-7 0,-1 0 0,2-2-45,-1-3 0,4-3-1394,4 1-900,64-24 2429,-18 11 0,3-1 0,14-10 0,6-4 0,1-1 0,-4 2 0,1 0 0,-1 0 0</inkml:trace>
  <inkml:trace contextRef="#ctx0" brushRef="#br0" timeOffset="153833">9390 12753 7533,'-24'-35'3276,"-7"7"-1638,5 20 0,-3 6-1271,-3 11 0,1 8-592,-2 15 0,3 6-945,8-5 1,6 3-45,7 11 0,13-2-271,22-15 1,7-5 1484,-12-1 0,4-3 0,10-9 0,8-4 0,-2-2 0,4-3 0,1 1 0</inkml:trace>
  <inkml:trace contextRef="#ctx0" brushRef="#br0" timeOffset="154183">9574 13018 10141,'0'-18'3276,"11"0"-2234,14 8-2032,8 10-539,3 18 989,-16 10 1035,-25-4 0,-7 2 269,-1-2 1,-3-1-91,-5 4 1,-1-1-225,4-4 0,5 0-1620,12 13-1618,31-16 2788,-3-12 0,4-6 0,2-8 0,4-5 0,1-2 0,2-2 0,0 1 0,0-1 0</inkml:trace>
  <inkml:trace contextRef="#ctx0" brushRef="#br0" timeOffset="155133">12036 12594 7533,'-13'-23'719,"1"-1"1,5-2-1,0 3 721,-4 11-271,28-11 0,19 21-629,-3 4 0,3 4-181,7 5 1,1 5-405,-1 8 0,-4 5-225,-6 0 1,-9 5-91,-15 5 0,-12 0-90,-14-5 1,-10-3 269,-6 5 0,-4-4 180,-4-7 0,0-4-45,9-7 0,3-1-495,-2 3-1978,20-16 179,40 0 1619,5-8 720,-1 8 0,5-2 0,2-8 0,4-5 0,2 1 0,-6 4 0,0 0 0,0 0 0,1 0 0</inkml:trace>
  <inkml:trace contextRef="#ctx0" brushRef="#br0" timeOffset="155351">12700 12665 7533,'13'-24'1092,"0"1"0,-1-3 0,-7 3 1209,-15 3-1492,-22 10-539,-2 19 0,-4 8-315,4 0 0,1 5-555,5 1 0,1 3 1,4 1-841,2 5 1,9 1 944,10 2 1,10 1 494,15 0 0,10-4 0,4-10 0,4-5 0,-9-3 0,0 0 0,1 0 0</inkml:trace>
  <inkml:trace contextRef="#ctx0" brushRef="#br0" timeOffset="155845">12934 12876 8972,'7'-27'3276,"-2"1"0,6 17-3802,19 1 31,-6 17 1,3 5-181,7 0 1,0 2-1,-3 5 1,-4 3 359,-5-3 0,-7 1 765,-15 5 89,-32 7 181,-13-15-181,14-3 1,1 2-270,-4 9-720,5 0-89,51 7 359,7-15 405,-7-2 0,0 0 224,3 2-808,-53-1-541,-14-2-449,3-11 0,-1-1 1349,13 0 0,2 2 0,-2 5 0,2 2 0,-6 6 0</inkml:trace>
  <inkml:trace contextRef="#ctx0" brushRef="#br0" timeOffset="157250">3440 14005 7533,'-18'0'1349,"0"0"-540,-7 0-89,5 0 0,-13 24-361,21 13-404,1 0 0,6 4-90,17 2 1,8-3-406,0-5 0,7-6 270,11-5 1,4-14 314,3-25 0,-2-11 89,-8-1 1,-5-5 15,-11 0 0,-4-5 0,-6 2 389,-9-8 1,-8 4-180,-5-8-180,-13 72-90,26 20-120,4-4 0,3 8 0,0 0-304,-1-4 0,1 0 0,-1 2 221,0-1 1,-1 2-1,0 1 1,-3-3 501,-2 3 1,-3-3 0,-2-2 285,0 8 0,-9-12-181,-17-26 1,-5-12-315,-1-12 0,0-6-390,4 2 0,-1-1 0,3-1-195,-4-3 1,5-1-1235,-2-5 1,15 1-1639,38 4 3185,-13 3 0,31 6 0,10 6 0,-10 0 0,-1 0 0</inkml:trace>
  <inkml:trace contextRef="#ctx0" brushRef="#br0" timeOffset="157439">3916 14340 15448,'-9'29'-1093,"0"-1"1,3 12 0,2 3 725,2-4 1,4 0 0,8-6 0,4 2 0,4-5 0,10-3 0,0 1 0</inkml:trace>
  <inkml:trace contextRef="#ctx0" brushRef="#br0" timeOffset="158735">3281 15311 9422,'-14'26'269,"0"0"1,4 8 0,3 1-585,4 1 1,6 1 134,6 1 0,7-4 404,8-6 1,5-11 315,-1-16 0,1-10-226,4-13 1,-5-11-225,-7-9 0,-7-6 0,-7-2 0,-4 2 45,2 13 0,-4 6-675,-9 11 720,6 43 0,4 19-240,2-3 0,2 5 0,0 2-67,-3-7 1,-1 2 0,1 0-1,0 2 145,2-2 0,1 1 0,1 1 0,-2-2 0,-2-2 521,-3 9 1,-1-3 0,-4-1-150,0-2 0,-2-1 0,-9-10-480,-24-10 0,-6-13 0,15-9 0,0-4-60,-3-3 0,-2-2 0,8-4-1289,4-15-1709,8-8 3148,28 13 0,12 1 0,5 2 0,6 2 0,3 0 0,5-4 0,0 0 0,0 0 0</inkml:trace>
  <inkml:trace contextRef="#ctx0" brushRef="#br0" timeOffset="159066">3739 15663 7533,'5'-27'1092,"0"-1"0,0 1 0,-2 4 2184,-3 3-2183,8 4-2532,2 24 270,15 18 629,-17-2 0,-4 4 585,1 8 0,-2 1 225,-7 3 0,-2 0 0,0-3 0,2-3 134,1-6 1,6-3-585,31 2-1619,13-19 1799,-8-13 0,0 0 0,2 11 0,-2 6 0</inkml:trace>
  <inkml:trace contextRef="#ctx0" brushRef="#br0" timeOffset="160066">3281 17321 8342,'-10'-9'1979,"-13"1"-1619,3 23-270,0 13-90,9-3 0,7 3-270,16 0 0,7-1 270,-2-2 0,5-5 270,16-9 0,3-12 44,-3-16 1,-4-10-45,-4-7 0,-5-6-120,-10 6 0,-3-3 0,-6 2 30,-8-4 0,-4 4-315,5 2 0,-1 15 315,-14 57-180,17-2 0,6 8 0,1 4 0,-4-11 0,2 1 0,-1 2 0,1 1 0,0 0-330,1 5 1,2 1 0,-1 1-1,-1-1 1,-1 1 383,-1 1 0,-2 0 0,0 0 0,-2-2 0,-1-3 283,0-4 0,0-2 1,-4-3-1,-4-1-131,-11 11 1,-7-4 0,-5-12-162,-13-18 0,-4-15 15,12-2 0,-1-6 0,2-2-30,1-3 0,0-3 0,6-1-1020,1-6 1,7-1-2288,-4-8 78,65 17 3199,-15 3 0,7 8 0,11 2 0,-2-1 0,-6-3 0,-1 0 0,0 0 0</inkml:trace>
  <inkml:trace contextRef="#ctx0" brushRef="#br0" timeOffset="160583">3863 17709 7533,'-16'-17'3276,"12"-17"0,-11 5-2183,30-6-1183,13 9-450,0 19 1,5 5-226,-1-1 1,0 6 224,5 7 0,-3 5 450,-8 2 1,-7 3 313,-11 6 1,-6 1 225,-14 18 224,-11-22 1,-5-3-45,-11 8-675,16-15 0,3-1-135,2-2 450,34 14-720,13-5 180,-10-2 1,-1 1 1708,16 10-540,-32 5-359,-28-13-1530,-13-3 990,4-9 0,1 0 0,3 10 0,0 9 0</inkml:trace>
  <inkml:trace contextRef="#ctx0" brushRef="#br0" timeOffset="162701">6030 13794 6453,'0'-18'450,"0"0"-180,5 9 0,-3-7-180,3 14 629,-5-6-179,0 8 449,6 0 91,-5-8-1170,5 6-90,-6-13 0,-12 13-540,-6-6 540,-2 23 1,-3 9 493,-7 2 1,-1 5 15,5 5 0,0 6 0,2 1-250,8-8 0,0 0 0,2 2 1,2-1 53,1 2 1,1 0 0,3 1 0,4-1-203,5 0 1,3 0 0,3 0-1,2-3-552,4 6 1,3-2-1,4-3-100,4-4 1,2-3-1,1-2 720,4 6 0,0-5 0,-4-13 0,-1-3 0,8 4 0</inkml:trace>
  <inkml:trace contextRef="#ctx0" brushRef="#br0" timeOffset="164634">5340 13952 7533,'14'-9'-900,"3"-7"1620,-10 6 269,-1-8-269,0 9-91,-6 1-179,-6 23-540,0 29 0,2-14 0,-1 6 0,1 1-262,0 5 0,-1 1 0,2 2 172,0-4 0,2 1 0,-1 1 0,1-3 300,-1 5 0,0-2 0,0-3 195,4 4 0,-4-8 584,-8-12-719,2-60-390,2 6 0,-1-5 1,2-2 89,2 4 0,0-1 0,2-4-232,1 1 0,1-3 1,1-3-1,2 1 0,0 2 374,4-5 1,2 1 0,2 0-1,1 0-4,-2 6 0,2-2 0,1 1 0,1 2 0,1 3 330,7-8 0,3 4 1,2 10-215,14 8 1,-1 17 135,-10 24 0,-4 13-180,-10-6 0,-3 3 0,-2 0-225,4 13 0,-8 2 45,-11-11 0,-5 0 0,-3-3-1034,-9 3 0,-5-3 614,0-10 0,-3-1 0,0-4 60,-8 0 1,1-8 449,1-9 0,8-8 0,17-12 0,19-15 0</inkml:trace>
  <inkml:trace contextRef="#ctx0" brushRef="#br0" timeOffset="165463">6104 14005 6633,'-7'10'2699,"-9"6"-1710,7-6-359,-3 23-360,29 12-630,-3-7 0,4 2-675,9 2 1,3-1-58,-10-12 0,1 1 0,-1-1 1092,2 4 0,-4-3 0,-7 5 0,-26-19 0</inkml:trace>
  <inkml:trace contextRef="#ctx0" brushRef="#br0" timeOffset="165683">6030 14464 8252,'-25'-8'3276,"17"-41"-2351,21 14 1,9-4-1016,-3 1 0,3-2 1,2 2-541,5 3 0,4 2 1,-1 1-464,1-1 1,1 1 0,-3 3 919,-3 3 1,-3 5 0,4 3 0,-37 30 0</inkml:trace>
  <inkml:trace contextRef="#ctx0" brushRef="#br0" timeOffset="165988">6375 14217 7533,'19'-18'3276,"-2"1"-1605,12-9-2751,9 14 270,-7 4 1,0 1 809,15 7 0,-32 47 0,-22-18 0,0 1 0</inkml:trace>
  <inkml:trace contextRef="#ctx0" brushRef="#br0" timeOffset="166189">6399 14411 7533,'-13'-18'3276,"24"-7"-1065,33 13-3850,-16 3 1,2 2 1614,-2 6 1,0 2-1,-1 3 1,-2 0-1,14 6 1</inkml:trace>
  <inkml:trace contextRef="#ctx0" brushRef="#br0" timeOffset="166700">6817 14235 6183,'-19'-26'3276,"7"14"0,12-3-3621,23 30-195,10 21 135,-13-11 1,-1 5 89,-3 4 0,-8 2 180,-12 0 0,-8-1-45,-5-6 0,-6-4-135,-10-4 1,-2-6-46,8-9 0,2-4 0,-11-12-1529,47-16 1889,0 15 0,11-5 0,9-4 0,0 1 0,9-6 0,0 1 0</inkml:trace>
  <inkml:trace contextRef="#ctx0" brushRef="#br0" timeOffset="166950">7076 14235 7533,'-11'-28'3276,"-14"11"0,-19 9-2909,19 20 0,0 7-682,-1-1 0,3 3-585,7 13 1,6 3-1,1-1 1,7-2-1,11-5 1,5-3 44,3-2 1,5-5 854,7-2 0,3-8 0,-1-13 0,1-6 0,1-1 0,1 1 0</inkml:trace>
  <inkml:trace contextRef="#ctx0" brushRef="#br0" timeOffset="167091">7199 14446 8162,'19'0'3276,"-1"8"-5202,-11 2 1926,-2 8 0,-5 31 0,0-21 0,0 0 0</inkml:trace>
  <inkml:trace contextRef="#ctx0" brushRef="#br0" timeOffset="167733">7519 14376 7533,'19'0'1439,"-6"-8"90,-2 6-540,-5 10-1708,7 19-540,-7 10 44,-9-11 1,-5-1 1214,-2-1 0,-6-3 0,-11-4 0,-5-4 0,-3-1 0,0-1 0</inkml:trace>
  <inkml:trace contextRef="#ctx0" brushRef="#br0" timeOffset="169116">7446 13899 5824,'0'-9'1169,"0"-7"-270,-6 6 361,5 0-181,-5-5-179,6 13-451,0-14 541,0 22-91,6 12-854,4 5 0,3 6 135,2 14 0,3 3-540,-3-16 0,2 1 1,-1 0-901,7 15 1,-2-4 44,-3-12 1,1-7 1214,11-5 0,-10-52 0,-11 6 0,0-1 0</inkml:trace>
  <inkml:trace contextRef="#ctx0" brushRef="#br0" timeOffset="169485">7815 13864 7533,'-6'-25'3148,"-1"5"-989,-5-5-1350,5 15-719,-10 33 135,8 5 0,-1 7-495,-1 1 0,-2 3 0,0 2 90,2 0 0,1 1 1,-2 2 156,1-4 1,-1 2-1,0 0 1,1-3 52,1-2 0,2-3 0,-1 1 119,-1 3 1,0 0 0,0-5 120,-8 12-450,6-19 0,5-18-1079,1-24-900,12-4 540,6-7 1619,-3 2 0,7 7 0,-10 0 0</inkml:trace>
  <inkml:trace contextRef="#ctx0" brushRef="#br0" timeOffset="169800">7863 14252 8972,'-25'-19'3276,"7"-5"-2954,34 14-952,23 1-45,-7 4 1,4 2-136,-1 2 1,0 2-91,-6-2 1,-3 2 899,5 7 0,-59 25 0,4-10 0,0 1 0</inkml:trace>
  <inkml:trace contextRef="#ctx0" brushRef="#br0" timeOffset="169983">7851 14393 7533,'-19'10'3276,"-4"6"-1875,15-14-771,2 6-271,29-8-1528,10 0-470,-5-4 1,-1 0 1288,7 2 0,6-14 0,-21 6 0</inkml:trace>
  <inkml:trace contextRef="#ctx0" brushRef="#br0" timeOffset="170667">8171 14288 10771,'7'-20'989,"-12"12"-1618,-9 18 539,-11 31 90,1-2-180,14-1 0,6 1-90,7-14 0,5-1-45,6 1 1,5-7 673,26-26 181,-16-18 0,-5-9 179,-10-5 1,-6-4-91,2-2 1,-4 2-315,-7 5 0,-5 17-585,-6 44-180,7 10 1,3 10 299,1 2 0,2 4 0,-1 3 161,0-6 1,0 2 0,1 0-1,0-2-56,0-4 0,2-1 0,-2-1 1,-1-2 403,-2 7 1,-3-1 0,-4-6 944,-6-2 0,-7-12-1529,-7-21 1,-5-11-136,-6-7 0,-1-6-270,5-4 1,3-3-811,5 3 1,6 0-1838,5-10 3238,18 19 1,20 7-1,9 4 1,0 1 0,0 0-1</inkml:trace>
  <inkml:trace contextRef="#ctx0" brushRef="#br0" timeOffset="170868">8392 14464 13110,'0'18'-3277,"-5"15"3268,4-4 0,-2 0 1,0 1-1,3-3 1,0 1-1</inkml:trace>
  <inkml:trace contextRef="#ctx0" brushRef="#br0" timeOffset="171648">8565 13741 7533,'0'-18'2338,"0"8"-179,11 34-1395,0 0 1,2 7-585,1 7 0,1 6 0,0 3-626,-2-7 0,1 2 0,-1 2 0,-2 1 464,-2-4 0,-1 2 0,-1 0 0,-2 1 0,-1-2-401,-2 7 1,-2-1 0,-2-1-1,-4-1 119,-1-4 1,-3-2-1,-3-1 1,-2-3-517,-5 2 1,-4-3-1,-2-4 776,-10 4 0,-1-7 1,11-12-1,1-5 1,-16-5-1</inkml:trace>
  <inkml:trace contextRef="#ctx0" brushRef="#br0" timeOffset="173033">8638 12718 7533,'32'-36'-1080,"-13"1"1260,-8 0 270,-16 0 270,-2 15-271,0 4 271,13 48-495,7 6 0,4 10-279,-6-15 0,1 3 0,1 3 0,0 2 0,0 2-408,-1-2 1,0 3 0,1 1-1,0 2 1,0 2 0,0 0-1,-2 1 408,-2-8 0,0 0 0,-1 1 0,1 1 0,-1 1 0,-1 0 0,1 0 0,-1 1 1,0 1-1,-1-1-128,0 0 1,0 1 0,-1 0 0,0 0 0,0 1 0,0 0 0,-1 0 0,0 1 0,-1-1 0,0 1 0,0-1 226,0-2 0,-1 0 0,-1 1 0,0-1 0,0 1 0,0-1 0,-1 1 0,1 0 0,-1-1 0,0 1 0,0-1 0,0 0-113,0 3 1,-1 0 0,1-1 0,-1 1 0,0 0 0,-1-1 0,1 0 0,0 0 0,1 0 0,-1 0 0,1-1 85,0 3 0,-1-1 0,1 0 0,1 0 0,-1 0 0,0-1 0,1 1 0,0-1 0,0 0 0,1-1 2,0 4 0,1 0 0,0-1 0,0 1 0,0-1 0,1 0 0,0-2 0,1 1 0,-1-2-200,2 0 0,0-1 0,0 0 0,0-1 0,1-1 0,0 0 1,0 0-1,-1-1 4,1 1 0,0 1 0,0-2 0,1 1 0,-1-2 1,0-2-1,0 0 14,2 4 0,0-2 0,0-1 0,0-2 0,-2-4 348,0 7 0,0-5 1,-2-8-1,0-3 0,-12-58 1</inkml:trace>
  <inkml:trace contextRef="#ctx0" brushRef="#br0" timeOffset="173718">11223 12735 7533,'6'-35'539,"-21"8"-359,11 25 270,-6 27 0,-1 29 0,3 4-271,5-21 1,2 2 0,1 2 0,0 2 0,1 3 0,-1 3-478,0-10 0,-1 3 0,1 3 0,0 0 0,-1 2 0,1 2 0,0-1 0,-1 2 1,1 0-1,-1-1 0,1 0 250,-1-4 1,1 1 0,-1 0-1,0 0 1,1 1 0,-1 0 0,0 1-1,0-1 1,1 1 0,-1 0 0,0 0-1,0 1 1,0 0-59,0-4 0,0 1 0,1 0 0,-1 1 0,0 0 0,0 0 0,0 1 1,0-1-1,0 1 0,0-1 0,0 0 0,0 0 0,0 0 0,0-1 0,-1 0 43,1 4 1,0 1 0,-1-1 0,0 0 0,1 0-1,-1-1 1,0 1 0,1-1 0,-1 0 0,1-1-1,-1 0 1,0 0 0,1-1-101,-1 4 1,1 0 0,-1 0-1,0-1 1,0 0 0,1 0 0,-1-2-1,1 0 1,0-1 0,0-1 0,0-1 38,0 5 0,1-2 1,0 0-1,0-2 0,1 0 1,-1-2-1,0-1 0,0-1-39,-1 11 0,0-1 0,-1-3 0,1-3 0,0-5 118,1 12 0,-1-10 45,-5-4 0,1-63 0,-2-5 0</inkml:trace>
  <inkml:trace contextRef="#ctx0" brushRef="#br0" timeOffset="174683">4780 13194 7533,'20'16'629,"3"27"-389,-15-12 0,-2 7 0,0 4-896,1-2 1,2 2-1,-1 4 1,1 2 0,-2 2 608,-2-9 1,-1 3 0,1 1 0,-2 1 0,1 2 0,-1 0 0,0 1 0,0 0-126,-1-4 1,0 1 0,0 0 0,0 2 0,-1-1 0,0 1 0,0 1 0,0 0 0,-1 0 0,0 0 193,0-4 0,0 1 1,-1 0-1,0 1 1,-1-1-1,1 1 1,-1 0-1,1 0 1,-1 0-1,0 0 1,0-1-1,1 0 17,-1 2 0,0 0 1,1 0-1,-1-1 1,0 1-1,0-1 1,0 0-1,0 0 1,0-1-1,0 0 1,1-1-50,-1 6 0,0-1 0,1 0 0,-1-1 0,1 0 0,-1-1 0,1 1 0,1 0 0,0-1 109,0 1 1,0 1 0,1 0 0,0 0 0,0-1 0,1 0 0,0-1 0,0-2 0,1-2-280,1 9 0,1-4 0,0 0 0,0-2 1,1 0-1,-1 1-105,-1-1 1,0 2 0,0 0 0,0-2 0,1-3 0,1-4-106,5 10 0,1-6 1,1-7 71,1-6 0,2-11 318,15-22 0,-14-23 0,-2-9 0,0-3 0,0 0 0</inkml:trace>
  <inkml:trace contextRef="#ctx0" brushRef="#br0" timeOffset="175551">2840 14958 7533,'8'17'359,"9"1"-89,26 0-600,-13-9 0,5-1 1,2 0 209,9-1 0,2-1 0,3 1-323,-11-1 1,1 1 0,2 0-1,1 0 1,0-1 460,4-1 0,1-1 0,0 0 0,1-1 0,1 1-247,-5-1 0,0 0 1,1 1-1,0-1 1,1-1-1,0 0 241,-4-1 1,1 0 0,0-1 0,0-1 0,1 1 0,0 0 0,1-1-13,-4 1 0,1 0 0,0 0 0,1 0 0,0 0 0,0-1 0,0 1 0,0-1 11,1 1 0,0-2 1,0 1-1,0-1 0,0 1 1,1 0-1,0 0 0,0 2-248,2-1 1,0 2-1,1 0 1,-1 1-1,1-1 1,0 1-1,1-1 1,-1-1 226,-4 0 0,0 0 0,0-1 0,1 0 0,-1 0 0,1 0 0,-1 1 0,1-1 0,0 1-20,0 0 0,0 1 0,0 0 0,0 0 0,1 0 0,-1 0 0,1 0 0,0 0 0,0-1-15,-1-1 0,-1 1 0,1-1 0,0 0 0,0 0 0,1 0 0,-1-1 0,0 1 0,1 0 0,-1 0 54,0 0 0,0-1 0,0 1 0,0 0 0,0-1 0,0 1 0,0 0 0,0 0 0,0 1 0,0 0 45,0 0 0,0 1 0,0 0 0,0 1 0,0-1 0,1 1 0,-1 0 0,0-1 0,0 1 0,0-1-28,0 0 1,0 0 0,0 0 0,0 0 0,0 0 0,0 0 0,0 0 0,0 0 0,0 1 0,0 0 36,-1 0 0,0 1 0,0 1 0,0-1 0,1 1 0,-1 0 0,0 0 0,0-1 0,0 0 0,0 0-182,0-1 0,0 1 0,0-1 0,0 0 1,1-1-1,-1 1 0,0-1 0,1 1 1,-1-1-1,1 0 110,1 1 0,1-1 0,0 0 0,0 0 0,0 0 0,0-1 0,0 1 0,0-1 0,0 1 0,1-1-24,-5 0 0,1 0 0,0 0 1,0 0-1,0 0 0,-1 0 1,1 0-1,0-1 0,0 1 1,0-1-1,0 0-30,0 0 0,0 0 1,-1-1-1,1 1 1,0-1-1,-1 0 1,1 0-1,0 0 1,0 0-1,0 0 1,0 0 62,1 0 0,0-1 0,0 1 0,1-1 0,-1 1 0,1-1 0,-1 0 0,0 1 0,1-1 0,-1 0 0,-1 0 0,4 1 0,-1-1 0,1 0 0,-1 0 0,0 0 0,0 0 0,0 0 0,-1 0 0,0 0 0,0 0 0,1-1 0,1 0 0,-1 0 0,0 0 0,-1 0 0,1 0 0,-2 0 0,1 1 0,-2-1 0,3 1 0,-1 1 0,0-1 0,-1 1 0,-1 0 0,0 0 0,-1 0 0,0 1 0,5-1 0,0 0 0,-1 1 0,-2 0 0,-1 0 0,-1 2 0,-1 0 0,-2 1 0,-1 1 0,-1 0 0,-2 0 0,15 2 0,-4 0 0,-4 2 0,-3 6 0,-5-3 0,-10-8 0,-2-4 0,7-1 0</inkml:trace>
  <inkml:trace contextRef="#ctx0" brushRef="#br0" timeOffset="176467">3634 16722 7533,'46'-3'-147,"0"0"1,1 1 0,-10 0 0,4 1 0,1 0 0,2-1 0,0 0-1,1 0 192,2-1 0,1-2 0,0 1 0,1-1 0,2 1 0,2 0-410,-10 1 1,2 0 0,1 1 0,1 0 0,1 0 0,0 0 0,0 0 0,0 0 0,0 0 165,-3 0 0,0-1 0,0 1 0,0-1 0,0 0 0,0 1 0,1-1 0,0 1 0,0-1 0,0 0 71,2 1 1,0-1-1,0 1 1,0-1 0,1 0-1,0 1 1,0-1 0,0 1-1,0-1 1,1 1 135,-2 0 0,1 0 0,-1 0 0,1 1 1,0-1-1,0 0 0,1 1 0,-1-1 0,1 0 1,0 0-1,-1 0-24,-2 0 1,0 0 0,0 0 0,0 0 0,0-1 0,1 1-1,-1 0 1,0-1 0,1 1 0,-1 0 0,1 1 0,0-1 22,0 1 1,1-1 0,-1 1-1,1 0 1,0 0 0,0 0-1,-1 1 1,1-1 0,0 1-1,1-1 1,-1 1 0,0-1-16,-2 1 1,0-1 0,0 1 0,0 0 0,0 0 0,0 0 0,0 0 0,0 0 0,1 0 0,-1 0 0,0 0 0,1 1 0,-1-1 7,1 1 0,-1-1 0,1 0 0,0 1 0,0-1 0,0 1 0,-1 0 0,1 0 0,0-1 0,0 1 0,0 0 0,0 1 0,0-1 0,0 0 0,0 1 0,-1 0 0,1 0 0,-1 0 0,1 0 0,0 0 0,-1 0 0,1 1 0,1-1 0,-1 0 0,1 0 0,1-1 34,-4 1 0,1-1 0,1 1 0,0-1 0,0 1 0,1-1 0,-1 0 0,1 0 0,-1 1 0,1-1 0,-1 0 0,-1 0 0,0 0 0,-1 1 0,0-1-4,4 0 0,-1 1 0,-1 0 0,-1-1 0,1 1 0,-1-1 0,-1 1 0,1-1 0,1 1 0,-1-1 0,2 1 0,0-1-11,-3 0 0,1-1 0,1 1 1,0 0-1,0 0 0,1-1 1,0 1-1,-1-1 0,1 1 1,-1-1-1,-1 1 0,0-1 1,0 0-1,-2 0 13,5 1 1,0-1 0,-2 0-1,0 0 1,0 0 0,-1 0 0,0 0-1,0 0 1,1 0 0,0 0 0,0-1-26,-2 1 1,1 0-1,0-1 1,0 0-1,0 0 1,1 1-1,-1-1 1,0 0-1,0 0 1,-1 1-1,0-1 1,0 1-167,5-1 0,0 1 0,-1 0 0,1-1 0,-2 1 0,1 0 0,-1 0 0,0 0 0,0 0 0,0 0 159,2-1 0,1 1 0,-1 0 0,1-1 0,-1 1 0,-1 0 0,-2 0 0,-2 1 0,-1 0 0,3 1 0,-2 0 0,-2 1 0,-2 0 0,0 0 0,-1 1 0,0 2 0,1-1 0,-1 1 0,0-1 0,1 1 0</inkml:trace>
  <inkml:trace contextRef="#ctx0" brushRef="#br0" timeOffset="177600">11137 16651 7353,'-4'43'1034,"0"-4"1,0 7-766,-2-3 1,-1 4 0,1 4-871,1-5 1,0 3-1,1 2 1,0 1 366,2-5 0,0 3 0,1 1 0,0-1 1,0-1-19,0-5 0,1 0 0,0 0 0,0-1 0,1-1-41,1 6 1,2 0 0,-1-2 0,0-4 393,0-1 1,0-3 0,0-3-327,4 6 0,-3-6 225,-10-5 0,-1 1 0,-5-21 0</inkml:trace>
  <inkml:trace contextRef="#ctx0" brushRef="#br0" timeOffset="178267">9021 17004 7533,'13'0'-1529,"9"0"2248,-14 0-179,4 0 0,-6 8 539,-12 17-675,0 3 1,0 5-255,2 3 0,1 5 0,2 3-568,-1 2 0,1 3 1,2 1-1,1 0-167,2-1 0,2 0 1,1 0-1,0-1 585,1 0 0,1 0 0,-1-1 0,1-5 0,-2-4 0,0-4 0,-1-2 0,-1-3 0,0 0 0</inkml:trace>
  <inkml:trace contextRef="#ctx0" brushRef="#br0" timeOffset="179043">4923 16986 7533,'25'-10'449,"-7"-5"631,-13 28-721,-4 9 1,-2 7-270,1 9 0,0 7 0,0 4-542,0-9 0,0 3 0,0 3 0,0 0 0,0 0 407,0-3 0,0 0 0,0 1 0,0 1 0,0-1 0,0 0-165,1-1 0,1 1 0,-1 0 0,1 0 0,0-2 1,1 0 38,1 0 0,0 0 0,1-2 0,1 0 0,0-3-257,3 3 1,0-2 0,2-2 0,-2-3 427,5 10 0,0-3 0,-2-2 0,-3-2 0,-9 9 0</inkml:trace>
  <inkml:trace contextRef="#ctx0" brushRef="#br0" timeOffset="189318">18189 13194 5914,'-20'0'719,"2"-8"91,6 6-271,-6-14 271,-1 14-270,0-5 269,2 7 1,4-8-181,1 6 181,-1-6-90,1 8-361,5 0-359,26 6 0,17 4-180,9-1 1,7 1-298,-9 0 0,4 1 1,3 1-1,0-2 315,-9-2 0,1 0 0,0-1 0,0 0 0,-1 1 4,7 1 1,1 0 0,-2-1 0,-3 1 118,6 0 1,-2-1 0,-6 0-7,-2 1 0,-7 0 405,-3 9-540,-19-9-1439,-11-1 1619,0-8 0,-17 16 0,-3 4 0</inkml:trace>
  <inkml:trace contextRef="#ctx0" brushRef="#br0" timeOffset="190317">18004 13406 7533,'-25'9'989,"-5"-1"-719,4-8 270,1-8-540,7-9 270,23-3-91,-3 2 991,33 11 269,9 22-945,-9-2 1,3 2-405,-6-2 0,1 2 0,1 2-233,-1 1 0,2 2 0,1 0 0,-1-2 143,0-2 0,1-3 0,0 1 0,-2 2-68,2 4 1,-1 3 0,-2-1-1,0-3-22,16 1 0,-7 0 135,-17 4 0,-7 1 135,-2-6-270,-38 22-90,5-15 1,-4 1-1,-2-2 0,-5 1 0,0 4-185,-1 2 1,-1 5 0,-1 1-1,-1 0 509,5-7 0,-2 1 0,0-1 0,1 1 0,2-2-144,-2 4 0,3-1 0,-1-1 0,0 1 157,-6 2 1,-1 1-1,2-2 1,3-2 206,0 7 0,1-4-304,2-10 0,-2 0 0,4 0-15,0 14 0,4-4 405,-5-5-270,23 11 540,30-29-1,5-3 1,6-3-301,-2-4 1,4-3 0,2 0-359,-4 3 1,2 0 0,1 0 0,-1 0-400,3 0 1,1 0 0,-1 0 0,0 2 22,-2 1 0,0 1 1,-1 1-1,-2 0-198,6 2 0,-3 0 0,-2 1-567,4 3 1,-5 1-181,-15 0 1,-3-2 1259,14-2 0,-10-3 0,4-7 0</inkml:trace>
  <inkml:trace contextRef="#ctx0" brushRef="#br0" timeOffset="192166">17770 15363 7533,'-6'-27'1529,"0"2"-540,-7 15-269,6 2 539,2 24-944,8 7 0,5 5 44,10 11 1,5 4-780,-6-6 1,0 3-1,2-1-673,5-2 1,2-1 0,-1-2 446,1 8 1,-2-3-541,-2-8 0,-3-4 1186,-6 1 0,-18-10 0,-16-11 0</inkml:trace>
  <inkml:trace contextRef="#ctx0" brushRef="#br0" timeOffset="192400">17697 15893 8072,'-32'-24'3276,"29"-5"-1638,19-8 0,10-3-1753,0 10 0,5 0 0,1 0-705,-3 5 1,1-1 0,0 1 0,0 1 650,7-5 1,-1 2 0,-2 3 0,2 0-1,-4 5 1,8 3 0</inkml:trace>
  <inkml:trace contextRef="#ctx0" brushRef="#br0" timeOffset="192605">18287 15681 11400,'-18'33'540,"-1"12"-540,6-10 0,2 1 0,2 13 0,5 0 0</inkml:trace>
  <inkml:trace contextRef="#ctx0" brushRef="#br0" timeOffset="193223">18497 15505 7533,'-25'9'3276,"5"-1"-1515,3 0-1221,26 2-900,17 15-1279,0-10 1,4-2-1,10 1 1,-1-1 1623,-11-2 0,-1-4 1,11-11-1,-2-8 1,-14-3-1,1 1 1</inkml:trace>
  <inkml:trace contextRef="#ctx0" brushRef="#br0" timeOffset="193428">18841 15522 7533,'0'-27'3276,"-6"9"-436,-12 10-1581,-18 32-1619,10 3 1,1 7-481,1 1 1,1 5-1,3 0 270,6-5 1,3 0-1,0 1-270,-4 12 1,1 2 0,5-7 29,10-11 1,2-3 809,-4 9 0,4-9 0,9-27 0,1-14 0</inkml:trace>
  <inkml:trace contextRef="#ctx0" brushRef="#br0" timeOffset="193916">19062 15893 8612,'-44'23'-1215,"22"-5"1,2 1 1214,-1 21 0,14-15 0,3-1 0,11 3 0</inkml:trace>
  <inkml:trace contextRef="#ctx0" brushRef="#br0" timeOffset="194450">19111 15716 7533,'13'-35'2968,"-1"15"-1979,11 5-629,14 7 90,-5 7 0,3 0-270,1-3 0,0 0 134,1 4 1,-1 0 405,13 0 89,-24 8-539,-31-6-810,-9 15 1,-6 5 269,-5-7 0,-1 1 120,3 7 0,0 4 0,0 0 150,-6 9 0,2 0 135,4 0 0,5 1 0,6-2 0,8-2-675,23 13 450,1-31 0,5-3-180,9-1 1,3-6-1171,4-12 1,1-2-200,-5 8 1,-2-2 1002,9-20 0,-26 13 0,-24-8 1</inkml:trace>
  <inkml:trace contextRef="#ctx0" brushRef="#br0" timeOffset="194666">19272 15840 7533,'-18'-18'3276,"10"-7"0,19 13-2190,12 2 1,8 4-1867,0 6 1,4 4-1,-1 0 658,15 0 1,0 2 0,-12 1 0,-1 2 0,-2 0 0,3 5 0,0 0 0</inkml:trace>
  <inkml:trace contextRef="#ctx0" brushRef="#br0" timeOffset="195683">19591 13899 7533,'-5'-17'989,"-2"-9"1,-11 7 269,10 1-630,-3 26-404,9 23 0,4 12-195,-2-3 0,0 2 0,0 4-393,0-3 0,0 3 1,0 0-1,0-1 183,0-4 0,0-1 0,0-2 1,0-2 313,3 20 1,-6-16-224,-8-32 178,4-31 1,1-17-270,-3 3 0,0-5 1,2-2-321,2 0 1,1-2-1,2-1 1,-1-1 544,0 0 0,1-1 0,1 1 0,2 1 157,0 7 0,2 0 1,2 1-1,3 3 247,6-7 1,4 3 0,4 16 0,11 23 0,5 13-300,-6-4 0,3 3 0,-3 4 63,-3 8 0,-2 5 1,-2 1-634,3 1 0,-2 2 0,-7 0 15,-6 9 1,-10 1-91,-11-1 0,-9-2 270,-10-10 1,-7-5 279,-11-5 0,0-5-685,14-4 1,3-2 629,-9 2 0,77-10 0,-3-5 0,-1 0 0</inkml:trace>
  <inkml:trace contextRef="#ctx0" brushRef="#br0" timeOffset="195958">20441 13653 7533,'-13'-26'3276,"-16"6"-2415,-9 18-231,3 18 0,-2 12-870,8 1 0,1 8 0,3 2-265,3-2 1,2 3 0,2 1 0,1 2 324,4-4 0,1 2 0,2 0 0,2 1 0,2-1-203,2 7 1,4 0 0,3 0 0,3-2-136,4-2 1,2 0 0,2-3 0,1-3 517,0-5 0,0-3 0,4-3 0,15 5 0,1-7 0,3-8 0</inkml:trace>
  <inkml:trace contextRef="#ctx0" brushRef="#br0" timeOffset="196592">20674 13899 11400,'15'25'599,"-1"-1"1,2 10 0,1 5-780,-1-3 0,2 6 1,1 1-1,-1-1-913,3 4 1,-2-1 0,1 1 909,-3-7 1,2 1 0,-3 0 0,-6-4 0,-7 9 0,-9-4 0,-9-11 0,-1 1 0</inkml:trace>
  <inkml:trace contextRef="#ctx0" brushRef="#br0" timeOffset="196856">20613 14464 7533,'-22'-12'1092,"-1"0"0,8-11 0,10-7 0,17-4 0,12-5 0,3-1-620,-1 3 0,4-1 0,2-1 1,2 0-369,-5 7 1,3-1 0,1 0 0,1-1 0,-1 2 0,-1 2-303,0 0 0,0 1 0,-1 1 1,-1 1-1,1 0-622,6-5 1,0 0 0,-1 3 0,-5 4 659,0-2 1,-5 11-1,4 22 1,-26 16-1</inkml:trace>
  <inkml:trace contextRef="#ctx0" brushRef="#br0" timeOffset="197066">21449 14288 7533,'-11'26'1092,"-1"0"0,-5 4 0,-3 1-2461,-4 9 1,-2-1 1368,3-14 0,1 1 0,3 10 0,3 0 0,-2 1 0</inkml:trace>
  <inkml:trace contextRef="#ctx0" brushRef="#br0" timeOffset="197622">21880 13882 11670,'25'15'764,"-5"1"1,1 4-2114,11 10 0,3 2-270,0-2 0,3-3 1619,-7-5 0,2-1 0,-2-13 0,8-27 0,-2-15 0,-11 8 0,1-1 0,-1 0 0</inkml:trace>
  <inkml:trace contextRef="#ctx0" brushRef="#br0" timeOffset="197833">22447 13776 8432,'13'-18'3276,"-13"9"-1785,-30 24-1626,5 15 1,0 9-106,-2-1 0,-1 5 0,3 1-578,5-1 0,3 0 1,0 3 254,1-4 1,0 4 0,1-1 0,4-2-68,4-1 0,3-2 1,2-1 59,-1 4 0,0-1 1,3-3 569,1-1 0,5-6 0,22 2 0,5-26 0</inkml:trace>
  <inkml:trace contextRef="#ctx0" brushRef="#br0" timeOffset="198005">22557 14411 13110,'-11'34'-259,"-1"1"0,-1-3 1,-1 3-1,-1 1 0,-4 7 1,-1-1-1,1 1 1</inkml:trace>
  <inkml:trace contextRef="#ctx0" brushRef="#br0" timeOffset="198734">23148 13899 7533,'-25'0'3276,"12"-7"-526,18-11-2210,32-9-91,0 8 1,5 2-270,-6 7 0,3 1 0,-1 1-315,9-3 0,-2 4-180,0 6 1,-13 10-271,-34 13 0,-11 7-75,-1-1 1,-4 3-1,-4 0 260,-1-1 1,-3 2-1,-2 0 1,0 0 556,0 1 0,0 0 1,0 0-1,0 1 113,2-1 0,0 0 0,1 0 0,2-1-1,2 3 1,2-1 0,2-3-135,-3 1 0,7-1 90,11 3 0,9-5-225,22-14-90,-3 3 0,4-2-135,10-9 0,3-7-795,-7-6 1,1-3 0,-1 1 1019,4 7 0,-6-4 0,-10-13 0,-12-3 0,-23 1 0</inkml:trace>
  <inkml:trace contextRef="#ctx0" brushRef="#br0" timeOffset="198955">23087 14235 7533,'-34'-28'3276,"33"11"-1245,34 9-3381,2 6 1,4 4 1349,1 0 0,2 4 0,-10 0 0,1 3 0,-1 1 0,14 9 0,1-1 0</inkml:trace>
  <inkml:trace contextRef="#ctx0" brushRef="#br0" timeOffset="199269">23616 13529 7533,'11'-27'3276,"24"40"-2216,-10 7 1,2 7-702,-3 1 1,3 5 0,0 4 0,-4 3-966,-7-3 0,-2 3 0,-2 2 0,-1 1 0,0-2 498,0 0 0,0 0 0,-1 0 0,-3 0 0,-3 1-18,-4 3 0,-3 1 0,-3 0 0,-2-2 0,-3-1-189,-5 1 0,-3-1 1,-3-2-1,-1-3-281,-5 5 0,-2-3 1,-1-3-5,2-5 0,-1-3 1,3-4 599,0-6 0,3-5 0,-10 2 0,21-6 0</inkml:trace>
  <inkml:trace contextRef="#ctx0" brushRef="#br0" timeOffset="199824">24748 14358 7533,'-14'-10'719,"-3"-5"1440,27 5 180,36-8-1935,-17 12 1,4 2-585,1 3 0,4 1 1,-2 1-721,12 3 1,-1 2-740,-8 3 1,-2 0 1555,-3-5 1,-15 2 0,-28 1 0,-20-7 0</inkml:trace>
  <inkml:trace contextRef="#ctx0" brushRef="#br0" timeOffset="200034">24710 14534 7533,'-39'28'3276,"27"-10"-2891,29-5 1,14-3-1166,2-6 1,5-5 0,2 2-121,7 4 1,2 1-1,1-1 689,-2-2 1,1 0-1,-1-2 1,-3 0 0,-1-1-1,-2 1 1,7 3-1,1 0 1</inkml:trace>
  <inkml:trace contextRef="#ctx0" brushRef="#br0" timeOffset="200684">25991 14217 7533,'5'-35'3276,"18"-8"-2441,4 13 1,6-1-477,-3 3 1,2-2 0,0 0-333,-3 4 0,0-1 0,0-1 0,-2 1 242,7-9 1,-2-1 0,-4 2-45,3-4 0,-7 5-414,-2 9-171,-20 43 1,-4 15 269,-1 7 0,-1 9 0,0 1-253,1-5 0,-1 2 1,1 2-1,0 2 268,0-5 0,-1 4 0,1 2 0,0 0 0,0-3 1,0-4-84,-1 1 1,1-4-1,0-1 1,1 3-239,0 2 0,0 4 1,1 1-1,0-5 0,1-6-369,2 2 1,2-4 179,-2 12 1,2-4-1125,3-3 1709,-2-27 0,-5-39 0,0-7 0</inkml:trace>
  <inkml:trace contextRef="#ctx0" brushRef="#br0" timeOffset="200906">25978 14993 7533,'-26'0'3276,"41"0"-2184,13 2 0,11 1 0,1 0-1208,3 0 1,1 0 0,5 1-541,-7-1 1,4 1-1,1-1 1,-2 1 0,-4-1 290,1 1 1,-4-1 0,0 0 0,7 2 0,1 0 0,-8 1 0,-12-1 0,-1 0 0</inkml:trace>
  <inkml:trace contextRef="#ctx0" brushRef="#br1" timeOffset="273117">1552 17163 10599,'-37'-10'-30,"27"41"1,16-6 0,0-1 0</inkml:trace>
  <inkml:trace contextRef="#ctx0" brushRef="#br2" timeOffset="285751">21351 2663 5914,'7'-17'3058,"-7"-1"-2249,-7-7-449,0-3 360,-4 1-91,10-6-269,-5 21-270,1-4-90,4 16-180,-5 0 360,12 24-90,-3-1 0,0 7 329,4 3 1,2 5 0,-1 4-695,-2 2 0,-1 4 0,0 2 0,0 0 239,-1-7 0,0 1 0,0 0 0,0 0 0,-1 1 107,-1 0 1,1 0 0,-2 0 0,0-1 0,-3 0 72,-1-3 0,-2 1 1,-1-2-1,-1-1 0,-1-3 336,-3 10 0,-2-4 0,-2-2-211,-2-6 1,-1-1 0,-4-4-225,-11 1 0,-4-9-270,-8-16 0,-2-9 135,4-2 1,0-7-151,8-2 0,0-3 0,4-2-615,-4-6 1,6-3-361,8-1 1,4-1-2063,1-14 3208,28 2 1,9 14-1,5-1 1,3-2 0,0 0-1</inkml:trace>
  <inkml:trace contextRef="#ctx0" brushRef="#br2" timeOffset="286084">20895 2752 7533,'-23'-13'1638,"0"0"0,-17-6 393,-4 1-1312,31 10 451,60 8-721,-1-2 1,7-4-822,-14 0 1,2-3 0,3 0 0,0 0 29,-5 1 0,2 1 0,0-1 1,1 0-1,-1 0-314,3-1 1,1-1-1,-1 0 1,0 1 0,-3 2 390,0 0 0,-1 2 0,-2 1 0,-2 2 0,17 3 0,-12 8 0,-21 18 0</inkml:trace>
  <inkml:trace contextRef="#ctx0" brushRef="#br2" timeOffset="286434">22028 2840 7533,'-25'-8'3148,"6"22"-2833,9 7 0,2 9-375,1 10 0,2 8 0,0 3-452,1-14 0,2 3 0,-1 1 0,1 0 0,-1 0 278,0-1 0,0 2 0,0-1 0,1-1 1,1-1 30,1 3 1,1-1-1,1-2 1,0-5 0,1 10 0,2-11-1148,7-16 1350,-6-18 0,-12-41 0,-1-5 0</inkml:trace>
  <inkml:trace contextRef="#ctx0" brushRef="#br2" timeOffset="286806">21918 2734 7533,'-6'-43'2428,"5"-2"-179,11 8-1529,22 19-451,-3 27 1,6 13 0,1 4-203,-8-4 1,0 3-1,0 1 1,0 3-381,-1-2 0,0 3 1,0 0-1,-1 2 1,-2 2 240,-1 1 0,-1 3 0,-1 1 0,-4 0 0,-2 0 27,-4 6 0,-3 1 0,-4 0 0,0-3 195,-1 2 0,-1-1 0,-6-2 30,-8 4 0,-6-1 0,-5-6 123,-3-14 1,-3-5 0,-1-1-304,0 2 0,0-1 0,-2-4-480,-6-3 0,-2-5 1,3-3-106,3-4 0,2-6-1034,-8-15 0,7-1 1619,15 7 0,7-10 0,32 24 0</inkml:trace>
  <inkml:trace contextRef="#ctx0" brushRef="#br2" timeOffset="287618">22877 3334 8072,'-7'-20'720,"1"4"629,6 16 1350,0 0-2160,0-7 361,22-3-675,8 4 0,6 2-285,3 1 0,6 0 0,1 1-306,-5 2 1,2 0-1,1 0 1,-1 0 207,0 0 1,0 0 0,0 0-1,-3 0-232,6 2 1,-2 1-1,-5 0-285,1 1 1,-7 2-1845,-3 4 360,-14 5 2159,-9-13 0,-11-2 0,-5-10 0</inkml:trace>
  <inkml:trace contextRef="#ctx0" brushRef="#br2" timeOffset="288068">23418 3104 7533,'-32'-17'3276,"3"7"-616,39 2-1490,32 16-946,-4-4 1,6 2-492,-9 0 0,2 3 0,2 0 1,0 0 400,5 0 1,0 0 0,0 1 0,1-1 22,1 2 1,1 0-1,-1 1 1,-2-1-38,5 4 0,-2-1 0,-6 1 172,-4-2 1,-9 1-23,-13 11-420,-38-5 1,-15 2-421,11 0 0,-1 2 1,-2 0 179,-9 2 0,-2-1 0,1 1-703,5 0 1,1 1 0,3-2 762,-2-2 1,6-3 0,10-2 0,18-10 0</inkml:trace>
  <inkml:trace contextRef="#ctx0" brushRef="#br2" timeOffset="289951">25178 2734 7533,'-5'-18'1259,"4"-7"-449,1-3-541,7 1-89,5 9 270,0 11-270,-5 7 450,-1 7-271,-17 27-404,0-1 0,-3 4-165,-1-3 0,-1 2 1,-2 2-125,1-1 1,-2 2 0,0 1 0,0 1 279,1-5 0,-1 2 0,0 0 0,0 0 0,1-2 211,-2 3 0,0-2 1,1 0-1,0 1-22,-1 3 0,-1 1 0,1-2 0,4-4 438,0 3 0,5-4-483,1 2 0,9-5 270,36-5-1,-3-13 1,5-4-240,1-7 0,4-4 0,-1 1-508,-3 0 0,-1 0 1,1 0-3,7 0 0,1-1 0,-6 0 640,-9-3 0,-2 0-250,9 3 0,-9 2 0,-23-1 0,8 0 0</inkml:trace>
  <inkml:trace contextRef="#ctx0" brushRef="#br2" timeOffset="290191">25129 3351 7533,'-24'-27'3276,"4"-6"-2055,19 21-951,42-12-675,-5 18 0,5 3-225,-5-2 1,2 2 0,0 1-1,-3 3 0,-1 2 1,-2 1 629,6-1 0,-8 5 0,-12 18 0,-33-9 0</inkml:trace>
  <inkml:trace contextRef="#ctx0" brushRef="#br2" timeOffset="290400">25141 2628 7533,'-4'-26'1092,"0"-1"0,21 3 0,11 3 0,4 4 0,7 3 0,2 2-1878,-5 5 1,2 1 0,1 2 0,3 1 785,2 1 0,4 1 0,1 0 0,-1 3 0,-5 0 0,6 5 0,-4 3 0,1 1 0,-6 0 0,1 0 0,-1 1 0,0-1 0</inkml:trace>
  <inkml:trace contextRef="#ctx0" brushRef="#br2" timeOffset="291151">25929 3387 7533,'-24'-18'2428,"4"8"-2068,8 2-450,7 8 810,10 24-360,13 13-46,-4-6 1,3 1 225,4 0 0,2-1 314,-1-7 1,0-3-136,9 4-89,3-56-720,-21-1 0,-3-8 0,-1 0-450,0 6 0,0 1 1,0-4-136,-1-4 0,0-4 1,-1 1-1,-1 8-314,-3 3 0,0 5 539,3-7 0,-1 13 450,-3 22 0,9 33 0,-4 14 0</inkml:trace>
  <inkml:trace contextRef="#ctx0" brushRef="#br2" timeOffset="292254">26286 3457 7533,'-11'-27'3276,"9"1"-1335,7 9-1851,21 7-180,4 2 0,5 0-225,3 0 0,1-1 225,6-7 0,-3-4 405,-7 0 0,-6-5-90,-12-1 0,-10-1-1035,-26-10 630,-10 12-495,1 28 1,-2 9 44,-9 18-135,12 4 1,5 8 449,10 2 1,9 2-104,6-8 1,5 2 0,6-2 147,5-3 0,5-1 1,2-3 269,1-4 0,1-2 0,1-7 359,9-4 1,-3-10 1169,2-16 180,-32-15-899,-12 9-360,-17 10-540,16 8 82,-3 0-82,22-15 90,14-5 225,-2-4 0,3-3-46,2 0 1,1-1 45,6 0 0,-2 1-180,-13 8 0,-1 3 135,15 0 180,-27 16 0,-2 0-91,-5 0-988,-5 16 179,4 4-90,0 4 1,2 3 179,11 20 135,3-20 0,5-1 450,9-4 0,4-9 180,0-19 0,0-10 0,3-9 0,-5-7-226,-13 4 1,-5-4 360,1-27 0,-6 22-990,-7 50 450,2 20 0,0 13 180,-2-5 0,-1 6 0,-1 4 0,1 2-468,-2-8 1,1 4 0,-1 1-1,0 0 1,-1 0 0,2-2 359,-1 3 0,2 0 0,-1-1 0,-1-1 0,-1-1 215,-2-2 1,0 0 0,-2-1 0,-1-3 0,-2-6 581,-2 0 1,-2-5 0,-3-7-331,-10-7 1,-4-11-630,-8-22 0,0-13 315,6-4 0,2-7-1228,4 3 1,0-5 0,4 2-1,7 7 1,3 1 0,0 1 985,-8-11 0,8 4 0,22 7 0,9 7 0,23 4 0</inkml:trace>
  <inkml:trace contextRef="#ctx0" brushRef="#br2" timeOffset="293551">27664 2663 7533,'0'-25'449,"0"5"1,0-5-180,0 15 630,0 18-631,0 20 1,0 11-180,2 0 0,0 6 0,0 4-469,-1-8 1,-1 4 0,0 2 0,0 1-1,0 0 214,0-4 0,-1 2 0,0 0 0,0 0 1,0-1-1,0-1 111,-1 1 0,1-1 0,-1-1 0,1-1 0,-2-3 324,0 16 0,-1-3 0,-1-16 539,-1-20-944,6-38 0,0-17-90,0-8 1,0-6 313,3 9 1,2-2 0,-2 3-135,-3-1 1,3 2 433,7 4 1,4 0 0,6 10-570,13 17 0,2 4 225,-1-12 0,2-1 75,-2 14 0,3 4 0,-4-6 194,1-14 1,-4-7-75,-7 5 0,-2-4 0,-2-2 307,0-8 0,-3-4 0,-3-1-517,-4-1 0,-3-1 0,-2 0-180,1 2 0,-2 1 1,0 2 238,-2-4 1,-2 6-719,-4-4-720,-8 84 1259,4-2 0,0 10 126,2-14 0,1 4 0,-1 4 0,1-1 0,1 0-292,0 4 0,1 0 1,1 1-1,0 2 331,2-9 0,-1 3 0,1 1 0,1 0 0,1-3 0,2-3-8,2 2 1,2-2-1,2-4 1,1-1 174,5 6 0,1-3 0,4-10-63,7-8 1,2-14-45,2-24 0,-2-13-105,-9 4 0,-1-3 0,-1 0 180,1-3 0,0 0 0,-2 0 194,3-14 1,-1 8-764,4 12-901,-12 56 136,-5 8 0,0 8 584,0-12 0,0 1 1,2 2-331,6 11 0,3 2 1,-2-5 725,-3-5 1,1-3 0,8 3 0,3-12 0,-5-28 0</inkml:trace>
  <inkml:trace contextRef="#ctx0" brushRef="#br2" timeOffset="293758">28785 3228 7533,'-14'-18'2428,"-3"8"-1978,16 18-630,-5 20-765,10 0 1,3 5-1,2 3 1,1 0 944,2-3 0,2-1 0,3-5 0,2-3 0,12 1 0</inkml:trace>
  <inkml:trace contextRef="#ctx0" brushRef="#br2" timeOffset="294172">28993 3404 7083,'0'-27'3276,"0"9"-975,0 18-2031,0 18-900,6 9-359,1 9 539,16-25 540,3-28 0,11-15 269,-18-7 1,-1-4-45,-2 17 0,-1 1-135,-2-3 0,-1 3-360,0 9-90,-7 58-989,-5-1 134,2 4 1,2 2 89,1-13 1,2-1 1034,0 9 0,5-6 0,24-15 0,3-17 0</inkml:trace>
  <inkml:trace contextRef="#ctx0" brushRef="#br2" timeOffset="294652">29523 3193 7533,'-18'-18'2878,"-2"32"-2788,2 23-315,11 8 0,6 6-105,3-15 0,2 2 1,3-2 59,4-1 0,3 0 0,3-5 495,7 2 0,4-11 0,6-23 0,0-14-45,-4-15 0,-5-11-31,-8 8 1,-3-3 0,-1 1 749,1-9 1,-4 5-360,-4 5-675,-11 53 0,-2 17 135,-1 4 0,0 6 0,-1 4-322,3-10 1,0 3 0,0 1 0,-1 1-1,1 0 382,-1-3 0,0 0 0,0 2 0,-1-1 0,1 0 0,0 0-96,0 6 0,1 0 0,0 0 0,-1-1 0,0-3 171,-1 1 0,0-1 0,-1-3 0,-1-2-375,-2-2 0,-1-2 0,-3-7 330,-5-7 0,-3-7-1394,-12-10 0,-1-6 674,-10-10 630,22 4 0,3-4 0,-1-19 0,4 11 0</inkml:trace>
  <inkml:trace contextRef="#ctx0" brushRef="#br2" timeOffset="294851">28723 2769 7533,'-25'-15'247,"11"11"0,36-12 1,19 16-1</inkml:trace>
  <inkml:trace contextRef="#ctx0" brushRef="#br2" timeOffset="295652">30323 3440 7353,'-14'-10'1619,"25"-6"-1439,10 10 0,7 2 44,14-7 1,4-3-45,-11 3 0,1-1 0,-1 0 30,-2-2 0,0 0 0,-4-4-75,6-13 0,-9-6 134,-15 1 1,-10-1-180,-5 8 0,-7 2-180,-12-5 0,-7 7 180,0 11 0,-3 8-45,-5 5 0,1 8-90,0 10 0,5 11 45,13 2 0,5 7 0,3 2-144,3 4 1,3 3 0,6 0-7,7 2 0,5 1 0,7-3-188,1-10 1,6-1 0,1-3 0,0-4 67,-1-2 0,0-3 0,5-5 270,8-1 0,6-2 0,-1-6 0,-6-11 0,0-25 0,-3-10 0,-5 15 0,0 1 0,0-1 0,0 0 0</inkml:trace>
  <inkml:trace contextRef="#ctx0" brushRef="#br2" timeOffset="295985">31073 2381 7533,'-22'-12'764,"0"-1"1,-9 9 224,13 45-659,14-6 0,3 7 0,1 4-794,0-8 0,1 2 1,0 2-1,1 1 1,-1 0 523,1 0 0,0 1 0,0 1 0,0 0 0,0 0 0,1 0-30,-1-2 0,1-1 0,0 1 0,0-1 0,0 0 0,1-1 71,2 3 0,-1 0 0,1-2 0,1 0 1,0-3-507,0 1 0,0-1 0,1-2 0,1-6 0,6 5 1,2-7-666,13 10 1070,0-47 0,1-9 0,6-11 0</inkml:trace>
  <inkml:trace contextRef="#ctx0" brushRef="#br2" timeOffset="296703">31664 3263 7533,'-21'-29'1092,"1"-1"0,1 9 0,-2 1-662,-8-5 1,-2 7-611,-14 26 180,24 14 0,5 9-135,2 11 1,5 6-58,5-11 0,3 2 0,-1 1-48,-3 8 0,-2 3 1,3-3 508,3-11 1,1-2 0,-2-2 284,-7 17 1,1-13 434,7-29-359,-5-38-450,12-15-1080,12 2-359,13 8 1082,-4 20 1,7 2 146,0 4 0,5 1 0,1 0 149,-2-2 1,1-1 0,3-2-174,2 0 1,5-1-1,-1-2 1,-5-1 562,-2-3 1,-3-2 0,-2-3-330,-3-2 0,1-3 0,-3-1 0,-5 1 134,-1-5 1,-11 0 315,-9-7 0,-15 7-1,-27 27 1,-11 15-181,8 3 1,-2 5 0,1 5-659,7-3 0,1 2 1,1 3-1,3 2-361,-6 13 1,3 5-1,15 0-390,17-2 1,10-1 0,5 0-121,2-1 1,4-1 0,6-4 1079,7-2 0,7-5 0,2-5 0,2-7 0,3-6 0,0-2 0,-1-4 0,-1 0 0,1 0 0</inkml:trace>
  <inkml:trace contextRef="#ctx0" brushRef="#br2" timeOffset="296810">32439 3687 7533,'48'-8'3276,"-3"14"-2457,-1-4 0,-30 31 0,-17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4:27:47.948"/>
    </inkml:context>
    <inkml:brush xml:id="br0">
      <inkml:brushProperty name="width" value="0.09071" units="cm"/>
      <inkml:brushProperty name="height" value="0.09071" units="cm"/>
      <inkml:brushProperty name="color" value="#A020F0"/>
    </inkml:brush>
    <inkml:brush xml:id="br1">
      <inkml:brushProperty name="width" value="0.12095" units="cm"/>
      <inkml:brushProperty name="height" value="0.12095" units="cm"/>
      <inkml:brushProperty name="color" value="#A020F0"/>
    </inkml:brush>
  </inkml:definitions>
  <inkml:trace contextRef="#ctx0" brushRef="#br0">2170 3563 7533,'9'-18'2608,"-1"9"-1888,-16-7 89,6 14-1079,-5-6-89,7 8 2697,0 0-1978,0-8-360,0 6 360,0 10-270,0 13 0,0 9 0,0 8 0,0 6 0,0 3-508,0-2 1,0 2 0,0 2 0,0 1 435,-1-8 0,1 2 0,0 1 0,0-2 0,1 0-18,0 6 0,1-1 0,1-2 0,-2-3 509,0-1 1,0-4 0,-1-4 165,2-5 0,-4-7-496,-7-6-988,-9-24-2468,8-2 0,-6-8 3428,15-7 0,-7-18 1,8 15-1,0 1 1</inkml:trace>
  <inkml:trace contextRef="#ctx0" brushRef="#br0" timeOffset="417">2099 3616 7533,'-25'-33'3276,"5"3"0,2 3 0,10 11-2041,16 16-155,33 0-1125,-3-7 0,5-2-315,-2 6 0,5 0 0,0-2-219,-8-3 0,1-1 0,0 0 1,-2 1 38,4 4 0,-1 1 1,-1-1-451,11-9 1,-8 2-1170,-15 9 180,-19 2 450,-18 26 1529,-8 3 0,6-8 0,-1 1 0,-14 13 0</inkml:trace>
  <inkml:trace contextRef="#ctx0" brushRef="#br0" timeOffset="706">2223 3916 7533,'-27'17'1092,"1"1"0,-1-7 0,1-2 2184,-12 6-923,13-15-914,33 0 180,35-7-1304,-16 2 0,3 0-810,12 0 0,2 0-1144,-4 0 1,0 2-1,4 3 1,1 0 1621,-4-2 0,-2 4 0,-14 8 0,-3 4 0,9 15 0</inkml:trace>
  <inkml:trace contextRef="#ctx0" brushRef="#br0" timeOffset="1157">2646 4286 10951,'-20'8'3276,"5"10"-2325,15 17-501,0 10-90,0-8 90,0-3 539,7-40-944,3-19 0,-2-9-90,2-11 0,0-4-15,-2 13 0,1-2 0,-1 2-165,1-13 0,0 4-90,-2 16 1,3 5-586,16-3-989,9 19 720,-9 11 0,1 4-406,0 5 1,1 1 1574,3-4 0,-1 2 0,7 22 0,-4-5 0</inkml:trace>
  <inkml:trace contextRef="#ctx0" brushRef="#br0" timeOffset="1585">3140 4110 7533,'0'-47'3276,"-16"6"0,12 31-1553,-35 10-2623,17 33 45,0 4 1,1 5 404,9-1 1,5 4 209,5-3 0,4 4 0,5-7 240,9-6 0,6-5 135,10 6 0,6-11 944,-1-24 1,-1-14-316,-1-19 1,-7-8-450,-11 3 0,-7-3-255,-6 3 0,-4-3 0,-6 4 164,-12-6 1,-7 7-315,-1 10 1,-3 7-856,-3 11 1,1 11-451,9 12 1,7 9 1394,9 4 0,12 1 0,22-3 0,13-5 0,-7-9 0,0 0 0,0 0 0</inkml:trace>
  <inkml:trace contextRef="#ctx0" brushRef="#br0" timeOffset="2350">3598 4163 8882,'0'-18'3276,"-8"1"0,-1 7-3082,-9 25-104,12 9 0,2 5-540,-4 11 0,1 3-449,5 2 0,2 0 539,-2-7 0,4-6 1080,7-12-451,17-40 136,-12-19 0,-1-8 269,6 9 1,-2-2-435,-9 3 0,-3-2 0,1 5-16,3 8 1,-2 3-944,-7-18-271,8 56 1,9 31 314,-8-11 1,2 2 224,9 0 0,1-1 450,-7-3 0,2-6 720,27-7 134,-21-32 1,-1-9-316,-2-6 1,-1-5 29,0-8 1,0-5 0,-3 2 329,-3 2 1,-2 2-720,1-8 0,1 18-450,4 44-540,-7 11 1,1 5-830,11 13 1,1 2 545,-6-13 1,-1-1 0,0-1 653,2 9 1,3-7-1,21-12 1,-14-26-1</inkml:trace>
  <inkml:trace contextRef="#ctx0" brushRef="#br0" timeOffset="3517">6263 3545 7533,'-6'-9'629,"-5"-7"451,5 6 89,-7-7-90,6 7 1,2 2-720,5 16 989,16 33-1080,-6-12 1,0 4 0,1 1-314,2 1 0,1 2 0,-1 5 89,-3-6 0,0 5 0,-1 3 0,0 1 0,-1-2 0,-1-4-31,-1 3 0,-1-4 0,-1-1 0,-2 3 166,0 1 0,0 2 0,-1 1 0,-2-3 0,-5-6 404,-11 14 1,-9-12-335,-8-15 1,-6-8-116,-6-7 0,-1-7-345,13-5 0,1-5 1,0 0-241,-15-3 0,3-3-1189,8-9 1,6-1-1639,-6-4 3275,31-3 0,21 12 0,6 1 0,5-4 0,0 1 0</inkml:trace>
  <inkml:trace contextRef="#ctx0" brushRef="#br0" timeOffset="3823">5821 3739 7533,'-18'-17'1638,"0"-1"0,2-1 1638,5-13-1638,31 14 0,11 1-546,-2 1 0,3 0 0,2 1-1571,0 1 1,3 0-1,2 1 1,0 1 253,4 0 0,1 1 0,0 0 0,-1 2-595,-5 0 1,1 1 0,-2 2 0,1 1-274,12 5 1,0 3 0,-7 0 692,-5-4 0,-8 8 0,-5 32 0,-11 10 0,-18-6 0,0 1 0</inkml:trace>
  <inkml:trace contextRef="#ctx0" brushRef="#br0" timeOffset="4206">6756 4233 13379,'18'0'-1079,"-5"0"1259,-1-8 629,-12-1 1,-12-1 359,-12 18-2338,4 19-360,7 3-1748,42 3 3163,-10-23 1,15-11-1,4-6 1,-11-3-1,0 0 1</inkml:trace>
  <inkml:trace contextRef="#ctx0" brushRef="#br0" timeOffset="4589">7346 3775 7533,'-14'24'1092,"-1"1"0,3 12 0,3 6-835,2-2 0,1 4 0,2 2-1077,2-5 1,1 1 0,2 0 0,1-2 186,1 2 1,1-2 0,1-2-148,-1-2 1,0-2-1,1-7 780,8-2 0,-3-42 0,-3-13 0</inkml:trace>
  <inkml:trace contextRef="#ctx0" brushRef="#br0" timeOffset="4984">7298 3634 7533,'0'-28'1092,"0"1"0,10 3 0,7 5 546,9 10 0,4 8-687,7 9 1,4 9-832,0 5 0,3 6 0,-5 1-336,-13-8 1,-3 2-1,-1 3 148,4 8 1,0 6 0,-3 2-1,-6-3 155,-8-1 1,-7 0 0,-2 2 24,-2 0 1,-1 3 0,-3 0-1,-2-3 188,-5 2 0,-3-3 0,-3-2-121,-3-3 1,-3-2 0,0-4 32,-9 1 0,0-5-1067,6-8 1,-1-5-631,1-8 1,1-6-1793,-9-8 2702,16-7 0,15 2 0,12 6 1</inkml:trace>
  <inkml:trace contextRef="#ctx0" brushRef="#br0" timeOffset="5422">8577 4269 12570,'-9'26'-240,"-1"1"0,-3 3 0,-3 0-1399,-1 2 1,-3-1 1599,2-6 1,-3-3-1,-5-3 1,-1-5 0,-17-6-1</inkml:trace>
  <inkml:trace contextRef="#ctx0" brushRef="#br0" timeOffset="6117">9992 3951 7533,'-12'-18'3148,"-11"9"-2788,-20 1-495,9 20 0,-5 7 195,5-5 0,-2 0 0,0 5-64,-1 10 0,1 5 0,2-1 34,0-3 0,2 1 0,4 0-90,6 1 0,2 1 0,8-2-275,9 6 1,10-3-251,3-5 1,8-5 584,25-6 0,9-9 0,-16-6 0,2-3 0,1-3 0,-2-2 0,1 1 0,-1-1 0,0 0 0</inkml:trace>
  <inkml:trace contextRef="#ctx0" brushRef="#br0" timeOffset="6584">10226 4145 7533,'-29'-33'3276,"-3"19"-886,-7-9-3155,13 37 1,1 11 494,9-2 1,3 3 89,-6 12 0,2 4 180,8 2 0,6-2-90,6-12 0,5-3 45,5-2 0,5-7 315,6-13 0,3-10-46,7-11 1,-1-11 135,-9 1 0,-1-4 0,-2-2-91,-3 1 1,-3-1 0,-1 1 0,6-11 0,-6 4 360,-14-11-630,-1 54-990,-5 31-1348,12 13 1438,0-17 1,4 4-1,2-4-180,12 0 1,3-4 1079,4 10 0,2-15 0,1-35 0,0-15 0,-7-12 0,0 0 0</inkml:trace>
  <inkml:trace contextRef="#ctx0" brushRef="#br0" timeOffset="6867">10657 3510 7533,'-18'-35'3276,"5"23"-706,0 30-2390,9 16 0,3 10-30,1-5 0,0 3 0,0 3-759,1-2 0,0 4 1,1 0-1,-1 0 339,1-1 0,-1-1 1,1 1-1,0-1-90,2 0 0,0 1 1,1-1-1,0-5-36,0 0 0,1-4 0,2-4-729,5 2 1,4-9 1124,15-9 0,5-32 0,-1-4 0</inkml:trace>
  <inkml:trace contextRef="#ctx0" brushRef="#br0" timeOffset="7226">11174 4075 7533,'25'-34'3276,"-12"21"0,-7-27-833,-13 29-2533,-11-7-630,-12 10 405,4 16 0,-3 8 405,3 1 0,-2 4 0,2 1 150,-1 5 0,1 1 0,1 2-60,0 1 0,2 2 0,4 1-46,-1 13 1,10 0-270,14-13 1,8-4-361,7-4 0,7-7-495,14-3 1,6-8 989,-7-5 0,1-3 0,-2-3 0,1-4 0,-2-2 0,2 0 0,1-1 0</inkml:trace>
  <inkml:trace contextRef="#ctx0" brushRef="#br0" timeOffset="10784">13007 3863 9602,'-13'-8'539,"1"6"1,12-6-270,0 8-270,-5 0 0,4 0 0,-9 0 180,3 0 0,-6 0-91,1 8 1,-1-6 180,1 22 180,0-5-270,5 5 0,1 3-180,2 0 0,1 1-180,2 10 0,2 2 45,6 5 0,4-1 0,3-2 0,4-2 0,7-2 0,5-6 405,-5-10 0,2-8 90,6-13 0,-1-10 89,-2-10 1,-3-7-315,-1-4 0,-2-5 15,-5 1 0,0-4 0,-4 0 30,0-9 0,-3 0-1,2 1 1,-4 2 225,-8 11 0,-4 7-585,-5 17-719,0 34 629,-4 14 0,8-7 0,3 6 0,2 0-210,2-1 1,2 0-1,0 1-240,0 2 1,1 1-1,2-3 720,8 15 0,3-19 0,5-40 0,-8-35 0</inkml:trace>
  <inkml:trace contextRef="#ctx0" brushRef="#br0" timeOffset="11600">13598 4004 5914,'0'-10'2248,"0"-5"-1348,0 5-1,0 0-269,0 2 269,0 8-89,0 24-450,-5 21-630,4-3 0,1 4 180,-2-13 0,0 1 0,0-1 135,2 14 0,0-4-45,-2-10 0,4-13 1259,9-28-1169,-4-18 0,0-11-120,2 2 0,1-5 0,1 0-144,-1-5 0,1-1 1,-1 2 233,1 5 0,-1 2 0,1 3 74,1-5 1,0 9-584,1 14 449,-2 50 449,-7-9 1,-1 5-180,2 16 0,2 4-120,-3-17 0,0 0 0,0 1-720,0 1 0,0 1 1,0-2-646,1 9 1,2-5-425,4-13 1,2-5 1573,2-4 1,14-50 0,-20 11 0,1-1 0</inkml:trace>
  <inkml:trace contextRef="#ctx0" brushRef="#br0" timeOffset="11856">14090 3916 9152,'-13'0'3276,"-4"0"-2055,10 23-861,8 2 0,2 3-810,3 15 0,2 4-600,3-6 1,2 1 0,0-1-44,0-6 1,0-1 0,-1-1 442,3 14 0,2-16 1,6-37-1,-11-35 1</inkml:trace>
  <inkml:trace contextRef="#ctx0" brushRef="#br0" timeOffset="12650">14423 3986 10321,'-7'24'1034,"11"0"1,3 5-855,-1 1 0,1 3 0,1 2 149,2 4 1,3 1 0,0-2-240,1-2 0,0-2 0,1-4 135,3 3 0,2-13 1214,22-30-1214,-18-23 0,-5-12-345,-7 8 0,-2-3 0,0-1-236,3-4 0,0-1 0,-3 2-184,-5 9 0,-1 1 1,1 3-1100,1-5 1,4 14 1465,8 29 0,13 31 0,-9-7 0,0 0 0</inkml:trace>
  <inkml:trace contextRef="#ctx0" brushRef="#br0" timeOffset="13167">15136 4039 7533,'-17'-45'3276,"-2"18"-886,-12 3-2300,6 22-899,-17 18-271,4 13 900,16 3 1,0 5 44,0 2 0,2 2 764,5 4 1,4 0-450,2-7 0,5-3-225,7-7 0,7-5 135,33-5 135,-18-24 0,1-4-135,3 2 0,-1-6 179,-7-9 1,-1-8 0,-3 3-135,-2 6 0,-1-1 180,5-20 0,-4 4-136,-8 17-718,-13 6-810,-2 58 539,1-15 0,2 2-674,3 11 0,4 1 449,5 0 1,4-4 1034,4 2 0,30-23 0,-6-36 0</inkml:trace>
  <inkml:trace contextRef="#ctx0" brushRef="#br0" timeOffset="13534">15334 4322 7533,'-13'25'3238,"7"2"-2339,0 9 361,17-17-721,2-19-269,3-20 0,-1-11-45,-4 0 0,-2-4-315,-1-7 0,0-5 1,-1 0 268,-2 6 1,-1 0 0,0 2 0,-2 3 0,0 2 0,0 2-450,2-8 0,4 15-1439,9 33 540,9 12-270,-2 4 0,0 3 1439,-7-7 0,0-1 0,11 4 0,2-3 0,-8-7 0,1 0 0</inkml:trace>
  <inkml:trace contextRef="#ctx0" brushRef="#br0" timeOffset="14234">15936 4022 8072,'-6'9'2249,"-11"15"-810,4 3-1259,0-2 0,1 3 0,4 7 0,3 1-675,-3 4 0,5 0-539,6-6 0,5-3-1485,10 12 2519,14-27 0,-11-34 0,0-11 0,1-1 0,0 1 0</inkml:trace>
  <inkml:trace contextRef="#ctx0" brushRef="#br0" timeOffset="14867">16305 4128 7533,'6'-26'3276,"-5"6"-1425,10-5-682,-4 15-449,0 2-1,-1 8-719,-12 0-539,-12 0-271,-13 0 495,7 10 0,-2 4 225,1-1 1,0 3 89,-3 12 0,1 5-450,3 9 0,5 2 270,6-2 0,5 0-135,2 0 1,8-3-91,12-10 0,7-7 405,25-5 225,-11-24 0,2-9-90,-1-8 0,-2-7 194,-11 3 1,-3-3 0,0 0 59,-2 1 1,-2-1 0,-2 2 285,-3-9 0,-3 5 404,2 6-989,-20 37-540,2 13 0,2 6-449,-1 7 0,1 1-181,-2 3 1,5 0-406,10-2 1,7-5-135,19-4 1619,12-31 0,-20-23 0,-2-15 0,-1-2 0,-6 6 0,0 1 0,0 0 0,0-1 0</inkml:trace>
  <inkml:trace contextRef="#ctx0" brushRef="#br0" timeOffset="15167">16810 3581 7533,'-18'-28'3276,"11"3"0,-10 31-1283,10 37-1724,3-12 1,0 5 0,0 3-270,-1 7 0,1 2 0,0 3-399,2-7 0,0 3 1,1 0-1,-1-1-186,1-2 1,-1-1-1,1 0 1,0-3 314,0 5 0,1-2 0,1-3 225,1 2 0,1-8-311,4-10-633,11-40-1530,7-11 2519,-5-3 0,-7-1 0,-3-2 0,-4 4 0,1 1 0</inkml:trace>
  <inkml:trace contextRef="#ctx0" brushRef="#br0" timeOffset="15423">16638 4004 7533,'-14'-37'3276,"3"3"0,28 1-1830,-1 14 0,5 1-2211,16-6 1,5 3 314,-6 6 1,2 2-644,3 2 1,4 0 0,-4 2-508,-2 3 0,-1 0 1600,9-7 0,-4 1 0,-12 10 0,-21 4 0</inkml:trace>
  <inkml:trace contextRef="#ctx0" brushRef="#br0" timeOffset="15917">16945 4322 9332,'24'-20'2068,"13"-11"-1888,-6 24 0,5 2-135,10-11 0,1-2 45,-2 6 0,0-3 180,-13 0 0,-1-3 0,-4 0 134,1-5 1,-5-1-45,-2-1 0,-6-3-180,-13-2 0,-8 1-720,-21-2-90,-6 18 1,-6 8 718,8 11 1,-1 7 0,0 4 90,-3 6 0,1 5 0,2 1-390,6-3 0,2 2 1,5 2-391,4 12 0,7 3 1,8-6 239,7-14 0,6-3-900,16 19 1,7-12-380,-6-32 1,0-7 1377,1 10 1,-5-4-1,-13-25 1,-9-7-1,-8 3 1,0-1-1</inkml:trace>
  <inkml:trace contextRef="#ctx0" brushRef="#br0" timeOffset="16184">15887 3828 7533,'-26'-36'1799,"14"1"-1799,14 8 0,-1 17 0,-2 12 0</inkml:trace>
  <inkml:trace contextRef="#ctx0" brushRef="#br0" timeOffset="16467">14324 3757 7533,'-42'-16'0,"20"12"0,27-19 0,29 13 0</inkml:trace>
  <inkml:trace contextRef="#ctx0" brushRef="#br0" timeOffset="17652">19099 3228 7533,'-12'-28'2428,"5"19"-2068,1 26-45,8 17 0,2 9-195,-3-5 0,-1 4 0,0 3-413,1-5 1,0 4 0,1 1 0,-1 0 0,0-1 247,-1 4 0,0 0 0,0-1 0,0 0 22,0 0 1,0 1-1,0-2 1,0-5 178,-2 7 1,-2-10 113,-3-4-180,-5-26-450,-11-32-45,3 6 0,-3-1-90,-9-9 1,-4 1 404,0 2 0,-4 5 449,5 10 1,-2 3 0,2 6 225,-6 10 0,3 8-46,-5 6 1,6 9-45,13 6 0,11 4-136,14 3 1,9-2-135,6-8 0,8-5-45,2-12 0,5-4 0,2-3-180,4-2 0,3-4 0,1-3-735,-5-5 0,2-3 0,0-2 0,-1 1 735,8-1 0,-2-1 0,-3-3 0,7-9 0,-7-3 0,-21 2 0,0 0 0</inkml:trace>
  <inkml:trace contextRef="#ctx0" brushRef="#br0" timeOffset="17867">19382 3951 7533,'-19'-18'3276,"1"9"-526,11 17-3110,2 27-540,11-5 1,4 3-740,1 3 1,4 0 1540,10 3 1,5-7 0,0-18 0,3-7 0,4-5 0,0 0 0</inkml:trace>
  <inkml:trace contextRef="#ctx0" brushRef="#br0" timeOffset="18234">19837 3933 7533,'4'-30'1638,"-1"0"0,2-17-308,-7 19 0,-6 5-430,-22 3-765,5 20 0,0 8-270,-3 10 0,3 9-675,3 14 1,8 6 239,9-12 0,6 1 1,3 1 92,4 2 0,5 0 0,2-1 477,3-1 0,1-1 0,2-4 0,8 3 0,-1-5 1574,-4-5 0,-11-9 585,-18-16-2249,-28-9-540,8 3 1,-1 2-1260,-23-4 1889,23 8 0,42 0 0,25 0 0</inkml:trace>
  <inkml:trace contextRef="#ctx0" brushRef="#br0" timeOffset="18684">20305 3404 7533,'-12'-43'3276,"-1"22"-526,7 21-2705,1 27 0,4 14-90,1 3 0,0 6-611,0-14 1,-1 4-1,0 3 1,0-1 0,-1-1-165,-2 5 1,0-1 0,-1-1 0,0 1 188,1 5 1,-1 2-1,0-2 1,-1-6 665,-3-3 1,-1-4 0,-1-9-36,-14-4 0,14-44 0,3-13 150,-1 1 0,1-4 0,1-2 779,3-3 1,2-2-1,0 0 120,-3 0 1,0 0 0,4 3 119,8-7 0,8 6-1259,4 16 0,6 7-180,12 10 1,7 8 269,-9 4 0,3 3 0,-1 0 0,0-1 0,-2 0 0,2 1 0,1 2 0,0-1 0,0 1 0</inkml:trace>
  <inkml:trace contextRef="#ctx0" brushRef="#br0" timeOffset="19889">20822 4163 7533,'-25'17'3276,"6"-7"-1515,-4-2-862,9-8 181,-3-23-721,10-7-269,3 1 0,2-3-495,3-3 1,4 0 44,4-2 0,5 1-180,5-1 1,6 4 44,9 11 0,5 7 315,-1 4 1,1 6-91,10 11 0,-2 5 585,-16-1 0,-2 0 584,-3-1 1,-4 0 899,-6-1-540,-21-8-1169,-7 0-1260,-2 0-449,-4 15 540,6 5 449,5 23 180,3-17 1,2 1-181,9 1 1,3-1-91,10 10 630,7-24 0,5-10-135,2-22 0,2-11 45,-4 5 0,2-2 1,-2-4 45,-2-4 1,-2-4 0,-2-4 223,-3 1 0,-1-4 0,-1 0 0,-4 1 389,-3-3 1,-3 1 0,-2-1-30,2 0 0,0-1 0,-6 5 404,-4 0 1,-7 12-1035,-6 22-540,-7 45 630,3 5 0,2 8 150,4-4 0,1 4 0,2 2-413,0-4 0,2 2 0,0 2 0,2 0 330,2 0 1,0 1-1,3-1 1,4-1-271,3-4 1,3 1 0,3-3 0,2-7 561,11 8 1,6-15 90,8-23 0,1-18-30,-15-18 0,-4-14 0,-3-2-41,-5 4 1,-3-2 0,-2-1-268,-3 5 1,-1-1-1,-3 0 1,-5 4-143,-5 0 0,-5 3 0,-4 5-1304,-9 2 0,-3 11 1424,0 13 0,3 10 0,6 22 0,6 9 0,6-1 0,1 0 0</inkml:trace>
  <inkml:trace contextRef="#ctx0" brushRef="#br0" timeOffset="20617">22102 3916 7533,'-19'-8'719,"-5"-2"2250,6 0-2160,-7 3-359,-6 22-180,6 21-540,13-7 0,5 4-315,1 4 1,6-1 179,8-2 0,7-6 405,5-10 0,4-8-90,7-10 0,1-10 180,6-12 0,-2-9 90,-12 4 0,-1-3 0,-2-1 179,6-12 1,-3 2-180,-8 7 0,-2 5-360,-3 5-90,-11 58-180,5-4 1,1 3 179,-5-8 0,1 0-180,9 16 1,5-1-946,1-15 1,3-3 1394,4-2 0,3-9 0,2-18 0,2-12 0,-2-4 0,1-12 0,-1 0 0,1-1 0</inkml:trace>
  <inkml:trace contextRef="#ctx0" brushRef="#br0" timeOffset="20839">22779 3404 7533,'-13'-25'3276,"6"21"-2864,2 14-233,8 29 1,5 14-480,-5-15 0,-1 2 1,1 3-521,1 1 1,2 3 0,-2 0 0,0 0 59,-3-6 1,0 1 0,-1-2 0,-1-1 759,3 6 0,-1-2 0,-5-5 0,-8-3 0,-4-10 0,-17-11 0</inkml:trace>
  <inkml:trace contextRef="#ctx0" brushRef="#br0" timeOffset="21023">22643 3828 7533,'-6'-33'1092,"0"1"0,5 5 0,6 3 546,14 5 0,8 5-1002,12 2 1,6 4-1730,-4-1 1,3 0 0,1 2 986,-3 2 0,0 2 0,-1 1 1,1-1-1,-1 0 0,-1 1 1,-6 2-1,1 0 0,0 0 1</inkml:trace>
  <inkml:trace contextRef="#ctx0" brushRef="#br0" timeOffset="21489">23283 3845 10051,'0'-17'2429,"-6"7"-2519,5 18 270,-4 27-765,8-5 0,5 3-854,3 10 0,2 2 494,3-7 1,1-2 944,-2-2 0,2-7 0,17-9 0,-8-20 0</inkml:trace>
  <inkml:trace contextRef="#ctx0" brushRef="#br0" timeOffset="22219">23702 3951 7533,'-18'-45'3276,"-1"10"-2954,-6 17-1042,1 26 0,-1 19 585,11 5 1,3 5 89,2 0 0,4 0-90,8 4 0,5-1 0,6-6 0,5-7 495,5-13 0,3-9 44,4-9 1,-1-9-135,-12-4 0,-3-6 89,3-16 1,-7-6 405,-9 4 0,-4 0-496,2 3 1,-1 1 0,-2 5 0,1 5-1080,2 10-89,0 17-91,16 10 811,-1 23 268,-1-11 1,2 1 45,-3 7 0,-2 3-315,-1 6 0,0 0 135,-1-9 1,0-3 223,3 16 1171,22-51-1305,-17-7 0,0-7-669,4-6 1,4-8 0,1-1 0,-5 5 668,1-1 0,-1 1 374,4-10 1,2-4 0,-7 15 1020,-12 19-3509,3 27 1169,-11 17 0,0 4 1,0 4-740,0 0 1,0 1 1579,-2-4 0,4 0 1,6-1-1,6-3 1,-1-12-1,1 1 0</inkml:trace>
  <inkml:trace contextRef="#ctx0" brushRef="#br0" timeOffset="22601">24687 3704 7533,'-16'-22'1092,"1"-1"0,-4 6 0,-4 7 546,-5 10 0,0 7-1676,-5 9 0,3 6-772,5 10 1,5 6 299,7-7 0,3 1 1,4 1 179,8 0 0,5 1 0,0-1 270,1 3 0,1 0 0,2-2 60,10 9 0,1-6 270,-8-12 0,-1-4 540,3 2-1530,-38-39-2158,-16 12 2878,-3-11 0,10 14 0,-4 5 0,0 1 0,-12 0 0,1-1 0</inkml:trace>
  <inkml:trace contextRef="#ctx0" brushRef="#br0" timeOffset="22857">23456 3651 10411,'-24'-14'-216,"1"-1"0,-16-9 0,32 40 0,1 4 1</inkml:trace>
  <inkml:trace contextRef="#ctx0" brushRef="#br0" timeOffset="23417">21080 3687 7533,'-20'-30'314,"14"-1"1,26 37 0,11-4 0</inkml:trace>
  <inkml:trace contextRef="#ctx0" brushRef="#br0" timeOffset="23767">19087 3563 7533,'-34'-33'611,"32"11"1,16 20 0,16 13-1,-1 0 1</inkml:trace>
  <inkml:trace contextRef="#ctx0" brushRef="#br1" timeOffset="25956">19345 3739 9753,'-3'-33'250,"-1"0"0,26-8 0,12 43 0,-3 6 0,0 1 0</inkml:trace>
  <inkml:trace contextRef="#ctx0" brushRef="#br0" timeOffset="49334">5415 6244 7263,'7'-10'1349,"-2"-5"-1079,-5 13 0,0-6 359,0 8 181,0 0-360,0-8-1,0 6 361,0-6-90,0 8-1,0 0-539,-5 0-270,3-8 270,-3 6 270,5-5-270,0 7 269,0 0 1,-6 0-180,5 0 0,-5-8-90,6 6 90,0-6-270,0 8-540,0 0 450,-5 0-180,3 0 360,-3 0 270,5 16-225,0 19 0,0 12-68,0-13 1,0 4-1,0 2 1,0 1-237,0 0 1,0 2-1,0 1 1,0 1 0,0-1 60,0 4 0,0 2 0,0-1 0,0-1 0,0-4 48,0 9 0,0-4 0,0-2 539,0-3 1,1-1 0,-2-8 510,-5 2-900,0-9 180,-1-13-180,-4-15-1440,4 0-1927,0 0 1639,1 0-1639,6 0 3266,6-8 1,12-25 0,-5 10 0,0-1 0</inkml:trace>
  <inkml:trace contextRef="#ctx0" brushRef="#br0" timeOffset="50767">5390 6244 6903,'0'-19'810,"-6"3"-451,5 16 271,-10-8-180,10 6-180,-10-6-90,4 8 359,0 0 181,1 0-450,1 0-90,4 0-630,-4 0 0,-1 0 720,5 0 270,-4 0-1,5 0 271,0 0-360,-6 0-91,5 0-179,-5 0 180,6 0 360,-5 0-271,3 0-449,-3 0 90,10 0 990,35-8-990,-5 6 0,5 2 59,-4 2 1,3 0 0,-1 2-180,3 3 0,-1 2 0,-2 3 30,-4 3 0,-2 3 0,-5 2 45,3 5 0,-10 5-45,-15 7 0,-10 2-135,-16 1 1,-8 0 193,6-9 1,-3-1 0,-1-1 180,-3 0 0,-2-2 0,1-2 30,2-5 0,0-2 0,1-3-226,-5 0 1,2-5-2203,-11-10-1119,24-10 3016,18 1 1,29-15 0,11 5 0</inkml:trace>
  <inkml:trace contextRef="#ctx0" brushRef="#br0" timeOffset="52184">6288 6279 5914,'7'-17'1619,"-1"7"-900,-6-14-269,5 13-180,-4-15 90,10 9-1,-4-1 271,0 8 90,-1-6-271,-6 15-89,0-7-180,-6 16-180,-23 17-45,8-1 0,-3 5 285,0 0 0,-1 3 0,0 3-500,6-2 1,1 2-1,1 2 1,2-1 326,0 0 1,2 0-1,0 1 1,3 1 89,1 6 1,2 2-1,2 0 1,3-2-227,3-4 0,3-2 1,2 0-1,1-1 99,3 12 0,3-1 0,2-2-30,2-5 0,2-3 0,1-3-225,8 3 0,0-5-45,-6-10 1,0-3-1710,8 5 1259,-13-15 1027,-10-2 0,-7-8 0,-6 0 0</inkml:trace>
  <inkml:trace contextRef="#ctx0" brushRef="#br0" timeOffset="52801">6510 6526 7623,'14'-7'2878,"-4"-3"-2068,-10 0-271,-5 2-269,4 8 809,-4 0 361,15 16-361,15 19-929,-10-7 0,1 5 0,2 0-260,2 3 1,2 1 0,-1 2-116,-4-5 0,0 3 0,0-1 0,0-2-285,4 2 1,0-3-1,-1-2-210,2 6 1,0-5-1350,8-7-90,-18-17 2159,-6-8 0,-28 8 0,-6 1 0</inkml:trace>
  <inkml:trace contextRef="#ctx0" brushRef="#br0" timeOffset="53101">6498 7285 7533,'-30'-10'3276,"9"-6"0,14-9-1638,24-7 0,12-5-957,-2 3 1,3-2 0,2-1-948,-2 3 0,2 0 0,0 0 1,0 0-5,0 2 0,0 0 0,-1 1 0,-1 1-823,-1-1 1,-1 1 0,-3 3-547,1-1 1,-6 5-1639,-9 5 3227,-11 10 1,6 0 0,0-1 0</inkml:trace>
  <inkml:trace contextRef="#ctx0" brushRef="#br0" timeOffset="53517">7051 6174 7533,'12'-10'3276,"12"10"0,7 33-2642,-8-6 0,2 5 1,-1 3-433,-5 0 0,-1 2 1,0 3-1,-1 1-519,-1-2 1,-1 1 0,-1 2 0,0 0 0,-3 1-8,-2 1 0,-1 0 1,-2 1-1,-1 0 0,-3-2 31,-3 8 1,-3-1 0,-2-1 0,-2-3 112,0-6 0,-1-2 0,-1-1 0,-3-1 39,-8 10 1,-4-3-1,0-4-714,-1-4 1,-1-4 854,-1-1 0,1-9 0,2-21 0,14-19 0</inkml:trace>
  <inkml:trace contextRef="#ctx0" brushRef="#br0" timeOffset="59059">8011 18503 7533,'-24'-34'-270,"-1"0"0,-2 0-629,10 11 899,30 35 0,11 5 0,7-9 0</inkml:trace>
  <inkml:trace contextRef="#ctx0" brushRef="#br0" timeOffset="62468">5378 6368 7533,'-23'-43'2428,"8"21"-2338,-3-2-629,13 24-271,5 0 180,-11 47 540,-3-23 0,-3 3-103,0 6 0,-4 5 1,-1 3-1,-1-2 328,-3 1 0,0-1 0,-1 1 0,1-2-90,5-3 0,-1-1 0,3-1 0,1-2 75,-3 6 0,2-3 0,15-14 284,32-29 1,14-16-338,-14 7 1,1-4-1,2-3 1,2 0-283,0-1 1,3-3-1,1-1 1,0 1-1,0 0 233,0 1 0,2 0 0,-1 0 0,-1 1 0,0 1-41,2-3 1,-1 0 0,0 2-1,-3 6-112,14-2 1,-6 11 223,-4 16 345,-42 17 1,-10 9-300,-7 7 0,-4 4-195,1-6 0,-3 1 0,0 1-199,-2 4 1,0 1 0,1 0 108,5-4 0,2-1 1,5-4 563,3 0 0,12-11 36,26-24 0,13-14-248,-2-4 0,4-9 1,3-3-1,-1 0-473,-8 5 1,0-1 0,0 0-1,1-1 1,2-1 295,-5 5 1,3-1 0,0-1 0,1-1-1,-1 2 1,-1 0 0,-3 2 19,7-6 0,-3 1 0,-1 2 0,-1 1-105,7-4 0,-1 1 0,-7 12-840,1 17 720,-41 25 0,-19 16 1,-3 1 66,8-10 1,-3 1-1,-2 1 1,-1 2 27,2-2 1,-3 1 0,-1 3 0,0-1 0,1 1 0,0-2 210,-2 3 0,0 0 0,0-1 0,3-1 0,3-2-67,-4 7 1,5-3 0,14-7 172,21-7 0,12-10-30,5-19 0,8-12 1,4-6-1,1-1-142,-7 3 0,3-2 0,1-3 0,0 0 0,0 1 0,-2 1-36,3-1 0,0 1 0,-1 0 0,0 0 1,0 0-97,-1 0 0,0-2 0,0 0 0,-3 4 0,-4 3-693,13-3 1,-14 15 549,-24 49 275,-22-6 0,-11 6 0,-3 1-38,4-6 1,-3 1-1,-1 1 1,0-1 269,1 2 0,-1 2 1,2-3-1,4-3-157,-5 11 0,19-14 45,52-28-18,-11-15 0,7-8 0,5-6 0,0-1 0,-2 1-227,-5 2 0,-2-2 0,1 0 0,0-1 1,3 2 19,-1 0 0,4 0 0,0 0 0,0 0 0,-3 3 0,-3 2-345,9-5 0,-5 2 0,-6 15-165,-2 21 0,-13 11 645,-28 7 0,-18 8 0,-2 2-23,7-5 0,-2 3 1,-1-1-1,-1-1 67,-3-2 0,-4-1 1,3-2-1,9-1-494,1 11 0,18-10-360,31-22 1,14-10 719,-8-6 0,5-4 0,1-3 0,0 0 0,1-1 0,1-3 0,-1 0 0,1 0 0,-2 1 0,0 0 0,1 0 0,-1-1 0</inkml:trace>
  <inkml:trace contextRef="#ctx0" brushRef="#br0" timeOffset="64718">17180 6262 7533,'0'-18'1169,"0"-7"-809,-6 13 449,-1-12 1,1 22-270,0-5 629,6 22-90,6 28-839,-4-12 0,0 4 0,0 3-150,0 0 0,0 3 0,0 0 0,-1 0-258,1-3 1,-1-1-1,1 0 1,-1 2 54,-1 7 1,0 2-1,0-1 1,0-4-38,0-6 0,0-4 0,0 1 210,0 2 0,0 0 0,0-4-60,0-4 0,0-3-989,0 8-990,0-23-1079,0-10 3058,0-10 0,0-31 0,0-6 0</inkml:trace>
  <inkml:trace contextRef="#ctx0" brushRef="#br0" timeOffset="65139">17093 6244 7533,'-6'-41'3276,"5"2"-2216,1 11 1,6 3 738,29-3-1395,-3 24 1,5 8-255,-5 6 0,3 6 0,-2 2-223,0 2 0,0 4 0,-4 4 13,0 7 0,-4 4 0,-5 1-180,-7-7 0,-4 1 0,-6 1-60,-9 5 0,-7 2 1,-4-5-286,-13 3 0,-5-5 105,7-13 1,-3-1-1,2-4-157,-6-1 1,2-6-1522,-4-10 449,31-10 1709,14 0 0,38-5 0,0 5 0</inkml:trace>
  <inkml:trace contextRef="#ctx0" brushRef="#br0" timeOffset="65451">17980 6174 7533,'-24'-34'3276,"4"5"0,-16 1-3712,-12 36-14,19 18 1,1 9 449,4-3 0,0 4 0,3 4-322,6-2 0,1 4 1,3 1-1,1 0 389,2 2 1,2 0-1,3 1 1,1-1-113,1-2 0,2 1 0,1-1 0,4-3-345,4 7 0,4-2 1,4-5 389,3-10 0,4-2 0,2-8 0,8-6 0,2-8 0,8-8 0,1 0 0</inkml:trace>
  <inkml:trace contextRef="#ctx0" brushRef="#br0" timeOffset="66118">18299 6368 8072,'-12'-26'2609,"-1"14"-990,6-3-720,2 23-45,15 20 1,7 8-450,-3-2 0,1 3-676,0-4 0,2 3 0,1 3 1,-2-2-90,2 8 0,-1 0 0,0 0-660,2 1 1,-1-1 0,0-1 95,-5-7 1,0-1 0,-2-3 923,0 5 0,-3-7 0,-8-12 0,-14-13 0</inkml:trace>
  <inkml:trace contextRef="#ctx0" brushRef="#br0" timeOffset="66385">18262 7020 7533,'-26'0'1638,"0"0"0,-9-23-546,43-3 0,17-7 0,2 0-273,-4 3 0,2 0 0,3-1 0,1-2-1095,-2 3 0,1-2 0,2-2 1,1 0-1,-1 2 0,-1 2-17,8-5 1,-1 2 0,-1 2 0,-2-1-136,-5 1 1,-1-1 0,-2 2 0,-4 5-1212,-1 5 1,-5 3 1198,-3-7 1,-24 40 0,-1 4-1</inkml:trace>
  <inkml:trace contextRef="#ctx0" brushRef="#br0" timeOffset="66567">18988 6738 8972,'-5'35'1638,"-3"-3"0,-2 3-848,-5 5 1,-1 2-932,6-9 1,1 1-1,0-1 1,-1 12-1,3-2 1,8-8 0,-1-1-1</inkml:trace>
  <inkml:trace contextRef="#ctx0" brushRef="#br0" timeOffset="67301">19382 6403 7533,'0'-28'-540,"0"3"0,0 7 1</inkml:trace>
  <inkml:trace contextRef="#ctx0" brushRef="#br0" timeOffset="67634">19443 6244 7533,'-23'-25'2608,"9"13"-1798,-10-4-540,23 24 719,2 10-135,12 2 1,3 3-361,-1 7 1,3 3-405,0-5 0,3 2 0,0 0-150,-2 0 0,0 0 0,0 0-840,2 0 1,-1 0 0,1-2-740,7 5 1,-2-3 1501,7 5 1,7-58 0,-27-2 0,0 1 0</inkml:trace>
  <inkml:trace contextRef="#ctx0" brushRef="#br0" timeOffset="67944">20084 6174 7533,'-39'-10'1638,"10"39"0,1 12 0,7-11 0,1 7-2185,4-2 1,0 9 0,-2 5 0,0 2 0,2-3 0,2-5 316,0-2 1,2-4 0,1 0 0,-1 3-71,1-1 0,-2 3 0,1 1 1,-1 1-1,3-4 0,1-5 388,1 5 0,3-5 0,0-4-808,1-1 1,1-5-1316,-2 6 2035,10-31 0,2 0 0,5 0 0</inkml:trace>
  <inkml:trace contextRef="#ctx0" brushRef="#br0" timeOffset="68134">20256 6932 7533,'-30'16'1638,"3"6"0,0 7-1513,0 6 1,1 4 0,8-5-1,1 2 1,1 0 0,5-1 0,0 1-1,-1-1 1</inkml:trace>
  <inkml:trace contextRef="#ctx0" brushRef="#br0" timeOffset="69140">20760 6403 7892,'-19'-18'3276,"7"8"-1514,7 3-1223,5 7 451,16 0-451,10-8-89,18-2-135,-15 5 0,2 0-225,-2 1 0,0 0 0,2 4 0,-1 0-90,14 0 0,-9 16-180,-21 4-180,-3 15 360,-17-8-495,-5 0 0,-7 3 315,-3-3 0,-5 0 1,1 0 224,-6 7 0,-2 2 7,9-9 1,-2 4-1,1-2 1,1-2 487,-6 2 0,3 1-156,7-2 1,1 2 0,2-2-161,-3-4 1,3-1-225,6 2 0,4-1 0,1-5 0,12 7 0,12-8 509,24-1-644,-14-11 0,2-2-667,8 1 1,3-2-838,3-2 1,-2-2 1340,-6-1 0,-6-4 0,-5-12 0,-36-9 0</inkml:trace>
  <inkml:trace contextRef="#ctx0" brushRef="#br0" timeOffset="69408">20649 6756 7533,'-32'-20'3276,"9"4"-706,45 24-2480,17 10-900,-1-5 1,3 1-765,1 4 0,-1 0 1500,-7-7 1,1-3 0,0-5 0,2-3 0,-1-3 0,-3-3 0,0-1 0,0 1 0</inkml:trace>
  <inkml:trace contextRef="#ctx0" brushRef="#br0" timeOffset="69734">21302 6068 10501,'21'27'546,"0"-1"0,1 1 0,0 8 0,1 5 0,-1 1 0,-1 2-518,-5-7 1,0 1-1,-1 0 1,-1 2-1,0 2-489,-2 0 0,1 2 0,-1 1 0,-2 0 0,-3 0 0,-2-3 551,-6 8 0,-3-1 0,-4-1 0,-2-1 0,-1 0 0,-3-1 0,-1-1 0,-4-3-46,-2-5 1,-3-1-1,-2-3 1,-2-3-1138,-10 1 1,-2-3 0,2-4 956,0 4 0,1-11 0,-5-21 1,4-14-1,23-5 0,-1 0 0</inkml:trace>
  <inkml:trace contextRef="#ctx0" brushRef="#br0" timeOffset="70970">15469 5627 7443,'-25'0'2698,"6"0"-1978,1 0 179,11-8-269,2 6 629,27-6-674,13 3 0,12 2-383,-7 2 0,5 1 1,3 0-1,2-1-526,-9 0 0,2 0 0,2-1 0,0 1 0,1-1 0,-1 2 174,2-1 0,1 1 0,1 0 0,-1 0 0,-1 0 1,-1 1-31,2-2 0,0 1 0,-2 0 0,-1 0 0,-4 1-31,8 1 1,-4 1-1,-6-1-14,-2-3 1,-15 4-1305,-32 13-1350,-14-14 2204,1 5 1,-2 2 674,-18 0 0,1 9 0,-2 0 0</inkml:trace>
  <inkml:trace contextRef="#ctx0" brushRef="#br0" timeOffset="71967">15580 5768 8612,'-13'-10'1979,"-4"-6"-810,3 7-359,-4-1-450,11 2 719,-4 8 0,37 0-629,8 16-405,3-1 0,6 5-373,-7 2 0,1 5 0,-1 2 193,-7-2 0,-1 1 0,-1 2 0,-1 1 0,0 1 0,-2 2 0,-1 1 0,-2-1 105,1 8 0,-3-1 0,-7 2 30,-7-1 0,-5 1 0,-5-1-30,-4-3 0,-4-1 1,-2 1-129,0-3 1,-1 1-1,-2 1 1,-1 0-318,-4 3 0,-1 1 0,-2 0 0,0 1 439,4-6 0,-1 0 0,-1 1 0,0-1 0,0 0 18,-1 1 0,0-1 0,0 1 0,0-1 0,1 0 108,0-3 0,0 0 0,0 0 0,1 0 0,0-2 89,-3 5 1,1-1 0,1-1 0,0-2-14,-1 4 0,0-1 0,2-3-76,-3 4 0,2-3-135,8-8 0,3-1-315,0 10 969,13 0 111,34 0-226,4-22 1,9-6 44,-7-1 1,6-1 0,2-2 0,0-1-331,-1-4 0,-1-2 1,2-2-1,2 2-119,-9 2 0,1 0 0,1 0 0,1 1 0,-2-1 0,-2-1-1,8-1 1,-2 0 0,-1 0 0,-1-1-88,-3-1 1,1 0 0,-2-1 0,-3 2-303,2 2 0,-3 0 0,-2-3-734,12-9 0,-3-3-361,-10 4 1,-2 1 0,3 1 0,-1 4 1394,17 8 0,-42 22 0,-6 7 0,-4 8 0,0 0 0</inkml:trace>
  <inkml:trace contextRef="#ctx0" brushRef="#br0" timeOffset="76419">15518 8273 8972,'-19'0'3276,"1"-8"-1335,6 6-1222,5-14-89,7 14-450,12-6-180,18 8-45,-4 0 0,3 0-90,10-1 0,3 2 90,4 7 0,2 0 0,1-6 0,1 0 135,-1 10 0,-1-1 135,-9-9 0,-2-2 224,-4 5 1,-4-2-180,1-3-450,-19 0 270,-17 8-675,-9 17 1,-4 7 89,0-3 1,-3 3-16,1-2 1,-3 6 0,-1 0 0,1-3 479,-2 0 0,0-3 0,-2 3 254,0 2 1,-3 3 0,0-1 0,2-4 107,4-5 0,1-3 1,-1 0 206,-3 7 1,0 0 0,2-3 224,3-6 1,3-1-405,-6 13-180,20-17 539,36-11 154,-1-9 0,4-3-1023,0-1 0,3 0 0,-1 0-150,-3-1 0,1 1 0,0-1-750,11 1 1,1 0 0,-4 1-563,-5 0 1,-4 2-28,6 2 1,-6 2 1490,-12-1 0,-31 16 0,-17 3 1</inkml:trace>
  <inkml:trace contextRef="#ctx0" brushRef="#br0" timeOffset="76734">15567 8661 7533,'-19'-10'3276,"-4"-14"0,14 20 0,43-3-1849,-2 10 0,7 3-1637,0-2 0,3-1 1,1 0-884,-1 0 1,1 0 0,-2-1 623,-4-1 1,-2-2 0,-2 1 0,0 0 0,-4 0 0,5 0 0</inkml:trace>
  <inkml:trace contextRef="#ctx0" brushRef="#br0" timeOffset="79168">14226 6685 6813,'-19'-10'2789,"-4"3"-2250,14 7-179,-1 0 1529,10 0-1080,21-8-179,7 6-450,2-3 0,5 2-405,7 6 0,2 2-375,-8-2 1,1 0-1,2 1-210,10-1 1,2 0 0,-4 0 809,-1 2 0,-2-2 0,5-5 0,-8-4 0,-17-3 0</inkml:trace>
  <inkml:trace contextRef="#ctx0" brushRef="#br0" timeOffset="79575">14189 6967 7533,'-19'0'1079,"1"-7"360,6-3 0,5 0 360,18 2-449,26 0-946,0 6 1,5 2-525,-8 0 0,2 0 0,1 0 14,7 0 1,2 0 0,-1 2 0,-4 5 0,-1 1 0,-1 1 0,1-3 0,1 1 0,-1-1 0</inkml:trace>
  <inkml:trace contextRef="#ctx0" brushRef="#br0" timeOffset="80985">11014 6438 7533,'-19'-35'-360,"7"15"450,1-3 539,9 13 1,-9-8 90,10 9 629,-4 24 180,5 22-1259,0-7 0,0 5 0,0 2-181,0 0 1,0 2 0,0 2 0,0 1-268,-1-2 0,1 1 1,0 1-1,0 1 1,1-1 51,-1 0 0,2 1 0,-1-1 0,0-1 0,0-1 103,-1 0 1,0-1-1,0-2 1,1-2 22,5 11 0,-1-8-360,-3-13-2608,3-17 1079,1-16 1889,-5 6 0,9-17 0,2-9 0,-2 4 0,0-1 0</inkml:trace>
  <inkml:trace contextRef="#ctx0" brushRef="#br0" timeOffset="81401">10965 6403 7533,'0'-27'1638,"0"1"0,11-3-327,13 13-727,5 31 1,2 11-315,2-3 0,0 3-150,-7 0 0,0 4 0,-4 0-210,1 14 0,-7 1-225,-9-8 0,-9 0 45,-11-3 0,-9 2 1,-2-6-406,-9-2 1,-3-5 359,-1 5 0,0-5-675,5-13 1,6-4-180,11-6 1169,4 0 0,45-16 0,-11 6 0,0 0 0</inkml:trace>
  <inkml:trace contextRef="#ctx0" brushRef="#br0" timeOffset="81734">11642 6368 7533,'0'-27'1092,"0"1"0,0-1 0,0 1-141,-6-11-1041,-11 11-315,-8 42 1,-4 15 539,1 0 0,1 7-344,7-5 1,-1 6 0,2 3 0,2-1 523,2-2 0,3 1 0,2 1 0,1 1-158,2 4 0,2 1 1,3 0-1,3-1-247,3-2 0,2-1 0,3-1 1,3-2-961,8 5 1,4-3-1,2-4 1050,-2-6 0,2-3 0,0-3 0,6-3 0,-2-3 0,11 5 0</inkml:trace>
  <inkml:trace contextRef="#ctx0" brushRef="#br0" timeOffset="82384">11801 6562 7533,'-31'-28'2698,"12"11"-1888,14 9 269,23 16-674,-1 9 0,2 7-450,9 6 0,1 4 75,-8 1 0,0 4 0,-1 1-580,1 1 1,0 2 0,-1-1-321,-3-3 1,0 0-1,-2 0 150,-2-3 1,0 0-1,-2-4 720,0-3 0,-3-3 0,-8 15 0,-14-23 0</inkml:trace>
  <inkml:trace contextRef="#ctx0" brushRef="#br0" timeOffset="82668">11851 7232 7533,'-14'-8'1979,"-3"6"-1,11-29-718,21-6-406,6-4 1,7-5-718,-2 9 0,5-2 0,1 0-25,-3 4 1,3 0-1,0-2 1,-2 1-293,-3-2 0,-1 0 0,0 0 0,-2 1-640,-3 2 1,1 1 0,-3 1 0,-2 1-322,4-11 1,-6 4 1140,-6 9 0,-7 11 0,-13 27 0,-3 12 0</inkml:trace>
  <inkml:trace contextRef="#ctx0" brushRef="#br0" timeOffset="82857">12392 6914 8882,'-12'31'509,"-1"-1"1,-2 9 0,1 1-510,3-12 0,1 2 0,2 2 0,0 2 0,1-2 0,1 6 0,0-1 0</inkml:trace>
  <inkml:trace contextRef="#ctx0" brushRef="#br0" timeOffset="83390">12774 6632 8612,'-14'-10'2878,"3"-5"-2833,25 29 0,10 9-1934,19 2 869,-18-4 1,3 4 0,-2-2 1019,-3-3 0,0-3 0,8-2 0,0-4 0,9-3 0</inkml:trace>
  <inkml:trace contextRef="#ctx0" brushRef="#br0" timeOffset="83676">13168 6526 7533,'-30'-7'3276,"-2"20"-2325,-5 15-891,19 2 0,0 9 0,1 1-180,0 0 0,2 1 0,0 2-361,3-4 1,1 2 0,0 0 0,2-3 120,-1 0 0,2-2 0,2-3 149,2 9 1,3-7-420,6-8-809,-3-3 1439,14-14 0,-8-1 0,10-1 0</inkml:trace>
  <inkml:trace contextRef="#ctx0" brushRef="#br0" timeOffset="84029">13340 6209 10231,'17'23'819,"0"1"0,-2 3 0,1 3 0,-2 3-469,0 1 0,0 3 1,-1 2-1,-2 4-878,-3-2 0,-1 3 0,-1 3 1,-1 1-1,-1-1 0,-3-2 78,-1 4 0,-3-1 1,-2 0-1,0-1 0,1 0-36,0 1 0,1-1 1,0 0-1,-3-1 1,-3-2 485,-6 5 0,-3-2 0,-4-3 0,-2-4 0,-8-3 0,-3-5 0,-2 1 0,0 0 0,1 0 0,-1-1 0,0 1 0</inkml:trace>
  <inkml:trace contextRef="#ctx0" brushRef="#br0" timeOffset="95035">14213 10336 7173,'-25'-17'3276,"7"7"-256,13 2-2390,15 8-180,26 8-405,-6-7 0,3 0-630,10 6 0,1 2-180,1-4 1,-2-1-136,-7 0 1,-4 2 899,10 18 0,-73 3 0,3-4 0,0-1 0</inkml:trace>
  <inkml:trace contextRef="#ctx0" brushRef="#br0" timeOffset="95307">14140 10636 7533,'-36'0'3276,"14"0"-1065,-1 0-952,45 0-1259,1 4 0,4 0 90,12-2 0,4-2-900,-6 0 1,2 0-1,0 0 810,-1 0 0,0 0 0,0-2 0,-1-4 0,1-3 0,-1 1 0,-3 1 0,1 1 0,-1-1 0</inkml:trace>
  <inkml:trace contextRef="#ctx0" brushRef="#br0" timeOffset="95968">15321 9825 7533,'-30'-16'2698,"4"12"-1349,1-19-449,13 21-450,28 2-46,11 4 1,6 2-360,12 2 0,6 1-230,-12-4 1,2 0 0,3-1 0,0 0 364,-3-1 0,2-1 0,0-1 0,0 1 0,-2 0-518,5 0 1,-1 0 0,-1 0-1,0 0-67,-3-2 0,1 0 1,-3 0-1,-6 0-719,-3 0 0,-7 0-46,-7 0 1170,-37 7 0,-12 3 0,5-1 0,0 0 0</inkml:trace>
  <inkml:trace contextRef="#ctx0" brushRef="#br0" timeOffset="96756">15309 9984 7533,'-28'-14'1574,"0"0"0,-5-19-405,11 21-449,39-4 89,20 24-449,-3 4 0,5 2-330,-7-3 0,1 1 0,2 2-162,-3 2 1,2 1 0,0 2-1,0-2 252,12 2 0,0 0 0,0-1-150,-1 3 0,-1 0 0,-1-2-60,-8-4 0,-1-1 0,-5 0 0,0 2 0,-9 4 45,-15 4 0,-10 3-360,-15 4 1,-9 0 164,3-3 0,-4 2 0,-1 0-352,-1 0 1,-1 0-1,-2 1 1,1 0 523,0-1 1,1-1-1,0 0 1,-1 2 85,2-1 0,-2 1 0,1 1 0,0-1 0,2 0-119,-4 4 1,2-1 0,1-1 0,-1 1 212,-1-3 1,0 1-1,0-1 1,2 0 66,4 0 1,1 0 0,1 0 0,2-4-135,-10 3 0,4-2 284,4 6 1,12-3 30,25-11 89,31 5 136,-4-18 0,5-4-321,-3 0 1,3 0-1,3-1-17,-4-3 1,3-1-1,1-1 1,-2 1-338,-4 1 0,-1 1 0,0 0 0,1-1 45,4-3 0,3-1 0,-2 1 0,-4 1-435,-4 5 0,-3 1 1,-2-2 655,10-5 0,-5 2-2424,4 18 169,-23-6 2079,-11 7 0,-24 25 0,3-19 0,1 1 0</inkml:trace>
  <inkml:trace contextRef="#ctx0" brushRef="#br0" timeOffset="97118">15272 11712 7533,'-14'-10'3276,"3"3"-796,17 22-1400,28 5-1350,-7 4 0,3 3-330,-1-9 1,3 0-1,1 1-493,0 2 1,1 0 0,-2-1 824,8 6 1,-3-7-1,-9-10 1,-3-8 0,-2-12-1</inkml:trace>
  <inkml:trace contextRef="#ctx0" brushRef="#br0" timeOffset="97323">15813 11730 7533,'-24'-20'3276,"-17"36"-1638,13 18 0,-1 10-2085,9-15 1,-3 3 0,1 1 0,1 1-374,2 4 1,0 3 0,2 1 0,0-3 463,-3 9 0,1-1 0,3-6 0,3-5 0,5-8 1,8-8-1</inkml:trace>
  <inkml:trace contextRef="#ctx0" brushRef="#br0" timeOffset="98251">16982 10195 8432,'0'-17'2249,"0"-1"-1530,-5 8-269,3 18-225,0 23 0,-1 13-225,2-11 0,1 4 0,1 2 0,-1 2-419,0 2 0,0 1 0,0 3 0,0-1 0,0 0 239,0-2 0,-1 1 0,1-1 0,0 0 1,1-2 66,1 5 1,1-1-1,1-3 1,-2-4-306,-2 4 0,3-8-1831,13-3 2249,-14-48 0,3-11 0,1-5 0,-3-10 0,1 0 0</inkml:trace>
  <inkml:trace contextRef="#ctx0" brushRef="#br0" timeOffset="98618">16982 10266 7533,'0'-26'809,"0"1"1,6-22 1079,1 10-765,12 20 0,7 10-719,4 22 0,4 9-195,-2-7 0,3 2 0,-2 2-384,-3 6 1,-3 4 0,-1 1 53,1 2 0,-3 1 1,-9 0-61,-16 15 0,-12-2 180,4-8 0,-8-5-330,-9-12 0,-8-3 0,0-5-337,-5-3 1,0-6 126,-5-3 0,2-6-629,-3-15-720,28 7 1889,47-5 0,-1 11 0,4 2 0,8-2 0,0 0 0</inkml:trace>
  <inkml:trace contextRef="#ctx0" brushRef="#br0" timeOffset="98901">17893 10001 7533,'-23'-25'3276,"-20"13"-1946,6 22 0,-5 11-1150,7 3 0,-1 6 0,0 7-700,10-4 0,-1 7 0,2 2 0,1 1 0,2-2 538,4-3 0,1-1 0,2 0 0,2 1 0,2 3-162,0 6 0,2 4 0,2 1 0,4-2 0,6-4-676,6-3 1,5-3 0,4-3 0,3 0 398,2 1 0,4-1 0,2-2 0,-1-6 421,-2-3 0,1-5 0,1-5 0,6-3 0,2-5 0,-4-5 0,-6-8 0,0 0 0</inkml:trace>
  <inkml:trace contextRef="#ctx0" brushRef="#br0" timeOffset="99468">18041 10354 7533,'-14'-27'3276,"3"1"-1695,27 16-142,11 26-944,-1 3 0,2 7-406,-8 0 1,-1 4 0,0 2-612,2 5 1,0 2 0,-2 1-319,-1 3 1,-2 3-1,0-2-120,-1-1 1,-1-1 0,-1-1 119,-3-7 1,-2-1-1,0-2 840,4 2 0,-6-6 0,-17-1 0,-10-18 0</inkml:trace>
  <inkml:trace contextRef="#ctx0" brushRef="#br0" timeOffset="99784">17967 11024 7533,'-13'-27'1092,"-1"-1"0,6-5 0,10 0 546,22-2 0,11-1-914,-6 5 0,3-2 1,3-1-1269,-2 4 1,3-2 0,0 1-1,1 1 206,-1 1 1,0 2 0,1 0 0,-3 0-323,6-6 1,-3 0-1,0 3-433,-6 7 1,0 3 0,-4 2 940,11-9 1,-20 66-1,-18-5 1,-1 1-1</inkml:trace>
  <inkml:trace contextRef="#ctx0" brushRef="#br0" timeOffset="99918">18705 10601 7533,'4'35'1092,"-1"1"0,1 2 0,-2 2-482,-9 8 1,-3 0-1208,6-10 1,-1 0 596,-9 9 0,-1-1 0,8-18 0,0-2 0,-1 5 0,-1-1 0</inkml:trace>
  <inkml:trace contextRef="#ctx0" brushRef="#br0" timeOffset="100590">19136 10301 8792,'-14'0'3276,"3"16"-346,34 19-3110,-4 3 1,5 2-914,-1-13 1,3-2 0,0 0 1050,2 2 1,1-1 0,2-9 0,4-12 0,1-8 0,1-4 0,-1-7 0,-1 0 0,1 0 0</inkml:trace>
  <inkml:trace contextRef="#ctx0" brushRef="#br0" timeOffset="100851">19739 10231 7533,'-42'-2'1638,"14"21"0,1 11-602,3-1 1,1 4 0,2 5-1810,2-2 0,1 5 0,1 1 0,1-1 368,-1 2 0,1 0 1,1 0-1,1-1-225,0 7 1,2 0-1,2-4 421,-1 6 0,4-6-1140,7-2 1409,12-27 0,13-56 0,-10 16 0,1-1 0</inkml:trace>
  <inkml:trace contextRef="#ctx0" brushRef="#br0" timeOffset="101318">20047 9895 7533,'-11'-43'3276,"3"14"0,12 27-2505,12 27 1,4 19-660,-5-13 1,0 4-1,0 3 1,0 1-546,-2-2 0,2 2 0,-2 2 0,-1 1 0,-3 4 275,-4-5 1,-1 3-1,-2 2 1,-1 1 0,-1 2-1,-2-2 1,0 0-1,-1-3-389,-3 7 1,-2-2 0,-1-1 0,-1 0 0,-2 0 0,-1 2 425,1-7 1,0 3-1,-1 0 1,-1 0 0,-2 0-1,0-2 1,-2-1-1,-1-4-44,-6 2 0,-3-1 0,-2-3 0,0-2 1,0-2-1,2-2 7,-4 3 1,1-4 0,0-2-1,-1 0 158,-2 0 0,-2 0 0,1-4 0,6-6 0,4-10 0,2-2 0,-22 7 0</inkml:trace>
  <inkml:trace contextRef="#ctx0" brushRef="#br0" timeOffset="103118">11051 10266 7623,'-13'-10'1079,"1"-6"180,5 7-359,2-1 89,5 10 91,5 57-856,-4-11 1,-1 8-584,2-14 1,-1 4-1,1 2 1,-1 0 223,0 3 0,-1 1 0,0-1 0,-1 1-23,0-2 1,-1 0 0,1-1 0,-1-2 67,2 3 0,0-3 0,-1-5-630,-2-2 1,1-7-361,2-8-269,0-23-630,11-23 1979,-9 1 0,9-15 0,0-8 0,-4 3 0,0 0 0</inkml:trace>
  <inkml:trace contextRef="#ctx0" brushRef="#br0" timeOffset="103469">10990 10425 7533,'2'-34'359,"-1"0"1,1 0 0,8-14 0,3 2 359,-2-2 1,6 5 359,9 16 1,6 11-721,2 16 1,1 10-90,6 9 0,0 7-150,-11-4 0,-1 1 0,-2 3-490,5 13 0,-7 2 145,-6-1 0,-8 0 0,-10-4 0,-8-1-101,-14 2 1,-7-5-170,-2-11 1,-3-3-406,-8 5 1,0-5 179,15-16 1,1-2-630,-15 6 1349,38-14 0,43 0 0,-11 3 0,0 0 0</inkml:trace>
  <inkml:trace contextRef="#ctx0" brushRef="#br0" timeOffset="103818">11961 10213 7533,'-16'-43'3276,"-4"6"-2306,-2 19 1,-4 8-791,-4 13 0,-2 10-270,5 3 0,0 6 0,1 3-214,-2 6 1,3 5-1,1 4 358,7-5 0,1 4 0,1 2 0,2 0 0,1-1-696,2 5 1,3 0-1,2 0 1,0 1 551,0 1 0,0 0 0,3 0 0,4-2-180,6 3 0,5-3 0,2-3-672,0-10 0,1-3 0,4-2 942,13 8 0,2-5 0,-9-10 0,0-5 0,20-9 0</inkml:trace>
  <inkml:trace contextRef="#ctx0" brushRef="#br0" timeOffset="104230">12036 10478 9152,'-20'-18'2428,"8"24"-898,18 13-1261,4 6 1,4 3-540,6 11 1,4 1 89,-5-13 0,2 0 0,0 1-720,-1 1 1,-1 1-1,0-1 900,7 7 0,-9-1 0,-17-8 0,-9-1 0,-9-5 0,0 1 0</inkml:trace>
  <inkml:trace contextRef="#ctx0" brushRef="#br0" timeOffset="104534">11925 11095 7533,'-30'-8'3276,"9"6"0,14-21-2055,23 6 1,9-2-1222,0-3 0,4-2 0,-1 0-524,0 2 0,1 1 0,1-3 186,-1-2 1,3-2 0,0 0 0,-4 2-1302,8-5 1,-3 2 672,2-8 1,-3 5-1374,-4 6 2339,-22 19 0,-18-1 0,-1-2 0</inkml:trace>
  <inkml:trace contextRef="#ctx0" brushRef="#br0" timeOffset="104901">12540 10107 7533,'0'-43'3276,"17"21"0,14 38-2325,2 11 1,1 11-773,-15-6 1,-2 6 0,-2 4 0,-1 1-681,-1-4 0,-1 3 1,-1 1-1,-2 1 1,-3 1 305,-3-2 0,-2 2 0,-1 0 0,-3 1 0,0-1 0,-1 0-135,0-2 0,-1 0 0,-1 0 1,-2 0-1,0-2 0,-1-1 195,-6 10 0,-2-2 0,-1-3 1,-1-2-166,-2 0 0,-1-4 0,-2-4-1339,-10 3 1,1-7 1518,13-14 1,-1-3 0,-14 5 0,-3-6 0,12-13 0,-1 0 0</inkml:trace>
  <inkml:trace contextRef="#ctx0" brushRef="#br0" timeOffset="106586">12084 10883 6633,'-13'0'2159,"-4"0"-1619,16 0-181,-9 0 271,8 0-180,-3 0-90,5 0 89,5 0 181,18-15-360,16-13-270,-14 10 0,4-3 0,0-1-93,1-3 1,0-3 0,0 1 32,2 0 0,1-1 0,-4 1 105,5-10 0,-6 3-45,0-1-180,-33 19-450,-3 16-989,-4 16-180,6-4 1799,6 13 0,11-7 0,2-1 0</inkml:trace>
  <inkml:trace contextRef="#ctx0" brushRef="#br0" timeOffset="113668">1834 8925 7533,'-17'-45'3276,"7"18"-2235,2 11-231,8 16-360,0 0 539,0 24-359,0 21-541,-4-13 1,-2 7 0,0 1-662,2-1 0,-1 1 0,0 1 0,0 0 572,-1-2 0,-1 0 0,0 1 0,-1 1 54,2-2 0,-1 3 0,1 0 0,-1-1 0,0-3 185,-2 5 0,-1-3 1,2 0-61,1 3 1,1-1 0,-1-5-45,-2-8 0,2-5 315,7-1-450,0-23-3277,0-16 0,0 5 3566,0-23 0,7 6 1,2-2-1,1-8 1,0 1-1</inkml:trace>
  <inkml:trace contextRef="#ctx0" brushRef="#br0" timeOffset="114353">1799 9031 7533,'-9'-27'1092,"1"-1"0,1 1 0,4 3 399,3 5-951,10 3-450,-1 24 90,7 25 179,-14-4 1,-2 5-180,4 14 0,0 2-45,-4-9 0,0 2-255,4-1 0,1 2 0,1-6-60,6 9-180,7-12 0,3-14 45,-3-34 1,0-15 74,-1 2 0,0-5 0,-1-2-30,-1-9 0,-1-4 0,-1-1 292,-3 8 1,0-1 0,0-1-1,-1 2 158,0-7 0,-2 0 0,1 3 90,0 5 0,0 2 0,-1 4 44,-5 1 1,3 9-135,18 22 0,-12 30 239,-2-2 1,2 8 0,-1 0-360,-3-3 0,-2 0 0,0 4-348,0 7 1,1 3 0,-1 3 0,0-2 444,-1-4 0,-1-1 1,1 1-1,-1-1-45,0 0 1,0 1-1,1-1 1,-1-2 224,2 2 0,0-2 0,0-4-427,3 1 1,0-7-1530,0-4-1080,-1-19 720,-8-10 90,0-6 2147,0 16 0,16 17 1,4 13-1</inkml:trace>
  <inkml:trace contextRef="#ctx0" brushRef="#br0" timeOffset="115104">2699 9472 7533,'0'-18'3276,"0"1"-2595,0-1-321,0-7-90,0 13 270,0-12 269,0 15-359,0-1-270,0-6-360,0 6 180,0 1-720,-16 1 361,-11 8 134,1 9 0,-1 5 135,-1 3 0,1 3 180,-5 9 0,3 5 180,9 4 0,3 3-91,-2 3 1,5 0 90,10-7 0,6 0-225,0 0 0,5-5-495,29 3 720,9-25-180,-18-19 0,-1-8 90,1-14 0,-1-8-90,-8 7 0,0-2 0,-2 0 224,4-9 1,-2 2 90,-4-5 0,-3 9 135,-3 24-450,-8 22-360,0 18 0,0 11 0,0-1-540,-1 5 1,2 1-284,3 1 1,2 4 0,0-7 1009,-3-9 1,5-7 0,34 2 0,-5-31 0</inkml:trace>
  <inkml:trace contextRef="#ctx0" brushRef="#br0" timeOffset="115868">3016 9578 7533,'-19'8'1799,"-5"2"-630,14 15-270,1 10 1,1 3-1,8-11 810,0-11-1169,0-56-315,0 13 0,0-2-180,0-7 0,0-3-75,0 4 0,0-3 0,0 3-60,-1 0 0,2 2-450,4 0 1,5 3-1260,18-1 719,-4 32 1,5 6-226,10-3 1,0 1 1304,-9 4 0,-1 0 0,9 0 0,-2 0 0,9 8 0</inkml:trace>
  <inkml:trace contextRef="#ctx0" brushRef="#br0" timeOffset="116503">3422 9402 7533,'-20'-36'3276,"-3"9"0,21 1-2992,-14 17-2443,-9 16 1349,9 12 1,2 5 494,-1 7 0,3 3 405,1 13 0,6 2 45,10-7 0,6-1-90,0-3 0,5-6 404,6-13 1,1-10 45,1-21 0,-3-10-315,3-8 0,-4-6-180,-10 0 0,-5-4 0,-1 2-90,-2-10 0,-4 4-225,2-1 0,-4 19-135,-4 40 450,12 11 0,7 11 0,3 6 0,-1 0 36,-5-3 0,1 2 0,-1 1 0,0 1 0,0 0-307,1 3 0,1 0 1,-1 2-1,0-1 1,-1 1 305,-1 1 1,-1 2 0,0 0 0,-3-3 0,-2-4 354,-3 2 0,-3-5 0,-3-1 702,-4 6 0,-2-1 0,-3-8-527,-5-10 1,-5-11-356,-4-16 0,-5-9 0,3-6-120,3-5 0,2-5 0,1-2-247,-4-5 1,1-2 0,1-2-264,3-2 1,2-1-1,6 2-1219,4-1 1,8 4 173,7 7 1,8 3 1179,11 5 0,5 4 1,2 5-1,1 1 0,2-4 1,0 0-1</inkml:trace>
  <inkml:trace contextRef="#ctx0" brushRef="#br0" timeOffset="116783">3722 9490 7533,'0'-36'3276,"-8"9"0,6 9-2273,-6 18-1542,8 34-361,0-9 1,0 5-406,0 13 1,0 2 719,0-4 1,0 0 584,2 4 0,4-12 0,4-27 0,7-21 0</inkml:trace>
  <inkml:trace contextRef="#ctx0" brushRef="#br0" timeOffset="117167">3863 9454 8612,'-10'-9'3276,"2"9"-795,8 33-2571,8 14-495,-4-16 1,2 1 584,5-3 0,3-5 449,14-5-179,-1-36-150,-12-9 0,-2-8 0,0 0 119,0-1 1,0 0 0,-1-1 30,0-4 0,1 0 0,-1 4-315,0-3 0,1 17 585,11 54-1170,-21-2 0,-2 8-190,5-4 1,3 4 0,0 1 0,-2-3 693,-2 1 1,-3-2-1,3-1 1,2 2-1,2-1 1,0-4-1,0-6 1,0 1-1</inkml:trace>
  <inkml:trace contextRef="#ctx0" brushRef="#br0" timeOffset="117919">4498 9490 7533,'8'-36'2878,"2"-7"-1709,-1 6-539,-1 2 0,-16 9-1080,-25 40-450,6-2 1,-1 5 719,-1 20 0,1 5 120,7-15 0,0 0 0,5 1 105,2 8 0,8 1 90,5 6 0,10-4-135,28-6 0,-15-9 0,3-7 90,9-18 0,-1-13 359,-12-10 1,-3-5-45,9-10 0,-3-4 89,-12-3 1,-5 1-180,3 8 0,-4 4-1304,-6-2 359,0 50-854,3 10 0,2 5 1484,6 4 0,3-1 0,3-4 0,4-5 0,5-13 0,1 1 0</inkml:trace>
  <inkml:trace contextRef="#ctx0" brushRef="#br0" timeOffset="118234">4861 8819 7533,'-15'22'1638,"8"6"0,2 7-692,4 7 1,1 6 0,1 3-1403,0-6 0,1 2 1,-1 1-1,1 0 411,0 2 0,-1 0 0,1 0 0,1-2-405,1-6 0,1 0 1,0-2-1,-1-3-172,2 15 1,2-8-1538,10-3 611,-6-41 1548,-5-10 0,9-31 0,-2-6 0</inkml:trace>
  <inkml:trace contextRef="#ctx0" brushRef="#br0" timeOffset="118391">5094 9419 9602,'-13'16'1638,"6"7"0,4 5-2737,1 8 1,4 2 1098,2 0 0,2-1 0,2-2 0,3-4 0,21 5 0</inkml:trace>
  <inkml:trace contextRef="#ctx0" brushRef="#br0" timeOffset="119085">5648 9296 8342,'-24'-30'3276,"-6"-1"-2234,-1 29-1042,4-3 0,0 2-180,-8 19-1439,-1 19 1394,32-5 0,8 3 360,9 7 0,4 0 0,-1-4 0,2 1 179,7 5 1,-2 0 0,-8-13 0,-4-1 45,-1 3 0,-7-1-226,-14-7 1,-7-3-404,-23-1 44,10-9 0,0-4-765,-13-14-1888,20-2 2878,35 1 0,21-10 0,12-2 0,-7 8 0,0 0 0,0 0 0</inkml:trace>
  <inkml:trace contextRef="#ctx0" brushRef="#br0" timeOffset="119523">5907 9437 7533,'-37'-20'3276,"-6"12"-2711,18 29 1,2 7-656,4-7 0,3 1-135,-4 23 1,6 3 268,14-15 1,4-2-90,0 2 1,6-3 268,9-8 1,4-9 315,22-28-450,-14-5 0,-1-7 60,-12 0 0,-1-4 0,-2 0 524,6-10 1,-3 0-91,-5 8 1,-3 3-315,-4 5-900,-17 50-270,8 4 1,3 5-740,-5 6 1,4 2 353,12 4 1,7-3 1284,-1-15 0,6-9 0,6-18 0,3-10 0,-2-16 0,1 1 0</inkml:trace>
  <inkml:trace contextRef="#ctx0" brushRef="#br0" timeOffset="119753">6263 9066 7533,'0'-45'1092,"0"0"0,0 15 0,0 5 669,0 10-1806,0 42 0,0 20-195,0-12 0,0 2 0,0 3-580,0 4 1,0 4 0,0 2 0,0 0 173,2-9 0,0 0 0,1 1 0,-1-1 0,0 0 376,0 8 0,0-1 0,0 0 1,1-3 269,2 4 0,0-2 0,-3-10 0,-8-2 0,-7-58 0</inkml:trace>
  <inkml:trace contextRef="#ctx0" brushRef="#br0" timeOffset="119904">6227 9631 7533,'-5'-37'546,"0"-1"0,1 1 0,-1 0 0,2-2 0,2 2 0,3 1 546,3 0 0,1 0 0,8 6-51,18 3 1,8 9-2681,5 7 1,1 5 1630,-5 0 1,1 6 0,2 10-1,-1 3 1,-15-3 0,1 0 0</inkml:trace>
  <inkml:trace contextRef="#ctx0" brushRef="#br0" timeOffset="120427">6669 9454 8522,'-18'-9'3276,"6"1"-255,6 16-2572,12 25-809,-3-7 1,0 3-1280,0 6 1,1 2 38,1 3 0,1-1 655,-3-11 1,0-1 944,10 16 0,27-49 0,-17-5 0,1 0 0</inkml:trace>
  <inkml:trace contextRef="#ctx0" brushRef="#br0" timeOffset="121236">7027 9543 7533,'-5'-28'3148,"-2"3"-2518,-11 7-271,-2 8-629,-15 10-89,2 26 224,14-9 0,1 3 180,-1 9 0,3 3 90,6 3 0,4 0 44,-1-6 1,3-1-315,15 7 1,7-3-496,3-15 0,3-5 270,8 1 1,0-8 134,-5-14 0,-4-8 450,-4-11 0,-7-6 404,-7-3 1,-5-1 449,-7-10 1,-4 2-136,4 16 1,-1 3-676,-6 0 1,4 3-270,15 7-449,14 9-361,30 16 945,-23-8 0,0 2 180,5 8 0,-2 3-136,-6 0 1,-2 2 90,10 22-225,-20-9 0,-4 3-450,-3 0 1,-2 0 449,0 2 0,1-1-540,-2 2 0,5-7-584,23-15 899,4-40-45,-9-1 0,1-7 225,-8-1 0,-1-5 0,0 2 210,-1 7 0,0 2 0,-1-1 119,-3-3 1,-1 0 0,0 9 1199,8 6-1349,-13 42-720,-1 21 1,-2 8-271,1-5 1,1 2 239,-2-13 0,1 1 1,-1-1 569,3 15 0,-5-6 0,-16-11 0,-5-3 0</inkml:trace>
  <inkml:trace contextRef="#ctx0" brushRef="#br0" timeOffset="121485">6744 9243 7533,'-43'-26'202,"16"15"0,9-5 1,19 16-1</inkml:trace>
  <inkml:trace contextRef="#ctx0" brushRef="#br0" timeOffset="121835">5267 9137 7533,'-31'0'18,"0"0"0,-3 0 0,1 0 0,27 0 0</inkml:trace>
  <inkml:trace contextRef="#ctx0" brushRef="#br0" timeOffset="123051">1147 8361 7533,'-18'-18'2608,"0"16"-1798,8 12-361,1 16 1,3 7-135,3 5 0,4 6-203,0-8 1,0 4-1,2 3 1,0 1-593,0-1 0,0 1 1,1 2-1,0 2 1,1 0 453,0-7 0,1 1 1,1 1-1,0 1 0,-1 1 1,1-1-1,-2 1-142,0 2 1,0 2 0,-1-1-1,0 1 1,-1 0 0,1 0-1,1-1 155,-1-2 0,2 1 0,-1-1 1,0 0-1,0 0 0,0-2 0,-2 0-152,0 2 0,-1 0 0,-1-2 0,0 0 1,1-1-1,-1-1-85,1 1 0,-1-1 0,1-2 1,0 0-1,-1-3-50,-1 10 0,0-3 1,0-2-691,0 9 1,0-8 989,0-6 0,0-13 0,0-24 0</inkml:trace>
  <inkml:trace contextRef="#ctx0" brushRef="#br0" timeOffset="124019">1111 10707 7533,'-17'-8'2698,"-1"6"-2158,0-14 0,16 14 89,20-5 1,19 7-450,-1 0 0,5 0 209,-8 0 1,2 0 0,3 0-448,-1-3 0,2-1 1,2-1-1,0 1 237,5 0 1,0-1 0,1 0 0,2-1-45,-9 0 0,2-1 0,1 0 0,0-1 0,0 0 0,-3 1-420,2 0 1,-1-1 0,-1 1 0,1-1-1,1 1 360,0 0 0,2-1 0,1 0 0,0 1 0,-1 0 0,-1 1-93,1 1 0,-1 0 0,-1 2 0,1 0 0,0-1-298,5 1 1,1-1 0,1 1 0,0 0 0,0 1 270,-4-1 0,1 0 0,0 1 0,0-1 0,0 1 0,-2-1-9,0-1 0,0 1 0,-2-1 0,1 0 0,2-1 84,-1 0 0,2-1 0,1 0 0,-1 0 0,0 0 0,-3 0 60,0 0 0,-3 0 0,0 1 0,0-1 0,2 2-36,5-1 0,1 1 0,0 1 0,1 0 0,-1 0 71,-1 0 1,-1 1 0,0 0 0,1 1 0,-1 1-198,1 2 0,0 1 0,0 1 0,0 0 1,-1-1-55,0-2 0,0-1 0,0 1 0,0-1 0,-2 2 90,-2 0 0,0 2 0,-2 0 0,1-1 0,0-1 36,-1-1 0,-1-1 0,1 0 0,-1 0 0,0-1-135,8 1 0,0 0 1,-1 0-1,2 0 171,-6 0 0,2 0 0,-1 0 0,1 0 0,-2 0 54,7 2 0,-1 0 0,0 0 0,0 0-128,-8 0 0,1-1 0,0 1 0,-1 0 0,-2 1 83,3 1 0,-3 0 0,1 1 0,1 0 112,5-1 0,3 1 1,-1-1-1,0 0-119,-6-1 1,-1 0-1,0-1 1,1 0 6,4-1 0,0-1 0,0 0 0,0-1 56,-4-1 0,-1 0 1,-1-1-1,1 0-101,-2 1 0,-1-1 0,1 1 0,0-1 135,0 1 0,1 0 0,0 0 0,0 1-23,1 0 1,0 1-1,-1 0 1,-1 1-233,0-1 0,-1 0 0,1 0 30,9 0 0,2 0 0,-5 0 304,0 0 0,-2 0-154,-7 0 0,2 0 0,-3 0 75,4-1 0,-4 2 712,-4 2 0,-2 1-1207,4-2 206,-5 6-2364,-21-8 1371,-1 8-2130,-17 2 3279,3 0 0,-21-2 0,3-8 0</inkml:trace>
  <inkml:trace contextRef="#ctx0" brushRef="#br0" timeOffset="124518">8086 8767 7533,'-16'-35'1079,"1"1"0,4 2 1,1-1-766,1 0 1,1 4 45,2 1-360,12 61 330,-3-3 0,1 6 0,1 4-764,0-4 0,2 1 0,-1 4 0,1 2 0,-2 2 434,-1-4 0,-1 3 0,0 2 0,0 2 0,-1 0 0,1 1 0,-1-1 0,0-1-246,0-2 1,0 0-1,0 0 1,0 0 0,-1 0-1,1 0 1,-1 0 0,0 0 289,-1 1 1,0 1 0,1 0 0,-2 0 0,1-1 0,-1-1 0,0-2 0,-1-1 63,0 9 0,-1-2 0,-1-2 0,0-4 0,0-4 27,-2 14 0,0-8-90,2-12 0,1-7-675,-3-9-629,6-9-1362,0-31 2621,0 1 0,-6-16 0,-4-6 0,-1 2 0,1 0 0</inkml:trace>
  <inkml:trace contextRef="#ctx0" brushRef="#br0" timeOffset="126137">970 8290 7892,'-17'-17'2789,"7"7"-4498,10-6 1619,17 14 180,19-6 449,-10 8 1,1 0-360,20 0 315,-11 4 0,2 0-271,1 1 1,2 0-359,-4-1 0,2-1 0,1 0 44,8 0 0,2 0 0,1-1 157,-13-1 1,-1-1-1,1 0 1,2-1 44,8-2 0,3-2 1,-1 0-1,-1 2-248,-9 2 0,-1 0 1,0 0-1,2 0 226,-1-1 0,2-1 0,1-1 0,0 1 0,0-1-144,0 1 0,-1 0 0,0 0 0,1 0 0,-1 0 54,-2 0 0,1 2 0,-1-1 0,0 0 0,3-2-255,-1-1 1,2-2 0,1-1 0,-1 0 0,1 1-1,-3 1 255,3 1 0,-2 1 0,-1 0 0,1 0 0,2-1 15,-3-1 0,2-1 0,0-1 0,0 1 0,1 0 0,-1 1 0,-2 2 0,1 0 0,0 1 0,0 0 0,-1 0 0,1 0-15,0 0 0,0 0 0,0 0 0,-1 0 0,1 0 0,0 1-159,0 0 1,-1 0-1,1 1 1,-1 0 0,1 0-1,-1 0 195,7 0 0,1 1 0,-1 1 0,0-1 0,1 0-21,-8 0 0,1 0 0,0 0 0,0 0 0,0 0 0,-2 0-15,4 0 0,-1-1 0,0 1 0,0 0 0,0 1 0,5 1 0,1 1 0,0 1 0,0-1 0,-1 1 72,-2-2 0,-1 0 0,-1 0 0,1 0 0,0 1-54,0 2 0,1 0 0,-1 1 0,1-1 0,-1 0-18,2-1 0,0 0 0,0-1 0,0 1 0,-3-1-45,2-1 0,-2 1 0,-1-1 0,2 0-49,-5 0 1,1 0-1,0 0 1,0-1 0,-1 0 3,5 0 0,-1 0 0,1-2 0,0 0 36,-6-1 0,0-2 0,1 1 0,0-1 0,0 1 108,6 2 0,1 1 0,1 0 0,-2-1 0,-4 0-54,-3-3 0,-3 0 0,-1-1 0,2 2 45,10 2 0,3 1 0,-1 0 0,-3 1-6,-4-1 1,-2-1 0,0 2-190,6 1 0,2 1 1,-1 0 89,1 0 0,0 0 0,-1 1-90,-6-2 0,-1 1 0,0 1 300,3 5 0,-1 3 0,-3-1 74,4-2 1,-3 3-90,2 8 0,-4 3 646,-13-5 1,-2 0-692,-5-1 0,0 1 938,16 9-1118,-15-9 1330,-8-10-610,-6-8 1198,-12 0-1558,5 0-990,-10 0 540,9 0-989,-3 0 1079,5 0 180,0 16-45,-4 15 0,-3 12-113,-1-5 1,-1 6 0,-1 3-1,1-2-752,2 1 1,0-1 0,-1 2 0,0 0 713,-1-4 0,-1 2 1,0 0-1,0-1 1,3-6-1,1 2 1,2-5-1,0-2 1,-1 4-1,-1 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4:32:49.352"/>
    </inkml:context>
    <inkml:brush xml:id="br0">
      <inkml:brushProperty name="width" value="0.09071" units="cm"/>
      <inkml:brushProperty name="height" value="0.09071" units="cm"/>
      <inkml:brushProperty name="color" value="#A020F0"/>
    </inkml:brush>
  </inkml:definitions>
  <inkml:trace contextRef="#ctx0" brushRef="#br0">2223 3828 7892,'0'-18'3276,"0"-7"-1874,0 13-593,0-4-89,0 24 179,-8 41-659,2-11 0,0 8 0,0-1-553,0-3 0,-1 1 0,0 2 200,1 2 1,-1 3 0,0 1 0,2-5-128,1-7 0,0-2 0,2-2-390,1 15 1,2-4-136,3-13 1,2-7-1215,4-6-810,5-5 2789,-5-30 0,-4-11 0,-2-7 0,0-9 0,0 0 0</inkml:trace>
  <inkml:trace contextRef="#ctx0" brushRef="#br0" timeOffset="416">2152 3757 7533,'0'-43'809,"0"17"1,0-1 629,0-20 0,16 4-810,3 27 1,5 6-360,25 16 60,-19 4 0,3 5 0,-4 3 29,2 17 1,-3 5-343,-6-6 1,0 2-1,-6 0 163,-2 8 0,-10 2-30,-7-9 0,-6 1 0,-4-3-240,-15 4 0,-7-2 120,7-6 0,-2-1 0,-2-5-150,0-9 0,-2-5 0,2 0-555,-6 3 1,3-5 179,7-10 1,5-6-2565,13-3 3059,36 1 0,13 1 0,-9 8 0,1 0 0</inkml:trace>
  <inkml:trace contextRef="#ctx0" brushRef="#br0" timeOffset="706">2540 4427 7533,'0'26'2968,"8"9"-989,2 2-540,-1-9 180,-1-20-989,-8-42-675,0 1 0,0-4-405,0-12 0,0-2 0,2 14 1,1 0-1,0 3-720,0-6 1,4 7-1439,18 8 1348,0 33 1,1 11 1259,-5 7 0,0 3 0,4-5 0,4-1 0,-1 1 0,4 11 0,1 0 0</inkml:trace>
  <inkml:trace contextRef="#ctx0" brushRef="#br0" timeOffset="1050">2963 4410 10141,'-8'-30'1092,"1"1"0,-5 4 0,-4 1 193,-5-2 1,-3 7-1646,-13 19-405,21 18 1,6 9-271,17 16 1,10 2 809,-4-10 0,5-1-105,4-6 0,5-1 1,1-8 554,8-12 0,0-10 359,-2-3 1,-3-7 179,-6-11 1,-7-7-585,-13-12 0,-10-1-135,-6 14 0,-5 2-990,-9-5 1,-3 7-2204,-19 16 629,19 28 2519,22-5 0,25 4 0,11-2 0,-1-10 0,-1 0 0</inkml:trace>
  <inkml:trace contextRef="#ctx0" brushRef="#br0" timeOffset="1617">3298 3687 7533,'-27'-28'3238,"9"26"-2429,18 37-629,8 9 0,2 8-150,-4-9 0,0 2 0,2 3-446,0-5 1,1 1 0,0 1 0,-2-1 565,-2 7 0,-2-2 0,1-2 59,1-9 1,1-2 0,-2-4 1387,-4 17-1327,8-80-630,2-18 180,1 2 0,4-3 90,1 12 1,3 2 133,-3 1 1,5 9 270,12 19 0,1 12-225,-13 7 0,-1 6 135,11 10 0,-3 6 449,-14 13 1,-9 0-585,-2-16 0,-6-1 302,-13 14 0,-11-5-527,-7-18 0,-4-5-270,0-2 0,1-1-1234,4 1 1,5-4 1520,11-8 0,50-2 0,-5-5 0,1 0 0</inkml:trace>
  <inkml:trace contextRef="#ctx0" brushRef="#br0" timeOffset="2349">4480 4233 7533,'0'-19'2878,"0"-13"-1439,-15 28-449,-5-11-720,-23 30-540,13 21-270,11-3 0,5 4-180,13 0 1,8 1 269,4-1 1,5-4 539,6-7 0,4-9-1,5-14 1,-2-11 270,1-30-315,-26-3 0,-8-6-90,-8 4 0,-6 2-90,1 7 0,-3 5-134,-13-2-2790,39 54 3059,5-1 0,22 3 0,9 1 0,0-4 0,0 1 0</inkml:trace>
  <inkml:trace contextRef="#ctx0" brushRef="#br0" timeOffset="3099">4923 4445 8252,'-13'20'3276,"6"3"-1694,-4-21-773,10-2 91,-4-33-496,2 1 1,0-7-195,1-3 0,0-5 0,-1-3-382,0 5 0,0-2 1,0-1-1,0 0 374,0 0 0,1-1 1,0 1-1,2 1-67,1 3 0,1 1 0,2 2 0,0 2-105,0 1 0,2 3 0,5 4-210,10 1 0,5 7-944,1 11 0,3 7 134,6 10 1,1 7 359,-3 5 0,-3 4-1009,1 7 1,-4 4 1572,-8-2 0,-9 3 1,-18-1-1,-9 3 1,-4 0-1,-3 2 1,0-1-1,0 1 1</inkml:trace>
  <inkml:trace contextRef="#ctx0" brushRef="#br0" timeOffset="3255">4836 4128 7533,'-29'0'3276,"35"7"-1638,20-7 0,12-6-2143,0 1 0,4-1 0,1 0 140,1 2 1,-1 0 0,0-2 0,0-6 0,0-2 0,-3 1 0,2 3 0,0 0 0</inkml:trace>
  <inkml:trace contextRef="#ctx0" brushRef="#br0" timeOffset="6299">6571 4022 7533,'-5'-45'2518,"-2"9"-1978,-5 19-1260,-17 17 540,8 13 1,-2 7 89,-15 5 0,-3 5 359,12 1 1,2 5 0,0 1-250,-2-1 1,1 0-1,4 1 160,5 2 0,3 1 0,7-3-135,7 3 0,10-7-90,13-11 0,8-11 225,16-20 0,3-15-120,-15 3 0,-1-5 0,-1 0-30,-2 2 0,-2-2 0,-2 0 104,3-19 1,-9 5 225,-12 19-360,-20 38-630,2 9 1,1 5 224,2 5 0,4 1-944,13 3 0,5-4 1349,15 3 0,11-22 0,6-8 0,-4-10 0,1 0 0</inkml:trace>
  <inkml:trace contextRef="#ctx0" brushRef="#br0" timeOffset="6683">7040 4039 7533,'-22'-13'1638,"1"-1"0,-12-4 123,8 10-2121,25 40 225,8-7 0,3 5-105,-1 3 0,1 4 1,0-2 104,5 8 0,-1 1-15,-4 1 0,-2 5 0,-4-6 779,-5-11 1,-4-1-45,-5 10 0,-8-8-630,-7-25 0,-2-10-405,-1-10 0,3-6-1619,-8-20-1208,49-6 2866,2 16 411,27 9 0,-8 6 0,4 0 0,4 3 0,1-1 0</inkml:trace>
  <inkml:trace contextRef="#ctx0" brushRef="#br0" timeOffset="7416">7359 4251 7533,'0'-37'3276,"-6"-12"-76,-11 27-2570,-4-3-540,-14 33-1530,14 27 361,10-2 0,4 4 359,12 1 0,7-1 90,4 1 1,6-6 674,2-10 0,4-8 270,8-13 0,-1-10 134,-10-11 1,-3-5 269,4-7 1,-4-1-315,-11 4 0,-3 3-315,-3 9-450,-12 44-450,2 7 1,4 3 134,6-7 1,6-2 89,3 3 0,5-11 855,8-22 0,2-11 90,1-10 0,-4-9-91,-11 2 1,-2-6 0,-2-3 0,-1-1-653,-2 1 1,-1-2 0,-1-1-1,-1 0 1,0 0 449,1-8 1,-1 0-1,-1 0 1,-1 2 134,0 2 0,-2 0 1,0 3-1,0 6 383,-1-8 0,0 21-765,0 63 45,-1 0 0,2 8-45,0-9 0,2 4 0,0 1 0,1 1-338,1 2 1,0 1-1,1 0 1,2-1 427,2 0 0,0 0 0,2-1 0,0-2 270,4 6 0,1-3 0,0-5 719,5 7 1,0-20 269,0-41 0,-3-13-899,-7-6 0,-3-7-293,-2 5 1,0-5-1,-1-3 1,-3 3 317,-1-10 0,-4 0 0,-2 2-655,-1 1 0,-3 1 0,-4 8-1279,-6 8 1,-3 11 1620,-18 18 0,27 26 1,6 15-1,1 0 1,4-4-1,-1 0 1,0 1-1</inkml:trace>
  <inkml:trace contextRef="#ctx0" brushRef="#br0" timeOffset="8649">8392 4110 7533,'-12'-23'1619,"0"1"0,-7-21-450,7 15-359,6 11-630,17 40-180,3 24-420,-6-13 0,1 5 0,-2 0 105,1 9 1,-2 0 523,-2-10 1,-2 1 0,-3-4 15,-5-5 0,-5-6 495,-21 2-361,-6-36-1978,12-9 450,43-7 539,8 16 1,7 2 314,8-4 0,3-1 285,-5 3 0,1-1 0,-2-3 330,-3-6 0,-2-4 0,-2-1 554,5-7 1,-5-3-1,-4-4 1,-13 0-181,-21 14 1,-7 5-1035,-19 2-45,9 27 1,1 8 44,6 4 0,3 5-270,0 19 1,7 4 269,10-6 0,7-2 30,4-9 0,5 0 1,5-8 359,8-6 0,6-8 0,0-8 419,2-12 1,1-9 0,-1-3-400,2-2 0,-1-5 0,-6-6 291,-14 2 1,-3-6 0,-4-2 0,-1-1 0,-1 3-374,0-2 0,-3 1 1,-2 0-1,0 0 144,0-1 1,-1-1 0,-1 1-1,-2 4 248,0-18 0,-4 24-180,-9 54-600,7 11 0,2 11 0,0 0-30,-3-1 1,1 2-1,0 1-194,2-2 0,1 3 0,2 0 0,1-3-106,6 5 1,2-2-1,1-5 210,3 4 1,1-5 516,1-1 1,-1-18-337,1-64 448,-24 0 1,-5-8 479,7 6 1,1-3 0,-1 0 179,-3 0 1,-2 0 0,2 3 734,-2-9 0,9 6-63,14 12 1,9 9-1872,10 12 1,7 8 449,4 3 0,5 3 0,0 0 0,1-3 0,1 0 0,0 0 0,-8 2 0,0-1 0,1 1 0,-1-1 0</inkml:trace>
  <inkml:trace contextRef="#ctx0" brushRef="#br0" timeOffset="9416">10645 4039 7443,'-6'-19'1709,"-6"-5"-1619,-24 22 180,-9 18-136,16 3 1,2 7-105,13 2 0,3 6 0,3 0 60,3 0 0,3 0 0,4 0 0,6 0 0,5 0 0,3-4 270,11 2 0,3-11 494,0-16 1,-2-10-361,-4-13 1,-6-9-1260,-13-11 1,-9-5 374,0 11 0,-3-1 1,-2 0-286,-9-14 0,-2 4-674,2 13 0,4 5 1349,13 10 0,22 41 0,11 22 0,-3-13 0,-1-1 0,0 1 0</inkml:trace>
  <inkml:trace contextRef="#ctx0" brushRef="#br0" timeOffset="9751">10990 4445 11940,'7'-8'2519,"-2"-41"-1980,-4 7 1,-2-6-405,1 12 0,0-4 0,1-1 0,-2-1-396,0-4 1,0-1 0,-1-1-1,1 1 508,-1 1 1,1 0-1,-1 1 1,0 2-69,-2-4 1,-1 1 0,1 6 198,0-2 1,1 7-1189,9 2-416,24 23 416,-4 5 1,4 2-91,11 2 1,4 2 209,-10 3 1,1 1-1,-2 2-434,8 5 0,-4 3 1124,-3 1 0,-12 5 0,-32 11 0,-15 3 0,-7-3 0,1 1 0</inkml:trace>
  <inkml:trace contextRef="#ctx0" brushRef="#br0" timeOffset="9922">10867 4004 7533,'-21'8'3276,"32"-6"-1766,22 3 0,12-2-2140,-3-7 1,3-2-1,0 0 375,-6 2 0,-2 1 1,2-2-1,10-2 1,3-3-1,-5 2 1,-2-1-1,0 0 0</inkml:trace>
  <inkml:trace contextRef="#ctx0" brushRef="#br0" timeOffset="11885">12626 4075 6183,'5'-20'1709,"-3"4"-1259,3 16 270,-5-8-270,0 7-181,0-7 91,0 0 0,0 6 90,-5-6-270,3 8-90,-9-8-180,10 6 90,-10-6-90,4 8 180,-21 0 0,-16 8 89,8 3 1,-2 4 0,-1 5 0,2 5-120,8-2 0,2 3 0,3 3-60,5 2 0,4 2 0,4 1 0,6 0 0,3 0 0,2-2-45,-1 7 0,8-5-90,18-6 0,6-7 405,5-12 90,13-9 449,-14-33-898,-21-14 89,-7 6 0,-4-4 224,-4 4 1,-3 0 0,2-1 0,-3 3 135,0 11 0,-1 3-450,-1 0-630,12 25 540,19 2 90,2 5 0,4 1 90,14-1 0,3-4 225,-1-1 0,0-2 90,1 1 0,-3-4 44,-14-4 1,-5-3 720,-1-8-541,-13 8 91,-17 2-1080,0 8-809,-1 0-450,-9 24 630,8 13 584,1-7 0,1 3 450,7 10 0,4 0-225,5-5 0,4-2 90,4 2 1,3-5 313,0-11 1,1-9 45,21-21-315,-24-11 1,-1-7-46,1-8 0,-1-4-90,-5-6 0,0 0 135,-1 6 0,-1 3-45,-4-10-809,-1 37 899,-1 36 180,0 7 0,2 6 45,1 1 0,3 0 44,0-4 1,2-1 270,4 6 0,2-14 1979,14-38-1530,4-13-210,-21-8 1,-3-11 0,-1 0-480,1 1 0,-1-1 0,1 1-426,1-1 0,1 1 0,0 3-459,1-6 1,5 10-965,4 19 1,2 10 1485,19 22 0,-15-5 1,4 2-1,-1 2 1,0 4-1,1 0 1,-1 0-1</inkml:trace>
  <inkml:trace contextRef="#ctx0" brushRef="#br0" timeOffset="12666">15013 3792 9781,'-3'39'255,"-1"-1"0,0 1 0,1 3 0,0 4 0,-1-1 0,1-2-405,-2 1 0,0-2 0,1 2 37,0-4 1,1 3-1,1-1 1,0-5-248,1 7 0,2-7-1169,4 6 360,2-43 1169,6-12 0,-4-13 0,0-7 0,0 4 0,1-1 0</inkml:trace>
  <inkml:trace contextRef="#ctx0" brushRef="#br0" timeOffset="13216">15026 4004 7533,'0'-40'659,"0"0"1,-1-3 0,2-1-31,1-1 1,1 2-450,-1 14 0,3-1 329,9-5 1,7-3 0,0 8-285,0 13 0,3 4-16,9-8 1,4-4 0,-1 7-300,0 5 0,0 8 45,10 8 0,-1 8 90,-14 0 0,-5 7 0,-5 11 0,-5 5-90,-8-3 0,-6 0 0,-7 0 0,-7-1-450,-15 2 1,-5-3 449,5-9 0,-2-1 105,0-2 0,-2-1 0,2 0 344,-1 1 1,3 1-180,0 7 0,4 3-405,8 2 0,6 3 315,11 9 0,7 2 270,2-2 0,5-1-375,3-11 0,5 0 0,-1-2-570,5 5 0,2-4-1099,14-5 1,1-4 1569,-11-6 1,-2-3-1,2-5 1,-1-2 0,15 4-1</inkml:trace>
  <inkml:trace contextRef="#ctx0" brushRef="#br0" timeOffset="13372">15751 4357 7533,'-6'-39'3276,"6"7"-2978,12 32 0,35-8 0,-18 4 1,1-1-1</inkml:trace>
  <inkml:trace contextRef="#ctx0" brushRef="#br0" timeOffset="14150">16109 3616 7533,'-12'-26'2248,"5"7"-2068,1 1 450,12 34-136,0 8 1,0 5-360,3 13 0,1 6 67,-2-11 1,1 4-1,1 2 1,-1-1-314,-1-3 0,-1 1 1,1-1-1,1 1 246,2 5 0,1 1 0,1-1 0,-1-4 254,0-2 1,1-3 0,1-3 188,3 2 1,2-12 680,17-23-719,-5-35-361,-13 8 1,0-5 0,0-3-456,-1-1 0,0-4 0,0-1 1,0-1 297,0-1 1,0 0-1,-1-2 1,0 0-167,-3 5 0,0-2 0,-1 1 0,0 1 0,-2 3-36,2-3 0,-2 3 0,-2 2-540,0-10 1,-4 8-1478,-4 19-1080,-1 18 3103,-10 18 1,8 5-1,0 5 1,-4 4 0,1 1-1</inkml:trace>
  <inkml:trace contextRef="#ctx0" brushRef="#br0" timeOffset="14618">16934 4039 7533,'0'-19'3276,"0"-5"-1065,-6 7-2571,-12 5-270,-24-4-449,-5 32 449,13 2 0,2 7 495,11 12 1,8 6 194,7-10 0,3 1 0,5-1 389,6 1 1,6-1 0,2-2 29,5-2 1,4-3 0,0-2 239,5 0 1,-2-3 1079,14 4-630,-59-17-1394,-6-7 1,-4-2-721,-8 4 1,-2 2 944,-4-2 0,3 4 0,4 18 0,14 3 0</inkml:trace>
  <inkml:trace contextRef="#ctx0" brushRef="#br0" timeOffset="17817">18681 3951 7533,'-25'-19'2608,"-11"3"-1978,-7 16-360,15 5 0,0 6-91,-4 7 1,2 7 0,5 4 0,5 6-450,7-2 0,2 3 1,5-1-1,5 4 0,8-1 135,7 4 0,9-8 180,1-19 0,3-10 449,8-18 1,-2-8-405,6-6-315,-23-7 0,-2-14 1,-2-2-1,-3 7 0,-3 4 0,-2 0 90,1-3 0,0-10 0,1 8 0,0 23 855,0 23-315,-4 27 0,-3 17-338,4-6 0,2 5 1,0 5-1,-1 1-353,-3-9 1,0 2-1,0 2 1,-1 1-1,0 0 1,-1-1 300,1 3 0,0 1 0,0 0 0,-1 1 0,-1-2 0,0 0 134,-2-2 1,0 0 0,-1-1 0,0 0 0,-1-3 0,-1-1 232,-2 7 1,0-3-1,-3-2 1,-4-7-31,-6-2 0,-5-5 0,0-13-307,-6-18 0,0-13-15,4-4 0,-1-7 0,4-3-120,4-5 0,4-4 1,1-3-91,2 3 0,1-3 0,3-1 0,3 3-570,5-2 1,4 2-1,4 2-889,6-15 1,11 8 443,10 18 0,5 9 1195,-6 6 0,3 2 0,-2 0 0,4 0 0,-1-1 0,10-5 0,1 0 0</inkml:trace>
  <inkml:trace contextRef="#ctx0" brushRef="#br0" timeOffset="18104">18939 4163 7533,'0'-37'1092,"0"-1"0,0 8 0,0 0 103,0-7 0,0 3-385,0-7-270,0 55-91,0 31-674,-3 0 1,0 8-284,2-10 0,1 2 0,0 0-302,-1-4 1,1-2 0,1 0-151,1-2 1,2-1-1,2-5 105,8 0 1,3-9 854,10-12 0,-3-36 0,-1-15 0,-11 7 0,1-1 0,0 1 0</inkml:trace>
  <inkml:trace contextRef="#ctx0" brushRef="#br0" timeOffset="18405">19185 4092 7533,'-5'-17'3276,"4"15"-1425,-4 35-1222,5-3 1,5 5-390,0-4 0,3 3 0,2-1 74,7 9 1,4-2-225,-1-4 0,5-11 405,5-22 0,-1-12 89,-1-24 1,-6-13-495,-5 8 0,-2-3 0,-1-1-420,-2-1 0,-2 0 0,-3 2-1309,-2-11 1,-4 9-1639,-2 16 2779,-5 29 0,17 33 1,3 10-1</inkml:trace>
  <inkml:trace contextRef="#ctx0" brushRef="#br0" timeOffset="19233">19542 4128 9242,'-13'0'1529,"24"0"-1079,27 0-495,-8 4 0,3-1 494,11-3 1,2-6 0,2-8 0,-2-5 89,-7 5 1,-5-5-46,-2-20 1,-12-4 225,-25-6-810,-5 16 0,-7 5-405,-6 14 1,-3 8-1,1 11 0,-1 8-45,-2 11 1,2 7 224,5 3 0,4 4 255,6-5 0,2 1 0,4 1 60,5-1 0,4-1 0,3 0-270,9 15 1,6-4 448,7-8 1,5-11 180,-6-16 0,2-10 224,8-20 1,-2-9-405,-10 2 0,-3-3 30,-4 3 0,0-3 0,-3 4-120,-2 1 0,-3 5-450,0 3-630,-16 38 631,-2 25-496,7-11 1,4 0 584,9 8 495,6-17 0,5-9 89,3-26 1,1-12 45,9-6 0,1-8-91,-16 8 1,0-4 0,0 0 0,-2 0-62,1-3 1,-1 0 0,-1 1 241,10-8 0,-6 6 179,-11 5-2068,-6 78 629,-8-12 1,-2 4-226,4 7 1,-1 2 224,-1-8 1,0 2 0,0-6 809,3-8 0,-2-5 0,-10 2 0,-2-46 0</inkml:trace>
  <inkml:trace contextRef="#ctx0" brushRef="#br0" timeOffset="19472">18988 3493 7533,'-14'-28'809,"0"1"1,15-9-1,39 21 1</inkml:trace>
  <inkml:trace contextRef="#ctx0" brushRef="#br0" timeOffset="20815">22176 4286 7533,'-25'16'3276,"0"-4"-2415,12 13 489,2-15-91,11-18-630,0-27-359,0 2 0,0-5-180,0 1 0,0-4 0,0-2-368,-2 5 1,-1-1 0,0-2-1,0-2 83,0 4 0,1-3 0,1-2 0,-2 0 1,1 2-1,-1 2 60,-1-4 0,-2 2 0,1 1 0,1-2 476,1-2 1,0-2 0,1-1 0,2 4 0,2 6-387,3-4 0,7 6 45,12 0 0,7 0 0,2 8-135,2 9 0,3 7-250,2-1 1,5 1-1,-1 5 25,-3 7 0,-1 4 1,-1 0-361,10 0 0,-2 2 30,-11 0 1,0 2 0,-7 3 689,-5 6 0,-11 2 0,-29 18 0,-5-16 0,1 1 0</inkml:trace>
  <inkml:trace contextRef="#ctx0" brushRef="#br0" timeOffset="21022">21966 3828 9781,'-19'0'2159,"12"0"-630,36 7-1799,3-5 1,4-2-811,-1 5 1,2 1-1,-2-1 907,9-1 0,-1 2 0,-10 1 0,0 2 0,-3 0 0,-1 5 1,0 0-1</inkml:trace>
  <inkml:trace contextRef="#ctx0" brushRef="#br0" timeOffset="21238">22754 3810 7533,'-18'-10'3276,"5"2"-1335,1 55-3201,8-12 1,2 5 1259,3 2 0,2 5 0,4-3 0,4-8 0,3-2 0,2 0 0,4-1 0,-1 1 0,1-1 0</inkml:trace>
  <inkml:trace contextRef="#ctx0" brushRef="#br0" timeOffset="21832">23124 3863 7533,'-25'-18'3276,"6"8"-3044,12 18-52,19 35-360,0-16 0,2 3-270,2 3 0,3 2 1,0-1-406,6 5 1,1-1 854,-6-8 0,-1 1 0,-2-6 0,4-4 0,-19-17 0</inkml:trace>
  <inkml:trace contextRef="#ctx0" brushRef="#br0" timeOffset="22105">23111 4251 7533,'-26'-35'3276,"14"-8"-1638,22 17 0,8-1-1047,8-9 1,6 1-652,-5 13 0,3 1 0,0-1-810,0-1 1,-1-1 0,0 3-770,9-3 1,-2 3 578,-8 2 0,-2 2 1060,6 0 0,-14 1 0,-12 6 0</inkml:trace>
  <inkml:trace contextRef="#ctx0" brushRef="#br0" timeOffset="22566">23493 4163 7533,'12'-18'3276,"22"8"-3025,-8-4 0,4-3-386,12 0 0,3-3-73,-13-1 1,0-4-1,-1 0 208,-4 1 0,-2 0 0,-2 0 537,2-8 0,-7 1 452,-13-12-1080,-35 25-359,6 19 0,-3 6 360,-7 4 0,0 5-180,-2 9 1,4 3 269,7 2 0,4 3-45,3 10 0,8 0-45,14-9 0,8-1-360,14 7 1,9-4-241,-9-15 0,3-4 1,0-2 689,15 4 0,1-8 0,0-11 0,-2-8 0,-12-12 0,1 1 0</inkml:trace>
  <inkml:trace contextRef="#ctx0" brushRef="#br0" timeOffset="23099">24452 3281 7533,'-12'-35'3276,"6"15"-3404,-11 28 173,12 24 0,2 12-105,-6-2 0,-1 4 0,0 1-214,4-6 1,1 2 0,0 0-1,0 3 274,-1 0 0,0 3 0,-1 1 0,1-1 0,1-4 0,2-3 0,1-3 0,0-1 0,1 0 45,0 2 0,0 2 0,2-3 0,1-7 646,12 11-331,4-53-180,-10-14 0,-4-5-90,3-20 0,-7 7 0,-5 2-180,-15-1-90,-3 8 0,-7 7 584,-1 19 1,-2 10 0,-11 6 0,1 9-165,18 3 0,2 4 0,2 2-285,-5 9 0,8 2-90,12 5 0,12-1-225,14-12 0,10-6-675,11-2 1,5-6-45,-6-2 0,-1-5 1231,-3-5 1,-6-8-1,-7-27 1,-18-8-1</inkml:trace>
  <inkml:trace contextRef="#ctx0" brushRef="#br0" timeOffset="23299">23185 3563 7533,'-33'-19'539,"0"1"1,3-8-540,34 26 0,32 1 0,13 0 0,-3 3 0,1 0 0</inkml:trace>
  <inkml:trace contextRef="#ctx0" brushRef="#br0" timeOffset="24132">25560 3881 7533,'-19'-28'2878,"6"10"-3238,8 34 1260,21 21-765,-4 4 0,2 5-46,1-16 1,2 1 0,1 0-30,-2 2 0,1 0 0,0-1 165,9 8 0,3-10 1484,15-18-989,-8-34-541,-19-9 1,-3-8-45,-1-8 0,-1-2-720,-3 2 1,1 2-541,-3 2 1,3 5-2153,14 3 618,7 37 2659,-4 16 0,0 7 0,0-2 0,-1 1 0,4 7 0,0-1 0</inkml:trace>
  <inkml:trace contextRef="#ctx0" brushRef="#br0" timeOffset="24566">26212 4039 7533,'25'-35'3148,"-6"0"-2294,-10 9 1,-5 1 44,-21-14-764,3 11 0,-5 5-405,-18 12 1,-4 10-496,7 4 0,1 4 540,-1 0 1,1 7-106,9 8 0,3 7 0,3 1 150,4 7 0,4 2 180,1-7 0,1 2 0,7 0 30,10 2 0,9 0 0,3-6 195,10-7 0,5-5 180,8 7 0,3-11 314,-3-29 1,-3-9-1,-10 12 1,-3-1-315,-5-13 0,-4 1-136,-3 7-1708,-21 18-180,3 33-1439,8 14 2383,-1-19 1,4-1 674,6 4 0,5-11 0,4-28 0,2-11 0,5-3 0,0 1 0</inkml:trace>
  <inkml:trace contextRef="#ctx0" brushRef="#br0" timeOffset="24849">26803 3281 7533,'-5'-35'3276,"-2"23"-1695,-6 37-1177,7 19 1,0 8-165,0-13 0,0 1 0,0 3-471,0 1 1,0 3 0,-1 2-1,1-1-62,1-1 1,0 1 0,0-1 0,0-1-405,1-3 0,0-1-1,0-1 1,3 0-113,3 8 1,3-2 0,1-6 809,2-7 0,4-7 0,12-8 0,4-5 0,-2-5 0,0 0 0</inkml:trace>
  <inkml:trace contextRef="#ctx0" brushRef="#br0" timeOffset="25533">27049 4075 7533,'-5'-44'2698,"-2"15"-1888,-11-4-1080,4 23 90,-9 26 180,4 13-45,8 10 0,3 6-135,3-7 0,3 1-90,4 7 1,8-4 179,11-14 0,6-11 45,6-19 0,4-12 45,-6 0 0,1-6 0,-2-3 239,-3-4 1,-1-4 0,-3-1 60,1-2 0,-1-2 0,-4 2 329,-4 4 1,-4 2 89,-2-2 1,-7 11-450,-15 27-810,-11 35-315,16-12 1,1 2-46,-3 7 1,3 1-740,14 3 1,3-2 1617,-7-12 1,4-3 0,17-3 0,8-5 0,-6-11 0,1 0 0</inkml:trace>
  <inkml:trace contextRef="#ctx0" brushRef="#br0" timeOffset="25950">27541 4198 7533,'0'-37'3276,"17"11"-2235,19 19-816,-5 3 0,2 0-315,7-4 0,0-2 135,-4-2 0,-2-3 315,1-5 0,-5-4 359,-10-1 1,-7-2-316,-6-5 1,-7 1-225,-4 2 0,-7 3-90,-20 4 0,-8 9-765,6 13 1,-1 8 134,-10 6 0,2 9 342,17-1 1,3 5 0,2 2 77,3 4 0,2 3 0,4 1-360,3 1 1,3 2-1,4 0-540,4 1 1,3 2 0,4-4 209,8 9 1,4-6 809,-5-12 0,4-7 0,24-7 0,-12-26 0</inkml:trace>
  <inkml:trace contextRef="#ctx0" brushRef="#br0" timeOffset="26383">28427 4004 7533,'0'-33'3276,"-6"11"-886,-22-11-2795,4 35 1,-3 10 179,-8 4 0,1 5-180,3 4 1,4 7 164,11-2 0,4 5 0,5 0 240,6 7 0,7 0-60,-1-9 0,2 0 0,2-1 195,6 9 0,1-4 1574,3 8 90,-52-19-1350,8-24 1,-4-4-540,-7-1 0,-5 0 1,3-1 89,-4-1 0,3 0 0,8 1 0,7 0 0,16 4 0</inkml:trace>
  <inkml:trace contextRef="#ctx0" brushRef="#br0" timeOffset="27566">21843 4815 7443,'-20'0'809,"-1"0"-269,19 0 90,13-7 359,15-3-764,-1 5 0,4 0-105,2 0 0,3-1 0,2 1-401,10 1 1,3 2 0,6-1 370,-15 0 0,4 0 0,2-1 0,2 1 0,0 0 0,2 1-350,-9 0 0,2 1 0,0-1 1,1 1-1,1 0 0,1 0 0,1 0 1,1 0 275,-4 0 0,2 0 1,0 0-1,2 0 0,1 0 1,0 0-1,1 1 0,-1-1 1,1 1-1,-1-1 0,0 1-226,0 0 0,0 1 1,0-1-1,1 1 0,-1 0 1,0 0-1,1 0 0,-1 0 1,1 0-1,0 0 0,0-1 187,-3 0 1,-1 1-1,1-1 1,0 0-1,0 0 1,0 0 0,0 0-1,0 0 1,1 0-1,0 0 1,0 0 0,1 1-60,-1 0 0,1 0 0,0 0 1,1 0-1,0 0 0,0 1 0,0-1 1,1 0-1,-2 1 0,1-1 0,-1 0 1,0 1-1,-1-1 134,-1 0 0,0 0 1,-1-1-1,0 1 1,0 0-1,-1 0 1,0 0-1,1-1 1,0 1-1,0 0 1,1 0-1,0 0-61,1-1 0,1 1 1,0 0-1,1 0 1,0 0-1,1 0 0,-1-1 1,1 1-1,-1 0 1,0 0-1,0-1 1,-1 1-1,-1-1 16,1 1 1,-1-1-1,1 0 1,-1 0-1,-1 0 1,1 1-1,-1-2 1,0 1-1,0 0 1,0 0-1,0 0 1,-1-1-24,3 1 0,0-1 1,0 1-1,-1-1 1,1 0-1,-1 0 1,-1 0-1,1 0 0,-1 0 1,-1 0-1,0 0 36,5-1 0,0 0 0,-1 1 0,-1-1 0,0 0 0,0 0 0,-1 0 0,0-1 0,1 1 57,-2-1 0,-1 1 1,1-1-1,0-1 1,-1 1-1,0 0 1,-1 0-1,0 1 1,-1-1 63,4 1 0,0 0 1,-1 1-1,-1 0 0,0-1 1,-2 1-1,1-1-21,2-1 0,0 0 0,-1-1 0,-1 1 0,-1 1 0,-2 1 276,9 1 0,-2 1 1,-2 1-1,-6 3-2035,13 4 1,-13 7-538,-17 22 2176,-34-11 0,-14-2 0,-3-9 0,-8-5 0,-1 0 0,-1-3 0,0 0 0,1 1 0,-1-1 0</inkml:trace>
  <inkml:trace contextRef="#ctx0" brushRef="#br0" timeOffset="29416">2328 5786 7533,'-40'-14'869,"0"0"1,0 13-1,2 8-509,-3 14 0,3 11-632,12-1 0,1 6 0,4 3 317,4-5 0,2 4 0,2 0 0,3-1-195,0 4 0,3-2 0,6-1 62,8-4 1,5-2 0,4-7-3,7-7 0,3-12 495,14-24 0,-3-15-360,-11-3 0,-5-7-254,-2 1 0,-1-4 1,-4 0-242,-5 2 0,-2 1 1,-4 2-586,-1-5 1,-4 5 629,0 4 0,1 15-224,1 45 629,10-2 0,7 3 0,5 7 0,5 3 0,0 2 0,4 2 0,0 0 0,0 0 0</inkml:trace>
  <inkml:trace contextRef="#ctx0" brushRef="#br0" timeOffset="29734">2540 6244 7533,'37'30'2248,"-11"-15"271,-18-40-1890,-4 0 1,-1-3-45,2-14 0,0-4-256,1 1 1,0-3 0,0 2-411,0 5 0,1 1 0,-3-3 36,-1-3 0,-3-4 0,0 0 0,-1 4 15,1 3 0,0 3 0,-2-2-533,-1-2 1,-2-4 0,0 2 0,1 5 247,-3-5 1,4 4-467,7-3 0,8 16-388,17 44 674,-3 9 0,1 7-105,-6-3 1,0 3-1,-2 0 600,3 13 0,-5 2 0,-8-10 0,-3 1 0,-3 0 0,-7-4 0,0 1 0,0-1 0</inkml:trace>
  <inkml:trace contextRef="#ctx0" brushRef="#br0" timeOffset="29933">2540 5909 7533,'-45'-8'3276,"17"6"0,44 2-3532,31 2-434,-15-4 1,4-1-1,0 0 690,0 2 0,0 0 0,2-1 0,5-1 0,1 0 0,0 2 0,-3 4 0,0 0 0,1 0 0</inkml:trace>
  <inkml:trace contextRef="#ctx0" brushRef="#br0" timeOffset="30583">4110 5838 7533,'-38'-9'655,"0"0"0,0 0 1,4-1-1,1 1 0,0 3-315,-13 5 1,4 7-296,16 5 0,7 6-45,6 15 0,10 6 45,16 7 0,8 1 45,-7-11 0,2 1 0,1-2-480,0-2 0,2-2 1,0-1 344,5 7 0,-5-2 1574,-17 9-1079,-30-25-585,-2-19 0,-3-6-90,5-2 0,0-2-405,-1 3 1,7-3-2160,12-21 1260,35 21 1529,0-2 0,5 0 0,4 6 0,5 2 0,0 0 0,3-1 0,1 0 0,-1 0 0</inkml:trace>
  <inkml:trace contextRef="#ctx0" brushRef="#br0" timeOffset="31683">4445 5944 7533,'-22'-19'1092,"1"-1"0,-8 8 0,-3 8-122,-4 21 1,0 10-971,10-6 0,1 4 0,3 1-180,3 3 0,3 1 0,6 1-540,7 15 1,14-4-1,16-10 1,9-9 134,5-9 0,2-10 360,-1-12 1,-4-12 943,-8-11 1,-9-8 89,-12-1 1,-8-2-496,-4-2 1,-4-1 135,-5 0 0,-3 4-90,1 15 0,0 3-1,-3-18-628,24 33-1,29 8 180,-10 3 0,3 2 90,6 5 0,0 6 225,-1 3 0,-5 7-91,-8 14 1,-5 6-225,-2-4 0,-4 0-45,-9 3 1,-2-2-91,-1-11 0,4-11-135,6-19-360,9-47 495,-7 10 1,0-4 254,1 0 0,0-2 0,0 1-30,-1-4 0,0 2 764,-2-2 1,1 9 44,-1 26-989,-16 46 135,6 1 1,2 4-316,-1-1 0,2 1-135,10 3 0,5-4-45,0-18 1,4-7 539,6-11 0,1-10 180,-6-22 0,-4-9 45,0 0 0,-4-4 44,-7 3 1,-2-2 0,-2 5 270,-1 7 0,-2 3 359,-11-9-809,4 68 0,1-8 0,3 3-585,9 13 0,6 0 180,0-10 1,4-1-526,7-5 1,5 0-1,1-5 345,7-3 1,3-6 494,12 0 0,-2-11 404,-15-19 1,-4-9 359,1-3 1,-6-6-46,-12 2 1,-5-3 0,-1 1-315,2-8 0,-3 1-136,-1 3 1,-9 8 1170,-35 21-1171,21 38 1,2 13-1484,-4-3 0,4 4 374,12-5 1,6 3-1,9-5-253,14-8 1,11-4 0,0-3 1050,-4-1 0,1-3 0,3-6 1,7-7-1,5-5 0,1-5 1,-3 0-1,-7-4 0,0 1 1,0 0-1,0-1 0</inkml:trace>
  <inkml:trace contextRef="#ctx0" brushRef="#br0" timeOffset="32483">7286 5856 7533,'-6'-35'1619,"5"0"-1080,-10-1 181,-2 9-270,-17-6-450,-14 21 269,0 25 1,-1 13-60,20-4 0,2 3 0,2 4-347,-1 2 1,1 2 0,3 2 0,6 0 16,8 5 0,8 0 0,6-3-60,4-3 0,6-4 0,5-6 150,7-7 0,5-8 1,0-7 148,-2-10 1,0-8 0,-4-3-150,-3-1 0,-3-2 0,-4-5 60,-3-8 0,-6-4 0,-7 1 15,-11-8 0,-9 2-180,-5 5 0,-7 6 135,-6 7 0,-3 9-405,5 12 1,5 10-1035,13 22 1439,33 10 0,20-23 0,9-8 0,-12-4 0,-1 0 0,0 0 0</inkml:trace>
  <inkml:trace contextRef="#ctx0" brushRef="#br0" timeOffset="33402">7580 5274 7533,'-26'-29'2698,"9"36"-2518,11 20 0,6 9-120,2-1 0,3 5 0,-1 1-498,1-3 0,-1 1 0,1 2 0,0 0 10,2 3 1,-1 1 0,1 0 0,-1-1 247,1 7 0,0-2 0,-2-2 611,-1-8 0,-1-3 1,-4-7 917,-12-4-508,5-36-751,3-33-270,17 7-225,3 9 1,6-3 254,-1 6 0,3-1 0,1-1 300,1-5 0,1-1 0,1-2-49,-4 4 0,1-2 0,0-1 1,-3 1 17,0-8 1,-2-1 0,-2-1 180,-1-3 0,-2-2 0,-3 3-131,-5 10 0,-2 1 0,-2 1 685,-3-13 1,-3 6-495,-4 5-1350,-10 27-449,6 41 630,-1 14 809,10-17 0,1 5 0,0 2 96,0 0 1,0 2 0,1 1 0,1 1-142,1 2 0,2 1 0,1 0 0,-1 1 157,-1 4 1,-1 1-1,1-1 1,1-3 78,4 2 0,1-3 0,0-4-11,-2-3 0,2-6 90,9 0-810,-4-40 271,-1-18-91,6-11 626,-9 11 0,1-1-176,2 0 0,1 1-45,-1 3 0,0 1 855,13-21-271,-6 23-449,4 5 90,-3 30-360,-5 5 0,0 3-45,-2 1 0,0 1 90,-1 13 0,0 1-1169,-3-11 0,0-1 1214,-2 1 0,4-3 0,24-6 0,10-13 0</inkml:trace>
  <inkml:trace contextRef="#ctx0" brushRef="#br0" timeOffset="34300">8565 5997 7713,'-14'-19'2248,"9"-5"-1348,34 22-675,-5-8 0,2-3-270,3 4 0,1-2-135,8-16 0,-5-5-45,-16 12 0,-5-1 135,-2-12 0,-9-1 90,-27-3 135,2 21 0,-2 5-135,-18 3 0,7 41 90,25-11 0,6 3 180,10 20 0,8 4-46,5-2 1,5-2-315,-5-13 0,2-2 0,2-1-120,2-3 0,1-2 1,2-6 434,5-4 0,0-8 224,-1-11 1,-4-8 134,-5-11 1,-5-7-270,-5 1 0,-4-4 224,-4-1 1,-2-3 0,1 3-135,0 3 0,1 1 179,-2-17 1,5 4-585,23 7-585,-9 22 1,4 4-1035,10 8 0,5 6 526,-5 4 1,2 3 0,-2-1 892,4-4 1,-1 3 0,-4 8-1,1 4 1,-4-1 0,-1 1 0,0 0-1</inkml:trace>
  <inkml:trace contextRef="#ctx0" brushRef="#br0" timeOffset="35666">11063 5680 7263,'-5'-18'1439,"-24"-7"-719,-11 5-451,11 3 1,-3 1 0,4 8 0,0 4-360,-16 4-45,29 21 0,5 9 225,8 2 0,5 5 0,2 0 30,0-3 0,2 1 0,2 2-188,-1 1 1,2 4-1,0-1 1,-2-4 112,4 9 0,-3-4 539,0 2 1,-8-9-225,-12-19-270,-14-36-270,13-7 0,4-5-809,1-17 494,20 18 0,9 1 180,7 7 1,6 3 18,2 7 0,4 2 1,2 0 594,0-3 1,2 0 0,-1-1 299,0 0 1,-1 1 0,-3-2 30,8-5 0,-9-3 359,-17-5 0,-10-1-449,-19-9-360,-18-4-450,-17 33-585,19 23 1,1 7 404,-1 2 1,2 5 179,7 6 0,3 6 0,6-1 180,11 10 0,8-2 30,-2-14 0,3-1 0,5-4 120,12-3 0,6-6 0,1-9 180,4-13 0,2-11 0,-1-5-372,-11 3 0,-1-2 1,0-4-1,-3-2 289,3-10 1,-1-4-1,-3-4 1,-3 1 44,-5 1 0,-2-2 1,-3 0-1,0-1-67,-1 0 0,-1-1 0,-2 0 0,-1 3 224,-2-3 1,-2 2 0,-1 4 374,2-8 1,-9 15-555,-15 32-585,3 25 0,2 13 405,1-4 0,0 5 0,0 2 0,1 0-570,3-2 0,0 1 1,2 0-1,2 1 547,1 9 1,2 1 0,2 0-1,4-3-487,5 4 1,4-4-1,4-5-120,0-9 1,3-4-1,1-3-989,8 2 0,0-9 1619,11-20 0,-23-18 0,-8-9 0</inkml:trace>
  <inkml:trace contextRef="#ctx0" brushRef="#br0" timeOffset="35866">11790 5539 7533,'-26'-28'3276,"35"18"0,20 4-3109,7 11 0,11 4 0,2 1 0,-11-3 0,2-1 1,1 1-1,1 0 0,5 2 0,0 0 0,0 0 0,0 1 1,0-1-1</inkml:trace>
  <inkml:trace contextRef="#ctx0" brushRef="#br0" timeOffset="35983">12651 5997 7533,'-25'0'0</inkml:trace>
  <inkml:trace contextRef="#ctx0" brushRef="#br0" timeOffset="46734">1993 7373 7533,'-19'-8'2158,"-5"-2"-1528,22 1-270,-6-7 1529,8 6-900,8-7-719,-6 7 0,6-6-270,-8 14-450,0 26 45,-3 4 1,-2 6 284,2 4 0,0 3 0,-1 4-166,-1-3 0,-2 2 0,0 1 0,1 0 331,2-1 0,1 0 0,1 0 0,-1-1 135,-2 7 0,-2-2 0,3-3 180,4 1 0,0-8-180,0-13-360,0-25-180,0-2-899,-7-5-91,5-1 425,-6 6-964,8-6 1889,0 8 0,15-24 0,5-5 0</inkml:trace>
  <inkml:trace contextRef="#ctx0" brushRef="#br0" timeOffset="47133">1870 7426 7533,'-36'-26'3276,"9"7"-886,2-7-1220,30 9-271,23-1-584,1 13 0,5 0-75,-2-4 0,4-3 0,-1 2-240,-1 5 0,0 1 0,0-1-720,10-5 0,0-3 1,-2 3-46,-2 4 1,-4 2-226,-1-3 1,-11 6-1710,-24 17 900,-20 11 1799,4-9 0,-3 2 0,-6 8 0,-1 2 0,-1-2 0,-1-1 0</inkml:trace>
  <inkml:trace contextRef="#ctx0" brushRef="#br0" timeOffset="47400">1958 7691 7533,'-31'22'1092,"-1"1"0,5-9 0,1-1 1029,-1 3-862,19-16 360,41-16-1170,1 7 1,3-2-315,0-6 0,2-1 135,-5 8 0,2 1 0,-4 1-1170,-3-2 1,-1 2-740,7 5 1,-3 6 838,-3 15 0,-19 9 0,-22 8 1</inkml:trace>
  <inkml:trace contextRef="#ctx0" brushRef="#br0" timeOffset="47773">2575 7655 7533,'-10'-10'3276,"-5"-5"0,5 13-2632,-15 10-1004,10 17 0,2 8 0,-5 8 0,1 3-390,9-7 1,2 3 0,0-2-196,-3 9 1,3-3 179,3-12 1,6-4-765,12 6 1529,-11-25 0,20-24 0,-15-15 0</inkml:trace>
  <inkml:trace contextRef="#ctx0" brushRef="#br0" timeOffset="48233">2716 7691 8432,'-7'-20'3276,"5"-11"-1245,-14 27-1131,22-4-271,-4 33-539,31 13-405,-14-5 1,-1 2-631,5-3 1,-1 1-316,0 6 1,0 0 0,-1-2 0,1-3 1259,-7-10 0,-1-1 0,4 10 0,-20-25 0</inkml:trace>
  <inkml:trace contextRef="#ctx0" brushRef="#br0" timeOffset="48516">2822 8114 7533,'-25'0'3276,"-3"-8"-256,17-10-2481,12-5 1,7-5-360,15-7 0,7-2-360,-7 7 0,2 0 1,0 0-541,-1 2 0,0 1 1,0 1-721,8-6 1,-3 4-90,-2 0 1529,-11 13 0,-24 22 0,-1 3 0</inkml:trace>
  <inkml:trace contextRef="#ctx0" brushRef="#br0" timeOffset="48699">2699 7426 7533,'-43'-8'3276,"21"6"-3128,22-14 1,31 0 0,15-1 0,-9 1 0,0 1-1,0-1 1</inkml:trace>
  <inkml:trace contextRef="#ctx0" brushRef="#br0" timeOffset="50350">3986 7461 9961,'-19'-19'1889,"3"3"90,0 8 0,13-2-270,-21-7-1529,14 7 180,8 2 179,43 8-899,-6 0 1,5 0 269,-4-2 0,3-2 0,2 2-269,5 4 0,2 1 0,-3-2 404,4-5 0,-2 2-45,3 11 0,-8 6 359,-15 4-629,-27 24 135,-11-17 1,-5 1-226,-12 11 0,-5 3 405,11-11 0,-2 3 0,-1 0 0,0 0-94,0-2 0,-1 0 0,0 0 0,1 0 229,-6 8 0,0 1 0,3-4 270,-4 5 0,5-7 947,2-7-1127,7-1-91,8-17 91,10-1 270,18-8 179,5-3 1,5-2-540,10 1 0,4-1-690,-9-3 0,0-1 1,1 0-271,2 0 1,0 0-1,-2 0 88,3-1 1,-2 0-948,1 0 1,-5 4-1639,-1 14 2891,-5 2 1,-33 16 0,-11 1-1</inkml:trace>
  <inkml:trace contextRef="#ctx0" brushRef="#br0" timeOffset="50649">4039 7796 7533,'-29'-5'1638,"0"1"0,-3-4 0,56 8 0,19 0-546,-9-4 0,2-2 0,4 0-637,-2 1 0,2 1 0,1-1 0,0-1-1175,0 0 0,0-1 1,-1 0-1,-1 0 720,10-5 0,-2 1 0,-10 9 0,-3 23 0,-44 10 0</inkml:trace>
  <inkml:trace contextRef="#ctx0" brushRef="#br0" timeOffset="55432">5094 7655 7533,'-32'0'1349,"3"0"-719,22 0-271,2 0 991,16 0 89,8 0-450,23 0-989,-14 0 0,0 0-180,3 0 0,1 0-360,5 0 1,-2 0-1080,-5 0 0,-2 0 1619,16 0 0,-43 16 0,-23 4 0</inkml:trace>
  <inkml:trace contextRef="#ctx0" brushRef="#br0" timeOffset="55699">5046 7902 7533,'-37'-8'3276,"16"6"-796,15-13-2120,37 13-405,3-2 0,4 0-1349,6 3 0,3 2 1394,-13-1 0,2-1 0,-1 2 0,9 2 0,-2 2 0,-6 0 0,1 0 0</inkml:trace>
  <inkml:trace contextRef="#ctx0" brushRef="#br0" timeOffset="56835">5734 7585 7892,'-19'0'1979,"2"0"-809,10-8-451,2 6 451,5-14-181,5 6-359,13 1-91,19 1-314,-8 6 0,3 4-450,8 5 0,1 1 45,-2-2 1,-2 0-46,-1 2 0,-4 2 225,4 6 270,-23-7-900,-31 17 0,-2-9 1,-4 1 269,-4 7 0,-2 3 420,3-1 0,-2 2 0,2 1 270,4-2 0,2 0 0,-1 1-31,1-2 1,0 0 0,2-1 239,-1 6 1,4-5-180,4-8-360,7-3 360,21-8 0,-1-6-46,9 2 1,4 0-810,-3-8 1,2 0-316,7 3 1,1 0-1,-7-7 1,-1 0 809,2 4 0,-4-2 0,-9-11 0,-1-1 0</inkml:trace>
  <inkml:trace contextRef="#ctx0" brushRef="#br0" timeOffset="57066">5771 7849 7533,'-19'-9'3276,"-9"1"0,18 8-2722,5 0-374,46 0-585,-5 3 0,3 2 405,0-5 0,1 1 0,-7 4 0,2 1 0,-3-1 0,6 0 0,-1 0 0</inkml:trace>
  <inkml:trace contextRef="#ctx0" brushRef="#br0" timeOffset="60281">5734 9208 9602,'-13'-2'1798,"2"27"-1528,10 17 0,2 10-360,-1-9 0,0 3 0,0 2-228,1-1 1,1 3-1,-1 0 1,1-3 137,0 5 0,0-2 0,0-3 180,0-4 0,0-2 0,1-5 130,3-8 0,-1-5-1299,-4-6-450,4-17 1619,-5-17 0,-5-26 0,2 15 0,-1 1 0</inkml:trace>
  <inkml:trace contextRef="#ctx0" brushRef="#br0" timeOffset="60719">5686 9102 7533,'-6'-26'3276,"10"-9"-1245,9-2-1537,7 20 1,7 6-270,6 7 0,4 8 164,0 6 1,3 5 0,-2 3-450,-5 1 0,-2 3 0,-3 2-60,1 3 0,-2 3 0,-9 1 120,-8 16 0,-14 2-580,-8-13 1,-6 0 0,-3-2 519,0-4 0,-3-2 0,-2-2-240,-1 2 0,-2-1 0,1-5-536,-5-6 0,3-5-1683,-14 5 2519,20-24 0,47-10 0,11-9 0</inkml:trace>
  <inkml:trace contextRef="#ctx0" brushRef="#br0" timeOffset="61522">6657 8978 7083,'0'-10'1439,"-5"-13"-629,-7 19-810,-7-12 180,-17 16-180,-8 16 209,19 5 1,-2 8 0,1 3 194,6-1 1,0 3 0,1 1 0,1 2-374,-2 6 1,0 2-1,3 1 1,4 3-194,5-4 0,3 2 0,3 2 0,2-2 1,1-4-289,2 8 0,4-3 0,6-2-370,7-6 1,7 1 0,1-3 0,-3-6 801,1-1 0,3-7 1,3-11-1,4-5 1,-3-4-1,-7-5 1,0 0-1</inkml:trace>
  <inkml:trace contextRef="#ctx0" brushRef="#br0" timeOffset="62278">6769 9172 7533,'-31'0'3058,"16"8"-2338,-1 2 359,32 23-675,6 0 1,4 3-225,-4-7 0,2 2 0,1 1-600,5 6 1,2 1 0,-1 0-481,-1-3 1,-1-1 0,-2-1 29,-4-6 1,-2-1-1,-2-1 895,7 8 0,-9 0 0,-16-7 0,-6-1 0,-6 1 0,-1-1 0</inkml:trace>
  <inkml:trace contextRef="#ctx0" brushRef="#br0" timeOffset="62583">6781 9878 7533,'-45'-10'3276,"20"-14"-1638,37-6 0,15-6-819,-5 7 0,5-1 0,1-3 0,1-1-806,-2 0 1,1-1 0,1-2 0,0 0 0,0 0-230,2 1 0,1-1 0,0 1 0,-1 0 0,-2 1-604,-1-2 1,-2 0 0,-3 2 0,-1 3-613,8-10 0,-6 5 1432,-8-4 0,-38 63 0,-5 9 0</inkml:trace>
  <inkml:trace contextRef="#ctx0" brushRef="#br0" timeOffset="62839">7494 9490 14908,'-11'48'-270,"-1"0"0,4-11 0,0 2 1,-2-2-1,-5 11 0,-1-1 0,6-14 1,0 1-1,0 0 0</inkml:trace>
  <inkml:trace contextRef="#ctx0" brushRef="#br0" timeOffset="63583">7765 9260 13289,'37'32'539,"0"-1"1,-3 0 0,0-1-2114,0-3 0,-1-1 1574,-4-2 0,-2-3 0,6-2 0,-10-13 0</inkml:trace>
  <inkml:trace contextRef="#ctx0" brushRef="#br0" timeOffset="63933">8319 9172 7533,'-10'-23'1638,"1"-1"0,-4-9 1638,2 49-2370,1 13 1,-3 10-1267,-1 2 0,-3 4 1,-1 2-461,3-4 1,-1 3 0,0 0 0,-1 0 566,3-9 1,-2 2-1,1-1 1,0-1-1,1 0 185,-1 3 1,1-1 0,1-2-1,-1-2 484,-1 0 0,0-3 1,3-3-327,-7 14-3367,13-43 1876,18-20 1401,7-7 0,17 1 0,2 9 0</inkml:trace>
  <inkml:trace contextRef="#ctx0" brushRef="#br0" timeOffset="66450">8738 8872 8072,'-14'-7'2339,"-3"5"-1439,16-14-91,-5 14 1,6-6-91,0 8 2557,0 0-2684,0 8-682,0-6-90,0 6 360,0-8-90,0 0-270,0 8 270,0 17 45,0 15 0,0 12-99,0-15 0,0 4 0,0 3 0,0 3 0,0 0-465,0-5 1,0 3 0,0 0 0,0 2 0,0 0 0,0-1 0,0-1 398,0 4 0,0-1 0,0 0 0,0-1 0,0 0 0,0-2-6,0 7 0,0-1 0,0-1 0,0-2 0,0-6 425,2 3 1,1-6 0,-2-5 330,-3-7 0,0-3 179,0 17-1349,-10-43-1439,0-39-809,5 10 2547,1-12 151,6 25 0,11 10 0,3 8 0</inkml:trace>
  <inkml:trace contextRef="#ctx0" brushRef="#br0" timeOffset="68269">9057 9349 8162,'-19'-8'1260,"1"6"-1170,12-6 539,-5 8 91,10-8 179,-10 6 271,9-14-451,-9 15-359,10-7-270,-5 8 270,6 0-90,6-8-91,6 6 136,16-2 0,7 0-270,1 3 0,2 2-165,-3 1 0,4 1 0,-2 0 165,11-3 0,-3 2-90,-9 6 0,-4 0 495,5-7 90,-27 7-540,-27 0-720,-15 18-90,6-2 1,-2 5 389,6-5 0,-2 3 1,1 2 306,-2 5 0,0 2 0,0 0 173,2-3 0,0 0 0,1 1 30,1 3 0,1 2 0,1-4 404,-4 4 1,2-3-45,4 0 0,3-4-90,1-4 269,31-12-539,15-32 540,-5 11 0,4-2-765,2-9 0,0-1-135,1 3 0,0 0-955,7 0 0,-1 1-214,-13 3 0,-3 2-540,18 8 1979,-21 2 0,-54 22 0,-3-5 0</inkml:trace>
  <inkml:trace contextRef="#ctx0" brushRef="#br0" timeOffset="68616">9032 9684 7533,'-42'-18'3058,"9"0"-1709,3 1 180,18-9-269,17 15 898,20-13-1259,1 18 1,3 2-900,-1-1 0,3 0-1169,16 1 0,0 1 719,-16 2 0,-1 2-1189,21-1 1,-3 0 1358,1-8 0,-16 7 0,-2 0 0,6-7 0</inkml:trace>
  <inkml:trace contextRef="#ctx0" brushRef="#br0" timeOffset="69150">9685 9613 8522,'-13'0'1799,"2"0"-989,11-8 359,5 6 90,13-5-809,19 7-810,-13 0 0,2 0-270,10-4 1,1 0-316,-5-1 1,0 0-585,0-4 0,-3 0 1529,3-1 0,-32 18 0,-21 12 0</inkml:trace>
  <inkml:trace contextRef="#ctx0" brushRef="#br0" timeOffset="69782">9722 9790 7533,'-14'0'1979,"-2"-8"89,9 6-89,1-14-1079,6 6 269,17-7-809,15 7-1889,11 2-1619,6 8 3148,0 8 0,-5-6 0,-2 6 0</inkml:trace>
  <inkml:trace contextRef="#ctx0" brushRef="#br0" timeOffset="71216">10300 9543 7803,'-13'0'2068,"-4"0"-1258,16 0-1,-10 0-89,9 0-90,-9 0-360,10 0-1,-5 0 271,6 0-90,11 0-90,14 7-315,-2-1 0,3-2-180,8 1 0,1 0-45,3 7 0,-1 0 135,-7-11 0,-2 2 0,-3 8 0,-4 1 225,-7-2 90,-9 0-90,-17 13-720,-13-11-539,-11 21 674,16-15 0,1 0 270,-2-1 0,0 3 90,-1 9 0,1 1 315,2-11 0,0 1 0,2 6 0,2-1 359,-2-6-89,11 5 0,6-22 269,11 6 181,3-8-810,16 0 269,7 0-988,12-8-451,-24 7 1,1 0-451,2-7 1,-2 0-1838,12 6 3151,-7-6 1,-46 24 0,-14 4 0</inkml:trace>
  <inkml:trace contextRef="#ctx0" brushRef="#br0" timeOffset="71616">10313 9843 7533,'-21'-18'3276,"5"0"0,48 1-3172,-7 7-959,15 5 1,6 2-785,-15 2 1,0 2 1605,4 0 0,-2 6 0,-10 7 0,-5 5 0,-9 5 0,0-1 0</inkml:trace>
  <inkml:trace contextRef="#ctx0" brushRef="#br0" timeOffset="72399">10830 8890 7623,'12'-10'1889,"0"2"-180,17 8-990,-10 16 1,0 8-361,10 8 1,-2 8-879,-13-3 1,-4 5 0,-1 4 0,-2 2 464,-2-3 0,-1 3 0,-2 1 0,-1 1 1,-1-1-289,-2-1 0,-1 0 0,-1 0 0,-1 0 1,-1 1-169,-1-6 0,-1 2 0,0 0 1,-1-1-1,0-2 0,0-5 60,-4 11 1,0-6-1,0 0 526,-2 0 0,0-1 0,-2-9 0,-14-2 0,-6-7 1</inkml:trace>
  <inkml:trace contextRef="#ctx0" brushRef="#br0" timeOffset="84036">11592 9066 7443,'-13'-7'2248,"2"5"-1348,11-6-1,0 8 1,0 0-180,0 23-631,0 5 1,0 5-90,0 6 0,0 6-194,-1-5 1,-1 5 0,0 2-1,1-2 126,1-7 1,-1 0 0,1 0-1,0 1 0,-2 3 1,0 2 0,1-1 0,0-4 426,4 13 1,0-8-360,-2-3-540,5-33-1438,-6-16 269,0-1-630,5-17 2498,-4 6 0,7-6 0,1-4 0,-2 1 0,0 1 0</inkml:trace>
  <inkml:trace contextRef="#ctx0" brushRef="#br0" timeOffset="84472">11555 8890 7533,'-9'-24'1638,"-1"1"0,9-10 1638,37 40-2865,-6 9 1,4 4-292,-1-2 0,3 3 0,-1 2-185,-2 5 1,-1 2 0,-2 1-86,0 0 0,-2 2 0,-5 1 150,-8-2 0,-3 1 0,-8 0-90,-11 12 0,-10-2-60,-1-15 0,-4-1 0,-2-4-150,-6-2 0,-3-3 1,2-2 74,-2 4 0,1-5-415,-2-4 1,5-6-620,14-5-1350,4 8 2609,40-6 0,-5 2 0,3 0 0,10-4 0,1 0 0</inkml:trace>
  <inkml:trace contextRef="#ctx0" brushRef="#br0" timeOffset="84867">12368 8925 7533,'-6'-43'3276,"-1"14"-2145,-10 11-1086,-3 29 0,-2 11 105,2 5 0,-1 7 0,0 1-60,1-1 0,-2 1 0,1 2 0,1 3-343,3 0 1,-1 3 0,2 2-1,1 0 1,1-1 216,2-2 0,1 0 0,1 1 0,3-2 0,2 1-392,1 6 1,3 1 0,4-2 0,4-3 427,5-6 0,5 0 0,2-5 0,2-5 0,11 0 0,5-9 0,7-8 0,0 0 0</inkml:trace>
  <inkml:trace contextRef="#ctx0" brushRef="#br0" timeOffset="86401">12528 9208 7443,'-14'0'449,"-3"0"451,11 0 269,-7 0-449,6 0 359,2 0-89,5 0 899,0 0-990,11-8-539,3-2 44,9 1 1,5 0-180,1 3 0,2 2-375,3 3 0,3 1 0,0 1-30,6 3 1,0 2-46,7 1 0,-4 4-90,-19 2 0,-4-1-134,7 0 359,-36 27-360,-20-17 90,-4 9 0,-5 4 300,12-11 0,-1 0 0,0 1-27,-5 6 1,0 2 0,1 1 146,2 1 0,1 1 0,2-1 59,3-5 1,2 0 0,0 0 150,-4 11 0,2-4 270,-5 1-450,12 1 180,19-35 809,19 19 0,24-21-539,-13 3 0,2-2-1350,5-6 1,1-2 444,-3 5 0,0-2-1274,2-6 1,-2 1-1,-14 6 1,-3 0 1432,13-7 1,-37 16-1,-21 1 1</inkml:trace>
  <inkml:trace contextRef="#ctx0" brushRef="#br0" timeOffset="86767">12503 9666 7533,'-19'-8'2518,"-4"6"271,3-6-1440,2 1 720,16-3-720,27-16-989,20 15-360,-3-6 0,5 2-1639,-3 12 1,2 2 545,-2-4 1,2-1 0,-3 2 730,-4 3 0,-2 2 0,10 2 0,-4 1 1,-5 6-1</inkml:trace>
  <inkml:trace contextRef="#ctx0" brushRef="#br0" timeOffset="87183">13266 9543 7533,'-26'-20'3276,"3"-3"0,33 21-2632,15-6-644,-1 7 0,3 2-1485,14-1 1,1 0 764,-8 0 1,-1 0-136,13 0 1,-3 0-226,-16 0 1,-2 0 1079,17 0 0,-35 0 0,-14 0 0</inkml:trace>
  <inkml:trace contextRef="#ctx0" brushRef="#br0" timeOffset="87533">13303 9737 10321,'-14'0'3276,"3"0"-975,11 0-1132,17 0-899,19 0-1035,-6 0 1,4 0 764,5 1 0,2-2 0,5-6 0,0-2 0,0-1 0,0 0 0</inkml:trace>
  <inkml:trace contextRef="#ctx0" brushRef="#br0" timeOffset="88766">13943 9490 7533,'-26'0'3276,"3"0"-2505,16 0-231,2 0 0,5 0-90,10 0 269,4 0-89,21 0-495,-8 0 0,1 0-225,4 0 0,1 0-180,6 0 0,1 0-45,-10 0 0,-3 0 135,16 0 1,-25 0 358,-24 8-718,-8 1-361,-16 17 405,9-9 1,0 1 179,-5 8 0,1 1 360,0 0 0,0 1 270,-4 10 0,4 0-46,11-9 1,1-1 0,-3 4 0,3-3 360,12-2-180,8-3 269,17-22 1,19 6-630,-18-11 0,1-2-405,1 0 0,1 0-495,-3 0 1,0 0-2468,17-3 2994,-16 8 0,-30 0 1,-18 0-1</inkml:trace>
  <inkml:trace contextRef="#ctx0" brushRef="#br0" timeOffset="89083">13955 9737 7533,'-31'0'3276,"12"0"-2325,8 0 129,27 0 89,21 0-1304,-10 0 0,3 0-495,9 0 1,2 0-990,0 0 0,-2 0 1619,-3 0 0,-2 0 0,-5-4 0,-3 0 0,9-6 0</inkml:trace>
  <inkml:trace contextRef="#ctx0" brushRef="#br0" timeOffset="89492">14411 9049 7533,'23'0'1638,"-5"15"0,1 9-546,1 0 0,1 3 0,-1 2-1203,0 7 0,-2 4 0,-2 4 272,-5-6 1,-1 5 0,-1 1 0,-2 0 0,-2-1-401,-2 1 1,-2-2-1,-2 1 1,-2 0-582,-2 4 1,-3 1 0,-2-2 0,-4-3-274,-7 4 1,-5-3 0,-1-7 968,-5-6 1,-3-6-1,-8-1 1,-1-6 0,12-14-1,0-1 1</inkml:trace>
  <inkml:trace contextRef="#ctx0" brushRef="#br0" timeOffset="92173">15420 9578 7533,'-14'-35'3276,"25"7"-975,33 11-2751,-11 10 0,3 6-585,8 7 1,-2 3 1034,-7-4 0,-5 2 0,7 26 0,-27-5 0</inkml:trace>
  <inkml:trace contextRef="#ctx0" brushRef="#br0" timeOffset="92389">15482 9701 7533,'-27'0'3276,"37"0"-1638,16-6 0,9-3-2293,2 4 0,4 2 0,0-1 655,-2-4 0,-1-1 0,2 0 0,7 3 0,2 1 0,-3-1 0,-11 0 0,1 0 0,0 0 0</inkml:trace>
  <inkml:trace contextRef="#ctx0" brushRef="#br0" timeOffset="92983">16982 8996 7533,'-24'0'3058,"5"39"-2878,11 1 0,4 8-428,2-13 1,0 3 0,1 2-1,0 0-478,2 4 1,0 2 0,1-1-1,0 0 456,0-1 0,2 0 1,-1-2-1,0-3 0,-1-2 0,1-4 0,0-3-112,3 2 1,-1-15 381,-5-19 0,-3-21 0,0-11 0,0 1 0,-1-1 0</inkml:trace>
  <inkml:trace contextRef="#ctx0" brushRef="#br0" timeOffset="93319">16921 8819 7533,'0'-25'1638,"0"-1"0,16 3-57,22-1-1192,-10 31 1,5 9 0,1 3-180,1 0 0,1 3 0,-1 1-660,3 5 1,1 3 0,-4 0 179,-7-3 0,-1 1 0,-10 3-94,-11 3 1,-7 4 0,-7-4-87,-11 6 0,-8-3 180,0-7 0,-3-1 1,-2-5 89,0-9 0,-2-6 0,1-1-90,-3 1 0,3-4-719,-10-6 989,49 0 0,15-6 0,7-4 0,10 0 0,1 1 0</inkml:trace>
  <inkml:trace contextRef="#ctx0" brushRef="#br0" timeOffset="93712">17868 8802 7533,'-5'-18'0,"-2"-7"2608,-16 5-2248,3 10 134,-8 18 1,-2 10-180,3 17 0,1 8-195,3-11 0,-1 0 0,3 6-85,7-4 0,1 5 0,2 2 0,2 0 0,1-2 100,-1 4 0,2-1 0,3 1 0,3 0-955,7 6 1,4 1 0,4-1 0,1-3-274,3 0 1,3-4 0,5-7 1037,3-10 0,4-5 0,-2-4 0,0-1 1,-3-7-1,8-8 0</inkml:trace>
  <inkml:trace contextRef="#ctx0" brushRef="#br0" timeOffset="96117">18201 8961 7533,'-19'0'1169,"-5"-16"-269,5 12-91,6-27 1,2 27-181,11-4 270,4 25 1,3 15-585,6 10 0,4 6-681,-6-13 1,1 2 0,1 2 0,1 1-31,0-3 0,1 1 1,0 1-1,0-2 0,0-2 66,5 9 0,-1-3 1,1 0-361,0 0 1,0 0-1,-1-10 690,7-3 0,-20-19 0,-14-11 0</inkml:trace>
  <inkml:trace contextRef="#ctx0" brushRef="#br0" timeOffset="96417">18090 9737 7533,'-26'-10'1092,"0"0"0,3-8 0,10-3 2184,35-16-2492,-2 6 0,5-4 1,4-1-1235,2 3 0,3 0 1,2-1-1,0-2 504,-4 4 0,1-3 0,1 1 0,-1-1 0,-1 1-710,-2 3 1,0 0-1,-1 0 1,0 1 0,-2 0-165,1-2 1,0 0 0,-3 2 0,-4 3 383,5-6 0,-9 3 0,-12-11 0,-18 23 0</inkml:trace>
  <inkml:trace contextRef="#ctx0" brushRef="#br0" timeOffset="97483">18903 9437 7533,'0'-34'3276,"-6"21"-1245,5-11-772,-5 63-1889,1-8 1,-1 3-151,3 0 1,1 3-1,-1 0-270,-1-3 1,-1 0 0,2-2 1049,1 10 0,-2-14 0,-1-26 0,-2-33 0</inkml:trace>
  <inkml:trace contextRef="#ctx0" brushRef="#br0" timeOffset="98090">19259 8996 7533,'-25'-18'3276,"6"1"-1605,7 7-2031,30 24 0,13 11-989,-4-4 0,4 1 389,4 4 1,5 2-1,0-4 960,-8-5 0,-1-3 0,0-5 0,10-7 0,-1-6 0,-7-9 0,-1 0 0</inkml:trace>
  <inkml:trace contextRef="#ctx0" brushRef="#br0" timeOffset="98316">19751 8961 7533,'0'-44'3276,"-16"23"0,-16 21-2685,4 31 1,0 14-712,7-15 0,0 1 0,1 4-374,4 0 0,1 4 0,0 2 1,1 0-1,1-3 111,0 2 1,1-3 0,1 1 0,1 0 44,-1 4 1,1 2 0,1-2-1,3-3-262,1 13 0,5-8 600,6-1 0,23-43 0,4-20 0</inkml:trace>
  <inkml:trace contextRef="#ctx0" brushRef="#br0" timeOffset="99000">20034 9596 8072,'-31'7'3276,"1"11"-5022,11 25 1746,7-4 0,17 4 0,9-17 0</inkml:trace>
  <inkml:trace contextRef="#ctx0" brushRef="#br0" timeOffset="99699">20576 9084 7533,'0'-43'3276,"0"6"-526,0 1-1401,0 11-359,17 15-450,8 2-361,4 14 1,3 4-270,5-1 1,1 2-136,3 1 0,0 3 45,-3 2 0,-2-1-90,7 4 180,-30 13-180,-31-5 0,-11 3 180,4-5 0,-3 1 1,-2 2-129,3-1 0,-1 0 1,-1 2-1,-1 0 510,-2 2 1,-1 1-1,1 1 1,2-2-114,1 5 1,3 0 0,2-1-120,-1-2 0,2-1 0,12-4-689,33 16 764,11-29 0,9-8-180,5-10 0,4-4-313,-7 1 0,1 0 0,-3-3-1281,6-5 1,-5-1 1448,-3 5 0,-12-2 0,-26-5 0,-38 16 0</inkml:trace>
  <inkml:trace contextRef="#ctx0" brushRef="#br0" timeOffset="99967">20502 9366 7533,'-28'-10'1638,"0"1"0,-10-7 1638,20 16 0,52 0-2704,3 0 1,7 0-633,-10 0 0,3 1 1,2-2-761,-1-2 1,3-2 0,1 1 0,-3 0-274,2 3 1,-2 0 0,1-1 856,1-3 0,1-1 1,-5 2-1,-4 3 1,-5 2-1,14-1 1</inkml:trace>
  <inkml:trace contextRef="#ctx0" brushRef="#br0" timeOffset="100250">21278 9313 7533,'-13'-33'3276,"7"19"0,27-17-833,25 29-3343,-10-3 1,2 2-740,3 5 1,-1 4-1,-7 6 1,-3 1 1531,7 9 0,-49 9 0,-14 3 0,-9-6 0,1 1 0</inkml:trace>
  <inkml:trace contextRef="#ctx0" brushRef="#br0" timeOffset="100423">21191 9578 7533,'-24'0'3276,"-1"0"0,23 0 0,32-16-3558,2 13 0,5 2-811,-3-4 1,2-1 0,-1 2 791,11 2 0,-1 4 0,-12 1 1,1 3-1,-2 0 0,6 4 1,0 0-1</inkml:trace>
  <inkml:trace contextRef="#ctx0" brushRef="#br0" timeOffset="101284">22028 9243 7533,'-26'-20'3276,"3"5"-1605,21 15-592,20 0 1,26 7-766,-6-2 1,3 0-405,1-1 0,0 2-135,2 5 1,-2 1-46,-14-4 0,-6 4-90,-9 31 0,-23-20 1,-6-1-91,-12 8 0,-5 1 420,7-8 0,-1 1 0,-2 0 118,-1 0 0,-2 0 1,2 0 90,0 3 1,0 0 0,2-3 360,-6 1 0,5-2 449,-1 10-719,42-25-270,18-6 0,6-4 180,-8-2 0,1 0-990,20 3 1,0 0-451,-15-3 1,-3 0-380,2 4 1,-3 0 1621,7 0 0,-20 0 0</inkml:trace>
  <inkml:trace contextRef="#ctx0" brushRef="#br0" timeOffset="101523">21918 9472 0,'-36'-16'3276,"14"12"0,-2-11 0,57 15-2622,-3 0 1,5 0-1495,3 0 1,4-1-1,1 2-253,1 1 1,1 1 0,-1 0 1036,1-3 0,-1-1 0,-3 4 0,-3 7 0,-5 3 1,10 7-1</inkml:trace>
  <inkml:trace contextRef="#ctx0" brushRef="#br0" timeOffset="102500">22545 8678 7533,'-6'-35'1799,"5"-8"-540,7 14-270,18-5-179,14 40-226,-5 14 1,0 11-383,-13-1 1,0 7-1,-2 3 1,-1 0-655,1 4 1,-2 1-1,-2 3 1,-2 1 525,-4-9 1,0 0 0,-1 2 0,-2 1 0,-2 1 0,-3 0-88,-4 0 0,-3 2 0,-2 1 1,-2 0-1,-1 0 0,1-3 0,0-1-347,0 2 0,0-3 1,-1-1-1,-1 0 0,-1 1-75,-2 1 0,-2 2 1,0 1-1,-1-2 0,1-5 1,1-7-466,-7 5 1,3-7 899,4 4 0,4-13 0,8-27 0,12 4 0</inkml:trace>
  <inkml:trace contextRef="#ctx0" brushRef="#br0" timeOffset="102656">22964 9948 7533,'-39'-29'655,"14"5"0,3 64 1,15-16-1,0 1 0</inkml:trace>
  <inkml:trace contextRef="#ctx0" brushRef="#br0" timeOffset="105899">5710 11448 7533,'-26'-10'3276,"8"-6"-2505,13 22-51,5-4-630,0 47-45,2-15 0,1 5-382,-2-5 0,-1 5 1,0 2-1,1-1 269,0 1 1,0 1 0,1 0 0,-1 0-113,0 3 0,1 1 0,-1-1 0,1-3 219,0 0 1,0-3 0,1-4-310,0-2 0,0-7-809,3-11-990,-6-15 2069,5-7 0,2-11 0,6-10 0</inkml:trace>
  <inkml:trace contextRef="#ctx0" brushRef="#br0" timeOffset="106283">5636 11342 7533,'-12'-27'1638,"0"1"0,-8-19 1382,25 17-2390,37 36-630,-8 11 0,3 7 60,-8-4 0,1 2 0,-1 3-390,-1 5 0,0 4 0,-5 0 90,-6-4 1,-4 2 0,-4 0 59,-3 16 0,-12-2 44,-12-11 1,-9-4-720,-11-4 1,-4-7-136,8-7 1,2-2 989,2 0 0,12-1 0,29-2 0,24-2 0</inkml:trace>
  <inkml:trace contextRef="#ctx0" brushRef="#br0" timeOffset="106983">6732 11201 7533,'-24'-36'1124,"7"14"0,-3 1-629,-6 8 0,-4 5-360,-4-1 0,0 10-16,6 15 1,1 11 0,3 4-670,1 7 0,3 5 0,4 4 505,3-2 0,2 4 0,3 2 0,3 0-81,4-8 0,1 2 0,3 1 0,1-2 0,2-1-167,3 5 1,2-2 0,1-1 0,1-2 142,3 7 0,0-4 0,4-2-420,2-8 0,3-2 1,-2-4-196,1-5 1,-2-1 764,0 3 0,0-3 0,6-7 0,-15-9 0</inkml:trace>
  <inkml:trace contextRef="#ctx0" brushRef="#br0" timeOffset="107367">6917 11483 7533,'-32'-2'3276,"13"20"-1991,20 12 0,9 8-1075,-2-4 0,3 3 0,2 0-863,4 5 0,2 0 0,2 1-167,-2-6 1,2 1 0,1-1 0,-1-2-274,0 1 1,-1-2 0,0-2 887,1-2 1,0-1 0,-8-1 0,-12-2 0,-8-2 0,-27 12 0</inkml:trace>
  <inkml:trace contextRef="#ctx0" brushRef="#br0" timeOffset="107600">6879 12136 7533,'-26'-23'1092,"0"0"0,4-5 0,9-2 1928,24-17-2750,6 15 0,6-3 0,2 2-210,-2 6 0,2 2 0,2-2-880,4-2 1,5-2 0,0 0 0,-4 3-274,-1 1 1,-3 3 0,1 0 895,3-2 0,0 0 0,-5 10 1,-1 12-1,-23 17 0</inkml:trace>
  <inkml:trace contextRef="#ctx0" brushRef="#br0" timeOffset="107783">7433 11889 7533,'-6'35'629,"0"0"1,-3 0 0,0 1-630,2-1 0,0 0 0,1-3 0,0-1 0,3-1 0,0 1 0</inkml:trace>
  <inkml:trace contextRef="#ctx0" brushRef="#br0" timeOffset="108787">7790 11412 7353,'-26'0'3148,"-3"0"-1709,20 0-180,4 16-989,23 4-540,1 7 1,5 4-811,11-2 1,4-1 1079,-12-4 0,1 1 0,0-3 0,13-1 0,-1-5 0,-7-4 0,0 0 0</inkml:trace>
  <inkml:trace contextRef="#ctx0" brushRef="#br0" timeOffset="109123">8257 11395 7533,'-24'-20'3276,"-1"12"0,1 34-3044,8 9 0,1 6-997,-1 3 1,1 6-56,5-7 1,1 4 0,0 3 0,0-4 474,1-6 1,0-2-1,0 0 1,1-1 254,-1 2 0,0 0 0,0-1 0,1-3 67,1 16 1,-1-10-608,-4-13-629,11-13 0,22-30 1259,-11 3 0,14-10 0,6-5 0,-8 4 0,0-1 0</inkml:trace>
  <inkml:trace contextRef="#ctx0" brushRef="#br0" timeOffset="109402">8651 11201 7533,'-19'0'3276,"-4"15"-2184,13 12 0,2 12 0,1 1-954,1-3 1,1 3-1,0 1 1,1 0-761,-2 4 1,1 1 0,0 1 0,3 1 153,2-5 0,1 2 0,1 0 1,2-1-1,0-3 468,3 8 0,2-4 0,1 0 0,0-2 0,1-1 0,1-2 0,5 6 0,1 0 0</inkml:trace>
  <inkml:trace contextRef="#ctx0" brushRef="#br0" timeOffset="110416">9156 11483 7533,'-26'0'2338,"3"0"-898,16 0-451,7-8-179,34-2-316,-5 5 1,5 0-225,8 1 0,5 1-31,-4 4 1,5 2 0,-3 0-60,-8 0 0,-2 0 0,0 1-240,5 1 0,0 1 0,-5 1 15,-7 1 0,-5 2-495,-2 7-89,-38 1-1,-3-3 0,-3 3 180,-10 10 1,-2 5 329,5-3 0,-2 4 0,1 0 360,2-1 0,1 1 0,1 1 149,2 0 1,0 1 0,3-3-165,1-5 0,5-1-45,5 2 0,9-2-270,26 3 45,-6-11 0,4-3 45,3-5 0,6-4-630,10-7 0,7-4 1,-6 0-811,-13 2 1,-1 0 1439,17-3 0,5-2 0,-27 3 0,-35 4 0,-6 0 0</inkml:trace>
  <inkml:trace contextRef="#ctx0" brushRef="#br0" timeOffset="110650">9328 11871 7533,'-44'-8'3276,"19"6"0,35-14-2550,16 14 1,10 3-1820,-3-4 1,3 0 0,1 1 52,1 1 0,0 1 0,1 1 1040,4-1 0,0 0 0,-3 0 0,0 0 0,-2 0 0,0 0 0,0 0 0</inkml:trace>
  <inkml:trace contextRef="#ctx0" brushRef="#br0" timeOffset="111000">10005 11077 7533,'37'24'1638,"-18"-9"0,-1 7-819,-1 12 0,0 12 0,-1 4 0,-2 0-1372,-5-7 0,-1 1 0,-3 1 0,1 1 0,-2 2 493,1-1 0,-1 3 0,0 2 0,-1-1 0,-1-1 0,-2-2-102,0-1 0,0-1 0,-2-2 0,-2 0 1,-2-2-222,-5 5 1,-3-1 0,-2-3-1,0-5 12,-8 7 0,-3-5-499,5-8 1,-1 1 0,0-4 869,-1-5 0,2-1 0,-3 5 0,5 1 0,0 8 0</inkml:trace>
  <inkml:trace contextRef="#ctx0" brushRef="#br0" timeOffset="112258">11137 11606 8342,'-7'28'899,"1"5"1,2 6-900,2-1 0,2 4 0,0 2-427,0-4 1,-1 1 0,1 2-1,1-1 269,1 2 1,1 0 0,0-1 0,1-3-173,2-1 0,0-2 0,1-7 722,7 3-1292,-3-76 390,-12 3 1,-4-9-1,0 1 510,1 6 0,-1 0 0,0-4 0,1 4 0,-1-5 0,0-2 0,0 0 0,0 3 0,-1-2 0,0 0 0,-1 0 0,1 0 0</inkml:trace>
  <inkml:trace contextRef="#ctx0" brushRef="#br0" timeOffset="112507">11100 11483 7533,'4'-38'485,"0"-1"1,0 1 0,0 0 0,1 0-1,5 5 549,18-2 1,7 16-765,-3 36 0,2 22 0,-1 1-121,-1-6 1,0 1 0,0 3-337,-2 0 0,1 3 0,-3 1 0,-5-2 67,-7 0 0,-4-1 0,-6 0-240,-5-4 0,-5-1 0,-5-3-450,-19 7 1,-9-8 494,3-14 1,-4-6-191,-13-4 1,4-4-755,8-2 1259,-6 0 0,69-14 0,18-4 0,2-1 0,1-1 0</inkml:trace>
  <inkml:trace contextRef="#ctx0" brushRef="#br0" timeOffset="112833">12036 11289 7533,'-46'-6'1092,"0"0"0,1 14 0,2 10-895,14 4 0,2 7 0,2 0-287,-2 4 1,4 5 119,8 4 0,3 6 0,5-1-456,4-10 1,3-1-1,1 2 471,2 4 0,0 3 0,2 1 0,2-2-270,1-4 0,0-1 0,2-1 1,2 0-294,2-2 1,1 1 0,1-3 0,1-2 574,2 0 1,2-3-1,2-10 1,10-15 0,1-12-1,-3-13 1,0-1 0</inkml:trace>
  <inkml:trace contextRef="#ctx0" brushRef="#br0" timeOffset="113341">12195 11571 7533,'-5'-27'3276,"20"1"0,28 16-2730,1 13 1,4 2-547,-4-4 0,0 2-108,-8 6 0,1 3 0,-5-1 108,15 0 138,-22 8 1,-10 3-768,-40 16 299,5-12 0,-4 4 0,-2-2 360,-3-5 0,-2-1 0,-2 2 25,3 1 0,-1 3 0,1 1 1,2-2 273,0 1 1,3-1 0,2 1 120,-6 12 0,7 0-900,12-8 0,9-3-269,32 6 134,3-23 0,5-6-135,-4-5 1,2-2-374,-1 1 1,1 0 0,-3-2 991,-1-6 1,-5 0 0,4 6 0,-43-6 0</inkml:trace>
  <inkml:trace contextRef="#ctx0" brushRef="#br0" timeOffset="113557">12232 11924 7533,'-27'-9'1638,"1"0"0,1-1 1638,-7 3-2003,64 22-2128,-8-9 1,4 0 14,7 2 1,6 2 0,-2-2 839,-5-4 0,-1-1 0,0-1 0,3 0 0,1-2 0,-2-2 0,1-3 0,0 1 0</inkml:trace>
  <inkml:trace contextRef="#ctx0" brushRef="#br0" timeOffset="113906">12688 11271 7533,'-7'-29'3276,"13"13"0,29 49-2100,-5-7 1,3 3-998,-6 0 1,1 3 0,-1 3-442,-6-3 0,-1 2 0,-2 2 0,-2 2 59,-2 4 1,-3 2 0,-3 2 0,-3 0-1,-3 3 1,-4 0-1,-3 1 1,-2 0 220,-1-11 0,-1 1 0,-2 0 0,0-2 0,-2-1-176,-3 3 1,-1-1 0,-1-2-1,-1-2-278,-1 0 1,-1-3 0,1-1-735,-3 5 1,3-6 1169,1-2 0,14-3 0,11-7 0</inkml:trace>
  <inkml:trace contextRef="#ctx0" brushRef="#br0" timeOffset="114480">13746 11765 7533,'-25'-17'3276,"45"7"-2184,12 1 0,12 1 0,2 1-1912,-5 5 1,1 1 0,2 1 0,-2-1-1,-2-1 1,0 0 0,0 0 0,-3 0 350,9 0 1,-3 1 0,-21 6 0,-60 27 0,14-18 0,-1 1 0</inkml:trace>
  <inkml:trace contextRef="#ctx0" brushRef="#br0" timeOffset="114684">13844 11942 7533,'-24'0'3276,"10"0"0,36 0-4261,10 0 0,11 0 1,0 0 984,-3-1 0,2 1 0,2 1 0,1 0 0,4 1 0,1 0 0,-3 0 0,2 2 0,1-1 0,-1 0 0</inkml:trace>
  <inkml:trace contextRef="#ctx0" brushRef="#br0" timeOffset="115209">15666 11571 7533,'-25'8'1574,"11"12"0,3 9-1484,2 9 0,1 7 0,1 1-210,1 1 0,2 1 0,0 2-308,1 0 1,1 2 0,0 0 0,4-8-1102,6 4 0,1-8 1529,-4 0 0,0-17 0,11-56 0,-16-14 0</inkml:trace>
  <inkml:trace contextRef="#ctx0" brushRef="#br0" timeOffset="115508">15555 11324 7533,'3'-29'1638,"0"-1"0,20 5-443,13 18 0,10 14-948,-13 9 1,2 9-1,1 4 1,-2-3-38,6 1 0,0-1 0,-3 5-395,-4 1 1,0 5 0,-5 0 0,-12-4 49,-14 5 0,-14-1-435,-8-4 0,-9 0 1,-1-3 119,3-9 0,-1-2 0,-2-2-546,-5 0 1,-3 0-1,10-2-803,8 2 1799,13 1 0,38-17 0,16-8 0,-7 1 0,0 0 0</inkml:trace>
  <inkml:trace contextRef="#ctx0" brushRef="#br0" timeOffset="115791">16515 11359 7533,'-11'-29'1092,"-1"0"0,-13 14 0,-4 4 2184,-15-12-2972,9 39 1,-6 19-1,4 4-862,15-8 0,3 3 0,1 2 0,0 2 414,-1-2 0,-3 3 0,1 0 1,5 2-1,7 2-403,9 1 1,9 3 0,4 2 0,2-1 0,-1-3 0,-2-6-547,-3 6 1,-1-6 0,8 1 772,5-4 1,7 5 0,3-3 0,-1-6 0,-5-15 0,19-20 0,5 8 0</inkml:trace>
  <inkml:trace contextRef="#ctx0" brushRef="#br0" timeOffset="116283">16934 11553 7533,'-7'-9'3276,"12"32"-1638,13 12 0,5 9-1664,-7-5 1,-1 4 0,1 2-795,2-6 1,0 2 0,2 0 0,-3-1-274,3 6 1,-1 0 0,-2-3 867,-3-8 1,-1-1 0,-2-7-1,7 0 1,-19-31 0</inkml:trace>
  <inkml:trace contextRef="#ctx0" brushRef="#br0" timeOffset="116589">16909 12224 7533,'-37'0'3276,"33"-16"-1638,16-11 0,12-5-554,7 1 0,6-2 0,1-3-1274,-6 5 1,0-3 0,2 0 0,2-2 234,-6 6 0,3-2 0,1-1 0,0 0 0,-3 2 0,-2 2-180,0 0 0,-2 1 0,-2 2 0,1-3-517,5-6 0,1-4 0,-3 3 0,-7 7-1643,-3-2 2295,-14-1 0,-11 64 0,-7 7 0</inkml:trace>
  <inkml:trace contextRef="#ctx0" brushRef="#br0" timeOffset="116826">17795 11853 10141,'0'30'1638,"0"-1"0,0 12-1567,-2 6 0,-2 4-1690,-3-9 0,-4 1 526,-4 2 1,-5 5 0,2-6 1053,3-6 1,-3-4-1,-12 8 1,-1-13 0,4-29-1</inkml:trace>
  <inkml:trace contextRef="#ctx0" brushRef="#br0" timeOffset="117736">18324 11553 7892,'-19'-17'3276,"6"7"-165,19 10-2571,19 18-1260,5 5 0,5 5 180,-2-1 1,1 2-541,0-2 1,4 0 0,-3-2-226,2 0 1,-2-3 1304,0-1 0,-3-9 0,4-27 0,-18-15 0</inkml:trace>
  <inkml:trace contextRef="#ctx0" brushRef="#br0" timeOffset="118000">18951 11483 7533,'0'-43'3276,"0"13"0,0 13-2909,-9 38 0,-3 15-367,4-11 0,-1 4-359,-3 7 1,-3 6-1,-1 2 1,2-1 88,2-6 0,1 0 0,-1-1 1,0 3-73,0 0 0,-1 2 0,0 1 0,1 0 1,1-2-222,0 2 1,1 0 0,1-2 0,0-1-29,-1 2 1,1-3 0,5-4 590,7-4 0,5-9 0,7-13 0,15-18 0</inkml:trace>
  <inkml:trace contextRef="#ctx0" brushRef="#br0" timeOffset="118183">19111 12188 14279,'-15'34'-365,"0"-1"1,4-8 0,2 1 0,2 7 0,1 5 0,1-1 0,3 9 0,-1 0 0</inkml:trace>
  <inkml:trace contextRef="#ctx0" brushRef="#br0" timeOffset="119074">19826 11518 7533,'-32'-17'3276,"13"15"-2145,46 11-906,-3-3 0,5 0-15,9 4 0,6 2 0,0-2-390,-1-8 0,0-2 0,0 1 90,-5 4 0,-1 1 0,-3-1 180,6-2 0,-16 2 180,-41 13-720,-16 2 0,-8 3 390,13-6 0,0 1 0,-2 2-1,0 1 1,-2 2-1,0 2 1,1 0 179,-6 7 1,1 2 0,2 0-60,4-1 0,2 0 0,1 1 120,3-5 0,2 0 0,4-1 0,4 0 0,10-3 270,32 10-271,7-17 136,9-15 0,7-6-435,-11-2 0,1-1 0,1-1-2,0-2 0,0 0 0,-2 0-971,-3 2 1,-1 0 0,-3 1-547,0-5 1,-9 6 1635,-17 13 1,-41 10-1,7-5 1,1 1 0</inkml:trace>
  <inkml:trace contextRef="#ctx0" brushRef="#br0" timeOffset="119389">19702 11959 7533,'-38'-10'3276,"19"3"-1155,64-9-1941,-9 4-480,6 6 0,12 0 0,-4 0-380,-7-2 0,1 1 680,-2 5 0,6 3 0,1 0 0,-6-3 0,-7-5 0,-3-2 0,0 1 0,8 2 0,0-1 0,0 1 0</inkml:trace>
  <inkml:trace contextRef="#ctx0" brushRef="#br0" timeOffset="119756">20526 11236 7533,'28'-20'3276,"-16"13"-2036,24 23 0,6 17-760,-18-8 0,-2 5 0,-1 5-968,1 2 1,1 6 0,0 4-1,-2 1 1,-4-2 451,-5-4 0,-3-1 0,-1 0 0,-3 2 0,-1 2-174,-1 1 0,-2 3 0,-1 2 0,-3-1 1,-3-1-1,-5-2-270,-6-4 0,-5-1 0,-4-1 1,-1-2-1,1-1 0,4-2 480,1 3 0,1-2 0,1-2 0,-2-1 0,-16 10 0,-2-3 0,22-14 0,31-19 0</inkml:trace>
  <inkml:trace contextRef="#ctx0" brushRef="#br0" timeOffset="119894">21068 12488 7533,'-26'4'0,"0"0"0,5 14 0,0 5 0,-12 6 0,0-1 0</inkml:trace>
  <inkml:trace contextRef="#ctx0" brushRef="#br0" timeOffset="206520">1887 13123 7533,'-9'-29'3276,"1"-10"-1695,16 35-1221,-6-28-1710,5 29 1530,-30-13-719,-22 32 404,4-2 0,-6 7-61,11-2 0,-3 4 0,-1 2 1,0 2 410,5-3 1,0 3 0,0 0 0,0 1 0,0 1 17,0 2 1,-1 0 0,0 2 0,2 0 0,3 2-198,3-1 0,2 1 0,1 0 0,2 1 0,3-2-133,-4 12 1,4-1 0,6-1 6,6 0 0,5 0 1,4-2-136,4 5 0,7-4 22,11-1 1,7-6-338,8-10 1,5-7-331,-12-8 1,2-3-1,1-1-626,16 2 0,-2-2 1496,-15-7 0,-2 2 0,6 5 0,-1 1 0,11 2 0</inkml:trace>
  <inkml:trace contextRef="#ctx0" brushRef="#br0" timeOffset="207102">1958 13899 7533,'-28'-27'3276,"3"-6"-2145,7 5-951,-7 9-180,5 3-270,-21 32-269,4 11 494,10 2 0,1 3 0,6-5 0,3 3 45,5 1 0,3 5 0,4-3-135,7-2 0,4-2 45,0 12 0,8-5 405,9-18 0,5-9 1034,19-9-585,-12-17 1,-2-9-271,-8-4 1,-3-5-90,2-1 0,-5 0-180,-8 8 0,-4 3-855,1 0-449,-8 32-271,0 13-1168,16 23 1078,-8-16 1,3-1 360,10-6 0,1-1 1079,-7 6 0,0-9 0,26-37 0,-14-11 0</inkml:trace>
  <inkml:trace contextRef="#ctx0" brushRef="#br0" timeOffset="207463">2170 14005 7533,'9'-37'3276,"-1"-4"-1605,-8 21-952,-8 3-539,6 32-899,-5 23 179,13-12 0,3 2 45,-5 1 1,4-5 584,15-6 0,3-8 809,5-10-269,-1-20 0,-1-11 224,-9-5 1,-3-3-136,2 1 1,-2 2-361,-8 4 1,-1 13-719,0 35-1081,0 31-199,-1-8 1,4 2 1579,8-6 0,5-5 1,1-9-1,5-7 1,5-11-1,0 0 1</inkml:trace>
  <inkml:trace contextRef="#ctx0" brushRef="#br0" timeOffset="208235">4128 13670 7533,'-8'-47'3276,"-2"6"-1695,-8 31-1221,-7 2-540,-18 8-180,1 19 0,-3 9 120,16-6 0,1 3 1,-1 3 50,2-1 0,0 2 1,0 2-1,4-1 129,1 6 0,4 0 0,3 0-90,2-1 0,3 1 0,8-5-255,14 0 1,9-5-451,8-2 1,7-5 284,-1-10 0,5-4 1,-1-3 533,-6-2 1,0-2-1,3-4 1,1-5-1,4-5 1,0-3-1,-2 0 1,-2-2-1,0-1 1,0 1-1,-1-1 1</inkml:trace>
  <inkml:trace contextRef="#ctx0" brushRef="#br0" timeOffset="208803">4463 13794 7533,'-26'-34'3276,"-9"13"-2306,10 5 1,-3 6-881,-3 18 0,-1 8-315,-1 0 0,4 7-495,7 14 1,6 4 179,0-1 0,9 1 135,22 1 1,9-4 629,-5-12 0,3-5 314,12-4 1,3-10-136,-10-16 1,-1-8 180,-3-6 0,-3-7-136,-5-13 1,-3-2-315,-2 11 0,-2-1 404,-3-8 1,-2 4-989,-3 18-1080,0 36 89,15 19 1170,-7-4 1,4 0 224,11-6 0,5-5 719,-5-6 1,1-6-405,3-7 0,-1-8 494,-3-7 1,-3-7 89,-5-12 1,-3-3-630,1 12 0,0 1-1485,5-17-1438,-1 65 179,10 15 1035,-6-1 0,3 2 1484,-2-9 0,3-5 0,12-8 0,3-8 0,-5-12 0,0 0 0</inkml:trace>
  <inkml:trace contextRef="#ctx0" brushRef="#br0" timeOffset="209471">5317 13070 7533,'-20'-27'3276,"2"17"-2325,11 51-1221,6-3 1,2 7-61,2-2 0,2 5 0,0 2-136,-1-9 0,1 2 0,0-1 0,0 0 466,0-2 0,-1 0 0,1-2 0,0-1 240,1 4 0,1-1 0,-2-5 391,-1-2 1,-2-7 717,-2-11-1169,-23-30-270,-15-13-90,9 16 0,-3 3 405,-5-3 0,0 8 269,-5 24 1,3 9-315,8-10 0,3 5-360,9 6 0,2 5 0,6 0-135,9 3 1,9-2-316,7 6 0,9-3 180,10-5 1,9-7 500,-7-16 1,3-5 0,0-4-172,2-3 0,0-5 0,-1-4 270,0-7 0,-1-5 0,-3-2 60,-3 1 0,-3-2 0,-4-2 389,-5-3 1,-5-3 0,-1 2 704,3 2 0,-5 1 315,-10-15-1349,-4 35-540,-5 26-182,6 6 1,2 3-629,6-3 1,4 1-495,5 14 0,5-2 1574,8-11 0,3-4 0,-3-3 0,1-3 0,3-8 0,0-1 0</inkml:trace>
  <inkml:trace contextRef="#ctx0" brushRef="#br0" timeOffset="210569">6104 13370 7533,'0'-26'629,"0"-1"1,-3 0 0,1 1 449,0-11 540,-9 12-1079,10 72-405,0-5 0,2 8-473,0-10 1,1 3 0,0 4-1,0-1-216,0-4 0,0 1 1,0 0-1,1 1 0,0-2 81,1 7 1,1 0 0,0-1 0,-1-2 172,-1 7 0,-1-2 1,1-6 119,2-2 0,-5-17-629,-29-50 719,10 2 0,-2-7 359,0-9 1,-2-8 0,1 3 689,2 7 1,0 2 0,2 0-1,2 0 0,2 0 1,6 4-421,6 1 1,9 7-135,20 14 0,8 8-255,-4 4 0,4 3 0,0 0-330,9-1 0,2 0 0,0 1-120,-3 2 0,-1 0 0,-1-1 300,-5-4 0,0-1 0,-3-1 90,1 2 0,-7 0 2320,-3 4-521,-42 25-2069,2 7-405,-2-7 0,1 2-629,11-3 0,4-1 179,-1-3 1,6-1-46,9-3 1,6-5-91,6-7 1,3-6 1169,20-6 0,-8-17 0,1-8 0,-8-3 0,1 0 0</inkml:trace>
  <inkml:trace contextRef="#ctx0" brushRef="#br0" timeOffset="211154">6830 13847 7533,'-6'-34'3276,"-1"-3"-1515,-10 0-1132,-19 19-898,2 44-271,11 2 0,3 6-360,7 10 1,7 2 314,5 4 1,8-2 314,6-9 0,5-5 360,0-8 0,4-9 494,5-15 1,-1-12-45,-10-9 0,-4-7-46,1-12 1,-3-4-90,-6 0 0,-2 1 89,-2 5 1,0 2-495,0-9-629,5 33 179,7 28 0,0 3 0,1 3 225,1-1 1,3 1-46,16 11 0,4-4 495,-7-13 0,2-4-1,10 3 1,0-9 90,-6-20 0,-4-9 90,-8-2 0,-3-3 359,-1-6 1,-5 1 314,-2-4-1349,-8 27-1079,0 49 360,-3 0-650,0 1 1,1 1 1501,-3 6 1,-4-19 0,-3-2 0,-6 8 0</inkml:trace>
  <inkml:trace contextRef="#ctx0" brushRef="#br0" timeOffset="211350">6657 13547 7533,'-26'-5'224,"-1"0"1,4 5 0,54 10 0,-2-2 0,-1 1 0</inkml:trace>
  <inkml:trace contextRef="#ctx0" brushRef="#br0" timeOffset="211551">5821 13441 7533,'-40'-9'539,"0"0"1,3-1-540,28 3 0,34-5 0,17 0 0,-10 2 0,0 0 0,0 1 0</inkml:trace>
  <inkml:trace contextRef="#ctx0" brushRef="#br0" timeOffset="212735">8946 13776 7533,'-5'-27'2878,"-2"-7"-2698,-16 22-360,-14-3-135,5 15 0,-3 8 405,-8 9 0,-1 7 90,11-5 0,1 2 0,2 3 30,4 6 0,2 4 0,4 0-61,5-2 1,4 1 0,7 0-120,12 6 0,7 0 0,3-5-120,0-5 0,4-5 0,5-2 0,6-1 1,-1-9 358,0-15 1,0-10 225,4-9 0,-2-7-181,-4-6 1,-6-4-135,-6-6 0,-6 0 225,-7 11 0,-3 5-405,-3-4-180,-6 48 90,1 7-270,14 6 0,6 3 270,14 8 270,-3-22 0,4-7-90,0-10 0,-1-9-30,-2-13 0,0-9 0,0-1 0,-2 1 0,0 0 0,-1-3 419,-1-5 1,-1-2 0,-2 6-31,0 0 1,-2 15 90,-1 29-945,-5 33 1,2 13-689,8-13 1,5 2 0,-2-1 727,-7-4 1,-1-1 0,4-3 0,9-6 0,3-3 0,-1-7 0,-6-11 0,0 0 0</inkml:trace>
  <inkml:trace contextRef="#ctx0" brushRef="#br0" timeOffset="213968">10842 13899 7533,'-18'-9'3148,"-1"1"-2788,-6 31-90,1 15-226,16-12 1,2 2-135,-2 2 1,5-7-1,19-11 270,16-39-46,-12-6 1,0-7-45,-5 9 0,-1-3 0,-1 1 225,-2-13 0,-3 2 89,0 10 1,-5 13-405,-14 29-90,8 16 1,3 9-91,-1 0 0,0 4 0,3-1 0,5-2 0,4 0 0,2-2-225,9 12 1,6-8 538,-1-17 1,3-11 180,2-15 0,-3-13-90,-5-16 0,-5-8-105,-5 11 0,-2 0 0,-1-1-90,-1-2 0,-2-1 0,-1 4 734,0 0 1,-2 9 494,-5 16-899,-7 55-1755,3-1 1,1 4 524,3-16 1,2-1 0,2 0-31,5 15 1,7-6-496,8-11 1,6-9 1214,5-12 1,0-12 179,-2-16 0,-2-7 0,-2 6 0,-5-3 494,-8-18 1,-7-3 1143,-2 18 0,-1 1-83,-2-3 0,-3 2-205,-6-1-1080,3 18-810,-3 32-1079,5 21 494,6-6 1,4 2 269,0 2 1,6-3 584,14-4 0,6-10 315,-4-15 0,1-12 554,-4-12 1,1-10 0,-4-2 164,3-12 1,-6-4-315,-9 9 0,-2-1 0,-3 2 1188,1-5 0,-9 11-417,-12 21-2030,9 41-830,2-5 1,5 3 1582,9 10 0,9-4 1,3-19-1,5-5 0,2-1 1,5 1-1,1 0 0,-1 0 1</inkml:trace>
  <inkml:trace contextRef="#ctx0" brushRef="#br0" timeOffset="214510">12380 13300 7533,'0'-36'3276,"0"17"-2055,0 27-816,0 23 0,0 14-316,-2-8 1,-1 5 0,0 2 0,0 0-611,1 3 1,0 2 0,0 0-1,0 2 143,-1-5 0,0 3 1,0 0-1,0-2 0,2-3-402,1 6 1,2-4 0,2-3 70,2 12 1,7-18 708,13-37 0,4-37 0,-18 6 0,0-1 0</inkml:trace>
  <inkml:trace contextRef="#ctx0" brushRef="#br0" timeOffset="214785">12799 13494 7533,'3'-27'1638,"0"1"0,3-4-237,-6 15-1446,0 35 0,0 17-405,-3 6 1,0 6-371,3-13 1,0 4 0,-1 1 0,1 0 14,-1 5 0,-1 2 0,1-1 0,0-1 805,1 6 0,0-2 0,0-3 0,-4 6 0,-3-10 0,-7-14 0</inkml:trace>
  <inkml:trace contextRef="#ctx0" brushRef="#br0" timeOffset="214951">12724 13935 7533,'-6'-49'1092,"0"0"0,4 15 0,3 3 2184,17-10-2273,31 41-2053,-10 4 1,7 3 0,-1 0 1049,-6-1 0,-1 1 0,3-1 0,2-1 0,4 0 0,1-1 0,-3 0 0,3-2 0,0 1 0,-1 0 0</inkml:trace>
  <inkml:trace contextRef="#ctx0" brushRef="#br0" timeOffset="215517">13598 13935 8612,'7'-28'2519,"-1"11"-1800,-1 1-809,-3 30-449,3 21-361,-4-1 1,-2 4 899,2-4 0,0 2 0,3 0 0,3 2 0,3 1 0,1 0 0,2 2 0,1 0 0,-1 0 0</inkml:trace>
  <inkml:trace contextRef="#ctx0" brushRef="#br0" timeOffset="216051">13832 14005 7533,'-37'-19'2608,"6"50"-2473,19 3 0,5 7-135,2-2 0,1 4 0,2 0 30,2 2 0,2 0 0,1-2-480,2 6 1,3-6 628,0-10 1,3-15 810,13-59-661,-15 10 1,-4-6 0,0-3-218,-1 1 1,-1-3-1,0-3 1,0 1-769,0 4 1,0-2-1,1 0 1,-1 1 0,0 2 848,-1-13 1,0 2-1,2 3-13,3 3 0,1 1 0,6 12 290,23 12-650,8 38-120,-22 3 0,-1 6 0,-1 1 165,1 8 0,-3 2 165,-4-5 0,-1 2 0,-2-4-75,-3-6 0,-6-3 315,-25 18-809,4-41 2586,-28-17-3936,25-3 1889,4-5 0,33 4 0,11 0 0,4-2 0,0-1 0</inkml:trace>
  <inkml:trace contextRef="#ctx0" brushRef="#br0" timeOffset="216519">14509 13247 7533,'-37'-30'3276,"0"30"-2756,15 18 1,2 9-581,7 1 0,3 5 0,0 3 60,0-2 0,0 3 0,1 1 0,2 1-476,2 7 0,2 1 0,2 1 1,2 0 295,1 1 0,1 2 0,2-1 0,3-2 0,0-5 0,1-1 0,3-2 0,4-5 252,5 1 1,4-6 0,3-8-118,12-6 0,0-16 375,-11-13 0,-2-9 0,-2-4 59,0-1 1,-2-4 0,-3-3-139,-2-8 1,-4-3-1,-2 1 19,-1 6 0,-2 1 0,-5 2 674,-10-11 1,-11 12 404,-28 32-1574,12 24 0,2 13-645,11-3 1,3 5 0,4 2-66,4 1 0,5 2 0,4-1 275,6-3 1,4-2-1,0-2 132,0 1 1,3-6 0,26 3 0,-25-42 0</inkml:trace>
  <inkml:trace contextRef="#ctx0" brushRef="#br0" timeOffset="216691">13709 13458 7533,'-39'-9'468,"37"1"0,30 6 0,17 4 0,-7-2 0,1 0 0,0 0 0</inkml:trace>
  <inkml:trace contextRef="#ctx0" brushRef="#br0" timeOffset="217317">15690 13723 8252,'-31'-2'3276,"1"20"-2441,20 8 1,6 8-506,2 2 0,2 3 0,2 0-270,2-3 0,2-1 0,3 0 90,8 9 0,5 0 0,3-12 524,7-18 1,4-13-181,11-14 1,-3-13-450,-15-1 0,-6-9-90,-6 4 0,-2-6 0,-1-2 0,-4 5-945,0-7 1,-3 2 59,1 4 1,0-2 0,-1 6-2348,4-3 3193,-4 39 1,4 17-1,1 9 1,1-3 0,0 1-1</inkml:trace>
  <inkml:trace contextRef="#ctx0" brushRef="#br0" timeOffset="218300">16405 13917 7533,'-3'-26'1638,"0"-1"0,-4-18 303,-11 10-1581,-1 17-181,-6 10-718,-5 16 89,-1 10 90,7 1 0,0 5 855,1 6 0,1 3-181,-1 2 1,2 2 90,4 6 0,4 0-450,6-1 0,7-3-270,8-9 0,7-3-180,8-2 1,5-9-226,6-19 1,1-10-316,6-6 1,-2-7 404,-5-9 1,-5-3 449,-5 6 0,-4 0 360,-9 1 0,-5 3 719,-7 8 91,-12 13-91,6 32-179,2 20-451,4-18 1,2 1 90,3 7 0,3-1 0,7 5 0,11-6-181,5-64-359,-12 4 1,1-3 149,-4 1 0,1-2 0,2 1 60,3-1 0,1 1 0,2 3-255,12-7 0,3 5 180,4 5 0,0 5 0,-5 9 0,-1 2 899,-5 0 1,-2 0 1484,7-1-1350,-30-25-719,-37 13-90,3 2 0,-4 4-270,-6 15 0,-1 6-855,7 1 1,4 6 89,5 14 1,9 7 179,16 5 1,11 2 464,-2-11 0,4 0 0,1 0 240,3 5 0,2 1 0,0-3 105,10 5 0,-3-1 359,-11-5 1,-4-4 45,-4-2-990,-21-18-2608,2-8 3058,4 7 0,39-5 0,13 6 0</inkml:trace>
  <inkml:trace contextRef="#ctx0" brushRef="#br0" timeOffset="218434">17290 14252 7533,'-12'-19'819,"5"3"0,2 32 0,5 3 0</inkml:trace>
  <inkml:trace contextRef="#ctx0" brushRef="#br0" timeOffset="220484">6547 15946 9062,'-3'37'652,"0"0"0,1 0 0,0 4 0,0 5-592,0-10 0,-1 5 0,1 3 0,0 0 0,0 0 0,0-3-475,1 3 1,1 0 0,0-2 0,1 1 0,-2 0 324,0 3 0,0 2 0,0-1 0,0-3 0,1-6 315,3 19 0,0-27 273,-3-38-993,0-26 0,0-13 202,-2 14 1,-1-5 0,0-1 0,0-1-182,0 0 0,1-1 0,-1-1 1,0-2-1,0-1 474,-1-1 0,-1-2 0,-1-2 0,1 1 0,-1 0 0,2 3 413,-1 0 1,0 1 0,1 1 0,0 1 0,1-1-91,-1 0 1,1-2 0,0 1 0,2 4 0,5 6 429,9-10 0,9 11-349,15 12 1,7 11-375,-4 11 0,2 7 0,1 2 0,-2 0 0,0 2 0,-2 6 90,3 9 0,-1 6 0,-9 4 87,-10 0 1,-7 4-1,-5 1-207,-4 4 0,-6 1 0,-7-1-135,-6-11 0,-5 1 0,-3-3 0,-1-2-15,-6 1 0,-2-3 1,-4-5 89,-5-3 0,-3-5 0,3-7-120,3-5 0,4-8-1304,0-6 0,13-5-315,35-11 1799,1 9 0,6 2 0,6 8 0,7 2 0,0 1 0,2-4 0,0 1 0,1-1 0</inkml:trace>
  <inkml:trace contextRef="#ctx0" brushRef="#br0" timeOffset="220887">7569 15681 7533,'-7'-45'3276,"-4"10"0,4 17-2453,-28 18-1003,11 23 1,-2 11 119,-4-2 0,-4 3 0,1 6-457,8-6 0,-1 4 0,1 2 0,0 2 0,1 0 772,3-3 0,0 2 0,0 0 0,1 1 0,0 0 0,2-2 50,-3 6 1,1-2 0,1 1 0,3 0 0,4 0-199,4-1 1,2 1 0,3 0 0,4-2 0,3-4-816,6 7 1,6-5-1,4-3 108,2-4 1,4-2-1,3-5-450,3-10 1,4-4 0,-3-3 1049,-4 0 0,-2-7 0,7-15 0,-5-9 0,-4-19 0</inkml:trace>
  <inkml:trace contextRef="#ctx0" brushRef="#br0" timeOffset="221670">7753 16122 7533,'-20'-18'2248,"-3"-7"-808,10 5 269,1 3-1170,6 9 91,17 39-181,0 2 1,3 5-240,-1-6 0,2 2 0,1 2-451,0 6 0,0 3 0,2-1-179,4 0 1,3 0-1,-1-1-210,-4-5 1,-1-2-1,1 0-30,0-2 1,2-2-1,-3-2-105,1-2 1,-3-3-1305,7 8 2069,-17-15 0,-13-8 0,-8-2 0</inkml:trace>
  <inkml:trace contextRef="#ctx0" brushRef="#br0" timeOffset="222020">7777 16863 7533,'-42'-8'3276,"20"-2"-526,17-23-1761,25 1 1,13-5-473,-10 11 0,3-3 1,1-1-1,2 0-809,0-1 1,1 0 0,2-1-1,1-1 1,0-1 96,-1 1 0,1-1 0,1-1 0,0 0 1,-2 2-1,-1 1 127,3-4 1,-1 2-1,-2 2 1,0-1-753,0 0 1,1 0 0,-3 2 0,-8 4-2229,-1-16 1969,-4 8-1260,-15 15 2339,4 5 0,-10 22 0,-1 3 0</inkml:trace>
  <inkml:trace contextRef="#ctx0" brushRef="#br0" timeOffset="222451">8836 15804 7533,'-6'-27'3276,"5"17"-1335,1 51-1312,0-8 1,1 5 0,-1 5-1097,1-5 0,-1 3 0,0 2 0,0 1 1,-1 2 451,1-2 0,-1 2 0,0 1 0,-1 1 0,1-1 0,-1-1-60,1-2 0,-1 0 0,-1-1 0,1 0 0,0-1 0,0-1-19,0 11 0,0-2 0,1-2 0,-1-6-221,-1 6 1,1-12-237,2-20 551,0-50 0,9 5 0,4-4 0,0-12 0,1 0 0</inkml:trace>
  <inkml:trace contextRef="#ctx0" brushRef="#br0" timeOffset="223168">9340 15998 7083,'-19'-17'3058,"1"-1"-2428,6 8-180,5-5 179,-3 13 181,8-6 269,-3 16-89,15 17-676,6 7 1,4 5-615,-1-10 0,2 1 1,2 1-352,4 9 1,3 1 0,0-2-443,-1-7 1,0-3 0,1-2-547,11 4 1,-3-5 1635,2 0 0,-13-40 0,-27-4 0</inkml:trace>
  <inkml:trace contextRef="#ctx0" brushRef="#br0" timeOffset="223486">9869 15981 7533,'0'-18'3276,"-5"-7"0,-2 21-2453,-11 21-823,7 8 0,-1 9 0,0 2-180,-1-2 0,-1 3 1,0 3-1,-1 1-367,2-4 1,0 2 0,0 1 0,-1 1 0,0 0 0,0-1 331,-3 5 1,-1 0-1,0-1 1,0 0-1,2-1 327,-2 6 1,2 0-1,0-3 1,1-4 47,-1-3 1,1-4-1,5-7-3437,10-2 1337,31-36 1940,3-18 0,-1 4 0,4-3 0,-5 0 0,0 0 0</inkml:trace>
  <inkml:trace contextRef="#ctx0" brushRef="#br0" timeOffset="223684">10017 16651 13020,'-5'26'-420,"-1"-1"0,-7 17 0,-4 2-330,3-12 1,-2-1 0,1 0 749,-4 14 0,-2-7 0,-13-5 0,22-45 0</inkml:trace>
  <inkml:trace contextRef="#ctx0" brushRef="#br0" timeOffset="224624">10436 16157 7533,'-37'-19'2608,"10"-13"-1888,9 28-1,18-19 91,24 13 89,20 0-314,-9 6 0,4 0-46,9 3 1,2 2-450,-14 1 0,0 1 0,-1 0-30,-1 0 0,0-1 0,-2 3-15,8 5 0,-7 6 45,-1 19-990,-50 10 570,0-16 0,-7 3 1,0-1 239,0-3 0,-2 0 0,0 2-242,-1 2 1,-2 3 0,2 0-1,2 0 392,-1 7 0,4 1 0,0-2 120,-1-4 0,1 0 0,3-1 0,2 9 0,6-4-90,7-6 180,28-19 269,26-16-494,-13-7 0,3-2-765,-5 1 1,2-1-1,-2-1 0,9-5 1,-1 0-855,-1 1 0,-4 3 1815,-6 3 1,-36 16-1,-22 2 1</inkml:trace>
  <inkml:trace contextRef="#ctx0" brushRef="#br0" timeOffset="224902">10423 16492 7533,'-32'-8'1638,"-1"-1"0,-8-1 1638,58 10-2100,8 4 1,7 2-1297,0-2 0,3-1 0,1 0-335,3-3 0,2 0 1,0 0-639,4-1 1,0 1 0,0-1-1,-6-2 1,-1 0 0,-3 1 1017,2 1 1,-4 2 0,7-1-1,-35 0 1</inkml:trace>
  <inkml:trace contextRef="#ctx0" brushRef="#br0" timeOffset="225284">11161 15646 7533,'28'-14'1638,"-4"19"0,2 10-546,5 12 0,1 10 0,-1 2-964,-7-8 1,-1 1-1,0 3 1,-3 5-129,-4 1 0,-1 4 0,-2 4 0,-1 2 0,-2 0 0,-3-2-161,-1-4 0,-3 0 1,-1 1-1,-2-1 0,-1 1 1,0 1-213,0-1 0,-1 1 1,-1 1-1,-1 0 0,-1 0 1,-1-2-1,-2-2-92,-3 1 0,-1-1 1,-2-1-1,-1-1 0,-1-2 1,-1-1-38,-1 2 0,-2-1 1,0-1-1,-1-2 1,0-2 501,-1 2 0,0-2 0,0-2 0,-2-2 0,-7 4 0,-1-3 0,1-3 0,-3 0 0,-1 0 0</inkml:trace>
  <inkml:trace contextRef="#ctx0" brushRef="#br0" timeOffset="228017">12294 16016 7533,'-12'-45'3238,"5"10"-2878,1 9-91,6 16-179,-5 34-90,4 11 0,0 8-68,-1-7 1,-1 4 0,0 1 0,0 1-238,2 3 0,1 1 0,0 0 0,0 1 89,0-5 0,-1 1 0,1 0 0,0-1 0,1-2 36,1 11 0,0-2 1,1-4-1,1-7 0,0-3 0,0-4-809,3 12-990,-1-66 1979,-6 13 0,-4-29 0,-3-8 0,0 17 0,0 1 0</inkml:trace>
  <inkml:trace contextRef="#ctx0" brushRef="#br0" timeOffset="228336">12207 16034 7533,'6'-36'787,"0"0"0,0 0 0,12-11 0,6 6-248,1 9 1,7 11 135,15 17 0,3 14-436,-17 1 1,-1 4 0,-1 6-150,3 9 0,-2 7 0,-5 2-518,-5 1 1,-5 2 0,-6 1 157,-5-3 0,-6-1 1,-6 0 89,-5-2 0,-6-1 0,-5-6-450,-17-2 1,-4-8 89,7-2 0,1-5-494,-3-11 0,6-4 1034,10 2 0,38-24 0,8 10 0,0-1 0</inkml:trace>
  <inkml:trace contextRef="#ctx0" brushRef="#br0" timeOffset="229068">13290 15804 7533,'-5'-45'2069,"-7"10"-1800,-7 10-89,-17 38-45,9 9 0,0 9-165,4 5 0,1 5 0,2 6-390,7-9 0,0 4 0,1 1 0,2 1 0,1-2 397,-1 4 1,3-1-1,1 0 1,4 2-104,3-4 0,3 4 0,3-1 0,1-2 0,2-5-243,7 5 0,3-6 0,2 0 369,1-1 0,1-2 0,-1-3 0,1-4 0,-4-3 0,2 8 0</inkml:trace>
  <inkml:trace contextRef="#ctx0" brushRef="#br0" timeOffset="229417">13352 16087 8162,'-13'0'3276,"23"31"-2845,7-9 0,5 3-791,-1 1 0,2 1 1,1 0-271,-2-1 0,1-2 1,2-1-451,4-3 1,3-3 0,-4-1 1079,-6 1 0,0-9 0,8-21 0,-4-13 0,-17-3 0,1-1 0</inkml:trace>
  <inkml:trace contextRef="#ctx0" brushRef="#br0" timeOffset="229636">13869 15963 7533,'0'-33'3276,"-11"19"-436,-14 22-2705,6 25 0,0 12-165,2-3 0,0 4 0,2 2-512,4-11 0,1 1 0,1 1 1,1 1-279,-2 9 1,2 2 0,0-1 0,3-4-274,3-1 1,2-4 0,1-1 1054,-2 0 0,0-1 1,6-6-1,7-9 0,5-7 1,9-9-1</inkml:trace>
  <inkml:trace contextRef="#ctx0" brushRef="#br0" timeOffset="229858">14066 16581 10051,'-14'-2'1889,"-2"35"-3148,9 8 1259,3-8 0,-4 3 0,-10 2 0,-4 0 0,-1 3 0,-1 0 0</inkml:trace>
  <inkml:trace contextRef="#ctx0" brushRef="#br0" timeOffset="230767">14399 16069 8702,'-28'-10'3276,"17"-13"-1425,30 11-1312,22-1 1,10 0-360,-8 4 0,4 1-30,-3 3 0,2 1 0,-2 3-330,2 2 0,-5 6 315,-12 4 0,-8 5-135,-16 9 0,-10 3-270,-13 7 0,-8 1 180,3-5 0,-2 1 1,-2 1-141,-6 3 0,-1 0 0,2 0 380,6-3 0,3 0 0,0 1 120,-1 0 0,1 1 0,5-3-46,6-2 1,5-3-90,7 0 0,6-3 315,20 2-225,1-20 0,6-2-540,6 1 0,3-3-765,2-4 1,1-3-555,-6 0 0,-3 0 1634,12-5 0,-58-14 0,-18 5 0</inkml:trace>
  <inkml:trace contextRef="#ctx0" brushRef="#br0" timeOffset="230968">14472 16404 7533,'-44'-10'3276,"24"-5"0,38 13-3224,7-2 0,7 0-1267,16 3 1,2 2 674,-5-1 1,0 0 478,2 0 1,-4 0 0,-13 0 0,-3 0 0,21 0 0</inkml:trace>
  <inkml:trace contextRef="#ctx0" brushRef="#br0" timeOffset="231318">14853 15734 7533,'-8'-12'3276,"31"30"-1638,7 9 0,3 8-1364,-2 0 1,1 3-1,0 3-857,-6-6 1,1 2-1,-2 2 1,-4 1 537,-2 4 0,-4 3 0,-3 1 0,-4-1 0,-4-1 0,-5-1 0,-2 1 0,-4-2-184,-4-3 1,-2 1-1,-4-3 1,-2-3-252,-8 3 0,-3-3 1,-1-5-540,-4 2 1,2-5 1018,8-11 0,8-1 0,15 2 0,18 0 0</inkml:trace>
  <inkml:trace contextRef="#ctx0" brushRef="#br0" timeOffset="231819">16293 16228 8342,'-13'0'1529,"7"0"-899,25 3 0,13 2-406,-3-4 1,3 0-375,6 1 0,4 1 1,-1-1-631,-6-1 0,-1-1 1,-1-1 779,18-1 0,-20 4 0,-55 22 0,-15-9 0,0-1 0</inkml:trace>
  <inkml:trace contextRef="#ctx0" brushRef="#br0" timeOffset="232017">16182 16528 9871,'28'-1'390,"0"0"0,12-3 0,5 2-840,-5 2 0,5 2 0,1 1 1,-3 0 175,0 0 1,-1 0 0,2-2 0,-1-1 0,4-2 0,-1 0 0,-1 1 0,-7 0 0,-1 1 0,1-1 0,0 1 0</inkml:trace>
  <inkml:trace contextRef="#ctx0" brushRef="#br0" timeOffset="232751">18251 16087 7533,'-38'0'989,"21"15"1,3 9-901,2 13 1,4 6 90,3-1 0,2 5 0,0-1-203,2 3 0,1 0 0,1-2-7,1-3 0,-1-2 1,2-4 97,0 2 1,1-17 381,-3-39-630,3-27-113,-6 4 1,-2-11 0,-2-5-1,2 3-356,1 5 1,1 0 0,0-1 0,0-2 618,1 5 0,0-2 0,0-2 0,1 0 0,0 1 0,2 4 344,2-8 1,1 2 0,2 3 0,2 4 15,0-1 0,3 3 0,6 14 344,19 15 1,3 18-435,-11 15 0,-2 11 0,-1 1-121,0-5 1,-1 1 0,-3 2 0,2 12 0,-2 4 0,-10-1-180,-11-9 0,-7-1 0,-3-2 2,-2-1 0,-2-3 0,-5 0-242,-10 1 0,-6-2 1,0-5-241,-11-6 1,-1-7-1,1 0 0,4-6-629,-3-15 481,39 0 688,42-5 0,-3 6 0,5 0 0,9-5 0,-1 1 0</inkml:trace>
  <inkml:trace contextRef="#ctx0" brushRef="#br0" timeOffset="233035">19026 15752 7533,'-22'-24'1092,"1"0"0,-6 11 0,-1 9 328,-3 20 0,-1 11-1330,4-3 0,-1 3 0,2 4-889,5 2 1,2 4 0,2 2 0,1-1 910,0-2 1,1 0-1,2 0 1,4 3-383,1 9 0,3 3 0,4 1 0,6-5-116,5-9 0,3-2 0,4-2 0,2-1-334,2 1 1,4-2-1,1-1 1,1-6 638,4-3 0,1-5 0,0-5 0,14-4 0,-2-8 0,-19-5 0,1 0 0</inkml:trace>
  <inkml:trace contextRef="#ctx0" brushRef="#br0" timeOffset="233654">19370 15928 7533,'-11'-26'3276,"8"7"-1425,-8 33-1357,14 9 1,5 8-375,-2 4 0,0 5 0,1 1-188,4 6 0,1 1 0,2 0-540,0-8 1,1 1 0,1-1 0,0-2-293,1 2 1,0-3 0,1-2 383,10 7 0,-1-8-1643,3-10 2159,-17-24 0,-46-8 0,-15-2 0</inkml:trace>
  <inkml:trace contextRef="#ctx0" brushRef="#br0" timeOffset="233903">19185 16669 7533,'-20'-28'1638,"32"-6"0,14-4-546,3 8 0,5 0 0,4-2-1145,-5 1 1,2-2 0,2-1 0,1-1 0,0 1-83,-7 6 0,1 1 0,0-1 0,0 1 1,0 0-1,-1-1-369,3-3 0,1 0 0,-1 0 1,-1 2-1,-3 1-589,7-7 1,-4 3 0,-4 3 32,-3 1 0,-6 5 1060,-9 5 0,-11 18 0,0 10 0</inkml:trace>
  <inkml:trace contextRef="#ctx0" brushRef="#br0" timeOffset="234101">20084 16369 7533,'-5'43'1638,"-5"-14"0,-4 3-2287,-4 8 1,-2 0 648,0-2 0,0-1 0,-1-2 0,1-2 0,-5 10 0</inkml:trace>
  <inkml:trace contextRef="#ctx0" brushRef="#br0" timeOffset="234951">20514 15946 7533,'-24'0'3276,"16"7"-1245,25 27-2346,6-11 0,5 1-435,0-1 1,3 2-1,2-3-343,0-2 1,1-1 0,0-3 623,7 6 1,1-9 0,5-19 0,-2-11 0,-13-8 0,0 1 0</inkml:trace>
  <inkml:trace contextRef="#ctx0" brushRef="#br0" timeOffset="235186">21191 15804 7533,'-42'-2'3276,"3"20"-2566,20 6 0,-1 9 0,1 5 0,2-2-1048,3-1 1,1 1 0,2 1 0,-1 2-319,-1 3 1,0 3-1,0 1 1,1-1 0,2-3-438,0 8 1,2-3 0,3 1 272,4-7 1,2 1 0,2-2 0,-1-6 407,1-4 1,3-3-1,8 13 1,6-8-1,13-24 1</inkml:trace>
  <inkml:trace contextRef="#ctx0" brushRef="#br0" timeOffset="235344">21302 16581 9691,'-25'0'1484,"7"15"1,1 9-1485,-3 6 0,1 4 0,9-2 0,1 2 0,1 0 0,1 4 0,-1 0 0,1 0 0</inkml:trace>
  <inkml:trace contextRef="#ctx0" brushRef="#br0" timeOffset="236167">21782 16087 7533,'-21'-28'3276,"27"-5"-2531,15 22 1,7 2-207,16-4 1,5 1-330,-9 7 0,2 2 0,1 1-180,1-1 0,1 0 0,-3 1-120,8 1 0,-4 2 45,-10 1 0,-13 4-315,-40 20 45,-8-2 1,-7 4 284,-1 0 0,-3 2 0,-1 1-125,9-6 0,-1 2 1,1 0-1,0 1 155,-1 2 0,-1 1 0,3 1 0,2-1 90,0 5 0,3 0 0,5 0 62,0 9 0,10-2 28,11-14 0,8-5 0,8-9 0,7-5 404,13-3 1,3-6-630,5-4 0,2-2-826,-13 2 1,2 0 0,-3-1-120,4 0 1,-5-1-2288,12-3 3206,-40 8 0,-47 0 1,10 0-1,-1 0 1</inkml:trace>
  <inkml:trace contextRef="#ctx0" brushRef="#br0" timeOffset="236429">21843 16334 7533,'-30'-20'3276,"15"4"0,26 16-2010,11 4 1,7 0-1357,15 1 0,5 0-630,-11 0 0,1 2 1,1-1-374,2-1 1,0 1 0,-1 0 761,-3 1 0,-2 0 0,-3-3 0,-4-5 0,-6-4 0,-5-7 0</inkml:trace>
  <inkml:trace contextRef="#ctx0" brushRef="#br0" timeOffset="236754">22495 15681 7533,'31'-37'3276,"11"27"-2666,-9 29 1,1 13-937,-3 1 1,1 6 0,-2 5 379,-9-11 0,-1 4 0,-1 1 0,0 1 0,-2 0-108,0-1 0,-1 1 0,-1 0 0,-2 1 0,-4 4-21,-4 2 0,-3 4 0,-3 1 0,-3 1 0,-1-2 0,-2-3 3,-2-4 0,-3-1 0,-2-2 0,-1 0 0,-2 0 102,1 0 0,-1 2 0,-1-1 0,-2 0 0,0-5 0,-2-4-690,-15 4 1,-2-7-1,4-4 480,1 3 1,3-9 315,-9-19 1,63-32 0,-6 13 0,0-1 0</inkml:trace>
  <inkml:trace contextRef="#ctx0" brushRef="#br0" timeOffset="236894">23222 16951 7533,'-36'0'0,"20"16"0,-6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4:37:35.987"/>
    </inkml:context>
    <inkml:brush xml:id="br0">
      <inkml:brushProperty name="width" value="0.09071" units="cm"/>
      <inkml:brushProperty name="height" value="0.09071" units="cm"/>
      <inkml:brushProperty name="color" value="#A020F0"/>
    </inkml:brush>
  </inkml:definitions>
  <inkml:trace contextRef="#ctx0" brushRef="#br0">10214 4745 6993,'6'-10'2429,"0"-13"-1620,-6 11-269,0-14-450,0 17 270,0 1-181,0 23 271,0 5-225,2 3 0,1 5 269,1 5 1,-1 4-225,2 8 0,-1 5 0,0 0-416,-3-4 0,0 0 0,-2 6 251,1-10 0,-1 6 0,0 2 0,0 1 0,-1-2 0,0-5 29,-1 0 1,0-3 0,-1-1 0,1 1-68,-1 9 1,1 3-1,0-3 1,0-9 22,0-4 0,1-7 0,2 3-360,0-21-270,0-4-2428,0-26 360,0-1 359,0-7 2249,0 9 0,0-17 0,0-3 0</inkml:trace>
  <inkml:trace contextRef="#ctx0" brushRef="#br0" timeOffset="550">10165 4763 7533,'-13'-28'1092,"0"1"0,-1 0 0,4 3 849,15-4-1132,30 11-224,2 24 0,7 9-406,-6-3 1,2 3 0,1 2-344,0 6 1,-1 4-1,-1 1 74,-3-1 0,-2 1 0,-6 2 0,1 12 0,-14 2 113,-20 3 1,-13 0-174,0-17 0,-4-1 0,-4-1-270,-6 2 0,-4-1 1,-1-3 59,2-4 0,-1-2 0,2-2-360,-8 5 1,2-5-136,9-10 1,7 0-1754,12 6 2608,20-13 0,33-2 0,4-9 0</inkml:trace>
  <inkml:trace contextRef="#ctx0" brushRef="#br0" timeOffset="983">11261 4568 7533,'-11'-17'3276,"-14"7"-2576,-1 18 1,-3 8-521,0 3 0,-1 9-639,6 3 1,-2 8-1,0 5 1,2 3-1,3-3 513,4-2 0,3-1 0,1 1 0,1 1 0,-1 3-319,1-4 1,0 3 0,-1 2 0,1 0-1,1 0 1,2-2 0,2-2 318,0 1 0,2-1 0,2-2 0,3 0 0,5-1-710,6 4 1,6 1-1,3-1 1,2-4 0,-2-5 489,2-4 0,1-5 1,2-1-1,11 6 1,4-1-1,-3-8 1,-4-15-1,0 1 0</inkml:trace>
  <inkml:trace contextRef="#ctx0" brushRef="#br0" timeOffset="1784">11580 4974 7533,'-19'-27'2608,"6"1"-899,8 9-539,16 15-271,14 27-629,-7-1 0,3 6 0,0 2-300,4 8 0,1 3 0,-1 2-250,-4-6 1,0 1 0,0 1 0,-2-1-541,0-1 1,-2-1 0,0 0 0,-3-2 632,2 7 1,-2-1 0,-6-3 0,-7 3-1,-6-4 1,-6-8 0,0-1 0</inkml:trace>
  <inkml:trace contextRef="#ctx0" brushRef="#br0" timeOffset="2033">11519 5750 7533,'-22'-17'1638,"0"-1"0,-4-9-546,32 1 0,14-5 0,3-1-324,0 4 0,3-1 0,3-1 0,2-2-1315,0 1 1,1-2 0,3-2 0,1 0 0,-1 0 0,0 0 60,0 0 0,0 0 0,0 0 0,0 0 0,0 0 0,0 2-61,-3 3 1,0 1 0,0 0 0,0 0 0,-2 2 0,-3 1 415,4-5 1,-2 0 0,-2 4 0,-3 4 0,5 2 0,-6 7 0,-12 8 0</inkml:trace>
  <inkml:trace contextRef="#ctx0" brushRef="#br0" timeOffset="2233">12515 5415 7533,'-14'21'1092,"-1"-1"0,-8 17 0,-3 5-1285,5-7 1,-1 3-1,1-2 193,3-6 0,0-1 0,2-1 0,-3 11 0,4-6 0,10-15 0</inkml:trace>
  <inkml:trace contextRef="#ctx0" brushRef="#br0" timeOffset="2884">12897 4904 13739,'18'21'180,"1"1"0,7 10 0,1 4-1110,-7-7 1,1 2-1,1-1-163,4 4 1,2 0 0,-1-2 556,5 8 1,0-7 0,-7-12-1,-2-9 1,0-14 0</inkml:trace>
  <inkml:trace contextRef="#ctx0" brushRef="#br0" timeOffset="3151">13574 4833 7533,'-24'-18'3276,"-1"32"-1638,-2 21 0,0 14-1986,11-13 0,0 4 1,1 3-1,-1 1 60,2 0 0,-1 3 0,1 1 0,0 0 1,1-2-325,3-4 0,0-1 1,1 0-1,1-1 0,0-2 257,-3 15 0,0-2 1,6-8-276,5-8 0,5-11-363,8-16 993,0-10 0,5-30 0,-5 3 0</inkml:trace>
  <inkml:trace contextRef="#ctx0" brushRef="#br0" timeOffset="7534">13943 4339 7533,'-14'-29'3276,"14"52"-2711,10 6 1,5 9-544,-5 0 1,1 6-1,0 4 1,0 0-679,0-2 1,0 1-1,0 1 1,-1 2 0,-2 0 502,-1-3 1,-1 0-1,0 2 1,-2 0-1,-1 0 1,-2 0 280,-1-4 1,-1 1-1,-2 1 1,0 0-1,-2-2 1,0-1 0,-1-2 167,-1 4 1,-2-3 0,-1-1 0,-1-1 0,-1-1-50,-5 6 1,-1-1-1,-2-3 1,1-7-203,-6 0 0,1-7-50,-12 5-3053,17-33-219,18-33 3253,4 17 1,15-14-1,9-3 1,-4 14 0,0-1-1</inkml:trace>
  <inkml:trace contextRef="#ctx0" brushRef="#br0" timeOffset="8000">14447 5256 7533,'-7'-35'3276,"13"8"-526,35 1-3155,-4 16 1,7 3-466,-3 2 1,3 2-1,1 1-223,0 1 1,0 1 0,-1 1 610,-8-2 1,0 0 0,-7 5 0,6 19 0,-51-3 0</inkml:trace>
  <inkml:trace contextRef="#ctx0" brushRef="#br0" timeOffset="8200">14534 5468 7533,'-43'16'3276,"16"3"0,47 1-2640,13-13 1,10-6-1110,-8-4 1,4-4 0,2-1 0,-1 0 257,3 0 0,0-2 1,1 0-1,-3 1 1,7-1-1,-1 0 1,-2 1-1,-8 1 1,0 0-1,-1 0 1</inkml:trace>
  <inkml:trace contextRef="#ctx0" brushRef="#br0" timeOffset="9066">15961 4904 7533,'-11'-20'3238,"-3"51"-3148,2 9 0,0 11 67,5-12 0,0 5 1,2 2-1,-1 1-587,2-4 0,0 2 0,0 1 0,0-1 0,1-1 272,-1 7 1,0-1 0,2-2-1,0-3 38,3 5 0,1-3 1,1-12 1262,-1-12-1548,4-45 0,-1-19-15,-4 0 1,-4-6-1,0-4 219,2 14 1,-1-3 0,1-1 0,-1-1 0,1-1 275,-1-1 0,0-1 0,0-2 0,0 0 0,2 0 0,1 2 89,2 2 1,1 1 0,1-1 0,1 2 0,1 0 0,1 2 150,1-12 0,2 0 0,2 5 0,7 8-251,10 7 0,7 8 1,0 10-5,-4 13 0,1 8 0,0 6 7,-3 4 1,1 6-1,-2 2 1,-3 0-38,2 4 0,-3 2 0,-1 0-1,1 3 1,-2 0 0,-9 1 265,-13 9 1,-13-4-611,-16-7 0,-9-5 15,3-12 0,-4-3 1,-1 0-1,-2 1 0,0-1 0,1-2-285,-8-3 1,7 2-1934,8 14 2518,41-15 0,24-13 0,19-10 0,0-2 0,-10 2 0,-1 1 0,0 0 0,0 0 0</inkml:trace>
  <inkml:trace contextRef="#ctx0" brushRef="#br0" timeOffset="9290">16909 4568 7533,'-17'-41'1638,"-6"30"0,-7 7 0,-7 5 0,-4 13-2182,14 6 0,-2 7 0,1 5 1,0 1-1,2 0 476,-3 6 1,3 1-1,2 2 1,2 4-248,6-5 0,0 5 0,2 2 0,3 0 1,3-1-1,4-5-505,7 4 1,6-3 0,3-2 0,1 0 792,1 2 0,0 2 0,4-4 1,7-7-1,8-10 0,8-6 1,1-4-1,-1 0 0,6 0 0,0 0 1,0-1-1</inkml:trace>
  <inkml:trace contextRef="#ctx0" brushRef="#br0" timeOffset="9733">17044 4851 7533,'-13'6'1638,"12"15"0,7 9-871,1 4 0,1 5 0,3 3-1494,0-2 1,1 3-1,1 0 1,0 2 510,-2-7 0,0 2 0,0 0 0,0 0 0,1-2-604,2 3 1,0-2 0,1-1 0,-2-2 916,2 3 1,-2-2 0,-3-9 0,-3-2-1,-22-38 1</inkml:trace>
  <inkml:trace contextRef="#ctx0" brushRef="#br0" timeOffset="9933">16934 5539 7533,'-21'-36'1638,"38"1"0,15-4-819,-8 14 0,4 1 0,2-1 0,3-1-1366,-3 2 1,1-1 0,3 0 0,0-1 0,2 0 0,-1 1-1,2-1 1,2-1 0,1 1 0,-1 1 0,-1 0 0,-2 1 367,4-3 0,-1 1 0,-3 1 0,1 1 0,-2 2 0,0 1 0,-3 1 0,-4 3 0,-6 3 0,0 0 0</inkml:trace>
  <inkml:trace contextRef="#ctx0" brushRef="#br0" timeOffset="10734">18189 4568 7533,'-6'-35'3276,"5"8"-526,-10 48-2300,4 18 0,1 11-271,2-12 1,-1 4 0,0 2 0,0 2-614,1-3 1,0 1-1,0 1 1,1 1-1,-1-1 146,1 2 0,-1 0 1,1 0-1,1-1 0,2-1-532,3 2 1,1 0 0,1-3 0,-1-2 709,-1 0 0,-1-3 0,4-6 0,10-4 0,2-9 0,2-12 0</inkml:trace>
  <inkml:trace contextRef="#ctx0" brushRef="#br0" timeOffset="11067">18497 4904 7533,'-20'7'3276,"19"27"-2576,10-8 1,6 3-1661,2-1 1,3 2 0,0 0 765,5 12 1,2-2-1,10-6 1,2-5-1,-10-9 1,-1 1-1</inkml:trace>
  <inkml:trace contextRef="#ctx0" brushRef="#br0" timeOffset="11316">19111 4692 7533,'-26'8'1092,"-1"0"0,-2 20 0,0 10-273,7-6 0,-1 4 0,0 4 0,1 1-1475,3-1 1,0 3-1,1 1 1,1 1 0,1 1 334,3-6 1,1 0 0,0 2 0,2-1-1,0 0 1,2-2-490,-1 11 1,1-1-1,3-3 1,4-3 904,2-1 0,3-3 0,7-16 0,14-24 0,4-14 1,-4-19-1,0 0 0</inkml:trace>
  <inkml:trace contextRef="#ctx0" brushRef="#br0" timeOffset="11650">19161 4445 7533,'-18'-33'3276,"15"19"0,21 37-2492,-4 2 0,1 6 1,1 4-965,0 4 0,1 4 0,-2 3 0,0 2-367,-5-9 1,0 3 0,-1 1 0,0 0 0,-2 1 0,-1 0 258,-2 0 1,0 0 0,-2 0-1,-1 0 1,-2 1 0,-2-2 242,-1 1 0,-2 0 0,-1 0 0,-3 0 0,0-3 0,-2-1 224,-1 0 1,-2-1 0,-1-2 0,-3-2 0,-3-2 269,-10 6 1,-5-3 0,-1-3 0,2-3-693,2-5 1,1-3 0,-1-3 242,-3 2 0,-1-2 0,6-10 0,-1-17 0,18-11 0</inkml:trace>
  <inkml:trace contextRef="#ctx0" brushRef="#br0" timeOffset="12418">19972 5080 7533,'-11'-27'3276,"4"72"-2441,2-13 1,-1 6-1416,2 1 0,0 7 0,0 2 0,-2 0 598,1-9 0,-1 1 0,-1 1 0,0-2 0,1-1 143,-2 3 1,0-1-1,0-3 1,-1-2 422,-10 25 1,2-28-675,9-50 0,3-16-90,1 1 0,3-5 1,0-3-305,3 2 0,0-5 0,2-2 1,1 0-1,0-1 394,0 6 0,1-1 0,1 0 0,1-1 0,0 1 0,0 0 150,2-2 0,0 0 0,0 0 0,2 1 0,1 1 0,0 2 156,3-2 1,2 1-1,0 2 1,2 4-1,2 6-186,8-1 0,2 7 0,0 9-75,6 11 0,-1 12 154,-10 8 0,0 7 1,-5 1 25,-2 10 0,-5 3 164,-2-7 1,-1 3 0,-7-1-120,-9 0 0,-6 1 0,-5-3-330,-2-2 0,-5-2 0,-3-3-120,-7 0 0,-5-4 1,1-3-181,-10-1 0,2-4-360,5-3 1,11-3 809,21-6 0,26-3 0,16-2 0,10 0 0,0 1 0</inkml:trace>
  <inkml:trace contextRef="#ctx0" brushRef="#br0" timeOffset="12666">20772 4586 7533,'-10'-26'1638,"-1"-1"0,-33 13-546,15 24 0,-3 8 0,1 5-548,-2 9 1,1 5-1,0 6-1091,11-10 1,-1 4 0,0 2 0,1 2 0,3 0 0,2-1-4,2 4 1,3 1-1,3-1 1,1 1 0,2 1 135,0 3 0,1 2 0,2 0 1,4-2-1,4-2 414,5-7 0,4 0 0,3-3 0,2-2 0,-2-3 0,6 3 0,1-5 0,2-3 0,13 1 0,0-1 0</inkml:trace>
  <inkml:trace contextRef="#ctx0" brushRef="#br0" timeOffset="13133">20957 4974 7533,'-26'-35'3276,"8"15"-1695,35 20-1087,1 14 1,2 8-1305,12 7 1,5 4-241,-7-6 1,3 1 0,1-2-44,2-2 1,2-2 0,0-4 1022,-2-3 0,1-4 0,-2-9 0,1-16 0,-1-10 1,-3-5-1,-6-9 0,1 0 0,-1 0 0</inkml:trace>
  <inkml:trace contextRef="#ctx0" brushRef="#br0" timeOffset="13300">21560 4974 7533,'0'-35'1638,"0"0"0,-11-12 1638,-19 29-2972,3 37 1,-4 19-1,1 3-462,6-9 1,0 3 0,1 2 0,-1 2-390,4-5 1,-1 2 0,1 1 0,0 2 0,1-1 0,3-1-110,1 5 1,1-1-1,3 1 1,1-2 0,3-1 542,0 3 1,1-1 0,4-3 0,6-6 0,8 2 0,9-11 0,7-23 0,0 0 0</inkml:trace>
  <inkml:trace contextRef="#ctx0" brushRef="#br0" timeOffset="13756">21745 4480 7533,'12'-37'3276,"22"66"-1638,-13 5 0,-2 9-1298,-5-9 1,-1 5 0,-1 3 0,0 2-978,-2-1 1,1 2-1,-2 2 1,-1 2 0,-4 0 411,-3-2 0,-2 2 0,-2 1 0,-1 0 0,-2 0 0,0-2 19,0-3 0,-1-1 0,-1 0 0,-1-1 0,-2 0 0,-2 0 295,-2 4 1,-3 1 0,-2 0 0,-1-2 0,-3-2 0,-1-6-54,-2-5 0,-3-4 0,-1-2 0,0-3 0,2 0-735,-12 9 1,2-3 0,1-5 698,-11 0 0,9-10 0,22-15 0,27 0 0</inkml:trace>
  <inkml:trace contextRef="#ctx0" brushRef="#br0" timeOffset="13890">21941 5856 7533,'7'-37'819,"-1"11"0,-28 50 0,-5 15 0</inkml:trace>
  <inkml:trace contextRef="#ctx0" brushRef="#br0" timeOffset="25953">3404 8273 7533,'-17'-28'3276,"7"11"-2055,2 9-951,8 8-270,0 8 1079,16 25-1049,-7-2 0,0 7 0,0 3-30,0-1 0,1 2 0,0 3 0,-2 0-279,-1-4 0,-1 0 0,-1 1 0,0 1 0,0 0 333,-1 2 0,0 2 0,0 0 0,-2-3 0,0-2 186,-3 7 0,-2-3 0,-1-2 359,-2 4 1,-1-1 0,-6-8 29,-7-12 1,-5-5-495,-1 1 0,-3-5-360,-8-14 0,-2-8-90,6-7 0,1-4-495,0 2 1,1-3-630,3-8 0,5-3-1838,4-10 3148,3 1 1,25 12-1,6-1 1,-1 2 0,1-1-1</inkml:trace>
  <inkml:trace contextRef="#ctx0" brushRef="#br0" timeOffset="26225">2981 8520 7533,'-32'-23'1092,"-1"1"0,7 0 0,9 0 2184,33-13-1638,10 5 0,11 1-1316,-1 9 0,7 2 0,1-1-940,-6 2 1,1-1 0,1 0 0,4 1 70,-7 4 1,3 1 0,1 0 0,1 1 0,-1 0 0,-1 1 417,1 1 1,-1 0-1,0 1 1,0 1-1,-1 1 1,7 1-1,0 1 1,-2 2 0,-4 3-1,-7 7 1,-1-1-1,1 0 1</inkml:trace>
  <inkml:trace contextRef="#ctx0" brushRef="#br0" timeOffset="26674">4198 8467 7533,'-18'-34'3276,"9"21"-1335,1-11-2121,8 40 180,0 19-330,0-2 0,0 8 0,0 3-165,0 1 1,0 5-1,0 1 1,0-1 83,0-2 1,-1 0-1,1 0 1,1 0 140,0 1 0,1 0 0,0-1 0,1-6-450,0 10 1,3-18 719,4-30 0,-2-43 0,-8-6 0,0 0 0</inkml:trace>
  <inkml:trace contextRef="#ctx0" brushRef="#br0" timeOffset="27001">4180 8361 7533,'4'-45'1092,"0"0"0,2 10 0,6 7-212,11 14 1,5 10-387,7 20 1,2 11-518,-9-6 1,1 2 0,0 3-1,-1 2-458,3 8 0,0 3 1,-2 2-1,-2 2 301,-6-5 0,-1 3 0,-1 0 1,-2 1-1,-2 0 270,-3-1 0,-1 1 0,-1 0 0,-4 0 0,-2-1 179,-4 7 1,-3 0 0,-3-1 0,-5-4 239,-5 2 1,-6-4 0,-2-4-224,-1-7 1,-2-4 0,-2-5-782,-11-4 0,0-7-989,3 1 0,3-6-1793,-3-13 3194,14-2 1,62-7 0,-15 8 0,1 0 0</inkml:trace>
  <inkml:trace contextRef="#ctx0" brushRef="#br0" timeOffset="27133">5058 9155 7533,'-19'-10'742,"6"2"0,19 24 0,8 3 0</inkml:trace>
  <inkml:trace contextRef="#ctx0" brushRef="#br0" timeOffset="27967">6805 8678 7533,'0'-43'3276,"-6"14"-2325,-11-4 129,-20 23-1125,11 10 0,-4 8-315,-7 12 0,-4 9 0,1 4-234,11-6 0,0 2 0,1 3 0,1 1 558,1 2 0,1 2 0,0 1 0,2 1 0,3-1-77,1 1 1,2 0 0,5 0 0,5-2-48,7 9 1,9 0 0,7-8-531,8-12 1,6-6-1,4-4 690,5-2 0,4-6 0,0-4 0,-2-4 0,-1-4 0,0-2 0,-2-3 0,-1 0 0,1 0 0</inkml:trace>
  <inkml:trace contextRef="#ctx0" brushRef="#br0" timeOffset="28384">7186 8802 7533,'-35'-10'1092,"1"0"0,0 7 0,2 6-797,9 8 1,2 6-701,-2 17 1,4 8 179,7-1 0,3 2 195,3-8 0,1 1 0,5-1-105,11 11 0,7-4 45,2-7 1,5-7 44,8-13 0,3-10 854,-1-14 1,-2-10-421,-10-3 1,-3-6 0,-1-2 89,0-4 1,-3-3 0,-2 0-1,-3 3 1,-3 0 0,-1 2 15,2-4 0,-7 9-1305,-9 20-1978,1 44 1149,4-11 1,4 3 128,8 10 0,3-2 1510,3 4 0,7-21 0,5-6 0,12-16 0</inkml:trace>
  <inkml:trace contextRef="#ctx0" brushRef="#br0" timeOffset="28750">7580 8855 7533,'-12'-30'3276,"0"15"-706,5 48-3200,3-3 1,3 3 44,7 8 1,4 0 44,-2-3 0,4-3 270,12-3 1,6-14 898,4-29 1,0-15-181,0-1 1,-2-7 60,-6-5 0,-1-8 0,-5 2 239,-7 10 1,-3 1-1,0 1-119,2-6 0,-1 8-1440,0 15 180,-7 38 1,-1 15-766,5-1 1,2 4 1299,-1 2 0,0 3 0,3-2 0,6 1 1,2-2-1,-3-11 0,-1-1 0,0 1 0</inkml:trace>
  <inkml:trace contextRef="#ctx0" brushRef="#br0" timeOffset="29602">9156 8731 7533,'-18'-18'1304,"0"-1"0,-15-6-1034,8 18 0,-3 6-135,3 2 0,-1 6 45,-13 17 0,1 8-1,6-3 1,3 3-90,7 0 0,1 4 0,4 0-30,7-1 0,4 0 0,3-1-240,3 5 0,7-2-225,13 2 1,8-9 449,8-19 0,3-12 179,6-12 1,-1-10-147,-12 3 1,-1-4 0,-2-4 41,-1-8 0,-1-4 0,-3 2-1,-5 8 1,-2 1 0,-1 2 420,1-12 0,-4 17 269,-9 48-1034,-10 8 0,0 6-705,7-7 1,4 1 0,4-1-600,8 12 0,9-9 1529,14-19 0,3-15 0,-3-22 0,-2-13 0,-13-1 0,1 0 0,-1 0 0</inkml:trace>
  <inkml:trace contextRef="#ctx0" brushRef="#br0" timeOffset="29890">9661 7990 7533,'-25'-27'3276,"6"17"-1676,10 32 0,5 13-1480,4-5 0,2 4 0,2 4-776,-1-2 1,0 3-1,1 3 1,0 0 0,1-1 395,0-1 1,0-1 0,0 1-1,0 1 1,1 1 4,0 0 0,0 2 0,0 1 1,0-1-1,0-1 0,-1-3-6,2 4 0,-1-3 1,0-2-1,2 0-579,2 13 1,1-2-1,3-9 840,0-13 0,3-13 0,20-38 0,-18-2 0,-1 1 0</inkml:trace>
  <inkml:trace contextRef="#ctx0" brushRef="#br0" timeOffset="30385">9980 8661 7533,'-12'-38'3276,"5"21"-886,1 58-2345,8-6 0,2 4 105,0 0 0,2 4 0,2-1-1243,2 1 1,2 0 0,3-4 679,4 10 1,7-13 180,6-25 1,2-13 186,-10-14 0,-2-11 45,-2-8 0,-2-7 0,-3 0 210,-2 5 0,-3 0 0,-1 1-210,1-8 0,-1 4 764,-2 3 1,-3 17-45,-4 59-586,-1-4 1,2 5-375,4-3 0,2 3 1,3 0-158,3 1 0,3-2 0,4-3 727,4-6 0,4-4 0,2-10 852,17-14 0,0-17-583,-17-7 1,-3-7 0,-3-5-510,-5 0 0,-3-4 0,-2-2 0,-3-1-225,-2 0 1,-2-3 0,-2 1-1,0 3-615,4-3 1,0 2-1,-4 5 750,-5-2 0,-5 16 0,-7 41 0,-1 14 0,0-1 0</inkml:trace>
  <inkml:trace contextRef="#ctx0" brushRef="#br0" timeOffset="31819">11261 8625 10051,'5'-19'2429,"7"-20"-1620,7 17-674,-10-3 0,-4-1-944,-16-3 179,-15 15 0,-9 10 390,-6 15 0,-5 11 1,-1 2 30,13-7 1,1 1 0,-1 3 0,1 1 433,-4 8 0,0 3 0,2 1 0,5 1-46,3 1 1,6 0 0,7-1-360,8 8 1,12-5-136,17-9 0,10-7 225,8-13 0,2-8 225,-2-3 0,0-6 105,-11-7 0,0-6 0,-3-2 74,7-12 1,-3-5 15,-10 9 0,-2-3 0,-2 1 344,4-5 1,-6 4 224,-9-1-1202,-10 55 0,1 16-1336,6 3 1,3 3 545,0-4 1,2 3 0,4-5 1077,15 6 0,8-13 1,-2-23-1,3-10 1,4-12-1,0 1 1</inkml:trace>
  <inkml:trace contextRef="#ctx0" brushRef="#br0" timeOffset="32686">11568 8678 7533,'-30'-19'3276,"9"3"-1965,4 32-1356,14 10 0,6 7-225,1 7 0,4 4-120,2-11 1,2 1-1,1-1-15,5 14 1,4-8 718,5-23 1,0-10-45,12-26 0,-24-12 0,-3-11 0,-4-2-360,-1 2 0,-3-2 0,-1 0 60,2-4 0,-1-1 0,-2 6-60,-2 3 0,0 19 720,0 65-601,1-2 1,2 8 0,-1 5-526,-1-14 1,1 4 0,0 1 0,-1 1 0,0 2 430,-2-7 1,1 2 0,-1 1 0,0 0 0,-1 1 0,0 0 0,-1-1 89,0 0 1,-1 1 0,0-1-1,-1 1 1,0-1 0,-2-1-1,-2-1 245,-2 3 0,-1 0 0,-2-1 0,-1-1 0,-2-3 0,0-2 366,-7 10 1,-1-1 0,-3-8 0,-3-10-278,-6-13 1,-2-10 0,3-11-420,5-10 0,4-11 0,4-5-330,4-11 0,7-7 1,6-3-177,6 5 0,6-2 0,4 0 0,3 0 98,1 9 0,4-1 1,2 2-1,2-1 1,2 2 52,-2 4 0,3 0 0,1 1 0,1 1 1,1 0-1,2 3 295,1 1 0,3 2 0,0 0 0,1 2 0,0 0 0,-1 1 174,3-3 0,-1 1 0,0 1 0,-1 1 0,-1-1 593,4 0 1,-1 1-1,-2-1 1,-4-1 311,-1-5 1,-3-2-1,-6-2-240,-7 3 1,-5-2 0,-2-1-413,-4-1 0,-3-1 0,-3 2-37,-5-10 0,-3 5 251,1 10 1,-1 5-1422,-1 9-404,19 36 0,9 15 1004,-1-8 0,2 2 0,2 4 295,0 6 1,2 4 0,0 2 0,-2-2-86,-2-7 0,-1-1 0,-2-1 0,0 0 180,0 11 0,-1-1 0,-5-7-135,-2-8 0,-9-9 1683,-19-13 0,-7-8-93,-19-10-2480,12 5 0,-1 1-704,10-1 1,3 2 1220,-6 3 1,41 16-1,17 3 1</inkml:trace>
  <inkml:trace contextRef="#ctx0" brushRef="#br0" timeOffset="34134">14066 7761 7533,'-13'-25'1079,"-4"-3"-89,9 1-901,-8 25 226,13 25 0,4 13-45,-3 0 0,0 6 0,1 5-867,0-4 0,1 4 0,0 3 0,1 2 0,-1-1 522,0-3 0,-1 2 0,1 0 0,0 0 0,0 1 0,1-2 30,-1-2 0,1 0 0,0 1 0,0-2 0,0-1 1,0-2 192,0 1 1,1-1 0,-1-1 0,0-4 0,1-5 211,0 15 0,3-21-360,0-29-300,-2-22 0,-5-16 0,1-2 0,4 2 0,1-2 1,0-2 260,0 3 1,-1-3-1,2 0 1,2 3 457,4-8 1,2 3 0,5 10 1218,8 10 0,5 12-1286,6 18 1,-1 14-263,-12 6 0,-2 8 0,-3 2-240,0 8 0,-2 3 0,-4-1 20,-7-8 0,-4-2 0,-3 0 130,-4 2 0,-3 0 0,-5-6 0,-15 0 0,-6-7 315,-3-4 0,-1-3-135,2-1 0,2-4 723,-10-1-813,61 5-405,22-14 1,13-7-204,-14 4 1,4 1 0,2-1 0,1-3 34,-2-4 1,2-3-1,1-2 1,-1-2-1,0 0 429,-3 0 0,0-1 0,0-1 0,-2-2 0,-3-1 279,5-6 0,-2-1 0,-4-3 0,-6-1 549,-3-5 1,-6-2 0,-10 2-190,-13-7 0,-15 7-1,-16 16 1,-8 13-16,8 13 1,-2 7 0,2 6-270,-2 8 0,1 5 0,7 4-630,6 5 0,6 4 0,12-2-750,16-1 1,12-1 0,8-6 259,1-10 1,6-6 0,4-2 0,-2-1 521,-5-2 0,-1 0 0,2-4 0,0-3 0,5-5 0,2-4 0,-1-3 0,-5-2 1,5-6-1,1-1 0</inkml:trace>
  <inkml:trace contextRef="#ctx0" brushRef="#br0" timeOffset="35006">16736 9049 7533,'-19'0'0,"-4"15"3148,14-11-1169,-2 4-1080,22-41-539,-6 1 0,-1-7-240,1 0 0,0-6 0,-3-2-382,-3 10 0,-1-2 0,-2-2 0,0-1 0,-1-1 336,0 2 1,-1-2 0,-1 0 0,1-1 0,-1 0 0,-1 0 30,1-1 0,0 0 0,-1-1 0,0 1 0,0 0 0,0 1-15,-1-6 0,-2 1 0,2 0 0,1 2 0,2 3-20,4 1 1,1 2-1,3 2 1,4 3-161,3-2 0,5 3 0,6 6-150,7 9 0,4 7 1,4 1-61,11 0 0,4 3 0,1 5-397,-10 4 0,3 4 0,-1 2 0,-2-1-23,9 0 0,-2 1 1,-3 5-91,-5 7 1,-3 6-1,-8 1 663,-8 2 1,-11 2 0,-21 14 0,-13 1 0,4-18 0,0 1 0,0 0 0</inkml:trace>
  <inkml:trace contextRef="#ctx0" brushRef="#br0" timeOffset="35167">16441 8520 7533,'-14'7'-810,"31"3"810,8-1 0,11-1 0,2 1 0,1-2 0,3 0 0,2-1 0,2 1 0,3 0 0,0 0 0,-1 0 0,1 0 0,0 0 0</inkml:trace>
  <inkml:trace contextRef="#ctx0" brushRef="#br0" timeOffset="35850">17574 8590 7533,'-16'-31'1092,"0"-1"0,-1 5 0,-2 2 546,0 4 0,-4 6-2081,-9 14 0,-3 8-67,5 4 1,-2 4-1,1 4-19,-4 9 0,0 6 0,4 2 559,2 1 0,3 3 0,4 1 150,4 0 0,5 1 0,8-2-304,16 8 0,14-6 304,-2-17 0,5-4 0,3-6-30,5-8 0,3-7 0,0-5 179,3-4 1,-1-6 0,-1-6 7,-8-3 0,-2-5 1,-2-2-1,-2 1-37,-1 0 0,-2 0 0,-4 0 329,6-16 1,-10 8-540,-18 22-1484,-12 43 0,1 19-245,12-11 1,5 2 545,1 1 1,3 3 0,7-6 548,9-11 0,8-6 0,1-5 633,5-7 1,2-6 0,0-6-90,2-7 0,-1-6 0,-2-4 30,-3-6 0,-2-4 0,-4-3 1062,-5-2 0,-4-2 0,-2 2 546,0-4 0,-5 0-161,-1-4 1,-13 10-848,-44 22-810,21 16 0,-2 6-60,-8 9 0,-4 7 0,4 5-58,6 6 0,4 5 0,2 1-62,1 3 0,2 1 0,9 1-90,10 0 1,9 0-1,6-4-643,9-5 1,7-3 0,3-7 1079,6-8 0,3-6 0,0-8 0,1-12 1,0-9-1,-2-4 0,-11-4 0,-1 1 1,0-1-1,1 1 0</inkml:trace>
  <inkml:trace contextRef="#ctx0" brushRef="#br0" timeOffset="36250">18816 7867 7533,'-30'-4'3276,"9"47"-2539,11-10 0,0 6 0,2 5-1393,3-3 1,1 5-1,0 3 1,1 0 0,0-1 86,-1-3 0,0 0 0,0 0 1,0 1-1,0 0 194,1 0 0,-1 1 0,-1 1 1,1-1-1,0-1 0,1-3-75,0 4 0,1-3 1,-1-2-1,-2-3 653,-3 1 0,-2-2 0,-1-10-203,-9-4 360,4-46 0,1-17 89,7 2 1,2-6 0,1-1 258,1 7 1,2-2 0,0 0 0,3-1 110,3-2 0,2-1 0,2 1 0,3 1-177,2 3 1,2 1 0,4 2 0,3 4-643,12-4 0,6 5 0,3 5-585,-8 8 0,3 3 1,1 2-1,-2 4 585,6 1 0,0 5 0,0 3 0,4 2 0,1 4 0,-2 0 0,-11 3 0,1-1 0,-1 0 0</inkml:trace>
  <inkml:trace contextRef="#ctx0" brushRef="#br0" timeOffset="37252">19493 8714 7533,'0'-28'1889,"-6"11"-1440,-12 1 271,-18 14-495,4-4 0,-3 4-135,-11 14 0,-1 7-150,14-5 0,0 1 0,3 3 0,2 9 0,2 4 0,5 0 15,-2 6 0,10 0-135,19 3 0,11-3 45,8-11 0,8-7 360,14-12 0,5-10-15,-15-5 0,1-5 0,-1-4-273,2-8 0,-1-7 0,-4-1 183,-3 0 0,-3-1 0,-4 1 195,2-6 0,-10 6-45,-17 15-270,-14 63-45,5-13 0,2 3-225,7-1 0,3 2 0,2-4-90,10 11 135,5-22 1,3-11-316,3-28 0,1-15 270,-4 6 0,2-3 1,-2-3 339,2-7 1,-1-3 0,-2 1 379,-1 4 0,-1 1 0,-1 2 269,3-8 1,0 7 89,9 11-89,0 27-180,-4 16 179,-7-1 91,-8 17-1350,-16 11 405,1-12 0,1 4-585,-2 11 1,3 0-765,3-6 0,3 0 1484,-1-6 0,0 1 0,5-8 0,22 5 0,2-5 0</inkml:trace>
  <inkml:trace contextRef="#ctx0" brushRef="#br0" timeOffset="38017">20416 8467 7533,'-15'-22'1214,"0"1"0,0-1 855,-1 22-1799,13 24 0,6 13-270,-3 10 0,0 6-445,0-10 0,1 2 0,-2 0 145,-2 0 0,-1 1 0,0-4 75,-2 7 1,-2-6 918,-4-10 0,-1-15-784,-1-27-270,20-21 45,13 4 0,10 1-45,0 13 0,5 4 1,1-1-328,11-5 0,2 0 0,2 1 709,-12 5 0,0 3 1,1-1-1,-3-3 188,9-6 0,-3-3 0,-4 0 553,1 1 1,-11-5 360,-19-11 0,-13-1-270,-9 13 1,-6 3-450,-11 0 0,-2 9-540,0 16 0,1 11-315,1 14 0,10 9-390,15-5 1,9 5 0,5-3 479,3-4 0,4-3 1,4-2 270,6 1 1,4-3 0,3-7 0,1-9-1,3-7 1,0-1 0,13-4 0,-1 0-1</inkml:trace>
  <inkml:trace contextRef="#ctx0" brushRef="#br0" timeOffset="38452">21585 7867 7533,'-31'-20'1574,"12"37"0,2 13-1514,6 2 0,3 5 0,1 4-552,1-5 1,-1 4 0,1 2 0,0 1 0,1 0 365,0 5 0,1 2 0,0 0 0,1 1 0,-1-1 18,1-1 0,-1 2 0,0-1 0,0-2 0,2-3 160,1-2 1,0-3 0,1-2 0,0-2-188,1 20 0,0-24 916,5-81-826,-1 16 0,-4-3-15,-5-3 0,-4-4 0,-2 4-165,0-2 0,-7 5 1169,-16-1 1,-5 16 494,7 30 0,2 13-1619,-1 11 1,9 8-271,13-4 0,7 4 0,5-1 220,6-3 1,5 0-1,3-3 230,3-2 0,1-1 0,0-8 0,13-1 0,-15-19 0</inkml:trace>
  <inkml:trace contextRef="#ctx0" brushRef="#br0" timeOffset="38617">20366 8184 7533,'-20'-19'468,"-1"-1"0,21-11 0,24 34 0,10 10 0,14-4 0,-1 1 0</inkml:trace>
  <inkml:trace contextRef="#ctx0" brushRef="#br0" timeOffset="40136">23099 8678 7533,'12'-25'2069,"6"-3"-1170,12-7-225,-14 14 1,1-1-90,4 0 0,0-1-316,-6 1 1,-4-1 45,-1-4 0,-8 3-675,-42-5-360,-2 19 1,-9 10 148,13 5 0,-4 5 1,-1 3-1,0 2 535,4 1 0,-1 2 0,1 2 0,-1 2 1,2 0 88,1 0 1,0 0 0,0 2 0,3 1 0,3 1 171,-2 9 0,2 2 0,5 1 0,5-1-75,6 1 0,7-1 0,8-2-210,11-3 0,9-2 0,5-4-210,6-3 0,5-5 0,3-8 39,-3-8 1,3-7 0,1-4 0,-1 0 230,2-2 0,0-2 0,0-2 0,-1-3 90,0-5 0,1-3 0,-3-3 0,-1-1-62,-5 0 0,-1-2 1,-2 0-1,-4 3 377,7-7 0,-8 3 699,-12-1 0,-9 13-924,-33 60-990,18-12 1,2 3-830,-2 18 1,7 2 1496,8-11 1,11-3 0,19-3-1,11-8 1,-10-16 0,1-1 0,-1 1-1</inkml:trace>
  <inkml:trace contextRef="#ctx0" brushRef="#br0" timeOffset="40468">23997 8396 0,'-3'-28'979,"1"-1"1,-16 3 0,-4 1 658,9-5 0,-6 5-1377,-11 17 1,-9 8-1,6 8-261,7 15 0,4 9-180,-1 0 0,1 4 1,8 2 262,12 5 0,9 3 1,6-2-84,1-9 0,4-1 0,3 0 0,0-1-23,0-1 1,2 1-1,1-3 1,0-2 511,6-1 1,0-4 0,-3 0 229,5 4 1,-16-5 2556,-27-13-2207,-27 0 0,-13-2-1129,13-1 0,-2-1 0,-1 2-864,-7 1 0,-3 0 0,6 3 924,0 6 0,8 1 0,4 10 0,47-3 0</inkml:trace>
  <inkml:trace contextRef="#ctx0" brushRef="#br0" timeOffset="41601">3263 10724 7533,'0'-33'3276,"0"4"-2081,0 4 0,0-1-205,0-19-1,-8 0-1438,-17 9-451,-17 32 1,-8 14 359,8 6 0,-2 8 1,0 5 182,7 0 0,-1 4 0,1 3 0,2 1 519,9-6 0,0 1 0,2 1 0,3 1 0,5 1 18,2 8 0,5 2 0,4 0 0,5-4-350,5-1 1,4-2 0,7-6-71,6-6 0,6-5 1,2-7 358,6-12 1,3-9 0,0-6 105,-7-5 0,0-7 0,-1-2 0,-1 1-45,6-3 0,-2-1 0,-2-1 449,-3-8 1,-4-1 0,-2 9 539,2 9-1349,-17 26-1125,5 33 1,5 11 1304,7-16 0,5-2 0,-1-3 0,5 1 0,1-6 0,4-11 0,-1 0 0,1 0 0</inkml:trace>
  <inkml:trace contextRef="#ctx0" brushRef="#br0" timeOffset="42337">4410 11095 7533,'-16'10'584,"-1"13"1,-1 9 134,2-5 1,0 3 0,1 3-942,1 0 0,-1 3 0,2 2 0,2 0 244,1 0 1,3 2 0,0-2-1,3-1-472,3 16 1,2-6 359,-1-12 0,4-14 603,11-33 1,2-15-379,-6-10 0,-3-8-113,1 11 1,0-3 0,0-2-1,0-2-481,-3 2 0,0-2 1,-1-1-1,0-1 1,0-2 428,0 2 0,-1-3 0,0 0 0,0-1 0,0 1 0,0 2 66,1-5 0,1 1 0,-1 1 0,0 1 0,0 1 323,-2-6 1,-1 0 0,2 5 0,7 9-90,12 3 0,3 19-91,-7 35 1,1 15-90,4-2 0,4 3 0,-4 3-42,-5 4 1,-4 2-1,0 0-168,2 0 0,-1 0 1,-6-1 29,-4 8 0,-12-4 449,-11-9 1,-9-10-720,-1-19 1,-3-10 649,-7-9 0,4-9-1460,10-8 1,9-3 449,8-2 1,12-1 179,12 5 1,11 0-1,0 5 540,6-1 0,2 4 0,1 4 0,3 0 0,-2 4 0,1 7 0,0 0 0</inkml:trace>
  <inkml:trace contextRef="#ctx0" brushRef="#br0" timeOffset="42903">4935 10795 7533,'19'43'3276,"-7"2"-2441,-8-18 1,-3-1 603,-6 11-450,3-27-719,-3-53-180,9-2 0,3-8-316,-3 9 1,0-2-1,2 1-254,1 1 0,1 1 1,2 2-1005,4-9 0,7 12 44,2 28 1,3 10 494,13 15 1,1 10 884,-8-3 0,-1 4 1,1-2 59,0-1 0,-1-1 0,0-4 404,8 0 1,-4-9 2473,2-19 91,-31-27-313,-26-8-1667,-16 26-989,8 29 0,1 13-405,3 10 1,7 8-286,10 4 0,8 4 1,8-3 89,7-13 0,6-3 1,4-3 569,0-2 0,4-2 0,1-13 479,11-20 1,3-17 0,-9-4-180,-15 4 0,-7-3 0,-3-3-1,-2-15 1,-6-4 0,-10 7-590,-18 3 0,-10 7-70,9 12 0,-3 2 1,1 6-1250,-11 11 1,5 8 1629,2 8 1,36 11-1,9 3 1,8-2-1,-1-1 1</inkml:trace>
  <inkml:trace contextRef="#ctx0" brushRef="#br0" timeOffset="43824">6350 9878 7533,'-12'-18'1259,"-1"8"-1079,6 42 359,4 4 1,1 8-203,1-10 0,1 4 1,0 1-1,1 1-313,1 6 1,0 1 0,1 1 0,1-1-228,0 0 1,1-1 0,0 0 0,0-5 155,0-1 0,0-3 1,0-4 271,7 2 0,-7-15 494,-22-38-1169,-4 1 1,-5-1 314,-13 0 0,-5 7 105,8 9 0,-2 5 0,1 2 345,-10-2 0,3 9 134,17 11 1,0 9 0,5 2 0,5-1-675,4 8 0,12 2-105,10 1 0,8 2 0,5-7 150,7-2 1,10-11 134,2-14 0,10-5 0,1-5 0,-7-5 135,-7-7-1,-4-6 1,2-1-81,2 2 0,2 0 1,-1-2-1,-7-3 141,-4-7 0,-7-4 0,-1 1 213,3-7 0,-5 3 87,-12-3-1,-23 21-1078,-5 34-1,-3 25 270,20-4 622,13-9 1,7-1-219,5-8 1,3-5 135,2 2 0,3-8 636,13-20 1,-1-12-368,-16 3 1,-4-5 359,6-11 1,-5 0 180,-10-1-2249,-11 36-361,5 20-19,2 11 1,4 5 1592,7-3 0,6 0 1,0-5-1,3-1 1,2-1-1,4-3 1,1-1-1,0 1 1</inkml:trace>
  <inkml:trace contextRef="#ctx0" brushRef="#br0" timeOffset="44218">7507 10636 7533,'-37'-2'3148,"0"12"-2968,17 12 0,3 7 134,2 6 1,4 3-180,-1 6 0,6 2-360,9 4 0,11-4-719,9-17 0,8-9-149,2-12 1,4-6 0,-1-4 1062,6-5 1,-1-10 0,-8-8 0,1-10 0,-1-4-1,-3 1 1,-9 2 0,1 0 0,-1 1 0,0-1 0</inkml:trace>
  <inkml:trace contextRef="#ctx0" brushRef="#br0" timeOffset="44434">7999 10107 7533,'0'-36'1638,"0"0"0,-6-10 1638,5 54-2999,-5 21 0,1 13-682,4-7 0,2 4 0,1 3 1,0-1-416,-1-2 1,0 1 0,1 0 0,1 1-1,2 8 1,1 2 0,1 0 0,0-4-43,1 4 0,1-3 0,0-4 951,3 7 1,-5-9 0,-13-9 0,-14-55-1</inkml:trace>
  <inkml:trace contextRef="#ctx0" brushRef="#br0" timeOffset="44602">7900 10548 7533,'-10'-42'1092,"0"0"0,0 7 0,9 3 546,23 5 0,12 5-1124,-4 8 1,4 2-1,3-1-1334,6-4 1,3-1 0,3 0 0,-2 2 584,-6 5 1,-1 2 0,1 0 0,1-1 0,-1-1 0,2 0 0,0-1 0,0 0 0,-2 1 0,0 2 0,0 0 0,0-1 0,0 1 0</inkml:trace>
  <inkml:trace contextRef="#ctx0" brushRef="#br0" timeOffset="45286">10140 10425 7533,'-35'-9'749,"-1"0"1,1 8-1,-1 8-30,-3 10 1,-3 9 0,4 5-1207,7 6 1,5 4 0,1 3 486,4-9 0,0 3 0,3-1 0,5 0 0,5 5 0,7-1 0,10-11-405,29-12 1,8-16 449,-10-9 0,2-9 22,-5-5 1,3-6-1,-2-4 1,-5 0-128,-3-7 0,-6-1 0,-4-4-116,-5 5 1,-2-3-1,-3 0 1,-5 3-65,-5-5 0,-6 3 0,-5 3 332,-3 6 1,-5 3 0,-1 9-903,-4 8 0,6 14-449,19 19 0,11 9 1259,6-3 0,8 2 0,3-2 0,7 1 0,3 1 0,0-1 0,-1-3 0,0-1 0,0 0 0,0 1 0</inkml:trace>
  <inkml:trace contextRef="#ctx0" brushRef="#br0" timeOffset="45633">10584 10883 10051,'-7'20'3276,"-4"-5"-885,-2-22-1986,3-15 0,1-5-316,-1 2 1,1-1-236,0-17 0,0-8 92,1 12 0,-1-4 0,-1-4 0,1 0 0,0 1-192,1 3 0,0 1 1,1-1-1,0-1 1,0-1 304,-1-2 1,0-3 0,0-1 0,0 1 0,1 1 0,2 4 75,-1-6 0,2 4 0,1 2 0,5 3-225,4 1 0,3 4 0,6 6-180,12 4 1,8 9-421,5 5 0,7 6 1,-3 1 329,-10 1 0,-2 2 0,2 3-284,3 4 1,3 3 0,0 3 0,-7 1-931,5 5 0,-8 7 1574,-13 7 0,-5 6 0,-9 0 0,-18 7 0,-13 0 0,-5-6 0,1 0 0,-1 1 0</inkml:trace>
  <inkml:trace contextRef="#ctx0" brushRef="#br0" timeOffset="45818">10313 10319 7533,'0'10'1638,"20"-8"0,10-4 0,8-2 0,6-2-2458,-6 0 1,4-1 0,1 0 0,-3 1 639,-1 2 1,-2 0-1,2 1 1,-1-2 0,3 1-1,1 0 1,-2 1-1,3 3 1,0 0 0,1 0-1</inkml:trace>
  <inkml:trace contextRef="#ctx0" brushRef="#br0" timeOffset="46540">12134 10478 8072,'-37'-2'810,"0"19"-136,14 10 1,3 7-46,2 5 1,4 4-45,1 6 0,6 0-540,11-2 0,10-6-225,13-12 0,8-11 90,10-14 0,4-15 112,-15-5 1,0-6-1,1-3 1,-4-1-403,5-4 0,-4-2 1,0-4 401,-5 2 1,1-4-1,-3 1 1,-5 3-68,0-1 0,-7 2 618,-6-2 0,-9 11 147,-13 24-4,-1 17 1,2 9-942,4 16 0,6 4-345,5-13 0,2 1 1,5 1-524,5 9 1,6 2 0,3-6 11,10-4 1,3-4 1167,-3 7 1,-1-13 0,-7-32 0,-3-10-1,-1-15 1</inkml:trace>
  <inkml:trace contextRef="#ctx0" brushRef="#br0" timeOffset="46941">12836 10548 7533,'-6'-20'3276,"-1"-3"-1245,-5 29-1222,0 27-674,7-3 0,3 5-135,-2 9 0,2 2-765,6-4 1,3-4 314,12 7 630,24-52-135,-20-23 0,-1-11 284,-2 5 1,1-4 0,-2-2 0,-5 7 1,-1-2 0,-1 1 0,0 1 418,-1-2 1,-1 2 0,1 5-211,4 2 1,-2 13-2069,-1 53 989,-3-4 1,1 6-281,0-5 1,2 5 0,1 1 0,-1-6 409,2 5 0,2-2 1,1 5-1,3 4 1,0-7-1,-1-13 0,0 1 1</inkml:trace>
  <inkml:trace contextRef="#ctx0" brushRef="#br0" timeOffset="47418">13438 10372 7533,'-26'-10'3276,"3"2"-346,38 32-2570,-5 0 0,2 4-91,5-1 1,5 0 0,-1 2-1047,0 3 0,0 1 0,0 0-243,0 0 1,0 0 0,0-3 1036,7 3 0,-1-9 1,-1-15-1,-10-40 1</inkml:trace>
  <inkml:trace contextRef="#ctx0" brushRef="#br0" timeOffset="47820">13882 10442 0,'0'-25'2309,"0"13"852,0-4-2531,0 32 1858,0 11-1859,-1-1 1,2 1 249,3 4 1,2 1-565,-3 3 0,2 1 1323,8 0 0,3-2-1175,-4-5 0,2-3-14,6-3 1,2-11 0,3-22 0,0-11-540,6-12 0,-1-9-540,-9 2 0,-1-6 1,-3-1-464,-3 2 1,-1-1 0,-2 2 840,-2 9 1,-1 1-1,-3 3 1,-6-2-1,-4 7 1,-2 11-1</inkml:trace>
  <inkml:trace contextRef="#ctx0" brushRef="#br0" timeOffset="48574">14582 10407 7533,'-12'-10'2069,"-5"-13"-1530,-2 19 91,-11-20 179,-18 22-629,19 5 0,0 2-180,3-1 0,0 4 45,-10 17 0,4 7 180,12-6 0,4 5-45,1-2 0,1 4 0,6 1-180,9 12 0,9-2-315,9-5 0,7-6 45,7-9 0,4-13 240,-6-15 0,3-9 0,-3-3 30,-2-3 0,-1-3 0,-2-3 30,1-7 0,-1-2 0,-3 2 330,4-6 0,-7 3 359,-13-8-629,-26 59-45,8 5 0,0 5-495,-5 8 1,3 4-1190,12 6 1,6-2 578,3-16 0,4-3 1060,2 2 0,4-8 0,11-24 0,1-10 0,-1-3 0,0 1 0</inkml:trace>
  <inkml:trace contextRef="#ctx0" brushRef="#br0" timeOffset="49874">14805 10672 7533,'-27'17'3276,"10"16"-1965,17-3-1131,6-3-270,18-27-90,2-35-90,-10 6 0,-1-5-30,-3 2 0,0-4 1,0 0 269,-2 0 0,0-1 0,1 1 240,3 1 0,0 1 0,1 3-165,0-5 0,2 11 314,24 25 181,-14 29 270,-8 16-316,-12-19 1,-3-1 225,-15 21-451,3-1-989,-2-16 1,2 0 224,6-1 1,2-1 224,1 5 0,5-1-315,9-2 1,6-5 404,2-6 0,4-9 315,7-15 0,0-11 90,2-8 0,-3-7 44,-4-7 1,-2-4-90,-4 8 0,1 0 0,-1 3-135,0 1 0,1 3 45,6 0 0,1 5-90,6 7 0,-2 16 1169,-15 0-179,3 0-451,-21 0-1168,-20 0-810,-26 8 989,14 7 0,-2 3 0,-1 0 1,3 4 269,2 18 0,6 4 45,7-11 0,6 1-45,12 7 0,10-4 90,7-14 0,5-9 45,14-15 0,3-13 15,-8-7 0,-1-6 0,-1-6 77,-4-1 1,-1-5-1,-1-3 1,-2-2 275,-3 4 1,-1-2 0,-1-2 0,-1 0 0,-2 1-522,-1 3 1,-2 1 0,0 0 0,-2 1 0,0 0 264,1-5 1,-1 0-1,-1 1 1,-3 5 696,-3-11 1,-2 10-1395,4 18-449,-23 48 674,10 1 0,0 6 105,-4 7 0,-2 5 1,1 0 261,3-9 1,0-1 0,1 3 127,1 6 0,0 4 0,1 0 0,2-2-61,-1 3 1,2-2 0,4 0-8,2-10 0,2 1 0,2-2 0,1-4-67,5 14 0,8-15 315,18-29 0,4-16 45,-11-14 0,-2-7-226,-4 5 1,2-3 0,-4 0-90,0-12 0,-5 0 90,-1-2 0,-5 3 360,-10 15 0,-6 3 953,-21-9-189,-3 50 0,-2 17-1274,8-2 0,1 5 0,2 2-270,3 5 0,3 2 1,7 1-661,6 2 1,7 0 0,7-6 137,5-11 1,5-3 0,1-8 176,10-1 1,1-14 674,8-21 0,-10-15 0,-27-3 0,-11-7 0,0-1 0,3-7 0,0-1 0,0 1 0</inkml:trace>
  <inkml:trace contextRef="#ctx0" brushRef="#br0" timeOffset="50035">16059 10107 7533,'-13'-20'3276,"29"20"-2774,29 20-502,-16-6 0,1 0 0,-2-1 0,-1-1 0,9 6 0</inkml:trace>
  <inkml:trace contextRef="#ctx0" brushRef="#br0" timeOffset="50224">15001 10160 7533,'-29'-12'359,"1"0"1,0 7 0,-1-11 0,2 0 0,8 6-1</inkml:trace>
  <inkml:trace contextRef="#ctx0" brushRef="#br0" timeOffset="50423">13721 10037 7533,'-16'-20'0,"51"-4"0,5 20 0,0-1 0</inkml:trace>
  <inkml:trace contextRef="#ctx0" brushRef="#br0" timeOffset="51287">18016 9825 7533,'-9'-28'1638,"-1"1"0,-2-8-327,1 35-1131,8 26 0,5 14-120,-4-6 0,0 3 0,0 2-475,1 0 0,-1 3 0,1 2 0,0 0 235,0 4 0,1 2 0,0-1 1,-1-2-31,0 2 0,-2-2 0,2-2 223,1-7 0,1-1 0,-2-10 257,-5-12-1350,-17-50 270,-1 8 1,-7-1 419,-3 3 0,-5 1 1,-3 3 343,-1 3 1,-3 5 0,0 4 884,-2 6 1,-1 5-1,2 7 253,1 11 0,3 8 0,7 5-805,13-1 0,5 3 1,4 2-198,-1-2 0,3 1 0,12-2 277,19 6 0,14-2 0,6-8-592,-5-15 0,4-7 1,3-2-1,-1 2 45,3 5 0,0 2 0,2-3 0,0-5 119,-1-6 1,2-3-1,1-4 1,-3-2-1,-7-2 1,-2-5-1,-6-3 1,0-2-1,5-4 1,0 0-1,0 0 1</inkml:trace>
  <inkml:trace contextRef="#ctx0" brushRef="#br0" timeOffset="51502">18226 10425 7533,'-26'-20'3276,"8"20"-975,12 43-3921,14-8 1,6 3 689,0-3 1,3 2 0,1-4 929,4 4 0,6-5 0,3-9 0,5-3 0,-1-6 0,8-10 0,-1 0 0</inkml:trace>
  <inkml:trace contextRef="#ctx0" brushRef="#br0" timeOffset="51886">18841 10478 7533,'2'-39'1092,"1"1"0,-1 4 0,-2 1 546,-2 1 0,-2 2-725,-4-11-1003,-26 39-180,11 18 1,2 9-91,-1 2 0,3 5 210,5-3 0,1 3 0,4 3 180,4 6 0,3 3 0,4-2-165,2 3 1,4 0 104,3 1 0,2 2 0,-1-9-60,6 5 314,-1-16 1,-7-9-225,-26-27-269,-21-10 134,14 9 0,-1-2-855,1-1 1,2-1-1890,-2-5 2879,23 9 0,25-10 0,12-2 0,3 2 0,0-1 0</inkml:trace>
  <inkml:trace contextRef="#ctx0" brushRef="#br0" timeOffset="52151">19210 10037 7533,'-6'-26'1638,"1"1"0,-3-7 1638,-4 22-2730,7 33 1,5 15-772,-1 6 1,2 6-285,-2-13 1,1 4 0,0 1 0,1 1-148,-1-4 1,1 2-1,0 0 1,0 0 0,1-1-165,-1 4 1,1-1 0,0 0 0,-1-1 765,2 1 1,1 2 0,-2-6 0,-4-11 0,-9-8 0,-9-54 0</inkml:trace>
  <inkml:trace contextRef="#ctx0" brushRef="#br0" timeOffset="52326">19001 10389 7533,'-19'-45'1638,"21"19"0,11 1 0,23 4 0,11 5-1424,-7 1 1,4-1 0,2 4-1035,-6 5 1,2 2 0,0 1 0,-3 0 496,1-2 0,-3 0 0,-1 3 0,12 5 0,-4 3 0,-19 0 0,0 0 1</inkml:trace>
  <inkml:trace contextRef="#ctx0" brushRef="#br0" timeOffset="53418">19628 10672 7533,'-26'25'3276,"3"18"-2235,16-4 39,7-3-451,13-36-269,5-44-180,-5 18 0,-1-4-330,0-4 0,-1-5 0,2 2-120,-1 3 0,0 1 1,2-2 29,6-9 0,2-2 0,1 5 330,6-1 0,1 7 135,4 9 0,0 11-1,-9 17 1,-1 8 270,1 9 0,-2 5 44,9 13 1,-7-2 0,-14-9-1350,-22-16 361,-8 21-271,-18-1 630,22-3 0,3 6-450,-3 14 1,7 0-1,10-11 0,6-1 90,9 8 1,9-10-1,9-25 0,5-14 240,-6-7 0,2-9 1,-1-3 103,-5 0 1,-2-4 0,0-2 0,-2-2 213,-3 1 0,0-2 0,-2-2 0,-1-1 0,-1 0-54,-2-2 0,-1 0 0,-1 0 0,-1-1 0,-1 1 80,1-9 1,-1 0 0,-1 1 0,-3 1 22,-3 7 1,-1-1-1,-2 3 1,0 2 471,2-10 1,-4 10-540,-7 19 225,-2 38 0,-1 17-855,1-6 0,-1 3 1,0 3 203,0 1 0,-1 3 0,1 3 1,0-1 353,2-3 0,0 0 0,1 1 0,0 0 0,0 1 53,1 2 1,-1 2 0,2 0 0,1-2 0,2-1-117,3 4 0,3-1 0,2-3 0,1-4 616,1-2 0,1-4 1,7-13-168,18-23 1,2-18-75,-11-9 0,-4-11 0,-2-2-269,-3 7 0,-2-2 1,-1-1-1,-2-1-151,0-3 0,-1-1 0,-2-1 0,-4 3-360,-5-5 1,-4 2-1,-3 3-180,-6-9 1,-8 10-1010,-7 21 1,-1 11 1557,-3 10 1,26 39 0,27-5 0</inkml:trace>
  <inkml:trace contextRef="#ctx0" brushRef="#br0" timeOffset="54335">20945 10495 7533,'-6'-33'1979,"0"11"-810,-7-11 90,-15 47-359,-5 23-451,12 0 1,4 6-240,6-8 0,2 1 0,4-1-435,3 5 0,9-3-270,22 1 1,7-10 314,12-18 30,-7-19 0,6-10 0,-5-2 465,-11-3 0,-2-5-94,1-2 0,2-5 1,-5 1-133,-6-2 1,-5 2 270,-6 2 0,-8 11-180,-9 20-630,-12 25 90,9 16 1,6 7-811,7-5 1,5 0 719,2-5 0,7-5-494,16-4 0,6-13 584,-10-22 0,1-10 90,2-5 0,1-7 0,-3-3 330,-8-1 0,-3-3 0,0-4-180,1 0 1,0-4 0,-1-1 0,-1-2 442,-5 5 1,-1-1 0,-1-1 0,-1 0 0,0 2 58,1-2 0,-1 1 1,-1 1-1,1 1 667,0-14 1,0 1 0,-2 21 695,-2 26-1745,-5 39 0,-2 18 134,1-7 1,0 5-518,0-3 1,0 6 0,0 2 0,0-2-438,0-9 1,0-2 0,0 1 0,0 2 182,-1 1 1,1 2 0,-1 2-1,0-2 1,-2-3 118,-1-1 1,-2-2 0,0-1 0,-1-3 517,-4 19 0,-5-14 0,-16-30 0,9-32 0</inkml:trace>
  <inkml:trace contextRef="#ctx0" brushRef="#br0" timeOffset="54526">21511 10654 7533,'-10'-44'819,"-1"0"0,1 1 0,-3-1 0,6 1 273,10 6 0,5-1 0,4 8 2184,23-4-3013,-8 16 1,7-3 0,3 2 0,-2 5-924,1 6 1,0 4 0,3 0-161,1-4 1,4-2 0,-1 2 0,-2 3-274,-1 5 1,-2 4 0,-3-1 453,8-3 0,-5 2 0,3 14 1,-30-6-1</inkml:trace>
  <inkml:trace contextRef="#ctx0" brushRef="#br0" timeOffset="54901">22151 10478 7533,'-32'-16'3276,"8"20"-886,11 13-2615,11 12 1,4 5-541,4 7 1,1 0 629,-3-4 0,5-1-1504,17 8 1,4-6-122,3-4 1690,1-8 0,2-11 0,-11-26 0,-1-10 0,4-3 0,0-1 0</inkml:trace>
  <inkml:trace contextRef="#ctx0" brushRef="#br0" timeOffset="55584">22545 10636 7533,'5'-49'3276,"-3"16"-2216,-1 7 1,-2 1-1151,-12 0 270,-22 46-540,17 0 0,2 5 135,-4 17 0,3 4 0,5-6 0,6 1-360,8 1 1,7-2 359,1-14 0,6-7 315,10-9 0,3-10 270,-5-19 0,-2-9-1,1-9 1,-4-5-240,-10 8 0,-4-2 0,-1-1 300,-1-2 0,-2 0 0,0 3-16,2-2 1,0 3-45,1-8 0,4 10-180,12 22-630,4 12 405,-10 19 0,-3 7 135,8 13-135,-11-1 0,-4 4-135,0-7 0,-3-1 90,-3 0 0,-1 0-315,4 4 1,2-3 44,4-6-360,29-31 495,-9-22 1,2-11 553,-4 1 1,0-5 0,0 0-229,-1 3 1,-1 0 0,0 0 767,-3 1 1,-2 0 0,-2 3 164,-3 3 1,-1 9-1305,-1 18-900,-16 45-898,3 4 429,1 1 1,2-2 1404,12-3 1,11-12-1,9-7 1,3-18 0,1 0-1</inkml:trace>
  <inkml:trace contextRef="#ctx0" brushRef="#br0" timeOffset="55950">23480 10513 7533,'6'-49'1638,"-2"17"0,-1-1 0,-3 3 0,-4 1-732,-8 0 1,-7 9-1087,-5 23 0,-4 10 0,-10 10 0,2 7-405,8 1 1,5 5 164,7-2 0,4 4 1,4-1 14,5 6 0,6-1 225,2-7 0,4 1 0,2-4 45,7 3 1,2-5 583,-4-2 1,1-5 270,6-5-1080,-45-10-1979,-23-1 1394,11-6 1,-2 0 944,8 4 0,-1-2 0,-11-5 0,0-4 0,7 1 0,1 1 0</inkml:trace>
  <inkml:trace contextRef="#ctx0" brushRef="#br0" timeOffset="56140">22483 10178 7533,'-25'-22'655,"1"1"0,-9-9 1,-1-3-1,15 15 0</inkml:trace>
  <inkml:trace contextRef="#ctx0" brushRef="#br0" timeOffset="56724">20095 10089 7533,'-18'-35'2788,"0"16"-2788,11 3 0,-4 24 0,4 2 0</inkml:trace>
  <inkml:trace contextRef="#ctx0" brushRef="#br0" timeOffset="57007">18520 10142 7533,'-41'-14'0,"-1"-1"0,-2-9 0,36 24 0</inkml:trace>
  <inkml:trace contextRef="#ctx0" brushRef="#br0" timeOffset="62217">7298 12188 7803,'-19'-9'3276,"1"17"-1066,11 35-1940,6-3 0,2 8-45,0-12 0,0 2 0,1 3 0,1 1-536,0 4 0,0 2 1,0 0-1,0 0 311,-1 0 0,0 0 0,-1-1 0,1 0 45,0-4 0,0 0 0,-1-2 0,0-4 113,-3 16 0,-2-8-563,-2-16 0,0-5-1214,-3 0-90,-7-24 450,14-8-720,-3-2 2233,10-7 0,8-9 0,6-1 1</inkml:trace>
  <inkml:trace contextRef="#ctx0" brushRef="#br0" timeOffset="62702">7236 12188 7533,'-13'-35'3276,"7"8"-1155,28 9-1537,1 19 1,4 6-315,18 5 0,3 3-91,-16-4 1,0 1 0,0 3-330,6 8 0,0 5 1,-6 3-276,-9-3 1,-4 3 0,-6 2 154,-6 10 0,-7 3 1,-6-2 89,-3-5 0,-6-3 0,-5-1 112,-2-5 1,-6 0-1,-2-3 1,2-4-23,-12 0 0,1-5-438,-2 7 1,4-11-1632,6-29 0,26 3 2159,12-14 0,39 9 0,0-1 0</inkml:trace>
  <inkml:trace contextRef="#ctx0" brushRef="#br0" timeOffset="63084">8282 12206 7533,'-18'-35'3276,"-1"7"-796,-11 3-3379,-12 23 314,9 14 1,-1 9 314,4 6 0,1 6 0,0 3 44,4-1 0,0 2 0,2 3 0,2 1 424,5-3 0,2 3 0,1 0 0,2 1 0,1 0-234,0-1 0,1 1 0,1-1 0,3 1 0,3-2-97,4 6 0,3 0 1,4-1-1,3-4 133,5 5 0,4-3 0,4-8 0,12-7 0,4-11 0,4-15 0,1 0 0</inkml:trace>
  <inkml:trace contextRef="#ctx0" brushRef="#br0" timeOffset="63817">8503 12365 7533,'-13'-35'3238,"-3"15"-1799,14 4-450,-3 16 271,21 40-991,-9-17 1,1 3-150,4 5 0,3 4 0,-1 2-341,-1 8 0,0 2 0,-1 1 63,-1-12 1,0 1-1,0 0 1,0 0-413,4 11 0,-1 1 1,0-3-61,-4-9 0,0-2 1,1-4 224,1-2 0,1-5 405,5 10 0,-28-40 0,-5-6 0</inkml:trace>
  <inkml:trace contextRef="#ctx0" brushRef="#br0" timeOffset="64084">8356 13176 7533,'-19'-8'2069,"1"6"359,11-29-1394,24 6 1,10-3-316,-1-6 1,3-6 0,5 1-997,-6 10 1,2 0 0,2 1-1,1-2 1,-1 0 60,1-2 0,1-1 0,-1 0 1,0 1-1,-1 2-549,2 0 1,0 3-1,-1 0 1,-3 1-329,-1-4 1,-3 0 0,-3 8 797,6 2 1,-29 20-1,-7 20 1</inkml:trace>
  <inkml:trace contextRef="#ctx0" brushRef="#br0" timeOffset="64257">9032 12823 7533,'0'39'1092,"0"-1"0,-2 2 0,-1 2-347,3 7 1,-1 0-746,-3-3 0,3-4 0,11 5 0,4-15 0</inkml:trace>
  <inkml:trace contextRef="#ctx0" brushRef="#br0" timeOffset="64800">9463 12435 7533,'-14'-9'3276,"14"16"-616,25 21-2840,-7-6 1,2 1-1460,14 8 1,4-1 38,-3-5 0,1-3 1432,2 0 0,-1-9 1,-6-17-1,-2-8 1,-8-7-1,0-1 0</inkml:trace>
  <inkml:trace contextRef="#ctx0" brushRef="#br0" timeOffset="65050">9968 12365 7533,'0'-26'2698,"0"7"270,-11 1-1888,-3 42-945,-7 15 0,-4 8-225,9-14 0,1 2 0,0 3-367,-3 5 1,-1 4 0,0 1 0,2 0-39,1-4 0,2-1 1,0 0-1,1-1-45,1-1 0,0-1 1,1-1-1,2-2 314,-1 3 1,1-2 0,5-4-900,5-2 1,3-7 1124,-1-14 0,30-11 0,-6-19 0</inkml:trace>
  <inkml:trace contextRef="#ctx0" brushRef="#br0" timeOffset="65200">10005 12982 12570,'-13'36'-304,"0"-1"0,1-3 1,0 3-1,2 0 1,1 1-1,1 1 1,-1-1-1</inkml:trace>
  <inkml:trace contextRef="#ctx0" brushRef="#br0" timeOffset="66052">10361 12418 7533,'-13'-20'2518,"3"-11"-1079,20 19-179,20-21-856,-2 25 1,5 4-45,13-5 0,2 2-180,-15 8 0,1 2 0,0 1-270,15 3 0,-5 4-180,-14 4 0,-10 5 45,-15 5 0,-10 3-135,-15 14 1,-10 2 239,3-13 0,-4-1 0,1 1-77,2 3 0,1 1 1,-1 2 578,2-4 0,-1 2 1,2-1-1,3-1-202,4 0 0,4 0 0,2-1-120,0 4 0,2 0 0,9-4 119,13-3 1,9-7-450,12-9 1,8-8 59,-6-5 0,3-3 0,-2-2-510,11-4 1,-1-2-920,5-1 1,-6-3 1609,-17 2 1,-12 1 0,-26 2 0,-26 2 0</inkml:trace>
  <inkml:trace contextRef="#ctx0" brushRef="#br0" timeOffset="66317">10276 12735 7533,'-44'-17'3276,"18"-1"0,37 0-2325,17 12 1,11 3-1042,-3-3 0,5 0 0,1 2-730,-6 2 1,2 2 0,0 0 0,0 0-1,3-2 1,0 0 0,0 0 0,-4 0 637,0 1 1,-3 1-1,-1 1 1,16 2 0,-6 2-1,1 5 1</inkml:trace>
  <inkml:trace contextRef="#ctx0" brushRef="#br0" timeOffset="66652">11137 11994 7533,'17'-2'1638,"6"18"0,1 10-546,0 3 0,0 7 0,-2 4-1105,-5-4 0,-1 2 1,-1 4-1,-2 1 0,-1 0-122,-3-1 0,-1 2 0,-2 1 0,-1 1 1,-2 0-1,-1 0-105,-3 3 0,-1 0 0,-2 1 0,-2 0 1,-1-1-1,-1 0-135,-2-3 0,0 0 0,-2 0 1,-2-2-1,-1-1 0,-1-2 33,-3 2 0,-2-2 0,-2-2 1,0-2-1,0-3-243,-2 1 0,0-3 1,-1-2-1,1-5 585,-14 4 0,1-5 0,3-3 0,2-3 0,-6 2 0</inkml:trace>
  <inkml:trace contextRef="#ctx0" brushRef="#br0" timeOffset="70567">11936 12647 7083,'-13'0'2159,"-3"0"-270,4 0-990,-2 0 990,-4 0-630,17 0-989,29-8-225,14 7 0,7 0-855,-3-3 1,3 0 22,-12 5 0,4 1 0,-1 0 0,-5 1 157,2 1 1,-3 2 629,14 4 0,-16 6 0,-51 27 0,3-16 0,1 1 0</inkml:trace>
  <inkml:trace contextRef="#ctx0" brushRef="#br0" timeOffset="70874">11925 12929 7533,'-25'-8'3276,"-5"7"-256,20-7-1131,55 0-1574,0 3 0,8 0-1408,-7 2 1,4-1 0,-1 1 924,-2 0 0,-1 0 0,-2 1 0,4 5 0,-3 2 0,-13 0 0,0 0 0</inkml:trace>
  <inkml:trace contextRef="#ctx0" brushRef="#br0" timeOffset="74751">13303 12241 7263,'-14'-17'1889,"-2"-1"-1170,14 0 181,-3 1-540,5 7 719,0 34-809,5 23-150,-4-10 0,-1 6 0,1 4-386,0-3 1,0 2 0,1 2 0,-1 0 139,-1-6 0,1 0 0,-2 1 0,1 0 0,0-1 0,0-1 0,0 2 0,1-2 1,-1-1-1,-1-1 186,-1 11 0,0-3 0,1-5-285,0-4 0,0-6-854,-4 2-1440,5-50 2519,5 10 0,-3-21 0,-2-9 0,5-13 0</inkml:trace>
  <inkml:trace contextRef="#ctx0" brushRef="#br0" timeOffset="75151">13253 12259 7533,'-6'-25'1638,"0"-1"0,11-13 1292,19 4-2210,21 35-391,-14 11 1,5 7 0,-3 4-300,-4 2 0,-2 4 0,-1 2-597,5 6 1,0 3 0,-7 2 266,-8-6 0,-5 1 0,-7 0-210,-13 5 1,-8 1-1,-4-5 98,1-9 1,-3-3 0,-3-2 171,-7 3 0,-3-2 0,2-5-255,-3-4 1,3-5 134,-8-2-1709,31-16 2069,35 6 0,6-11 0,5-5 0,10 3 0,1 1 0</inkml:trace>
  <inkml:trace contextRef="#ctx0" brushRef="#br0" timeOffset="75467">14017 12259 7533,'-12'-31'1638,"-1"-1"0,-6-5 1638,-21 21-3404,18 38 0,-1 13 38,-3-2 0,-2 4 0,3 1-141,5-2 0,2 1 0,1 6 213,4-2 0,-1 7 0,2 1 0,3-1 0,5-5-282,7 1 0,5-3 0,2 1-285,-1 3 1,2 3-1,3-1 1,4-8 584,6-8 0,5-6 0,1-3 0,-1-3 0,0-2 0,-1-2 0,9 3 0,-1-1 0</inkml:trace>
  <inkml:trace contextRef="#ctx0" brushRef="#br0" timeOffset="76134">14361 12347 7533,'-11'-35'2698,"3"8"-1169,-4 1-269,12 24 179,17 35-1170,1 1 1,1 5-240,-4-5 0,0 2 0,1 2-628,-2-5 1,2 3-1,-1-1 1,0 0-153,2 8 1,0-1-1,-1 0 120,0-2 1,-2-1-1,0-2-413,3 8 0,-4-4 1043,-7-13 0,-5-3 0,-13 2 0,-15-11 0</inkml:trace>
  <inkml:trace contextRef="#ctx0" brushRef="#br0" timeOffset="76417">14263 13159 7533,'-26'-26'1638,"26"-1"0,10-5-546,9-3 0,8-3 0,4-2-1079,-7 9 1,2-1 0,1-1 0,2-1 0,0 1-14,-2 2 0,1-1 0,0 0 0,1 0 0,0 1 0,-1 1-342,2-1 0,0 1 1,-1 2-1,-1-1 0,-1 2-751,6-13 1,-2 2 0,-4 6 545,0 9 1,-13 9 0,-36 14 0,2 15 0,-1-1 0</inkml:trace>
  <inkml:trace contextRef="#ctx0" brushRef="#br0" timeOffset="78234">15297 12100 7533,'-6'-19'3058,"-1"3"-1709,0 32-720,4 13 1,1 8-390,1 1 0,1 4 0,1 4-593,-1-8 1,0 4-1,-1 2 1,1 0-1,1-1 281,-1 1 0,1 0 0,1 1 0,-1-2 0,0 1-126,0-2 0,0 0 0,0 0 1,1-2-1,0-2 107,4 10 1,0-4-1,0-5-314,-2-4 1,0-9-1755,7-11 2159,-11-32 0,6-3 0,1-5 0</inkml:trace>
  <inkml:trace contextRef="#ctx0" brushRef="#br0" timeOffset="79251">15728 12383 9242,'-14'0'2248,"3"-8"-1078,11 6 89,21 17-1349,-3 2 0,3 4-360,1 1 0,4 2 1,-1 0-644,2 1 1,1 0 0,0-2 355,1-3 1,0-2-1,-1-1 657,5 4 0,-3-9 1,7-28-1,-21-13 1</inkml:trace>
  <inkml:trace contextRef="#ctx0" brushRef="#br0" timeOffset="79499">16220 12347 7533,'-6'-10'3276,"-6"10"-1811,0 20 0,-1 9-1345,-2 0 0,-2 4 0,1 3-748,2 5 1,2 3 0,-1 2-1,0 0 178,-1-2 0,-1 0 1,1 0-1,1 0-68,3-1 1,0 1 0,1-2 0,2-4-225,-5 10 0,6-8 742,11 1 0,20-64 0,-6 3 0,0 0 0</inkml:trace>
  <inkml:trace contextRef="#ctx0" brushRef="#br0" timeOffset="79657">16305 12912 9512,'14'31'854,"-12"2"1,-4 5-855,-4 0 0,-2 2 0,2-4 0,0 2 0,0-2 0,-3 4 0,0 0 0</inkml:trace>
  <inkml:trace contextRef="#ctx0" brushRef="#br0" timeOffset="80519">16761 12506 7533,'-12'-16'719,"5"12"1620,1-35-1260,28 33 1,11-25-496,-2 24 1,5 4-405,6-2 0,2 0 90,4 0 0,-1 3-91,-2 4 1,-3 3-315,-9-1 0,-5 2-44,-3 12-1,-21-1-405,-22 2 0,-9 4 45,-4 10 1,-2 4 243,8-12 1,-2 2 0,0 0-1,1 2 386,-1 3 0,1 1 0,1 1 0,2 0 240,-5 9 0,2-1 0,4-1 29,-1 5 1,11-2-360,18-7 0,11-8-180,9-16 0,5-6-180,14 3 1,3-4-946,-3-13 1,-1-2 1304,-2 9 0,-10-4 0,-22-19 0,-28 13 0</inkml:trace>
  <inkml:trace contextRef="#ctx0" brushRef="#br0" timeOffset="80750">16774 12806 7533,'-31'-10'3276,"11"2"0,24 8-2632,45 0-1274,-19 2 0,4 1 1,2 0-464,8 0 1,3 1 0,-1-1 683,-3 0 0,0 0 0,-2 1 0,10 0 0,-4-1 1,-14-3-1,-1 0 0</inkml:trace>
  <inkml:trace contextRef="#ctx0" brushRef="#br0" timeOffset="81117">17462 12012 10051,'12'8'1638,"2"15"0,1 11-931,0 2 0,0 6 0,-1 3-955,-4-9 0,0 3 0,-1 1 1,0 1-1,0 1 188,-2-2 0,1 1 0,-1 1 0,-1 0 0,-1 0 0,-2 0-120,-1 7 0,-2 0 0,-1 0 0,-2-1 1,0-2-226,-2 6 0,0-2 0,-3-2 0,-1-2 202,-5 4 0,-3-3 0,-2-5-67,-4 2 0,-2-9-1124,0-15 0,0-5 1394,-8 1 0,10-9 0,18 3 0</inkml:trace>
  <inkml:trace contextRef="#ctx0" brushRef="#br0" timeOffset="81952">18361 12400 7533,'-5'-17'1799,"3"-1"-540,-3 8 180,16 10-270,2 26-899,5 11 0,0 10-90,-11-6 0,-3 5 0,1 2-365,1-3 1,1 2 0,-1 1 0,-3 0-266,-4 2 0,-2 0 1,-1-1-1,1-2-150,0 4 1,0-2-1,1-4 120,-1-8 1,0-1-1,2-7-869,2 6 1349,17-35 0,-4-35 0,-5 8 0,0-1 0</inkml:trace>
  <inkml:trace contextRef="#ctx0" brushRef="#br0" timeOffset="82318">18385 12400 7533,'0'-30'1638,"0"-1"0,5-8-893,12 19 1,6 7-117,13 12 1,4 10-630,1 2 0,4 5 292,-7-1 1,4 4-1,-1 1 1,-6 3-614,-8 3 1,-5 2-1,0 2 351,8 4 0,-1 2 0,-13 0-150,-19-3 0,-11 0 0,-6-3-60,-7-3 0,-6-3 1,-1-3 59,-1-1 0,-3-2 0,1-3-138,0-2 0,-1-1 0,4-4-237,2-2 0,6-2-2113,9 4 2608,59-16 0,-3 0 0,4-1 0,-5-1 0,-1 1 0,0 0 0</inkml:trace>
  <inkml:trace contextRef="#ctx0" brushRef="#br0" timeOffset="82599">19345 12277 7533,'-27'-14'1092,"1"0"0,-2 10 0,-2 6-266,1 7 1,-2 6 0,1 4-797,-3 9 0,1 5 0,3 4-550,7-2 0,1 2 1,2 2-1,3 1 430,1 3 0,1 2 0,5 0 0,4 1-315,8-1 0,4 0 1,5 0-1,3-2-382,1-3 0,5-1 0,1-2 0,2-2 787,6 4 0,2-3 0,3-5 0,3-7 0,2-5 0,-1-2 0,8 0 0,1 0 0</inkml:trace>
  <inkml:trace contextRef="#ctx0" brushRef="#br0" timeOffset="83091">19555 12471 7533,'-7'6'3276,"23"21"-2306,-4-1 1,4 3-2064,4-3 1,5 1 0,0-2-103,7 9 0,2-3 775,-1-11 0,3-2 1,-4-3 419,-3 1 0,-1-7 0,15-19 0,-2-11 0,-15-4 0,0 1 0</inkml:trace>
  <inkml:trace contextRef="#ctx0" brushRef="#br0" timeOffset="83275">20108 12524 7533,'0'-28'1638,"0"1"0,-16-9 1638,-21 52-3449,8 15 0,1 9-337,2-5 1,1 5-1,1 2-310,8-3 1,1 3 0,2 1 0,0 0 738,0 3 1,1 2 0,1-1-1,5-2 1,4 1 0,4-2 0,2-1-1,3-2 1,0 1 0,0-1-1</inkml:trace>
  <inkml:trace contextRef="#ctx0" brushRef="#br0" timeOffset="83450">20243 13035 7533,'-23'-19'3276,"-8"42"-3034,5 6 1,3 7-1,7 8 1,3 4 0,4-14-1,0 1 1,0 0 0</inkml:trace>
  <inkml:trace contextRef="#ctx0" brushRef="#br0" timeOffset="84290">20772 12471 7533,'-6'-26'3276,"0"14"-706,34-3-2165,-3 13 0,6 4-166,0-2 1,3 0 0,1 0-90,4 0 0,1 0 0,0 0-330,-5-1 0,-1 0 1,-2 3 44,5 4 0,-7 3-135,-12 11 90,-30 0 0,-12 3-90,-8 7 0,-6 1 390,5-8 0,-3 1 0,0 1-213,-2 6 0,0 1 1,2 1 212,3 0 0,1 0 0,3-1-90,4-2 0,2 0 0,4 1-210,0 9 0,8-2 180,16 7 630,10-19 359,31-19-90,-6-7-629,0-3 0,2-1-630,-11-1 1,0 0 723,16 0 0,0 0-2003,-14-3 1,-2 0-1,-1 7 1,-4 0 1005,5-6 0,-48 14 0,-17 3 1</inkml:trace>
  <inkml:trace contextRef="#ctx0" brushRef="#br0" timeOffset="84550">20749 12823 7533,'-32'-17'3276,"13"7"-436,19 2-2076,23 9 1,11 6-855,1-3 0,4 2-810,-2 1 1,3 3 0,-1-2-194,-1-1 1,0-1 0,-3 1 918,2 4 1,-2-4-1,-1-12 1,-5-6 0,-4-19-1</inkml:trace>
  <inkml:trace contextRef="#ctx0" brushRef="#br0" timeOffset="84867">21388 12277 7533,'12'-23'1638,"-1"1"0,21-6 1202,17 28-2031,-15 23 1,-1 13-301,-6-2 1,-2 4 0,-2 6-1020,-6-2 0,-3 5 0,-2 1 0,-1 1 294,-4-9 0,0 1 0,-1 0 0,-3 2 1,-3 0 110,-4-3 0,-1 3 0,-3 0 0,-1 0 0,-2-1 0,0-3-83,-2 2 1,-1-2-1,-2-1 1,-1 0 0,-1 0-469,-4 5 1,-3 0-1,-1 0 1,1-3 0,1-3-82,-3 4 0,1-5 1,-2-1 736,-1 0 0,-1 0 0,4-5 0,3-6 0,2-3 0,-4 0 0,0 1 0</inkml:trace>
  <inkml:trace contextRef="#ctx0" brushRef="#br0" timeOffset="86068">11851 14870 7533,'-18'-10'3276,"4"-6"0,18 14-2003,38-6-1048,-3 8 0,5 0-285,-7-2 0,3 0 0,0-2-900,-2 1 1,1 0 0,-2 0-680,14-2 1,-4 0 1614,-16-2 1,-11 6-1,-25 32 1,-16-11-1,1 0 1</inkml:trace>
  <inkml:trace contextRef="#ctx0" brushRef="#br0" timeOffset="86307">11777 15169 7533,'-30'-7'3276,"20"5"0,50-14-2505,1 10 1,8 2-952,-2 0 0,4 0 0,0 2-108,-10 3 0,1 0 0,-1 1 0,-3 2 1,-3 1-1,-2 1 0,-2 3 0,8 8 1,0 1-1</inkml:trace>
  <inkml:trace contextRef="#ctx0" brushRef="#br0" timeOffset="89468">13230 14658 7533,'-20'-20'2698,"8"28"-2338,7 17 0,4 11-300,3 1 0,2 5 0,1 2-511,0 0 0,-1 2 1,1 2-1,0 1 343,-1-7 0,0 1 0,0 1 0,0 0 1,1-2 39,2 7 1,1 0-1,-1-2 1,-1-2 7,-2 5 0,-2-3 0,0-5 110,5-3 0,-3-9-1400,-4-12 1434,0-28 1,-5-25 0,-2-10 0</inkml:trace>
  <inkml:trace contextRef="#ctx0" brushRef="#br0" timeOffset="89834">13180 14587 7533,'-6'-29'1529,"1"0"0,8-20-90,4 3-539,35 23-586,-9 37 1,2 11-255,-7-6 0,0 2 0,-2 4-372,3 12 1,-1 6 0,-4 0 71,-4-1 0,-3 0 1,-4 2-61,-4 2 0,-4 2 0,-6-3-210,-5-7 1,-5-2-1,-4-2-298,-11 5 0,-5-6-2,0-9 1,-1-7 224,4-11 1,1-4 584,-4-2 0,18-8 0,15-1 0</inkml:trace>
  <inkml:trace contextRef="#ctx0" brushRef="#br0" timeOffset="90370">14299 14270 7533,'-24'-28'1709,"5"11"-1439,1 25-91,0 11 361,5 17 180,-16-1-226,14-14 1,-2 1 224,-8 7 1,-4 3-300,4-3 0,-3 3 0,1 3-825,5 1 0,-1 4 0,1 1 1,1-2 494,0-4 0,1-1 0,0 1 0,4 5-150,4-2 0,1 5 0,1 3 0,3-1 0,2-1 0,2-4-734,3 1 0,3-4 1,3 0-1,2 1 138,0 3 1,3 2-1,2 0 1,1-2 0,2-5 619,8 1 0,3-5 1,2-3-1,0-4 1,2-2-1,-1-2 0,4 0 1,-1 1-1</inkml:trace>
  <inkml:trace contextRef="#ctx0" brushRef="#br0" timeOffset="90934">14472 14764 7533,'-31'-10'3276,"11"33"-2216,22 6 1,7 5-912,2 0 1,2 2 0,2 2-657,0-4 0,2 2 0,1 0 1,0-1-184,6 8 0,1 0 1,1-2-404,1 2 1,0-2 0,-2-3 832,3 1 1,-4-5 0,1 9 0,-28-28 0</inkml:trace>
  <inkml:trace contextRef="#ctx0" brushRef="#br0" timeOffset="91202">14411 15434 7533,'-36'-18'3276,"25"-7"-1638,20-3 0,10-3-1092,5 3 1,9-3-1094,-7 9 1,7-4 0,3-2 0,1-1 0,-1 2 0,-3 3 152,-1-2 1,-3 4 0,0-1 0,4-3-12,2 1 0,4-4 0,1-1 0,1 1 1,-3 1-1,-6 3-688,3-3 1,-5 3 0,0 1 771,20-13 0,-22 14 0,-34 23 1,-14 14-1,-1 1 0</inkml:trace>
  <inkml:trace contextRef="#ctx0" brushRef="#br0" timeOffset="92090">15493 14464 7892,'0'-20'2069,"-5"59"-1350,2-1 1,-1 9-1201,1-9 0,0 7 0,-1 4 0,0 0 1,1-1 408,0-3 0,0 0 0,0 0 0,0 1 0,1 0 12,0-2 0,-1 1 0,1 1 0,0-1 0,0-1 0,1-3-120,-1 5 0,0-2 0,1-3 1,0-3 142,1 9 1,0-8-1583,0-8 1730,0-31 1,6-8 0,0-1 0</inkml:trace>
  <inkml:trace contextRef="#ctx0" brushRef="#br0" timeOffset="92480">15912 14658 7533,'-13'-18'2158,"6"16"-1258,18 43-1720,9-12 1,10 5 0,2 1 0,-6-3 713,0 11 0,2-4 1,2-12-1,6 2 1,1-7-1,-6-12 1,-8-20-1,-1-1 0</inkml:trace>
  <inkml:trace contextRef="#ctx0" brushRef="#br0" timeOffset="92742">16466 14658 7533,'-24'-2'3276,"14"4"-2216,-8 22 1,-2 17-1219,6-4 1,1 8-1,-1 3 1,1 0-499,0-6 1,1 1-1,-1 1 1,1 1 0,0 0 108,3-3 1,-1 1 0,2 1 0,-1-1 0,2-2 0,0-3 491,-2 5 0,1-3 1,3-3-1,6-8 0,11-2 1,5-13-1,16-35 1</inkml:trace>
  <inkml:trace contextRef="#ctx0" brushRef="#br0" timeOffset="92884">16576 15311 7533,'-20'19'314,"-1"1"1,5 10 0,3 4 0,0 7 0,2 3 0,9 3-1,0 0 1</inkml:trace>
  <inkml:trace contextRef="#ctx0" brushRef="#br0" timeOffset="94056">16995 14781 7533,'-30'-15'3238,"15"11"-1889,4-28-405,46 24 1,19 5-675,-15-4 0,3 1 0,2 1-315,-2 3 0,3 2 0,0 1 0,-4 0-45,2-2 0,-3 1 0,-16 11-210,-27 27 0,-22 14 0,-3-7 255,5-18 0,-4 1 392,5 1 0,-5 9 0,-2 6 0,-2 2 0,3-2 0,4-5 0,6-9-302,0 0 0,10-1 0,11 8 0,7 9 0,5-4 0,2-16-585,31-24 540,-11 0 0,11-1 0,-2 1 0,-15-1 0,-11-1 0,21 10 0</inkml:trace>
  <inkml:trace contextRef="#ctx0" brushRef="#br0" timeOffset="94335">17105 15134 7533,'-27'-21'273,"52"16"0,27 7 0,-1 3 0,-13 0 0,-1 3 0,5 0 0,3-1 0,0-1 0,0 1 0,1 0 0,-1-1 0</inkml:trace>
  <inkml:trace contextRef="#ctx0" brushRef="#br0" timeOffset="94641">17622 14288 8792,'25'5'468,"1"1"0,-2 14 0,3 10 0,3 7 0,0 3 0,-2-3 0,-3-5 311,7 2 1,-3-3-1,-4 10-645,-11-8 1,0 7 0,-1 5 0,0 4 0,-1 2 0,-2 2 0,-3-1 0,-3-2 0,-4-4 0,-3-4-465,-10 6 0,-8-4 1,-5-3-1,-2 0 0,1 0 1,5 2 329,6-1 0,2 1 0,1 1 0,1 1 0,-1-2 0,-1-3 0,-1-3 0,-15 15 0,-6 0 0,7-12 0,20-19 0,37-31 0</inkml:trace>
  <inkml:trace contextRef="#ctx0" brushRef="#br0" timeOffset="95724">18903 14711 7623,'-7'-28'629,"-4"11"-89,9 1 1349,-3 14-720,5 26-917,0 8 0,1 15 0,0 8 0,1 1 0,-1-3-684,1-7 0,1 0 0,-1-1 0,1 2 1,-1 0-116,1-2 1,-1 2 0,0 0 0,0 0 0,1-3 0,-1-4-81,1 20 0,-1-5 1,5-28 626,4-35 0,-4-2 0,5-8 0</inkml:trace>
  <inkml:trace contextRef="#ctx0" brushRef="#br0" timeOffset="96108">18853 14640 7533,'-5'-28'1092,"-1"-1"0,6-1 0,8 2 373,16-1 0,10 9-1225,-2 15 0,6 8 0,1 8-474,-3 8 0,3 8 0,0 5 0,-3 2 0,-7-1-14,-4 1 1,-5 1 0,-5 0 0,-3 3 67,-2 3 0,-3 4 0,-6-2 0,-10-8-913,-20-2 1,-13-9 0,1-4 963,-12 0 1,14-15 0,34-21-1,39 2 1,0-1 0</inkml:trace>
  <inkml:trace contextRef="#ctx0" brushRef="#br0" timeOffset="96558">20059 14587 7533,'-9'-34'1092,"0"0"0,-14 24 0,-6 10 283,-3 4 0,-1 14-1285,9 6 0,-2 11 0,0 8 0,1 4 0,3 0 0,3-2-267,4-5 1,2 2 0,2 0 0,3 0 0,1 2 0,1 0-293,0 0 1,2 2 0,1 1 0,1 0 0,2-2 0,4-2 0,2-3 390,9 10 1,5-3 0,4-5 0,4-7 0,9-3 0,4-8 0,-1-7 0,4-13 0,0 0 0</inkml:trace>
  <inkml:trace contextRef="#ctx0" brushRef="#br0" timeOffset="97194">20280 14834 7533,'-31'-2'3276,"28"28"-2441,24 8 1,12 2-1929,-8-13 1,4-3 0,3-2 1005,9 2 1,4-3 0,-3-11 0,-8-13 0,-2-9 0,-2-4 0,0-8 0,-1 0 0,1 0 0</inkml:trace>
  <inkml:trace contextRef="#ctx0" brushRef="#br0" timeOffset="97440">20872 14623 7533,'-39'-20'819,"17"39"0,-2 20 0,0 8 0,4-3-492,3-7 1,4 1 0,1 2 0,-1 4-797,3-4 1,-1 4 0,0 4 0,1 0 0,1 0 0,0-4 0,2-5 214,-3 15 0,3-6 0,4-3 1,5 0-1,4-2 0,3-21 1,10-32-1</inkml:trace>
  <inkml:trace contextRef="#ctx0" brushRef="#br0" timeOffset="98160">21302 14623 7533,'-19'-8'3276,"-10"37"-3176,20 3 0,3 13 1,2 7-1,2 0 1,3-5-921,2-5 1,4-2 0,0 1 0,0 2 502,-3 6 0,-2 4 1,0 2-1,3-6 0,4-8 1,14 8-1,3-20 1,-4-29-1</inkml:trace>
  <inkml:trace contextRef="#ctx0" brushRef="#br0" timeOffset="98768">21597 14781 7533,'-12'-33'3276,"43"-4"-2184,-4 24 0,7 4 0,2 1-864,3 2 0,4 1 1,2 2-1,0 2-210,-5 2 0,1 2 0,1 1 0,-1 1 0,-3-1 72,11 0 0,-4 1 0,-9 6 225,-9 11 0,-16 5-248,-25-3 1,-18 4-1,-7 0 1,4 2-91,2 1 1,0 2-1,0 1 1,0 1 76,5-3 0,-1 2 0,0 1 0,5-1 0,5 0-324,0 9 0,8 0 0,12-6-45,25 3 0,16-9-778,-3-18 1,5-6 0,-1-2 993,-3-1 1,-1-2 0,-6-2-1,13-8 1,-67 8 0</inkml:trace>
  <inkml:trace contextRef="#ctx0" brushRef="#br0" timeOffset="99010">21770 15152 7533,'-35'-20'3276,"41"5"-2184,21 10 0,15 7 0,1 1-1208,-5-3 1,1 0 0,3 0 115,6-1 0,5 1 0,-2-2 0,-7-3 0,-2-10 0,-5-4 0,1-4 0,1-1 0</inkml:trace>
  <inkml:trace contextRef="#ctx0" brushRef="#br0" timeOffset="99545">22520 14358 7533,'6'-47'3276,"23"14"-2457,-7 47 0,6 20 0,1 9 0,-3-1 0,-1-2 0,-1 0 0,-3 5 0,-2 6-1156,-9-11 1,0 3-1,-1 5 1,-1 2 0,-2 1-1,-1 1 1,-2-2 0,-1-2-1,-2-2 362,-2-1 1,-2-1 0,-2-2 0,-1 0 0,-3-1-1,0 1 1,-2 0-116,-3 3 0,-1 3 0,-3 0 0,-1-2 0,-1-2 1,0-4-1,-1-6-1003,-12 9 1,-1-10 0,0-7 524,-3-7 0,8-6 0,19-6 0,11 3 0</inkml:trace>
  <inkml:trace contextRef="#ctx0" brushRef="#br0" timeOffset="100667">23616 14817 7533,'-13'-28'2968,"6"3"-359,2 31-1980,5 5-557,-2 17 0,-1 17 0,-1 8 0,0 0 0,0-8-132,1-4 0,0-4 0,0 6-287,0-2 0,-1 7 0,1 4 0,-1 1 0,0-2 0,1-5 0,0-9-732,0 6 0,-1-4 419,2 4 0,0 3 1,1-25 659,1-45 0,2-10 0,1-8 0,0 5 0,-1-1 0,0 1 0</inkml:trace>
  <inkml:trace contextRef="#ctx0" brushRef="#br0" timeOffset="101089">23518 14570 7533,'11'-30'819,"0"1"0,25 20 0,13 11 0,-4 13 0,-12 13 0,-3 13 0,0 4 0,0-4-838,5-12 0,2-3 0,-4 0 0,-15 6-143,-17 5 0,-11 5 0,-8 2 0,-3-4 0,0-9-1477,-16 3 1,-6-9 545,-3-7 1,-5-1 0,22 1 1060,34 13 0,21-24 0,10-4 0,-2 6 0,0 0 0</inkml:trace>
  <inkml:trace contextRef="#ctx0" brushRef="#br0" timeOffset="101450">24452 14623 7533,'3'-30'1638,"-1"1"0,-6 11-83,-22 32 0,-9 21-1340,14-3 1,-1 9 0,0 5 0,2 4 0,1-1-547,5-9 0,0 3 1,1 1-1,1 1 1,1 0-1,2 0 0,2-2 331,1 4 0,1 0 0,3 0 0,1-2 0,2-1 0,2-3 0,3 7 0,2 0 0,4-7 0,7-11 0,14-24 0,0 1 0,-1-1 0</inkml:trace>
  <inkml:trace contextRef="#ctx0" brushRef="#br0" timeOffset="102517">24822 14834 7533,'-14'-25'1638,"39"17"0,16 4-546,-2-2 0,5 0 0,1 2-999,-3 1 1,2 0-1,-1 3 1,-7 6-544,8 17 0,-19 9 270,-38 7 0,-20 7 90,10-18 0,-4 5 0,-4 1 0,-1 1 1,1 0-1,4-3 562,-5 9 0,1-2 0,3-1 1,2 1-294,2-2 1,-2 1 0,8-3 0,15-6 180,23-4 0,15-6 0,3-8-1453,7-10 1,3-10 0,1 2-1,-1 5 1,-1 2 0,-2-2 820,-5-4 0,-1 0 0,-13 2 0,-15 4 0,-32 0 0</inkml:trace>
  <inkml:trace contextRef="#ctx0" brushRef="#br0" timeOffset="103069">24760 15205 7533,'-12'-10'3276,"-6"-14"0,31 20-1638,17-3 0,12-1-2294,-5 5 1,9 2-1,4 1 1,-1-1 0,-4-2 593,-3-4 1,-2-3-1,-1 1 1,1 2-1,9 4 1,3 4 0,-5-1-1,-16-6 1,-13-16-1</inkml:trace>
  <inkml:trace contextRef="#ctx0" brushRef="#br0" timeOffset="103785">25499 14482 7803,'6'-36'3276,"10"17"0,15 58-2839,-17-11 0,2 9 0,1 5 0,0 3 0,-1-2 0,-2-5-626,3 9 0,-2-4 0,-1 8 139,-4-14 0,1 5 0,2 4 0,-1 3 0,-1 1 0,-3-1 0,-3-2 0,-4-4 0,-6-6 50,-12 2 0,-9-5 0,-4-4 0,2 1 0,6 4 0,10 4 0,7 5 0,1 0 0,-2-3 0,-8-6 0,-16-9 0,0 0 0,0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4:40:58.338"/>
    </inkml:context>
    <inkml:brush xml:id="br0">
      <inkml:brushProperty name="width" value="0.09071" units="cm"/>
      <inkml:brushProperty name="height" value="0.09071" units="cm"/>
      <inkml:brushProperty name="color" value="#A020F0"/>
    </inkml:brush>
  </inkml:definitions>
  <inkml:trace contextRef="#ctx0" brushRef="#br0">1552 3739 7533,'0'-27'1079,"0"-6"-449,8 13-91,-6-13-89,14 5 540,-14 1-271,6 9-89,-8 10-360,0 8 0,-8 8-91,6 26-89,-6-9 0,0 4-30,6 5 0,2 4 0,0 2-116,-1-1 0,-2 2 0,1 2 1,0 1 198,1-4 1,-1 1 0,1 1 0,-1 1 0,0-1-54,1-1 0,-1 1 0,0 0 0,0 0 0,0-2 135,-1 8 0,1-1 0,-1-2 0,1-2-160,-1-2 1,0-2 0,1-4-156,2 3 0,0-5-89,0 0-541,0-33-1619,0-18-938,8-9 3200,2-16 1,23 13 0,4-3 0</inkml:trace>
  <inkml:trace contextRef="#ctx0" brushRef="#br0" timeOffset="858">1993 4533 6543,'-17'20'1979,"7"3"-1619,2-13 449,8 0 91,0-2 899,0-8-630,0 0-449,-8-8-1,-2-41-922,0 17 1,-4-7 0,0-3 0,3 2 322,4-7 0,2 1 0,0-4-328,-3 8 0,-2-4 0,1-1 0,1 2 0,3 5 238,6 3 0,2 4 0,1 0-135,1-5 1,0 1-1,3 4 240,4 4 0,3 3 4,2-2 0,2 3 41,16-2-180,-10 17 0,1 4-180,13 6-360,9-1 0,2 2-764,-18 2 0,-1 2 584,9-2 1,-2 4-920,-10 4 1,-7 3 1535,-9 6 0,-20 21 0,-21-4 1</inkml:trace>
  <inkml:trace contextRef="#ctx0" brushRef="#br0" timeOffset="1149">1764 4374 7533,'-39'0'3276,"15"0"-1638,55-17 0,19-5 0,-23 10 0,4-1-2294,3 0 1,7-3-1,4-1 1,-3 1 0,-8 3-984,1 1 1,-3 1 1530,10-5 0,4 1 0,-14 14 0,-23 48 0,-5-17 0,0-1 0</inkml:trace>
  <inkml:trace contextRef="#ctx0" brushRef="#br0" timeOffset="2975">4039 3510 7533,'0'-10'1439,"0"-5"-989,0 5 179,0-16-89,0 15-450,0-5 180,0 16-450,-8 0 0,-25 31 315,14-16 0,-1 2-135,-7 16 0,1 2 135,4-11 0,1-1 89,2 11 1,3-1-135,-12 6 135,6 2 0,3 0-225,5 3 90,-2-1 0,1 4 45,12-12 0,4 2-781,2-2 0,1 6 1,1-1-1,-1-3 691,-3 7 0,4 0-201,4-5 1,4 5 0,1-1 0,-3-8 155,-5-7 0,1-3 90,13 14 0,1-2-90,-1-1 269,13-11 1,-21-15 2906,4-2-2366,-16-8 1017,0 0-1917,0-8 0,0 6-810,-8-14 631,6 14-631,-6-6 720,8 8-449,0 0 988,-8 0 91,6 0-540,-5 0-809,7 0 79,0 0 1,0-7 0,0-3 0</inkml:trace>
  <inkml:trace contextRef="#ctx0" brushRef="#br0" timeOffset="3684">3016 3775 7533,'-10'-10'449,"3"2"271,-1 8-360,6 0 494,3 26 1,6 19-698,-3-3 0,1 8 1,0 3-1,0 0-485,0-12 1,1 0 0,-1 1 0,1 1-1,0-1 238,0 6 0,2 2 0,-1 0 1,-1-4-1,0-5 60,-2 2 0,-2-4 0,4-19-2235,2-20 2265,-18-47 0,2 16 0,-1-5 0,0-1 0,0-2 0,0 0 0,0 0 0</inkml:trace>
  <inkml:trace contextRef="#ctx0" brushRef="#br0" timeOffset="4007">2910 3704 7533,'4'-44'1092,"0"0"0,5 5 0,8 5-752,13 7 1,8 9 109,0 14 0,5 8 0,0 4-271,-1 4 1,-1 5 0,-1 1-90,1 2 0,-2 1 0,-5 3 270,3 12 0,-15 4-405,-30-1 0,-14 1-165,4-12 0,-5 0 0,-2-2 180,-9 1 0,-3-3 0,-2-2-630,-4-3 1,-3-2-1,6-2 660,0-3 0,11 1 0,19 5 0,36-10 0,-1 1 0</inkml:trace>
  <inkml:trace contextRef="#ctx0" brushRef="#br0" timeOffset="4728">4251 3757 7533,'0'-20'2338,"0"-3"-1618,0 29-181,9 22 1,9 19 0,2 7 0,-4-9-720,-5 0 0,1 2-267,0-9 1,3 8 0,2 3-1,0-1 1,-1-4 0,-5-8-274,0 2 0,0-3-343,5 1 1,2 2-1,-3-7 1063,-1 1 0,-4-8 0,-5 1 0,-14 2 0</inkml:trace>
  <inkml:trace contextRef="#ctx0" brushRef="#br0" timeOffset="5107">4198 4410 7533,'-37'-18'3276,"4"8"-1155,38-13-1177,13-1 1,7-3-556,-2 4 1,2-1 0,2-4-299,-2 2 0,1-3 1,2-2-1,1-2 1,0-1-302,1-1 0,1-4 0,2-1 0,-2 1 0,0 0 1,-3 4-611,3-2 1,-2 2 0,-1 1 0,0-1 593,7-12 0,2-6 0,-5 11 1,-16 25-1,-24 49 0,-2-8 1,0 1-1</inkml:trace>
  <inkml:trace contextRef="#ctx0" brushRef="#br0" timeOffset="5924">5242 3687 7533,'-12'-18'989,"5"-8"-89,1 7-541,12 1 361,-5 10 179,10 40-652,-7 2 1,-2 12-1,-2 5 1,1-2-181,0-2 1,-1 0-1,0 1 1,1 2-155,-1-8 0,2 2 0,-1 1 1,0-1-1,-1-1 0,0-4 177,-3 15 0,-2-4 0,2-7-45,3-4 0,-2-12-855,-3-17-1528,5-12 359,0-15 1979,5-9 0,19-9 0,-8 12 0,1 1 0</inkml:trace>
  <inkml:trace contextRef="#ctx0" brushRef="#br0" timeOffset="6295">5538 3722 7982,'-7'-18'2339,"-4"8"-2159,9 3 630,25 30-631,-1 6-584,11 4 1,5 3-586,-7-4 1,1 1 419,-2-5 1,2 2-1,-2-2 570,4 2 0,-2-3 0,-4-4 0,-3-3 0,-1-4 0</inkml:trace>
  <inkml:trace contextRef="#ctx0" brushRef="#br0" timeOffset="6644">6153 3598 7533,'-6'-17'3276,"-1"-1"-1065,-5 8-1762,0 26-449,4 14 0,1 12 0,-1 2-203,0-7 1,-2 2 0,0 2 0,1 2-352,0 2 1,0 4 0,0 0 0,0 1-1,0-4 509,-2 4 0,0-2 0,0-1 0,0-2 90,2-3 0,0-2 0,0-1 0,0-5 267,-3 9 1,0-5-853,2-11 0,0-3-1169,-2 1 540,6-23 1169,23-20 0,-7-11 0,13-14 0</inkml:trace>
  <inkml:trace contextRef="#ctx0" brushRef="#br0" timeOffset="7110">6363 3246 9152,'25'-2'1889,"-2"4"-1170,5 28 1,0 20-559,-14-12 1,-3 8 0,-1 3 0,0 1 0,2-4-422,0-7 1,1-3 0,0 0 0,-1 3-1,-4 3 226,-3 1 0,-1 4 1,-2 4-1,-1 1 0,-2 1 1,-1-3-1,-2-2 1,-1-6-314,-4 11 0,-4-7 0,-2-1 0,-1 1 221,1 0 0,-1 1 0,-2 0 0,-1-2 0,-1-6-324,-7 3 1,-3-5-1,1-4 486,-3 0 1,2-6-1,9-8 1,5-2 0,0 8-1</inkml:trace>
  <inkml:trace contextRef="#ctx0" brushRef="#br0" timeOffset="20663">7605 3951 7533,'0'-25'1799,"0"5"-270,0-5-900,5 7-89,-3 24 0,3 21-405,-4 2 0,-2 5 44,0 1 1,-1 3 0,0 1-30,0-2 0,-1 0 0,1 0-150,0 0 0,0 0 0,-1-3 135,-3 8 0,1-7-405,4-8 360,-5-11-1169,6-16-1890,0-8 181,17-2 2788,-8 0 0,16 2 0,6 1 0,-4 2 0,-1 0 0</inkml:trace>
  <inkml:trace contextRef="#ctx0" brushRef="#br0" timeOffset="21112">8159 4039 7533,'-6'-43'3276,"-6"14"-526,-18 3-2570,-14 18-90,19 15 0,0 2-495,-1-1 1,3 4-676,-3 23 810,15 0 585,22-13 0,6-1-180,4 2 0,4 0 854,5 3 1,2 0-541,0 1 1,-2-1-405,-9-4 0,-4 1 135,-4 4 0,-8-3-180,-23-2-990,-20 9 46,8-24 0,-2-4-586,6 2 1,1 0 1529,-18 3 0,31-47 0,14-10 0</inkml:trace>
  <inkml:trace contextRef="#ctx0" brushRef="#br0" timeOffset="21303">7765 3669 7533,'-25'-14'719,"0"0"1,4-3-720,40 9 0,21 3 0,11 2 0,-11 0 0,1 0 0,-1-1 0</inkml:trace>
  <inkml:trace contextRef="#ctx0" brushRef="#br0" timeOffset="22268">9377 3510 7533,'-6'-35'3238,"0"7"-2609,12-5 1,-5 21-360,10-11-180,-10 21 360,5 41-315,-6-4 0,0 5-46,0-2 1,0 4 0,0 3-375,1 1 0,0 3 0,1 1 1,-1 1 68,1-9 0,-1 0 0,0 0 0,0 0 0,1 0-77,1 5 1,0 0 0,0 0 0,0-2-113,0-3 0,0-1 1,1-1-1,-2-4-810,2 6 1,-1-6 135,2 11 1079,-5-14 0,-10-64 0,3 6 0,1 1 0</inkml:trace>
  <inkml:trace contextRef="#ctx0" brushRef="#br0" timeOffset="23017">9390 4410 7533,'-16'-32'1092,"0"1"0,0-4 0,2 1-51,0-5-411,9-10 179,28 30-1349,-3 2 1,4 0 89,3 3 1,3 1-181,14-7 0,1-3 450,-8-6 0,-1-3 98,-7 9 0,1 0 0,-5-4 142,-4-2 0,-5-3 0,-2-3 300,-1-6 0,-3-3 0,-3 0-61,-4 1 1,-4-1 0,-1 2 29,-1 3 1,-2 2 0,-1 3 75,2-6 0,-5 13-1215,-13 27 495,16 21 1,4 9 104,-2 2 0,-1 4 0,1 2-248,2 1 0,1 3 0,0 1 0,0 2 350,1-3 0,0 2 0,-1 1 0,2 0 0,-1 0 90,2 1 0,-1 0 0,1-1 0,1 0 0,0-1 108,1 1 0,1 0 0,0-2 0,0-4-120,-1 0 0,0-3 0,3-9 570,9-4-54,-10-40 144,1-26-270,5-4-360,-1 23 0,1 3 1232,14-5-1232,1 20 0,5 4-45,2 2 0,2 0 270,2 2 0,0-4 404,9-10 1,-5-7-181,-18 2 1,-5-5-180,-3-7 0,-1-5 0,-6 3-180,-7 4 0,-4 1 45,-7-14 0,-6 15-315,-18 62-675,15-2 1,4 5 449,0-2 0,9 4-415,13-6 1,6 3 0,4 0 0,-1-8 768,1-4 1,6-5 0,5-2 0,8 1 0,2-2 0,-2-4 0,3-10 0,-1 0 0,0 0 0</inkml:trace>
  <inkml:trace contextRef="#ctx0" brushRef="#br0" timeOffset="23777">11592 4092 7533,'21'-17'1394,"1"-1"0,5-9-540,-11 6 1,-3 0-45,-12-8-451,-24 2-134,-5 12 0,-5 6-675,-10 8 1,-3 8 29,6 5 0,-1 5 0,5 3 15,-2 11 1,7 6 314,11 1 0,3 4 0,9 0 121,14-6 0,9 0 0,0 0 179,0 0 0,1-1 0,1 0 59,2-4 1,1-2 0,-3-1 269,2 1 1,-8-3 270,-22 7-540,-27-33-855,4-7 0,0-4-2692,-8-8 3261,58 1 0,10 12 0,10 5 0,3 0 0,2 1 0,0 0 0,0 0 0,0 0 1</inkml:trace>
  <inkml:trace contextRef="#ctx0" brushRef="#br0" timeOffset="24227">11961 4163 7533,'-31'-25'1092,"0"1"0,0 0 0,2 9 1388,-15 30-2795,22-3 1,2 4-46,1 14 0,6 8 480,3-4 0,3 3 0,5-2-300,9 11 0,8-4 585,2-6 0,7-11-181,4-16 1,1-14 255,-3-18 0,-3-12 0,-2 3-166,-5 8 1,-2-1 45,-1-8 0,-1-3 0,-3 7 179,-4 7-1708,-5 7 0,-5 48-1350,9 14 1215,1 0 0,2 0 1304,2-20 0,3-1 0,6 7 0,4 4 0,1-3 0,10-1 0,0 0 0</inkml:trace>
  <inkml:trace contextRef="#ctx0" brushRef="#br0" timeOffset="25321">12232 4180 7533,'-12'-17'2968,"5"-1"-3058,1 8 450,6 34-180,0 7 239,3 2 1,0 6 0,2-3-375,-1-3 0,6-9 135,37-20-1273,-30-34 1,-5-19 0,0 0 1083,1 10 1,0 1 0,-1-2 210,-4-4 0,-2-6 1,-1 8-1,-2 25-741,-3 35 359,5 7-30,-1 9 0,0 10 0,1-2-285,0-2 1,4 0 44,4-3 0,3 2 0,0-7 361,3-1 898,6-29 1,0-12-406,-15-11 1,-4-7 1233,3-12 0,-1 0 7,-2-7-2184,-1 31-631,23 45 1,11 17 674,-5-20 0,3-3 392,5 0 0,4 0 0,-1-11 282,-8-13 1,-1-9 0,-2-6 360,-2-11 0,-2-8 0,-5 1-181,5-5 1,-11-2 359,-16 4 1,-8-2 0,-4 7-540,-10 0 607,-6 48 0,-9 23 0,-1 8 0,12-7-1957,11-5 1,8 4 513,-1-1 1,-1 10-1,3 1 1,5-5 0,9-11 531,19-11 1,10-12 0,2-3 0,-6-3 0,2-3 0,1-2 0,-1-3-1,-2-6 1,0 0 0,0 1 0,1-1 0</inkml:trace>
  <inkml:trace contextRef="#ctx0" brushRef="#br0" timeOffset="28081">14361 3598 9062,'-12'-19'899,"5"3"-449,1 8 0,6 6 359,0-6-89,0 8-180,0-7 359,0 5-359,0-14-810,0 14 180,0-6 0,0 0-270,0 6-269,0-5-91,6 7 990,6 23-450,8 22 427,-6-7 0,2 10 1,2 2-1,-3-4-217,-3-4 0,-2-3 0,2 4-272,1 0 1,3 6-1,0 1 1,0-2-1,-4-7 242,3 9 0,-2-4 120,-3-9 0,0 1 0,0-3 150,-1-2 0,0-3 269,3 15 91,-5-12-450,-2-23 180,-5-2-180,0-8 1298,0 0-1388,0-8 0,0 6-180,0-14 90,0-1-225,7-21 0,3-7 180,2-1 0,2-4-96,-3 12 0,1-3 1,1-1-1,0-1 249,-1 5 0,1-1 0,0-1 0,-1 2 0,-1 0-230,0-1 1,0 0-1,-2 2 1,2 0 241,2-11 0,1 1 0,-2 4 138,-2 3 0,-2 6-797,0-3-91,3 1 360,-11 19-1681,0 9-298,0 8 1555,0 0-1375,0 16 2069,0-5 0,-11 31 0,-3-5 0</inkml:trace>
  <inkml:trace contextRef="#ctx0" brushRef="#br0" timeOffset="28510">14497 3881 7533,'-20'0'809,"2"0"451,6 0-1,5 0 1439,2 0-2518,16 0 1439,19 0-1169,-6-1 0,3 2-1935,11 2 1,3 1-155,1-2 1,-2-2 1340,-9 2 0,-3-4 0,6-23 0,-35-12 0</inkml:trace>
  <inkml:trace contextRef="#ctx0" brushRef="#br0" timeOffset="29530">15334 3510 7623,'-7'-17'3058,"1"-9"-2159,6 6 451,6-5-631,1 7-539,5 9-540,6 9 630,11 25-45,-5 7 0,2 5-165,-4-13 0,1 1 0,0 2-300,1 7 0,-2 3 0,2-4-435,10 1 1,-1-3-91,-10-4 1,-2-3-1395,9 1 180,-12-15 1979,-6-2 0,0-8 0,0 0 0</inkml:trace>
  <inkml:trace contextRef="#ctx0" brushRef="#br0" timeOffset="29980">16047 3351 7533,'-6'-27'3276,"5"1"-1695,-10 17-861,5 24-451,-7 12 1,-3 7-210,1 5 0,-1 7 0,-2 0-559,0-5 1,-1 1 0,-3 2-1,0 2 544,2-4 0,-2 2 0,0 3 0,-1-1 0,0-1 0,1-3 99,0-2 0,0-3 0,0 0 0,1-1 0,-1 1-126,-1 3 0,-1 1 0,0 0 0,2-3 0,2-4 3,-7 9 0,4-8-1011,-5 0-359,21-19-90,2-16 179,10 0 361,2-8 332,5 6 567,6-6 0,1 8 0,5 0 0</inkml:trace>
  <inkml:trace contextRef="#ctx0" brushRef="#br0" timeOffset="30173">16011 4410 7533,'-13'-8'819,"7"6"0,-22-6 0,0 8 0</inkml:trace>
  <inkml:trace contextRef="#ctx0" brushRef="#br0" timeOffset="40105">1270 5909 7533,'-20'0'719,"-11"8"-179,19 2 0,-5-1-360,9-1 449,8-8 271,0 0-91,15 0-449,-3 0 180,37 0-360,-16 1 0,5-2-151,2-1 1,5-1 0,1 0-321,-6 1 1,0 0-1,2 0 1,-1-1 200,0-1 0,0-1 0,0 0 0,-2 1-60,8 0 0,-2 1 0,-5 0-525,-2-1 1,-6 0-135,2 4-1080,-34 24 1889,-2 5 0,-6-3 0,0 1 0,3 0 0,0-1 0</inkml:trace>
  <inkml:trace contextRef="#ctx0" brushRef="#br0" timeOffset="40853">1235 6297 7533,'-38'-10'3276,"5"2"-1785,23 1-412,3-11-359,30-9-495,0 12 0,7 2-285,4 3 0,5 2 0,2 1-271,-5 1 0,2 1 1,1 2-1,1-1 151,5 1 0,2 0 1,1 1-1,-2 0 0,-4 0 0,-1 0 0,0 0 0,-3 0-120,6 2 0,-2 0 1,-4 0-511,-1 0 1,-6 0-1350,-5 0 2159,-18 0 0,-24 16 0,-4 4 0</inkml:trace>
  <inkml:trace contextRef="#ctx0" brushRef="#br0" timeOffset="41737">1782 5715 7533,'-36'-27'719,"17"9"-359,3 10 90,16 8 899,0 0-449,16 0 269,3 16-720,8-7 1,5 1-270,3 7 0,3 2-180,-2-5 0,3 0 0,-1 1-220,-3 2 1,-2 1 0,1 0 99,4 0 0,1 0 0,-4 1 300,-1 3 0,-3 1-81,-8-6 1,-3-1 170,-5 2 0,-15-9-630,0-1 0,-8-16-180,7 6 476,-15 2-566,-10 18 315,6 5 1,-5 5 344,-5-3 0,-6 2 0,0 1-28,9-2 1,0 2 0,-1 0-1,-1-2-47,-4-1 0,-1-2 0,0 0 1,1-2-286,-1 4 0,1-1 0,2-4-795,3-5 1,3-5 1124,2-2 0,31-23 0,2-5 0</inkml:trace>
  <inkml:trace contextRef="#ctx0" brushRef="#br0" timeOffset="43220">3175 5556 8342,'-20'-10'2069,"5"3"-1169,15 30-361,15-1-60,-6 5 1,-1 8 0,3 1-360,5-3 0,2 1 0,1 3-548,-3 2 0,-1 4 1,1 0-1,-1-2 308,4 1 0,-1-2 1,0 0-91,2 3 0,1 1 0,-3-6-50,-3-8 0,0-3-235,6 4 0,-1-3-1304,-9-9-179,13-3 1978,-22-16 0,-2-16 0,-10-3 0</inkml:trace>
  <inkml:trace contextRef="#ctx0" brushRef="#br0" timeOffset="43586">3052 6526 7533,'-28'-27'3276,"18"-14"-1638,22 5 0,10-5-1163,-4 11 1,3-2 0,3-3 0,1-1-954,-3 3 0,3-1 1,0-2-1,1-1 1,0 1-1,1 0 508,0 1 0,0-1 0,1 0 0,0 1 0,-1 0 0,0 1-300,3-4 0,0 2 0,-1-1 1,-1 3-1,-2 0-488,6-9 0,-3 3 0,-3 6-546,-3 9 0,-5 5 1436,-8-6 1,-10 42 0,-10 13 0</inkml:trace>
  <inkml:trace contextRef="#ctx0" brushRef="#br0" timeOffset="43936">3881 6103 7533,'0'-20'3276,"0"5"-1245,15 38-1402,5 22-764,-9-7 0,-3 5-450,-1 6 1,-6 0-271,-11-7 1,-5-2-226,-1-3 1,-5-5 224,-5-16 1,-1-5 854,-11 5 0,13-32 0,17-4 0</inkml:trace>
  <inkml:trace contextRef="#ctx0" brushRef="#br0" timeOffset="44688">4357 5592 7533,'-8'-26'2518,"6"14"-1438,-6-11-361,24 21 1,3 10-630,6 6 0,1 7-45,-2 8 0,-1 5-225,0-6 0,1 1 0,-2 2-420,-5-1 1,-3 0-1,2 0-705,14 11 1,-1-2 1304,-11-3 0,1-11 0,16-29 0,-9-19 0</inkml:trace>
  <inkml:trace contextRef="#ctx0" brushRef="#br0" timeOffset="45002">4959 5609 7533,'-12'-17'3276,"-11"7"-616,-9 33-2030,10 8 0,0 9-563,5-6 0,0 5 1,0 3-1,1 0-702,3-5 0,0 1 0,0 1 0,1 0 0,-1 0 365,0 0 0,0 2 0,0-1 0,1 0 0,1-2 67,1 1 1,1 0 0,1-2 0,-1-3 195,-4 8 0,3-6-1073,8-3-808,-6-25 898,8-8 990,8-8 0,33-9 0,-12 3 0,-1 0 0</inkml:trace>
  <inkml:trace contextRef="#ctx0" brushRef="#br0" timeOffset="46271">6215 6033 10231,'0'-20'1349,"0"4"-1439,0 16-89,-6 0-91,-17 0 270,-10 8 0,4 3 0,-2 4 45,-1 2 0,1 3 45,-1 5 0,1 3-1,0 1 1,2 2 135,8 0 0,4 1-135,0 7 0,4 1 0,7-8 0,5 0-135,7 4 0,5-3 135,22 4 45,-4-20 0,2-8 179,0-14 1,1-6-180,6-4 0,-2-7-135,-12-4 0,-1-4 0,-1-1-30,1 1 0,0 0 0,-3-2 30,-5-1 0,-2-1 0,-1 3 405,5 1 0,-5 5-45,-12 2-270,-18 56-270,8-3 0,0 3-540,-3 11 1,1 2-496,4 0 1,4-2 269,4-7 1,5-3-945,20 9 1889,2-33 0,-1-29 0,0-11 0,-3-9 0,0 1 0</inkml:trace>
  <inkml:trace contextRef="#ctx0" brushRef="#br0" timeOffset="46820">6473 6279 10141,'6'44'2609,"1"-7"-2519,10 6-450,-8-16-630,2-17 361,-11-35 629,0-1 0,0-3 135,-1 0 0,2 1-360,2 1 0,4 3 135,29-1 135,-7 21 0,4 6 180,13-2 0,2 2-46,0 4 1,-2-3 764,-6-7 1,-5-7-225,-8-8 0,-6-7-676,-8-20 1,-8-4 0,-6 10 0,-4 1 90,0-9 0,-9 12 495,-28 40 44,18 14 1,3 11-1065,5 5 0,3 7 1,3-1 149,4-2 0,3-1 0,5 0-853,10 5 1,6 0 0,6-6-1,3-13 1,5-6 0,-1 0 880,9 7 0,1-7 0,-4-17 0,-6-8 0,-13-12 1</inkml:trace>
  <inkml:trace contextRef="#ctx0" brushRef="#br0" timeOffset="47985">8676 5944 7533,'-6'-17'3276,"5"-1"-1965,-10 8-1041,9 26-90,-3 29-360,4-4 0,2 6 0,-1-9 0,0 1 0,0 0-150,0 0 0,-1 1 1,2-2-181,0-1 0,1-1 1,0-3-616,0 1 1,3-5 1124,13 4 0,1-56 0,6-16 0</inkml:trace>
  <inkml:trace contextRef="#ctx0" brushRef="#br0" timeOffset="48436">8946 6050 7533,'-5'-17'3276,"-2"22"-1785,0 31-1491,3-2 0,3 4-495,5 11 1,3 0 134,-4-7 0,2-2 360,5-1 0,3-9 630,1-18 269,10-40-809,-12-8 0,0-8-90,-2 9 0,1-2 0,-1 1 299,1 2 1,-1 0 0,1 2 195,3-11 0,2 8-45,3 15-810,4 48-90,-12 5 0,-3 6-495,4 6 1,1 0-675,4-3 0,2-3-20,-1-6 1,2-5 1159,13-1 1,6-43 0,-13-23-1</inkml:trace>
  <inkml:trace contextRef="#ctx0" brushRef="#br0" timeOffset="49051">9648 5415 8702,'-14'-2'3058,"3"20"-2743,12 12 0,4 8-105,-1-2 0,0 3 0,0 2-534,-1-1 1,-1 2 0,-1 2-1,2-1 121,-1-2 1,1 1 0,0-1 0,0-1-38,-1 10 0,-1-2 0,1-5 409,1 0 1,1-7-260,3-3 631,-2-33-361,0-25-450,2-13 495,-3 12 0,-1-1 908,-3-18-1043,-18 2 0,-19 24 135,7 14 0,-1 10-1,-5 19 1,2 10 15,11-7 0,2 2 0,2 0-150,-2 8 0,5 2 224,6 8 1,10-6 315,17-9-180,1-5 0,7-3-1935,15-14 1,4-9 584,-1-3 1,1-5 899,3-1 0,-3-6 0,-7-12 0,-3-5 0,-6 8 0,0-1 0</inkml:trace>
  <inkml:trace contextRef="#ctx0" brushRef="#br0" timeOffset="50268">10042 6209 7533,'-19'0'3276,"17"0"-1155,27-8-1762,1 0 1,4-2-90,5-5 0,-1-5-360,2-5 0,-3-3-180,-7 2 0,-8-3-90,-13-2 1,-9 2-91,-23-9 450,4 23 0,-5 5-90,-7 9 0,0 10-45,6 13 0,4 7-45,-5 5 0,5 6 150,15-4 0,6 3 0,4 0 30,5-5 0,3 0 0,4-2 30,3-1 0,5 0 0,3-5-240,3-4 0,3-4 1,1-5 209,17-3 0,0-10 60,-15-10 0,0-5 0,-3-3-60,5-10 0,-4-3 90,-7-5 0,-5 1 629,-8 0-989,-15 35 0,-12 43 90,9-5 1,1 4 149,0-5 0,1 2 0,1 1-106,3 4 0,3 1 0,0-1 226,0-1 0,2 0 0,0-3 180,3 5 0,0-8 1439,1-11-1349,-1-64-390,-6 8 0,0-5 0,0-4-60,0 3 0,-1-3 0,1-2 0,1-1-320,-1 0 1,0-3 0,1 0 0,0 0 0,2 0 589,2 2 0,2-1 0,0 1 0,1 1 0,-1 3-31,-1-15 1,0 4 0,7 9-285,16 3 1,4 21 179,-10 29 0,0 13 44,5 11 1,-1 6 90,-7-10 0,-1 1 0,-3 0 491,1 13 1,-7 0-447,-2-1 0,-10-3 45,-13-13 0,-7-5-675,-7-8 0,-5-5-270,0-5 1,-1-4 224,2-5 0,4-4-2487,-8-11 2937,19 9 0,40 9 0,12 9 0</inkml:trace>
  <inkml:trace contextRef="#ctx0" brushRef="#br0" timeOffset="51337">10915 6244 7533,'-31'0'3276,"12"-8"-2235,35-1-861,7-7 0,5-2-45,9-3 0,3-3-225,-13 5 0,1-2 0,-3-2 0,6-11 0,-6-2 180,-6 8 0,-8 1 0,-13 0 0,-7 3 90,-18 4-360,1 13 0,-3 7-180,1 9 0,0 7 135,1 8 1,4 5 314,1 5 0,7 5 89,10-6 1,5 3 0,3-2 135,4 9 0,7-1-225,4-6 0,4 0 0,4-6 135,10-6 0,4-7 224,4-4 1,0-11-210,-15-13 0,0-8 0,-3-4-61,5-12 1,-4-4-360,-4 2 1,-3 1-271,-3-7-90,-17 36-89,-6 32 179,-1 20 135,10-10 0,4 1 225,-1-11 0,3-1 270,7 1 0,4-9 0,0-26 0,2-12-90,6-7 0,0-6 149,-8 1 1,-1-4 0,0 2 479,7-8 1,-3 4-180,-10 4 0,-1 13-810,4 31-809,-9 37-560,3-3 1,3 4 1620,-4-13 0,1 1 1,3-1-1,9 10 0,5-4 1,1-5-1,0-1 1</inkml:trace>
  <inkml:trace contextRef="#ctx0" brushRef="#br0" timeOffset="52603">12442 5362 7533,'-14'-10'1619,"-2"3"-810,9 22-314,0 8 0,1 5-136,2 18 1,1 6-609,2-17 0,-1 3 1,0 1-1,2 0 204,0 5 0,1 1 0,1 1 0,0-3-45,2 8 0,0-1 1,1-4 225,-1-4 1,0-3 0,2-8 133,6-3-450,-23-48-45,-1-2 1,-2-3 134,-9-7 0,-3 3 0,-4 8 0,-2 5 742,-4 4 0,-2 6-293,-2 11 1,0 8-180,0 10 0,4 7 45,5 8 0,6 4-1,7 3 1,11 0-135,17-3 0,9-3-315,9-5 1,9-7-66,-2-14 0,4-4 1,3-4 221,-4-3 1,3-3-1,0-3 1,-2-1-90,6-4 0,-1-4 0,-1-2 359,-6 0 0,2-2 1,-3-2-1,-6-1 338,7-14 0,-10-4 252,-4-2 1,-10 1-343,-14-8-900,-24 6-360,-6 39-418,-12 28 688,28 6 0,3 6 540,-2-1 0,5 3-150,10-4 0,5 3 0,3-5 385,3-2 1,4-5-326,10 7 0,7-9 616,1-22 1,1-12-33,1-14 1,-3-7-225,-5 5 0,-5-3-45,-3-14 0,-6 2 314,-1 11-1078,-12 11-91,-2 36 450,-6 27-270,2-14 1,4 0 359,7-1 0,5-5 90,20 3 269,-1-42 1,2-13 0,-2-1 0,-2-5 389,-4 0 1,-2-4 0,-2 3-121,-3 3 1,-1 5-630,7 1-3148,-12 60 2338,-5-8 1,1 3 899,5 17 0,6 0 0,5-13 0,3-2 0,6 7 0,-1-1 0</inkml:trace>
  <inkml:trace contextRef="#ctx0" brushRef="#br0" timeOffset="53018">13709 5468 9152,'-3'46'819,"1"0"0,1-2 0,1 4 0,-1 1-694,0-5 1,-1 1-1,0 2 1,2 0-683,0-7 0,1 2 1,0 0-1,1-1 0,-1-3-523,1 11 1,1-3 0,-1-3 89,1 4 1,1-10 1075,1-21 0,-10-50 1,-2-13-1</inkml:trace>
  <inkml:trace contextRef="#ctx0" brushRef="#br0" timeOffset="53185">13536 5821 9422,'-6'-20'1638,"22"4"0,12 1-1837,15 4 0,8 2-611,-15 3 1,3-1-1,0 0 1,-1 0 640,5-2 0,-3 0 1,1 1-1,-1 4 0,0 1 1,-5 1-1,-7-2 0,0 0 1</inkml:trace>
  <inkml:trace contextRef="#ctx0" brushRef="#br0" timeOffset="53735">8676 5715 7533,'-20'-27'2428,"8"1"-2428,12 16 0,23 5 0,10 2 0,4 3 0,0 0 0</inkml:trace>
  <inkml:trace contextRef="#ctx0" brushRef="#br0" timeOffset="55034">8503 6950 9512,'48'-10'809,"-13"6"1,3 0-406,8 1 1,2-2-421,-8 0 0,2-1 0,-1 0 196,1-1 0,-1 1 0,1-1-120,-1-1 0,0-1 0,0 1-120,-4 1 0,-1 1 0,1 1-30,1 1 0,1 1 0,-1 0 180,-1 0 0,0 0 0,1 1 180,6 2 0,1 1 0,0-2-181,-3-1 1,-1 0 0,2-2 135,1 1 0,2-2 0,1 1 0,-1-1-407,-2 0 1,-2 0 0,1 0 0,2 0 145,-3 0 0,3 0 0,-1 0 0,1-1 0,0 2 72,-4 0 0,1 0 0,-1 1 0,1-1 0,1 1-54,5-1 0,3 1 0,0 0 0,-1-1 0,-3 0 40,3 0 1,-3-1-1,0 1 1,1 0-5,-5 1 0,2 1 0,0 0 0,-1 1 0,-3-1 42,9-1 0,-4 0 0,2 1-105,-7 2 0,1 0 0,1 0 0,-1 0 22,-2 0 0,0 1 1,0-1-1,3-1 95,1 0 0,3-1 0,2 0 0,-1 1 0,-3-1-27,5 2 0,-2-1 0,0 1 0,-2-1-201,-3 0 1,-1-2 0,-1 1-1,0 1 156,9 0 0,0 0 0,-4 3-315,3 1 1,0 1 314,-11 0 0,3 1 0,0 0 0,-2-1 0,5 0 0,-2-1 0,0 2 120,6 4 0,0 3 0,-1-2-31,-8-5 1,0-2 0,0 1 180,3 4 0,-1 1 0,1-1-150,-3-1 0,0-2 0,0 1 106,0 0 0,0 0 1,-1 0-2,7 3 0,-2-1 544,-2-2 1,-2-2-546,-11 1 1,-2-2-32,6-3-823,-14 0-244,-13 0 64,-10 0-2467,-8 0 2666,0 0 1,-11 8 0,5 2 0</inkml:trace>
  <inkml:trace contextRef="#ctx0" brushRef="#br0" timeOffset="88583">1623 7832 7533,'10'-28'1079,"-3"3"-809,-7 7 0,0 0-90,0 9 90,0-7-91,0 14 361,0 10 0,0 27-405,0 3 0,0 10-46,1-10 1,1 5 0,0 3 0,0 1 0,-1-1-389,0-2 0,-1 0 1,0 0-1,1 1 0,-1 1 329,1 1 0,1 3 0,-1 0 0,1 0 0,-1-2 0,0-5 150,0 2 0,-1-4 0,0-2 0,-1-1 269,0 8 1,-2-3 0,-1-8-360,-6-4-720,1-8 1,1-25-990,0-13 899,6 13 946,10-14 1,27-1 0,-7 3 0,-1 0 0</inkml:trace>
  <inkml:trace contextRef="#ctx0" brushRef="#br0" timeOffset="89026">1923 8520 7533,'-20'-12'1638,"9"45"0,6 14-1387,8-20 0,2 1-461,-3 11 0,0 5 0,4-11 300,12-14 90,-2-37 0,1-13-90,-6 10 0,0-5 472,3-11 0,3-11 0,1 0 0,-3 11-382,-2 11 0,0 3 90,12-26 0,-1 19 404,-10 66 1,-3 20-1170,-2-19 1,2 3 494,1 0 0,3 6 0,2-1 0,3-11 0,12-11 0,3-5 0,0 2 0,1 0 0,-1 0 0</inkml:trace>
  <inkml:trace contextRef="#ctx0" brushRef="#br0" timeOffset="89897">3157 8343 7533,'-25'-17'2788,"5"7"-2608,3 25 45,10 13 0,6 5-225,3 0 0,4 3-300,-2 5 0,2 4 0,1-6 165,1-9 0,4-5 495,16 3 0,1-15-360,-4-42-120,-3 3 0,2-6 0,-5 4-60,-5-17 315,8 27 0,3 12-90,-11 28 0,1 11 464,14 1 1,8 4 0,-3-4-240,-3 1 0,3-8 779,4-15 1,5-7-1,-9-14-899,-17-18 0,-9-13 0,1-1-990,5 0 1,1-1-1,-5 0-253,-9-1 1,-5 0 0,-1 8 528,-5-9 0,-7 78 0,8-1 0,0 0 0</inkml:trace>
  <inkml:trace contextRef="#ctx0" brushRef="#br0" timeOffset="90373">3933 7743 7533,'-12'-32'1638,"-1"0"0,-14-5-803,15 5 1,4 13-1174,4 39 1,4 28 0,2 9 0,0-8 277,1-13 0,1-3 0,1 8-350,-1-5 0,0 8 1,1 4-1,1 3 1,0 0-1,-1-2 0,1-6 1,-1-7-156,2 5 0,-1-8 1,2 3 501,2 4 1,0 7-1,2-1 1,1-6-1,-1-13-117,12-9 1124,1-21 1,-1-12-181,-8-27 1,-5-8-630,3 13 0,0 1-45,-1-8 0,-1 18-315,-1 55 0,4 20-868,5-14 1,4 0 0,-2 1 115,-6-2 1,-3-1 0,3 0 1344,5 5 0,2-2 0,0-16 0,1-26 0,1-9 1,-2 4-1,1 0 0</inkml:trace>
  <inkml:trace contextRef="#ctx0" brushRef="#br0" timeOffset="90542">4568 8378 7533,'-22'27'309,"-1"-1"1,12 14 0,17-5 0,10 8 0,5-4 0,7-9-1,0 0 1,0 0 0</inkml:trace>
  <inkml:trace contextRef="#ctx0" brushRef="#br0" timeOffset="91344">4996 8449 7533,'-18'-25'3276,"-6"-3"-2145,-8 9-1356,6 28 0,1 13-450,10 8 1,6 7 254,-1-5 0,2 3 1,9-3-361,17 6 1,12-4-1,2-17 712,-2-28 1,3-18 0,0-8-1,-2 2 360,-1 5 1,-1-1-1,-2-3 1,-2-4-219,-6 0 0,0-3 0,-2-4 1,-3 0-1,-2 0 0,-3 2 303,-4-1 1,-5 0 0,-1 1 0,-2 4 0,1 3 701,-1-13 1,-3 10-1170,-10 8-135,13 49 0,4 26 0,2 10 1,0-4 62,0-10 0,0 0 0,0 1 0,2 0 0,-1 1 108,0 2 0,0 2 0,1-1 0,1-1 0,2-3-81,3 1 0,2 2 0,1-8 1,2-17 1663,24-33-1439,-15-14 0,-3-11 719,-7 4 1,-3-3-1,-2 2-629,-1-6 0,3 9-2609,20 17 1574,-18 38 1,-2 11-405,8 12 0,-1 0 1259,-5-11 0,-2-1 0,-2 4 0,-3-1 0,-7 1 0</inkml:trace>
  <inkml:trace contextRef="#ctx0" brushRef="#br0" timeOffset="91511">4586 8043 7533,'-27'-8'2338,"1"7"-2338,16-15 0,57 6 0,-12 1 0,-1 0 0</inkml:trace>
  <inkml:trace contextRef="#ctx0" brushRef="#br0" timeOffset="92240">6792 8237 7533,'-24'-25'2968,"0"13"-2653,1-4 0,0 1-135,-8 11-91,-9 1 1,-4 6-90,13 7 0,0 7-181,-3 5 1,-2 4-1,3 3 91,8-3 0,3 1 1,3 4-31,2 8 0,4 3 0,7-1-420,9 3 0,7-4 450,1-7 1,7-5-1004,16-12 1,10-6 0,-4-5 1086,-8-5 0,1-6 0,11-3 1,6-5-1,-4-4 0,-17-4 1,0-1-1,1 1 0</inkml:trace>
  <inkml:trace contextRef="#ctx0" brushRef="#br0" timeOffset="92674">6940 8343 7533,'-16'-35'3276,"-4"15"-1425,-17 20-1896,15 16 0,2 11-450,5 8 0,3 9 1,2 3-1,3-6 180,2 8 0,5 0 225,-2 5 0,2 4 0,12-23 270,19-36 0,5-14-270,-6 2 0,-1-7 292,-7-7 1,-1-8-1,0-1 1,-3 3 22,2-5 0,-3-1 644,0-6 1,-1-4-1,-10 26-599,-22 56-180,11-15-1183,-3 19 1,-2 13 0,6-6 257,7-17 0,5-1 835,3 9 0,4 4 0,5-15 0,11-26 0,4-10 0,14 7 0,0 0 0</inkml:trace>
  <inkml:trace contextRef="#ctx0" brushRef="#br0" timeOffset="93243">7396 8202 7533,'-30'-33'3276,"4"11"-1785,7-3-1491,8 48-135,17 10 0,4 5-180,-5 3 0,0 4 16,4-1 0,1 3 1,-1-3 253,-1 4 0,-2-2 539,1 5 1,-1-6 849,-6 0-894,-13-45-1710,-1-37 315,20 3 1,4-2 629,-7 10 1,6 3 44,14 1 0,9 3 0,-2 3 315,-2 6 0,1 0 734,12-8 1,6-4 0,-6-2 389,-3-8 1,-5-3-601,-8 6 1,-1-2 0,-7 1 149,-9-8 1,-12 13-945,-23 32 0,-5 15-225,13 2 1,3 7-481,-1 11 1,0 7-1,12-2-128,16-12 1,9-1 0,1-2 1057,-3 3 0,2 0 0,5-9 0,8-10 0,4-8 0,1-2 0,8-4 0,0 0 0</inkml:trace>
  <inkml:trace contextRef="#ctx0" brushRef="#br0" timeOffset="94783">7015 8361 7263,'7'-20'-180,"-2"-3"-90,1 21 900,-5-6-1,5 8 541,-12 16-361,-1-5 1,-5 23-360,5-15-1,1-1 451,6-2-361,0-14 1,0 5-180,0-22-360,0 3 270,-11-21-630,-3 5 720,-21-7-2699,-3 15-719,-6 20 3058,18 4 0,26 28 0,21-13 0</inkml:trace>
  <inkml:trace contextRef="#ctx0" brushRef="#br0" timeOffset="96240">10115 7885 7533,'-25'-10'1979,"2"2"-990,10 47-540,9-9 1,2 5-240,1 9 0,1 6 0,1 3-391,-1-6 0,0 1 0,0 2 1,1 1 216,0-8 0,0 1 0,0 1 0,1-2 0,-2-1 31,1 4 0,-1-2 1,0-1-1,-1-3 53,1 1 0,0-3 0,0-7-40,0 2-2599,-5-49 540,4-21 1035,0 6 0,2-1 944,1 5 0,2-1 0,2-12 0,1-2 0,-1 5 0,0 0 0</inkml:trace>
  <inkml:trace contextRef="#ctx0" brushRef="#br0" timeOffset="96650">10128 7990 7533,'-7'-43'854,"-2"2"1,1-2-271,7 12 1,0-1-76,-4-3 1,0-4 0,4 6-240,7 6 0,4 5 134,1-3 1,4 6 0,13 14 0,4 10-225,9 16 0,-1 9-31,-9-3 1,-1 3 0,-2 4-15,-6-2 0,-3 4 0,-1 1 0,-2-1-105,0 2 0,-2-1 0,-7 1-120,-8 10 0,-8 3 0,-4-9 180,-6-9 0,-4-5-390,-2-1 0,-4 0 1,-1-6-151,-5-9 0,1-5-315,1 2 1,2-2-1934,-5-7 539,30 0 2159,36 0 0,2 6 0,4 4 0,8-1 0,1 1 0</inkml:trace>
  <inkml:trace contextRef="#ctx0" brushRef="#br0" timeOffset="97033">10990 7708 7533,'-42'-1'1092,"0"0"0,0 9 0,2 10-655,13 7 0,4 8 0,0 3-334,4-6 0,1 3 0,1 2 1,0 4 153,5-2 0,0 4 0,0 3 0,1 2 0,1-1 0,1-1 0,2-5-482,-2 7 0,3-4 0,1-1 0,3 4-180,1-3 0,1 3 1,2 2-1,2-2 0,2-4 1,3-8-1215,18 8 0,5-7 1652,-10-8 0,1 1 1,0-4-1,5-3 1,-1-3-1,-6 0 0,1 0 1</inkml:trace>
  <inkml:trace contextRef="#ctx0" brushRef="#br0" timeOffset="97693">11322 8026 7533,'-13'-28'3276,"1"3"-1515,10 31-862,15 37-839,-1-10 0,2 5 0,2 4-38,-1 2 1,1 4-1,1 0 1,-2-1-339,-1-8 0,-1 0 0,0-1 0,1 0-89,1 4 0,2 0 0,-1-2 1,-1-5-406,1 4 1,1-7-474,1-8 1,0-3 1282,2 4 0,-15-17 0,-12-8 0</inkml:trace>
  <inkml:trace contextRef="#ctx0" brushRef="#br0" timeOffset="97990">11297 8802 7533,'-47'-18'3276,"13"1"-2184,46-5 0,17-7 0,2-1-368,1-3 0,3-1 1,4-3-960,-9 9 1,3-2 0,1-1-1,2-1 1,-1 0 0,-1 1-313,0 2 1,-1-1 0,1 0 0,-1 1 0,-2 1 0,0 2 179,6-7 1,-2 2 0,-2 1 0,-3 4 0,14-11 0,-19 17-1,-35 32 1</inkml:trace>
  <inkml:trace contextRef="#ctx0" brushRef="#br0" timeOffset="98319">12159 7973 7533,'-13'-18'3276,"12"24"-1811,1 25 0,1 12-1420,3 3 0,-1 6-420,-1-14 0,-1 4 0,0 3 0,0 0 0,0-3-210,0 2 1,0-1-1,0-1 1,1 0-69,0 1 1,1 2 0,0-3 0,1-4 747,3 13 1,5-16 0,18-27 0,2-37 0</inkml:trace>
  <inkml:trace contextRef="#ctx0" brushRef="#br0" timeOffset="98916">12638 7990 7533,'-12'0'2968,"5"-7"-1439,18 28-719,21 9-1260,-10-3 0,3 6 0,0 1-643,-2-6 1,-1 1 0,0 0-1,4 4 1,1 1 0,-2-5 861,-3-4 0,0-5 0,19-4 0,-10-26 0</inkml:trace>
  <inkml:trace contextRef="#ctx0" brushRef="#br0" timeOffset="99200">13230 7938 7533,'-31'-20'3276,"-6"43"-2420,15 4 1,0 8 0,0 7-1127,7-8 0,0 5 0,0 3 1,-1 2-1,2 0 0,-1-2 0,1-4-550,-3 5 1,0-4 0,1 0 0,0 4 644,1 1 1,-1 5 0,0 2 0,2-1-1,1-7 1,3-9-72,3-7 0,1-3-249,-2 8 1,3-4 624,11-10 0,13-28 0,12-17 0</inkml:trace>
  <inkml:trace contextRef="#ctx0" brushRef="#br0" timeOffset="99700">13475 7585 7533,'0'-26'3276,"28"54"-1425,-5-11-1492,-9 9 1,1 12 0,1 9 0,-1 4 0,-1-1 0,-2-5-844,-3-4 0,-2-3 0,-2 0 0,0 2 0,-1 5 424,-1-5 0,0 3 0,0 3 0,-1 2 0,-1 1 0,-1-1 0,-1-1 0,-1-2 0,-1-3-326,-4 3 0,-2-3 1,-1-1-1,-1-2 0,-1 0 1,-1 0 277,-2 6 0,-2 2 0,-1-3 0,-1-2 0,-1-5-792,-7 3 1,-2-6 0,2-6 1027,4-7 0,1-7 0,-4-4 0,0-4 0,-13-6 0</inkml:trace>
  <inkml:trace contextRef="#ctx0" brushRef="#br0" timeOffset="111634">14349 8326 7982,'-14'-8'3276,"-2"6"-885,9-6-682,5 8-360,20-8-809,15 6-135,6-2 0,4 0-226,4 4 1,2 0-433,-6-2 0,1-1 1,-1 0 12,-6 3 0,-1-1 0,-1 0-1399,10-3 1,-5 1-1639,2 3 2689,-24 0 0,-34 7 1,-12 3-1</inkml:trace>
  <inkml:trace contextRef="#ctx0" brushRef="#br0" timeOffset="111983">14386 8520 7533,'-32'0'3276,"8"0"0,17-8-294,36 6-2622,0-2 0,5 0-315,11 3 0,4 2-723,-11-1 1,1 0 0,0 0-416,-1 0 1,0 0 0,-2 0 888,10 1 1,-3-2 0,-10-5-1,-6-4 1,2-9 0</inkml:trace>
  <inkml:trace contextRef="#ctx0" brushRef="#br0" timeOffset="112983">15949 7867 10231,'0'37'787,"0"0"0,-3 6 0,-1 4 0,0 3-832,-1-5 0,1 3 0,-2 1 0,1 1-447,1-9 0,0 1 0,0 1 0,0-2 0,0-1 289,-1 4 1,0-1 0,1-2-1,1-2 113,1-1 0,2-3 1,2-4-147,0-2 1,2-5-1744,8 1 2024,1-17 0,-4-29 0,0-13 0,0 0 0,1 0 1</inkml:trace>
  <inkml:trace contextRef="#ctx0" brushRef="#br0" timeOffset="113384">15961 7832 7533,'-23'-26'3276,"13"7"-1965,-1 1-682,33 28 1,12 11-180,-1 2 0,2 3-428,-7-4 1,2 2-1,1 1 1,-3 0-90,4 7 0,-2 1 1,-3 0-54,-4-1 0,-2 1 0,-9 0-330,-11 13 1,-13-3 89,-13-5 0,-9-6 45,-9-7 0,-3-5 135,11-1 1,1-5-404,-1-8 0,7-2-1216,11 4 540,7 0 1259,18-6 0,17 2 0,6 0 0,-1-4 0,0 0 0</inkml:trace>
  <inkml:trace contextRef="#ctx0" brushRef="#br0" timeOffset="113784">16872 7849 7533,'-11'-25'2428,"-9"5"-1258,-11 3-1170,5 20 0,-1 9-315,-7 11 0,0 7 375,6-1 0,0 4 0,2 3-339,3-2 0,0 3 0,1 1 0,3 2 413,2 5 1,2 1 0,1 2 0,3-1-113,0 1 1,2-1 0,2 1-1,4-1-142,2-1 0,2 0 0,4-2 1,2-3-691,4 1 0,4-4 1,3-3-271,11 8 1,5-9 1079,-9-17 0,2-7 0,-1-3 0,0-6 0,5-11 0</inkml:trace>
  <inkml:trace contextRef="#ctx0" brushRef="#br0" timeOffset="114183">16982 8184 11221,'15'44'337,"-1"-1"0,-2-11 0,1 1 1,0 0-788,4 3 0,0 0 1,0-1-271,-1-3 0,1-2 1,-1-1-765,9 8 0,-2-6 1484,-1-3 0,0-21 0,-22-16 0</inkml:trace>
  <inkml:trace contextRef="#ctx0" brushRef="#br0" timeOffset="114516">16859 8767 7533,'-20'-28'3276,"20"-13"-1638,19 15 0,9-1-734,-1 2 0,3-2 0,1-1-1494,-2 2 1,1-2 0,0 1 0,0 2-251,5-2 1,-1 3 0,0-2-254,-1-2 1,-1-2 0,-3 6 1028,-5 9 0,-3 1 0,-2-7 0,-2 1 0,1-8 0</inkml:trace>
  <inkml:trace contextRef="#ctx0" brushRef="#br0" timeOffset="114911">17487 7779 7533,'-7'-28'3276,"7"19"-1065,23 42-2166,-7-11 0,1 5-1,-1 3 1,2 5 0,-1 4 0,-2-2-707,1 9 0,-2 0 1,-1 3 679,-4-9 0,0 2 0,-2 2 0,0-1 0,-4-2-18,-2 1 0,-3-1 0,-3-1 0,-1 1 449,-3-2 1,-2 2 0,-2-1 0,-1-1-1,0-4-1,-5 7 1,-1-5 0,-2 0-360,1-4 1,-1 2 0,1-3 0,1-5-765,-1-1 1,3-5-1665,-11 11 2339,35-32 0,18-16 0,14-3 0</inkml:trace>
  <inkml:trace contextRef="#ctx0" brushRef="#br0" timeOffset="115057">17820 8837 7533,'-31'-10'819,"16"2"0,-12 40 0,13 7 0</inkml:trace>
  <inkml:trace contextRef="#ctx0" brushRef="#br0" timeOffset="121852">7100 10301 9512,'0'-18'3148,"0"9"-2788,-5-7-540,-13 22-810,-8 4 585,7 12 1,1 7-46,3 2 0,5 2 135,3 0 1,7-1 314,6-3 0,7-7 629,20-12 630,4-28-719,-19-27-450,-17 14 0,-7-1-225,-2 7 0,-4 3-1574,-20-3-1529,13 50 3238,8-1 0,18 13 0,8 6 0,-2-10 0,1 1 0</inkml:trace>
  <inkml:trace contextRef="#ctx0" brushRef="#br0" timeOffset="122267">7261 11024 12570,'-7'10'1529,"12"-2"-1799,-2-16 360,8-2-270,-22 1-719,3 1 899,-10 23 0,22 21 0,0-9 0,0 1 0</inkml:trace>
  <inkml:trace contextRef="#ctx0" brushRef="#br0" timeOffset="122606">6744 11042 7533,'-30'0'3276,"20"8"-1785,6-6-1851,50-10 0,-20-4 405,4-22 0,-15-4 45,-35 19 0,-7 0-855,15-8 1,-1 3 764,-21 16 0,9 11 0,47 22 0,2-11 0,0-1 0</inkml:trace>
  <inkml:trace contextRef="#ctx0" brushRef="#br0" timeOffset="123427">8405 10142 7533,'-7'0'629,"1"0"1260,-5 32-1529,9-9-252,1 6 0,0 11 0,1 7 0,0 1 0,2-4-86,0 0 1,1-1-1,1 0 1,0 3-570,1-4 1,0 4 0,0 1 0,1-1 0,-1-2 0,0-4-547,0 9 1,-1-4 0,2-6 784,6 4 1,-2-15-502,-9-26 1025,5-2 0,-6-34 0,0-13 1</inkml:trace>
  <inkml:trace contextRef="#ctx0" brushRef="#br0" timeOffset="123817">8380 9895 7533,'0'-35'3276,"44"16"-2441,-8 19 1,5 7-746,-5 2 0,3 2 0,1 7-23,1 4 1,2 5-1,-2 5 1,-10 4-383,-13 4 0,-7 6 0,-5 1 0,0-1 45,1-5 0,1 1 1,-5-1-1,-8-1-113,-13 4 1,-11 0 0,-4-4 0,1-7 322,4-11 0,-1-5 0,-1-3-705,-20 5 1,8-7 584,20-10 180,28 6 0,19-16 0,11-8 0,12 2 0,0-1 0</inkml:trace>
  <inkml:trace contextRef="#ctx0" brushRef="#br0" timeOffset="124160">9463 9966 7533,'-22'-19'1092,"1"1"0,-2 2 0,-2 6-931,-2 10 0,-1 8-251,-4 13 0,1 9-30,7-1 0,1 4 0,2 3-26,5-2 0,2 3 0,3 2 0,1 2 164,4 3 0,2 3 0,2 2 0,1-1 0,1-3-63,-1-3 0,2-3 0,1 0 0,5 2-502,4-1 1,4 4 0,3 1 0,1-1 0,-1-5 0,-2-6 526,6 5 0,3-6 0,-1-4 1,6 2-1,1-3 0,-4-8 1,-1-10-1,-1 0 0</inkml:trace>
  <inkml:trace contextRef="#ctx0" brushRef="#br0" timeOffset="124825">9759 10160 7533,'-6'-18'2608,"5"1"-1438,1 23-181,23 37-749,-8-7 0,1 9 0,3 3-896,-2-7 1,3 4-1,1 1 1,-1 0 0,-1-2-136,-2 0 1,-1-2 0,0 0 0,0 0 640,4 4 0,0 1 0,1-3 0,-3-8-1020,2-8 1,-4-6 1169,0 6 0,1-3 0,-24-7 0</inkml:trace>
  <inkml:trace contextRef="#ctx0" brushRef="#br0" timeOffset="125084">9820 10954 7533,'-30'-8'3276,"4"-18"-2184,39-3 0,19-9 0,2-2-707,-6 4 1,1-1 0,3-1 0,3 0-933,-3 6 1,3-2 0,2 1 0,0-1 0,0 1 0,-2 1-110,1-3 1,-1 0-1,-1 0 1,-1 2 0,-2 2 275,-1 2 0,-1 2 0,-3 1 0,-3 2 0,3-7 0,-5 4 0,-3 1 0</inkml:trace>
  <inkml:trace contextRef="#ctx0" brushRef="#br0" timeOffset="125913">10731 10724 7533,'-13'-9'3276,"7"16"-796,18 21-2615,-5 0 1,0 5-886,-2 2 1,-1 5-1,-1-4 120,-4 2 1,-3-1 89,-2 14 1,-8-12 809,-17-37 0,16-14 0,5-23 0</inkml:trace>
  <inkml:trace contextRef="#ctx0" brushRef="#br0" timeOffset="126316">11125 10178 7533,'-12'-8'3276,"16"29"-2235,4-15-1356,16 30 1,4 9 224,-11-23 0,2 1-1003,8 11 1,4 5 0,-2-5 948,-5-6 1,1-5-1,10-1 1,1-8-1,13-18 1</inkml:trace>
  <inkml:trace contextRef="#ctx0" brushRef="#br0" timeOffset="126584">11691 10089 7533,'-13'-37'3276,"-4"27"-2486,-3 34 1,-2 19-1151,9-10 0,0 5 0,-1 5 1,0 0-1,0-2-296,0-2 1,-1 0-1,0 0 1,1 1 0,0 1 319,-1 5 0,1 3 0,0 0 0,1-3 0,2-3 216,-1 5 0,1-4 0,4-6 235,4-6 0,6-10 0,22-22 1,-6-19-1,0-1 0</inkml:trace>
  <inkml:trace contextRef="#ctx0" brushRef="#br0" timeOffset="126933">11851 9666 7533,'4'-12'2698,"4"-1"-1919,15 33 1,9 26 0,-2-3-735,-1-6 0,-2 7-410,-14-14 1,2 7 0,0 6 0,-1 3 0,1 3 0,-2 0 0,0-1 0,-3-2 0,-2-4-57,-1 3 0,-3-3 1,-1-2-1,-2 1 0,-1 2 1,0 3 430,0-4 0,0 4 0,-1 3 0,-1 1 0,0-1 0,-2 1 0,0-3 0,-2-3 0,-2-4 95,-5 8 0,-3-5 1,-1-2-1,-2-2 0,-2-2-105,-5 3 0,-2-1 0,-1-4 0,1-4 0,-1-5 0,0-4 0,1-2 0,-8 2 0,0-1 0</inkml:trace>
  <inkml:trace contextRef="#ctx0" brushRef="#br0" timeOffset="128934">12749 10478 7533,'-18'-8'1619,"10"-2"-360,8 0-270,30 2-359,-2 4 0,6 0-480,1 1 0,5 0 0,0 0-825,0-3 1,1 0-1,1 0 165,3 2 0,0 1 1,0 0-121,-1-1 1,-1 0-1,-4 4 701,-1 6 0,-8 4 0,0 17 1,-42-4-1,1 0 0</inkml:trace>
  <inkml:trace contextRef="#ctx0" brushRef="#br0" timeOffset="129319">12737 10654 7533,'-30'0'270,"-1"8"1708,4-6-628,15 6-856,30-11 1,14-2-270,6 0 0,4 0-571,-7-3 0,3-1 0,2 0 31,-1 4 0,3 0 0,0 0 1,0 1-779,8-3 1,-1 1 0,0 1 779,1 1 0,0 1 0,-3 2 1,5 4-1,-9 2 0,-3 5 0</inkml:trace>
  <inkml:trace contextRef="#ctx0" brushRef="#br0" timeOffset="130627">14078 10178 7173,'-14'-18'2339,"-2"8"-1530,9 2-449,1 8 270,0 0-391,6 25 1,5 21 0,1-7 30,2 4-693,-4-9 1,0 11 0,0 7 0,0 2-1,-1-3 1,1-8 182,1 1 0,-1-5 1,1 5 23,-1 2 0,-1 6 0,1 1 0,-1-2 0,1-8-189,2 8 1,0-8-226,-3-6 0,1-9-539,2-20 90,-6-24 1079,0 4 0,5-29 0,2 4 0</inkml:trace>
  <inkml:trace contextRef="#ctx0" brushRef="#br0" timeOffset="131079">13992 10054 7533,'-4'-46'1092,"0"0"0,11 8 0,9 7 103,12 18 0,7 9-1075,6 9 0,5 7 0,0 4-362,-4 2 0,0 4 1,0 3 173,-7-2 1,1 2-1,-2 3 1,-5 2-353,-1 9 0,-6 3 1,-9 0 29,-11-5 0,-7 0 0,-3-1 150,-3-2 0,-2-1 1,-7-4-85,-13-2 0,-8-5 0,2-2 99,1-1 0,1-1-197,0-1 0,7-1-927,14 2 1349,37-11 0,15-5 0,9-4 0,6-3 0,-3-2 0,0 1 0,0-1 0</inkml:trace>
  <inkml:trace contextRef="#ctx0" brushRef="#br0" timeOffset="131414">15075 9984 7533,'-13'-29'1092,"0"1"0,-6 3 0,-2 9-231,-6 16-801,2 19 0,-4 12 0,2-1-15,0-4 0,3 7-455,10-2 0,1 10 1,-1 6-1,2 5 1,0 1-1,1-2 0,1-4 1,2-9-146,-1 8 1,2-7-1,4 8 195,3-9 0,0 7 0,1 5 1,2 1-1,2 0 0,1-5 1,3-5-1,2-11 452,22 8 0,6-11 1,-6 2-1,3 1 0,-1-7 1,4-10-1,0 0 0</inkml:trace>
  <inkml:trace contextRef="#ctx0" brushRef="#br0" timeOffset="132086">15395 10178 7533,'-19'0'3238,"1"31"-2744,22 1 1,7 7-195,-2-5 0,2 2 0,2 3-795,5 5 0,4 3 1,1 0-1,-1-4 405,-1-7 0,-1-4 0,2 3 90,0 4 0,3 4 0,-2-3 0,-7-9 0,-4 5 0,-5-8 0,0 0 0</inkml:trace>
  <inkml:trace contextRef="#ctx0" brushRef="#br0" timeOffset="132365">15358 10866 7533,'-22'-18'1092,"0"0"0,31-16 0,17-6-273,0 7 0,7-2 0,5-1 0,0 1-743,-4 5 0,2 1 0,1 0 0,-1 0 0,-3 1 0,2-3 1,-1 0-1,-4 1 0,-4 4 0,-6 0 0,1-1 0</inkml:trace>
  <inkml:trace contextRef="#ctx0" brushRef="#br0" timeOffset="132735">15949 9825 7533,'-7'-30'3276,"34"30"-1065,3 30-2077,-10-4 1,5 10 0,3 6 0,-1 4 0,-3 1 0,-5-3-345,-9-4 0,-4 1 0,-4 1 0,1 0 1,0 0-1,4 0-337,6 3 1,5 0 0,2 1 0,-2-1 0,-5 0 0,-6-1 216,-9 7 1,-8 3 0,-4-3 0,-2-5-1,0-9 375,-6-3 0,-3-5-467,-3 3 0,-4 2 1,3-6 421,1-6 0,1-7 0,-15 1 0,32-26 0</inkml:trace>
  <inkml:trace contextRef="#ctx0" brushRef="#br0" timeOffset="133399">16674 10178 7533,'-17'-2'1638,"9"23"0,3 15-1645,1-3 1,1 10 0,1 5-1,1 2 1,-1-1 0,1-6-174,0 1 0,1-3 0,0 0 0,1 4-120,1 2 0,0 9 0,1 1 1,1-2-1,1-9 0,2-13 300,15 0 0,3-55 0,-20-24 0,1 0 0</inkml:trace>
  <inkml:trace contextRef="#ctx0" brushRef="#br0" timeOffset="133804">16687 10001 7533,'-4'-26'1638,"1"-1"0,14-10-578,26 32 1,7 8-971,-19-3 0,2 6 44,8 12 1,7 10 0,0 3 0,-9-4-360,-8-3 0,-5 3-247,-1 6 0,2 9 0,-6 1 0,-13-6 292,-25-4 0,-15-6 0,2 1 150,11 1 0,2 0 0,-4-5-450,-21-7 0,-5-6 1,25 0 479,35 3 0,37 6 0,-9-5 0,1 0 0,-1 0 0</inkml:trace>
  <inkml:trace contextRef="#ctx0" brushRef="#br0" timeOffset="134262">17574 9931 7533,'-6'-36'2968,"-6"17"-2338,-19 19-810,-3 25 0,-3 16 449,14-7 1,-1 4 0,2 4 0,1 1-420,3-4 0,1 0 0,1 2 0,1 1 0,1 1 222,1 4 0,1 1 0,2 1 0,2 0 0,5-3-522,5 3 0,4-1 1,4-2-1,2-3-600,8 6 1,5-5 0,0-5 869,2-4 0,3-8 180,3-5 0,-5-12 0,-20-18 0,2-2 0</inkml:trace>
  <inkml:trace contextRef="#ctx0" brushRef="#br0" timeOffset="134675">17684 10231 11490,'29'23'-450,"-2"-1"1,6 5-1,0 1-643,-6-4 1,-1 0 0,1 0 545,6 4 1,1 0 0,-4-6 0,10 2 0,-35-34 0</inkml:trace>
  <inkml:trace contextRef="#ctx0" brushRef="#br0" timeOffset="135023">18262 10072 7533,'-5'-10'3058,"-7"2"-2159,-7 40-539,2-8 0,-2 6-486,4 4 0,-2 8 0,0 4 0,0-1 0,1-4-382,-5 5 0,2-3 1,-1 3 453,3-3 0,-1 5 0,1 1 0,1-3 0,2-8 137,-3 2 1,4-6-1164,5-2 1,3-5-1619,5-9 2698,2-3 0,9-20 0,-4 3 0</inkml:trace>
  <inkml:trace contextRef="#ctx0" brushRef="#br0" timeOffset="135523">18520 9737 8612,'0'-20'3276,"22"59"-2531,-3-3 1,1 13-886,-11-18 0,0 8 0,-1 5 0,1 4 0,0 2 1,-1 0-1,0-2 0,-1-4 0,0-5-585,3 12 1,0-7-1,-2 0 1,-3 8 594,-3-11 0,0 7 0,-1 3 0,-1 3 0,-1 0 0,-2-2 0,-1-4 0,-3-6 0,-2-7 280,-12 5 0,-4-10 0,-5 2-384,1 1 0,-5 4 0,-2 0 1,1-1-1,4-5 234,-2 1 0,3-3 0,-1-2 0,-9 4 0,-1-2 0,6-2 0,14-7 0,0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4:45:26.620"/>
    </inkml:context>
    <inkml:brush xml:id="br0">
      <inkml:brushProperty name="width" value="0.09071" units="cm"/>
      <inkml:brushProperty name="height" value="0.09071" units="cm"/>
      <inkml:brushProperty name="color" value="#A020F0"/>
    </inkml:brush>
    <inkml:brush xml:id="br1">
      <inkml:brushProperty name="width" value="0.09071" units="cm"/>
      <inkml:brushProperty name="height" value="0.09071" units="cm"/>
      <inkml:brushProperty name="color" value="#C00000"/>
    </inkml:brush>
    <inkml:brush xml:id="br2">
      <inkml:brushProperty name="width" value="0.09071" units="cm"/>
      <inkml:brushProperty name="height" value="0.09071" units="cm"/>
      <inkml:brushProperty name="color" value="#00B050"/>
    </inkml:brush>
    <inkml:brush xml:id="br3">
      <inkml:brushProperty name="width" value="0.09071" units="cm"/>
      <inkml:brushProperty name="height" value="0.09071" units="cm"/>
      <inkml:brushProperty name="color" value="#FF0000"/>
    </inkml:brush>
    <inkml:brush xml:id="br4">
      <inkml:brushProperty name="width" value="0.12095" units="cm"/>
      <inkml:brushProperty name="height" value="0.12095" units="cm"/>
      <inkml:brushProperty name="color" value="#FF0000"/>
    </inkml:brush>
    <inkml:brush xml:id="br5">
      <inkml:brushProperty name="width" value="0.12095" units="cm"/>
      <inkml:brushProperty name="height" value="0.12095" units="cm"/>
      <inkml:brushProperty name="color" value="#00B050"/>
    </inkml:brush>
    <inkml:brush xml:id="br6">
      <inkml:brushProperty name="width" value="0.12095" units="cm"/>
      <inkml:brushProperty name="height" value="0.12095" units="cm"/>
      <inkml:brushProperty name="color" value="#A020F0"/>
    </inkml:brush>
  </inkml:definitions>
  <inkml:trace contextRef="#ctx0" brushRef="#br0">3510 3916 6633,'-8'-10'1259,"6"-6"-719,-5 14 90,7-5-270,0-1 179,0 6 181,0-14-180,0 6 179,0 0 1,-8-5-630,6 5 0,-6 0-270,8 2-90,0 1 180,0 5 90,0-6 270,0 8 1259,0 0-1439,-8 0 180,6 0-180,-6 0-360,8 0 270,0 0 540,0 23-540,0 8 0,0 7 0,0-4 0,0 5 0,0 3 0,0 0-365,0 3 0,0 0 1,0 2-1,0 2 491,0-3 0,0 2 0,0 0 0,0 0 0,0-3 121,1 1 0,-1-2 1,1-2-1,-3-2 2,-2 5 0,-3-3 0,3-5 66,3-4 0,-2-7 135,-13-11-1170,8-22-719,-2-11-630,1-9 897,-7 7-807,14-4-185,-6 22 2164,16-5 0,10-9 0,9-4 0</inkml:trace>
  <inkml:trace contextRef="#ctx0" brushRef="#br0" timeOffset="834">3404 3792 7533,'-17'-17'2338,"-1"-1"-898,8-7-631,2 13-269,8-4-90,16 16 134,7 0 1,5 0-360,15 2 0,4 4-46,-4 3 1,3 3 0,-2 0-120,-2 0 0,-2 0 0,-2 4-60,-2 4 0,-3 3 0,-6 2 90,-3 5 0,-13 3-90,-21 14 0,-13 0-450,-3-8 1,-7-2 100,-1-4 0,-5 0 0,0-5 259,6-7 0,0-3 0,0-2 0,-14 8 0,3-5-1305,12-8 1,4-4-674,2 1 2068,50-8 0,15-8 0,-4 3 0,0 0 0</inkml:trace>
  <inkml:trace contextRef="#ctx0" brushRef="#br0" timeOffset="1451">4357 3669 7353,'-20'-18'2698,"-11"8"-2248,19 3-180,-29 22 89,22 4 1,1 5-30,-4 0 0,-1 3 0,-1 3-397,3 1 1,1 3 0,0 3-1,1 0 247,-1 4 0,1 1 0,1 2 0,0-1-1,1 2 1,-1 0 0,3 0 0,5 1-315,4 0 0,4 1 0,4-1 1,2-3-462,2 2 0,4-2 1,3-4-5,2-4 0,3-2 1,4-5-211,4-5 1,4-3-1,-2-4 810,-3 0 0,1-4 0,11-5 0,1-5 0,7-3 0</inkml:trace>
  <inkml:trace contextRef="#ctx0" brushRef="#br0" timeOffset="2251">4551 3969 8612,'-10'-18'1979,"2"16"-990,16 35-494,3-3 0,4 5-315,0 0 0,4 3 0,-1 3-404,-2-3 1,0 2 0,1 0 0,-1-1 103,5 3 0,1-1 0,-2 1-240,-2 4 1,-1 2-1,-1-7-201,-3-7 1,0-5-340,-1-2 1,-1-3 899,-3-4 0,-13-5 0,-9-15 0</inkml:trace>
  <inkml:trace contextRef="#ctx0" brushRef="#br0" timeOffset="2534">4480 4833 7533,'-25'-10'3276,"21"-37"-1638,16 9 0,9-4-819,-1 7 0,4-2 0,3-2 0,0-1-1127,-2 3 1,1 0-1,0-1 1,1-1 0,1 2 199,1-1 0,1 0 0,1 0 0,-1 0 0,-1 2 18,2-6 0,-2 1 0,0 2 0,-1 2-1003,2-1 1,-1 3 0,-2 2 859,5-4 0,-4 5 0,-2 5 0,-9 11 0</inkml:trace>
  <inkml:trace contextRef="#ctx0" brushRef="#br0" timeOffset="3167">5365 4392 11850,'4'41'630,"-3"-11"0,1 3-675,5 7 0,-2 2-1350,-4 3 1,-7-2 359,-6-9 1,-6-5 449,-3-9 1,-3-5 404,-4-1 0,0-4 180,-10 0 0,42-8 0,24-4 0</inkml:trace>
  <inkml:trace contextRef="#ctx0" brushRef="#br0" timeOffset="3501">5698 4004 7533,'-14'-18'2878,"3"16"-2338,28 20-1530,14 19-179,-4-3 0,2 1 1169,2-6 0,1-1 0,4 0 0,1-3 0,-3-9 0,0 1 0</inkml:trace>
  <inkml:trace contextRef="#ctx0" brushRef="#br0" timeOffset="3784">6153 3792 7533,'-19'-27'3276,"-4"33"-1638,7 18 0,2 13-1394,-1 4 1,0 7 0,1 4-901,4-13 1,-1 3-1,1 2 1,0 0 0,0 0 293,0 1 1,0 1-1,-1 0 1,2 0-1,0-1 182,2-3 0,0 0 0,1 0 1,0-2-1,0-3 161,-1 8 1,1-3 0,1-5-1196,4 0 0,2-7 1328,6-13 1,11-32-1,2-15 1</inkml:trace>
  <inkml:trace contextRef="#ctx0" brushRef="#br0" timeOffset="4167">6325 3545 8342,'19'35'409,"-1"0"1,1 0-1,-1 0 1,-1 5-1,0 3 1,-1 3 0,0 0-1,-3 0-3,-1 1 0,-1 0 1,-1 2-1,-2-1 0,-1 2-953,-1-5 1,-1 2 0,-1 0 0,-1 0 0,-2-1 0,-2-2 437,-2 3 0,-1-2 0,-3-1 0,-2-1 0,-1-2-94,-3 3 1,-4-1 0,-1-2-1,-2-4-360,-5-1 1,-3-3 0,0-2 562,-5 5 0,-3-4 0,5-13 0,-3-4 0,0 0 0,-11 4 0,0-1 0</inkml:trace>
  <inkml:trace contextRef="#ctx0" brushRef="#br0" timeOffset="5784">7630 4322 7533,'-28'-10'2878,"6"-6"-1978,50 14-541,-5-2 1,4 0-315,17 4 0,5 0-317,-9-2 1,2-1 0,-1 0-569,0 3 0,-1-1 1,0 0 59,0-2 1,0 0-1,-4 2 780,0 2 0,-8 5 0,-10 12 0,-40 10 0</inkml:trace>
  <inkml:trace contextRef="#ctx0" brushRef="#br0" timeOffset="6117">7679 4586 7533,'-33'-10'3276,"10"2"-616,34 8-1580,31 0-1035,-4 0 0,5 0-345,-6 1 0,2-1 0,2-1-509,-4-1 1,2-3 0,1 1 0,-2 0 808,5 1 0,0 1 0,0-5 0,-4-5 0,0-4 0,0-3 0,-2 1 0,2-4 0,1 0 0,0 0 0</inkml:trace>
  <inkml:trace contextRef="#ctx0" brushRef="#br0" timeOffset="7017">9574 3916 8072,'-12'-10'1440,"0"10"-946,6 22 1,5 13-285,-1 6 0,0 7 0,1 2-528,0-9 1,1 0 0,0 2 0,1 3 407,-2 0 0,1 3 0,0 1 0,0 0 0,1-4-293,0-2 1,0-2 0,0-1-1,1-2-37,0 8 0,-1-2 1,3-6 154,1-5 1,2-9-1625,-1-9 1765,0-47 1,-8 5-1,-2-3 1,1-16 0,-1 0-1</inkml:trace>
  <inkml:trace contextRef="#ctx0" brushRef="#br0" timeOffset="7417">9463 3757 9242,'39'29'819,"-1"1"0,-5-7 0,3 1 0,0 1-671,-3-1 0,1 0 0,-1 2 0,0-2-89,7 7 1,-1-2 0,-3 2-120,-7-6 0,-3 1 1,-9 1-76,-10 8 0,-14-1-495,-16-2 0,-10-2 180,7-8 1,-2 0-1,-1-3 30,-4-2 0,-1-3 1,2 0-121,-2 4 0,4-3-1348,-11-5 1888,30-2 0,31-13 0,15-6 0,-1 2 0,0-1 0</inkml:trace>
  <inkml:trace contextRef="#ctx0" brushRef="#br0" timeOffset="7809">10584 3828 7533,'-24'-26'2968,"3"7"-2608,-19-7-540,-4 32 180,11 11 0,-1 9 150,6 0 0,1 4 0,1 4-249,5 0 1,2 2 0,0 3-1,2 1 324,-2 5 0,1 1 0,1 2 0,3-1-23,3 1 0,2 0 1,2 0-1,3-2-157,2-2 0,2-1 0,3-1 0,1-2-732,5 6 1,3-1 0,6-7-124,3-10 1,5-4 0,1-3 809,13 5 0,2-9 0,-2-17 0,0-8 0,-4-7 0,0 1 0</inkml:trace>
  <inkml:trace contextRef="#ctx0" brushRef="#br0" timeOffset="9419">10755 4039 6993,'-13'-9'1979,"2"-7"-1260,11 14 1,0-6 90,0 24 809,16 11-945,-4 5 1,3 5-525,1-6 0,3 1 0,0 3-279,-4-2 0,1 3 1,0 0-1,0 0 106,2 0 1,1 1 0,0-1-1,-1 0-187,1 7 0,0 0 1,0-4-241,6 4 0,-2-7-135,-7-14 1,-2-3-1575,0-1-179,-3-9 2338,-11-1 0,-11-8 0,-3 0 0</inkml:trace>
  <inkml:trace contextRef="#ctx0" brushRef="#br0" timeOffset="9735">10743 4992 7533,'-45'10'3276,"15"-3"-1785,24-7-592,19-21 1,14-12-248,-5 7 0,4-2 0,2-2 0,-1-2-735,-4 1 1,1-1 0,-1-1 0,1-2 0,2-1-21,-2 3 0,2-2 0,2-2 1,-1 0-1,0 0 0,-2 1 0,-3 2-122,7-10 0,-4 1 0,-1 1 1,-1-1-596,2-3 1,-1-2 0,-2 3 0,-5 6-695,-3-1 0,-5 7-645,2-8 2159,-10 41 0,-1 25 0,-6 13 0</inkml:trace>
  <inkml:trace contextRef="#ctx0" brushRef="#br0" timeOffset="10225">11777 3969 8882,'-9'23'819,"-1"1"0,1 9 0,2 6 0,0 2-492,1 2 1,1 2 0,0 2 0,1 1-973,1-7 1,0 1 0,0 0 0,0 0-1,2-2 240,-1 5 0,2-1 1,0-2-1,2-4-584,-1 10 0,6-8 1095,16-1 0,-14-78 0,-4 15 0,1-1 0</inkml:trace>
  <inkml:trace contextRef="#ctx0" brushRef="#br0" timeOffset="10858">12195 4110 8252,'-31'-10'2159,"1"2"-1439,16 24-540,3 11-180,16 2 0,7 3-180,6 0 0,6 1-330,-5-7 0,3 1 1,2-2-301,5-2 1,2-2-1,0-2 810,5 3 0,-1-7 0,-1-11 0,-2-8 0,-11-11 0,0 1 0</inkml:trace>
  <inkml:trace contextRef="#ctx0" brushRef="#br0" timeOffset="11217">12688 4110 8612,'-18'-20'3276,"4"-3"-1695,-15 44-1581,11 3 0,0 5-180,1 3 0,0 5 1,0 2-425,1 0 0,0 3 0,1 2 0,1-2 469,1-5 0,2 0 0,0 0 0,0 1-68,0 1 1,0 2 0,1-1 0,1-6 295,-1 6 0,1-5-273,3-3 0,0-7-539,0-16-810,6-1 629,0-8 1,0 0 899,0-8 0,17-17 0,3-12 0</inkml:trace>
  <inkml:trace contextRef="#ctx0" brushRef="#br0" timeOffset="11669">12946 3616 7533,'0'-18'2608,"0"1"-1438,16 23-181,4 14 0,3 11-719,-1 2 0,2 7 0,-1 2-611,-1-3 1,-1 3 0,0 2-1,-2 2 215,-5-2 0,-1 4 0,-1 1 0,-2-1 1,-2-2-190,0 0 0,-2-2 0,-2 0 0,-4 2-9,-5 1 0,-3 3 1,-3 0-1,-1-4 0,0-6 234,0-5 0,-1-6 0,-1 1-120,-7 9 0,-3 1 1,0-5-677,-5-3 1,-1-5 885,3-2 0,-1-1 0,2 3 0,2-1 0,-4 7 0</inkml:trace>
  <inkml:trace contextRef="#ctx0" brushRef="#br0" timeOffset="12435">13807 4039 7533,'-12'-17'809,"0"7"-179,5 10-136,0 19 1,4 11 90,4 11 0,2 8-496,-4-10 1,0 5 0,-1 2 0,2-1-345,1-5 0,1 0 1,1 0-1,-1 0 0,0 0 97,-1 9 1,-1 0 0,0-2 0,0-2-143,2 6 0,0-4 0,-1-5-113,0-9 0,-2-6-1386,1-3 1799,0-32 0,0-17 0,0-13 0</inkml:trace>
  <inkml:trace contextRef="#ctx0" brushRef="#br0" timeOffset="12834">13795 3881 7533,'11'-44'3058,"19"23"-2564,-1 10 1,4 6-255,-2 11 0,3 6 0,-1 4-530,4 2 1,-1 3-1,-1 2 410,1 3 0,-2 1 0,-4 3-150,-6-2 0,-5 2 0,-6 0 150,-7 10 0,-12-2-255,-16-1 0,-12-3-45,7-14 0,-3-2 0,-2-1-210,-1 1 0,0-1 1,-1-1-286,-11-2 1,4-1-117,16-1 0,5 1-1008,4 5 1799,35-8 0,10-5 0,6-2 0,4-3 0,0 0 0</inkml:trace>
  <inkml:trace contextRef="#ctx0" brushRef="#br0" timeOffset="13234">14718 4004 7533,'-25'-37'2878,"-5"11"-2248,-7 26-990,16 10 0,-1 6 495,-7 14 0,3 8 75,8-5 0,1 3 0,2 3-325,2-2 1,1 3-1,2 1 1,1 0 136,2 1 1,1 1-1,2 0 1,2-1-248,2-1 0,2 1 0,2-2 0,2-2-120,4 6 1,3-2 0,2-4-511,12 4 1,2-6 134,-4-12 1,1-5 719,16 7 0,-17-32 0,-7-6 0</inkml:trace>
  <inkml:trace contextRef="#ctx0" brushRef="#br0" timeOffset="13584">14853 4198 10411,'-7'8'1529,"13"2"-1169,19 31-585,-8-18 0,4 1-675,7 7 1,4 1-675,5-1 0,0-2 1574,-10-8 0,1-4 0,6-6 0,0-5 0,5-8 0</inkml:trace>
  <inkml:trace contextRef="#ctx0" brushRef="#br0" timeOffset="13901">15407 4004 7533,'-19'-4'1638,"4"27"0,1 13-1163,-1 4 1,-1 8-1132,5-11 1,-1 5-1,0 3 1,0 0 0,-1-4 82,-1-1 1,-1-1 0,0-1 0,0 2 437,-1 7 0,0 3 0,1-1 0,0-5 284,2-5 0,1-4 0,1-3-824,-3-4 1,4-4 810,9 8 0,19-62 1,14-1-1</inkml:trace>
  <inkml:trace contextRef="#ctx0" brushRef="#br0" timeOffset="14301">15653 3669 8072,'17'33'819,"1"1"0,-3 6 0,0 6 0,0 5-413,-4-9 0,1 3 1,-1 2-1,-1 2 0,-2-1-953,-2-6 1,-1 1 0,-2 1 0,0 0 0,-1-1 0,-1 0 486,-1 6 0,-1 0 0,-1-1 0,-3-1 0,-2-1 37,-3 4 1,-3-2-1,-2-2 1,-3-4 47,-5-2 0,-2-5 0,0 0-715,0 1 0,-1-1 1,1-2 689,-7 0 0,1-4 0,4-2 0,1-3 0,7-6 0,1 0 0</inkml:trace>
  <inkml:trace contextRef="#ctx0" brushRef="#br0" timeOffset="25867">17118 4410 6903,'-20'8'540,"3"-6"359,5 5-179,-1-7 179,7 0-179,0 0 269,6-7-89,0 5-720,0-6 90,16 8-450,27 0 135,1 3 0,3 2-90,-4-4 0,2 0-555,3 1 1,3 1-1,-5-1 330,-9-1 0,-2-2-1079,14 1 0,-5 0 1439,-12 0 0,-37 0 0,-17 0 0</inkml:trace>
  <inkml:trace contextRef="#ctx0" brushRef="#br0" timeOffset="26301">17044 4639 7533,'-30'-8'1709,"9"6"-720,-2-6 720,16 8-1079,18 0 1169,26 0-1350,5 1 1,6-2-480,-9-1 0,1-1 0,1 1-747,7 1 1,0 0 0,0 1 776,-2-3 0,-1-1 0,-6 3 0,-6 4 0,-5 2 0,2 4 0</inkml:trace>
  <inkml:trace contextRef="#ctx0" brushRef="#br0" timeOffset="28580">18570 4004 7533,'-7'-18'-90,"-4"1"1439,10 7-809,-5 2-270,6 8 629,6 24-269,0 5-361,3 13 1,0 8-210,-3-8 0,-2 2 0,0 3-358,0-7 0,0 2 0,0 2 0,-1-1 0,0 0 230,0 7 1,-2-2 0,1 1-1,-1 0 158,1 2 0,-1 2 0,1-3 0,-1-6-495,-1 6 1,0-8 44,0 15-2249,0-57 2609,0-26 0,0-19 0,0 14 0,0 0 0</inkml:trace>
  <inkml:trace contextRef="#ctx0" brushRef="#br0" timeOffset="29067">18509 3986 7533,'-6'-25'1349,"0"-1"0,-1-13-180,23-4-359,22 25-360,2 12 0,5 5-301,-9 5 1,2 5 0,0 1-476,3 3 1,-1 2 0,-1 2 235,-2 2 0,-3 2 0,-5 4-144,-6 6 0,-6 4 0,-7 1 174,-10-3 0,-7 0 0,-4 1-300,-11 6 0,-7-1 1,-1-3 30,6-8 1,-1-4 0,-3-1 208,-9 2 0,-4-2 0,4-6-285,9-10 0,2-3 135,-2 5 1,1-2-1440,-2-7 1862,39 0 0,16 0 1,-1 0-1,0 0 1</inkml:trace>
  <inkml:trace contextRef="#ctx0" brushRef="#br0" timeOffset="29551">19493 3863 7713,'-13'-35'2068,"1"-1"-1348,-5 17-270,3 3-450,-15 32 45,11 3 0,-1 5 45,-6 10 0,0 4 179,4-2 1,0 2 0,1 2-247,0 2 0,1 2 0,2 3 314,3-1 0,1 2 1,1 1-1,2-2-157,3-8 0,1-1 0,1 0 0,3 0-338,0 6 1,3 0-1,2 0 1,1-5-608,7 9 1,6-6-181,4-5 1,6-5 944,6-7 0,4-7 0,-1-10 0,1-5 0,11 0 0,1 0 0</inkml:trace>
  <inkml:trace contextRef="#ctx0" brushRef="#br0" timeOffset="30351">19678 4198 8882,'-14'-10'1529,"3"2"-180,22 8-359,19 16-900,15 4-585,-9 0 0,0 3-540,-6-1 1,0 1-270,3-1 0,-1 1 1304,-7 2 0,-1-7 0,14-22 0,-2-10 0</inkml:trace>
  <inkml:trace contextRef="#ctx0" brushRef="#br0" timeOffset="30751">20219 4075 7533,'-12'-20'3276,"0"4"-2325,-1 32-501,1 19-390,3-3 0,-1 6 0,0 2-105,0-5 0,-1 1 0,0 2 0,-1 0-139,-1 8 1,-2 1-1,1 1 1,-2-1 385,1-3 0,0 0 1,-1-2-1,1-3-232,0-1 0,0-2 0,1-3 126,1 9 1,2-9-1356,0-13 269,11-5-179,0-15-990,0 0 810,6-8 1574,-5 6 0,21-13 1,-1 5-1</inkml:trace>
  <inkml:trace contextRef="#ctx0" brushRef="#br0" timeOffset="31420">20514 3898 6993,'0'-25'1889,"0"5"-1529,0 2 89,0 11 811,6 30-271,0 14-599,-1 3 0,-1 11 0,0 0-301,-1-14 1,0 0 0,1 1 0,-2 2-243,0 2 1,0 2 0,-1 1 0,0 0 0,0-1 62,1 6 0,-1-1 0,1 0 0,-1-3-120,-1 5 0,-1-3 0,2-2 90,0-6 0,1-2 1,0-4-421,-2-5 0,2-5-1798,9 1 2338,1-41 0,7-13 0,-7 3 0,0-1 0</inkml:trace>
  <inkml:trace contextRef="#ctx0" brushRef="#br0" timeOffset="32117">20908 4180 7533,'-19'-9'1439,"2"1"-720,10 0 91,7-2-360,7 0 179,10 3 1,2 7 90,0 7 179,10 19 270,-3 11-944,-5 2 0,0 6-525,-6-13 0,-1 1 1,1 2-6,0-1 1,0 3 0,0-1-1,0-2 95,1 2 0,-1-2 1,1 0-241,0 1 0,0 0 0,0-5-495,-1-5 1,0-5-765,9 8-359,-4-13 2068,-8-15 0,-12 0 0,-7 0 0</inkml:trace>
  <inkml:trace contextRef="#ctx0" brushRef="#br0" timeOffset="32458">20847 4833 7533,'-21'-18'3276,"16"-7"-1766,24-3 0,14-3-1390,-5 5 0,4-1 0,2-2-591,-1-2 1,2-3 0,0 0 0,0 2 110,-2 3 0,-1 1 1,0 1-1,-2-1-720,5-10 1,-2-1 0,-3 4-560,-1 6 1,-5 3 1032,0-7 0,0 9 1,-6 5-1</inkml:trace>
  <inkml:trace contextRef="#ctx0" brushRef="#br0" timeOffset="32925">21720 3669 7533,'12'40'546,"-1"0"0,1-1 0,-2 1 0,0 1 0,0 1 0,-1 2-32,0-4 0,0 1 0,-1 1 0,0 0 0,-2 1-897,-1 1 1,-1 1 0,-1 1 0,-2-1 0,-2-2 247,-3 6 0,-3-1 0,-2-2 1,-2-3 163,-5 5 1,-4-4 0,-2-4-151,-1-8 0,-2-4 1,-1-2-825,-10 3 1,-1-5 944,7-9 0,2-3 0,-14 4 0,19-16 0</inkml:trace>
  <inkml:trace contextRef="#ctx0" brushRef="#br0" timeOffset="33718">22299 4092 7533,'-12'-29'989,"5"5"360,1 40-89,12 11-766,-3 12 1,1 7-285,0-9 0,0 3 0,0 0-416,-1 5 1,-1 0-1,0 2 71,0-4 0,0 1 0,-1-1 1,-1-2-46,-1-1 0,-1-3 0,0 0-161,1 13 1,0-4-829,-4 3-1170,5-47 2339,0-4 0,5-24 0,2-1 0</inkml:trace>
  <inkml:trace contextRef="#ctx0" brushRef="#br0" timeOffset="34134">22237 3951 7533,'-6'-35'3276,"11"7"-1155,23 11-1807,-4 14 1,4 6-105,3 4 0,3 5 0,-1 2-247,-1 2 1,0 3 0,-1 1-294,1 2 0,-2 2 1,-4 2 104,1 17 0,-11 1 0,-14-12 0,-10 0-90,-16 8 1,-8-3-271,-5-8 0,-3-3 135,-1-3 1,1-1-280,14-4 0,2-3-980,-5-5 1709,40-2 0,10-14 0,6-4 0,8 0 0,1 0 0</inkml:trace>
  <inkml:trace contextRef="#ctx0" brushRef="#br0" timeOffset="34501">23012 3916 7533,'-17'-28'3276,"-8"3"-2505,-6 31-681,7 4 0,0 7 270,-8 18 0,2 9-454,8-9 1,1 4 0,0 2 340,4-3 0,1 1 1,0 2-1,3 0-247,3-1 0,1 1 0,2 0 0,2 0-315,2-1 0,2 1 1,2-1-1,2-3-143,4 5 1,3-4-1,4-2 458,12 9 0,5-12 0,-6-19 0,1-8 0,1-8 0,-1 0 0</inkml:trace>
  <inkml:trace contextRef="#ctx0" brushRef="#br0" timeOffset="35217">23197 4128 7533,'-19'-18'1709,"6"0"-1170,8 8-269,5 3 540,11 7 449,3 15-180,21 13-629,-13-1 0,0 6-270,-4-5 0,1 2 0,0 1-844,3 4 1,1 1-1,-1 0 64,-2 3 1,-2 1-1,2-3 0,0-5 1,0-2-1,0-2-480,2 9 1,0-5 1079,9-5 0,-19-11 0,-13-16 0</inkml:trace>
  <inkml:trace contextRef="#ctx0" brushRef="#br0" timeOffset="35551">23148 4727 7533,'-14'-8'3276,"-2"-1"-1605,20-17-142,19-9-1214,7 2 0,7-3-285,-5 9 0,2 0 0,1-1-714,-5 2 1,0 0 0,0-1-1,-1 0-216,8-6 1,-1 0 0,-3 1-226,3-5 1,-4 2 1165,-9 6 0,-5 7 0,-6 12 0,-7 12 0</inkml:trace>
  <inkml:trace contextRef="#ctx0" brushRef="#br0" timeOffset="35925">23824 3739 7533,'18'-17'3058,"18"38"-2069,-8 6 1,0 9-833,-7-3 0,0 6 1,-1 3-1,-1 1-813,-5-5 1,0 1 0,-2 2-1,-1 0 1,-2 0 547,-1 1 0,0 2 0,-3 0 0,-2-1 0,-3-1-95,-3 7 1,-4-2 0,-3-1 0,-2-3 15,-6 2 0,-4-4 1,-3-4-774,-2-7 1,-3-4-1,3-4 1056,2-2 0,2-4 0,-6-6 0,1-5 1,2-5-1</inkml:trace>
  <inkml:trace contextRef="#ctx0" brushRef="#br0" timeOffset="70834">12059 6103 7533,'-11'-20'2338,"4"-3"-1618,2 13-180,-1 0-271,5 3 91,-5 7-360,6 0 360,6 0 90,-5 15 0,5 5-226,-6 10 1,0 6-90,2 7 0,1 5-427,-2-9 0,-1 4 0,0 2 1,1 0 313,0 2 0,1 2 1,-1-1-1,0 0 45,-1-2 1,0 1 0,0-2-1,0-1 113,2 8 0,0-2 0,-1-7 90,0-4 0,-1-7-450,5 3-90,-5-19-899,0-32-1710,0-11-398,0-18 3264,0 7 0,17-3 1,4 14-1</inkml:trace>
  <inkml:trace contextRef="#ctx0" brushRef="#br0" timeOffset="71370">12011 6121 7533,'-32'-36'3058,"7"1"-1979,13 8-449,23-14 90,21 27-271,-3 0 1,3 4-180,11 19 0,1 6-315,-8-6 0,0 3 195,-4 7 0,1 4 0,-5 2-16,-1 9 1,-6 5-105,-7-6 0,-2 3 0,-7 0 30,-7 0 0,-7 1 0,-4-2-150,-9 5 0,-7-1 0,-1-4-30,3-8 0,-2-2 1,-1-3-31,-1-2 0,0-2 0,3-5-1469,-16-5-1260,21-10 2879,28-6 0,36 16 0,-11-3 0,-1 0 0</inkml:trace>
  <inkml:trace contextRef="#ctx0" brushRef="#br0" timeOffset="72268">12774 6085 7533,'5'-9'539,"-3"-15"541,3 5-91,-5-17-269,0 9 359,0 1-449,-11 17-450,-8 9-135,-2 19 0,0 11 0,-3 0 0,2 6-320,8-2 1,1 5 0,2 1 0,0 0 333,1 7 1,2-1 0,0 2 97,3-4 1,0 3-1,1 0 1,2-3 90,2 6 0,2-3 1,1-1-100,4 0 1,1-1 0,1-4-285,0 2 1,3-4-361,8-3 0,2-5-854,3-4-1529,6-9 1438,-13-10 1798,0-16 0,-5-10 0,-1-9 0</inkml:trace>
  <inkml:trace contextRef="#ctx0" brushRef="#br0" timeOffset="72684">12995 6244 7533,'-6'-33'2788,"0"11"-2068,-1-3 179,7 17 91,18 39-181,8 1-539,-8 4 0,1 4 134,2 0 1,0 0-885,-5-10 1,1 0-1,0 1-90,-1 1 1,0 1-1,2-2-285,10 6 1,-1-2-316,-7 0 1,-2-1 314,-5-11 1,-1-1 854,-1 13 0,-33-9 0,-6-9 0</inkml:trace>
  <inkml:trace contextRef="#ctx0" brushRef="#br0" timeOffset="72991">12982 6844 7533,'-18'-18'3276,"11"-15"-1638,22 4 0,10-3-1004,-3 4 0,4-2 1,2-2-1096,0 0 1,2-1 0,1-1 0,-1 2 77,0 3 1,1 1 0,-1 1 0,-2-1-578,3-7 1,-1-1-1,-3 3-84,5-3 1,-5 4 1043,-8-6 0,-25 28 0,-14 22 0</inkml:trace>
  <inkml:trace contextRef="#ctx0" brushRef="#br0" timeOffset="73869">13857 6068 7533,'0'-35'2968,"0"-9"-1169,5 23-1259,-3-11 89,3 54-359,-1 5 0,-2 7-210,-1 10 0,-1 7 0,0 3-348,0-15 1,-2 2 0,1 1 0,0 1 0,0-1 197,0 3 0,1 1 0,0 0 0,-1-1 0,0-1-90,-2 3 0,0-1 0,-1-2 0,3-3-210,2 0 1,1-2-1,0-7-599,5 11-1170,6-27 2159,-1-24 0,5-18 0,2-11 0</inkml:trace>
  <inkml:trace contextRef="#ctx0" brushRef="#br0" timeOffset="74800">14213 6138 6903,'-5'-9'2519,"4"-7"-810,-10 14-810,9-6 360,8 24 91,18 11-1036,-3 2 1,2 3-180,7 4 0,2 0-915,-10-9 1,1 0-1,0 0-859,12 10 1,-1-4 308,-8-13 1,-2-2 1329,7 13 0,-20-60 0,-11-3 0</inkml:trace>
  <inkml:trace contextRef="#ctx0" brushRef="#br0" timeOffset="75151">14743 6156 7533,'-6'-47'3276,"5"14"0,-10 40-2093,-2 37-1543,1-14 0,-5 6 1,0 1-91,1 1 0,-1 2 1,-1 1-1,-1 1 205,1-3 1,-2 1 0,-1 0-1,1 0 1,0-1 370,0-2 0,1 1-1,0-2 1,0 0 0,1-3 54,-6 12 0,1-3 0,2-5-45,1-4 1,4-7-1665,6-11-180,15-15 449,10-17 1,4-5 1259,11 5 0,1-18 0,2-3 0,-7 14 0,-1 1 0</inkml:trace>
  <inkml:trace contextRef="#ctx0" brushRef="#br0" timeOffset="75627">14903 5803 7533,'7'-25'3276,"9"21"-436,14 29-2510,-11-1 0,0 6 0,0 4-128,-3 3 0,-1 4 1,0 3-1,-3 1-427,-3 0 1,-1 2 0,-1 2 0,-2 0-1,-1 0 210,-2-7 0,-1 1 0,-1 0 0,-1 0 0,-1-1 0,-1 0-410,-2 6 1,-2 0 0,-1-1-1,-1-1 1,0-4-4,-1-1 1,0-3 0,-1-2 0,-2-2 149,-5 4 1,-2-3-1,-1-8-397,-2-9 1,-1-5-810,-1 6 0,1-6 1484,-1-13 0,14 0 0,11 0 0</inkml:trace>
  <inkml:trace contextRef="#ctx0" brushRef="#br0" timeOffset="76684">15851 6579 7533,'-31'0'3276,"11"-8"-2055,2 7-321,29-7-181,12 6 1,7 4-540,12-2 0,5 0-420,-2 0 0,4 0 0,-2 0-570,-9-1 1,-1 1-1,0 1 90,0 0 1,1 2 0,-6 1 719,11 5 0,-52 25 0,-9-16 0,0 1 0</inkml:trace>
  <inkml:trace contextRef="#ctx0" brushRef="#br0" timeOffset="76941">15899 6826 7533,'-30'-10'3276,"10"-5"0,19 5-1373,43 0-1813,1 2 0,7 0-600,-10 7 0,3 1 1,0 0-584,6-3 1,1-1 0,-1 3 829,-6 2 1,-1 3 0,-1-1-1,-6-3 1,0 0 0,-2 1 0,6 3-1,0 0 1</inkml:trace>
  <inkml:trace contextRef="#ctx0" brushRef="#br0" timeOffset="77701">18028 5821 7533,'-7'-28'3276,"2"11"-1515,5 32-1491,0 12 0,0 7-241,1 2 1,1 3 0,0 2-411,0 3 1,1 2 0,-1 1 155,1-8 0,0 1 1,0 0-1,1-2-135,0 3 0,0-2 1,0-2-221,-1 10 0,1-5-1489,7 1 2069,-10-35 0,5-42 0,-6-13 0</inkml:trace>
  <inkml:trace contextRef="#ctx0" brushRef="#br0" timeOffset="78084">18041 5838 7533,'0'-30'1079,"0"0"0,3 1 1,5 3-451,7 1 1,5 5-315,4 7 0,4 8 134,16 16 1,2 11-360,-15-3 0,-1 3 0,-2 2-232,2 6 0,-2 3 0,-3 2-128,-5-1 0,-3 2 0,-5 0 90,-7 14 0,-10-2 322,-13-1 1,-8-6-233,-7-11 0,-4-5-270,0-2 1,-1-5 89,6-11 0,3-4-180,-3-3-1888,10-2-1,42-6 2339,-14 8 0,28-6 0,10-4 0,-7 1 0,0-1 0</inkml:trace>
  <inkml:trace contextRef="#ctx0" brushRef="#br0" timeOffset="78452">18816 5803 7533,'-12'-22'1092,"0"-1"0,-2-1 0,-3 5-51,-19 15-861,9 10 0,-1 8 90,4 9 0,1 8 0,1 1-91,1 0 1,1 2 0,3 2-153,0 3 0,2 3 1,4 0-58,6 4 0,3 1 0,4-3-90,2-8 0,2-2 0,3 0-420,2 5 0,3 0 1,4-5-316,11 1 1,3-7 89,-6-8 1,1-5 773,6-2 1,-2-10 0,-10-19 0,-3-7 0,3-2 0,0 1-1</inkml:trace>
  <inkml:trace contextRef="#ctx0" brushRef="#br0" timeOffset="78767">18976 5909 10321,'-14'0'2249,"3"16"-1260,28 27-1754,-8-19 1,2 1-720,11 14 0,4-2 1484,-1-10 0,1-7 0,-1-7 0,0-6 0,23-11 0</inkml:trace>
  <inkml:trace contextRef="#ctx0" brushRef="#br0" timeOffset="79034">19419 5803 7533,'-5'-10'3276,"-13"26"-1638,3 7 0,-2 7-1604,-1 9 1,-1 7 0,2-2-35,4-13 0,2-1 0,-1 3-432,-1 6 0,-1 5 0,-1 3 1,1-3-1,3-8-198,1 2 1,1-1-361,-3 7 1,-2 5 0,6-11-631,8-11 1620,7-11 0,11-39 0,0-7 0</inkml:trace>
  <inkml:trace contextRef="#ctx0" brushRef="#br0" timeOffset="79291">19567 5874 7533,'-5'-28'3276,"3"11"0,-3 64-2415,2-12 1,0 6-660,2-6 1,-1 5-1,1 1 1,-1 0-1023,-1 0 1,-1 0 0,1 0 0,0-1-274,0 10 1,1-1 0,0-3 731,-3 5 1,5-14 0,5-29-1,2-48 1</inkml:trace>
  <inkml:trace contextRef="#ctx0" brushRef="#br0" timeOffset="80034">19936 5980 7982,'-25'-36'3149,"12"17"-2070,2 3 360,22 47-1304,0-9 0,2 3-135,1 5 0,0 3 0,2 0-840,5 4 1,2-1-1,0-1 240,-3-6 1,-1-1 0,1 0-481,8 12 1,-2-6 1079,5-14 0,-57-5 0,-17-15 0</inkml:trace>
  <inkml:trace contextRef="#ctx0" brushRef="#br0" timeOffset="80301">19887 6403 7533,'-25'-18'3276,"6"-7"-436,12-3-1761,20 3 1,9-1-541,-4 2 1,5 1-600,7 2 0,6 1 0,-2 1-165,6-5 1,0 3-869,-5 5 1,2 2 0,-1 0-547,6 0 1,-2 1 134,-7 4 0,-3 0 737,11-6 0,-29 5 0,-7-8 0</inkml:trace>
  <inkml:trace contextRef="#ctx0" brushRef="#br0" timeOffset="80617">20441 5715 7533,'0'-29'3276,"22"29"-1638,-4 17 0,2 11-1154,4 9 1,2 8-1,-2 0-1124,-4-3 1,-1 2-1,-4 3 388,-5-4 0,-1 3 0,-2 3 1,-3-1-1,-4-4-159,-4-4 1,-3-1-1,-3-2 1,0 1 297,-2 7 1,-1 0-1,-2-1 1,-4-7-278,-5-6 0,-4-5 1,1-3-650,-5 5 0,1-5 1039,6-7 0,1-6 0,-12-8 0,12-4 0</inkml:trace>
  <inkml:trace contextRef="#ctx0" brushRef="#br0" timeOffset="81397">17955 6967 7533,'-38'0'359,"1"0"1,4-3 0,4-1 270,-14-6 179,19-8-539,17 0 270,30 9 89,13 7 1,6 4-510,-10 0 0,2 1 0,4 1-394,0 0 0,3 0 0,4 0 0,3 0 0,2 1 0,0 0 363,-6-1 1,1 1 0,2-1 0,1 1 0,1 0 0,1 0 0,-1 0 0,1 0 0,-1 0-302,-3 0 1,1-1-1,-1 1 1,1 0-1,0 0 1,0-1-1,0 1 1,1 0-1,-1-1 1,0 1 130,1 0 0,2-1 0,-1 1 0,1-1 0,0 1 0,-1 0 0,0-1 0,-2 0 0,-1 1 0,-2-1 145,4 1 0,-2 1 1,-1-1-1,-1 0 0,-1 0 1,-3-1-1,0-1 207,11 1 1,-2-2-1,-3 0 1,-2 0 327,-2 1 1,-2 0 0,-3-1-510,7-1 0,-6-2-90,-7-7-1321,-8-9-1956,-16-3 3805,-7 2 1,-45 26-1,15 2 1,0 0 0</inkml:trace>
  <inkml:trace contextRef="#ctx0" brushRef="#br0" timeOffset="82884">21166 6068 7533,'-7'-20'1709,"-3"5"-450,3 22-719,-5 27-226,8 5 1,1 8-225,1-9 0,0 3 0,1-1-270,0 3 0,1 0 0,1-1-300,2-3 1,1 0-1,0-5-239,-2 13 89,9-16-269,-11-62-361,0-16 1080,0 5 1,0-5 89,0 9 0,0-2 0,0-3-116,0 1 1,0-2-1,0-1 1,0 1 632,2 5 0,0 1 1,1 0-1,1 1 392,1-2 0,1-1 0,2 3 0,3 6-253,9-5 0,5 11-313,7 15 0,3 12 17,0 12 0,-2 7 0,5 8 0,-2 5-240,-13-6 0,-2 2 0,-2 0-255,4 11 0,-8 0 135,-10 0 0,-10-3-135,-7-10 0,-9-3-405,-13-1 1,-4-5 224,8-8 0,0-3-225,-4 1 1,3-2-1620,-1 1 1606,26 2 643,3 0 0,41 13 0,-4-3 0</inkml:trace>
  <inkml:trace contextRef="#ctx0" brushRef="#br0" timeOffset="83251">21905 5909 7533,'-12'-43'3276,"-12"21"-2864,-1-1-412,2 33 0,-2 11 539,-3 4 1,0 5-241,6-3 1,1 4 0,1 1 30,-1 7 0,2 2 0,3 1-273,1 1 1,2 2 0,3 0-118,5 0 0,2 1 0,5-2-810,2-6 1,4-1 0,4-4 89,7-4 1,4-3-1,2-5 780,10 1 0,3-8 0,4-7 0,1-4 0,-10-4 0,1 0 0</inkml:trace>
  <inkml:trace contextRef="#ctx0" brushRef="#br0" timeOffset="83808">22102 5997 9602,'12'18'989,"-3"4"0,0 5-809,5 8 0,2 2-420,-4-4 0,1 1 1,0-1-571,2 1 0,0-1 1,-1-2-496,5 10 1,-1-3 1304,-3-14 0,-5-3 0,-20 4 0,-12-17 0</inkml:trace>
  <inkml:trace contextRef="#ctx0" brushRef="#br0" timeOffset="84067">22041 6456 8972,'-20'-10'3276,"8"-13"-1335,17-5-1851,16 2 0,5-1-45,-6 7 0,4 1-885,12-3 1,6 0-1,0 1 730,-8 5 1,-1 1 0,0-1 0,-2-1 0,0-2 0,-2 0-1,5-6 1,-1-1 0</inkml:trace>
  <inkml:trace contextRef="#ctx0" brushRef="#br0" timeOffset="84367">22557 5803 7533,'6'-45'3276,"17"26"-1515,15 36-1192,-12 6 1,1 7 0,-2 3-600,-1 7 0,-1 3 0,-3 2-175,-3-9 1,-1 2 0,-3 1 0,-3 1-111,-3 3 0,-5 1 0,-2 0 0,-3-3 105,-3-1 0,-3-3 1,-4 0-91,-4 2 0,-3 0 0,-3-7-1017,-5-8 1,-2-3 1316,2 0 0,1-1 0,-10-1 0,14 7 0</inkml:trace>
  <inkml:trace contextRef="#ctx0" brushRef="#br0" timeOffset="85418">20182 7267 7533,'0'-10'-360,"0"-5"630,0 5 269,0 0-89,6-6 360,6 7-181,13-1-359,5 2 0,9 0-90,-3 5 0,4 1 0,3 0 0,-1-1-524,1 0 0,0-2 1,2 0-1,5 1 287,-8 0 1,4 1 0,3 0 0,2-1 0,1 1 0,-2 0-1,-1 0 1,-3 0 11,-1 1 0,-2 0 0,-2 1 0,1-1 0,1 0 0,2 0 56,1-2 0,3 0 1,2 0-1,0-1 0,0 1 1,-1-1-1,-3 2 0,-4 0-47,3 1 0,-3 2 0,-3-1 0,-1 1 0,1-1 193,10-1 1,-1-1-1,-1 1 1,-3 1 67,-1 3 0,-2 2 1,-3 0-451,4 1 0,-2 0-315,-1 0 1,-2-2-1440,6-3 1979,-9 0 0,-16-8 0,-1-2 0</inkml:trace>
  <inkml:trace contextRef="#ctx0" brushRef="#br0" timeOffset="86221">19591 7479 8522,'-13'0'3058,"-3"47"-2743,14-16 0,2 5-1135,-1 0 1,0 6 0,-1 2 0,1-4 854,1 0 1,0-2 0,0 4-54,-1-3 0,0 5 0,0 1 0,-1-3 0,1-6-119,1 4 1,-1-2-314,1-1 1,0 3-1,0-11-655,1-12 1105,15-17 0,-7-49 0,-1 16 0,1 0 0</inkml:trace>
  <inkml:trace contextRef="#ctx0" brushRef="#br0" timeOffset="86617">19579 7585 7533,'0'-27'989,"0"1"1,6-2-1,4 3-179,22-5-361,-8 16 1,2 5-135,10 16 0,1 9-91,2 9 1,-3 3-270,-1 0 0,-5 3 180,-5 10 0,-8 2-270,-10-11 0,-8-1-225,-16 6 1,-8-3-91,0-9 0,-3-3 45,-6 1 1,-1-5 89,7-12 0,2-2-854,-6 4-1799,21-8 2968,12 0 0,33 7 0,5 3 0</inkml:trace>
  <inkml:trace contextRef="#ctx0" brushRef="#br0" timeOffset="87017">20366 7585 7533,'-17'-23'1638,"-1"1"0,-9-6-327,-20 13-1851,15 30 540,5 8 0,0 5 450,1 7 0,2 5-211,7-10 1,2 3 0,1 2 419,1 6 1,1 3 0,2-2-435,2 2 0,4 0-195,4 0 0,3 4 0,5-7-705,6-4 1,3-5-406,1 5 1,4-5-225,9-12 0,2-7 1304,-3-3 0,-2-18 0,0-8 0,-12-3 0,1-1 0</inkml:trace>
  <inkml:trace contextRef="#ctx0" brushRef="#br0" timeOffset="87591">20539 7743 9512,'-14'0'2518,"9"0"-2428,28 16-1439,15 12-290,-10-10 1,0 1 1614,1 3 1,-1-1-1,-4-7 1,1-1-1,17 13 1</inkml:trace>
  <inkml:trace contextRef="#ctx0" brushRef="#br0" timeOffset="87867">20970 7673 7533,'-11'-26'3276,"-3"23"-2505,-27 28-951,18 7 1,1 9 149,1-6 0,0 5 0,2 0-365,0 4 0,2 1 0,2-1 215,1-1 0,2 0 0,1-3-271,1 7 1,2-4-315,3-15 1,5-5 764,11-7 0,2-32 0,12-4 0</inkml:trace>
  <inkml:trace contextRef="#ctx0" brushRef="#br0" timeOffset="88334">21118 7391 7533,'0'-30'3276,"11"7"-1245,7 62-1627,-2-17 1,0 5-255,1 12 0,-1 9 0,-1 0-431,-5-12 0,-2 0 1,0 1-1,0 1 258,0 7 1,1 3 0,-2-1-1,-1-1-90,-1-5 1,-1 0 0,-2-2 0,-2 1-23,-4 0 0,-3 0 0,-1-1 0,0-3 362,-4 13 1,-5-4-318,-2-14 0,-4-1 1,-1-7-406,-1-6 0,-2-6-540,2-2 1,1-3-405,-6 2 1439,17-6 0,30 14 0,10-6 0</inkml:trace>
  <inkml:trace contextRef="#ctx0" brushRef="#br0" timeOffset="88501">21672 8273 7443,'-25'-8'0,"0"-2"0</inkml:trace>
  <inkml:trace contextRef="#ctx0" brushRef="#br0" timeOffset="94467">11691 5450 6633,'30'0'450,"-4"0"-270,6-3 0,4-1-135,-3 2 0,1 2-15,2-3 0,3 1 0,1-1-492,2 0 0,0 0 1,3 1 483,-6 1 1,2 1-1,1 0 1,1-1-23,5 0 0,0-1 0,2 0 0,3-1 30,-10 1 0,3-1 0,2 0 0,-1 0 0,-2 0 0,-3 1-236,4 1 0,-4 1 1,0 0-1,4-2 221,-2-2 0,3-1 0,3-1 0,0-1 0,-1 2 0,-2 0 39,-1 2 0,-1 1 0,-1 0 0,1 0 0,3-1-245,-7 0 1,1 0-1,1-1 1,1-1-1,1 1 1,-1 1-1,0 0 242,2 1 0,0 0 1,0 1-1,0 0 1,0 0-1,-1 0 1,-1-1-22,2 0 0,0-1 0,-2 0 0,1 0 0,0 0 0,0 1-30,1 1 0,0 1 0,0 0 0,0 1 0,0-2 0,1 1-13,-4-2 0,1 0 0,-1-1 0,1 0 0,0 1 1,1-1-1,-1 2 13,0 0 0,0 0 0,0 1 0,0 0 0,1 0 0,-1 0 0,1 0-13,2 0 0,1-1 0,0 1 0,1 0 1,-1 0-1,0 0 0,-1 1-300,-1 0 0,0 0 0,0 0 0,0 1 1,-1 0-1,0-1 0,-2 1 298,2-1 0,-1 1 0,-1 0 0,0-1 0,0 1 0,1-1 15,2 1 0,2 0 0,0-1 0,0 0 0,-2 1 0,-2-2 24,7 1 0,-4-2 1,1 1-1,2 0 21,-6 1 0,2 0 0,1 1 0,1-1 0,-1 1 0,-2-1-27,4 1 0,-1 0 0,-1 0 0,0 0 0,1 0-41,-5 0 0,0-1 1,1 1-1,0 0 1,0-1-1,-1 1-7,3-1 0,-1 1 0,0-1 0,1 1 0,-1-1 0,1 0 30,-1-1 0,0 0 0,0 0 0,1-1 0,-1 1 0,0 1-15,2 0 0,-1 0 0,0 0 0,1 1 0,0-1 0,1 0 15,-5 0 0,1-1 0,0 0 0,1 0 0,-1 0 0,0 0 0,-1 1 0,4 1 0,0 1 0,-1 0 0,0 0 0,-1 0 0,1-1 0,-4-1 0,-1-1 0,0 1 0,0-1 0,1 0 0,2 0 38,1 1 1,2 0-1,1 0 1,1 1 0,-1-1-1,0 0 1,-2 0-39,2-1 0,-1 0 0,0 0 0,-1 0 0,2 0 0,0 0-39,1 0 1,0 0 0,2 0-1,0 0 1,-1 0 0,0 0-1,-2 0 39,0 0 0,-1 0 0,-1 0 0,-1 0 0,2 0 0,0 0 0,-1-1 0,1 0 0,1 0 0,-1-1 0,1 1 0,-2 0 0,-1 0 63,1 0 1,-2 1-1,0 0 1,-1 0-1,1 0 1,0-1-64,4 0 0,1 0 0,1 0 0,-1-1 0,0 1 0,-1-1-4,-4 1 0,0-1 0,-1 1 0,0 0 0,0-1 0,0 1 19,-1 1 0,0 0 0,1-1 0,-1 1 0,0 0 0,-1-1 147,7 0 0,-1-1 0,0 0 0,-1 1 0,0 0-122,0 0 1,1 1 0,-2-1 0,0 2-1,-4 0 27,-1 0 1,-2 1 0,-2 0-1,1 0-247,2 1 0,1-1 0,-2 1 1,-2-1 486,1 1 0,-3 1 1,0-1-443,16 2 0,-2-2 1012,-11-3 1,-3 0-1148,9 0 802,-11 0-1072,-8 0 1556,-12 0-1376,0 0 624,-6 0-354,0 0 450,-6 0-450,0 0-270,5 0-359,8 0 539,11 0 180,3 0 90,19-8 90,-12-2-91,3 0-89,-8 3 0,-15 7 0,3-8 0,-5-2 0</inkml:trace>
  <inkml:trace contextRef="#ctx0" brushRef="#br0" timeOffset="96654">23148 5327 8882,'-7'45'-90,"6"-12"0,2 1 135,1-7 0,3 2 15,0 3 0,1 3 0,0 0-120,-1-2 0,0-1 0,-1 3 60,0 2 0,-1 2 0,0 1 0,0-1-591,-1 8 1,0-2 0,-1 2 545,0-5 0,-1 2 0,0 0 0,-1-1 45,0-3 0,0 0 0,-1 0 0,1-1 60,-1 6 0,-1 0 0,1 2-38,-1-1 1,0 3-1,0 1 1,-1-3 44,1-9 0,0-1 1,0 0-1,0 2-85,0-1 0,1 2 0,-1 1 0,1 0 0,0-1-308,-1 6 0,0 1 1,0-1-1,0-1 371,0-4 0,-1-1 0,1 0 0,0 2 9,1-3 0,-1 2 0,1 1 0,0 0 0,-1-3-58,0 4 1,0-1 0,0-1 0,0 0 3,1 1 0,0 1 0,1-1 0,-1 0-68,0-3 0,1-1 0,0 0 0,0-1-52,0 6 0,1-2 0,1 1 120,-1 3 0,0 0 0,0-2 45,0 5 0,0-4 347,0-1 0,0-3-258,-3-13 1,0-2 957,-4 22-1227,1-20 0,0-3 1428,-1 4-1472,-4-11 370,9-9-191,-3-8 90,5 0 449,0 0-628,-6 0 89,-6 0 359,-7 0-179,-28 0-45,15 0 0,-3 0-75,0 0 0,-3 0 0,-1 0-231,-1 0 1,-1 0 0,-3 0 188,6 0 0,-2 0 0,-1 0 0,-1 0 0,2 0-347,-7 0 1,1 0 0,-1 0-1,-2 0 299,8 0 0,-3 0 0,0 0 0,-1 0 0,1 0 0,2 0-6,-1 2 0,2-1 0,0 1 0,0 0 0,-2-1 36,3 0 0,-2-1 0,0 0 0,0 0 0,0 0 0,0 1 30,0 1 0,0 1 0,0 0 0,0 0 0,0 0 0,-1-1-15,-2-1 0,0-1 0,-1 0 0,1 0 0,0 0 0,0 1 3,-5 0 0,0 0 0,1 1 0,-1 0 0,1 0-48,6-1 0,1 0 0,-1 0 0,0 1 0,1-1 0,0 0-6,-6 1 0,0 0 0,1 0 0,0 0 0,0 0 0,2 1 0,1 1 0,0 0 0,0 0 1,-3-1 35,3-1 0,-3 0 0,0-1 0,0 1 0,1-1 0,1 1 53,0-1 1,2 1 0,1 0 0,-1-1 0,-1 1 36,3-2 0,-2 0 0,0 0 0,0 0 0,1 0 0,2 0-90,-8 0 0,2 0 0,1 0 0,-5 0 45,6 0 0,-3 0 0,-2 0 0,0 0 0,2 0 0,1 0-63,4 0 0,2 0 0,0 0 0,-1 0 0,-2 0 5,2 0 0,-2 0 0,-2 0 0,-1 0 1,1 0-1,1 0 0,2 0-5,-6 0 0,3 0 0,0 0 0,0 0 0,-2 0 18,0 0 0,-2 0 0,0 0 0,-1 0 0,1 0 0,2 0-18,-1 0 0,1 0 0,1 0 0,-1 0 0,-2 0-219,6 0 1,-1 0-1,-2 0 1,0 0-1,-1 0 1,2 0-1,0 0 252,-2 0 0,2 0 0,-1 0 0,1 0 0,-2 0 0,-1 0-27,5 0 1,-1 0 0,-1 0 0,0 0 0,-1 0 0,0 0-1,1 0 1,0 0 11,-3 0 0,-1 0 0,1 0 0,0 0 0,0 0 0,0 0 0,0 0 0,0 0 0,1 0 0,0 0 0,0 0 0,0 0 0,-1 0 0,-1 0-23,3 0 1,-1 0-1,-1 0 1,0 0 0,1 0-1,-1 0 1,2 0-1,0 0 10,1 0 0,1 0 0,1 0 1,0 0-1,0 0 0,-1 0 0,-1 0-270,-3-1 1,0 1 0,-1 0 0,-2 0-1,1 0 1,0 0 0,1 0 0,0 1 248,4-1 0,1 1 0,0 0 1,1 0-1,0 0 0,-1 0 1,1 0-1,-1 0 11,-1 1 1,1-1-1,-1 0 1,1 0-1,-1 0 1,0 1-1,0-1 1,1 0 10,0 0 1,0 0 0,0 0 0,0 0 0,0 0-1,0 1 1,-1-1 0,1 1 56,0 0 0,-1 1 0,1 0 0,-1 0 0,1 0 0,-1 1 0,1-1 0,0-1-68,0 1 1,0-1-1,-1 1 1,1-1-1,0 0 1,1 1-1,-1-1 1,2 1-43,-5 1 1,1-1 0,1 1 0,-1 0 0,1 1-1,0-1 1,0 0-50,1-1 0,0 1 1,-1 0-1,1 0 1,1-1-1,0 1 1,1-1 83,-3 0 0,1 1 0,1-1 0,0 0 0,1-1 0,0 1 27,-4-1 0,1 0 0,0 0 0,1 0 0,2-1 25,-5 2 1,2-1-1,1 0 1,0-1 226,3 0 1,0-1 0,0-1-1,4 1-159,-2 1 0,3-1 0,1-1-45,-13-2 0,5-2 846,13 1 1,6-1-802,5-5 1203,8-6-1293,11 6 1758,0 1-1579,0-7 359,0 14-358,0-14 0,0 6 270,0-23-180,-5-4-225,-1 4 0,-1-3 44,0 1 1,0-2-120,1 1 0,0-2 0,1 0-345,1 0 0,2-1 1,1-2 374,-1 4 0,0-3 0,1 0 0,0 1 0,1-10 0,0 1 0,0 0 45,-1 7 0,0-1 0,-1 1 0,1 0-45,-2-7 0,1 1 0,0-1-45,0 9 0,0 0 0,0-1 0,1 1-165,-1-9 0,0 1 0,0-1 97,2 9 1,0 0 0,0-1-1,0 1 113,0 1 0,0 0 0,0 1 0,0-1 120,0-9 0,0-1 0,0 0-8,0 10 1,0-1-1,0 0 1,0 0 37,0-8 0,0-1 0,0 0-38,0 11 0,0-1 1,0 0-1,0 1-112,2-11 0,0 1 0,0 0-180,-2 3 0,1 0 1,-1 1 209,2 1 0,0 1 0,0 1 54,0 1 1,0 1 0,-1-1-55,0-2 0,-1 1 0,1-1 150,0 5 0,2 0 0,-2 1-225,-1-11 0,0 2-45,0-5 0,0 5 0,0 3-810,-2 7 1,-1 4-951,1 16 1850,-3-10 0,-1 56 0,-1 7 0</inkml:trace>
  <inkml:trace contextRef="#ctx0" brushRef="#br0" timeOffset="99102">3016 6773 7533,'-19'-45'1709,"11"18"-810,18 11 271,-1 47-856,0-5 1,-2 3-285,-5 3 0,-2 4 0,0 2-292,2 7 1,2 3 0,-2 0-77,-1-6 1,-2 0 0,1 1 0,0-1 89,0-2 1,0-1 0,0 0 0,0-2-143,-1 4 0,1-2 0,1-4-203,2-2 0,2-7-666,5-10 1259,-1-24 0,15-18 0,-5-11 0</inkml:trace>
  <inkml:trace contextRef="#ctx0" brushRef="#br0" timeOffset="99708">3034 6685 7533,'-10'-45'2698,"10"2"-2114,20 31 1,9 4-180,13-1 0,6 3-293,-13 4 1,3 2-1,1 1 1,0 0-498,2 0 0,0 0 0,0 2 0,-1 0 205,7 1 0,-2 2 0,-2 1-225,13 3 0,-18 8 514,-42 25-334,-12-20 0,-9-1 112,-5-5 1,-7 1 0,-3-1 0,2-1-221,-4 4 1,1-2 0,-1 1 332,6-4 0,-1 1 0,2-1 0,3 0 89,-9 5 1,12 3-360,22 9 1,12 3 269,10 2 0,9 0 0,2-7 0,5 0 0,0 0 50,2 4 1,1 0 0,-3 0-51,-4-4 0,-2 0 0,-2 0 314,7 11 1,-9 1 45,-15 1 0,-12-2 134,-12-16 1,-7-3-675,-13 6 0,-5-5-180,-2-11 1,-2-4-181,-3-1 1,4-7-316,21-7 0,3-3 855,-9-10 0,41 1 0,11-3 0,-1 3 0,-1 1 0</inkml:trace>
  <inkml:trace contextRef="#ctx0" brushRef="#br0" timeOffset="100603">4004 7197 7533,'-10'-36'1979,"-5"17"-1440,5-5-899,-16 14-89,-1 9 179,-16 10-90,15 28 0,3 9 360,0-12 0,3 4 120,6 7 0,3 6 0,6-4-89,8 2 0,6-4-121,3 3 0,10-8 174,15-16 1,6-12-85,-8-13 0,1-8 149,-5-6 1,1-7 0,-3-2-30,-4-1 0,-2-3 0,-2-1 120,0-3 0,-1-2 0,-2 2 299,0-6 1,-5 3 90,-3-8-630,-18 59-225,-3 5 0,1 5-31,4 13 0,4 2-599,-2 0 1,4-1 5,11-3 1,8-4 263,-1-12 0,5-5 585,5 1 0,1-10 0,0-28 0,-1-13 0,0 0 0,1 0 0</inkml:trace>
  <inkml:trace contextRef="#ctx0" brushRef="#br0" timeOffset="101188">4480 7285 7533,'-17'-26'2518,"-9"7"-1798,14 1-540,-11 26-270,21 27-90,1-1 0,2 3-90,6 0 0,4 0 90,4 9 1,5-5 179,-3-18 0,3-7 719,23-8-584,-31-30 0,-4-9-135,2-12 0,-5-5-90,-5 6 0,-3-4 0,-1 3-90,-1-4 0,0 6-225,-1 8 1,2 15 494,10 39 0,4 19 59,1-2 1,2 5 0,0 3-336,-1-3 0,0 3 0,-1 2 1,1 1 334,-3-8 1,0 2 0,1 1 0,-2 1 0,0-1 0,-1-2-342,-1 3 0,-1-1 1,-2-1-1,0 0 1,0 0 370,-1-2 1,0 2 0,0-2 0,-4-1 0,-2-4 479,-8 10 1,-5-5 0,-5-10-358,-12-10 1,-7-13-183,2-7 0,-3-7 0,2-6-210,1-7 0,3-7 0,1-2-211,-3-3 0,2-3 0,4-1 181,7 3 0,3-1 0,6 0-1519,5-8 1,12 4-1,15 12 1,6 5 1623,0 1 1,5 5-1,13 7 1,2 4 0,-10-1-1,1 0 1</inkml:trace>
  <inkml:trace contextRef="#ctx0" brushRef="#br0" timeOffset="101636">4727 7532 7533,'-17'-35'2518,"7"15"-2608,25-4-45,8 19 0,6 1-45,4-8 0,4-3 1,0 0 119,0 2 0,2 0 0,-2 0 60,9-4 0,-3-3 0,-2-7 0,-10-1 1889,-20 5-1080,-7-3 1,-8 1-720,-29-3-135,2 20 0,-5 6 135,-2 12 0,1 6 45,1 4 0,2 7-405,12-1 0,1 4 0,6 0-405,2 11 1,8 0-271,11 9 1,10-3 224,5-13 1,7-4 719,-3-9 0,5-3 0,1-6 0,3-7 0,3-6 0,1-1 0,4-2 0,0 0 0,0 0 0</inkml:trace>
  <inkml:trace contextRef="#ctx0" brushRef="#br0" timeOffset="102017">5587 7285 7533,'-23'-43'1638,"11"20"0,-2 1-623,-4 1 1,-1 4-567,-18 0-449,6 34-629,11 21 179,12-6 0,5 4 45,14 11 1,6 2 194,-7-10 0,1 1 0,2-1 95,3-4 1,2-1-1,-1-1 655,1 12 0,-5-6 899,-7-11-360,-47-13-944,15-14 0,-2-2-765,-9 1 1,1 0-990,8-1 0,5 2 1619,-2 7 0,54-6 0,-3 2 0,1 0 0</inkml:trace>
  <inkml:trace contextRef="#ctx0" brushRef="#br0" timeOffset="102767">6830 6932 7533,'-18'-43'989,"10"6"-809,-4-6 899,12 23-1169,0 28 270,0 34 0,0 16-180,2-21 0,0 1 0,0 4-122,-1 1 0,-1 5 0,0 2 0,0 0 1,0-3 210,1-2 1,1-3 0,-1 0 0,1 1-68,-1 2 1,0 1 0,1-2-1,-1-5-292,2 12 1,1-7-676,4-16 1,2-6-495,4-2 1439,4-4 0,-11-40 0,-2-5 0</inkml:trace>
  <inkml:trace contextRef="#ctx0" brushRef="#br0" timeOffset="103300">6756 6720 7533,'0'-30'569,"-1"0"1,9 5 0,7 3-166,12 1 1,7 6-225,5 6 0,5 4 0,0 4-30,1 3 0,1 4 0,0 1-244,-7-1 1,1 0 0,-1 1-1,-3 2 34,0 4 0,-2 2 1,-4 2 59,1 8 0,-8 3 281,-13-2 1,-9 1-102,-18 6 0,-12 2-390,1-3 0,-4 0 0,-1 0 54,0-1 1,0 0 0,-1 1 267,5-3 0,-1 1 1,1 0-1,3 1 98,0 6 0,3 2 0,3-1-300,5-5 0,2 0 0,3 3 150,3 6 0,3 3 0,4-5-240,5-5 0,4-1-180,8 9 1,7-4-288,2-18 1,4-5-928,14 4 0,4-5 1574,-3-6 0,0-8 0,0-13 0,-4-9 0,-8-8 0,0 1 0</inkml:trace>
  <inkml:trace contextRef="#ctx0" brushRef="#br0" timeOffset="103702">7469 7479 7533,'0'-41'1979,"0"2"-990,0 1-179,-5 15-451,-1 23-808,-7 39 269,7 10-135,4-13 0,4 0-90,4 0 1,5-3 448,8-7 1,5-7 135,22-7-45,-7-27 0,-1-13 90,-10-7 0,-3-7-75,-7 7 0,-1-2 0,-3 4 254,-1 2 1,-3 5 45,-4-6 90,-6 58-540,-1 2 0,2 5-690,4-2 0,2 2 1,3 1-211,1 0 1,1 0-1,3-1 900,0 1 0,1-2 0,5-9 0,16-15 0,2-12 0,-4-13 0,0 0 0</inkml:trace>
  <inkml:trace contextRef="#ctx0" brushRef="#br0" timeOffset="104118">8184 6809 7533,'-9'-37'1638,"0"1"0,0-9-597,-2 29-951,11 57 225,0 1 0,0 5-375,0-8 0,0 4 0,0 2-253,0 0 0,0 3 0,0 1 1,0-1-228,0 0 0,-1 0 1,1-1-1,1 0-68,2-1 1,2 1 0,-1-2 0,1-2 597,-2 4 1,1-1 0,4-8-1,8-7 1,4-9 0,11-8-1</inkml:trace>
  <inkml:trace contextRef="#ctx0" brushRef="#br0" timeOffset="104653">8294 7532 7982,'-14'0'1080,"31"0"-810,15-3 0,9-2-151,-10-2 1,2-1 0,1-3-462,11-3 0,2-4 0,-5-2 432,-9-2 0,-4-3 0,-1-1 179,1-2 1,-2-2 0,-6 0 471,-8-11 1,-6 2-428,-1 9 1,-8 5 79,-25 6 0,-9 12-259,5 15 0,-1 10-285,0-1 0,-2 3 0,4 5-300,3 7 1,5 5-1,2 0 180,5-3 0,2-1 1,3 2 59,4 2 0,3 2 0,7-3-60,7-5 0,6-1 1,2-3-91,6 4 0,5-5-330,1-6 1,5-3-1,-3-5 690,-2-8 0,-1-6 0,12-7 0,-1-8 0,-13-6 0,0-1 0</inkml:trace>
  <inkml:trace contextRef="#ctx0" brushRef="#br0" timeOffset="104917">9340 7761 7533,'0'-26'0,"0"-1"0</inkml:trace>
  <inkml:trace contextRef="#ctx0" brushRef="#br0" timeOffset="202637">2699 9419 7263,'0'-27'2339,"0"-7"-1530,0 15 91,0-7-451,0 17 811,0 1-1081,0 8 1,0 0-270,0 15-179,-8 13 44,4-3 0,-2 3-225,-9 5 0,-3 4 90,4 1 0,-1 3 1,-1 0 52,-6-1 0,-2-1 0,-1 3 464,5-2 1,1 2-1,-1 0 1,-1-1 246,-2-2 1,-2-2 0,0 0 0,2 1 134,3-2 1,2 1 0,0-1-1,-1-2-239,-5 2 0,0-3 0,4-2-30,4 5 0,4-5-360,4-14 90,34-9 1169,2-14 0,5-4-1124,6 5 0,4-1-375,-6-5 0,2-1 1,-1 1-1310,8 5 1,0 1 1359,-2-3 1,-2 0 0,-14 4-1,-3 0 1,18-6 0</inkml:trace>
  <inkml:trace contextRef="#ctx0" brushRef="#br0" timeOffset="202891">2928 9966 7533,'-18'-26'3276,"1"7"0,7 1-1913,2 42-3432,16 7 765,-7 9 0,0 4 89,3-3 1,0 1 179,0 4 1,0-2 1034,-4-15 0,2-3 0,13 5 0,-5-31 0</inkml:trace>
  <inkml:trace contextRef="#ctx0" brushRef="#br0" timeOffset="203402">3175 10072 7533,'-10'-37'3276,"2"11"-526,8 18-2480,0 40-270,0 7-225,0-1 0,0 2-225,0-7 1,0-1 134,-2-2 0,4-7 405,14-13 45,-6-31 0,0-9-135,9-15 210,-8 5 0,1-7 0,-3 4 554,-4 6 1,1 2-540,7-12 0,0 5 1304,-3 9-2339,5 59 360,-9-1 1,-2 5-631,4 9 1,2 2 134,-2-5 1,1 0 944,6 8 0,4-11 0,2-25 0,13-6 0</inkml:trace>
  <inkml:trace contextRef="#ctx0" brushRef="#br0" timeOffset="203828">3563 10142 7533,'-20'-17'3276,"13"7"-76,48-6-3830,8 6 405,-6-4 1,0-5 403,-9-2 1,-3-3 180,-1-2 0,-7-3 809,-14-5 1,-9 0 179,-11-6-1259,-20 22 0,-5 11 135,10 15 0,1 9-1065,1 8 0,-1 5 1,5 2-241,2 6 1,9 4-14,9-2 1,5 3 0,6-8 962,5-10 0,7-9 0,18-13 0,4-14 0,-15-9 0,0 1 0,0-1 0</inkml:trace>
  <inkml:trace contextRef="#ctx0" brushRef="#br0" timeOffset="204618">4198 9966 7533,'-18'-10'1439,"1"2"-630,-1 0-179,8-1 180,3-9-91,-9 8 1,4 10-900,-21 26 180,13 19-135,10-15 0,3 3 90,1 1 0,4 2-360,7 4 1,5-2-361,-1-12 0,2-3 45,5 2 1,3-8-361,7-21 1,-1-8 1079,7-17 0,-4-7 0,0-5 0,-9 0 0,0 0 0</inkml:trace>
  <inkml:trace contextRef="#ctx0" brushRef="#br0" timeOffset="204902">4322 10019 12390,'3'27'869,"1"1"1,1 6-1,0-2-239,5 0 270,-2 1-271,-8-56-764,-1-6 0,2-5 135,0 0 0,2-4 0,1 2-405,3-12 1,3 2-1080,1 7 0,6 9 134,14 22 1,4 9 1349,8 2 0,-10 8 0,4 4 0,-1-1 0,6 0 0,1 1 0</inkml:trace>
  <inkml:trace contextRef="#ctx0" brushRef="#br0" timeOffset="206004">5550 9472 7533,'-5'-10'2338,"-2"-5"-1258,-6 13-181,1 41-629,7 2 0,3 8-270,0-14 0,1 3 0,-1 2 0,2 0-402,-1 3 1,1 0 0,0 1-1,1-4 192,0 3 0,1-3 1,0-3-148,0 10 0,3-12-632,2-25-360,-2-28 269,-10-27 540,4 8 1,0-4 539,-4 1 0,-1-2 0,5 3 0,1-1 0,0-1 189,-1 2 1,1 0 0,1-1 499,3-6 1,2-2-1,2 1-90,1 7 1,1 1 0,3 1 487,2 1 0,4 2 0,1 3-368,10-3 1,3 7-316,0 7 1,2 7-90,5 10 0,-2 8-45,-10 6 0,-2 7-136,7 14 1,-7 7-495,-17 9 1,-9 4-91,-2-12 0,-5 0 1,-3 1-106,-7-1 0,-5 0 0,-2-2 525,2-6 0,-2-2 0,-1-1 519,-7 1 0,-2 0 0,5-2-39,6 1 0,3 0-270,-6 2 0,7 1-225,20-1 0,9-1-180,6-5 0,5-1 315,3 5 0,3-3-945,11-5 1,3-5-785,-1-3 1,0-6-1,3-7 1,2-6 1636,-10-2 1,0-3-1,-3-2 1,0-5-1,-2-1 1,1-6-1,1 1 1</inkml:trace>
  <inkml:trace contextRef="#ctx0" brushRef="#br0" timeOffset="206336">6202 9948 7533,'0'-45'3276,"0"2"0,0 8-204,0 7-2442,0 3-180,-11 15-630,-8 2 90,-18 16-270,4 2 0,7 1 0,0 3 630,-2 22 180,-2 1-46,21-9 1,7 3-540,11 0 1,4 0 44,-10-5 0,5-3-1549,23 10 1,10-9 1564,0-17 0,1-10 0,2-6 0,0-7 0,-13-3 1,0 0-1,0 0 0</inkml:trace>
  <inkml:trace contextRef="#ctx0" brushRef="#br0" timeOffset="207202">6584 9895 7533,'-37'-17'1638,"10"11"0,0 2 303,-14-4-2076,16 12 0,3 8 0,6 14 0,7 7-225,6 0 0,5 2-90,7 14 1,6-2 134,5-11 0,6-9 225,3-12 0,3-10 765,1-14 0,-4-10-406,-9-10 1,-6-7-45,0-10 0,-6-4 45,-12 4 0,-5 2-315,3 10 0,-1 11-135,0 23 90,7 25 0,8 21 0,2 3 157,-3-6 1,1 2-1,1 2 1,-1 2-229,-2-8 0,0 2 0,0 1 1,0 0-1,-1-1 0,-1-1 376,1 0 1,-1 0 0,-1-1 0,-1-2 0,-4-1 503,-3 3 1,-2-1 0,-3-3 0,-3-8-136,-9-1 1,-4-13-540,-15-21 0,-1-16 225,16 2 0,4-5 0,0-2-211,-1-2 1,2-1 0,2-1-1094,-6-13 0,8 0-605,11 7 1,10 3-1,22 1 1,7 5 1228,-11 9 0,4 1 1,10 1-1,6 1 1,-1 0-1,1-3 0,0 1 1</inkml:trace>
  <inkml:trace contextRef="#ctx0" brushRef="#br0" timeOffset="208352">6830 10142 10771,'-26'-9'3276,"3"1"-2145,16 8-1760,2 0-900,5 0 629,16-24 720,-1-5 180,6-1 0,4-1-45,-1 3 0,3 1-90,8-1 0,4 3 90,1 9 0,0 5 270,-4 1 0,-2 4 1664,10 6-270,-28-8-1439,-39-1-989,-26-1 539,17 11 0,0 6 135,-4 3 0,4 7-135,6 10 0,8 7-405,10 1 1,9 2-181,11 1 1,7-3 44,7-2 1,5-5-226,13-10 1,3-9 584,-14-6 1,1-6 449,9-14 0,-4-9 45,-17-4 0,-5-5-45,3-4 0,-4-2 719,-8 1 1,-4 1 719,-3 11 0,-2 2 0,-4-6 1,-2 5-631,-7 5-359,-3 14-270,10 36-360,3-4 0,3 5 120,3 2 0,2 5 0,1-1-435,-2 8 1,1 2 374,4-5 0,0 2 0,0-5 839,-3-5 1,-3-7 1169,-2-7-630,-13-40-1034,1 1 0,-1-3-1304,0-19-1980,8 16 990,39-7 1125,-5 20 0,4 1 719,9-7 0,0-3 734,-12 2 1,0-2 0,-4-2 749,0-11 0,-7-2 0,-7 1 1,-8 1-316,-11 8 1,-5 5-585,-8 6-1440,2 48-988,24 18 1288,2-13 0,3 6 1,0-1 569,-2-6 0,1-1 0,0 1 300,2 9 0,1 2 0,-3-6 809,-4-9 1,-5-3 1169,-14 19-270,-18-79-1080,-2 17-1124,17-6 1,2 0-2873,2 12 3068,6 1 1,50 23 0,-17-5 0,1 0 0</inkml:trace>
  <inkml:trace contextRef="#ctx0" brushRef="#br0" timeOffset="208951">7974 9843 9062,'-20'0'3276,"-2"15"-2325,21 20-861,-10 12-765,10-8 1,0-1-135,-4 11-46,3-22 1,4-3-1395,9-6 2249,3-11 0,21-22 0,3-5 0</inkml:trace>
  <inkml:trace contextRef="#ctx0" brushRef="#br0" timeOffset="209586">8417 9895 7533,'-19'-19'3276,"-10"3"-975,-2 8-2391,-2 6-90,-13-5-360,18 14 270,-7 11 720,16 17-360,11-9 0,3 1 179,6 4 1,4 1-810,7 1 1,6-3 224,5-6 0,5-3 495,-1-4 0,3-9 225,7-19 0,-3-9 674,2-14-135,-14 4 1,-5 0-585,-10 2-720,-1 13-809,-6 46-1,16 0 451,5 14 629,21-19 405,-10-22 0,1-8-1,0-11 1,0-3-45,5 3 0,-2-2-90,-5-6 0,-2 3-810,10 10-2647,-4 36 3219,-21 5 0,-31 4 1,-17-19-1</inkml:trace>
  <inkml:trace contextRef="#ctx0" brushRef="#br0" timeOffset="209769">8233 9490 7533,'-44'-8'2518,"29"6"-2518,7-6 0,53 16 0,1 2 0</inkml:trace>
  <inkml:trace contextRef="#ctx0" brushRef="#br0" timeOffset="210301">3052 9754 7533,'-30'-12'1638,"1"-1"0,-12 1-1520,5-11 0,54 5 1,5 4-1,1 0 0</inkml:trace>
  <inkml:trace contextRef="#ctx0" brushRef="#br0" timeOffset="213219">2928 11324 7083,'-10'-10'270,"2"-5"-90,1 13 90,5-6 539,-6 0-539,8-2 270,0-7-1,0 7-269,0 2-90,0 8-270,0 16 0,0 11 135,-1 8 0,2 7 15,1-6 0,1 2 0,0 3-222,-1-3 0,0 3 1,0 0-1,1 0 184,1-1 1,0 1 0,1 0-1,0 0-22,1 0 0,1 1 0,0-1 0,-1-1-30,-2 8 0,-1-1 0,1-1 0,4-1 0,1-1 0,-2 1 30,-3 3 0,-1 1 0,0 1 120,0-3 0,0 1 0,0 0 15,0-11 0,-1-1 0,0 2 0,-1 2 62,0-2 1,-1 3 0,0 1 0,-1-1 0,1 0-108,0 7 0,0-1 0,0 1 0,0 3-577,1-5 1,0 4 0,1 0 0,0 1 0,-1-2 0,0-3 508,0 5 0,-1-4 1,0 0-1,1 2-22,1-6 0,0 2 0,1 1 0,0 0 0,0-2 0,0-3-246,-1 3 0,0-4 1,1 0-1,0 3 228,0-2 0,0 2 0,1 1 0,0 1 0,-1-1-54,1 3 0,0 1 0,-1 0 0,1-1 0,-1-2 27,0 3 0,-1-2 0,0 0 1,1 2 44,-1-2 0,2 2 0,-1 1 0,0-1 0,0-3 157,0-1 0,-1-1 1,1-1-1,-1 1-121,0-3 0,0 0 0,0 1 0,0 0 0,0-1 31,2 9 1,0-1-1,0 1 1,0-1-203,-3-1 0,-1 0 0,0-1 0,1 0 112,0-3 1,2-1 0,-1 0-1,-1 0 90,0 1 1,-1 0-1,0 0 1,-1 0 179,0 3 1,-1 1-1,-1-1 1,2-1-226,0-2 0,1-1 1,0-1-1,-1 0-119,-3-1 1,0-1 0,0 0 0,0 0-114,1 10 0,1-1 0,-3-2 30,-3-8 0,-1-1 1,1 0-31,3 2 0,2 1 0,-1-4 30,-5 1 0,2-3-3097,7 15 3129,0-37 0,16 3 1,3-15-1</inkml:trace>
  <inkml:trace contextRef="#ctx0" brushRef="#br0" timeOffset="214320">3016 17004 8702,'-19'0'900,"3"0"-271,32 8-179,27-6-225,-6 2 0,6 0-46,-4-4 1,2 0 0,3 0-174,-5 0 1,2 0 0,1 0 0,2 0-43,-2 0 0,1 0 0,2 1 0,0-2 0,0 1-349,1-3 0,1 0 0,0-1 1,1 0-1,-1 2 385,0 1 0,1 0 0,0 1 0,0 0 0,0-2 30,-6-1 0,1-1 0,0 0 0,0-1 0,0 1 0,0 0-140,-1 2 0,0 0 1,0 0-1,0 0 1,1 1-1,0 1 155,1 0 0,1 0 0,0 1 0,0 0 0,0 1 0,-1-1-15,1 1 0,0-1 0,0 0 0,0 1 0,-1 0 0,0 2-84,6 3 0,-1 1 0,0 2 0,-1 0 0,0-2 54,0 0 0,-1 0 0,-1-1 0,1 0 0,0 1 18,1-1 0,0 0 0,-1 1 0,1-1 0,1-1-18,-6-1 0,1-1 0,1 0 0,-1 0 0,-1 0 0,-1 0 0,0 1 0,-2 1 0,0 0 0,0-1 0,0-1 18,4-1 0,0-2 0,0 0 0,0 2 0,-1 1 0,-3 2 0,0 3 0,0 0 0,-1-1 0,0-1-128,8-2 1,-1-2-1,1-1 1,1 2 145,-4 0 0,0 2 0,2 0 0,-1-1 0,0-1-36,-2-1 0,0-1 0,0-1 0,-1 0 0,0 0 0,8 0 0,-1-1 0,0 0 0,-1-1 0,-3-1 0,0 0 0,-1 0 0,1 0 112,3 1 0,0 1 1,0 0-1,-3-1-52,-2-2 0,-2 0 0,2 1 30,0 3 0,2 1 0,0 0 0,-2 1 139,2 0 0,-1 0 0,0 1-274,-7 0 0,2 1 0,-1-1 0,1 0 0,1 0 0,1-2 0,-1 0 0,-2 0 45,2 1 0,-3 0 0,3-1 202,-2-1 1,3-1-1,-1-1 1,-3 1-23,-1 0 0,-2 1 0,1-2 343,11-1 0,2-1 0,-2 0-493,-9 3 0,-2-1 0,0 0 544,0-1 0,-1-1 0,-1 0-169,6 4 0,-3-2-270,-5-2 0,0-1 575,1-1 1,0 0-981,-6 0 0,0 0 565,2-3 1,0 0-656,20 6-211,-6-5-509,-14 14-1346,11-5 2426,-18 6 0,9-8 0,-6 0 0</inkml:trace>
  <inkml:trace contextRef="#ctx0" brushRef="#br0" timeOffset="216108">10091 17445 6813,'-12'-10'900,"5"2"-631,2 8-89,5-8 450,0 6 539,0-5-269,0-1 269,0 14-179,10-4-406,5 24 1,1 12-465,-1-7 0,2 3 0,1 1-517,-1 1 0,2 3 1,0 1-1,0-2 149,-3-3 1,0 1 0,0-2 0,0-2-23,3 3 0,0-2 0,-2-5-449,7 13-91,-13-33-359,-11-8-720,0-15 1889,0 3 0,-5-6 0,-2 10 0</inkml:trace>
  <inkml:trace contextRef="#ctx0" brushRef="#br0" timeOffset="216867">10005 18009 6633,'-14'0'-90,"3"8"360,11-6 989,0 6-629,0-8-450,0 0 270,0 8-1,0-6 1,0 6 1529,0-8 270,28-40-1830,-6 14 1,6-5 0,0 0-365,0-2 1,0-2-1,5-3-40,-7 10 0,4-4 0,1-1 0,1 1 0,-3 1 0,-2 3-645,2-5 1,-2 3-1,0-1-330,9-7 1,1-1 0,-8 8-30,-5 6 989,-17 9 0,-2 6 0,-5-7 0</inkml:trace>
  <inkml:trace contextRef="#ctx0" brushRef="#br0" timeOffset="218386">1923 11007 7263,'-20'-8'1529,"4"6"-1259,16-14 0,0 14 449,0 2 271,0 10-1,0 23-449,16 12-765,-8-14 0,4 1 90,11 8 0,5-1-180,-6-10 1,3-2-901,9 1 1,0-5 1214,5 3 0,-5-16 0,-26-3 0</inkml:trace>
  <inkml:trace contextRef="#ctx0" brushRef="#br0" timeOffset="218834">2417 10936 9152,'-10'-10'1439,"2"10"-450,-8 26-854,0 11 0,-3 10-90,2-13 0,-2 3 0,-2 2 0,0 2-492,2-6 0,0 2 0,-1 1 0,0 1 0,0-1 0,2-2 303,-1 2 0,2-1 0,-1-1 0,1-1 1,0 0-82,-5 5 0,-1 1 0,1-3 0,6-6-214,5-4 0,5-5-1989,6-6 2428,2-9 0,21-24 0,-3-3 0</inkml:trace>
  <inkml:trace contextRef="#ctx0" brushRef="#br0" timeOffset="225319">9451 9790 7533,'-19'0'3276,"1"-8"-1155,12 6-5398,0-6 3174,6 8 0,22 8 0,5 2 1</inkml:trace>
  <inkml:trace contextRef="#ctx0" brushRef="#br0" timeOffset="225500">9353 10054 7533,'-20'-10'3276,"2"-5"-1335,12 13-1941,11-14 0,25 22 0,16-4 0</inkml:trace>
  <inkml:trace contextRef="#ctx0" brushRef="#br0" timeOffset="229684">10522 9402 7713,'-14'0'1529,"-3"-8"-720,16 6 451,-10-14-181,10 14-180,-4-6-449,5 8 360,5 8-451,2 10-269,5 2 0,4 3-450,3 7 1,1 3-271,4 3 1,2 0-361,2 0 1,-1-1-406,-2-8 1,-1-1 629,-4-3 1,-1-3 764,10-1 0,-16-19 0,-8-19 0</inkml:trace>
  <inkml:trace contextRef="#ctx0" brushRef="#br0" timeOffset="230087">10940 9454 7533,'-19'-37'3276,"6"4"-346,2 23-3110,3 28 0,-1 11-45,-9 10 1,-1 6 201,7-9 1,-1 4-1,1 2 1,-1-1-224,-2 1 0,-1 1 0,0 0 1,1 0 312,0 0 0,1 0 1,1 0-1,-1-4 113,-1 0 0,0-3 0,1-1-121,-2 12 0,2-12-508,2-23-361,7-14-1259,16-25-809,2-1 2878,6 3 0,15 7 0,-1 0 0</inkml:trace>
  <inkml:trace contextRef="#ctx0" brushRef="#br0" timeOffset="230417">10977 9878 8162,'-12'-35'3276,"5"15"-255,2-4-2302,5 22-89,27-5-720,12 7-270,-1-1 0,4 2-629,1 2 0,1 1 224,-5-3 0,-1 0-719,0 3 0,-5 0 1484,-5 4 0,-34 14 0,-11 5 0,-10 6 0,-1 1 0</inkml:trace>
  <inkml:trace contextRef="#ctx0" brushRef="#br0" timeOffset="230651">11038 10072 7533,'-38'-16'3276,"20"4"0,40-13-1638,2 15 0,4 2-1560,11 2 0,3 2-1171,-8 1 1,1 0 0,-2 2 623,10-1 1,-1 4 0,2 4 0,-3 3 0,-11 1 0,0 0 0</inkml:trace>
  <inkml:trace contextRef="#ctx0" brushRef="#br0" timeOffset="233683">12122 10019 6813,'0'19'1259,"0"5"-809,-6-14-180,5 7 629,-5 1 181,6 0 89,0-8 360,0-3-449,0-7-181,0-7 1,0-11-361,-5-25-269,-1-1 0,-1-6-210,3 9 0,-1-1 0,0-3 153,1 6 1,-1-1 0,1-1-1,0 1 147,1-9 0,1 0 0,0 4-270,1 7 0,1 3 0,1 2-45,3-4 0,5 5-225,6 5 0,5 3-90,1 5 0,3 1-495,6-5 1,2 3 134,-4 9 1,0 2-271,-1-1 1,0 5-181,-1 10 1,-2 5-1305,14 18 945,-21-7 0,-4 3 1439,-1 21 0,-20-12 0,-6 0 0,-3 0 0,0-1 0</inkml:trace>
  <inkml:trace contextRef="#ctx0" brushRef="#br0" timeOffset="233950">12072 9825 7533,'-41'16'3276,"13"3"-346,-3 1-2210,42-5-181,22-22-539,-1 1 0,3 2-1639,10-1 1,2 0-1,-1 0 1,-2 2 1471,-6 2 0,-1 2 0,-1 2 0,-4 2 1,13 5-1</inkml:trace>
  <inkml:trace contextRef="#ctx0" brushRef="#br0" timeOffset="234327">12872 9366 7533,'-11'-35'2878,"3"15"-719,-31 13-1979,10 32-90,2 2 0,0 7-60,11-6 0,2 2 0,0 2-46,1 2 0,0 2 1,1 2 104,3-2 1,1 4 0,1-1 0,1-1-390,2 1 0,1-2 1,3 2-241,2 10 0,4 1 1,4-4-511,4-13 1,3-3 0,1-3 1049,8 13 0,2-9 0,-1-17 0,0-8 0,9-10 0</inkml:trace>
  <inkml:trace contextRef="#ctx0" brushRef="#br0" timeOffset="234717">13020 9613 7533,'-14'-2'3276,"14"28"-1638,10-5 0,5 5-1514,1 5 1,2 5 0,2-1-665,1-6 0,1-1 1,0 1-429,3 8 1,0 2 0,-1-3 67,2-3 1,-2-2 931,-1 4 0,-10-3 0,-23-3 0,-12 5 0</inkml:trace>
  <inkml:trace contextRef="#ctx0" brushRef="#br0" timeOffset="235019">12995 10178 7533,'-37'-18'3276,"12"0"0,18 1-474,31-17-2592,-1 13 0,7-2 0,0-1-390,2-1 0,1 0 0,1-2-241,3-4 1,1-2-1,-1 1-672,-4 5 1,0 1 0,-3 1-547,3-8 1,-3 3 1455,-6 11 1,-4 1 0,-8-13 0,-20 21-1</inkml:trace>
  <inkml:trace contextRef="#ctx0" brushRef="#br0" timeOffset="235368">13598 9243 9332,'-6'-28'3276,"6"11"-1676,16 30 0,7 13-1465,1 4 0,0 7-90,-5-7 0,0 5 0,0 2 0,-2 0-502,-2 1 0,-1 2 1,-2 1-1,-2 0 97,-3 3 0,-3 2 1,-2-1-1,-2-1 337,-3-5 1,-2 0-1,-3-1 1,-2-1 124,-2-1 0,-3 0 1,-2-2-1,-2-3-312,-6-1 0,-3-3 0,1-2-330,-7 7 1,3-3 539,7-12 0,6-1 0,12 10 0,20 1 0</inkml:trace>
  <inkml:trace contextRef="#ctx0" brushRef="#br0" timeOffset="236834">14386 9772 7533,'-19'0'1349,"1"0"-90,0 8-359,4-6-451,2 6 721,28-1-631,23 3-584,4-5 1,4 0-496,-4 3 0,1 0-390,-7-7 1,3-2 0,-4 3-421,-2 6 1,-2-1 1349,0-7 0,-11 2 0,-25 6 0,-18-8 0</inkml:trace>
  <inkml:trace contextRef="#ctx0" brushRef="#br0" timeOffset="237167">14386 10054 7533,'-37'0'3276,"11"0"-166,3 0-1041,32 0-630,29-8-1304,-9 7 0,5 0-585,2-3 0,4-3 1,-2 3-1190,12 2 1,-2 2 1389,3-4 1,-3 0-1,-19 4 1,-3 0 0,3 0-1</inkml:trace>
  <inkml:trace contextRef="#ctx0" brushRef="#br0" timeOffset="244635">16072 9701 9691,'7'-9'2429,"-2"1"-1529,-5 0-271,0 6-89,0-14-630,0 14-180,0-6 180,0 8 0,0-7 90,0 5-180,-5-14 180,-2 14-270,-6-6-179,-10 8 359,-8 0 0,-13 8 135,20-1 0,-1 4 0,-3 9 0,1 3 45,1-5 0,1 3 224,0 12 1,1 1-90,7-11 0,3 1-45,3 6 0,4 0 0,2 15 90,16-1-136,2-21 1,4-3 45,23 1 135,-6-13 0,2-8-135,-8-10 0,-2-7-90,10-14 0,-1-7-135,-8-2 0,-3-2 90,-4 1 0,-2-1 0,-3-2 0,-7 4 45,-19 9 359,-4-1-674,-5 42 1,-1 12 224,6 7 0,3 5-45,-2-5 0,3 2 134,2 19 1,7-2-90,9-23 0,3-1 0,-2 11 0,4-1-765,8-10 1,3-3-2513,15 6 0,-2-11 3139,-11-16 0,-13-16 0,-6-3 0</inkml:trace>
  <inkml:trace contextRef="#ctx0" brushRef="#br0" timeOffset="244967">16305 9948 10051,'0'-19'3148,"0"3"-809,0 16-2429,6 47-2518,1-4 2608,-1-4 0,0 1 0,1 5 0,-1-12 0</inkml:trace>
  <inkml:trace contextRef="#ctx0" brushRef="#br0" timeOffset="246654">16638 9419 6993,'-12'0'2339,"5"0"359,1-8-899,39 46-1349,-11-12 0,3 4-450,-5-2 0,1 3 0,2 2 0,-1-1-105,0 0 0,0-1 0,0 1 0,-1 0-195,6 10 0,-2 1 1,-2-4-601,4 3 1,-4-4-245,-6-7 0,-5-3 1144,-11-1 0,-8-9 0,-12-10 0</inkml:trace>
  <inkml:trace contextRef="#ctx0" brushRef="#br0" timeOffset="246952">16674 10160 8252,'-11'-10'720,"4"-13"809,9-1 0,7-3-630,7-5 1,7-4 0,2-2-987,-5 7 1,2-3 0,1 0-1,1-1 1,0 0 284,3-1 0,1-1 0,1 0 0,0 1 0,-1 0-234,0 3 0,0 0 0,0 0 0,-1 2 0,-2 0-254,6-9 1,-3 3 0,-1 3-1350,1 0 1,-3 7 1422,0-1 1,-7 13 0,-6 15 0</inkml:trace>
  <inkml:trace contextRef="#ctx0" brushRef="#br0" timeOffset="247600">17844 9613 7533,'0'-19'2069,"0"-5"-900,0 14 0,0 32-899,0 25-180,0-15 0,0 4 0,0 2-794,2 1 0,-1 0 0,1 0-16,0-2 0,0-1 1,1-1 719,4 11 0,-2-6 0,-4-2 0,-2-15 0</inkml:trace>
  <inkml:trace contextRef="#ctx0" brushRef="#br0" timeOffset="247834">17672 9931 7533,'-24'-26'3276,"15"7"0,14-15-1283,23 23-2053,4 2 0,9 1 0,1 1-1033,-6 3 1,-1 1 0,3 0 1021,10 0 0,3 0 0,-3-1 1,-9 0-1,-3-2 0,-1 1 1,8 0-1,-1 0 0</inkml:trace>
  <inkml:trace contextRef="#ctx0" brushRef="#br0" timeOffset="250268">19062 9701 9062,'-7'-17'3276,"1"-1"-2684,1 8-412,-1 2-360,-12 8 180,-18 0-90,-3 0 135,4 7 0,-2 2-90,8-4 0,0 2 45,-13 11 0,0 5 269,9-2 1,2 3 315,-7 5 0,3 5-226,13 4 1,5 2-135,-2-4 0,9 1-90,18 7 0,11-2-270,7-11 0,6-5-225,10 0 0,5-9 270,2-15 1,0-12 178,-9-7 1,-1-6 0,-4-5-47,-5-6 0,-4-4 0,-1 0 256,1-2 1,-1 0 0,-4 0-180,-7 7 0,-4 0 0,-5 3 1049,-8-4 0,-5 9-809,-7 21-135,-3 18 0,0 8-765,6 5 1,4 5-136,-3 14 0,4 2-404,7-7 0,5-2-226,9-2 1,2-2 89,-1-2 1,5-5 1297,8-9 1,3-10 0,8-25 0,-15-4-1,0 1 1</inkml:trace>
  <inkml:trace contextRef="#ctx0" brushRef="#br0" timeOffset="250633">19370 9984 10591,'-7'0'3276,"-4"-8"-1875,4-2-861,-11 16 359,-1 6-854,6 14 0,2 6-135,2-8 1,4 1-181,9 15 0,8-3-180,23-6 900,-6-22 0,3-10-46,-2-20 1,-4-11-225,-7-3 0,-5-4-90,-4-10 0,-9 2-1619,-13 12 0,-6 5 1529,-11-5 0,3 45 0,0 13 0,7 10 0,0 1 0</inkml:trace>
  <inkml:trace contextRef="#ctx0" brushRef="#br0" timeOffset="267270">22274 9984 6633,'-14'0'1529,"-2"0"-1349,15 0 90,-5 0 180,6 0 269,6 0-449,-5 0 180,4 0-90,-5-8-90,0 6 449,0-6 1,0 16-1,0 9-269,-2 10 0,-1 5-315,2 0 0,1 3-285,-4 5 0,0 5 0,0-3 150,1 2 0,0 0 120,0 4 0,1 5 0,0-5-437,-4 1 0,1-2 437,3-5 0,1 2 0,-3 0 149,-4 4 1,-2 0 0,0 1-240,2-3 0,1 0 0,0 1 37,0-8 1,1 0 0,0 1-1,0 1-22,1 6 0,0 2 0,1 0 0,1 0-68,2-3 1,1-1-1,0 1 1,0 1-329,-1-5 1,0 1 0,0 0 0,-1 0 0,2 0 260,-1 5 0,1 0 0,0-1 0,1 2-18,-1-7 0,0 1 0,0 1 0,0-1 0,0-2 130,0 4 1,0-2 0,0 1-1,0 3 23,-1-6 0,0 3 0,0 2 0,0 0 0,0-2 0,0-3-90,1 4 0,-1-3 0,1-1 0,0 4-9,-1 1 0,0 4 0,-1 0 0,1 0 0,0-3-191,1 0 1,0-3-1,0 1 1,0 1 280,0-2 0,1 1 0,-1 1 0,0 0 0,-1 0-1,0 0 1,-1-1 0,0 1 0,-1 0 0,1 1 9,-1-3 0,0 1 0,0 1 0,0 0 0,0-1 0,-2-1-153,0 3 1,-1-1-1,0-1 1,-1 1-1,0 1 183,1-2 0,0 1 0,0 0 0,-1 1 0,1-2 0,0-1-57,0 0 0,-1-1 0,1 0 0,0-1 0,0 1-36,-1 4 0,1 0 0,0 1 0,0 0 0,1 0-18,-1 1 0,1 0 0,0 1 0,1-1 0,-1-1 0,1-7 0,0-1 0,1-1 0,-1 1 0,0 1-54,-1 8 0,0 1 0,0 1 0,1-2 0,0-3 22,0-4 1,1-2 0,-1-2 0,1 3-77,-2 1 0,0 2 0,0 0 0,1-1 0,0-4 177,1 2 0,0-4 0,1 0-243,-2 9 0,0 0 1,1-4-511,3-4 1,0-4 213,0-1 1,0-3-1115,0 13 1883,0-17 1,5-17-1,1-1 1</inkml:trace>
  <inkml:trace contextRef="#ctx0" brushRef="#br0" timeOffset="268502">21770 16404 7263,'-19'0'899,"-5"0"-449,10 0 270,2 0 269,12 0 630,12 0-899,13 0-136,5 1 1,4-2-540,6-2 0,4-2-428,-1 2 0,5 1 0,0-2 158,-6-2 0,1 0 0,0-1 0,2 0-115,-7 2 0,2-1 0,0 1 0,1 0 1,-1-1 428,2-1 1,1 0 0,-1-1 0,0 1 0,0 0 90,6 0 0,-1 0 0,1 0 0,0 1 17,-4 1 1,1 2 0,0-1 0,-1 1 0,-1 0-86,0 1 1,-2-1-1,1 2 1,2-1-113,-4 2 0,3 0 0,0 0 0,2 0 0,-1 0 0,0 0 60,-3 0 0,1 0 0,-1 0 0,1 0 0,-1 0 0,2 0-383,2 0 1,2 0 0,-1 0 0,1 0-1,-1 0 1,0 0 307,-1 0 0,-1 0 0,0 0 0,0 0 0,0 0 0,-1 0 15,0 0 0,-1 0 0,0-1 0,0 1 0,0 0 0,-1 1-197,5 2 0,-2 0 1,1 0-1,0 1 1,1-1 210,-4-1 1,0 0 0,1 0 0,1 0 0,-1 0 0,0 0-45,-1 0 0,1 1 0,-1 0 0,1 0 0,-1 1 1,-1-2 29,5 2 0,-1-1 0,-1 0 0,1 0 0,0 0 35,4-1 1,0 0 0,0 0 0,0 0 0,0 0-15,0 1 1,0 1-1,0-1 1,0 1-1,1 0 39,-5-1 0,2 0 0,0 0 0,0 0 0,-2 0 0,-1-1-78,-2 0 0,-3 0 0,0 0 0,1 0 0,2 0 33,5 1 0,4 1 0,1 1 0,-1-1 0,-2 0 0,-6 0 15,8-1 0,-6 1 0,6 0-5,-13 0 1,4 1 0,3 0 0,1 1 0,0-1-1,-1 0 1,-3-1-26,8-1 0,-3-1 0,0 0 0,0 0 0,3 0-26,-8 1 0,2-1 1,1 1-1,0-1 0,0 1 1,-2-1-1,-1-1-38,4 0 1,-2-1-1,-1 0 1,0-1-1,2 1 34,-1 0 0,1 0 0,1 0 0,-1 0 0,-1 0 0,-2 0 120,5 0 0,-3 0 0,-1 0 0,3 0 36,-1 0 0,2 0 0,0 0 0,1 0 0,-2 0-18,-2 0 0,-1-1 0,1 1 0,-2 0 0,1 1-73,-2 1 1,0 2 0,0 0 0,-1-1 0,0 0 233,10-2 1,-1 0 0,0-1 0,-1 2-338,-2 1 1,-1 2-1,-1-1 1,0-1 201,-3-2 1,0-1-1,-1 0 1,-1-1-105,12 1 0,-2 0 0,-2 0 196,-11 0 1,-3 0 0,-1 0-227,7 0 0,-5 0 736,-4 0-2176,-19 8 1677,-11 2 1,-17 0 0,-3-2 0</inkml:trace>
  <inkml:trace contextRef="#ctx0" brushRef="#br0" timeOffset="274987">30642 16334 7353,'-6'-10'1529,"-5"-6"-1079,10 14-1,-5-6 181,6 0-270,6-1-180,-5-1 0,5 2 0,-6 0-91,0 6-178,0-6-91,0 8 180,-11 0 0,-3 8-180,-22 10 180,-2 1-90,14-7 0,-2 2 180,-4 6 0,1 1 134,2-6 1,1 1 0,0 11 0,3 5 180,3 7 0,4-1-585,3 7 270,12-7 0,7-4-90,15-14 90,6-5 0,4-5 0,-2-14 0,2-5-1,11-3 1,0-6-135,-8-14 1,-3-6 14,-6 7 0,0-2 0,-4 1 75,-5-11 0,-4 1-1,7 4 1,-11 6 675,-35 6-450,-1 52-180,3-1 0,0 5-180,5 0 0,3 4-270,3 12 0,9 1-854,15-9 0,8-2 584,-2-2 0,4-3-359,10-7 0,2-7 989,16-9 0,-6-16 0,2-2 0</inkml:trace>
  <inkml:trace contextRef="#ctx0" brushRef="#br0" timeOffset="275617">31000 16598 7353,'-20'0'1889,"2"-8"-990,6 6-359,0-5 359,-1-1-449,1 6 0,-6-6-180,0 24-360,-7 11 135,13-3 0,4 5-225,2 10 0,5 0 45,4-7 0,7-5 180,22-1 0,6-9 135,4-11 45,2-17 0,-3-11 179,-24-11 1,-7-3-90,3 10 0,-7-1-270,-16-14 0,-14 8-630,-7 27 0,-3 8 585,-3-3 0,7 6 0,10 14 0,50-3 0</inkml:trace>
  <inkml:trace contextRef="#ctx0" brushRef="#br0" timeOffset="277886">21795 9490 7533,'-20'-10'539,"8"-6"-89,1 14 90,10-6-450,-11 8 270,11-7-91,-4 5 181,5-14 90,0 6 89,-6-7-539,5-1 360,-10 0-360,4 8-90,-6-5 270,-4 13-180,-2-6-90,-6 8 0,-5 16-180,-1 3 135,15 1 0,0 3 0,-2 3 0,1 1 45,6 0 0,1 1 180,-2 6 0,1 1 45,5 0 0,5 0-90,5-2 0,3-1-135,1 4 0,5-3 0,6-12 0,4-5 0,4-7 0,1-8 89,-2-11 1,-1-8 0,7-14 0,-3-6 45,-5-2 0,-5-3 75,-6 7 0,-3-2 0,-1 1 149,2-7 1,-4 3 135,-5 4 0,-4 4-135,-10-1-540,-8 34-270,1 26-90,1 19 270,13-11 1,3 3-496,6 7 0,3 0 270,1-6 1,5-2-1145,9-3 1,4-5 893,-7-9 0,2-5 745,15-4 0,-12-26 0,-12-13 0</inkml:trace>
  <inkml:trace contextRef="#ctx0" brushRef="#br0" timeOffset="278174">22151 9648 7533,'-12'-19'3276,"5"3"0,-4 16-3082,10 32-3471,-5 15 3238,6 2 1,4-6-1,3 2 1,0-12-1,0 0 1</inkml:trace>
  <inkml:trace contextRef="#ctx0" brushRef="#br0" timeOffset="337121">13230 10918 6813,'-13'-19'1169,"6"3"-359,2 8-90,5 6 269,-6-13-359,5 13-810,-5-6 180,6 24 629,0 19-539,0-3 0,0 6 150,0 1 0,0 2 0,0 1-550,0-1 0,0-1 1,0 0 369,0 0 0,0-1 0,0-2-15,0 5 0,0-7-855,0-8-89,0-11 179,0-16-2518,6-24 3238,-5 3 0,4-14 0,1-5 0,-2 3 0,-1 0 0</inkml:trace>
  <inkml:trace contextRef="#ctx0" brushRef="#br0" timeOffset="337569">13205 10901 7533,'-25'-26'2788,"6"15"-2428,6-5 90,13 39 179,13 15-449,-5-9 0,3 4-90,1 2 0,2 3 0,1-1 90,4 8 0,2-2-90,-3-9 0,3 0 0,-1-6 134,2-2 1,2-9 135,3-7 0,-1-12 224,-5-18 1,-3-9-495,1 2 0,-2-4-120,-6-6 0,-3-4 0,-2-1-540,-1 2 1,-1 1-1,-1 0 150,-2 4 0,-2 1 1,1 1-436,0-5 1,-1 8-1845,-5 14 2699,1 18 0,3 45 0,-3 2 0</inkml:trace>
  <inkml:trace contextRef="#ctx0" brushRef="#br0" timeOffset="338017">13709 11183 7533,'-18'-18'3058,"4"-7"-2698,2 5-450,1-5 270,5 23-450,-12 20 720,-1 27-136,8-8 1,3 4-135,1 0 0,7 0-270,8-2 0,7-5 90,5-7 0,5-11 405,6-22 0,1-12-495,-7-3 0,-5-7-135,-4-14 0,-9-4 0,-14 4 0,-9 4-1414,-5 12 1,-3 5 1466,-17-3 0,19 36 0,4 10 0,6 25 0</inkml:trace>
  <inkml:trace contextRef="#ctx0" brushRef="#br0" timeOffset="339137">14399 10918 7533,'-6'-17'629,"5"-16"541,-10 3 89,9-5-899,-3 25 0,5 43-316,0 1 1,0 5-15,-1 0 0,1 3 0,1 0-196,0 1 1,1 0 0,0-1 374,0-2 1,1-1 0,-1-3-120,1 8 0,1-9 810,2-16-1170,-29-30-180,8-17 0,-2-5 360,-7 3 0,-3 3 90,3 3 0,-1 3 720,-17-3 179,10 40-291,20 7 1,5 5-384,4 8 0,6 3-225,7 2 0,4 0-360,1-9 0,3-3-1034,10-6 0,3-5 269,-6-10 1,2-4 1124,4-1 0,-1-6 0,-4-12 0,-2-6 0,-3-6 0,0-1 0</inkml:trace>
  <inkml:trace contextRef="#ctx0" brushRef="#br0" timeOffset="339566">14607 11254 7533,'-5'-26'3276,"-2"7"-526,-6-7-2120,-4 16-540,-13 26-1349,-3 21 539,13 0 0,3 5 540,2-1 1,6 0 224,5-8 0,6-1 134,2-4 1,6-7 450,27-27-270,-15-5 0,-1-6-181,8-12 1,-3-4-45,-5-4 0,-2 1 225,-1 6 0,-6 5 90,-12 7-990,-3 38-360,-2 9 1,-1 3 539,6 1-1279,14 5 1,5-5 1449,6-25 1,3-5 0,3-6-1,-9-17 1,0 0 0</inkml:trace>
  <inkml:trace contextRef="#ctx0" brushRef="#br0" timeOffset="339850">14853 10883 7533,'-19'-8'3276,"7"22"-2954,7 21-277,9 6 0,3 7-225,-5-13 0,1 1 0,0 2-314,0 0 0,2 1 0,-1 1 0,1-2-256,1 4 1,1-2 0,-2 0 419,-2-3 0,-1-1 0,1-4 330,5 1 0,-5-15 0,-14-41 0,4-2 0,1 1 0</inkml:trace>
  <inkml:trace contextRef="#ctx0" brushRef="#br0" timeOffset="340024">14780 11201 7533,'-8'-36'3276,"25"9"0,17 9-3629,14 9 0,3 3 353,-25 1 0,3 0 0,15-1 0,8 0 0,-2 0 0,-13 0 0,0 0 0,1 1 0</inkml:trace>
  <inkml:trace contextRef="#ctx0" brushRef="#br0" timeOffset="341287">15309 11324 7533,'-7'-8'2788,"2"6"-2428,5-13-180,0 13 180,0-14-990,0 6 360,-6-7 0,-1 7 360,-16 2 270,-14 8-225,12 13 0,-1 5 90,0-4 0,2 4-91,3 14 1,5 4-225,4 11 360,30-4-270,4-30 0,5-8 45,-1-6 0,1-6 45,13-15 0,-3-7 135,-18 4 0,-3-1 45,7-6 0,-11 11 449,-29 29-1258,1 39-946,3-8 1,6 3 1484,13 2 0,11-8 0,16-27 0,8-10 0,-5-5 0,0 0 0,0 0 0</inkml:trace>
  <inkml:trace contextRef="#ctx0" brushRef="#br0" timeOffset="341817">15740 11183 7533,'-19'-18'3276,"12"1"-796,30-1-2120,0 12 0,5 2-1620,11 0 1,2 1-135,-3 1 0,1 4 1394,3 4 0,-6 3 0,-13 3 0,-10 13 0</inkml:trace>
  <inkml:trace contextRef="#ctx0" brushRef="#br0" timeOffset="342051">15789 11324 7533,'-25'0'3276,"1"0"-975,10 0-952,36 0-1304,4-3 0,5-2-1305,15 0 1,3 1 1047,-16 0 1,1 0 0,-2 2-1,10 4 1,-3 4 0,-6 3-1,-1 1 1</inkml:trace>
  <inkml:trace contextRef="#ctx0" brushRef="#br0" timeOffset="344419">16774 10795 6453,'-14'-18'2069,"3"9"-2069,11 1 720,0 0-360,0 6-91,-6-6-179,5 8 270,-10 8-180,4-6-90,-5 21 180,-6-3 0,4 23-180,3-14 0,-1 3-90,2 11 0,1 2 44,2-3 1,0 0 45,2-6 0,1 2 0,2-2-90,7 6 0,1-2 45,-1 2 0,4-3-45,6-11 0,6-3 45,2-5 0,3-7 0,2-13 0,1-6 0,-1 3 0,0-6 0,8-20 0,-2-8-45,-9 5 0,-2-3-30,-3 5 0,1-3 0,-2 0 30,2-11 0,-5 0 90,-5-1 0,-3 2 180,-4 10 0,-3 1 134,-5-4 1,-4 5-405,-6 10 0,-3-3-449,10 24 89,2 0 540,5 8-90,0 25 314,0 0 1,0 5-315,-2-6 0,0 1 0,0 2-142,1 5 0,1 2 0,0-1 262,-2-1 0,1-1 0,4-2-360,5-2 0,5-2 0,0-3-300,0 1 1,4-7-586,14-8 1,2-9-2204,12-9 3238,-12-13 0,-17 13 0,-23-6 0</inkml:trace>
  <inkml:trace contextRef="#ctx0" brushRef="#br0" timeOffset="344867">17574 10777 7533,'0'-25'2698,"0"13"-2428,-6-4-270,-1 32 450,-11 4-181,6 3 1,-1 5 225,-7 2 0,-2 2-106,7 1 1,0 2 0,0 1-342,-2 2 0,-1 1 0,4 2-168,1 5 0,4 3 0,4-3-510,5-8 1,3 0-1,5-4-360,14 9 1,7-8 989,3-14 0,2-9 0,-2-9 0,-2-6 0,11-6 0</inkml:trace>
  <inkml:trace contextRef="#ctx0" brushRef="#br0" timeOffset="346225">17943 11201 6723,'0'-10'1080,"0"-6"-91,0 14-90,0-21-179,0 11-180,0-6 359,-6 3-629,-12 5-540,-8 0-269,-22 18 628,22 3 1,1 5 0,-1 9 0,2 3 180,4-1 0,3 1-90,5 2 0,7 1-135,9 0 0,8-1 0,5-9 0,4-3 90,6-2 0,3-7-1,2-9 1,-2-9 0,0-21 0,-5-7 45,-7 11 0,-3-1 90,0-20 0,-7 2 539,-8 6-539,-12 13-270,-7 44-180,8 6 0,2 5 0,2-2 1,2 3-361,2 16 0,6 0-719,7-16 0,3-2 44,-1 1 1,3-5 1214,28 0 0,-6-55 0,-19 11 0,1 0 0</inkml:trace>
  <inkml:trace contextRef="#ctx0" brushRef="#br0" timeOffset="346833">18238 11342 7173,'-14'-8'2429,"-2"6"-1800,9-6-89,0 8-180,-4 0 179,4 0-359,-5 8 180,-6 17-90,10 13-405,2-12 0,6 1-180,14-3 0,6-3 90,2-8 1,3-7 179,9-9 0,1-11 404,-4-13 1,-7-9 90,-5-8 0,-11-2-360,-14 7 0,-6 3-90,-3 7 0,-5 7-450,-8 17 0,1 10-2068,-5 31 2518,31 11 0,18-20 0,8-1 0,11-5 0,-1 1 0</inkml:trace>
  <inkml:trace contextRef="#ctx0" brushRef="#br0" timeOffset="347117">18607 11289 8342,'-5'-18'3276,"3"8"-1515,13 34-2390,9 15 89,-3-9 0,-2 3-360,-3 2 1,-5-2-1259,-18 15 1708,-5-21 0,-6-4 180,-3-7 0,-2-4 270,1-2 0,3-2 0,-2-1 0,15-7 0</inkml:trace>
  <inkml:trace contextRef="#ctx0" brushRef="#br0" timeOffset="348202">19197 11201 7533,'0'-20'719,"0"-3"-179,-5 13-90,3-8 89,-8 8-179,9 3 90,-10-1-270,4 6-270,-11-6-90,-1 8 180,-6 0 0,-10 8 270,2 2-270,-10 15 90,6 2 90,20-2 0,3 1-90,-5 14 44,11-12 1,5 2-45,14 2 0,5-3 180,13 4-225,-1-9 0,4-8 135,-1-23 0,0-10 135,1-3 0,-2-5-181,-5-5 1,-4-5 195,-8 5 0,-1-3 0,-3 2-195,-4 5 0,-3 1 449,-3-9 1,-4 12-315,-14 35-990,-1 9 90,9 9 1,4 6-810,5 0 0,4-1 719,7-3 0,5-1-135,3 0 1,5-6 854,1-12 0,4-8 0,3-14 0,0-8 0,-2-8 0,0-1 0</inkml:trace>
  <inkml:trace contextRef="#ctx0" brushRef="#br0" timeOffset="348619">19481 11324 7353,'-7'-17'3276,"-4"7"-1785,9 2-951,-3 16-180,5 9-1620,11 26-2017,2 5 2994,7-3 1,3-4-1,-4-14 1</inkml:trace>
  <inkml:trace contextRef="#ctx0" brushRef="#br0" timeOffset="349236">19739 10636 7533,'0'-17'2158,"0"7"-1438,5 2 359,24 39-809,-7 1 0,1 7-68,-7-8 1,1 5-1,-1 1 1,-1 0-398,-1-1 0,-1 0 0,0 1 0,-3 3 231,-3 2 0,-2 4 0,-1 1 0,-2-3 0,-1-4-96,-1 1 0,-3-5 0,-2 1 15,-3 2 0,-3 4 0,-2-3 0,-3-7-165,-12-2 1,-2-5-511,2 6 1,-1-3-451,3-14 1,4-3 1169,8 4 0,16-8 0,17 1 0</inkml:trace>
  <inkml:trace contextRef="#ctx0" brushRef="#br1" timeOffset="387236">4480 15363 6903,'-10'-9'540,"-5"-7"-360,13 14 269,-6-6 181,0 8-90,6 0 89,-13 0 1,13 0-90,-6 0-91,8 8-89,0 2-90,0 0 90,0-3 180,0 1-181,0 2 1,0 8-90,15-1-270,-6 7 0,2 1-90,12-1 0,5 1 0,-5 7 0,1 4 0,0-2 90,-3-8 0,1-1 0,1 1 30,5 8 0,2 2 0,-4-4 150,-1-6 0,-3-3 90,-3 0 0,-2-5 359,-2-10-179,-15-16-270,0 6-1080,0-6-1168,0 8-1209,0 0 2994,0-8 0,0-2 1,0-7-1</inkml:trace>
  <inkml:trace contextRef="#ctx0" brushRef="#br1" timeOffset="388005">4410 15928 6004,'-28'8'449,"3"2"-89,7-1 540,8 7 449,3-14-180,7 6 0,0-8 271,0-8-721,15-10 1,9-5-181,-5-1 1,3-4 0,1-1-696,4 0 0,2-3 1,1 0-1,0 0 66,0 0 0,-1 0 0,1 0 0,-1 1-113,-4 1 1,1 1 0,-2 0 0,0 3-1437,13-11 1,-4 3 623,-15 12 0,-2 1-874,13-12 1889,-15 21 0,-7-3 0,-9 15 0</inkml:trace>
  <inkml:trace contextRef="#ctx0" brushRef="#br1" timeOffset="430452">2134 15752 6183,'0'-28'2609,"0"3"-2609,0 7-540,0 0-1259,24 16 1799,-10-4 0,13 9 0,11 4 0,0-1 0,-2-3 0,-1 1 0,0-1 0</inkml:trace>
  <inkml:trace contextRef="#ctx0" brushRef="#br1" timeOffset="430641">3122 15804 7533,'10'0'539,"37"0"-1439,-9 1 1,4-2 899,5-2 0,2-1 0,-7 1 0,2 0 0,-2-1 0,7-5 0,0 0 0</inkml:trace>
  <inkml:trace contextRef="#ctx0" brushRef="#br1" timeOffset="430817">4374 15716 7533,'47'-9'30,"-1"1"0,-1-2 0,4 2-150,-5 4 0,4 1 0,-1 0-112,-6 0 0,-1 0 1,0 1-1,-5 4 1,-1 1-1,0 0 0,8 2 1,1 0-1</inkml:trace>
  <inkml:trace contextRef="#ctx0" brushRef="#br1" timeOffset="431000">5673 15752 7533,'39'0'299,"0"0"1,6 0 0,3 0-660,-4 0 0,4 0 1,-1 0 31,-1-2 0,-1-1 0,0 0 1,-1 0-1,0 0 0,-2-1 1,-9-2-1,1 0 0,0 0 1</inkml:trace>
  <inkml:trace contextRef="#ctx0" brushRef="#br1" timeOffset="431166">7186 15769 7533,'25'0'-360,"7"0"0,5 0 1349,1 0 1,3 0-1170,-4 0 0,2 0 0,2 0-21,-3 2 1,2 0 0,0 0-1,-3 0 1,2-1 0,-2-1 0,2 1-1,8 2 1,1-1 0,-1 1-1</inkml:trace>
  <inkml:trace contextRef="#ctx0" brushRef="#br1" timeOffset="431342">8848 15769 7533,'41'-9'30,"0"1"0,5-2 0,4 2-450,-3 4 0,4 1 0,-3 0 55,-7 0 1,-2 0 0,-1 1 0,-1 2 0,0 0 0,-3 0 0,-2 0 0,1 0 0</inkml:trace>
  <inkml:trace contextRef="#ctx0" brushRef="#br1" timeOffset="431483">9771 15752 7533,'36'-8'629,"2"6"-809,-9-6 1,2 0 179,-2 7 0,0 0 0,-4-3 0,0 0 0,16 4 0</inkml:trace>
  <inkml:trace contextRef="#ctx0" brushRef="#br1" timeOffset="432300">2716 17762 7533,'-9'-33'1079,"-7"11"-2878,22-19 1799,4 30 0,9-18 0,5-5 0,3 4 0,1 1 0</inkml:trace>
  <inkml:trace contextRef="#ctx0" brushRef="#br1" timeOffset="432467">3351 16986 7533,'11'-33'-72,"1"0"0,-1-1 0,4 4 0,3 2 0,2 0-288,2 1 0,3 1 1,0 3 120,11-6 0,1 1 1,-11 3-1,-1-1 0,0 0 1,6-5-1,1 0 1</inkml:trace>
  <inkml:trace contextRef="#ctx0" brushRef="#br1" timeOffset="432666">4304 16051 7533,'13'-22'659,"-1"-1"1,1 1 0,2 1-1110,5 3 0,3 1-675,3-5 1,1 1 1124,12-9 0,-6 3 0,7-7 0,-1-1 0,-4 3 0,0 0 0,1 0 0</inkml:trace>
  <inkml:trace contextRef="#ctx0" brushRef="#br1" timeOffset="432800">5132 15275 7533,'29'-34'-18,"1"-1"0,0 0 0,2 2 0,1 0 0,3-1-72,-2 4 0,1-1 0,1 1 0,0 0-238,-5 4 0,0 0 0,-1 2 1,-1 0-1,7-4 0,-1 1 1,-2 2-1,2-5 0,1 1 1</inkml:trace>
  <inkml:trace contextRef="#ctx0" brushRef="#br1" timeOffset="433000">6817 13723 7533,'14'-41'809,"0"0"1,8 6-1,6-1-1574,-4 7 1,4-2-1,1 0 1,0 3 646,5-1 1,0 3-1,3-2 1,-7 4 0,2-2-1,1-2 1,0 0-1,-2 1 1,4-5 0,0-1-1,0 1 1,0 0-1</inkml:trace>
  <inkml:trace contextRef="#ctx0" brushRef="#br1" timeOffset="433184">8221 12294 7533,'23'-28'-270,"1"-1"0,0 0 0,3-1 0,2 0 0,2 0 180,-3 4 0,1-1 0,1 0 1,1 1-209,0 1 0,1 0 0,-1 1 0,0 0 0,2-3 0,-2 0 0,0 1 0,-4 3 1,0 0-1,1 0 0</inkml:trace>
  <inkml:trace contextRef="#ctx0" brushRef="#br1" timeOffset="433284">9008 11589 7533,'32'-36'314,"-17"11"1,-1 0-495,6-7 180,-8-1 0,-12 33 0,-7 10 0</inkml:trace>
  <inkml:trace contextRef="#ctx0" brushRef="#br1" timeOffset="434067">5846 18274 7533,'-11'-43'1529,"2"13"-2878,-8 5 1349,10 17 0,-10-8 0,3-3 0</inkml:trace>
  <inkml:trace contextRef="#ctx0" brushRef="#br1" timeOffset="434266">5587 17604 7533,'-16'-32'539,"0"1"1,0 0 0,-6-12-1,-1 1-1289,7 10 1,-1 0 0,1 0 749,-5-7 0,-1 0 0,5 6 0,-1-1 0,0-1 0,-1-2 0,0 1 0,0-1 0</inkml:trace>
  <inkml:trace contextRef="#ctx0" brushRef="#br1" timeOffset="434468">5082 16528 7533,'-17'-26'479,"-1"0"1,-4-6 0,-1 0-480,2 5 0,1 1 0,-2-3-143,0-4 1,-1-2 0,1-1 0,0 3 232,-3-1 0,2 2 0,2 0-570,6-3 0,3 0 1,1 1 479,-4-11 0,4-1 0,6-1 0,3-2 0,2 5 0,0 0 0</inkml:trace>
  <inkml:trace contextRef="#ctx0" brushRef="#br1" timeOffset="434633">4374 15187 7533,'-33'-25'1079,"7"-3"0,-1-3-719,-1 2 0,-1-1-720,8 2 0,0-1 1,3 0 359,2-3 0,4 1 0,-1-3 0,3-1 0,5 4 0,0 0 0</inkml:trace>
  <inkml:trace contextRef="#ctx0" brushRef="#br1" timeOffset="434808">3933 14164 7533,'-26'-30'929,"0"-1"1,-5-8-1,1 0-1199,6 6 0,1-1 270,-3-7 0,1-2 0,3 4 0,1 0 0,6 9 0,0-1 0,0 1 0</inkml:trace>
  <inkml:trace contextRef="#ctx0" brushRef="#br1" timeOffset="434983">3351 13123 7533,'-20'-28'427,"0"0"0,0 0 0,-4-6 1,1-1-548,3 3 0,-1-3 0,3 1 120,-1-11 0,1 1 0,-4 7 0,0 0 0,5-1 0,-1-1 0</inkml:trace>
  <inkml:trace contextRef="#ctx0" brushRef="#br1" timeOffset="435166">2434 11942 7533,'-24'-25'809,"0"0"1,0 0-1,-4-1 1,1-1-810,1 2 0,-2-2 0,3 3 0,3 1 0,3 3 0,2-16 0</inkml:trace>
  <inkml:trace contextRef="#ctx0" brushRef="#br2" timeOffset="461282">2417 14499 7353,'-10'-35'-360,"25"15"360,30 12 0,-13 12 0,1 2 0,6 3 0,1 0 0</inkml:trace>
  <inkml:trace contextRef="#ctx0" brushRef="#br2" timeOffset="461467">3440 14041 7533,'16'-34'479,"1"1"1,4 14 0,3 3-705,13-11 0,4 5 225,3 16 0,3 4 0,1-5 0,2-2 0,-2-1 0,0 1 0</inkml:trace>
  <inkml:trace contextRef="#ctx0" brushRef="#br2" timeOffset="461633">4445 13600 7533,'21'-30'389,"-1"1"1,-2 7 0,3 3-570,7 0 0,4 2 0,0 2 180,10 1 0,1 2 0,-9 2 0,1-1 0,-1-1 0,-3-1 0,0 1 0,0 0 0</inkml:trace>
  <inkml:trace contextRef="#ctx0" brushRef="#br2" timeOffset="461818">5846 12912 7533,'23'-41'-248,"0"-1"1,3 15 0,5 1-1,2 3 8,6 3 0,4 3 1,2 1-581,-3 1 1,2-1 0,0 1 0,-1 0 787,3 0 1,-2 0-1,1-2 1,-11 2 0,1-2-1,0 0 1,-4 0-1,1-2 1,-1 1 0,0 0-1</inkml:trace>
  <inkml:trace contextRef="#ctx0" brushRef="#br2" timeOffset="462000">7236 12136 7533,'40'-20'-203,"1"0"1,-12 7-1,1 1 1,2-4 202,3-3 0,1-4 0,2 0 0,0 2-638,2 2 1,1 1 0,1 0 0,0 0 547,3-1 0,1-2 0,-1 1 0,0 2-27,-5 3 1,0 2 0,-1 0-1,0-1 1,1-2 0,-1-1-1,0 0 1,-2 1 0,2-3-1,0 1 1,0 0 0</inkml:trace>
  <inkml:trace contextRef="#ctx0" brushRef="#br2" timeOffset="462117">9008 11359 7533,'17'-43'809,"3"6"-1304,9 14 1,6 3 494,5 5 0,2 3 0,3-2 0,0 2 0,3 3 0,0 0 0</inkml:trace>
  <inkml:trace contextRef="#ctx0" brushRef="#br2" timeOffset="462767">3739 10513 7533,'-7'-29'989,"-1"1"1,4-7-2789,4-1 1034,19 45 0,5 10 765,9 6 0,0-4 0,6 2 0,1-4 0,-8-9 0,0 0 0,0-1 0</inkml:trace>
  <inkml:trace contextRef="#ctx0" brushRef="#br2" timeOffset="462925">4427 10918 8432,'18'18'180,"7"1"0,7 3-180,2 0 0,5 2 0,2 1-820,-3-1 1,2 1 0,1 1 0,1-1 566,-7-5 1,1 1 0,0-1 0,0-1 0,-3 1 0,3 0 0,-2 1 0,-2-2 0,0-1 0,-1-1 0,1 0 0,-1 0 0</inkml:trace>
  <inkml:trace contextRef="#ctx0" brushRef="#br2" timeOffset="463116">5932 11906 7533,'37'12'269,"1"0"1,0 3 0,3 3 0,3 2-522,-9-4 0,2 1 0,1 2 1,1 0-1,-1 0-404,1 1 1,1 1-1,0 1 1,-1 0 0,0 1 574,-1 0 1,-1 2 0,0 0 0,-1 0 0,-1-2-1,1 1 1,-2-2 0,-2 1 0,0 0 0,4 9 0,1-1-1,-1 0 1</inkml:trace>
  <inkml:trace contextRef="#ctx0" brushRef="#br2" timeOffset="463274">7531 12876 7533,'35'11'197,"0"1"1,-1-1 0,4 5 0,1 1 0,0 3-408,4 2 0,0 2 0,1 2 12,-6-1 1,0 3-1,0-1 1,1-3 0,0-5-1,0-2 1,0-1 0,1 1-1,1 1 1,0 1 0,1-1-1,-1 1 1</inkml:trace>
  <inkml:trace contextRef="#ctx0" brushRef="#br2" timeOffset="463435">8971 13600 7533,'24'7'-270,"0"1"0,15 11 0,5 5 30,-2-1 0,3 3 1,-2-2 108,-8-4 0,-1-1 0,1 1 0,1 0 0,3 1 1,-1-1-1,-3-1 0,-5-3 0,0-1 0,0 1 0</inkml:trace>
  <inkml:trace contextRef="#ctx0" brushRef="#br2" timeOffset="463617">10361 14323 7533,'40'12'-405,"0"-1"0,-6 1 0,2 0 1,4 2 381,0-1 1,5 0-1,0 1 1,-2 0-98,-5 0 0,-2-1 1,0 0-1,2 0 1,4 0-1,1 0 1,0 0-1,-2-1 0,3 3 1,1 0-1,-1 0 1</inkml:trace>
  <inkml:trace contextRef="#ctx0" brushRef="#br2" timeOffset="463719">11272 14623 7533,'37'4'269,"0"-1"1,-5 1 0,-1 2-135,-1 6 0,0 2-405,4 3 0,-2 1 270,-5 0 0,0 1 0,10 6 0,2 1 0,-8-3 0,1-1 0</inkml:trace>
  <inkml:trace contextRef="#ctx0" brushRef="#br2" timeOffset="464367">8676 18027 7533,'9'-35'-98,"0"1"1,0-1-1,6-10 1,4 0-1,6 8 1,4-1 0,1-1-1,-8 6 1,0 0-1,0-1 1,0 1-1</inkml:trace>
  <inkml:trace contextRef="#ctx0" brushRef="#br2" timeOffset="464541">9525 16633 7533,'9'-36'389,"-1"-1"1,1 0 0,-1 0 0,6-2 0,1 2-1,2 0-1049,3-4 1,3 1-1,2 1 507,3 2 1,3 1 0,0 0 0,-2 0 0,1 0 0,-1-2 0,-3 2 0,0 1 0,0 0 0,0 0-1</inkml:trace>
  <inkml:trace contextRef="#ctx0" brushRef="#br2" timeOffset="464700">10509 14781 7533,'13'-35'-26,"1"0"0,-1 0 0,0-1 1,7-4-1,1 2 0,2-1 1,-4 7-1,0-1 0,2 1 1,0 1-1,8-5 0,0 0 1,-1 1-1</inkml:trace>
  <inkml:trace contextRef="#ctx0" brushRef="#br2" timeOffset="464883">11568 13070 7533,'16'-42'-171,"0"-1"0,1 1 0,-2-3 0,3 2 0,-1 13 0,2 0 0,1 2 0,3-6 1,1 1-1</inkml:trace>
  <inkml:trace contextRef="#ctx0" brushRef="#br2" timeOffset="465000">12097 12065 7533,'-7'-32'-180,"0"-1"0,7-10 0,14 28 0</inkml:trace>
  <inkml:trace contextRef="#ctx0" brushRef="#br3" timeOffset="569984">22201 12541 6633,'0'-10'-809,"0"-5"989,0 13-1,0-14 1,0 6 0,5 1-180,-4 1 0,4 8 180,-5 0-180,0 8 180,0 1-90,0 1-90,0-2 90,0-8-90,0 0 90,0 16-90,0 3 0,-5 9-90,4 5 450,-10-13-90,10-3-450,6-25 180,14-35-45,-6 19 0,0-1 90,0-6 0,-1 2-405,6-7 360,-12 19-90,-6 64 90,-6-10 45,2 4 0,1 2 45,-1-15 0,2-3 0,8 12 90,1-11-180,11-42 0,-3-5 0,-1-3 0,-3 0 0,0-1-90,4-2 0,-1 3-270,-2 6 360,1 26 0,-7 28 90,6 3 90,0 4 0,7-25-180,16-26 0,-2-12-45,-6-3 0,-1-5 0,-3 0 0,0 1 0,-1 7 0,-1 1-135,4-12 180,-25 62 90,-14 16-45,5-19 0,-1 1 0,0 1 0,2-1 45,7 6 0,2-15-90,28-20-90,4-20-90,-9 3 0,1-1 180,13-10-270,-7 11 450,-19 9-90,-6 16 0,-17 9-90,8 3 270,-8 5-90,16-15-180,8-18 90,6-11-1,-6-9 1,-2-3-90,3-10-45,-8 14 1,-7 3-226,-44 6 180,11 23 0,-3 6 90,-9 2 0,-3 3 90,8-1 0,0 0 0,4 0 134,4 1 1,3-4-180,-1-8 0,4-8 45,11-39-90,20-6-45,-6 14 0,0 1-404,2-3 269,-35 4 45,9 32 0,-5 7 105,-6 1 0,-6 2 0,2 3-61,5 2 1,1 3 0,0-1 120,-3-1 0,0 1 0,5-2 105,3 3 0,11-9 45,19-23-180,19-6 0,11-3-30,-3 1 0,3-2 0,0 0 30,0 1 0,0 0 0,0 0-60,2-1 0,0 1 0,-5 4 60,7-2-180,-30 24 135,-17 17 0,-12 8 180,-3 7 0,0 2-90,1 0 0,3 1 225,4-1 1,9-2-271,27 11 44,10-36 1,5-8-45,10-3 0,2-8-60,-8-3 0,2-5 1,-1-2 59,-2 0 0,-1-2 0,-1 2-45,9-5 0,-4 1 45,-4-2 0,-7 10-180,-13 24 225,-21 15 0,-7 5 0,0 0 0,1 3-45,0 3 0,1 5 0,3-2-90,1 6 0,6-2 0,7 1 0,10-4 90,7-12 0,7-8 0,3-14 0,2-8 90,8-14 0,-3-8-45,-10 3 0,-4-3 0,-1-3 0,-5-2-45,-8 4 0,-2 3-180,-2 2 180,-11 22 90,-14 37 0,7-6 0,-1 6 0,1-3-180,-2 3 0,1-1 224,1 9 1,6-6 315,13-13-540,23-58 0,-14 6 0,1-5 30,-1 1 0,1-4 0,-2 0 0,-3 1 0,-2 0 1,0 1 104,4-2 0,-3 4-315,0-4 360,-11 76-90,0-7 0,5 6 0,1 0 180,2-10 89,5-6 1,3-8-180,4-23-90,16-22 0,-19 0 0,-2-6-270,-1-6 0,-3-1 180,-1 0 1,-7 2 89,-8 13 0,-8 5-90,-16 8 0,-7 10 120,6 12 0,0 7 0,-1 2 0,-1 2 0,-1 2 0,2 1 29,3 1 1,1 1 0,5-2-60,3 1 0,6-2 360,8 1-270,17-40 0,6-13-180,-4 10 0,0-3 90,1-6 0,-1-4 0,-2 1-90,-3-1 0,-4 1 0,-3-8 0,-10 4-90,-12 16 1,-7 8 89,-20 7 0,-5 10 90,10 10 0,-1 8 0,1 2-24,2 1 1,1 3 0,3 0 23,8-2 0,2 0 0,8 0 0,6 2 0,13-7 359,35-28-359,2-13 0,4-7-30,-10 3 0,1-2 0,-2-2-103,-2-1 1,-1-3 0,-2 2 87,9-8 0,-11 4 45,-28-5-360,-29 46 360,4 8 0,1 7-30,7 3 0,2 5 0,2-1 105,-1 3 0,5 0 15,5 8 0,11-5 90,37-15-180,-14-15 0,2-6 0,5-12 0,2-7 0,-2-1 0,2 0 0,-2-1 204,10-7 0,-3 5-384,-2 13 180,-13 51 0,-20-6 0,-5 5-45,-2 6 0,-3 0 45,2-9 0,-1-4 360,-1 9-180,16-64-91,-3 14 1,10-33 90,-1 16-180,3 5-90,-7-13 90,-2 5 0,-22 1-269,-19-7-1,-13 19 0,-8 3 135,4 1 0,-2 2-13,4 2 0,-4 1 1,5 4 282,0 7 0,4 5-45,4 2 0,7 4 0,10 13-1,36 5-134,16-29 1,7-8-136,8-5 0,1-2 30,-13 3 0,-1 1 0,1-3 150,0-4 0,1-2 0,-9 10 0,-2 27 0,-8 9 0</inkml:trace>
  <inkml:trace contextRef="#ctx0" brushRef="#br3" timeOffset="592487">22336 12577 6004,'-14'-18'359,"-8"8"-359,14 2 90,-4 8-90,1-8 270,4-1-90,0-1 0,-4-14-180,10 20 0,-5-11 0,6 15 0,6 15 90,0 5 45,7 1 0,3 1-135,0 1 0,1-1-45,9 4 0,3 1 45,6 7 0,2 1 60,-7-12 0,2 1 0,-1 1-211,1 6 0,0 3 0,0-3 211,-1-6 0,0-2 0,-1 4-90,-1 12 0,-1 5 0,-2-4 75,4 0 0,-1 1-45,-7-3 0,-1 3 0,1-1-44,-1-7 1,1-2-1,1 1 111,-1-2 1,1 1 0,0 0-1,1-1-67,4 3 0,1-2 0,0 1 0,3 4 0,0 2 0,0-3-30,-6-5 0,-1-2 0,1 1 60,4 3 0,2 1 0,-2 0-147,-4-2 0,0-1 0,1 1 207,7 1 0,2-1 0,-1 0-180,-5-4 0,-1-1 0,0-1 30,3 0 0,0-2 0,-1 2 30,-4 0 0,-1 2 0,1-1-69,1 0 1,0 0 0,-1 1 188,5 8 0,-1 2-60,-8-9 0,0 2 0,0-2 0,3-1 0,0-1 0,-2 2 0,-3 1 0,-3 1 0,3-1-30,4-2 0,2 0 0,-2-1 30,-3 0 0,-2 0 0,1 1-120,5 1 0,0 1 0,0 0 30,-2 0 0,-1 1 0,0 1 60,0 1 0,-1 1 0,1 0-60,3 4 0,0 1 0,-2-1 90,-4-8 0,0-2 0,0 1 90,1 3 0,2 1 0,-1-1-90,0-4 0,1-2 0,-2 1-30,6 14 0,-2 1 0,-5-12 0,1 1 0,-2-1-135,3 8 0,0-2 364,4 4 0,1-1-274,-4-6 0,-1-1-90,3 0 0,0 0 225,2 8 0,-1-1-90,-9-9 0,0-1 110,11 5 0,2 2-155,-7 5 0,-1-3 45,-3-16 0,1 1-30,2 6 0,2 3 0,-3-2 75,-2-4 0,-1-1-75,3 4 0,2 2 0,-1-2 165,0 1 0,0-1 144,4 6 1,1-1-325,-5-10 0,1-1 45,1-4 0,1 1-18,5 6 0,-1-1 18,-6-9 0,0-1-76,7 4 1,1 0-150,-4-4 0,0-3 45,18-1-270,3-2 450,-22-8 0,-8 0 0,-12 0 0</inkml:trace>
  <inkml:trace contextRef="#ctx0" brushRef="#br3" timeOffset="594602">22570 12153 7533,'-13'-45'-1350,"1"18"1440,-6 11 90,-1 16 0,-6 0 0,1 0-90,5 0-90,-5 0 0,16-16-90,-8-3 0,14-9 90,2-13 0,2 20 180,3-13 90,-5 24 0,0 3-180,6 7 90,1 15 89,5-3 1,11 21-180,-8-21-90,13 10 0,6 3-90,-8-6 0,2 1-60,0 2 0,1 2 1,0 1 8,3 2 1,0 2-1,0 1 81,2 4 0,-1 2 1,0 0-245,-6-9 1,-1 1 0,1-1 0,0 1 325,-1 0 1,-1 1-1,0-1 1,3 0 44,5 3 1,2 0-1,0-1 1,-3-2-68,-5-1 0,-2-2 0,3 1 67,6 1 0,4 2 1,0-2-1,-5-2-203,4 3 0,0 1 136,-6-4 0,4 2 0,0 2 0,-1-2-30,4 1 0,-2 0 0,1 2-225,-3 0 1,0 3-1,0 1 1,-2-2 254,2 4 0,-2-1 0,2 2 18,-8-6 0,2 2 0,0 0 0,-1 0 0,-2-2 12,0 4 0,-2-2 0,2 1 15,2 0 0,3 3 0,0-1 0,-2-2-118,3 0 0,-1-3 0,0 0 103,1 2 0,1 1 0,1-1-165,-2-6 0,2-1 0,0 0 0,-2 1 135,3 5 0,-1 0 0,1 0-113,-5-8 1,2 0 0,0 0 0,-3 0 112,1 3 0,-2 0 0,2 1 0,1-3 0,3 1 0,1 0 0,-3-1 0,3 3 0,-2-1 0,1 0 149,3 2 1,1 0 0,1 2 7,-8-3 1,-1 2-1,1 0 1,-2-1-38,3 1 0,-1-2 0,1 2-98,-4-1 1,-1 1-1,2 1 1,0-1-68,3-1 0,0-1 0,1-1 0,-1 1-15,4 5 0,-1 1 0,2 0 15,-6-4 0,0 0 0,1 1 0,-1 0 22,1 1 1,-1 0-1,0 1 1,-2-1 89,-3-2 1,-1 0-1,0 0 1,0 0-46,2 0 1,0 1-1,0 0 1,0 0-1,1 5 1,0 0-1,0 1 1,-1-3 7,4 5 0,0-2 0,0 1 15,-3-3 0,0 1 0,1-1 0,0-2-15,2 1 0,1-2 0,0 0 15,-3-2 0,1 0 0,0 0 0,-1-2-135,3-1 0,-1-2 0,1 1 60,3 8 0,1 1 0,-2-2-180,-4-5 0,-1-2 0,0-1 276,7 4 0,0-2-291,1 1 1,0-5 224,-5-7 0,0-6 0,-6-8 0,0-2 0,23-2 0</inkml:trace>
  <inkml:trace contextRef="#ctx0" brushRef="#br3" timeOffset="597217">22902 12506 7533,'6'-20'-540,"6"-3"810,-11 29-180,-23 35-60,7-14 0,-2 3 0,-2 3-241,1 0 1,-2 3 0,1 1 0,0 0 255,0-1 0,0 1 0,2-1 0,2 0-135,-1 8 0,3-1 0,11-6 223,12-9 0,10-9-43,14-14 0,8-14-45,-8-9 0,3-8 0,0-4 0,0 2-618,-1 2 0,1-1 0,-2 0 0,0 1 602,5-8 1,-2 1 0,-2 8-300,5 5 1,-13 16 224,-33 29 0,-12 13 67,3-4 1,-3 6-1,-2 1 1,0-1-99,0-4 0,-1-1 0,-1 1 1,1 2 110,0 0 1,-1 4 0,1-1 0,1-1 0,3-5 9,-5 12 0,8-6 45,11-3 0,10-11 180,39-37-180,-6-5 0,3-5-120,-10 3 0,1-1 0,0 0 60,-1 2 0,0 0 0,0 1-30,1-1 0,1 0 0,-3 5 1198,3 2 0,-3 8-1108,-7 10 0,-4 7 45,-8 9 0,-4 5-1,-2 5 1,-4 3-105,-2-1 0,-3 4 0,0-2-120,0 6 1,1-1 347,-1-9 0,1 2 0,6-6-303,15-4 0,5-9-45,18-2 90,-14-21 0,5-8 0,-2-2-45,10-8 0,-2-1 0,-2 0 0,-1 9 0,-7 17 0,-8 11 135,-22 22 0,-13 13-342,4-14 0,-4 5 1,-2 3-1,0 0 1,0-1 251,-2 5 0,-2-1 0,1 1 0,0-1-23,-1 2 1,-3 1-1,6-3 1,13-9-30,19-2 0,11-15 277,10-26 0,8-17-99,-14 6 0,4-4 0,1-3 0,1 0 0,-2 1-259,6-4 1,0-1 0,0 0 0,-2 3-48,4-2 0,-1 1 0,-1 8-45,10 3 0,-12 18-26,-33 38 1,-13 14 190,3-17 0,-3 1 0,0 1 90,-3 5 0,-1 2 0,3-3 1022,5 8 0,8-6-738,12-15 1,8-7-270,9-5 0,7-3-105,1 1 0,5 0 0,-3 1-330,-7 0 1,-3 2-1,0 2 242,-1 2 1,0 3-1,-1 2 1,-2-1 117,-1 3 0,-4 0 0,-2 2 90,-3 3 0,-3 1 0,-1-3 30,5-1 0,-3 1 289,-9-1 0,-4 3 0,3-4-244,4-4 0,4-1 450,9 10 1,7-4-586,3-12 0,4-6 0,6-9 0,3-1-60,-13 3 0,1 1 0,-2 1-255,8 3 1,-3 3 134,0 5 0,-6 5 45,-11 14 0,-9 7 225,-10-7 0,-5 3 0,-2 0 120,-2 1 0,-2 1 1,-2 1 36,1-5 0,-3 3 1,1-2-1,2-3 68,1 12 0,5-6-147,4-6 1,10-7-79,27-18 0,11-10-90,-18-5 0,1-2 0,1 0-210,7-1 0,1 1 0,-2 3-210,-4 3 0,-1 3 1,-3 4-31,3 10 1,-6 7 493,-5 3 1,-6 6 105,-10 0 0,-5 4 0,-3-3 210,-2 4 0,-2-1 89,-2 9 1,5-2 90,23-1-540,5-26 0,7-5-270,4-7 0,4-4 150,-6-2 0,3-2 0,-1 1-375,11-2 1,-3 2 179,-6 5 0,-4 6 315,-9 0 0,-6 7 45,-11 14 0,-9 5 270,-6-9 0,-2 0 90,2 4 0,1-3 134,-1 6 31,28-17-749,26-10-1,-22-9 0,0 2-540,7 11 1,-3 7 134,-11 6 0,-7 5 900,-9 14 0,-7 2 134,2-7 1,-3-3-90,-11-6 0,7-9 0,24-21-225,5-15 0,2-6-225,2 2 0,3-1-225,11-10 0,-1 9-404,-3 33 269,-17 19 225,-18 7 0,-10 5 45,-7-2 0,-1-2 135,12-10 0,2-3 225,0-1-90,40-42 90,3-13-270,-1 11 90,-14 29 0,-26 13 0,-7 7 0,-1 6 0,-1 0 0</inkml:trace>
  <inkml:trace contextRef="#ctx0" brushRef="#br4" timeOffset="599991">23616 13547 11446,'6'-27'-553,"0"1"1,7-11 867,-7 3-358,-11 24-688,-31 26 1074,6 4 1,-3 5-273,6-1 0,-1 3 1,1 3-36,-1 4 0,2 3 0,5-3 52,1 2 1,13-3-18,19-4 1,13-9-64,15-23 1,10-12-113,-16 7 0,3-1 1,0-1-1,1 0 263,-1-1 0,1-1 0,0 0 0,-1 2-235,11-2 0,-1 2 0,-4 5 6,6 3 0,-10 11-85,-21 18 1,-13 7 153,-13 0 0,-10 3 0,0 0 88,4 0 0,0 0 0,-1 1 37,-4-1 0,0 0 0,5 0-278,9 12 1,9-4-24,4-13 0,8-5-86,18 6 0,10-7 156,-3-13 1,5-6 0,2-1-111,-8-3 0,2 0 0,0-2 0,0 1 233,-1 0 1,0 0-1,0 0 1,-2 0-8,11 2 1,-1 0-1,-4 4 286,2 6 1,-5 7-374,-8 8 1,-7 5 136,-6 0 1,-7 4 65,-10-3 1,-3 4 0,1-3-253,5 7 1,2 0-19,-3-8 1,0 1 0,6-3-235,12-1 1,5-3-1,1-4 205,1 2 0,3-5 134,5-4 0,4-1 0,-3-3 192,-6-1 0,-1 0 149,11 2 1,-5 5-235,-15 4 1,-8 5 90,-5 15 1,-10 6 23,-9-10 1,-6 2 0,-1 2 56,4-7 0,-2 2 0,1 0 0,0-2-179,-1 5 1,0-2 0,7-2-146,5 13 1,15-10 23,13-25 0,10-9 0,1-2 144,-2-3 0,1-2 0,3-2 12,-3-1 1,3-1-1,0-2 1,0-1 84,1-4 0,1-3 1,-1 0-1,-2 2-92,5-1 1,-2 2 0,-2 4-137,13 3 1,-13 14 69,-32 14 0,-12 8 53,-8 2 0,-7 3 0,-3 0-196,2-6 1,-3 0 0,0 0-1,2 0 142,-2 5 0,1-1 0,3 1-112,1 2 0,2 0 0,8-2-251,9 3 1,9-3 74,5 0-1,9-4 161,4-14 0,6-4 0,0-3 228,1 0 0,1-2 0,1-1-65,4-1 0,1-2 0,-1 0-92,-1 0 1,-1 0-1,-1 1-123,8 4 1,-5 6 56,-9 3 1,-8 7-4,-8 7 0,-8 4 310,-10 10 0,-3 2-107,2-13 0,0 0 1,0 0 126,-2-2 1,-1-1 0,6 0-504,16 8 1,9 1-1,0-7 58,-5-11 1,4-3 117,7 0 0,6-1 0,0-6 166,5-11 0,1-6 134,-9-2 1,2-1 0,-1 1-44,15-1 0,-3 0-214,-5-4 0,-5 2-755,4 8 930,-28 2 1,-51 22 0,10-14-1,1 0 1</inkml:trace>
  <inkml:trace contextRef="#ctx0" brushRef="#br4" timeOffset="601166">24489 14499 9817,'-11'-25'-1823,"8"13"1471,-2-4 101,17 24 346,8 2 281,10 8-142,-4-1 49,-2 16-430,-12 5 213,-11-8 0,-4 5 0,0 0-9,-1 8 1,0 2-16,3-2 1,2 2 0,3-4-28,5-1 1,8-5-30,6-12 0,5-3 0,4-5 44,7-4 1,3-7-1,2-1-293,4-1 0,1-2 0,0-2 408,-1-1 0,0-1 0,-2 1 2,-6-1 0,-2 1 0,-6 8-326,-2 24 1,-8 7 133,-8-9 1,-7 3 101,-11 13 1,-8 8-1,-1-4 131,-2 1 1,1-2-279,2-8 0,0 0 1,6 0-229,11 9 0,12-6 85,10-10 0,8-7 172,8-4 0,5-7-105,-5-9 1,4-5 0,-1-2 414,-5 1 1,-2-2 0,3 0-130,-2 0 1,2-2-1,-1 1 1,-1 3 27,1 2 1,-2 2 0,-2 2-74,17 0 1,-11 11-100,-25 12 0,-9 9 1,-6 1 94,-9 0 0,-8 1 0,-1 1-68,2-3 1,0 2-1,-1 1 1,-1-1-119,-2-1 0,-1 1 0,0-2 0,3 0 82,1 2 0,3-2 1,5-1-29,6 12 0,12-5 61,19-12 0,10-9 245,-6-12 1,4-4-1,0-2 24,6 1 0,2-2 1,0 0-260,-9-1 0,1 0 0,0 1 0,-3 2-153,-1 2 0,-2 1 0,-3 5-129,1 7 0,-3 4 0,-10 4-272,-17 7 1,-13 6 0,-3 2 548,1-6 1,-3 3-1,-2 2 1,-3-2 0,0-2-1,-8 2 1,-3-3 0,-1-1-1,-1 2 1,2-4 0,1 0-1,-1 1 1,1-1 0,-1 0-1</inkml:trace>
  <inkml:trace contextRef="#ctx0" brushRef="#br5" timeOffset="625198">2716 11800 8988,'4'-33'-465,"0"0"0,14-10 275,-3 12 0,5 3 36,5 12 1,3 6 166,6 5 0,3 1 0,2-8 0,2 0 0,3 2 0,0 0 0</inkml:trace>
  <inkml:trace contextRef="#ctx0" brushRef="#br2" timeOffset="625541">3598 11236 7533,'17'-29'329,"0"-1"1,11-5 0,4-2-210,-6 3 0,1-3 0,3 2-436,-4 9 1,2 1 0,2 1 0,-1-1 180,3-3 0,0-1 0,1 1 0,2 1-517,1 3 0,1 3 0,1-1 0,2-1 382,-4-1 0,2-1 0,1-1 1,0 0-1,1 0 80,-5 3 1,2 2-1,0-1 1,0-1 0,1 0-1,-1-1 190,-2 1 0,0-2 0,1 0 0,-1 0 0,1-1 0,-1 0 0,1 0 0,-1 0 0,1-1 0,0 1 0,0-1 0,0 0 0,0 0 0,0 1 38,-1-1 1,2 1-1,-1-1 1,0 0 0,0 1-1,-1-1 1,1 1 25,-1-1 0,0 1 1,-1 0-1,1-1 0,-1 1 1,0 0-1,0-1-19,5-2 0,-1-1 0,0 0 0,0 1 0,0 0 0,0 0-30,0 1 0,0 1 0,0 1 0,0-1 0,-1 1 0,0-1-60,-1 2 0,-1 0 0,-1-1 0,1 1 0,0 1 0,-1 0 45,5-2 0,1 1 0,-1 0 0,-1 1 0,-1 1 0,1-1 0,-1 1 0,-2 1 0,0 1 0,4-5 0,0 1 0,0-1 0</inkml:trace>
  <inkml:trace contextRef="#ctx0" brushRef="#br2" timeOffset="625750">8515 7708 7141,'30'-28'-13,"-1"0"0,1 0 0,-1 0 0,0 3 0,-2 0 0,2 0 1,4-1 12,3-1 0,4-2 0,3 0 0,0-1 0,-2 2 0,-3 2 0,-1-1 0,-3 2 0,-1 1 0,3-2 0,3-1 0,0 1 0,1-1 0,-1 0 0,0 1 0</inkml:trace>
  <inkml:trace contextRef="#ctx0" brushRef="#br5" timeOffset="632650">27935 9684 22761,'-40'16'23,"0"0"0,0 1 0,0 4 0,-1 2 0,0 3 0,-1 0-41,6-3 0,-1 1 0,1 1 1,0 0-1,1-1-6,-1 2 1,1 0 0,1 0 0,3-2-74,-6 5 0,2-1 1,22-12-876,36-19 1,15-8 1635,4 1 1,5-2-784,-8 1 0,4-2 0,2-1 0,-2 0 262,-1-2 1,-1 0 0,0 0 0,-2 3-42,3 0 0,-2 1 0,-5 5-186,2 3 1,-15 8-147,-36 15 0,-22 10 1,-1 2 205,8-5 1,-2 3 0,0-1 0,-2 1 427,-6 0 1,-2 1-1,2-1 1,8 0-747,0 14 1,21-7-503,33-23 1,14-9 821,0-5 1,5-6-1,4-3 1,-3 1-154,-2 0 0,0-1 0,0 0 1,-1 0 240,1-1 0,1-1 1,-3 1-1,-5 1 353,4-3 1,-12 9 52,-20 27-618,-32 3 1,-19 4 0,-2 1 215,15-8 1,0 1-1,-1 1 1,-1 1 267,-1-1 0,-3 3 0,-1 0 0,4 0 0,6 0-512,0 5 1,7 0-1,6-1-376,3 1 0,13-2-46,19-6 1,11-3 0,1-4 19,2-6 0,2-2 292,4 4 1,3 4-1,-3-1 132,3 1 1,-3 1-129,-9-3 1,0 3 0,-2-1 157,4 3 1,-6 3-341,-12 4 0,-9 3 388,-15 3 0,-7 2 520,2 1 1,-2 1-355,-1-9 0,-3 0 0,6-1-474,5 2 1,11-5 239,35-14 0,15-10 469,-12-5 0,3-3 0,4-4-335,-5 0 1,5-3-1,1-1 1,-1-1 0,-2 1 507,-1 1 1,-1-1 0,-2 1 0,-1 1 86,8-5 0,-1 2 0,-12 6 229,-10 10-881,-52 11 0,-23 6 367,10 1 0,-4 4 0,-2-1-90,5-6 1,-2-1 0,0 0 0,4-1-4,-7 5 1,3-1 0,25-6-33,39-11-184,8-9 0,9-5 0,3-1 2,2 2 1,4-2 0,1 1 0,-1 1-74,-5 3 0,0 0 0,-1 1 1,-4 1 480,17-6 1,-15 13-1304,-30 42 461,-29-16 0,-16 2 1,-5 1 356,9-6 1,-5 1 0,-2 1 0,-2 1 0,1-1 0,3-1 261,-3 2 1,2 0 0,1 0 0,0-1 0,1 1-170,-12 4 0,-2 0 1,9-1-1,22-3-411,29-1 0,12-5 47,14-7 1,11-8 329,-11-3 0,8-3 0,4-2 0,1 0 0,-3 0 0,-5 1-259,9 2 0,-6 0 1,5 0 365,-9-3 0,5 0 1,3-1-1,-2 0 1,-3 1-1,-6 2-297,15 3 0,-6 4 165,4 4 1,-15 7-721,-39 24 1000,-6-6 0,-3 0 46,-2-10 0,6-1-558,18 4 1,9-3-348,9-5 1,6-3 491,6 5 0,0 2-507,-5 1 1,-5 4-226,-9 6 0,-6 3 230,-3 3 0,-4 0 365,-8 2 0,4-3-174,16-9 0,8-5 844,2-8 1,5-3 0,4-4-304,6-7 1,5-4-1,2-4 1,1 2 109,-7 1 0,2 0 0,0 0 0,0-1 0,0 0 5,-2-1 1,1-1-1,0 1 1,-2 0 0,-2 2 116,3 0 1,-1 2 0,-4 2 0,-6 5-5,5 12 0,-13 7-635,-18 16 1,-17 5 552,-10-13 1,-11 2-1,-4-1 1,4-1-70,0 0 0,2-1 0,-1 0-125,-1-4 1,-3 2 0,4-2-1,13-3 202,21 19-1599,27-17 1232,4-15 0,10-2 0,-3-4 304,0-5 0,1 0 234,-2 7 1,2 3-1,-3-1-502,-3-7 1,-4 3-349,-4 12 0,-9 3 644,-13 16-524,-22-8 0,-12 0 762,-1-7 0,-7-2 0,-3 1 0,2-1-459,0-1 1,1-1 0,-1 0 0,1-1 126,-3 1 0,-2 0 0,5-1 1,9-3 459,7 2-1168,46-22 0,20-9 866,-9 4 0,5-1 1,2-1-1,0 0-111,-7 1 0,1 1 0,1-1 1,-1 0-1,-1 1 200,7-2 1,-1 0 0,-1 1 0,-2 1-506,1-2 1,-2 2-1,-12 4 234,-11 6-127,-52 8 0,-26 4 126,19-1 1,-2 2 0,-1-2 554,6-5 1,-1-1-1,0-1 1,3 1-370,-2 2 1,2 1 0,8-8-143,-3-23-1445,54 9 1528,2-2 1,4-1-782,6 3 1,-3 2-282,-2 1 500,-23 3-30,-41 13 0,-23 7 307,15-7 0,-3-1 0,-2-1 82,9 1 0,-3 0 0,2-2 0,1-4 762,-6-7 0,2-5 0,10-4-862,9-9 0,11-3-625,13-2 1,9-1-121,12-2 0,8 4 331,1 7 1,1 3-346,-10 2 1,-1 0 604,5 2 0,-11 1-638,-50-9 415,-3 5 738,-6 7 1,-5 0 255,16 5 1,-1 0 0,-1-1-217,-10-2 1,-2 0-1,1-2-692,9-1 1,1-2-1,-1 1 126,-3 0 1,0 1 0,5-2-160,6-8 0,5-3-197,-4-6 0,4-3 251,7-7 1,3-4-28,5 8 0,2-2 1,2-3-64,3 7 0,2-2 0,2-1 0,2 0 232,1-4 0,2 0 0,1-1 1,0-1 49,1-2 1,0-1-1,1 0 1,-1-1-18,-1 10 0,0-1 1,1 1-1,-2-1 0,-2 1 22,-2-7 0,-1 0 1,-3 0-1,-4 2-14,-2 4 0,-3 0 0,-3 2 0,-2-1 68,-3 1 0,-2-1 1,-3 2-1,0 1 220,-1 3 1,-1 1 0,0 0 0,1-1-27,2-2 1,1-1 0,2-1 0,0 0-264,2 5 0,1-1 1,1 1-1,1-2 56,1-2 1,2-1 0,-1 0 0,-3 4 74,-10-3 0,-4 4 1,-3 1 88,4 5 1,-3-1-1,-1 3 1,-3 3 176,-7 6 0,-4 4 1,-1 3-1,0-1 66,0 0 1,0 0-1,1 0 1,0-1-62,4 1 1,1 1-1,1-1 1,6-2 637,-12-4 0,18-7-672,39-10 0,21-6 1,3 3 314,-5 10 1,5 3 0,6 0-441,-4 3 1,6-2 0,4-1-1,3 0 1,-1 0 0,-1 3 0,-3 2 130,1 0 0,-2 3 0,-1 2 0,0 0 0,2-1-208,-3 0 0,3-2 0,0 1 0,-2 1 0,-3 3 0,-4 5 39,22 3 0,-24 13-732,-49 18 0,-23 7 762,13-12 0,-5 1 0,-4 1 0,-2 1 0,-2 0-85,2-2 0,-4 1 0,-1 0 0,-2 1 1,1 0-1,1-1 0,3 0 33,1-1 0,1 0 0,2-1 0,0 1 0,3 0 1,1 0 57,-11 11 0,-1 1 0,11-1 0,19-6-894,35 1 1,19-7 722,-10-9 0,6-4 0,2 0 0,2-3 54,6 0 0,4-4 1,-1 1-1,0 2 493,-5 4 1,-1 3-1,-1 0 1,1 0-688,0-2 0,1-1 0,-2 2 0,-1 2 32,-5 3 1,-1 3 0,-1 0 0,-2 1-230,6 5 1,-2 0 0,-4 3 93,-7 1 1,-3 2 0,-2 2 419,-3 0 0,-3 1 1,-6 2-331,-9 5 0,-6 2 1,-4 1 422,0-10 1,-3 1 0,-1 0 0,-2 0-204,-3 5 1,-2 1 0,-1 0 0,3 0-81,2-4 0,2 1 1,2-1-1,4 0-89,2 5 1,5 0 0,11-4 90,12-8 0,10-1 1,5-4-1,1-3 259,3-5 0,3-4 0,3-2 0,1 1-51,-8-3 0,2 0 0,0 0 0,2 0 0,-1-1 0,-1 0 117,4 0 1,1 0-1,-1-2 1,-1 2 0,-2 0-58,2 3 1,-1-1 0,-3 3 0,-3 2-78,8 9 0,-4 4 0,-14 4-350,-17-2 1,-9 2-1,-7 3 353,-6-1 0,-8 2 0,-3 1 1,-3-1 17,1-5 1,-3 0-1,-1 0 1,-1 0 0,0 0-46,-1 2 0,-2 1 0,1-1 0,2 0 0,5 0 40,-7 9 0,5 0 1,14-2-433,16-5 1,11 0 0,7-8 310,13-9 0,10-9 0,1-2 407,-5 0 1,2-2 0,1 0 0,0 0 60,3 0 1,1 0 0,-1 0-1,-2-1-336,-1 1 1,-1-1 0,-3 4-199,-2 2 0,-1 2 0,-14 6-743,-22 21 1,-20 4 788,-7-11 1,-8-3 0,-4 1 377,3-1 0,-2 0 0,-2-1 1,-1-2-63,-3-2 0,-3-1 0,2-3 0,4-3 87,6-2 0,4-2 1,3-7 554,-10-8-1426,62-15 1,19-6 633,-13 7 1,1 0 0,0 0 398,3-1 1,1 1 0,-4 3-122,2 4 0,-15 4-475,-47 14-97,-9 7 1,-9 3 6,12-7 1,-5-1 0,-1 0 0,4-4 317,0 0 0,2-3 1,4-6 745,-6-9 0,15-7-996,39-7 1,23-4 0,3-1 8,-7 6 1,4-1 0,1 1 0,1 1-7,-6 4 0,2 1 1,0 0-1,0 2 0,-4 2-164,13-3 0,-3 4 0,-19 12-1087,-36 36 834,-11-7 1,-9 1 498,0-6 1,-4 0-1,4-2 190,2-2 1,13-5 336,50 1-520,-1-14 1,9-4-1,-5 1 1,5-1-1,3 0 1,-1-1-1,0 1 1,0-1-1,0 1 1,0-1-1</inkml:trace>
  <inkml:trace contextRef="#ctx0" brushRef="#br5" timeOffset="649887">29916 9984 16320,'-24'-28'-3277,"10"11"1425,3 9 1753,11 8 1083,11-16-368,8-4 94,7-15-238,5 8-231,-29 9 181,-38 34-139,7 1 1,-8 8 0,-5 4 0,-3 2 0,1-2-540,8-6 0,-1 1 0,-1 0 0,-2 0 0,0 1 0,0 1 0,-2 1 300,3-2 0,-2 2 1,-1 2-1,-1-1 0,0 1 1,0 0-1,1-1 1,0 0-1,2-3 57,1 0 0,-1-1 0,2 0 0,-1-1 0,1 0 0,2-2 0,0 0 0,2-1-7,-8 4 1,1 1 0,2-2 0,4-4 0,3-6 509,-11-3 1,17-13-1192,43-29 1,23-14 718,-17 18 0,3-1 0,3-1 0,3-2-502,-1 3 0,4-3 0,2 0 0,1-2 0,2 1 0,-2 1 0,-1 2 352,-1 1 0,1 0 1,-2 2-1,1 0 1,0 0-1,0-1 5,3-1 1,1-2 0,0 0 0,-1 2 0,-3 1 0,-4 4-108,6-4 0,-4 4 0,-15 7-360,-16 10 211,-27 14 1,-15 13 552,11-1 1,-3 5 0,0 2 0,1-3 324,-5 1 0,1-1 1,1 3-599,4 1 0,-1 4 0,3 0 1,6-3-128,1 3 1,12-5 45,40 9 31,-4-34 0,7-10 0,2 0 96,4 0 0,3-1 0,3-3 483,-9 0 0,3-2 0,1-2 0,0 1 0,-3 3-611,0 2 0,-2 3 0,-1 1 1,1 0-54,3-3 0,0 0 1,-1 3-1,-7 8-400,1 12 0,-12 9-26,-22 19 1,-15 7 577,-2-11 1,-6 2 0,-4 2-21,2-6 1,-5 1 0,-1 1 0,0 0 0,3-2-61,1 1 0,3-3 1,1 1-1,0-1 12,-14 11 0,1-1 0,24-9-612,35-12 0,15-11 656,2-14 1,6-12 0,5-2 104,-13 6 1,2-2-1,3 0 1,0-2 0,0 1-1,-1 0-36,7-3 0,-1 0 0,0 0 1,-1 0-1,-1 1 7,2-3 1,-1 1 0,-2 2 0,-4 6-331,19 2 1,-22 16-36,-44 12 1,-18 11 0,-8 3-1,4-2 255,0 5 0,1-1 0,-7 5 202,8-12 0,-5 3 0,-3 3 0,-2 0 0,0 1 0,0-1 0,2-2 0,3-3-103,-2 1 1,2-3 0,2-1 0,-1 1 0,0 3-59,-2 2 1,-2 4-1,0 1 1,1-1-1,5-3 1,4-4 292,-8 11 1,17-5-757,27-4 0,15-7 230,4-17 1,8-7 0,1-2 265,6-1 0,2-1 0,1 0-55,-1 1 0,1 1 1,-1 2-282,-6 1 0,-1 2 0,-5 5-69,2 10 0,-10 8-168,-12 13 1,-12 8 558,-12-11 0,-8 5 1,-3 1-1,0-3 126,2-3 0,-1-2 0,-1 1 1,0 1-58,0 2 1,-2 1-1,1 2 1,2-3-1,4-3 26,3 1 1,4-3 0,6-1-555,14 18 1,15-10 253,0-25 0,8-9 0,4-2 73,2-3 1,5-5-1,2 0 1,-3-1 328,-3 1 1,-1-1 0,0 1-1,0-1-167,0 0 1,2-2-1,-3 3 1,-5 6-404,12 17 1,-14 11-261,-26 13 1,-14 5 625,-5-13 1,-6 1-1,-4-1 217,-6 4 1,-4-1 0,-1-6 440,-3-3 0,0-11 530,6-13 0,6-12-1254,18-21 1,11-14 0,1-3-29,-1 7 1,0-2 0,1-2-1,0 0-83,3-7 0,1-1 0,0 0 0,-2-1 284,-1 7 1,-1-1 0,0 1 0,-2 0 0,-2 2-461,-3-1 0,-1 2 0,-2 1 0,1 1 101,4-5 1,0 1 0,-8 2-592,-11 4 1,-8 1 0,-3 1 0,2 4 47,2 1 1,-1 4-1,-2-2 736,-5-4 0,-4-2 1,-1-1-1,1 1-57,4 3 0,1 0 1,0 0-1,1-2 229,-2-3 1,1-3 0,1 1 0,2 0-140,-2-1 0,3 1 0,2-3 49,8 2 1,1-3 0,3 0-1,6 2-41,5 2 0,6 1 0,2-1 159,3 2 1,2-3 0,2 1 0,1 0 38,4-9 0,1 1 0,0 1-67,2 1 1,0 0 0,-9 4-453,-13-2 1,-12 9 8,-17 15 1,-14 11 235,7 8 0,-8 7 0,-3 3 1,-1 2-1,2-1 331,1 1 0,1 1 1,-1 1-1,0 0 1,0-2-75,5-3 0,-1 0 1,0-1-1,0-1 0,3 0 1,2 0 848,-18 7 1,4-1 0,17-15-218,21-43-621,29 18 0,13-3 0,4 1 114,-2-1 0,4 0 0,3 1 1,1 2-32,-1 5 1,2 1 0,2 1-1,-1 3 1,-1 3-388,2 0 1,0 2 0,0 4 0,-2 6-243,9 7 0,-1 8 0,-8 10-75,-16 6 0,-5 7 0,-6 5 1,-5 0 195,-7-2 1,-6 1 0,-4 2 0,-1 1 0,0-1-78,0 0 1,1 0-1,-2 0 1,-3 0-1,-2 1 306,0-6 1,-3 0 0,-1 2 0,-2-1-1,-1-1 1,2-1 0,0-3-80,-6 8 0,-1-2 1,2-3-1,-1 2 34,1 1 0,-1 1 0,2-1 1,3-2 55,3-1 0,2-1 1,8-2 694,8-1 0,10-2-938,10-2 0,10-1 1,2-3 244,2-6 1,3-2 0,3-2 0,5 1-1,4-2 1,1 0 0,0-1 0,0-1-1,-1 1 1,0-1 0,1 0 0</inkml:trace>
  <inkml:trace contextRef="#ctx0" brushRef="#br5" timeOffset="666741">24957 9895 13793,'6'-33'-563,"-1"0"0,0-1 1,3-2-1,-1 0 375,1 2 1,0-3-1,1 6-1,9-14 21,-17 19-497,-8 19 629,-15 17 1,-8 11-29,4-3 1,-3 3 0,-3 3-63,-4 2 0,-3 2 0,-2 2 0,-2 1-390,8-4 0,-1 1 1,-2 1-1,0-1 1,0 1-1,2-3 558,-3 0 0,1-1 0,1-2 0,-1 2 0,-2 1 46,6-1 0,-3 2 0,-1 0 1,0 1-1,2-1 0,3-2 1,5-3-25,-5 2 1,6-4 0,2 2 70,-5 8 1,3 2 0,18-11-118,28-20 0,20-12 0,8-4 0,-1 0 26,-3 4 0,2-2 1,3 0-1,0-2 1,0-1-224,-4-1 0,0-1 1,0-1-1,2 0 1,1-2-1,4-1 230,-11 6 0,2-1 0,2-2 1,2 1-1,0-1 0,1 0 0,0-1 1,0 2-1,-2-1 0,-2 1 0,-2 1-241,8-3 1,-3 0 0,-1 1 0,-1 0 0,0 1-1,2-1 1,2-1 218,-7 3 0,3-1 0,1 0 0,1 0 0,0-1 0,0 1 0,-1 1 1,-1 0-1,-3 2 0,-2 2 36,13-5 0,-4 1 0,-2 3 0,-2 2 1,-1 4 305,0 2 0,0 1 0,-6 5 1,-10 9-846,-10 17 1,-14 9 261,-11-2 0,-10 4 0,-11 3-65,6-15 1,-5 3 0,-6 1-1,-3 1 1,-2 0 0,-1 1-1,0-1 1,2-1 0,2-1 259,-3 3 0,0-1 0,1 0 0,1-1 0,-2 0 0,0 1 0,-1 1-6,3-3 0,-3 2 1,0 0-1,-2 1 1,1 0-1,2-1 1,1 0-1,3-1 1,4-2 178,-6 7 1,-1-1 0,5-1 0,10-1 0,13-4-320,26 15 1,23-9 190,0-22 0,10-8 1,5-5-1,2-2 159,-15-1 1,1-1 0,2-2-1,1-2 1,1-1 0,2-1 0,2-1-83,-10 2 1,2-1 0,2-1 0,1-1 0,1-1 0,0 0 0,1-1 0,-1 0 0,0 1 0,-1 0 0,-2 0-1,-1 1-252,3-1 0,-1 1 0,-2-1 0,0 1 0,-1 0 0,1 0 0,0-1 0,1 0 0,3 0 201,-1 0 0,2-2 0,1 0 0,2-1 0,0 1 1,0-1-1,-1 1 0,-1 1 0,-1 0 0,-4 3 0,-2 1-17,8-2 0,-4 3 0,-3 0 0,0 2 0,-2 2 0,0 0 1,16-3 0,1 0 1,-7 6-1,-14 12 422,-13 23 1,-19 9-556,-14-10 1,-12 3-1,-7 2 1,-4 0 42,4-7 0,-5 0 1,-4 1-1,-2 0 0,-2 1 1,-1 0-1,0 0 0,2-1-142,3-1 0,-1-1 0,1 1 0,-1 0 0,-1-1 0,0 1 0,0 0 0,0 0 0,-1-1 208,3-1 0,-2 0 0,-1 0 0,0 0 0,0 0 0,1 0 1,-1 0-1,2 0 0,0-1 0,2 1-12,-5 3 1,1 0 0,0 0-1,2 0 1,0-1 0,3 0-1,2-2 1,3-1 203,-7 6 0,3-3 0,6-1 0,7 1-346,-2 18 1,23-10 321,28-30 1,19-14 0,10-7-1,-2 1-47,-12 4 1,1-1 0,2-1 0,0-1 0,2-1 0,1-1-66,-6 2 1,2 0-1,0-1 1,2-1-1,0 0 1,0-1-1,0 1 1,1-1-2,-3 0 0,2 0 0,0-1 0,0 0 1,0 0-1,0 0 0,0 0 0,0 2 0,-1 0-3,3 0 0,0 1 0,-1 0 1,0 1-1,0 0 0,-1 1 1,-1 0-1,-1 1-51,6-2 0,0-2 0,-1 2 0,-2 2 0,-3 3 0,-2 5 8,4 5 1,1 4 0,-9 4 0,-16 8-370,-23 24 1,-25 10 301,4-22 1,-8 3 0,-4 2 0,-4 0-1,-2 1 1,1-2 126,6-5 0,-2 0 0,0-1 0,-2 1 0,0 0 0,-1 0 0,-1 2 0,0 1-139,5-4 0,-1 2 0,-1 1 0,-1 1 0,-1 0 0,1 1 0,0-1 0,1 0 0,1-1 0,1-1 0,2 0-7,-7 4 1,0 0 0,1-2 0,2 0 0,3 0 0,3 2 0,4 1-84,1 5 0,1 4 0,3 1 0,6-3 0,7-4 0,10-8-119,15-4 1,12-8 0,9-3 284,-6-7 1,6-2-1,6-2 1,3-2 0,4-1-1,0-1 1,1-1-1,-2-1 1,-3-1-95,2-1 0,-1-2 0,-1-1 0,0-2 0,1 0 0,1-1 0,2 1 0,2 1 140,-9 1 0,3 1 1,2 0-1,0 0 0,1-1 1,1 1-1,0 0 1,-1-1-1,0 1 0,-2 0 1,-1-1-1,-2 0 38,3-1 1,-2 0 0,-1-1 0,-1 0-1,-1 1 1,0 0 0,0 0 0,0 1 0,1 2-57,5 0 1,2 0-1,0 1 1,-1 1 0,0 1-1,-3 1 1,-4 1-1,-3 2-38,5 0 1,-5 1-1,-3 4 1,-5 9-103,-2 11 0,-2 9 0,-8 4 1,-11-2 94,-14-1 0,-14 0 1,-9 4-16,7-12 0,-5 3 0,-4 2 1,-4 2-1,-1 0 0,-2 0 1,1 0-1,0-2 0,3-3-37,-4 2 1,0-2-1,1-2 1,0 0-1,-2 0 1,0 2-1,-3 3-16,7-5 1,-3 3-1,-2 1 1,-1 2 0,0 0-1,0 0 1,0 0 0,2 0-1,2-1 1,2-2 0,3-1-41,-5 7 0,2-3 0,2-1 1,3 1-1,3 0 0,3 2-11,-2 8 1,1 5 0,4-1 0,10-4 0,14-9-226,16-9 0,12-8 1,10-4-1,3-1 415,-10-7 0,4-1 0,4-1 0,4-2 0,1-1 0,2-1 0,0-1 1,0 1-1,-2-1 0,-2 0-69,0 0 1,0 0 0,-2-1 0,0 0 0,1-1 0,0 0-1,2 0 1,1-1 0,2 0 15,-7 1 1,3-2-1,0 0 1,3 0 0,0-1-1,1 1 1,0-1 0,0 0-1,0 0 1,-1 0 0,0 1-1,-2 0 1,-2 0 0,-2 1 124,9-1 1,-2-1-1,-2 1 1,-1 0 0,-1 1-1,0 0 1,-1 2-1,1 0 1,1 2-126,0 1 1,2 2 0,1 0-1,0 1 1,-1 2 0,-2 0-1,-2 1 1,-4 0 0,-5 2-12,10 3 0,-4 0 0,-7 4 1,-9 9-35,-8 14 0,-9 10 0,-10 3 0,-10-4 182,-7-18 1,-7-3 0,-7-1 0,-3 0-1,-3 1 1,-1 3-130,10-6 1,-4 2 0,-1 2-1,-2 0 1,-1 1 0,-1 1-1,0 0 1,-1-1 0,1 1-1,1-2 1,2-1 0,1-1-53,-7 5 1,2-3-1,1 0 1,1-1 0,0 1-1,-1-1 1,1 2 0,-1 2-47,2-2 1,-2 2 0,-3 1-1,0 1 1,1 0 0,2 0-1,3-1 1,5-1 0,6-3 0,7-2-256,0 11 1,12-2 0,11-7-1,19-3 1,13-7-1,7-7 343,-7-8 1,5-4-1,3-4 1,2-3-1,0-3 1,-4 0-1,-3-3 1,-2-2-1,0-2 1,-1-2 0,1 0-1,1 0 1,0 0-1,-1 1 1,0 0-1,0-1 1,1 1-1,-1-1 1,0 1 0</inkml:trace>
  <inkml:trace contextRef="#ctx0" brushRef="#br5" timeOffset="667637">25831 11448 11471,'-12'-33'-525,"1"0"0,0 1 0,-4-1 1,-2 1-1,-2-1 495,1 0 0,-1-3 1,-2 2-1,-2 3-201,-7 1 1,-3 3-1,-2 4 224,-2 2 0,-3 4 0,1 6 83,1 9 1,0 6 0,0 0-7,3-2 0,-1 0 0,7 6 120,3 9 0,13 1-69,44 2 5,4-17 0,12-5 1,6-2-1,1-1-466,-11 0 0,1 0 1,2-2-1,1 0 0,2 0 1,2 0 377,-8 2 1,3 0 0,1 0-1,1-1 1,0 1 0,1-1-1,0 1 1,-2 0 0,0 0-22,0 0 1,0-1 0,0 1-1,-1-1 1,0 1 0,0 1 0,1 1-1,-1 2-27,1 1 0,1 0 1,1 1-1,-1 0 0,-1 3 1,-1 2-1,-4 2 1,-3 4-238,7 6 0,-4 4 0,-3 4 0,-5 4 0,-7 3 176,-8 4 0,-5 5 1,-5 4-1,-6 0 1,-3 0 76,-5-2 0,-5 0 0,-4 1 0,-3 0 0,-1 1 0,-3 1-225,1-5 1,-3 1-1,-3 1 1,-1 1-1,-1-1 1,1-1-1,2-1 1,3-2 177,-1 0 0,1-1 0,1-1 1,2-1-1,4 1 0,3 1-53,2 3 1,2 4-1,2 0 1,6-2-1,5-4 1,10-5-120,9-6 1,9-6-1,8-4 1,4-2-1,3-2 1,3 0 193,-13-5 1,3-1 0,3 0-1,2-2 1,2 0 0,1-1-1,1-1 1,0 1 0,0-2-1,0 1 1,-1 0 0,-2 0 6,1 0 0,0 0 1,-1-1-1,0 0 0,0 0 1,0 0-1,1-1 0,0 1 1,1-1-1,1-1 0,1 1 48,-6-1 1,3 0 0,0-1 0,1 0 0,1 0 0,1 0-1,0 0 1,0 0 0,0-1 0,-1 1 0,-1 0 0,-1 0-1,-1 0 1,-2 1 0,-2 0-22,11 0 1,-3 1-1,-2 0 1,-2 0-1,0 1 1,0-1-1,-1 2 1,1-1-1,1 2 51,-2 0 1,1-1 0,1 2 0,-1-1 0,1 1-1,-1 1 1,-1 0 0,-2 1 0,-1 1 0,-3 0-58,8 5 1,-2 1 0,-2 1 0,-2 2 0,-2 1 0,-2 3-102,4 6 0,-1 3 0,-3 2 0,-5 1 1,-8 2-47,-9 2 1,-6 2-1,-6 1 1,-5-2 135,-4 1 0,-5-1 0,-5 0 0,-7-2 0,-3-6 0,-7-2 0,-4 0 0,-2-1 0,-2 0 1,2 0-1,1-5 0,1 1 0,-1 0 0,1-1 0,0 1 0,-1-1 0,1 1 0</inkml:trace>
  <inkml:trace contextRef="#ctx0" brushRef="#br5" timeOffset="671488">21339 13811 26265,'2'-33'-820,"-1"0"1,1-1 0,-1-2 0,0 0-820,1-14 1,-4 6-1639,-22 8 2303,-6 45 0,-11 14 1088,7-5 0,-6 5 0,-3 2 0,-2 2 0,0 1-583,7-3 1,-2 1 0,-1 2 0,-1 0 0,0 1 0,-1-1 0,1 0 489,4-3 0,0 1 0,-1-1 0,1 0 0,-1 1 0,0-1 1,0 0-1,0 0-99,0 0 1,-1 1 0,0-1-1,0 0 1,0 0 0,2-1-1,2 0 1,2-2 503,-4 4 0,2-2 0,2 0 1,3-1-1,3-2 334,-21 18 1,26-14-626,50-27 0,21-13 104,-12 2 0,5-5 1,4-1-1,1-2 1,1 0-418,-10 4 0,1 0 0,0-1 1,2 0-1,0-1 0,1 0 0,2-1 203,-2 2 1,1-2 0,2-1-1,1 1 1,1-1 0,-1 0-1,-1 1 1,0 1 0,-2 1-176,2-1 0,0 2 0,-2 0 0,0 1 0,0 0 1,0 0-1,1-1 227,1 0 1,1-2-1,1-1 1,-1 2-1,-1 0 1,-3 3 0,-2 3 31,4-1 1,-1 2 0,-5 5-1,-8 8 506,-3 16 1,-15 8-384,-21 2 0,-17 6 0,-9 4 1,-2 1-295,9-10 0,-4 2 0,-3 1 0,-2 1 0,-2 1 0,0 0 0,-1 1 0,0-1-161,8-5 1,-1 0 0,-1 0 0,-1 1 0,0-1-1,0 1 1,-1 1 0,1-1 0,-1 0 0,0 0-1,1 1 170,0-3 1,1 1 0,-2 1 0,1-1 0,-1 0 0,0 1 0,1-1 0,0 0 0,0 1 0,2-2 0,0 1-1,2-1-46,-4 5 0,1-1 0,0 0 0,1 0 1,1 0-1,1-1 0,2 0 0,2-1 1,2 0 50,-8 9 1,1-1 0,4 0 0,7-3-1,8-1-678,7 20 1,22-12 777,15-29 1,12-9-1,8-6 1,-1-3 145,-9-1 1,2-4-1,1-2 1,2-2-1,0 0 1,1-1-90,-4 2 1,0 0 0,2-1-1,0 0 1,0-1 0,2-1-1,0-1 1,2 0-23,-6 0 0,1 0 0,2-1 1,0-1-1,1-1 0,0 0 0,0 0 1,0 1-1,-2-1 0,0 2 0,-2 0-3,2 0 1,-2 0 0,-1 0 0,-1 1-1,0 0 1,1 0 0,0 1 0,1-1-1,2 0 18,-1 1 1,2-1-1,3 0 1,0-1-1,0 1 1,1 0-1,-2 1 1,-1 1-1,-2 1 1,-4 1-1,-3 3 17,18-6 0,-6 3 0,-4 3 0,0 7-81,2 6 1,4 3 0,-10 6-1,-20 5-229,-27 6 1,-18 6 0,-10 3 0,-2 3 122,10-8 1,-3 2 0,-2 3-1,-3 0 1,-2 2 0,0 0-1,-1-1 1,-1 0 0,1-1-8,2-2 0,-1-1 0,-1 0 0,-1-1 0,0 1 1,0 0-1,-1-1 0,0 2 0,-1 0 0,0 0 36,3 0 0,-2 0 0,-1 1 0,0 0 0,-1 1 0,0 0 0,0 0 0,1-1 0,1 1 0,0-2 1,2 1-1,1-2-70,-2 2 0,0 0 0,1 0 0,0-2 0,2 1 0,1-1 0,1 0 0,1 0 0,2 0-28,-8 7 1,-1 0 0,2 0 0,5-1 0,7-2 0,13-3-228,14 18 0,22-12 150,10-21 1,13-11 0,7-7 378,-17-3 1,5-4-1,3-3 1,3-4 0,1 0-1,1-2 1,-1 0 0,0 0-182,-6 3 0,0-1 1,0 0-1,1-2 0,0 0 1,1 0-1,-1 0 0,1 0 1,0-1-1,1 1 73,-2 1 1,0-1 0,1 0-1,0 0 1,0 0 0,0 0-1,1-1 1,-1 1 0,1 0-1,0 0 1,-1-1 33,-2 2 0,1 0 0,0-1 0,1-1 0,0 1 0,-1 0 0,1 0 0,-2 1 0,-1 1 1,0 0-1,-3 2 0,-1 1 157,8-2 1,-3 1 0,-1 1-1,-2 2 1,0 0 0,-1 1-1,0 1-163,13-6 0,5-1 0,-4 2 1,-11 9-1,-18 13-254,-22 16 0,-15 13 0,-10 6 0,-3-2 186,3-10 1,-4 1 0,-4 0 0,-3 1 0,-1 0-1,-1 0 1,0 1-182,3-2 1,0 0 0,-2 1 0,-1-1 0,0 2 0,-1-1 0,-1 1 0,-1 1 0,-1-1 129,5-3 0,-2 1 0,-2 0 0,0 1 0,-1 0 0,0 0 0,0 0 0,0 0 0,1 0 0,0-1 0,2-1 0,2 0-128,-4 2 1,2-1-1,0 0 1,2-1-1,0 0 1,0-1-1,1 1 1,0 0-1,0 1 90,-4 3 0,-2 0 0,1 1 0,0 0 0,2 0 0,2-2 0,5 0 0,5-2-233,-5 10 1,5 0-1,8-5 1,17-7 37,21-6 1,18-8 0,3-7 544,-8-8 0,3-4 0,3-5 0,3-2 1,3-1-209,-9 3 0,3-2 0,3-2 0,1-1 0,2 0 0,0-1 1,1-1-1,-1 0 0,-1 1 0,-2-1-51,2-1 0,-2 0 1,0 0-1,-1-1 0,1 0 1,0 0-1,0-1 0,2 1 1,2-1 55,-5 3 0,2-1 0,0 0 1,2-1-1,1 1 0,0-1 0,-1 1 1,1 0-1,-1 0 0,-1 1 0,-1 1 1,-2 1 45,4-2 0,-1 1 0,-1 0 0,0 1 0,-1 1 0,-1 0 0,-1 1 1,0 0-1,-2 2 110,10-2 1,0-1 0,-2 3 0,-1 1 0,-4 2 0,-3 5-127,12 2 0,-6 6 0,-20 10-30,-28 5 0,-16 10 0,-10 5 0,-7 2 0,0 0 0,4-4-158,4-4 0,-1-2 0,-1-1 0,-1 1 0,-2 2 0,-2 1-7,5-3 0,-2 1 0,-3 2 1,-1 1-1,0 1 0,0-1 0,0 1 1,1-2-1,2-2 0,2-1-45,-7 4 0,2-3 0,2-1 1,1 0-1,1 1 0,1 3-171,-1 4 1,-2 4-1,2 0 1,4 0 0,6-3-1,9-5-208,8 11 0,18-7 202,12-12 0,13-3 0,7-5 0,0-7 345,-7-8 1,2-7 0,2-3 0,1-4-1,3 0 1,1 0 181,-5 3 0,3-1 0,2-1 0,1-1 0,1 0 0,0-1 0,-1 1 1,-1-1-1,-1 1-46,-1-1 0,0 0 0,-1-1 0,-1 0 0,0 1 0,0-1 0,0 1 0,0 1-1,5-1 0,1-1 0,1 0 1,-2 1-1,0 1 0,-4 3 0,-2 1 55,8-1 1,-1 1 0,-7 6-1,-9 9-160,-3 20 1,-16 11-161,-20 0 1,-13 6 0,-5 0 169,3-10 0,-3 1 0,-2 0 1,-2 0-1,1 0 43,-1 2 1,-1-1 0,-1 1 0,0 0 0,-1 1-356,2-3 1,-1 1 0,-1 1-1,1-1 1,2-1 0,3 0-50,-4 6 1,1-1 0,6-1-1,6 2-437,6 13 1,8 1 0,16-14 484,18-22 1,14-12-1,4-5 353,-7 0 0,3-3 1,2-3-1,3-3 1,0-3 84,-9-1 0,1-4 0,2-2 1,0-1-1,1-2 0,-1 0 1,0 0-1,0 2-96,-3 1 1,0 0-1,0-1 1,-1 1-1,1 0 1,0-1 0,1 0-1,1-1-6,-2 1 0,1-1 0,1 0 0,1-1 1,1 0-1,-2 0 0,1 0 0,-2 2 0,-1 0 1,-2 2-70,4-1 1,-2 1-1,0 1 1,-2 1-1,-1 1 1,0 0-1,0 0 5,11-6 1,3-2 0,-3 2 0,-7 8-1,-12 12-112,-9 18 1,-14 7 0,-30 8-1,-18 2 1,9-9 0,0 0 0,0 0-1,-1 0 1</inkml:trace>
  <inkml:trace contextRef="#ctx0" brushRef="#br5" timeOffset="672807">25523 10478 16908,'-32'-13'-397,"-1"0"1,-3 8 0,-5 4-1,-1 3 620,1 4 1,-1 3 0,-2 3 0,-1 2-364,2 1 1,-2 2 0,0 1 0,0 2 0,0 2 85,8-1 1,-1 2 0,1 1 0,1 1-1,1 0 1,1 0-82,-1 4 1,2 0 0,1 0 0,2 0-1,2-1 360,-10 6 1,4-1 0,15-1-618,22 10 0,18-9 342,15-27 1,13-14 0,5-2-22,-11 6 1,2-1 0,3 0 0,2-2 0,2-3 152,-9 0 0,3-3 1,0-1-1,2-1 1,1-1-1,0 1 1,-1 0-1,0 1-224,0 1 0,0 1 0,0-1 1,0 1-1,0 0 0,0 1 1,0-1-1,-1 1 198,0 0 0,0-1 0,0 0 0,-1 1 0,1 0 0,-2 1 0,0 2 0,-3 3 2,6-1 1,0 0 0,-1 2 0,-2 4 0,-5 4 0,-6 8-284,0 12 1,-5 8 0,-8 7-1,-8 1 167,-12 2 0,-9 4 1,-7 2-1,-3 2 1,-2-1 13,2-8 1,-2 0-1,-2 0 1,-2 0-1,-2 1 1,-1 1-1,-1 0-156,2-5 1,-2 1 0,-2 1 0,-1 0 0,-1 0 0,0 1 0,0-1 0,2-1 0,1-1 0,2-1 82,-3 5 1,1-2 0,1-1 0,2 0 0,0-1 0,2 1 0,1 0-22,-4 7 0,-2 1 0,1 0 0,5-1 0,9-2 0,11-5-184,18 4 0,15-4 0,8-4 1,4-7 296,-5-11 0,4-5 0,4-3 1,2-3-1,1-1 0,0 1 146,-5-1 1,0-2-1,1 0 1,1-1-1,1 0 1,1-2 0,1 1-1,2-1-22,-6-1 0,2 0 0,1-1 0,1-1 1,0 1-1,1-1 0,0 0 0,0-1 1,0 1-1,-2 0 0,0 0-1,0 0 0,-1 0 0,0 0 0,-1-1 0,0 1 0,0 0 0,0 0 0,0 0 0,1 1 0,0 0-57,0 0 0,2 0 0,0 0 0,0 0 0,0 1 0,0 0 0,-1 2 0,-1 0 0,0 1 0,-2 2 6,4 1 0,0 0 0,1 1 0,-2 2 0,-2 1 0,-2 3 0,-4 2 1,-4 3-75,4 10 1,-4 3 0,-5 5 0,-5 2 0,-6 3 59,-8-1 1,-5 4 0,-4 2-1,-5 2 1,-4 0 0,-4-2-32,-3-5 1,-4 1-1,-5-1 1,-3 1-1,-2-1 1,-1 0-1,0 0 1,0 0-90,0-3 1,0 0 0,-2 0 0,0 0 0,-2 0-1,1-1 1,-1 1 0,1-2 0,0 1 55,0-2 1,0-1 0,-1 1 0,0-2 0,0 1 0,1 0 0,2 0 0,2 1 0,2 0-190,-2 6 1,0 2-1,1 0 1,4 0 0,3-1-1,6 0 1,7-3-118,9 12 0,10-1 1,9-3-1,6-3 193,-2-12 1,5-2 0,4-2 0,5-2 0,3-3 0,4-3 184,-8-8 0,3-2 0,4-2 0,2-2 0,3-2 0,1-1 0,2-1 0,0 0 0,0 0 0,-1-1 0,0 1 0,-2 1-25,-3 0 0,-1 0 0,0-1 1,0 0-1,0 0 0,1 0 1,-1-1-1,1 1 0,0 0 0,0-1 1,1 1-1,-1 0 0,2 1-9,-4-1 1,2 1 0,0 0-1,1 0 1,1 0 0,-1 0 0,1 0-1,-1 0 1,1 0 0,-2 0 0,0 1-1,-1-1 1,-1 0 0,-1 1 0,-2-1-37,12 1 1,-1-1 0,-1 0 0,-2 0 0,-1 1 0,-1 0 0,-1 2 0,-1 1 0,-2 2-1,3 2 1,0 2 0,-2 2 0,-1 1 0,-3 1 0,-2 0 0,-4 0 0,-1 7 0,0 1-1,0-1 1,0 0 0</inkml:trace>
  <inkml:trace contextRef="#ctx0" brushRef="#br0" timeOffset="710753">9340 12771 6993,'-19'-10'1439,"1"2"-1259,11 8 0,2-8 180,5 6 269,0-6 1,0 8 180,0 0-91,0-8-269,0 6 0,0-5-180,0 7-540,0 0 450,11 15-450,13 13 764,1 6 1,5 8-540,-7-12 0,2 1 0,0 1 0,-1-1-45,1 0 0,-2-1 0,0 1 60,6 6 0,-1 1 0,-4-7-149,1-4-91,-13-9-180,-6-10-270,-6-8-2068,0-8 2788,0 6 0,-17 2 0,-3 10 0</inkml:trace>
  <inkml:trace contextRef="#ctx0" brushRef="#br0" timeOffset="711204">9353 13282 5914,'-25'0'2788,"11"0"-1619,3 0 271,28-23-676,-1 6 1,5-4-376,5-9 1,3-6 0,1 0-698,-2 5 0,1 0 0,0-3 375,-2 1 1,2-2 0,-1-1-1,-4 3-247,4-11 0,-3 4-608,-3 7 0,-5 5-1820,-11 5-669,-12 38 3264,5-11 0,-15 28 0,2-13 1</inkml:trace>
  <inkml:trace contextRef="#ctx0" brushRef="#br6" timeOffset="720133">2293 16792 21155,'0'-41'-1101,"13"21"1,5 1 1893,3-8 1,5 1-171,3 10 0,5 2 0,-1 1-535,13-6 1,1 3-30,1 2 1,0 0-1,-5-6 1,0-1 0,-3 2-1,0 1 1</inkml:trace>
  <inkml:trace contextRef="#ctx0" brushRef="#br6" timeOffset="720549">3140 16369 13112,'20'-27'168,"0"0"0,0 1 0,13-11 0,5 3-4,-3 11 0,3 3 0,1 2-634,-3 4 0,1 3 0,1-1 379,9-5 1,1 0 0,-3 2 164,-3 4 1,0 0 4,-5-3 1,2-4 0,-1 1 39,4-1 0,0-1 67,-5 2 1,2-1 0,0 0 53,4 1 1,1 0 0,-1-2-171,-4 0 0,-1-2 0,2 1 12,-4 2 0,2 1 0,-1-1 0,-1 0-213,5-3 0,-2-1 1,1 0 223,-6 4 1,0-1-1,1-1 1,-1 1-29,0-1 1,-1 0 0,0 1-1,0 0-60,6-4 0,-1 2 0,1-2-23,-3 1 0,0-3 0,1 1 1,-3 3-59,1 1 0,-2 2 0,2-1 68,1-1 0,3-1 1,0-1-1,0 1 0,-1-1 1,-1 0-1,1 0 0,1-1 1,-1 2-1,0-1 1,1 1-1,-1-1 0,0 1 1</inkml:trace>
  <inkml:trace contextRef="#ctx0" brushRef="#br6" timeOffset="720702">6030 14834 11312,'21'-28'159,"1"-1"0,-1 0 1,6-1-1,2 0 0,3 0-101,-2 5 1,3-1 0,0 2-1,1 1-758,5-3 1,0 2 0,4 1 530,1 3 0,4 0 0,-1 2 1,-5 2 174,-9 5 0,-3 2 1,2-2-1,10-5 0,4-3 1,1 0-1,-5 0 0,-3 0 1,0 0-1,-1 0 0</inkml:trace>
  <inkml:trace contextRef="#ctx0" brushRef="#br6" timeOffset="721058">7777 13882 9726,'38'-26'-82,"0"1"0,-8 5 1,2-1-1,2-1 125,-1 2 1,3 0-1,1 0 1,-1 0-231,-2 0 0,0-1 0,1 1 0,0 0 145,1 2 1,0 1 0,1-1-1,-2 1 127,9-6 0,-2-1 0,2 2-137,-7 8 1,1 0-1,0 1 1,1-1-346,2-2 1,2-2 0,-1 0-1,-1 2 452,-4 2 0,-2 2 0,1-1 0,4-3-53,0-1 0,3-3 0,3-2 0,-1 0 1,-1 0-1,-4 1 19,4-2 0,-4 1 0,-1 0 0,4-3-90,-5 3 0,3-3 0,0 0 0,1-1 0,-3 2 0,-2 1 255,-1 1 1,-3 2 0,0 1 0,0-2-58,5-4 1,1-1-1,-1 0 1,0 3-462,-4 5 1,0 1-1,-1 2 1,1-2 159,4-1 1,0 0 0,0 0 0,-2 2 171,2-1 0,-1 3 0,-2 2 0,3 1 0,-3 4 0,13-1 0</inkml:trace>
  <inkml:trace contextRef="#ctx0" brushRef="#br6" timeOffset="721783">2910 17339 14810,'-15'-33'-2863,"11"19"533,35-10 2630,-11 24 0,7-8 0,9-6 0,-3-3 0,0-7 0,0-1 0</inkml:trace>
  <inkml:trace contextRef="#ctx0" brushRef="#br6" timeOffset="721958">3722 16739 15673,'26'-26'352,"0"-1"1,0 0 0,10 0 0,2 0 0,0 3-169,-4 2 1,0 1 0,2 1-550,-2 3 1,2 1 0,-1 1 0,-3 2 0,4-3 0,-3 3 0,-1 1 0,0 0 0</inkml:trace>
  <inkml:trace contextRef="#ctx0" brushRef="#br6" timeOffset="722141">5501 15610 13381,'27'-28'139,"0"-1"0,1 0 0,2 4 1,1 0-1,4 1-231,1 0 0,3-1 1,1 1-1,-3 3-18,-3 1 1,-1 3 0,2-3-1,2-3 1,3-1 0,0-2 0,-4 1-1,-1-3 1,-1 0 0,1 0-1</inkml:trace>
  <inkml:trace contextRef="#ctx0" brushRef="#br6" timeOffset="722533">7150 14446 12008,'26'-31'234,"-1"0"1,1-1 0,3-1 0,2 0-1,3-1-160,-1 4 1,4-2 0,1 1 0,0 1-527,-5 6 0,0 1 0,1 0 0,0 0 0,1 0 311,2-1 1,1 0 0,0 0-1,1 0 1,0-1-221,-4 2 1,0 0 0,1 0-1,-1 0 1,1-1 0,0 0 344,0 0 0,0-1 0,0 0 0,0-1 0,0 0 0,1 0 40,-1 0 1,0-1 0,1 0 0,0 0-1,-1 0 1,-1 1 0,-1 1 21,3-2 0,-1 1 0,-1 0 0,-1 1 0,2-2-25,3-3 0,1 0 0,-1-1 0,-1 1 1,-3 2 283,2-3 1,-3 1 0,3-1-190,-3 4 0,4-2 0,1-1 0,0 0 0,-2 1-38,1-2 1,-2 1 0,1 0-1,1-1-360,-5 7 1,1-2-1,2 1 1,-1-1-1,-1 2 1,-2 2 306,3 0 0,-4 2 0,1 0 1,3-2-40,4-3 0,3-3 0,1-1 0,0 1 0,-2 1 1,-6 5-1,-1 2 0,-1 0 0,2-1 0,1-2 1,6-5-1,-1 1 0,1-1 0,-1 0 0,1 0 1,-1 1-1</inkml:trace>
  <inkml:trace contextRef="#ctx0" brushRef="#br6" timeOffset="722708">10977 11571 822,'8'-28'667,"0"-1"1,19-6 45,-8 11 0,6-3 0,1 4-1158,4 7 0,3 5 0,-1 0 456,10-2 0,2-1 0,-4-5 1,1-3-1,-2 0 0,-9 3 0,1-1 1,-1 0-1</inkml:trace>
  <inkml:trace contextRef="#ctx0" brushRef="#br6" timeOffset="723366">2699 15769 9014,'0'-17'-117,"0"-1"-371,15 0 331,7 2 0,7-1 172,10 2 1,7 1-1,-1-2 1,-3-4-1,-1-1 1,3-1-1,-1 5 1,-1-1-1,1 0 1,0 1-1</inkml:trace>
  <inkml:trace contextRef="#ctx0" brushRef="#br6" timeOffset="723566">5340 14570 9014,'39'-20'7,"-1"0"1,1 0 0,0 0 0,-1 0 0,5-3 0,-1 1 0,1 1 0,3 1-7,-5 5 1,3 1 0,2 1 0,0 1 0,-2 0 0,-5 1 0,10-3 0,-6 0 0,3 1-1,-3 1 1,-1-1 0,1 1 0,0 0 0</inkml:trace>
  <inkml:trace contextRef="#ctx0" brushRef="#br6" timeOffset="723717">7482 13741 4528,'37'-26'-36,"-4"10"0,7-1 0,1-1 193,-9 3 0,1-2 1,2 1-1,3 0-263,4-1 1,5 1 0,1-1 0,1 2 0,-3-1 105,-7 3 1,0 1 0,-1 0 0,0 0 0,0-1 0,1-2 0,1 1-1,-1-2 1,-1 1 0,-2 0 0,-1-1 0,0 0 0,1 0 0,-1-1 0</inkml:trace>
  <inkml:trace contextRef="#ctx0" brushRef="#br6" timeOffset="723908">10103 12735 9001,'33'-19'-28,"1"-1"0,0 0 0,-1 1 0,6-2 0,1 1 0,2 0 0,3 1-37,-8 4 1,2 1 0,1 1-1,1 0 1,1 0 0,-1 0-114,2 0 0,0 0 1,1-1-1,0 1 1,-1 1-1,0-1 1,5-2-1,0 1 1,0 0-1,-1 0 1,0 0-1,-1 0 1,0 0-1,0 0 1,0 0-1,0 0 1</inkml:trace>
  <inkml:trace contextRef="#ctx0" brushRef="#br0" timeOffset="724083">12528 12012 6971,'34'-25'442,"0"0"0,0 1 1,-1 3-1,0 1 0,4 0-452,-4 2 1,4 0-1,2-1 1,0 2 0,-1 3-598,5 1 1,-1 4 0,1 1 0,-2 0 604,8-1 1,-2 0-1,-2 4 1,-5 3-1,-2 3 1,-4 0-1,-4-1 1,0 0-1</inkml:trace>
  <inkml:trace contextRef="#ctx0" brushRef="#br0" timeOffset="754599">23923 13529 7173,'7'0'-720,"-2"0"1260,1-8-270,-5 6 90,4-13-180,-5 13 359,0-14-179,0 14 0,0-6-180,0 0-360,-5 6 0,-2-13 0,-10 13 90,-8-6 90,-1 8 0,-10 6 0,-2 4 180,-3 1-120,9 3 0,-5 3 0,4 1 30,4 0 0,3 3 89,-4 9 1,-2 5 0,5 0-90,4 4 0,4 1-30,2-7 0,2 3 0,7-1 30,15 10 0,8-4-45,-8-16 0,4-1-105,12 2 0,8 1 0,0-8 195,-4-9 0,3-4-45,7 2 0,5-2 0,-3-4 45,-5-8 0,0-8-105,3-8 0,2-8 0,-6 0 60,-8 0 0,-4-3-120,0-2 0,0-4 0,-6 3-15,-7 3 0,-9 2 180,-20-10 0,-9 5-135,9 19 0,-4 3 0,-19-5 0,-1 7-135,16 10 0,2 4-180,-4-4 0,2 4-225,2 7 1,3 5 89,-14 16 495,21 5 0,5 6 90,7-5 0,3 2 89,-1 10 1,6 0-135,11-2 0,6-3 45,-2-13 0,5-4 90,14 2 0,4-14-105,-11-23 0,1-10 0,0 0 60,9-5 0,-1-5-173,-7-4 1,-1-6 0,-5-1-68,-9 3 0,-4-2 0,-3 1-30,-3-10 0,-8 2 135,-6 0 0,-13 6-105,-6 22 0,-8 5 0,0 9-180,1 9 0,0 8 1,0 0-1,1-4 0,-1 1 0,3 6 15,2 12 0,1 8 0,3 3 1,5-3-5,7-2 1,5-1 0,1 0 198,-3 9 0,1 0 1,8-2 343,17 7 1,10-10-270,0-18 0,5-8 135,15-6 0,0-10-45,-9-17 0,-3-9-15,-8 6 0,1-2 0,-4-4-120,-3-9 0,-5-4 0,-4-1-51,-4 5 0,-3 0 1,-4 0-70,-3 2 0,-3 1 0,-7 5 152,-21-3 1,-7 17-33,-5 28 0,0 13 45,1-5 0,4 9-203,17 2 1,1 8 0,5 1 0,4-3 112,7 6 0,7 1 178,0 1 0,2 3 0,8-8-133,12-11 0,6-5 70,9 7 1,2-11 109,-8-23 0,0-12 89,0-6 1,2-7 0,-5-1-270,-5-1 0,-4-4-106,-4 1 0,-1-6 0,-2-1 1,-6 5 15,-9-8 0,-7 4 30,1 6 0,-4 0 0,-5 7-141,-24 1 0,-8 16 201,13 16 0,-1 8 0,0 5-30,-3 4 0,1 6 0,5 6-15,10-1 0,3 4 0,4 3 0,5-3-13,6 2 1,6-1 0,5-1 57,5 0 0,5-1 0,6-6-30,11-6 0,7-7 0,0-7 30,-1-9 0,1-7 0,-1-2 30,-1 1 0,-1-2 0,-3-7 0,0-17 0,-4-10 0,-7 2 60,-4 0 0,-9-1 30,-9 0 0,-6-3 0,-5 7 14,-10 10 1,-7 7-45,-6 7 0,-6 4 0,2 8-180,-4 15 0,2 10 72,6-3 1,1 5 0,4 2-193,9 1 0,5 3 0,7 0-15,10 15 0,11-3 491,1-13 0,9-6-236,8-9 0,8-7 0,-2-5 105,1-8 0,-1-8-45,7-6 0,-5-7 89,-17 1 1,-7-5 83,-7-4 1,-10 0-174,-8 8 0,-9 5-1,-18 6 1,-6 10-225,0 14 1,0 10 170,13-4 1,-1 4-1,6 3-351,-3 21 0,14 1 315,20-14 0,9-4 45,7-1 0,5-6 135,9-6 0,2-11 0,4-17 0,-5-9-135,-14 9 0,-5-3 0,-1-15 0,-11-3-45,-22 7 0,-9 5 180,-1 7 0,-3 5-91,-8 4 1,0 8-180,10 10 1,5 7-91,6 4 0,8 4-45,11 5 0,10 0 135,7-4 0,5-5 180,5 1 0,4-8 135,3-17 0,-1-10-90,-12-4 0,-3-5-90,-1-8 0,-10-3 0,-24-3 0,-11 3-1,8 15 1,-5 5 45,-19 3 0,-1 12-45,14 17 0,5 7-315,3 1 1,8 3 44,15 9 0,11-1 225,3-13 0,7-3 45,8 0 0,4-9 359,5-24 1,-4-9-360,-14 4 0,-3-4 90,4-20 0,-9-4-90,-14 16 0,-7 1-135,-9-5 0,-6 3 90,0 11 0,-4 7 90,-11 6 0,-1 10-405,6 13 0,5 9 0,4 4 1,6 3 179,5-2 0,11-2-180,16-5 0,8-6 585,2-8 0,2-5 0,4-6 0,-1-8 179,-1-10 1,-7-7-180,-12-1 0,-7-5-90,1-11 0,-11-2-510,-15 13 0,-10 1 0,2 3 240,3-2 0,-4 7 30,-6 10 0,-7 6 0,7 8-120,10 13 1,4 10-1,5 2 0,1 6 0,7 1 120,7-1 0,6 1 0,5-1 30,7-1 0,5-1 0,4-2-30,0-2 0,4-2 0,2-9 330,18-15 0,0-8-180,-19 11 0,-3-8 149,-4-17 1,-3-11 0,-7-1 300,-12-8 0,-7-2-570,6 9 0,0-2 0,-4 2 60,-7-1 0,-4 2 0,-9 7-150,-18 8 0,-11 11 0,5 4 30,9 5 0,0 6-164,2 1 0,-5 2 1,3 3-1,9 5-106,7 18 1,12 7 224,3 5 0,10 0 225,15-6 0,9-4 45,6-5 0,7-7-105,2-15 0,5-6 0,-3-7 150,-2-8 0,-3-7-121,-1 4 1,2-2 0,-11-7 270,-15-14 0,-10-8 0,-2 3-330,4 2 0,-8 2-90,-12-4 0,-11-2 0,-2 8-45,-9 6 0,-6 9-15,0 7 0,-6 4 0,4 8-56,11 7 1,2 6-1,3 3 116,-3 4 0,2 5 1,9 4 59,10 4 0,7 4 0,6-1 60,6-2 0,5-1 0,3-2-75,7 8 0,8-6 75,0-10 0,6-4 0,0-10 89,-1-13 1,1-8 0,-2-1-120,10 3 0,-3-7 180,-10-13 0,-3-9 0,-10 0-30,-16 6 0,-8-1 0,-2 1-90,0-2 0,-4 0 0,-4 3 36,-5 1 1,-5 2 0,-5 11-247,-9 13 0,-6 12 0,3 4-30,10 2 0,2 4 0,2 4-87,-4 11 1,2 5-1,9 0 312,12 9 0,12-2 0,9-2 0,9-5 395,18-11 0,5-7-305,-4-7 0,0-7-45,7-8 0,-2-11 45,-8-16 0,-7-9-90,-10-5 0,-7-4-77,-9 12 0,-4-1 0,-4 2-193,-10-9 1,-11 8-76,-4 20 0,-7 7 0,0 6 30,4 9 0,0 7 1,1 4 209,-6 6 0,1 5 0,6 3 30,8-2 0,4 2 0,8 1 179,11 3 1,9 1 0,1-5 30,3-4 0,5-5-90,11-2 0,8-2 0,-2-7 0,1-10 0,0-8-45,8-2 0,-4-9 135,-7-17 0,-8-9-120,-14 13 0,-3-3 0,-4-1-34,-3-1 0,-3 0 1,-5 1-237,-8 0 0,-4 2 0,-5 5-60,-16-2 1,-6 12 89,13 17 0,-3 6 0,3 7 30,-2 13 0,2 10 0,6 3-184,6 1 0,5 2 0,4 3 394,3 5 0,4 1 0,10-2 120,11-9 0,7-4 0,2-4-45,6 2 0,6-9 73,2-11 0,5-6 0,-3-11-88,-7-16 0,-3-12 0,-2 0-30,0 3 0,-1 0 0,-3-3 29,0-9 1,-4-2 0,-7-3 30,-8-2 0,-6-1 0,-7 3 0,-6 13 0,-4 2 0,-3 3-210,-5-1 0,-4 3 0,-3 10-390,-12 18 0,-5 13 0,3 6 420,3 4 0,2 7 0,6 5 30,8-2 0,2 6 0,7-1 0,14-9 0,22-7 0,14-7 0,7-7 0,0 1 0,1-1 0</inkml:trace>
  <inkml:trace contextRef="#ctx0" brushRef="#br0" timeOffset="802416">20256 11218 6993,'-25'10'3276,"6"-2"-1875,7-8-321,1 0-361,10 0 1,12 0-450,20-8-945,1 7 1,3 0-451,0-3 1,1 0-181,-1 8 1,-1 0 1304,8-2 0,-52 22 0,-18-5 0</inkml:trace>
  <inkml:trace contextRef="#ctx0" brushRef="#br0" timeOffset="802671">20231 11412 7533,'-31'-7'3276,"12"5"0,19-6-1013,24 8-2758,5 3 0,3 2-584,16-3 1079,-1 7 0,-1-3 0,-3-20 0,-11 9 0,0-1 0</inkml:trace>
  <inkml:trace contextRef="#ctx0" brushRef="#br0" timeOffset="806305">20342 11271 7892,'-19'8'180,"-5"14"0,-2 5-90,4-3 0,1 3-120,2 1 0,-1 2 0,3-2 30,-3 2 0,10-5 450,21-5-180,11-32-150,4-12 0,5-10 0,-2 0 29,-8 5 1,-3 0 0,2-1-221,2-2 0,2-2 0,-1 0 0,-3 4 71,2-3 0,-12 8-450,-26 9 270,-8 41 0,-5 20 112,5-14 1,-2 3 0,0 1 0,3-1 67,-1 5 0,4-1 0,3 0 0,2-1 0,4-1 0,8-7-90,25 5 120,4-42 0,8-15 0,-1-1 59,-5 2 1,-2-1 0,1-3-78,0-2 1,1-4 0,-2 0 0,-2 1 137,-1-1 0,-3 1 0,-7 3 828,-18-17-844,-16 55 1,-9 14-15,-6 4 0,-3 7 0,3 2-345,4 2 1,4 3 0,0-2 164,-2-2 0,1-1 1,12-6-211,21 4 270,13-49 0,6-15-45,6-2 0,0-6-131,-5-1 0,-1-4 0,-4 2 221,0-4 0,-11 4 224,-15 12 1,-7 9-540,-25 23 180,4 22 0,3 10-90,12-7 1,8-1-1460,14 0 1,7-5 1459,9-13 0,17-18 0,4-10 0,-6-5 0,0-1 1</inkml:trace>
  <inkml:trace contextRef="#ctx0" brushRef="#br0" timeOffset="833420">24981 5944 5824,'14'0'0,"-3"0"90,-11 0-90,0-8-90,0 7 90,0-7 0,0 0 0,0 6 180,5-6 179,-3 8 181,3 0-90,-5 0 269,0-8 1,0 6-270,6-6-180,-5 1 359,5 5-449,-6-6-180,0 8 270,0 0 90,-6 0 179,5 8-269,-5 17 0,6-1 0,0 5-240,0 9 0,0 6 0,0 1-250,0-5 1,0 1-1,0 1 1,0 0 398,0 2 1,0 0 0,0 0 0,0-2 60,0 5 0,0-2 0,0-5-150,0-3 0,0-8 0,0-11-90,0-26-270,0-4 180,0-5-90,0 9 609,0 8-2228,0 0 899,0-8 1,-5 6 899,3-14 0,2-25 0,4 13 0,-1-1 0</inkml:trace>
  <inkml:trace contextRef="#ctx0" brushRef="#br0" timeOffset="834654">25031 5927 6543,'7'-10'450,"-2"2"-180,-5 8-90,-5 0 90,-2 0 89,0 0 361,-4 0-90,9 0-1,-3 0 91,5-8-270,0-2-360,5 1-1,8-7 451,33 14-495,-12 1 0,2 2-45,2 5 0,2 6-60,-8 0 0,1 2 0,-4 3 240,-2 4 0,-6 5 90,0 11 0,-12 2-180,-19-6 0,-10-1-1,2-3 1,-4 1 0,-2-3 0,0-4 0,-2-2 0,-1 0 60,-4 1 0,-2-1 0,3-3-105,2-3 0,1-3-360,-1-5 0,3-6-2023,7-11 539,12 0 1799,18 2 0,7 24 0,12 4 0</inkml:trace>
  <inkml:trace contextRef="#ctx0" brushRef="#br0" timeOffset="838145">25720 5874 7892,'0'-10'180,"0"2"0,0 8-180,-5-8 0,3 6-90,-9-6 270,4 8 90,-11 8 0,-1 2 0,-5 23-90,-1-3-1,12 1 1,2 4-45,0-4 0,2 3-75,3 8 0,3 5 0,0-1-323,2-2 1,1-1 0,1 2 307,1-8 0,0 1 0,2 0 0,0 0 255,4 10 0,3-1 0,0-5-153,5-2 0,1-4-192,1 0 0,1-5 855,11-6-990,-10-15-180,-8-2-989,-7-8 870,-5 0-421,0 0 918,0-8 0,0-10 0,0-9 0</inkml:trace>
  <inkml:trace contextRef="#ctx0" brushRef="#br0" timeOffset="844132">25547 6033 7533,'-22'-14'359,"0"0"1,-8-4 90,13-5-540,10 19-180,-11-12-45,-5 34 1,-5 11 89,-1-9 0,-3 3-92,3 6 1,-4 6 0,-1 1 0,1-2 428,3-8 1,0-2-1,0 0 1,2 0 216,-5 9 1,2 0 0,3-9 480,-10-8-765,59-37 0,18-13-90,-15 10 0,2-2 0,2-2 0,1 0-191,2 0 0,2-1 1,1 0-1,1 0 0,-3 3 213,3 0 1,-2 1 0,0 2-1,-1-1-37,7-11 0,0 1 1,-9 13-121,-7 19 135,-42 19 0,-15 9 284,7-6 1,-1 2 0,-2 2-215,-2 2 1,-2 3 0,-1 0 0,2-1-56,-7 4 0,2-2 1,1 0-1,3-2 0,1-1 0,7-1-195,4-1 0,13-7 135,56-26 67,-18-5 1,5-6-1,2-3 1,1-1-153,-3 2 0,2-3 1,1 0-1,-1-1 1,0 0 174,0-1 0,1 0 0,-1 0 0,-1 0 0,-3 1-120,15-16 0,-4 1 0,-22 24-50,-25 30 289,-13 8 1,-12 7 0,-4 4-108,5-4 1,-4 5 0,-3 2 0,-2 2 0,1 1 0,0-2 0,3-3-62,-2 5 0,2-3 1,1 0-1,0 0 1,-2 2 63,-1-3 0,-3 3 0,0 0 0,2-1 0,5-3 0,9-5-240,0 12 0,16-13 315,31-20-90,2-16 0,6-8 0,4-3 108,-4 2 0,4-2 1,2-1-1,-1-1 0,-1 2-131,2-4 1,-2 1 0,1 0 0,0 0-23,6 0 0,1-2 0,-2 4 0,-5 8 133,4 6 0,-13 12 452,-29 41-271,-14-8 1,-9 7 0,0-4-240,4-10 0,0-2 0,-1 1 638,-4 6 0,0 3 0,7-8-1748,10 4 1530,33-36-405,13-15 0,6-6 45,-14 6 0,1-1 0,1 0-120,3 0 0,1 1 0,-3 1-105,8-5 0,-10 13 1311,-18 37-952,-26-11 1,-10 1-195,2 4 0,-3 3 0,-3-2 90,-7-1 0,-3-1 0,2-3 150,-1 2 0,2-7-360,2-10 0,9-12-90,26-16 0,15-13 0,3-2 0,-3 0 0,3-4 0,3-1 1,1 0-161,0 3 1,3 0 0,1-1-1,0 0 1,-2-2 279,-5 2 0,0-1 0,0-2 0,-2 1 0,-2 2 0,-2 5 120,5-7 0,-4 5 0,-10 2-323,-16-16 0,-18 16 281,-1 35 0,-9 14 0,-5 9 0,-1 2 0,2-3 36,-1-2 0,0 1 0,0 0 0,0 1 0,0 0 35,-3 2 1,0 1 0,0 0 0,2-2 0,4-3 330,-4 3 0,4-3 0,8-10-510,4-14 0,39-20 0,17-12-45,-3 3 0,5-4 0,3-1 0,-1 3 207,-5 7 0,-1 2 0,0 1 0,1-2-275,3-7 1,1-4 0,-1 4 0,-6 12 667,8 13-330,-44 27 0,-13 11-75,2-4 0,-5 2 0,-1 3 142,-3 6 0,-3 4 1,0 0-1,3-5-232,6-7 0,2-4 0,-1 2-180,-12 12 0,0 1 0,21-18-59,36-29 359,-3-7 0,2-7-1,7-12 1,1-2-45,-2 7 0,-4 1 855,-10-15-691,-31 51 1,-14 17 0,-3 4-84,8-2 0,-3 4 0,-1 3 0,1 1 0,-1-1-782,0 1 1,-1 0-1,0 0 1,2 1 0,1-1 440,0 0 0,-2 0 1,2 0-1,8-2 0,13-6-862,21 8 1,14-13 581,15-31 1,10-15 494,-13 10 0,7-3 0,2 0 0,-5 2 0,-10 5 0,14 4 0,-21 8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5:40:44.723"/>
    </inkml:context>
    <inkml:brush xml:id="br0">
      <inkml:brushProperty name="width" value="0.09071" units="cm"/>
      <inkml:brushProperty name="height" value="0.09071" units="cm"/>
      <inkml:brushProperty name="color" value="#A020F0"/>
    </inkml:brush>
  </inkml:definitions>
  <inkml:trace contextRef="#ctx0" brushRef="#br0">1111 3828 7083,'0'-10'1709,"-8"-6"-630,6 6-719,-5-7 630,7 7-181,0-14-89,0 20-271,0 4 1,-8 44-240,6-10 0,2 7 0,0 3-304,-1-5 1,-1 2 0,0 3 0,0 0 0,1 0 201,0-1 0,1 0 0,0 1 0,0-1 0,1 1 17,0 4 1,0 0 0,1 1 0,0-3 0,0-3-186,1 5 0,0-4 1,1-3 328,0 1 1,1-6-270,3 5-719,-8-31-990,0-2-1568,0-8 2457,0 0 1,8-23 0,2-7 0</inkml:trace>
  <inkml:trace contextRef="#ctx0" brushRef="#br0" timeOffset="582">1358 4480 6633,'-8'-27'2249,"6"9"-1709,-13 18-406,12 24 1,4 9-135,-5-4 0,0 3-30,5 6 0,2 4 1,1-3-241,0-3 0,2-3 135,1 7 0,3-13 495,8-33-405,-4-20 0,-3-9 90,-1-6 0,0-4 45,1 3 0,1-3 0,-2 2-90,-3 8 0,-1 2 0,1 1 674,4-5 1,3 10 674,12 19-809,1 47-315,-9 2 0,0 4-435,-6-12 0,0 0 0,-1-1-1005,3 11 1,-1-1 134,0-5 1,0-6 1079,4-5 0,-7-34 0,-2-12 0</inkml:trace>
  <inkml:trace contextRef="#ctx0" brushRef="#br0" timeOffset="1888">2170 3775 7533,'-18'-18'2338,"0"-7"-1798,9 13 0,1 4 89,16 41-179,-7 14-270,6-12 0,2 5 0,-1 3-417,-3-5 0,0 3 0,-1 0 0,2 0 327,0-1 0,1 0 0,0 0 0,0 0-1,0 4 1,0 1 0,-1-2 0,0-4 135,-1 5 0,-1-6 0,1-6 0,-2-5-765,-3-9 180,0-18-539,0-10-360,0-31 1847,-8 1-633,5 10 0,-3 0 180,-10 6 0,-2 3 45,-11-7-180,4 17 0,-1 7 269,0 12 1,-1 7-90,-5 2 0,1 3 45,2 6 0,3 3-45,6 5 0,5 1 44,5-3 1,4-2-225,6 18 180,13-16 0,6 0-90,2-7 0,5-3-150,2-4 0,5-2 0,2-3 60,0-4 0,2-3 0,-1-3 0,-3-3 0,0-3 0,1-6-225,1-6 0,3-6 0,-2-3 1,-4 2 224,3-8 0,-4-3 179,0-2 1,-1-4 0,-8 3-90,-14 7 0,-9 2 90,-8-5 0,-7 5 720,-21-1-586,11 21 1,-1 4-315,-1 5 0,3 6 0,5 7 0,3 6-270,2 8 1,4 2 448,5-3 1,4 1 180,6 17 0,8 0-90,6-11 0,7-3-1215,9 2 1,5-5-316,5-12 1,2-9 1259,-5-8 0,-2-10 0,-6-12 0,-5-7 0,-7-3 0,1 0 0</inkml:trace>
  <inkml:trace contextRef="#ctx0" brushRef="#br0" timeOffset="2704">2910 4604 8072,'-9'47'539,"-1"0"1,3-8 0,1 3 0,3 0-360,4 6 0,3 1 0,-1-1-90,-3-1 0,0-2 0,2-1-315,6 8 0,0-8 495,-6-9-360,-2-76-90,0-2 0,-2-6 30,-5 4 0,-3-3 0,3-2-169,5 11 0,1-3 1,1 0-1,0-1 1,-1 3 318,-1-4 0,-2 1 0,1 1 0,4 0 157,4-1 0,3-2 1,1 3-1,3 6-67,4-7 0,7 15 0,11 26 0,0 14 90,-8 9 0,-5 7-60,-2-2 0,-1 4 0,-4 0 329,-2 11 1,-4-2-135,3-6 0,-6-1-495,-27 11 0,-11-4-135,12-16 1,-3-4 104,-6-3 0,-4 0 0,4-5-60,-17-3-899,13-18-296,34-8 1465,18 1 0,5 7 0,5 2 0,4-1 0,1 0 0</inkml:trace>
  <inkml:trace contextRef="#ctx0" brushRef="#br0" timeOffset="3407">3210 4639 9062,'43'-18'2698,"2"9"-2608,-22-2 0,0-2-45,7-2 0,-2-5-135,-10-10 0,-4-3 0,5 5 0,-5-1-135,-16-10 1,-12 4 224,-23 11-45,10 8 0,-1 9 0,1 21 0,1 13 45,2 10 0,5 6 209,12-10 1,4 1 0,1 1 0,2 3 0,3 1 0,4-2-270,7-5 0,5-2 0,1-4-120,3 1 0,3-7 90,15-6 0,0-12 0,-15-12 0,-3-8 585,10-18 0,-5-4-270,-12 14 0,-4-1 89,-2-14 1,-5 15-225,-5 32-180,-8 24-360,10-4 1,2 2-541,6 18 1080,33-44 135,-23-17 0,-1-8 314,12-15 1,-3-4 629,-12 4 1,-2 1-675,-1 5 0,-1 4-855,4 2-630,-6 50-649,5 1 1,3 5 1579,-1 3 0,3 0 1,12 3-1,5-3 1,-1-12-1,0 1 0</inkml:trace>
  <inkml:trace contextRef="#ctx0" brushRef="#br0" timeOffset="4473">4427 3669 8252,'-9'-10'1709,"1"2"-2248,8 16 898,0 33 1,-1-8 0,2 7-136,1-1 1,2 6 0,1 3 0,-1-2-368,1-1 0,0-1 0,0 1 0,0 1 107,-1-2 0,-1 2 0,1-1 0,0 0 0,1-5-24,3 6 0,1-3 0,-3-5 98,-5 4 1,0-9-129,7-18 0,-16-46 0,-10 0-270,6 4 1,-3 1 134,-6 7 0,-1 3 900,-15-10-855,7 26 1,1 6 808,-10 14-449,15 3 0,5 6 45,6 2 0,8 1 134,9 7 1,8 1-270,3 1 0,7-2 90,1-13 0,5-2 0,-1-2-225,1 8 0,3-7-255,7-15 0,5-7 1,-2-8 164,0-11 0,-2-9 314,-1 1 1,3-4 0,-6-4 60,-11 0 0,-3-3 0,-4 0 120,3-8 0,-6 0-360,-8 5 0,-5 4 0,-8-9-360,-11 17 270,-9 13 180,-9 38-270,17 6 405,5-4 0,4 3 404,9 13 1,8 3-495,7-2 0,5 0-630,2 2 0,6-6-465,1-18 1,4-6 0,-1-5 907,1-5 0,-1-10 0,8-15 0,-1-9 0,-10-2 0,0 0 0</inkml:trace>
  <inkml:trace contextRef="#ctx0" brushRef="#br0" timeOffset="5070">5242 4533 8972,'-19'32'1304,"9"-11"0,2 5-1124,3 13 0,4 2-315,1-6 0,5-5-314,14-3 89,7-62 135,-7-7 0,-2-6 285,-6 10 0,-1-2 0,0 0 449,-1 0 1,0 1 0,-1 2 254,2-2 1,-2 6-405,-3 0-180,-5 82-360,0-17 0,0 4-300,3 0 0,1 3 1,0 0-614,0-3 1,0 0 0,2-2 823,7 11 1,4-8 0,15-15 0,4-38 0</inkml:trace>
  <inkml:trace contextRef="#ctx0" brushRef="#br0" timeOffset="6120">5894 4374 7533,'-7'-9'1079,"-4"-7"-899,-1 14-270,-7-6-899,-11 24 674,5 7 0,-3 5 854,-2 3 1,1 4-240,9-1 0,0 2 0,3-2 239,-5 3 1,8 1-121,18-4 1,8 2 0,5-6-465,10-6 1,6-5-196,6-1 0,6-2 0,-1-9 240,-3-14 0,-1-10 0,0 0-52,-1 3 0,0-2 0,-5-5 202,-3-11 0,-5-7 0,-5 0 254,-1-7 1,-9 0 0,-11-1 0,-11 4 494,-3 16 1,-6 9-586,-10 16 1,-2 14-270,7 18 0,6 10-675,0 1 1,8 2-541,10 6 1,13-2 89,7-17 1,7-4 0,0-3 832,2-1 1,4-5-1,5-7 1,6-5-1,-3-4 1,2-11-1,0 0 1</inkml:trace>
  <inkml:trace contextRef="#ctx0" brushRef="#br0" timeOffset="6482">7248 4233 7533,'-14'0'1799,"-2"0"-1799,20 0 0,8 40 0,2-16 0,-1 1 0</inkml:trace>
  <inkml:trace contextRef="#ctx0" brushRef="#br0" timeOffset="6649">7248 4480 7533,'-31'0'1709,"6"8"-1709,13 2 0,40-8 0,12-4 0</inkml:trace>
  <inkml:trace contextRef="#ctx0" brushRef="#br0" timeOffset="7755">8356 3986 7263,'-19'-2'1439,"7"12"-945,7 15 1,4 9-45,0 12 0,2 6-915,0-17 0,0 3 0,1 1 0,0 0 555,-1 1 0,1 1 0,0 0 0,-1 0-225,1 1 0,-1 1 0,1-1 0,0-3 430,2-2 0,0-3 1,-1-3-72,-3 7 1,2-9 1051,3-21-1816,-5-18-360,0-19 1,0-7 404,0 3 0,0-2 315,0 0 0,1-3 1,-2-3-36,0 4 1,-2-2 0,1-2 0,-1-1 0,1 1 191,1-8 1,1 0-1,-1-1 1,0-2 111,0 11 1,-2-3 0,1 0 0,0 0 0,0 1 0,1 2 225,3-8 0,0 0 0,1 4 0,1 2 74,1 1 1,0 4 0,4 4 149,7 0 1,5 10-180,28 14 135,-8 25 0,2 11-76,-16-7 1,-1 3 0,0 4-536,-1 1 1,1 4 0,-1 1-1,-4-1 236,-2 1 0,-4-2 0,-2 2-120,-1 3 0,-1 0 0,-7-3 642,-11 1 0,-9-3-957,-11-1 1,-6-5-496,-2-8 1,-3-5-1,-8-1 1,1-4-136,11-5 1,5-2 944,-8 1 0,53 8 0,26 2 0</inkml:trace>
  <inkml:trace contextRef="#ctx0" brushRef="#br0" timeOffset="8449">9328 3757 7533,'-18'-27'2069,"5"9"-1710,-16 10-718,-2 24 448,9-1 1,0 5 90,-6 13 0,1 5 180,1 1 0,1 4 119,6-3 1,0 3 0,3 1-231,2 0 0,3 1 1,3 2-48,2-5 0,2 4 1,2-1-1,2-2-82,3 5 0,3-2 0,4-1 37,0-8 1,3 1-1,2-1 1,2-6-758,4-3 0,2-4 1,2-1-32,1 1 1,2 0-1,-1-4 226,4 0 1,1-4-766,-1-6 1,-4-3 1169,-5 1 0,6-8 0,-21 0 0</inkml:trace>
  <inkml:trace contextRef="#ctx0" brushRef="#br0" timeOffset="8849">9623 3916 8702,'-13'0'3238,"7"23"-2653,13 1 0,4 5-256,0 4 1,2 3 0,0 1-510,1 5 0,1 1 0,1-1-480,0-2 1,1-1-1,-1 0-433,0 0 1,0-1 0,0-5 167,1-7 0,-1-3 925,-2 2 0,-4-1 0,-10 1 0,-13 3 0</inkml:trace>
  <inkml:trace contextRef="#ctx0" brushRef="#br0" timeOffset="9203">9463 4621 7533,'-23'-25'3276,"19"-10"-1638,9 2 0,8-3-884,7 4 0,6 0 1,2-2-900,-6 5 0,2 0 1,0 0-1,3-2 127,0 3 0,2-2 0,1 0 0,0 0 0,-3 1-207,1-1 0,-1 0 1,-2 1-1,1-1-428,-1-1 1,1 0 0,-2 0 0,-2 2-247,4-9-1,-4 4-1565,1-9 2465,-16 27 0,-13 32 0,-7 3 0</inkml:trace>
  <inkml:trace contextRef="#ctx0" brushRef="#br0" timeOffset="9482">10202 4463 10861,'3'26'1304,"-1"1"0,0 18-2294,1-12 1,-1 0 89,-7-4 1,-1-1-45,0 4 0,-2-1 944,-2-4 0,-4-3 0,-8-9 0,-2-3 0,-2 1 0,0 0 0</inkml:trace>
  <inkml:trace contextRef="#ctx0" brushRef="#br0" timeOffset="10350">10584 3933 7892,'-20'-9'3276,"2"1"-2054,17 8-502,19 16-361,20 11-1483,2-2 0,4 3 224,-18-5 1,0 1-1,1-1 703,7 0 0,1-1 0,-2-2 1,1 4-1,-3-3 0,-2-9 0,1 0 1</inkml:trace>
  <inkml:trace contextRef="#ctx0" brushRef="#br0" timeOffset="10638">11125 3881 7533,'-18'-18'3276,"-1"16"-2486,-1 17 1,-1 11-641,5 2 0,1 5 0,1 4-890,-2 5 1,0 5-1,1 2 1,0-3 626,3-5 1,0-1 0,1 1-1,1 0-90,1 6 1,1 3 0,1-3 0,1-5-57,-1 3 0,3-6-191,4-4 0,6-11-1834,11-24 2284,4-11 0,-3-12 0,-1-3 0,-1 2 0,0 0 0</inkml:trace>
  <inkml:trace contextRef="#ctx0" brushRef="#br0" timeOffset="11000">11248 3493 11670,'21'35'655,"0"0"0,0 0 1,0 6-1,-1 1 0,0 7-602,-5-8 1,0 5 0,1 3 0,-2 1-1,0-1 1,-2-2-472,0-1 0,-1-3 0,-2 1 0,-1 0 0,-3 2 223,-2 1 0,-1 3 0,-2 1 0,-1-1 0,-3-2 0,-1-6 195,-4 0 0,-1-4 0,-3-3 0,-2-1 30,-5 10 0,-3-2 0,-3-8 414,-10-8 1,0-9-3722,-10-1 3143,11-16 1,17-16 0,6-4-1</inkml:trace>
  <inkml:trace contextRef="#ctx0" brushRef="#br0" timeOffset="11533">12220 4180 7533,'-19'-9'2968,"1"1"-1619,28 0-359,27 6-1125,-7-6 0,4 0 0,5 7 0,2 0-990,5-3 1,-1 1 1124,-8-1 0,-9 8 0,-17 19 0,-37 6 0</inkml:trace>
  <inkml:trace contextRef="#ctx0" brushRef="#br0" timeOffset="11733">12245 4374 7533,'-20'0'3276,"19"-7"-526,47 5-3919,-2-2 0,7 0 349,-15 2 1,4-1 0,0 1 0,-2 1 654,1 1 0,-1 0 0,0-2 0,11-4 0,3-3 0,-5 0 0,-2 0 1,0-1-1</inkml:trace>
  <inkml:trace contextRef="#ctx0" brushRef="#br0" timeOffset="12316">13709 3916 6273,'-14'23'1638,"4"18"0,4 10-991,4-7 0,2 2 0,0 4-944,-1-4 0,-1 4 1,0 0-1,2 0-243,2-3 1,1 2-1,0-3 1,0-2 209,-2-2 0,-1-2 0,2-3-299,6 16 0,0-23-451,-6-36 1080,0-16 0,1-9 0,-2-6 0,-2-5 0,1-3 0,0 5 0,0-1 0,0 0 0,0 1 0</inkml:trace>
  <inkml:trace contextRef="#ctx0" brushRef="#br0" timeOffset="12674">13697 3704 7533,'5'-34'569,"1"0"1,4 5 0,4 1 59,14-9 1,5 5-181,-2 15 1,3 5-210,0 3 0,3 3 0,-1 5-30,-2 8 0,0 4 0,-1 4-120,0 3 0,0 3 0,-3 3-150,-2 3 0,-2 3 0,-8 3-150,-12 4 0,-9 3 0,-3-3 210,1 2 0,-8-2-23,-10-8 1,-9 0-1,-3-3 1,4-4-68,-4-3 0,0-3-30,0 4 0,-2 2 0,4-7-1229,-10-5-1259,36 6 2608,14-14 0,17 2 0,6 0 0,2-4 0,0 0 0</inkml:trace>
  <inkml:trace contextRef="#ctx0" brushRef="#br0" timeOffset="13040">14693 3598 7533,'0'-35'2428,"-5"0"-1708,-7 15-720,-18 5 90,6 26 0,-1 9 135,-12 8 0,-1 7-214,10-1 1,1 5 0,1 3 325,5-5 0,1 3 1,2 1-1,1 0 45,1 2 0,1 1 1,2 2-1,3-1-585,1 4 1,4 1 0,1-1 0,3-3-8,1 3 0,4-3 0,4-2-883,6 4 1,5-1 0,3-8 993,0-11 1,5-7-1,5-4 1,0-9 0,5-20-1</inkml:trace>
  <inkml:trace contextRef="#ctx0" brushRef="#br0" timeOffset="13582">14964 3775 10591,'5'28'869,"1"1"1,7 10-1,4 4-869,-2-1 0,2 4 0,2-1-816,4-1 0,3-2 0,-1 0-174,-3-5 1,-1-2 0,0-2 989,9 5 0,-5-7 0,-12-11 0,-16-15 0</inkml:trace>
  <inkml:trace contextRef="#ctx0" brushRef="#br0" timeOffset="13903">14866 4445 7533,'-26'-18'3058,"8"9"-1079,24-15-1080,13 2 1,10-4-1,2 0-449,2-5 0,2 0 0,3-3-673,-5 4 0,1-1 0,2-2 0,0 0 1,-2 3-206,1-2 1,-1 2 0,-1 1-1,-1 0-665,5-4 1,-1 1 0,-7 1-547,-4-1 1,-7 5 1564,-1 8 1,-17-5-1,0 14 1</inkml:trace>
  <inkml:trace contextRef="#ctx0" brushRef="#br0" timeOffset="14254">15678 3440 7533,'0'-28'3276,"11"26"-526,13 45-2390,-7-2 0,-1 8-841,-3-7 0,0 4 0,0 4 0,-4 1 337,-4-5 0,-2 3 0,-2 0 0,0 1 1,0-1-55,1-4 0,0 0 0,0 0 0,-2 0 0,-3 0-36,-3 3 0,-3 1 0,-2-1 1,-2-4-1,-1-6 84,-4-4 0,-1-7 0,-4-1-16,-3 2 1,-3-1 0,0-10 165,-4-16 0,2-8 0,5 3 0,3-4 0,-6-27 0</inkml:trace>
  <inkml:trace contextRef="#ctx0" brushRef="#br0" timeOffset="15004">16318 3704 7533,'-19'-8'989,"6"6"-809,8-5 630,5 22 449,0 20-585,2 1 1,1 7-286,-1-2 1,1 3 0,-1 2-642,0-5 1,0 2 0,-1 0 0,1 1 71,-1 2 0,1 2 0,-1 0 0,0-2-427,0-4 0,-1 0 0,-1-2 0,1-3-68,0 11 0,0-6-944,0 5 1619,11-55 0,3-18 0,11-11 0</inkml:trace>
  <inkml:trace contextRef="#ctx0" brushRef="#br0" timeOffset="15391">16281 3757 8162,'0'-30'360,"0"-1"0,5-16 449,7 20 1,5 3 449,28 5-944,-7 22 0,4 9-135,2 4 0,-1 8-247,-14 1 0,-2 5 0,-1 1 37,-1-2 0,-2 0 0,-4 3-90,-5 2 0,-4 2 0,-8 0 210,-10 0 0,-7 0 0,-2-2-225,-3 6 0,-6-6-45,-4-13 0,-6-4 0,2-4-201,1-2 0,2-6-924,2-7 1,2-4 1304,-3-4 0,46-7 0,18-1 0</inkml:trace>
  <inkml:trace contextRef="#ctx0" brushRef="#br0" timeOffset="16206">17339 3545 7533,'-17'-27'1259,"3"9"-899,-15 11-180,14 14 359,-14 11 1,-1 17-630,3 2 45,4-8 0,0 1 180,3 0 0,1 3 135,2 1 0,0 4 0,2 2 89,2 1 1,3 2 0,0 0-253,1-1 0,0 1 1,4 0 12,3 2 0,4 2 0,3-4 59,8 4 1,4-2-581,3 1 1,6-4-140,5-12 1,4-7-361,-3-8 1,-1-5-1,-2-1 1,-1-2-181,14 3 1080,-17 0 0,-8-18 0,-5-12 0</inkml:trace>
  <inkml:trace contextRef="#ctx0" brushRef="#br0" timeOffset="16516">17426 3881 10321,'-14'-10'1709,"20"18"-3058,19 19 539,-1-5 1,2 1-1,-2-3 1,2-3 44,10 2 1,-1-4 764,2-6 0,-1-13 0,1-7 0,-14-4 0,0 0 0</inkml:trace>
  <inkml:trace contextRef="#ctx0" brushRef="#br0" timeOffset="16768">17943 3757 7533,'-7'-29'3276,"-10"5"-2325,-8 56-771,7-8 0,-3 6 0,0 2-210,0 8 0,2 3 0,-1 3-523,1-4 1,0 3-1,0 1 1,4-2 162,1 5 0,4 0 1,1-2-181,2-10 0,1-1 1,2-4 299,2-2 0,6-9 332,18-13 1,-7-33-1,15-13 1</inkml:trace>
  <inkml:trace contextRef="#ctx0" brushRef="#br0" timeOffset="17133">17955 3351 10051,'21'36'468,"-1"0"0,1 0 0,0-1 0,-1 1 0,0 0 0,-1 1 0,0 3 78,-4-3 0,1 2 0,-1 1 0,0 2 0,-2 0 0,-1-1-1046,-2 2 1,0 0 0,-2 0 0,0 1 0,-3-1 0,-1 0-5,-1 6 0,-2-1 0,-2 0 1,-2-1-1,-2 0 180,-1 0 0,-1 0 0,-3-2 1,-2-1-1,-5-3 353,-9 0 0,-7-3 1,-1-2-1,1-2-29,-1 4 0,0-2 0,0-3 0,-2-2 0,1-3 0,3 0 0,6 2 0,0 0 0</inkml:trace>
  <inkml:trace contextRef="#ctx0" brushRef="#br0" timeOffset="28241">4410 5874 7623,'-10'-10'629,"2"2"-449,0 8 0,6 0 540,-6 0-181,8 0 271,0 0-990,-7 0 90,5 0 90,-6 0 0,0 0 450,14 16 44,1 7 1,3 5-345,3-1 0,3 4 0,1 1-404,2 7 1,2 3-1,1 2 218,-5-8 0,-1 1 0,2 2 0,-1 0 0,2-2-54,0-1 0,1 0 0,0-1 0,0 0 1,-1 0 21,1 7 1,-1 0-1,-1-1 1,1-3 50,2-1 0,0-2 0,-4-6 17,-2 13-990,-15-33-809,0-9 1799,0-9 0,-7-9 0,-3 0 0</inkml:trace>
  <inkml:trace contextRef="#ctx0" brushRef="#br0" timeOffset="28702">4445 6844 7533,'-35'0'899,"7"-8"271,11-10 179,40-25-855,-2 7 1,5-6-708,0 8 0,4-3 1,3-1-1,-2 0 303,-3 3 0,0 0 0,0 0 0,1-3-255,-4 6 0,0-3 0,1-1 0,0 1 0,-1 1 0,-1 2-213,4-3 1,0 2-1,-2 1 1,0 1-523,4-9 1,-1 0 0,-4 6 314,-2 4 0,-3 9 585,-3 13 0,-17 18 0,0 8 0</inkml:trace>
  <inkml:trace contextRef="#ctx0" brushRef="#br0" timeOffset="29083">5390 6279 7533,'-25'-9'3276,"6"-7"-2415,1 14-4138,18 2 3039,0 2 1,24 14-1,2-7 1</inkml:trace>
  <inkml:trace contextRef="#ctx0" brushRef="#br0" timeOffset="29233">5340 6544 7533,'-25'8'1709,"2"-6"-1709,16 6 0,28-16 0,13-2 0</inkml:trace>
  <inkml:trace contextRef="#ctx0" brushRef="#br0" timeOffset="31511">6424 5980 7803,'-6'-20'1799,"5"4"-1350,1 8-359,1-1 180,10-1 90,-4 2-180,0 8-270,-2 0 90,-10 8-90,-2 10 45,-6 9 0,-3 4-135,3 1 0,-1 3 90,-2 0 0,-3 3 0,1 1 202,-1 1 1,0 2 0,1-1 217,1-1 0,2 0 0,0 0-61,0-4 1,0 0 0,4-2 135,3 2 0,4-4-45,4 3-270,7-17 719,32-2-314,-14-14 0,2-2-316,18 1 1,2-2-90,-3-7 0,1-2-1183,-6 4 1,3-1 0,-4 0-547,-2-2 1,-3 1 833,2 3 1,-5 2-456,-14 3 1260,-21 0 0,-29 8 0,-13 2 0</inkml:trace>
  <inkml:trace contextRef="#ctx0" brushRef="#br0" timeOffset="31739">6350 6421 7533,'-25'-10'2158,"-5"-6"-988,15 6-1,9 0-809,26-5-90,11 9 0,7 2-855,1-1 0,2 0-435,-6 0 1,1-1 0,-2 2 1019,8 4 0,-9-2 0,-12-14 0,-32 6 0</inkml:trace>
  <inkml:trace contextRef="#ctx0" brushRef="#br0" timeOffset="31949">6399 5962 7533,'-14'-24'1092,"1"1"0,3-2 0,9 1 546,17 5 0,9 3-372,15-4 1,6 2-1777,-8 8 0,3 1 0,1 1-583,3 0 1,1 2 0,-1 4 907,-5 4 0,-2 3 0,-4 4 1,4 9-1,-7 7 0,-12 7 1,1 1-1</inkml:trace>
  <inkml:trace contextRef="#ctx0" brushRef="#br0" timeOffset="32571">7002 6421 7533,'-25'0'2338,"1"7"-1888,10 27-270,6-5 0,5 4-90,8 11 0,6 3-240,-2-14 0,1 1 0,3-3-435,12 5 1,6-8 539,1-13 0,-1-12 314,-1-20 1,-4-11-150,-10-1 0,-5-5 0,-1-1 90,-2-4 0,-2-1 0,-2 1 419,-3-9 1,-2 4-270,0 11 0,0 15 90,1 67-540,9-10 0,4 7 0,0 2 33,-4-4 0,-1 1 0,1 3 0,0 0 309,0-4 0,1 2 0,0 1 0,-1-1 0,-3-2 242,-1 1 1,-1 0 0,-3-3 0,-4-2-471,-7 5 1,-5-3-1,-3-5 21,-5 2 0,-8-11 53,-9-23 1,-7-12 0,1-5-909,7-3 1,2-3-1,0-4 337,2 1 1,-1-2 0,1-1 0,4 0-38,0-3 1,3 0-1,6-1-1129,3-11 1,15 3 1708,20 16 1,10 3 0,2-1 0,4 1 0,2 1 0,7 1-1,1 0 1,0 0 0</inkml:trace>
  <inkml:trace contextRef="#ctx0" brushRef="#br0" timeOffset="33022">7433 6650 7533,'-5'-28'3276,"3"3"-1515,13 7-2121,26 9 315,-10 0 0,3 2 90,10 3 0,0-2 315,-7-5 0,-2-3 404,-1 2 1,-5-4 764,-12-27-1799,-32 21-630,-9 7 1,-6 7 764,2 20 0,-1 7 315,-3-6 0,5 6-360,10 19 0,10 8-90,10-1 1,8 0-676,10-1 1,10-4 897,-4-15 0,5-3 1,1-8-1,12-9 0,2-10 1,2-10-1,0 1 0</inkml:trace>
  <inkml:trace contextRef="#ctx0" brushRef="#br0" timeOffset="33849">8774 5944 7533,'-5'-19'2338,"-8"-13"-1708,-5 21-270,-18-15-270,-13 32-180,13 8 0,-2 7 359,6 2 1,1 5 0,1 2-60,2 0 0,3 3 0,0 4-98,4-2 1,-1 4-1,3 1 1,4-2-78,4 4 1,4-2 0,3 2 53,3 5 1,3 1 0,4-4-450,9 4 1,10-8-241,2-16 0,6-4 1,1-3-616,11-1 1,2-5 121,-6-3 1,3-2 0,-2-4 1076,4-2 0,-2-8 0,-13-4 1,-1-5-1,-2-3 0,3-13 1,-1 0-1</inkml:trace>
  <inkml:trace contextRef="#ctx0" brushRef="#br0" timeOffset="34165">8971 6438 7533,'-18'-15'3276,"-12"3"-1155,3 2-1941,-8 43-360,25-3 0,6 5-405,3 14 0,7 0 225,7-10 1,6-4 494,9 1 0,6-13 359,-7-24 1,-2-12-45,0-6 0,-7-9-720,-16-14 0,-10-6 135,-2 2 0,-7 2-1214,-9 6 0,-3 6-1440,0 4 2789,2 22 0,60 32 0,8 1 0</inkml:trace>
  <inkml:trace contextRef="#ctx0" brushRef="#br0" timeOffset="34454">9267 5997 7533,'-26'-29'3276,"8"5"-166,12 71-2975,6-19 0,0 3-315,1 2 0,0 6 0,1 3 0,0-3-183,1 8 1,1-1 0,1 2-133,0-3 0,2 2 1,-1 0-1,0-4 45,1 0 1,0-3-1,0-3 476,4 11 1,1-18 0,-5-30 0,-2-39 0</inkml:trace>
  <inkml:trace contextRef="#ctx0" brushRef="#br0" timeOffset="35365">9599 6438 7623,'-7'0'809,"-4"-8"-539,4 6-90,-5-5 180,-17 7-270,13 7 449,-17 14 1,-1 7-405,18-4 0,4 3 45,-3 8 0,1 4 0,8-3-180,13-4 0,10-3-210,7-5 0,6-3 0,1-7 210,10-13 0,0-10 0,-7 0 0,0-2 0,-6-6-45,-3-20 0,-12-5 90,-13 4 0,-11 2 0,-11-2 0,-8 5 180,-7 12 0,-2 7-450,5 2 0,5 8-1664,-1 20-899,53-12 2788,-4 11 0,17-9 0,6-4 0,-11 3 0,-1 0 0</inkml:trace>
  <inkml:trace contextRef="#ctx0" brushRef="#br0" timeOffset="36223">9845 6473 7533,'0'-25'2698,"0"5"-2248,0 3-90,0 9 89,0 8-359,-6 0 180,-1 16-90,-10 3-90,4 8 0,1 5 45,1-4 0,2 1-45,-2 10 0,4 0-90,4-6 0,6-3-315,10-1 0,8-5-225,3-11 1,4-7 269,7-6 0,0-9 180,0-14 0,-3-7 315,-8-1 0,-4-3-45,-6-1 0,-4 0 854,-1-1 1,-7 3 314,-13-6-450,-2 5-719,-7 50-1799,8 21-20,13-2 1,3 1 867,5 13-308,13-14 0,6-5 269,15-9 765,-10-6 0,0-4 765,6-19 629,-11-4 90,-21-6-360,-1 11 1,-6 14-181,5 11-89,2-6-630,17-12-180,-11-21 0,-1-9 60,1-3 0,0-3 0,-2-1 30,-1 4 0,-2 1 0,0-1-31,0-5 1,0-1 0,0 6-689,4-4-810,22 60 1439,-14-3 0,0 4 0,-3 4 0,0 5 0,-1 0 0,8 7 0,1 0 0</inkml:trace>
  <inkml:trace contextRef="#ctx0" brushRef="#br0" timeOffset="38172">13045 5697 7533,'-13'-19'1259,"1"3"-360,-1 0-89,6 12 89,2-11 541,16 30-541,8 13-494,6 8 0,4 4-585,-9-12 0,2-1 0,0 3-544,0 1 1,1 2-1,1 1 1,-1-3-207,2-1 1,0-1 0,1-2 329,2 3 0,1 0 1,-2-6 599,-4-5 0,0-10 0,23-25 0,-21-23 0</inkml:trace>
  <inkml:trace contextRef="#ctx0" brushRef="#br0" timeOffset="38555">13697 5627 7533,'-32'-10'3276,"2"10"-2441,14 16 1,2 9-252,-2 15 1,1 8-428,4-10 1,1 3-1,-1 2 1,0 2-492,1-1 1,-1 1 0,0 2 0,0 1-1,-1-1 364,3-6 0,0 0 0,-1 0 0,1 0 0,-1 0 0,0-1 114,-2 7 0,0 1 0,-1-1 0,1-2 0,0-2 163,-4 8 1,2-3-1,0-4-127,-1 2 0,0-8-630,-3-13-899,11-17-180,1-24-630,17-3-540,14-9 2699,-3 3 0,23 15 0,-12 2 0</inkml:trace>
  <inkml:trace contextRef="#ctx0" brushRef="#br0" timeOffset="38816">13980 6262 7533,'-13'-24'1638,"0"1"0,-5-11 303,18 19-1941,18 28 0,-15 10 0,-2 5 0,4 15 0,-1-1 0</inkml:trace>
  <inkml:trace contextRef="#ctx0" brushRef="#br0" timeOffset="38949">13930 6526 7533,'-30'0'3276,"10"0"-2055,2 0-1221,18 8 0,29-14 0,10 4 0</inkml:trace>
  <inkml:trace contextRef="#ctx0" brushRef="#br0" timeOffset="39889">14828 5909 7533,'0'-18'1709,"0"1"-540,0-1-269,-5 24-586,-3 21 1,-1 13-165,0-4 0,1 5 0,-1 1-439,1-3 1,0 1 0,0 2 0,0 0 85,1 5 1,0 2 0,2 0-1,-1-4-97,1-1 1,1-4-1,1-1 12,-1 12 1,2-7-1063,8-13-628,-5-55 1978,16-5 0,-12-7 0,-2-4 0,6-2 0,0 1 0</inkml:trace>
  <inkml:trace contextRef="#ctx0" brushRef="#br0" timeOffset="40456">14805 5909 7533,'0'-43'2878,"0"21"-629,0-1-1620,5 46 451,7 22-631,-5-3 1,0 5-330,-1-15 0,0 1 0,-1 2-240,-1 5 0,0 2 0,1-3-465,3 1 1,2-3 134,-5-6 0,3-12-539,26-52 629,-17 7 0,-1-7 157,-2 2 1,0-5 0,0-3 0,-1 2 22,3-6 0,-1-1 1,-1 0 336,-3 6 1,1-1-1,-2 0 1,0 4 561,0-13 1,-2 6-136,-2 10 1,-1 15 584,1 48-809,-3-1 0,1 5-270,0 3 0,0 4 0,0 1-215,2 3 0,0 2 1,0 2 124,-1-11 0,1 3 0,-1 1 0,2-1 0,0-3-656,2 0 0,0-2 0,2-1 0,-2-1 356,4 14 0,-1-1 0,2-8-510,0-9 1,2-13-1867,7-18 2676,-9-1 0,14-23 0,-2 4 0</inkml:trace>
  <inkml:trace contextRef="#ctx0" brushRef="#br0" timeOffset="40955">15838 6279 7533,'-12'-26'1638,"1"0"0,-10-20-938,0 26 1,-4 5-1511,-21 5 405,11 19 1,-2 8 134,4 3 0,2 7 420,7 1 0,1 4 0,3 2 179,3-1 1,2 1 0,3-1 255,-1 9 0,7 0-316,9 3 1,12-7-810,10-23 1,6-9 179,9-9 0,2-10 315,0-7 1,-2-9 133,-13-1 1,-3-7 0,-3 1 210,-4 2 0,-3 0 0,-1 2 509,3-8 1,-7 5-1,-15 2-898,-14 76-586,9-11 0,1 3-225,-1 8 1,5 2-740,10-1 1,3-2 1573,-2-15 1,4-5 0,33 3 0,3-36 0</inkml:trace>
  <inkml:trace contextRef="#ctx0" brushRef="#br0" timeOffset="41774">16059 5786 8882,'-13'17'1079,"6"5"1,3 5-751,2 11 1,3 7 0,0 0-909,-1-1 1,0 0 0,0 5 272,-1-7 0,0 4 0,0 2 0,0-3 1,-1-5 185,0 0 0,0-5 0,0 0 659,-2 25 1,-5-22 1192,-8-54-1372,3-31-316,6 5 1,4-4-315,7 1 1,5 0 119,0 12 0,2 1 0,3 1 195,7-7 0,5 3 0,10 4 0,1 2 359,-6 3 1,-1 1 0,6-1 0,-3-1-225,-10-6 0,-6-5-120,-4 3 0,-2-4 0,-3 1-60,-2-2 0,-3 0 368,1-10 0,-6 16-98,-15 40-495,4 16 1,2 11 164,0 8 0,2 8 0,0 0-107,3-3 1,1 1 0,1 1 8,0-6 1,1 2 0,2 0-1,2-2 158,3-3 0,2-1 0,1-1 0,2-2-1,1 5 1,1-3 0,3-2-135,7 11 0,6-14 855,21-32-496,-21-22 1,-4-10-45,-1-8 0,-2-3 60,-3 13 0,0 0 0,-1 2 209,-1-2 1,-2 5 270,6 7 846,-2 46-2151,-8 11 1,-2 8-509,3-9 1,2 2 0,0 0 1085,-2 4 1,0 0-1,4-5 1,9-1 0,4-9-1,-1-15 1,0-1 0</inkml:trace>
  <inkml:trace contextRef="#ctx0" brushRef="#br0" timeOffset="41928">16945 6403 7533,'-12'-18'1092,"6"8"0,0 3 0</inkml:trace>
  <inkml:trace contextRef="#ctx0" brushRef="#br0" timeOffset="43049">17438 6244 7533,'37'-17'2968,"5"-1"-1709,-9-8-269,-3-1-451,-12-8 181,-22-1-540,-16 9-585,-2 12 0,-5 5 0,-8 5 1,-4 8 104,4 4 0,-3 5 0,2 2 180,2 2 0,1 3 1,2 3 178,-4 2 1,1 3 0,5 2 150,10 1 0,5 3 0,4-2 15,0 7 0,9-1-90,16 8 0,11-4-180,3-17 0,6-9 404,14-13 1,1-12-225,-10-7 0,-2-7-180,0-6 0,-5-3 180,-13 2 0,-3 4 585,1 5-540,-12 6-540,-2 50-1279,8 0 1,5 2 623,4-1 0,4-1 295,5 4 1,4-8 719,1-14 0,1-14 0,-4-21 0,-2-11 0,-5 5 0,-1-1 0,1 1 0</inkml:trace>
  <inkml:trace contextRef="#ctx0" brushRef="#br0" timeOffset="43573">17980 5539 7533,'-33'13'1574,"13"27"0,5 12-1275,9-15 1,2 1 0,0 5-640,1-2 0,1 5 1,-1 2-1,1 0 0,0-2 412,0-3 0,1 0 0,-1-1 0,1-1 0,2 0-185,0 5 1,3-1 0,-1-1-1,0-3 295,-4 7 0,-1-4 0,7-18-2,12-26-270,-12-28 0,-3-15 0,3 2 0,1-5 0,1 0 211,-1 0 1,0-1 0,1 1-32,-1 4 0,2 2 0,2 6 134,7 6 1,2 13 405,0 27 0,0 12-540,-3 1 0,-1 6 0,-2 3-180,0 8 0,-3 4 0,-2-1 488,-1-7 1,-1 0-1,-7-2-158,-6-2 0,-5-1 0,-3-6-195,-1-6 0,-5-7-495,-14-11 0,-1-6-2608,-3-1 133,14-27 2925,32 27 0,20-17 0,10-5 0,6 6 0,-1 1 0</inkml:trace>
  <inkml:trace contextRef="#ctx0" brushRef="#br0" timeOffset="43755">18324 6227 7533,'0'-28'3276,"0"10"-1245,5 42-3670,4 2 1,0 3 1322,-5-4 0,2 1 0,18 15 1,7-2-1,-8-15 0,1-1 1</inkml:trace>
  <inkml:trace contextRef="#ctx0" brushRef="#br0" timeOffset="44768">18730 5627 7533,'-18'-28'2608,"10"11"-2338,-9 40 269,11 10 1,3 10 0,0-1-420,0-8 0,0-1 0,1 6-469,0-2 1,-1 6-1,1 3 1,0 0 0,1-2-1,0-6 49,0 8 0,1-6 1,1 2 119,-1-1 0,2 3 0,-1-3 0,1-6-483,0-4 1,3-11-58,13-20 720,18-20 0,-14-4 0,1-3 0,8 0 0,-1-1 0</inkml:trace>
  <inkml:trace contextRef="#ctx0" brushRef="#br0" timeOffset="44969">18951 6191 8522,'-7'-10'3276,"2"26"-2414,5 21-1897,4-3 1,3 3-605,-1 4 1,2-2 1072,-2-13 1,1-3 565,10 16 0,1-70 0,8-8 0</inkml:trace>
  <inkml:trace contextRef="#ctx0" brushRef="#br0" timeOffset="45321">19259 5556 7533,'0'-29'3058,"0"-3"-1439,0 54-1349,0 7 119,2 3 1,0 7 0,0 0-270,-2-2 0,1 0 0,-1 3-333,1 2 1,1 4 0,-1 0 0,1 0-373,-1-3 1,0 0-1,0 0 1,1-1-236,1-2 1,-1-1 0,2 0 0,-1-2-98,1 1 1,1-2-1,0-5 917,2 1 0,-2-15 0,-16-56 0,1 10 0,0-1 0</inkml:trace>
  <inkml:trace contextRef="#ctx0" brushRef="#br0" timeOffset="45915">19222 6174 7533,'-19'-38'2968,"6"5"-3598,24 23 540,10 18-405,10 0 1,2 4 44,-5 5 0,-1 1 225,7-8 1,-1 0 404,10 13 1439,-25-29-1170,-12 4 901,-18-8-991,-2 10-674,8 24 1,5 9 89,5-7 0,5 1-90,9 17 0,6-2 135,-6-14 1,5-10-61,9-17 0,6-9 0,-5-7 1878,-7-19 0,-3-7-1411,1 14 0,2 0 1,-6 1 222,-4-17-450,-14 72 0,-4 20 119,-1-13 1,-1 2 0,0 4-164,1-5 1,0 4 0,-1 1 0,0 1 0,-1-2-25,-3 7 1,0 0-1,-2 0 1,-1-2-1,-2-3 1,-1 0 0,0-1-1,0-3 98,2 3 0,1-2 0,-6-11-750,-22-12 1,-2-18 719,13-17 0,2-9 0,-9-4 0,1-3 0,7-5 0,1 0 0</inkml:trace>
  <inkml:trace contextRef="#ctx0" brushRef="#br0" timeOffset="46116">19111 5803 7533,'-25'-5'179,"0"0"1,-3-2-180,1 7 0,3 7 0,11 19 0,8 11 0</inkml:trace>
  <inkml:trace contextRef="#ctx0" brushRef="#br0" timeOffset="46332">18497 5821 7533,'-36'-16'112,"19"4"0,28 3 1,31 11-1</inkml:trace>
  <inkml:trace contextRef="#ctx0" brushRef="#br0" timeOffset="97305">4269 8114 7173,'0'-10'180,"0"2"-90,0 0 90,-8-1 0,6-1 269,-6 2-179,8 0-90,0 6-270,0-6 180,0 8 899,0 0-899,-8 0-90,6 0 0,-6 0 0,8 0 90,0-8-90,0 7 180,0-7 180,0 8 90,0 0 1349,24 47-1380,-12-16 1,0 6 0,1 1-647,4 3 0,2 3 0,0 4 173,-5-5 0,0 6 0,-1 1 0,1-2 0,0-3 9,-1-6 0,1-2 0,0-1 0,-1 1-124,1 8 1,-2 3-1,1-2 1,1-7 168,9 1 0,-3-7-135,-9-6 0,-2-5-765,7-12-269,-16-3-2108,0-30 2785,0 9 492,0-11 0,-8 17 0,-2 8 0</inkml:trace>
  <inkml:trace contextRef="#ctx0" brushRef="#br0" timeOffset="97620">4233 9172 7533,'-15'-20'1092,"-1"-1"0,18-18 0,14-8-437,-2 16 0,6-3 1,2-2-1,3 0 0,-1-2-1195,1 1 1,2-2-1,1 0 1,0-1 0,0 0-1,-1 0 555,-1 2 0,-2-1 0,1 1 0,0 0 0,-1 0 0,1 0-180,0 1 0,0 0 0,1 1 0,-1 0 0,-2 1 1,-2 2-656,1-3 1,-3 2 0,-1 2 0,0 1 532,3-1 1,-1 2 0,-2 2 0,-1-4 0,-4 5-1,-2 2 1</inkml:trace>
  <inkml:trace contextRef="#ctx0" brushRef="#br0" timeOffset="98437">5501 8467 7533,'-14'0'2968,"-8"-8"-1799,14 6-3058,-4-6-179,23 16 2068,4 2 0,9 31 0,-15-18 0,0 1 0</inkml:trace>
  <inkml:trace contextRef="#ctx0" brushRef="#br0" timeOffset="98583">5488 8696 7892,'-25'10'2159,"7"-2"-3508,24-16 1349,12-2 0,10-2 0,4-2 0,3 1 0,1-1 0</inkml:trace>
  <inkml:trace contextRef="#ctx0" brushRef="#br0" timeOffset="100240">6547 7990 6723,'-6'-27'3148,"5"9"-2968,-10 11-180,10 7-90,-4 0 270,-1 0-180,5 0 180,-5 7 360,6 19-270,0 11-90,0 8-31,0-13 1,0 5 0,0 0-150,0 0 0,0 0 0,0 3-292,0 3 1,0 3 0,0 2 0,0-1 223,0-2 1,0 0 0,0-1-1,0 0 23,0-2 0,0-1 0,0-1 0,0-2 75,0 3 0,0-2 0,0-3 330,0 2 0,0-8-180,0-12-360,0-28-180,-11-17-90,7-5 1,0-3 314,-5 2 0,0-1 402,3-6 1,5 0-223,4 11 0,5 5 495,35 6-450,-15 14 0,2 2 90,7 4 0,0-4 134,0-6 1,-2-9-105,-10-6 0,-1-6 0,-4-3-60,-2-5 0,-3-4 0,-2-1-257,-2 5 1,-1-1-1,-2-1 1,-2 0 106,-4-9 0,-3 1 0,0 1 60,1 9 0,-1 1 0,0 3-150,-2-1 0,1 6-90,7 2-270,8 44 900,-8 9 0,-2 7-390,3-2 0,0 4 0,-1 1-291,-4 6 0,-1 1 1,0 5 248,1-4 0,0 5 0,0 2 0,0-1 0,1-4-86,-1-6 1,0-3-1,0-1 1,1 3-239,-2 2 0,0 3 0,1 0 1,0-3-1,3-8-482,7 2 0,1-7 788,9 12 0,9-49 0,-5-11 0</inkml:trace>
  <inkml:trace contextRef="#ctx0" brushRef="#br0" timeOffset="100706">7138 8714 7533,'-20'-18'3276,"8"8"-1785,34 2-1896,1 8 0,5 0 225,11-2 1,4-4 44,1 0 0,-1-5 449,-6-5 1,-6-3 90,-9-2 0,-7-3-135,-10-11 0,-10 1-91,-7 8 1,-7 3-90,-5 1 0,-2 9-225,-3 20 1,1 11-91,2 6 0,3 9 165,8 7 0,5 8 0,3-1-165,5-8 1,3-1 0,5 1-1,2-2 0,3 2 0,3-2 0,2-3-465,5-3 1,3-3-1,3-5-150,3-3 1,1-5 0,0-7 839,5-11 0,-4-11 0,-7-17 0,-6-9 0,-10 7 0,1-1 0,-1 1 0</inkml:trace>
  <inkml:trace contextRef="#ctx0" brushRef="#br0" timeOffset="100906">7654 8555 7533,'-5'-43'3276,"4"21"-166,-5 22-2480,6 45-1215,0-14 0,0 3-1054,4 12 1,3 2 1386,3-6 1,4-2 0,4-6-1,3-3 1,4-6 0,-1-1-1</inkml:trace>
  <inkml:trace contextRef="#ctx0" brushRef="#br0" timeOffset="101673">8023 8643 7533,'0'-20'1259,"0"-3"-360,0 5-449,-5-9-450,-7 7-360,-13 5 270,-12 30 90,12 11 0,1 7 90,2 6 0,5 6-68,8-9 1,3 4 0,2 1-1,4-3-566,4 2 1,5-1-1,2-2 214,0 1 0,2-1 1,4-8 14,15-9 0,2-15 540,-7-27 0,-4-15 45,-8 7 0,-2-5 0,-2-2-31,-1-6 1,-2-4 0,-3 2 149,-3 5 1,-3 0 0,0 5-120,1-6 0,-1 19 540,-5 38-900,8 15 0,5 13 0,0 2 202,-2-7 1,1 2-1,-1 2 1,0 3-547,-1-4 0,-1 5 0,1 1 0,-1 0 0,0-2 1,0-3 410,0 2 1,-1-4-1,0 0 1,-4 1 471,-1 6 1,-2 3 0,-3-5 0,-5-9 850,-13-6 0,-5-15-1031,-11-20 1,-2-16-300,11-2 0,1-6 0,3-6-392,5-1 1,2-6 0,3-1 0,2 1-419,-3-5 1,4-1-1,8 1-253,11-2 1,9 1 0,2 5 939,3 6 1,6 7-1,3 10 1,5 2-1,0 4 1,0 4-1,1 1 1</inkml:trace>
  <inkml:trace contextRef="#ctx0" brushRef="#br0" timeOffset="102291">8331 7973 7533,'-5'-35'1889,"4"15"-1530,-5 43 316,3 6 0,1 7-428,1-2 0,0 4 1,2 3-1,-2 1-461,0-2 1,0 2-1,-1 1 1,1 1-1,1 1 244,0-3 0,0 1 0,0 1 0,1 1 0,1-1 0,0-2-192,2 5 0,0 0 0,1-1 0,0-1 0,0-2-63,0 0 0,-1-1 1,1-3-1,3-7 650,6 2 0,2-17-515,13-52-30,-19 7 0,-2-6 0,0-2 60,4-7 0,1-3 1,-1 0 21,-1 0 0,-1 1 0,0 1 337,-1 3 1,-1 1 0,0 7 1049,4-6 1,-6 50-1440,-6 28 0,0 11-45,5-8 0,1 2 9,-4-7 0,-1 1 0,4-3-1179,5-6 1,3-2 224,1 8 1,2-11-809,17-35 1943,4-21 1,-24-1 0,-4-10 0,-1 0-1,1-3 1,-1 0 0,0 0 0</inkml:trace>
  <inkml:trace contextRef="#ctx0" brushRef="#br0" timeOffset="102485">8836 8114 7533,'0'-39'3276,"0"54"-2621,2 17 1,1 11-611,0-5 0,0 5 0,0 2 0,1 1-701,-1-5 1,1 0-1,-1 2 1,1-1 0,1-1 357,0 9 0,2-1 0,-1-1 0,0-1 0,-1-6 0,0 0 0,-1-3 0,1-3 1,4 7-1,0 0 0</inkml:trace>
  <inkml:trace contextRef="#ctx0" brushRef="#br0" timeOffset="102716">8762 8467 7533,'-4'-31'1092,"-1"1"0,10 2 0,9 1 0,8 3 0,8 0 0,3 3-1298,-1 6 1,3 3 0,1 0-888,4-3 1,0 0 0,-2 4 436,0 7 1,-7 6-1,-2 16 1,-37 19 0</inkml:trace>
  <inkml:trace contextRef="#ctx0" brushRef="#br0" timeOffset="102932">7667 8184 7533,'-31'-23'546,"0"-1"0,14-11 0,12-2 0,22 8 0,0 1 0</inkml:trace>
  <inkml:trace contextRef="#ctx0" brushRef="#br0" timeOffset="105290">11371 8114 6813,'-19'-28'3238,"1"11"-2788,11 1-90,2 6 179,5 1 361,11 1-270,2 23 179,12 13-899,-11-4 0,2 5-240,2-1 0,2 2 1,1-2-166,10 7 0,3-1 135,-5-8 1,2 1-1,1-4-495,11 1 1,0-5-226,-7-8 1,-2-2 1079,-8 2 0,-3-7 0,0-27 0,-17-7 0</inkml:trace>
  <inkml:trace contextRef="#ctx0" brushRef="#br0" timeOffset="105638">11925 8043 7713,'-25'-29'3276,"-5"21"-2306,11 31 1,1 13-941,2 0 0,-1 6 0,1 3-587,4-8 1,-1 3 0,1 2 0,0 0 0,0 1 526,0-4 0,0 2 0,0 0 0,1 0 0,-1 0 0,2-1-150,-1 8 0,0 0 0,1-1 1,0 0-1,0-4 467,-1 1 0,-1-3 0,2-1 0,2-4-377,0 15 0,3-10-476,0-15-603,10-34-360,8-12 1529,17-15 0,-14 14 0,1-1 0,4-1 0,0 1 0</inkml:trace>
  <inkml:trace contextRef="#ctx0" brushRef="#br0" timeOffset="105866">12072 8661 7533,'-7'-38'2608,"1"5"-4767,12 23 181,-5 10 1978,5 10 0,-12 31 0,-1 6 0</inkml:trace>
  <inkml:trace contextRef="#ctx0" brushRef="#br0" timeOffset="105999">12023 8837 7892,'-19'18'2159,"7"-8"-3328,6-3 1169,12-7 0,17-15 0,10-5 0</inkml:trace>
  <inkml:trace contextRef="#ctx0" brushRef="#br0" timeOffset="107133">12577 8184 7533,'-7'-17'449,"-4"-9"361,5 7 179,-1 1-1168,-10 18 358,3 33-59,4-1 0,-1 6 0,2 2-90,2 7 0,2 2 0,2 4-290,2-7 1,2 3 0,1 3 0,2-2 0,1-4 259,2-2 0,3-2 0,0-3 0,2 1 0,0-1 0,1 2 0,2-5 0,3-9-45,17-6 0,1-17 180,-6-20 0,-2-11-255,-6 3 0,-1-4 1,-2-2-181,-1-10 0,-2-3 0,-2 2 255,3 0 0,-2 4 90,-3 1 0,-1 15 360,-3 42 0,2 15-316,1-7 1,3 2 0,2 3-279,1 2 0,2 4 0,2 0 0,1-5 219,5 1 0,1-3 0,3-6 180,4-3 0,3-5 0,-3-13 928,8-24 1,-5-17-840,-12 2 1,-3-6 0,-4-5-246,-7 9 0,-2-5 0,-2-1 0,0-1 0,-2 1-524,2-8 1,-1 0-1,-2 0 1,-2 0 271,-1 7 0,-1 0 0,0 0 0,-2 2 0,-2 4-552,-1-2 1,-3 4 0,0 6 749,-7-11 0,-4 58 0,13 16 0</inkml:trace>
  <inkml:trace contextRef="#ctx0" brushRef="#br0" timeOffset="107855">13598 8802 7533,'-30'0'1079,"4"0"-1079,7 15 180,35-3 269,7 2 1,5-2-360,14-11 0,3-8 90,3-3 0,-1-8-180,-16 1 0,-2-5 0,-3-1-90,1-13 0,-9-1 45,-10 5 0,-10 1 45,-16 6 0,-8 7 180,-5 13 0,-2 8 45,-3 10 0,3 10 224,3 13 1,6 8-405,7 0 0,8 4-105,9-8 0,6 2 0,4-4-75,12 2 1,8-4-16,-3-10 0,2-2 0,2-5-525,10-6 1,0-9-181,-6-5 1,-3-7 854,-2-7 0,-6-6 0,-12 0 0,-2-3 0,0-2 0,1-1 0</inkml:trace>
  <inkml:trace contextRef="#ctx0" brushRef="#br0" timeOffset="108074">14165 8696 7533,'-19'-10'3276,"6"2"-1335,8 24-2481,16 19-1889,2 12 1170,-2-13 0,3 1 1259,0-7 0,2-1 0,1 0 0,3-1 0,2-5 0,0 1 0</inkml:trace>
  <inkml:trace contextRef="#ctx0" brushRef="#br0" timeOffset="108690">14459 8714 7533,'-24'0'1799,"-6"23"-1260,10 14-269,8 4 0,6 5-540,8-1 0,7 2 90,-1-13 0,2 0 1,3-4-91,8 3 0,3-11 0,26-30 315,-32-17 0,-5-7-45,-1-7 0,-6-4 180,-7 4 0,-4-2 0,0 3 134,1 1 1,-2 3 135,-4-9 0,3 18-450,10 44 0,6 22 0,0 1-60,0-8 0,1 1 0,0 6-154,-1-1 0,0 6 0,1 5 1,0 0-1,-1 0 0,-1-4 178,-1-2 0,0-2 0,-1-1 0,-2 0 0,-1 1 216,-2 4 0,-2 0 0,-1 1 0,-2-2 0,-1-4 209,-1 8 1,-2-4 0,-8-9 419,-22-4 1,-6-15-585,14-18 0,0-12 89,-1-13 1,-3-11 0,1-5 0,3 4-225,4 4 0,2 1 0,1-3-720,0-4 0,0-3 1,3-1-1,8 6-529,8-1 0,9 6-101,9 9 1,7 3 1259,8 2 0,6 1 0,-1 3 0,1-2 0,1 0 0,0-1 0,-1 0 0,1 0 0</inkml:trace>
  <inkml:trace contextRef="#ctx0" brushRef="#br0" timeOffset="109223">14780 8273 7533,'-3'-33'1349,"0"1"0,2-11-899,-5 43 90,6 43-226,0-2 1,0 6-165,0-5 0,0 2 0,0 3-492,0-3 0,-1 3 1,1 0-1,1 0 117,2 0 0,1 1 0,1 0 1,0-1 89,-1-5 0,0 1 0,1-3 0,2-3 219,1 1 1,2-4-1,4-10 6,27-8 90,-14-53-90,-8 7 0,-2-3-45,-4-1 0,-2-2 495,2-4 0,-1 1-181,-5 8 1,-1 5 214,5 7-1564,-11 33 225,2 13 1,2 6-450,4-1 0,2-1 1214,0-1 0,6-5 0,8-12 0,5-7 0,0-7 0,0-1 0</inkml:trace>
  <inkml:trace contextRef="#ctx0" brushRef="#br0" timeOffset="109518">15272 8255 7533,'-25'-35'3276,"11"15"-1875,9 44-1086,9 1 0,4 6-675,-2 4 0,0 4 0,1 1-494,3 6 1,1 1-1,-1 1 471,-3-8 1,-1 0 0,1 1 0,-1-1-68,2 9 0,1 0 1,-2-2 29,0-4 0,-1-2 1,-1-3 468,0-2 1,-3-10-1,-8-16 1,-7-32-1</inkml:trace>
  <inkml:trace contextRef="#ctx0" brushRef="#br0" timeOffset="109733">15222 8625 7533,'-6'-29'1092,"0"0"0,11 0 0,6 1 463,7-12 0,8 1-1735,11 9 0,7 6-785,-11 7 1,0 2 0,1 3 964,14 0 0,-3 7 0,-17 7 0,-4 4 0,8 13 0</inkml:trace>
  <inkml:trace contextRef="#ctx0" brushRef="#br0" timeOffset="109933">14152 8396 7533,'-33'-15'337,"-1"1"0,16-25 1,54 19-1</inkml:trace>
  <inkml:trace contextRef="#ctx0" brushRef="#br0" timeOffset="113752">17782 8184 7173,'-24'0'2429,"5"0"-1890,1-7-359,6 5 270,0-14 90,5 14-630,1-6 809,17 8-359,14 0 0,24 0-180,-7 0 0,6 0-210,-6 0 0,2 0 0,0 0-232,-6 0 0,-1 0 1,2 0 81,8 0 0,2 0 0,-6 0-45,-11 0 0,-2 0 0,4-2 1,-10 4 134,-22 6 0,-17 15 0,-8 3 45,6-9 0,-2 1-205,-9 15 0,-4 7 0,1 1 227,9-9 1,0 1 0,1 1-1,-2 0 90,-5 5 1,-1 0-1,-1 1 1,1 1 94,5-4 0,0 3 0,1 0 0,0-2 0,2-3 227,-5 5 1,2-3 0,3-2-30,-3 10 0,8-6-270,10-6 269,18-23 320,19-2-364,-6-14 0,4-4-1,16 5 1,2-1-765,-15-2 0,1-1 1,-1 0-241,1 2 1,1 2-1,-2-1-704,8 1 0,-3 1 1518,9-4 0,-44 8 0,-24 0 0</inkml:trace>
  <inkml:trace contextRef="#ctx0" brushRef="#br0" timeOffset="114033">17721 8696 7533,'-27'-5'1638,"1"0"0,-3-3 1638,64 8-2775,4-3 1,8-2-562,-2 3 0,3-1 0,2-1-760,-9-2 1,1 0 0,1-1 0,0 0 768,2 2 1,2 0 0,-2 1-1,-3-1 1,-1-1 0,-2-1 0,-3 2-1,10 1 1,0 0 0</inkml:trace>
  <inkml:trace contextRef="#ctx0" brushRef="#br0" timeOffset="114283">18816 8590 7533,'-13'-27'1259,"7"1"-1889,0 16 630,6 3 0,11 14 0,3 3 0</inkml:trace>
  <inkml:trace contextRef="#ctx0" brushRef="#br0" timeOffset="114433">18767 8802 7533,'-13'0'2069,"-4"-8"-2069,16-2 0,12 0 0,9 3 0</inkml:trace>
  <inkml:trace contextRef="#ctx0" brushRef="#br0" timeOffset="116199">19801 8167 7533,'0'-35'1709,"0"7"-1349,-6 10-450,5 11 0,-10 14 270,-1 19-136,-2-2 1,-3 5 15,0 2 0,-1 5 0,-1 1-200,-2 4 0,-1 1 0,0 2 364,3-7 1,-2 2 0,1-1 0,1-1-105,0 3 0,1-1 0,3 0 210,1-1 0,3-1 0,6-3-16,10-3 1,8-5-45,8 2 0,8-5-540,17-11 0,6-6-180,-19-3 1,2 0-1,-1-1-567,2-2 1,0-1 0,-3 2 341,3 2 1,-3 1 856,13-2 0,-43 6 1,-5-8-1</inkml:trace>
  <inkml:trace contextRef="#ctx0" brushRef="#br0" timeOffset="116435">19788 8749 7533,'-32'-24'869,"0"1"1,6 0-1,4 5-1049,5 8 360,38 2-540,-3 16-390,11-3 1,9 1 0,-4 1 209,-6 2 0,0 1 540,9-2 0,4-1 0,-8-4 0,-3-11 0,-4-12 0</inkml:trace>
  <inkml:trace contextRef="#ctx0" brushRef="#br0" timeOffset="116683">19751 8308 7533,'-26'-35'3276,"41"-8"-1676,10 19 0,8 2-1570,0 4 0,6 0 0,1 2-718,-4 2 0,2 0 0,2 1 0,-1 1-10,1-1 1,2 2 0,-1-1 0,-1 3-366,8-2 0,-2 2 1,-1 1 1062,-6 1 0,-2 0 0,-5 5 0,12 18 0,-22 4 0</inkml:trace>
  <inkml:trace contextRef="#ctx0" brushRef="#br0" timeOffset="117274">20330 8714 8072,'-14'7'1530,"-2"3"-1530,31 8-360,5 0 180,19-9-225,-12-13 0,-1-7 360,-7-6 0,-4-4 90,0-8 0,-5-4 360,-8-4 0,-6 3 404,-15-5 91,6 78-675,13 4 0,5 10-457,0-13 1,1 4 0,0 4 0,1 2 0,0-1 231,0-1 0,0 1 0,-1 0 0,1 2 0,0-2 0,-1-1-90,0-4 0,1 0 0,-1-1 0,-1-1 0,0 0 1,-2 0 358,-1 7 1,1 2 0,-3-2 0,-3-5 0,-5-8 394,-15 7 1,-9-15-305,-2-19 0,-4-12-420,8-7 0,-1-6 0,0-3 60,-1-5 0,0-3 0,1-1-60,0-1 0,0-1 0,4-1-780,1 2 1,3-1 0,6-1-800,6-10 1,10 4 1554,14-1 1,18 20-1,7 5 1,-12 8-1,0 0 1</inkml:trace>
  <inkml:trace contextRef="#ctx0" brushRef="#br0" timeOffset="117691">20724 8802 7533,'-19'-28'3276,"39"3"-2801,3 15 1,6 2-686,5-2 0,4-1 1,0-1-241,-1 0 0,1 1 0,-3-3 60,-1-2 1,-2-2-1,-5-1 885,-2-4 0,-13 1 494,-37-6-495,-9 23 1,-7 10 74,5 9 1,-3 7 0,2 3 269,-2 1 1,1 2 0,7 5-690,5 10 0,7 4 0,11-2-1365,13 2 1,16-6 121,10-15 1,10-5 0,0-6 1014,-7-8 1,1-4-1,-1-4 1,4-6 0,0-4-1,-5-2 1,-9-4 0,1-1-1</inkml:trace>
  <inkml:trace contextRef="#ctx0" brushRef="#br0" timeOffset="118449">22201 8114 7803,'0'-10'1079,"0"-13"0,0 19-359,-6-20-90,-23 22-675,1 11 0,-5 6 254,-2 4 1,-3 5 0,0 3-257,5 1 0,-1 2 0,1 3 0,0 2 262,4-3 1,0 3 0,1 2 0,2-1 0,1 0-81,1 3 0,2 1 0,2-1 0,3 0 15,-2 6 0,4-1 0,9-2-780,15 8 0,12-8-45,7-15 1,7-7-419,-4-6 1,2-2 0,2-2 1029,5-2 1,2-2-1,-1-5 1,-1-7 0,0-6-1,0-1 1,3 0 0,-1 0-1,1 0 1</inkml:trace>
  <inkml:trace contextRef="#ctx0" brushRef="#br0" timeOffset="118807">22336 8661 7533,'-37'-5'1092,"0"0"0,2 6 0,1 6-572,4 11 1,4 7-656,4 1 0,7 5-360,18 12 1,9 0 224,0-12 0,6-5 180,19-3 0,5-11 585,-7-16 0,-1-10-1,-3-6 1,-4-7-225,-5-10 0,-9-4-180,-14 8 0,-9 1-315,-4 4 0,-4 3-45,-17 0-2248,-4 17 2518,47 16 0,34-14 0,-3 5 0,0 0 0</inkml:trace>
  <inkml:trace contextRef="#ctx0" brushRef="#br0" timeOffset="119103">22656 8184 7533,'-24'-37'3276,"9"12"-526,-8 48-2660,11 16 60,8 2 0,2 9 0,1 1-263,0-15 1,1 1 0,0 1-1,1 1-191,2 1 0,1 2 0,1 0 0,1-1 0,-1-2 244,3 12 0,0-2 0,4-4-1033,4-4 1,3-3 0,-1-7 695,10 6 0,1-29 0,-24-27 1</inkml:trace>
  <inkml:trace contextRef="#ctx0" brushRef="#br0" timeOffset="120074">23087 8714 7533,'0'-36'1079,"-11"1"-809,-14 15-360,-24 20-180,17 14 0,0 8 225,-3 7 0,2 4 45,5 6 0,5 3 225,10 2 0,8 0-360,10-3 0,8-2-405,7-5 1,6-5 44,1-7 0,2-9 46,9-13 449,-23-21 0,-6-9 0,-9 3 0,-6-4 299,0-7 1,-3-3 0,0 2 284,-2-2 1,-1 4-405,-2 0 0,5 3 450,26-5-450,26 53 0,-3-9 0,1 1-135,-7 3 0,-1 2 134,9 5 1,-3-1 0,-5-3 900,-4 6-361,-25-10-809,-28-8 0,-4 15-45,2 1 0,2 3-225,10 3 1,4 4-316,0 12 1,7 0 404,9-12 0,6-3 135,8 6 0,5-7 45,-1-16 0,2-10 495,5-13 0,-2-9 134,-6-9 1,-5-5 89,-2-5 1,-4 0 45,-5 8 0,-4 4 44,-4-3-1798,-1 21-270,-10 46-720,10 0 450,2 7 0,4 1 1619,3-14 0,3-1 0,5 3 0,5-3 0,1-12 0,0 1 0</inkml:trace>
  <inkml:trace contextRef="#ctx0" brushRef="#br0" timeOffset="120399">23591 8890 7173,'-19'16'2429,"6"19"-1620,19 12-359,13-2 0,18-51-271,-17-13 1,-2-9 30,-2-5 0,-2-7 0,-1-1-120,-2 2 0,-1-1 0,0 0 209,-1 2 1,-1 1 0,0 4-975,-1 0 1,3 13-2603,14 30 3238,-4 14 1,4 13-1,4 6 1,-2-10-1,0 1 1</inkml:trace>
  <inkml:trace contextRef="#ctx0" brushRef="#br0" timeOffset="120533">24145 9049 7533,'-22'21'655,"0"1"0,-4-1 1,9 11-1,17-22 0</inkml:trace>
  <inkml:trace contextRef="#ctx0" brushRef="#br0" timeOffset="138533">25216 8608 6813,'-39'10'720,"3"5"-1,12-13 271,5 6 89,7-8-89,6 0 89,6 0-90,22 0-89,16-8-720,-2 7 0,2 0-46,-11-3 1,1 0-255,7 6 0,5 1 1,-3 0-331,-5-2 0,2 0-540,10 2 1,7 0 0,-6-1-91,-8-2 1,-2 0-135,5 3 0,-5 2 1214,-17 5 0,-31 12 0,-13 5 0,-1 1 0,-1 1 0</inkml:trace>
  <inkml:trace contextRef="#ctx0" brushRef="#br0" timeOffset="139057">25093 8996 7533,'-44'-8'2608,"6"6"-989,14-6 0,12 8-1079,7 0 629,32-8-629,7 6-180,4-2 0,7 1-211,-6 2 1,3 2 0,-1-1-420,-2-2 0,0-1 1,2 0-551,-2 0 1,2-1 0,0-1 0,-3-1-274,5-4 1,-4-3 0,0 1 650,-4 1 0,-2 1 0,0 1-548,11 2 1,-6 5 989,-10 6 0,-12 37 0,-23-4 0</inkml:trace>
  <inkml:trace contextRef="#ctx0" brushRef="#br0" timeOffset="139649">25671 8467 7533,'-29'-18'2338,"7"0"-1798,-8 9 539,18 1 1,17 16-181,14 1-539,13 7 0,6 2-135,3 0 0,3 1-1045,-9-5 1,5 2 0,0 0 0,-5-1 700,9 4 1,-1 1 208,-9-6 0,6 0 0,-3 0 0,-9 1 179,2 14-224,0-5 0,-10 3-180,-30 3 0,-14 1-135,-5 5 1,-6 0 114,9-10 1,-3 0-1,-2 1 1,1-2 311,0-1 1,-1-1-1,1 0 1,1-1 735,-3 6 0,2-1 0,2-1-1388,-8 1 1,9-3-945,14-7-1838,19-9 3268,13-8 0,5-13 1,5-5-1,3-2 1,0 1-1</inkml:trace>
  <inkml:trace contextRef="#ctx0" brushRef="#br0" timeOffset="140692">26889 8132 7533,'-19'-10'809,"1"2"1,5 8-91,7 16 451,0 27-631,6-2-382,0-7 1,0 9-1,0 4 1,0-3-472,0-3 0,0-1 1,0 1-1,0 2 206,0 0 0,0 3 0,0 1 0,0-1 0,0-3 198,0 2 0,0-1 0,0-3 0,0-4-270,0 10 0,0-8 270,0-5-1349,0-34 450,0-18-900,0-17-360,6-10 2069,-3 18 0,0 1 0,4-12 0,-1 10 0,-1 0 0,2-19 0</inkml:trace>
  <inkml:trace contextRef="#ctx0" brushRef="#br0" timeOffset="141108">26803 8061 7533,'-8'-25'1124,"0"1"0,4-25-719,-6 17 0,3 1 404,24-12-449,14 26 90,-3 17 0,5 7-225,12 8 0,2 6-106,-8-1 0,0 4 0,0 2 1,-1 3 0,-1 1 0,-2 1-210,-4-4 0,-2-1 0,-8 4-60,-10 2 0,-7 3 0,-7-2-165,-15 2 1,-9-4 224,-8 2 0,-7-3-120,6-11 0,-3-2 0,1-4-330,-6-2 1,2-2 44,3 0 0,4-1-1709,0 0 2204,63 0 0,-4-7 0,4 0 0,16 3 0,-1 0 0</inkml:trace>
  <inkml:trace contextRef="#ctx0" brushRef="#br0" timeOffset="141689">27812 7973 7443,'0'-10'1979,"0"-6"-1350,0 7-89,-11-9 90,-8 8-630,-2 2 0,-15 22 0,-5 11 134,6 1 1,0 5-243,5-4 0,-2 5 1,0 2-1,4 3 216,7-2 0,2 2 0,1 3 0,2 0 0,1 0-257,1-2 0,1 1 0,2 0 0,1 1 0,2 0 41,2 0 0,1 1 0,2 0 0,3-1 0,3 0-712,6 5 1,5-1 0,3-1 0,2-5-218,5 0 1,3-4 0,1-2 1036,-1-1 0,1 0 0,0-7 0,8-4 0,-2-7 0,3-5 0</inkml:trace>
  <inkml:trace contextRef="#ctx0" brushRef="#br0" timeOffset="142390">27960 8220 7533,'-13'-28'629,"1"3"1,0 15 180,5 2 179,1 32-360,7 0 1,4 5-225,4 13 0,5 6-555,0-6 0,2 2 0,3 1-362,-1-7 0,3 0 0,0 0 1,0-1 31,5 5 0,0-2 0,0-1 150,-2 0 0,-2-1 1,-1-5-526,-1-5 1,-5-3 854,-7 18 0,-21-23 0,-13-4 0</inkml:trace>
  <inkml:trace contextRef="#ctx0" brushRef="#br0" timeOffset="142757">27935 9049 7533,'-27'-13'1638,"-1"0"0,-6-6-237,5-7-591,29 1-226,14 1 1,6-3-196,1 2 1,2-2 0,2-2-403,0 0 0,3-2 0,1-1 1,1 1-11,3-1 1,2 1-1,0-1 1,-1 0-271,-3-3 1,-1-1 0,0 1-1,-1 1-577,7-3 1,0 2 0,-5 0 352,-10 2 1,-2 0 0,-3 3 201,1-3 1,-4 3-766,-2-13-1438,-11 17 2518,0 16 0,-5 18 0,-2 12 0</inkml:trace>
  <inkml:trace contextRef="#ctx0" brushRef="#br0" timeOffset="143039">28587 8767 7533,'0'35'3276,"0"8"-1856,2-17 0,2 1-1870,3 20-584,-5-17 0,-3-1-1035,-17 8 989,-4-11 1,-5-1 1079,-4-5 0,-2-3 0,4-2 0,0-2 0,-17 2 0</inkml:trace>
  <inkml:trace contextRef="#ctx0" brushRef="#br0" timeOffset="143736">28920 8237 7533,'-12'-27'449,"5"1"811,1 17-361,12 1 360,11 23-944,0 2 0,3 2-315,7 7 0,2 3-540,-5-4 1,0 1-1,2 1-553,4 3 1,2 0 0,-2-2 1083,1 4 1,-1-5-1,3-5 1,-3-11-1,-6-22 1</inkml:trace>
  <inkml:trace contextRef="#ctx0" brushRef="#br0" timeOffset="144054">29535 8114 7533,'-39'-10'3276,"4"26"-2891,19 13 1,2 10 4,0 2 0,0 4 0,0 3-713,0-5 0,0 2 1,-1 1-1,1 0 233,4-7 0,-1 1 0,0-1 0,1 1 0,0-2-338,-1 4 1,-1-1 0,2-1 0,1-2 103,1 0 0,2-2 1,2-5-757,2-2 1,4-7 1164,10-6 1,13-39 0,7-7-1</inkml:trace>
  <inkml:trace contextRef="#ctx0" brushRef="#br0" timeOffset="144838">29769 7955 7533,'0'-43'1529,"0"14"-810,0 3 631,11 58-946,0 4 1,2 8-225,-3-10 0,0 3 0,0 2 0,-1 2-416,-1-2 1,0 3-1,-1 1 1,-1 1-1,-3-1-16,-1 5 0,-2 1 0,-3 0 1,0 0-1,-2-2-54,-1-5 0,0-1 0,-2-1 0,-2 0 1,-1-2 215,-7 8 0,-4-1 0,-1-3 0,0-4 60,-2-5 0,-1-5 0,0-1-270,-1-2 0,1-2 0,1-2 300,1-1 0,3-3 0,-15 8 0,18-17 0</inkml:trace>
  <inkml:trace contextRef="#ctx0" brushRef="#br0" timeOffset="145556">30187 8326 7533,'-11'-34'1259,"8"13"180,-8-13-1259,11 25 630,0 9 269,6 56-674,-3-16 0,1 5-465,-2-4 0,1 4 0,-1 2-372,-1-2 1,1 2 0,0 2 0,-2-2 48,-1-2 1,0-1 0,-1 0 0,1-1 89,0 1 1,0 1 0,1-3 0,0-2-368,1-1 1,1-3-1,1-7-779,5 4 1439,10-27 0,-8-25 0,-3-9 0,3 4 0,-1-1 0</inkml:trace>
  <inkml:trace contextRef="#ctx0" brushRef="#br0" timeOffset="145983">30113 8308 7533,'-9'-29'449,"0"1"1,-4-15-270,9 0 0,7 2 270,21 1-1,-4 17 1,5 5 45,8 13 0,1 8-91,0 7 1,1 6-75,-3 3 0,0 6 0,-1 1-390,-2 3 0,-3 2 0,-1 2-150,2 6 0,-2 2 0,-9 0 345,-12 6 0,-12-2-225,-11 1 0,-10-6-150,0-21 0,-6-5 0,0-2-30,3 1 0,1-1 1,0-3-631,-6-3 1,4-2-810,-8-4 1709,36-2 0,44-14 0,-12 11 0,-1 0 0</inkml:trace>
  <inkml:trace contextRef="#ctx0" brushRef="#br0" timeOffset="146356">31012 8273 7533,'0'-26'0,"5"-17"719,-3-4-359,-8 2 270,-24 19-91,3 34 1,-2 8-315,2-7 0,0 5 112,1 13 0,-1 10 1,0 4-1,5 0-225,6-5 1,3 1-1,1 2 1,0 1-641,-2 3 0,-1 1 0,0 3 1,2-2-1,4 0-12,3 3 0,4 0 1,2-2-1,3-2 540,1 4 0,4-3 0,6-7 0,12-2 0,7-9 0,2-11 0,0-1 0</inkml:trace>
  <inkml:trace contextRef="#ctx0" brushRef="#br0" timeOffset="147225">31196 8431 7353,'0'-19'1169,"0"-13"-449,11 21 179,14-15-584,-3 16 0,5 3-45,3 0 0,3 4-136,6 5 1,1 4-180,-2-1 0,-1 1-90,-1 2 1,-3 2 268,-6 1 1,-5 2 135,-3 6-180,-31 16-90,-15-2 0,-6 1-60,9-10 0,0 1 0,-1 1-195,-7 7 1,-2 3 0,3 0 344,6-3 0,2 0 0,1-1-90,-4 9 0,3-1 359,9-8 1,5-4-180,4 0-449,32-12 403,1-14 1,5-4-315,8-2 1,3 0-7,-9 1 0,3 0 1,-2-1-265,-1-4 0,0-1 0,-1 0-1189,15 0 1,-3-1 1555,-9-4 1,-10 2 0,-20 10 0,-43 4 0</inkml:trace>
  <inkml:trace contextRef="#ctx0" brushRef="#br0" timeOffset="147570">31110 8714 7533,'-18'-28'3058,"15"3"-1979,21-1-809,5 19 0,5 2-405,13-4 0,4 3-45,-11 8 0,1 5 0,1-1-913,3 0 1,1 1 0,-1 0 878,9 7 0,0-1 0,0-3 1,-2-2-1,-12-4 0,0 0 1</inkml:trace>
  <inkml:trace contextRef="#ctx0" brushRef="#br0" timeOffset="147939">31860 8096 7533,'0'-19'1619,"23"26"-1110,-2 14 1,4 9 0,0 4-263,-2 0 0,0 3 1,0 3-1,1 2-794,-5-8 1,2 2 0,-1 2 0,0 0 0,0 1 0,-3-1 356,2 7 0,-1 0 0,-2 0 1,-1 0-1,-2 0-152,-1-1 0,-1 1 0,-1-1 1,-3-1-1,-5-1-60,-4 4 0,-6 0 0,-2-2 1,-2-4 401,-4 4 0,-3-5 0,-3-2 0,-1-5 0,-3-3 0,-1-6 0,-5-6 0,0 0 0</inkml:trace>
  <inkml:trace contextRef="#ctx0" brushRef="#br0" timeOffset="176272">1834 11518 7623,'0'-27'2158,"0"1"-1258,0 9-91,0-1-269,0 0-270,0 1-450,-7 7-90,-3 2 90,-12 13 0,-5 6 90,3 1 1,-1 3 268,-3 3 1,-4 3 0,-1 2 0,0-1-269,3 1 1,1-1-1,-1 2 1,-2 2 232,-1 1 0,-3 1 0,0 2 0,1 1 0,0 0 89,4-2 1,-1 2 0,2 0 0,0-1 0,1-1-122,-4 3 1,0-3-1,2 1 1,2 1 21,3 0 1,1 2 0,2-1 0,3-3 0,-5 7 0,5 1-15,6-2 0,3 3 0,3-1-165,3 2 0,8 0 75,5 3 0,6 2 0,5-5-30,3-13 0,4-4 0,0-1-127,2 4 1,0-1 0,1-4-144,12-5 1,2-5-151,-8-3 0,1-1 0,1-3-673,-3-3 1,1-3 0,2 0 894,9 1 1,3-1-1,-3-2 1,1-7-1,-4-3 1,-10-3 0,0 0-1</inkml:trace>
  <inkml:trace contextRef="#ctx0" brushRef="#br0" timeOffset="177200">2028 12365 7533,'-25'-26'3276,"5"-1"-2325,3 0-861,-7 1 0,5 16-540,-24 10 360,20 10 1,0 6 178,-8 7 1,2 7 0,3 8 0,5 4 45,1-1 0,4 0 0,5 3 0,7-1-180,12-7 0,7-2-225,5-1 0,5-3 360,6-4 0,3-7 0,2-14 0,-1-8 540,10-11-360,-26-16 0,-5-7-91,-8 10 1,-2-2 0,1-10 0,-2-1-45,-6 4 0,-2 2 180,0 6 0,0 1-226,-4 1 1,0 1-359,-1-10-1,10 15 450,10-11 90,8 27 269,7-12-449,-5 40-270,5-3 450,-15 13 0,-2 7-765,4-1 1,2 2 254,-6-9 0,1 2 0,1-3-75,6 4 0,3-7 945,17-14-630,-18-32 0,-1-11 90,-3 2 0,-1-5-90,1-3 0,1-4 0,-3 2 449,-1 4 1,0 2 225,5-12 0,1 15 584,9 51-1439,-12-2 0,-1 7-420,1 5 1,0 6-1,1-3-1039,7 3 1,1-3 1376,-1 1 0,2-8 0,11-20 0,-10-22 0</inkml:trace>
  <inkml:trace contextRef="#ctx0" brushRef="#br0" timeOffset="178133">3175 11553 7533,'-16'-33'2968,"12"4"-1529,-11-7-1349,15 27 180,0 58-240,2-18 0,1 5 0,0 4-343,-2-4 0,1 4 0,0 1 0,0 2 1,0-1 237,1-1 0,0 1 0,0 1 0,0-1 0,0 1 0,0-3 57,-1 3 0,0-1 0,0 0 0,0-2 0,0-1 40,0 3 1,0 0-1,0-4 1,0-7 1154,-2 10-1447,-24-51-315,7-9 0,-3-5 0,-17-4 1,-5 1 584,5 3 0,0 1 315,1 2 0,1 9 404,4 19 1,4 9-91,6 9 1,4 5-405,1 13 0,5 4-105,7-11 0,3 0 0,6-2-30,12 10 0,9-5 89,3-5 1,7-8-540,-2-14 0,5-7 1,-1-4-421,-3-6 1,-1-5-1,-1-1 545,3 3 1,0-1 0,-2-5-786,2-9 1,-1-4 0,-4 3 862,-4 7 0,-3 0 0,7-11 1,-5-1-1,-8 2 0</inkml:trace>
  <inkml:trace contextRef="#ctx0" brushRef="#br0" timeOffset="178324">3528 12383 14908,'0'19'-675,"2"7"1,4 3-965,5 3 1,3 1 1479,3 6 1,3-2 0,2-7-1,1-7 1,21-9 0</inkml:trace>
  <inkml:trace contextRef="#ctx0" brushRef="#br0" timeOffset="178600">3598 11994 7533,'-43'-7'3276,"22"5"-975,-3-6-4460,24 8 2159,8 0 0,13-7 0,7-2 0,5-1 0,1 1 0</inkml:trace>
  <inkml:trace contextRef="#ctx0" brushRef="#br0" timeOffset="179223">4110 11483 7533,'-18'-28'3276,"8"11"-2055,10 56-861,8 2 0,2 8-1027,-3-9 0,-1 3 1,1 3-1,1 2 433,-2-4 0,1 2 0,0 0 0,0 2 1,1-1-1,0 2 0,1 0 0,0 1 0,0-2 0,-1-1-486,-1 1 1,0-1-1,0-2 1,1-3 566,5 5 0,1-3 1,-7-9 152,-13-8 0,-13-38 0,-5-11 0,-14-12 0,1 1 0</inkml:trace>
  <inkml:trace contextRef="#ctx0" brushRef="#br0" timeOffset="179566">4039 12347 6752,'-15'-43'2159,"-5"-2"652,0 8-2181,28 11-50,37 18-490,2 8 0,2 0-90,-18 1 0,1-2-282,4 0 1,7 0-1,0-2 1,-6 1 460,-1-3 1,-2 0 150,4 2 0,3 0 0,-8-1 1034,0-4 75,-27 8-1079,-21 39-899,5 3 224,5-5 0,0 4-1259,-1-2 0,4 0 179,8-1 1,4-3 225,2-10 0,3-3 89,23 9 1129,-3-39 1,-14-6 0,-1-5 0,-1-4 0,-1-1 0</inkml:trace>
  <inkml:trace contextRef="#ctx0" brushRef="#br0" timeOffset="180257">4873 12259 7982,'-18'-35'3276,"9"7"-1964,-10 19-1942,7 42 90,6 1 1,3 4 314,1 3 0,4 3-225,4-5 0,3 3 1,3-6 179,7-2 0,4-7 989,6-8 1,2-11-90,9-23-271,-28-12 1,-5-10 0,-3 1 135,-5-6 0,-5-2-181,-2 9 1,-3-4 0,0 2 0,0 3 404,-4-9 1,0 5-1350,-4 0 1,2 10 359,12 22-1529,28 31 1124,-5-8 1,2 1 494,8 8 0,1 1 405,2 3 0,-1 3 674,-4 6 1,-1 0-406,-3-6 1,-2-1-225,-6 8 0,-3-3 90,1-6-810,-1 8 900,1-45-360,18-27 0,-14 5 0,0-6 0,1 0 329,0-1 1,1-1 0,-1 1 149,2-2 1,-1 1 0,0 3-166,-3 2 1,2 11-495,11 28-45,-9 14 1,-2 9-1505,2 12 1,1 4 1228,-3-15 0,2-1 1,0-2-1,5 9 1,1-5-1,0-13 0,0 1 1</inkml:trace>
  <inkml:trace contextRef="#ctx0" brushRef="#br0" timeOffset="181155">6017 12224 7533,'-23'-18'2428,"-3"8"-1078,-16 2-1,-2 16-1214,21 6 0,2 6-360,1 5 0,4 5 0,5 11 0,8 6-165,6-12 0,6 2 1,2-3-106,10 2 0,5-4 315,6 3 1,4-13 224,-2-31 0,-1-13 269,-2-11 1,-6-7 45,-8 6 0,-3-4 0,-1 0-91,-3 4 1,-2 0 0,-2 2 269,-1-1 1,-4 6 90,-8 11-990,1 34 1,0 1-451,23 11 0,15 6 1,1-14 809,0-23 0,4-11 120,9 3 0,6-2 0,-7-10-487,-18-7 0,-6-8 0,-3-3 1,-1-2 402,-2 4 0,-1-2 0,-2-2 0,-1-1 0,-2 2-54,-2-1 0,-1 1 0,-2-1 0,-1 2 0,0 0 111,-1-5 0,-1 2 0,-2 0 1,-1 3 865,-3-6 1,-1 2-1,-6 13 1020,-21 15-1799,15 38 0,1 21 0,3 2-360,2 0 0,3 1 0,2 4-38,1-6 0,-1 4 1,3 0-1,5-2-322,3-6 0,4-1 1,2-1-1,2-1-420,5 10 1,2-3 0,2-2 89,2-8 1,2-2-1,-1-3 870,2 1 0,-2-11 0,-7-20 0,-31-20 0</inkml:trace>
  <inkml:trace contextRef="#ctx0" brushRef="#br0" timeOffset="181383">4910 11765 7533,'-45'-8'809,"27"14"-809,-14-12 0,69 14 0,9-8 0</inkml:trace>
  <inkml:trace contextRef="#ctx0" brushRef="#br0" timeOffset="182122">7888 11307 7533,'0'-18'2248,"-5"-8"-449,-2 15-899,0 34-271,3 19 1,2 12-540,3-16 0,0 3 0,1 4 0,0 2-559,-2-8 1,0 3 0,1 2 0,-1 1 0,0 1 0,0-2 0,0-2 237,1 6 1,0-1-1,0-2 1,0 2-1,1 1-264,-1-1 0,0 4 1,0 1-1,0-2 1,2-4-1,1-6-112,2 0 0,3-6 0,0-2 607,6 11 0,3-14 0,19-39 0,-7-17 0</inkml:trace>
  <inkml:trace contextRef="#ctx0" brushRef="#br0" timeOffset="182483">8184 12136 7533,'-14'0'3276,"-3"15"-1965,16-3-637,-3 17 1,2 7-720,9 0 0,3 2-450,1 9 1,4-2 89,6-3 0,7-13 495,5-25 0,1-14 45,0-20 0,-4-13 150,-7 6 0,-3-4 0,-1 0 404,-3 1 1,-2-1-1,-2 4 165,-2-4 1,-1 12-765,2 21-1529,3 44 0,0 20-200,1-11 1,4 2 1482,-3-14 1,2 2-1,3-1 1,2-7 0,6-4-1,2-5 1,2-4 0,5-3-1,-1-1 1,0 1 0</inkml:trace>
  <inkml:trace contextRef="#ctx0" brushRef="#br0" timeOffset="183854">9476 11201 7533,'-19'-24'1638,"0"1"0,-6-11-867,14 42-636,16 20 0,6 11-15,-4-8 0,-1 2 0,2 5-479,-1-1 0,2 5 0,0 3 0,0 0 0,-1-1 251,0 2 0,0 0 0,-1 1 0,1-1 0,-1-1 72,1-3 0,-1 0 0,1-1 0,-1-1 0,0-2 126,2 15 0,-1-3 0,0-9 898,4 0-358,-28-41-765,-4-11 0,-4-4 0,-10-3 0,-1-1 180,6 4 0,-1 1 75,-2 1 0,-2 2 0,4 3-30,-17 6-120,15 11 0,-4 5 0,6 2-105,9 4 0,5 4 105,-1 8 0,2 7 0,7-1-60,12-4 0,7-1 0,2 0 60,1 2 0,2-1 0,6-3-150,13 0 0,7-4 1,1-6 605,-6-8 0,0-4 0,1-4-366,5-1 0,0-3 0,-2-8 89,-6-7 1,-2-7 0,-4-3-30,-3-1 0,-3-3 0,-2-1-90,-2-1 0,-3 0 0,-2-2 329,-3-2 1,-3-2 0,-3 4 45,-6 2 0,-4 3-450,-2-3 0,-5 9-1214,-14 27-270,7 23 899,11 15 0,5 7 630,4-13 0,3 2-180,3-1 0,2 2 1,4-3-271,14 2 0,7-6 210,-6-11 0,2-2 1,1-10 478,4-13 1,2-10 0,-3-5-30,-4-5 0,-3-5 0,-2-3 149,-3-5 1,-4-3 0,-3 1 619,-3-5 0,-7 6-889,-6 11-45,-9 42 0,-3 15-495,2-1 0,1 6 303,2 0 0,0 5 1,0 3-1,2 0 237,3-2 0,0 1 0,2-1 0,0 1-135,0 0 0,0 1 0,2-1 0,1-2-75,4 8 0,2-2 1,3-25-333,15-52 587,-13 7 0,-2-7-82,-5-3 1,-3-8 0,0-5 0,-1 0 0,2 1-342,2 1 1,1 0 0,0 0 0,0-1 0,0-1 422,-1 3 0,0-1 0,1-2 0,-1 2 0,1 0 0,1 3 337,2-11 0,1 2 0,2 4 1,4 7-204,14-5 1,2 22-360,-6 41 0,-2 16 0,-5-5 0,-2 4 1,0-1 149,-1-1 0,0 0 0,-3-1 209,1 16 1,-4-1 539,-1-14 0,-8-2-719,-18-2 0,-8-5-818,1-9 1,-3-4-442,-11-6 0,0-3 1232,-12-2-63,19 0 0,45-15 0,14-5 0</inkml:trace>
  <inkml:trace contextRef="#ctx0" brushRef="#br0" timeOffset="184816">10731 12224 8612,'5'-20'1349,"30"4"-854,-6 16 0,4 0-375,1-5 0,2-4 0,0 0 194,14 0 1,-3-4-450,-4-13 0,-7-6 225,-16 2 0,-10-3-45,-16-8 0,-11 2-45,-4 11 0,-4 7-180,-9-1 0,-1 12-315,0 24 1,3 13 179,4 6 0,6 7 405,11 1 0,5 5 0,2-2-135,-3 2 0,6-2 225,10-2 0,6 1 0,6-6 90,13-5 0,6-7-61,-10-8 1,3-3 0,1-6-60,5-10 0,1-8 0,-3-4-15,4-8 0,-5-9 104,-15 4 1,-4-4 0,-2 3 120,3-9-360,-18 13-809,-7 56 269,0 7 135,7-7 0,6-1 315,11-5 1,6-7 808,26-17-584,-11-15 0,1-11-45,-12-4 0,-3-6 0,0 0 299,-2-3 1,-1 0 0,-1 1 959,6-11 1,-2 9-181,-1 21-1889,-21 39 1,-4 13-181,4 5 1,0 4-194,-1-10 1,1 1 0,2-2 930,5 2 1,7-5-1,13-5 1,6-5-1,4-9 1,0 1-1</inkml:trace>
  <inkml:trace contextRef="#ctx0" brushRef="#br0" timeOffset="186016">12577 10954 7533,'-30'8'3148,"15"33"-3058,8-11 0,1 5 0,2 4-662,3 5 1,1 4-1,1 3 1,-1 0 678,0-10 1,0 1 0,0 0 0,0 2 0,0 0-183,1 1 0,0 2 0,-1 1 0,1 0 1,1-3-1,-1-3 262,0 0 0,1-4 0,0-1 1,0 0-338,1 17 0,1-2 0,1-16 1436,2-25-1376,-2-32-45,-10-9 0,-6-3 135,-4 1 0,-7 1-90,-14-2 0,-7 6-60,9 15 0,-2 6 0,-1 2 447,-2 1 0,-2 3 0,2 5-147,6 3 0,2 5 0,1 3 150,-5 10 0,2 6 0,7 2-90,8 11 0,11 4-300,5-5 0,7 2 0,9-4-45,7-14 0,8-2 0,3-3 1,-1 0-32,0 3 1,0-1 0,6-6 93,1-7 0,7-3 0,2-4 0,0-3 0,-5-4-44,-4-5 1,-2-5-1,-2-3 1,3 0 168,1-1 1,2 0 0,1-3 0,-2-1 0,-4-1 36,0-6 0,-2-2 0,-3-2 0,-6-2 180,-1-12 0,-8-3 0,-5 4 134,-6 0 1,-10 4 243,-8 5 0,-7 1 0,-3 10-468,-2 16 0,-4 9-360,-16 7 0,3 13-60,26 6 0,7 9 0,2 1-367,-3 9 1,3 2-1,5-1 427,5-9 0,4-1 1,5 0-249,3-1 1,4 2 0,3-2 0,1-5 98,3-6 1,2-4 0,2-4 508,8 1 0,4-3 0,-3-13 179,-6-17 1,-3-12 0,-2-2-240,-4 4 0,-3-1 0,-2-5 320,-3-5 0,-3-5 0,-2-1 0,0 4 54,1-11 1,-2 2 135,1-5 0,-2 6 179,-2 19 674,-6 56-1348,4 9 0,3 5-135,-2-3 0,3 2-30,2-8 0,2 1 0,2-2-240,4 5 1,2-2-541,4 2 1,1-5-721,13-6-55,-8-29-393,-17-17 1978,-8 1 0,-5 10 0,0 8 0</inkml:trace>
  <inkml:trace contextRef="#ctx0" brushRef="#br0" timeOffset="187033">13857 11942 7533,'-6'-38'3276,"-1"5"-2145,-21 23-951,-11 18-450,12 0 0,-2 4-45,-2 11 1,1 5 404,-4-3 0,1 4 29,12-1 1,2 2 0,2-1 240,-8 4 0,6 0 224,10 10 1,11-1-450,12-13 0,9-4-165,7-7 0,6-3 0,1-2-60,9 2 0,3-5-187,-11-9 1,5-4-1,-1-2 1,-2-4 276,3-5 0,-3-4 0,0-3 180,2-3 0,0-3 0,-6-4-34,-4-4 0,-5-5 0,-8 1 439,-9-8 0,-13 2 44,-15 6 1,-8 8-270,0 13 0,-3 10 239,-2 14 1,-2 9 0,4 5-391,7 6 1,5 5 0,2 3-420,-3 6 0,2 3 1,11 1-884,15 2 1,11 0 0,6-5-1,5-6 1,6-5 0,4-5 943,-7-8 1,2-4-1,1-4 1,-2-4 0,7-8-1,-2-6 1,-3-5 0,-10-5-1,-1 0 1,1 0 0</inkml:trace>
  <inkml:trace contextRef="#ctx0" brushRef="#br0" timeOffset="187600">15038 11889 7533,'-26'-20'3276,"8"4"-3944,13 24 668,5 2 0,-6 8 0,-1-1 0</inkml:trace>
  <inkml:trace contextRef="#ctx0" brushRef="#br0" timeOffset="187750">15026 12259 7533,'-32'8'819,"13"2"0,24-16 0,16-6 0</inkml:trace>
  <inkml:trace contextRef="#ctx0" brushRef="#br0" timeOffset="196174">16084 11359 7533,'-14'0'449,"-2"-7"1260,9-3-1079,-5 0 360,5-14 89,1 13 0,6-15-989,6 16 0,1 10-180,5 10 0,0 16 180,6 9 270,-1 7 0,2 8-428,-4-12 1,2 3-1,1 2 1,-1 2-275,-1-2 0,-1 2 0,0 1 0,1 1 0,0-1 177,-2-5 0,1 0 0,-1 0 0,1 1 0,-1-2 0,0-2 7,2 10 1,0-2 0,-1-3 0,-1-2-533,0 0 0,-2-4 1,-1-5-2460,7 11 3149,-12-25 0,-17-18 0,-3-10 0</inkml:trace>
  <inkml:trace contextRef="#ctx0" brushRef="#br0" timeOffset="196472">16059 12347 7533,'-26'-26'1092,"1"-1"0,15-9 0,11-4 0,14 2 0,9-3 0,4-2-1009,-4 10 1,2-2-1,3-1 1,0-1 0,1 0 125,0 1 1,1-1 0,0-1 0,1 0 0,0 1 0,0 0-255,-2 1 0,0 1 0,-1-1 0,1 2 0,-1 0 0,-1 1-278,2-1 0,0 0 0,-1 2 1,-2 1-1,-2 3-770,2-4 1,-2 3 0,-3 4-2185,12-8 2801,-29 25 1,-10 16 0,-2 1 0</inkml:trace>
  <inkml:trace contextRef="#ctx0" brushRef="#br0" timeOffset="196717">16945 11977 7533,'0'19'1638,"0"7"0,0 3-38,-2-2 0,-1 3-2440,1 5 1,0 5-1,-1-1 90,-2-5 1,-1 1 0,0-2 388,1 16 0,-4-10 0,-14-20 1,3-32-1</inkml:trace>
  <inkml:trace contextRef="#ctx0" brushRef="#br0" timeOffset="197405">17561 11518 7533,'-33'-27'3276,"21"17"-76,36 28-2840,5-1 0,4 3-301,-6-1 1,2 2 0,3 0-1153,10 1 1,3-1 0,0-2-1,-5-4 1,-1-3 0,0 1 782,-4 1 0,-1-1 1,-3-9-1,6-22 1,-6-11-1,-16-1 1,1 1-1</inkml:trace>
  <inkml:trace contextRef="#ctx0" brushRef="#br0" timeOffset="197608">18213 11324 7533,'-41'0'1638,"13"25"0,0 13-819,8-9 0,-1 3 0,1 3 0,0 2-790,3 0 1,0 1-1,1 3 1,0 1 0,0 2-300,2-5 0,-1 3 0,0 1 0,1 0 0,0 1 1,2-2-1,1-1-386,0 6 1,2-1-1,1-1 1,0-1 0,0-1-78,-5 7 1,-1-2 0,3-2-1,5-5 868,7 9 0,9-18 1,4-32-1,11-20 1</inkml:trace>
  <inkml:trace contextRef="#ctx0" brushRef="#br0" timeOffset="199045">19111 11889 7533,'-19'-20'1259,"1"4"180,6 16-449,0 16-406,0 20 1,1 10-465,5-12 0,2 1 0,-1 2-30,-1 0 0,-1 2 0,1 0 0,2-3-315,0 19 0,6-10-585,16-10 540,9-72 180,-8 2 0,1-7 1,0-2 89,-5 8 0,-1-1 0,0 0 0,0 0 43,2-4 0,1-1 0,-1 1 1,-2 4 270,6-13 1,-1 8 315,3 3-90,-22 82-630,-1-6 0,2 6-900,-1-6 1,2 2-1,1 1-103,3 0 1,3 0 0,-1-3 866,1 8 1,4-7 0,9-13 0,3-9 0,13-18 0</inkml:trace>
  <inkml:trace contextRef="#ctx0" brushRef="#br0" timeOffset="199425">19690 11889 7533,'-12'-20'2608,"-12"-11"-989,-18 50-1259,15 1 0,2 5-420,5 4 0,3 6 0,3 1-387,4 8 1,5 2-1,7-2-3,8-7 0,6-2 1,5-6-241,6-5 1,4-6-1,2-7 690,14-5 0,-2-16 208,-17-9 1,-2-8 0,-9-3 510,-12-1 1,-8-4 0,-3 1-331,-4-3 1,-4 0 0,-2 1 60,-2 4 0,-3 2 0,1 4-675,-4-1 0,4 11-1304,15 16 89,22 8 1,14 4 1439,10 3 0,5-3 0,-11-11 0,1-3 0,1-3 0,4-2 0,-1 0 0,1 0 0</inkml:trace>
  <inkml:trace contextRef="#ctx0" brushRef="#br0" timeOffset="199825">20170 11606 7533,'-2'-33'247,"0"0"0,0-1 1,2 7-1,-1-2 315,-3-7 0,-2-6 1,0 0-1,0 9 787,-4-10 720,-24 9-1754,25 58 0,3 19-473,1-3 1,-1 7-1,2 4 1,2-1-331,2-10 0,1-1 0,2 2 0,0 0 0,0 2 113,1 1 0,-1 2 0,1 2 1,1 0-1,0-1 0,0-2-219,3 4 1,1 0-1,0-1 1,0-2-1,0-3 211,0 0 1,-1-1 0,0-3 0,0-6 222,3 10 1,-4-21-21,-14-69 180,-1 16 0,-2-5 0,-2-3 0,1 0 819,0-4 0,1-1 0,0 0 0,0 0 0,0 4 0,-1 0 0,1 0 0,2 2 113,0-10 0,3 1 0,8 8 507,10 14 0,9 5-1128,7 6 0,6 4 0,3 1-694,-1 3 1,3 1 0,2 2 0,1-1 382,-2 2 0,1 0 0,1 1 0,-1-1 0,-2 0 0,2-2 0,-1 0 0,-1 0 0,-2 0 0,7 1 0,-1-1 0,0 1 0</inkml:trace>
  <inkml:trace contextRef="#ctx0" brushRef="#br0" timeOffset="200704">21499 12012 7533,'-19'-19'1638,"1"1"0,-24 0-687,3 44-681,21 1 0,5 8-60,5 0 0,3 5 0,5-1-240,6 1 0,5 1 0,1-2-60,0-2 0,2-2 0,7-7-330,15-10 0,9-9 1,-3-9 269,-8-9 0,-3-8 0,1-4-70,-2 0 0,1-4 0,-2-1 1,-4-2 249,-2-7 0,-5-2 0,-5 1 284,-1-7 1,-11 6 585,-20 9-540,-14 56-136,15 10 1,4 4-180,5-16 0,6 1-195,9 6 0,8 3 1,5-11 328,12-20 1,4-8-90,12 10 0,1-8 419,-9-21 1,0-13 0,-4-2 89,-8 5 1,-3-1 0,-1 0-120,-1 1 0,-2-1 0,-2 8-121,4 1-919,-16 69 110,1-13 1,3 1-644,6-1 1,3 1 0,0-4 682,-2-5 0,4-5 1,7-2-1,6-3 1,0-6-1,2-12 0,0-1 1</inkml:trace>
  <inkml:trace contextRef="#ctx0" brushRef="#br0" timeOffset="202482">23000 11324 7533,'-3'-42'629,"1"0"1,1 11 0,0 1-46,-1-10 1,-1 12 764,3 26-1034,-4 23 0,-3 18-46,2 1 1,1 5 0,0 4-713,1-10 0,0 2 0,0 3 0,0 0 0,1-1 281,-1 2 0,0 1 0,0 0 0,1 0 0,2-1 72,1 6 0,1 1 0,1-3 1,2-3-61,1-1 0,1-4 0,4-14 329,11-19-584,-10-27 0,-6-11 225,-16-10 0,-9 0 135,0 7 0,-3 3 90,-6 1 0,-5 7 165,0 15 0,-3 6 0,1 5 150,-10 9 0,1 9-91,5 6 1,0 6 0,6 2-180,9 0 0,6 1 0,9 2-30,13 3 0,8 0 0,6-4-176,2-11 0,3-3 0,4-3-64,10 3 0,4-4 1,3-5-121,1-8 0,1-7 0,1-3 390,1-2 0,1-4 0,-1-5-158,-8-1 1,1-4-1,-2-3 1,-3-2 97,3-9 0,-5-4 0,-4-1 60,-7 3 0,-4-2 0,-9 1 1063,-13-12 0,-14 8-658,-11 19 0,-5 13-540,1 22 0,3 15-15,11 1 0,3 6 0,5 0 30,2-2 0,4 0 0,6 2-360,10 9 0,8 1 0,5-6-256,2-13 1,4-6 0,0 0 465,3 3 0,1 0 1,1-10 220,1-11 1,1-9-1,-5-6 454,-7-11 0,-6-5-316,1-5 1,-9 1 1439,-29-9-89,-8 80-1351,10-13 1,-1 4 0,3 4-260,2 4 1,2 5 0,2 2 0,1-2-146,2-3 0,1 1 0,2-1 1,2-2-346,4 6 0,3-2 1,5-13 622,27-13-98,-15-43 0,-2-19-45,-11 13 0,-2-5 0,0-4 0,0-1-46,-2 3 0,0-3 1,0-1-1,0-2 0,0 1 1,1 2 404,3-6 1,0 0 0,0 0 0,1 2 0,-1 2 67,1-4 0,-1 1 1,1 3-1,2 7-112,9-12 0,-1 25 0,-3 56 0,-4 20-180,-5-13 0,-1 3-258,0 2 0,0 5 1,-2-2 122,-3-8 0,-1-2 0,-4 0-514,-4-1 1,-3-1 0,-5-5 63,-8-6 1,-6-9 243,-11-15 0,-1-10-199,13-2 1,4-5 494,-2-7 0,13 1 0,53 4 0,-16 7 0,1 1 0</inkml:trace>
  <inkml:trace contextRef="#ctx0" brushRef="#br0" timeOffset="203374">24170 12065 7533,'-21'-10'3148,"32"2"-2069,34 1-809,-6 3 0,2-2-90,2-8 0,-3-6-405,-6 0 0,-6-5-45,-10-1 0,-11-3 180,-19 1 0,-12 4 270,-9 9 0,-5 10 315,-1 8 0,0 12-316,13 5 1,1 7 0,6 4-60,4 5 0,7 4 0,4 2-120,5-6 0,3 3 0,4 0 0,1-3-271,7 7 1,3-2 0,5-5 120,6-4 0,4-4 0,2-10 15,11-11 0,0-14-45,-2-11 0,-5-11 37,-17 5 1,-2-4-1,-3 0 323,3-13 0,-4 2 90,-5 13 0,-6 5 359,-24-3-359,-9 65-540,9-14 1,4 3-91,11 10 0,10 0 270,6-9 0,7-7 90,9-10 0,5-10 0,3-13 0,0-9 179,-8-5 1,-1-4 0,-1-2 479,-2 1 1,-1 0 0,-1 0 329,9-11 1,-3 5 340,1 9-4208,-8 68 2068,-8 0-829,9 0 1,6-4 1492,-10-21 0,4-4 1,10-3-1,5-2 1,1-4-1,-5-5 1,1-1-1,0 0 1</inkml:trace>
  <inkml:trace contextRef="#ctx0" brushRef="#br0" timeOffset="204599">25794 11165 7533,'-13'-45'2878,"6"10"-3058,7 41 630,5 19 0,3 11-121,-2 1 1,0 6 0,1 2-595,-1-3 0,1 3 1,-1 1-1,0-1 220,-1 2 0,0 1 0,-1-1 0,1 0-158,0-2 1,0 2 0,0-3 0,-2-4 453,1 13 1,-7-12-702,-20-17-45,0-39 1,-5-12 254,-1 3 0,-4-2 0,-2 6 360,2 8 0,-1 6 0,-1 2 113,-3 4 0,0 3 0,3 6 66,3 7 1,4 6 0,2 3-30,2 7 0,3 4 0,4 0-405,-3 2 0,9 2 345,14 6 0,11 5 0,7-9 15,11-10 0,10-7-181,-6-4 1,7 1 0,2-3 0,-1-6-75,2-10 0,0-7 0,1-3-105,-6 1 0,1-2 0,0-2 1,-5-4-136,-1-7 0,-3-4 0,-2 1 833,6-4 1,-6-1-115,-9-5 1,-14 9 270,-26 29-810,-16 10-135,8 10 0,2 5 135,7-7 0,3 1 440,-4 20-1070,24-16-539,40-25 854,-11-23 0,1-9 270,4 2 0,-2-4 315,-5-8 0,-5 1 540,-5 4 809,-18 35-720,1 35-809,3-4 0,5 1-150,6-4 0,4-1 1,3-2-241,5-2 0,2-3 0,3-6-1,3-6 1,3-7 0,0-8 232,-8-5 1,2-7 0,-3-4 0,-2-3 152,-2-8 0,-4-5 1,-2-4-1,-1-2 65,-6 8 0,0-3 0,-1-1 0,-2-1 0,0-1 0,-1 1-86,-2 0 1,0-1-1,-2 0 1,0 0-1,-2 0 1,0 2 366,0-1 1,-1 0 0,-1 1 0,-1 1 0,-1 3 257,0-15 1,-1 3 0,-7 25 119,-20 48-809,8 16 0,1 12-23,7-14 1,1 4 0,0 2-1,2 0-326,2-5 0,-1 1 0,2 1 1,2 1-1,2 0-108,3-1 1,2 2 0,2 1 0,1 0 0,0-2 0,0-3-274,0 5 1,0-2 0,1-1 0,2-2 560,0 2 0,3 1 1,-1-6-1,-1-13 0,4-16 1,-24-36-1</inkml:trace>
  <inkml:trace contextRef="#ctx0" brushRef="#br0" timeOffset="204755">26975 11642 7533,'23'-40'1092,"-1"1"0,17 12 0,8 5-495,-12 8 1,4 0 0,1 2-1,1 3-1417,2 4 1,1 2 0,-1 2 0,-1 0 350,4 1 1,-3 0 0,-3 0 0,3-1 0,-13 4 0,-26 5 0</inkml:trace>
  <inkml:trace contextRef="#ctx0" brushRef="#br0" timeOffset="205183">21474 11642 7533,'-11'-30'468,"-1"1"0,4-18 0,35 43 0,10 8 0,2-4 0,0 0 0</inkml:trace>
  <inkml:trace contextRef="#ctx0" brushRef="#br0" timeOffset="206216">27837 12012 7533,'-19'-18'1709,"6"9"-540,8 1 540,5 23-630,5 21-854,5-2 0,4 2-180,3-6 0,4-1-135,2 5 0,5-9-90,12-21 0,1-14 135,-9-9 1,-2-7 73,-3 3 1,1-2 0,-5-2 195,-5-7 0,-4 4 225,8 4 0,-22 46-360,-1 15 0,2 6-360,10 1 0,6 1 0,-1-8 0,4 0 0,5-7 240,10-11 0,6-8 0,1-4-39,2-4 0,2-5 1,-2-7 277,1-9 1,-1-6 0,-3 0 60,-9 7 0,-1 0 0,-3 0-225,4-11 0,-3 11-1035,-7 29 1,-2 9-1890,1 15 2339,-11-7 1,-4 1 539,-17 13 0,-12-54 0,-6-12 0,-7 0 0,0-1 0</inkml:trace>
  <inkml:trace contextRef="#ctx0" brushRef="#br0" timeOffset="206383">28267 11324 7533,'-16'-47'0,"31"21"0,11 3 0,17 9 0,0 1 0</inkml:trace>
  <inkml:trace contextRef="#ctx0" brushRef="#br0" timeOffset="208540">1870 13600 7533,'-28'-8'2158,"3"-2"-1528,-1 0-90,15-13-360,-29 19-180,11-4-90,2 23 0,1 11 135,2 7 0,3 7 104,7-5 1,1 5 0,5 0-120,4 2 0,3 0 0,4 0 0,0-4 0,2-1 0,6-5-570,13 1 1,5-11 359,18-16 225,-19-27 0,-5-11 0,-7-10 0,-4-4 15,-3 14 0,0-1 0,-2-2-30,-4-6 0,-3-2 0,-1 6 195,0-3 0,0 19 44,-1 37-157,4 10 1,2 13 0,2 5-1,0-3-473,0 0 0,1-1 1,1 1-1,0 4 376,0-3 0,1 4 0,0 1 0,0 1 0,0-1 0,-2-3-87,0-1 0,0-2 0,-1-2 0,-1 1 1,0 1 178,-1 4 1,0 1 0,-1 0 0,-2-1 0,-4-3-55,-5 10 1,-4-4 0,-3-5 216,-2 1 0,-7-14-382,-22-25 1,-6-18-9,21 0 0,1-6 1,-1-2 59,-9-5 0,-1-4 0,4-4-30,4-2 0,4-3 0,9-1-150,12 1 0,7 0 0,8 1-150,12-2 0,10 2 1,5 2-36,-4 11 1,4 3 0,2 1-1,1-1 389,0 2 0,1 0 0,1-1 0,0 1 0,-1-1 36,3-3 0,-2 0 0,0 0 0,-2-2 317,-1 0 0,0 0 1,-3-2-1,-4 0 162,-2-4 1,-3-1 0,-7 0 911,-4-6 0,-10 0-402,-12 2 1,-8 5-932,-12 1-148,-6 0-518,17 46-1191,10 29 1169,10-6 1,4 4 569,1-10 0,1 2 0,3 0-30,3 7 0,3 2 0,5-6 120,2-10 0,4-4 0,0-4 495,9 4 1,0-13-167,0-30 1,-5-13-225,-12 9 0,-5-5 105,-2-12 0,-2-8 0,-1 2-16,0 2 1,-1 0-15,-3 9 0,0-2 0,0 4-120,1-3 0,1 16-450,10 44 495,-1 2 0,1 7-45,0 4 0,0 5 0,-1-4-45,-1-6 0,0 0-345,1 6 0,2 2 0,0-13-2848,2-16 3148,14 14 0,-17-68 0,-14 12 0,0 0 0</inkml:trace>
  <inkml:trace contextRef="#ctx0" brushRef="#br0" timeOffset="209883">2946 13864 7533,'-18'10'1529,"0"-2"-1349,24 0 449,30-6-359,-6-1 0,4-2 45,10-12 0,0-8-91,-1-3 1,-5-7-180,-12-7 0,-5-4 0,-1 5 0,-9 2 0,-22 3 0,-9 3-45,-12-6-450,-1 39 1,-2 13 449,9 5 0,5 5-45,0 11 0,7 6-45,10-3 0,7 3 0,5-3 30,6-7 0,4-3 0,3 0 0,6 4 0,3 0 0,3-7 90,2-9 0,2-6 0,-1-10 60,1-13 0,0-9 0,-5-3 0,-1-3 0,-5-5 45,-2-9 0,-9 2 135,-15 11-630,0 19-90,0 14-180,24 11 91,13 2 494,-7-10 0,3-3-45,5-7 0,2-8 360,0-7 0,0-5-46,1-2 1,-1-3 674,-2-5 1,-6-1 1439,-2-6-1709,-24 12-1080,-34 17 0,9 16-854,-2 6 0,2 5 539,7 3 0,3 3 450,-8 10 1,6 1 404,18-3 0,10-4-90,7-5 0,9-11 90,6-19 0,7-16 0,-2-4-530,-10 1 1,-1-5-1,-2-3 1,0-1 618,-4 2 1,0-2 0,-1-1 0,-2-1 0,-2-1-36,-3 0 0,-2-2 0,-1 0 0,-2 0 0,-2 3-15,3-14 1,-4 2 0,-3 2 80,-5 8 0,-3 1 0,-3 5 1139,-15-13-809,-7 73 0,-1 26-675,16-18 0,4 5 0,1 3 0,0 2-81,-1-2 0,-3 3 0,2 1 0,4 0 1,5 0-332,6-6 1,5 0 0,3 1 0,2-1 0,0-3 0,-1-2-274,1 2 1,0-3 0,1-3 0,3 0 775,3-1 0,4-1 1,1-3-1,-3-6 1,8-2-1,-3-4 1,-10 1-1,1 1 1</inkml:trace>
  <inkml:trace contextRef="#ctx0" brushRef="#br0" timeOffset="210117">4910 13705 14009,'8'46'-547,"0"0"1,-1 0 0,-3-9 0,-1 1 0,-1 1 0,-1-1-274,-1 4 1,-1 0 0,-1-1 0,-1-3 350,2 3 1,0-3 0,-8-7 0,-11-4 0,-5-13 0,-8-35 0</inkml:trace>
  <inkml:trace contextRef="#ctx0" brushRef="#br0" timeOffset="211222">5981 13035 7533,'-25'-27'2248,"6"-7"-2068,7 23-180,9 34 0,6 16 210,1-7 0,3 3 0,0 4-601,-2-3 0,1 4 1,0 4-1,1 0 0,-1 0 1,0-3 390,1 1 0,0-2 0,0-1 0,0 1 0,0 1-18,1 6 0,1 2 0,0 0 0,-1-3 0,-1-6 551,0 14 1,-1-14 1175,0-16-2024,-6-53 0,-2-23 225,2 12 0,0-4 0,0 1 60,1 8 0,1 1 0,2-1-240,5-11 0,4-1 1,5 11 404,6 16 0,4 10 44,15 11 1,0 14-180,-19 10 0,-3 8 0,-5 5-393,-6-1 0,-2 5 1,-4 0-1,-2-2 423,-3 2 0,-4-2 0,-6-3-30,-6 1 0,-6-3 0,-2-8 921,-4-9 0,-2-6-1776,0 2 1,1-5-945,-1-9-449,47-15 1978,6 5 0,3 0 270,3-3 0,2-1 0,0-2 0,2 0 0,-2-1 0,9-7 0,0 1 0</inkml:trace>
  <inkml:trace contextRef="#ctx0" brushRef="#br0" timeOffset="211816">6633 13776 10861,'-11'-2'989,"3"12"-1528,-4 17-766,15 3 1,10-1 764,10-11 1,3-3 404,0 9 0,3-6 90,15-23 0,0-14 0,-16-5 0,-4-7 315,3-8 0,-4-4 809,-9 1 0,-5 3 1,-9-6-1080,-2 45-90,-3 22-270,5 6 0,5 3 90,5-7 1,4-1 44,5 7 0,5-7 90,17-24 0,3-18 285,-10-8 0,-2-10 0,-2-5-330,-6 5 0,-3-4 1,-1-3-1,-2-2 315,-4 8 0,-2-3 0,-1-1 0,0 0 0,-2 1 0,-1 2-68,0-7 1,-2 1-1,-1 2 1,0 0 134,0 0 0,0-1 1,-1 3-1,0 7 787,0-4 1,-1 19-90,-3 44-871,-2 7 1,-1 9 0,1 4-686,2-8 1,0 3-1,0 2 1,2 1 0,0-1-1,2 0 1,1 0-1,1 0 1,1 0 0,1-1 164,2 1 0,1 1 0,1-2 0,1-1 1,-1-4 100,3 5 0,1-3 0,1-7 390,9 2 0,-7-17 0,-25-35 0,-8-13 0,-1-10 0,1 0 0</inkml:trace>
  <inkml:trace contextRef="#ctx0" brushRef="#br0" timeOffset="211941">7482 13600 7533,'-12'-38'819,"-1"1"0,1 0 0,0-7 0,4 2 819,8-8 0,11 6-1316,17 13 0,11 9-1042,-3 9 0,6 5 1,-2 1 497,-6 1 1,-1 0 0,2 3 0,8 3 0,3 3 0,-4 1 0,0 1 0,0 0 0</inkml:trace>
  <inkml:trace contextRef="#ctx0" brushRef="#br0" timeOffset="213116">9291 13494 7533,'-12'-45'3276,"-6"9"-2325,5 11-1131,-16 15-449,-14 10 269,10 16 0,-2 9 330,3 3 0,0 5 0,3 2-20,3 1 0,4 3 0,3 0 349,3 2 1,4 2 0,10-4-435,14 5 0,14-9-180,17-15 1,7-13 134,-15-10 0,2-6 0,-1-4 120,4-7 0,0-6 0,-4-1 90,-8 3 0,-2-1 0,-3-2 30,2-6 0,-3-3 0,-5 5 300,-2-10 180,-11 31-451,-6 30 1,-4 15-60,2-4 0,0 4 0,2-1-210,3 13 1,3-2-91,-3-8 0,4-6-90,13-5 630,-4-50 435,0-1 0,1-4-481,-3-8 1,2-1-90,2 0 0,5 6-225,8 11 0,6 6-90,4 5 1,4 5 179,-5 3 0,2 3 0,0 0 179,-3 0 1,-1 0 0,-1-3 899,14-10 1,-6-8-361,-17-8 1,-9-6-810,-7-4 0,-9-1 270,-14-5 0,-10 10-1169,-23 22 1213,16 21 1,4 11-345,8 9 0,6 8 1,5 1-481,6 4 0,6 1 1,6 0-221,4-8 1,5 0 0,4-1 0,2-3 766,1-4 0,3-2 0,3-4 0,1-4 0,6-6 0,4-5 0,0-4 0,-1-3 0,-3-7 0,0 0 0,0 0 0,0 0 0</inkml:trace>
  <inkml:trace contextRef="#ctx0" brushRef="#br0" timeOffset="213942">11765 13335 7533,'-25'-5'449,"0"0"1,-3 20 0,2 9-90,-2 6 0,5 7-680,6 1 0,4 4 0,5 2 380,4-2 0,5 1 0,6-3-150,3-7 0,5-1 0,5-5 93,9-1 1,5-4 0,1-11 146,-1-14 0,1-10 0,-1-3 0,4-2 0,0-4 0,-5-4 119,-6-5 1,-5-3 0,-1-1-30,-1 2 0,-2 0 0,-3 3 199,-2-5 1,-7 15 729,-6 26-944,0 18 0,-2 9-270,-5 3 0,2 4-15,7-4 0,4 2 0,3-4-930,7 1 1,5-3-650,11 8 1,5-10 1620,0-22 0,2-12 1,0-14-1,-4-11 1,-15-4-1,0-1 0,0 1 1</inkml:trace>
  <inkml:trace contextRef="#ctx0" brushRef="#br0" timeOffset="214289">12491 13529 9961,'-20'-20'3276,"8"28"-2954,23 22-1357,2-4 1,6 1 674,9-6 1,5-5 359,1-3 0,2-9 584,10-14 1,-2-13-76,-18 2 1,-3-5 0,-1 1 389,8-10 1,-4 1-495,-10 2 0,-3 5-225,-2 12-990,-3 38 1,2 16-830,7 0 1,2 1 1551,-8-10 1,-1 2 0,4 0 0,12 5 0,5-1 0,2-3 0,-4-12 0,-1 1 0,1-1 0</inkml:trace>
  <inkml:trace contextRef="#ctx0" brushRef="#br0" timeOffset="215266">13943 12718 7533,'-13'-10'1619,"1"26"-1305,5 16 1,2 12 75,0 0 0,0 4 0,3 3-311,1-5 1,2 1 0,1 2 0,0-1-350,-1 0 0,1 1 1,0-2-1,1-3 239,2 2 1,2-4 0,0-4-15,2-1 0,-6-15 320,-14-32-365,-7-11 0,-6-3-210,-1 3 0,-2-1 0,-2 2 120,-12-6 1,-2 5-200,9 9 1,-1 3-1,2 4 559,-2 6 0,1 8 120,3 8 0,-1 6 0,5 4 88,8 1 1,3 3 0,3 2-209,-1 5 0,3 2 0,11 0-61,16 0 1,12-1 0,5-5-270,3-5 0,4-6 1,3-2-276,1-3 0,3-2 0,1-7 267,-6-7 1,1-5 0,1-3-1,-4-3 8,1-5 0,-2-5 1,-1-3 41,-5 2 0,0-2 1,-2-2-1,-3 0 108,1-3 0,-3-1 0,-9 1 1112,-11-7 1,-11 7-843,-12 17-56,-7 26 1,0 11-170,7 4 0,8 5 90,8 12 0,6 0-135,0-14 0,6-3 315,23 3 0,8-9 179,-10-19 1,2-9 44,5-9 1,2-9 0,-1-4-240,-5-6 0,-2-4 0,1-3-405,-7 8 0,1-3 0,0-1 1,0 2-1,-1 2-435,1 1 0,-2 1 1,1 2-1,1 5 540,7 1 0,1 5 0,-2 7 0,1 11 0,-4 10 0,-7 17 0,0 0 0</inkml:trace>
  <inkml:trace contextRef="#ctx0" brushRef="#br0" timeOffset="216606">16749 13317 7533,'-13'-37'270,"-5"12"359,-22 25-404,12 3 0,-2 3-180,-12 6 0,-2 2 105,8-4 0,-1 1 0,0 3-174,-4 8 1,-1 5-1,1 1 204,1-2 0,0 1 0,5 4 149,5 4 1,4 4 0,7 1-129,9-5 0,5 1 0,9-2-141,11-1 0,9-2 0,4-4-120,8-5 0,4-4 0,3-4 15,-7-4 0,1-2 0,1-3 0,2-4-196,7-5 1,2-5 0,0-4 0,-2-2 127,-4-2 1,0-3-1,-2-1 1,-1-2 22,1 0 0,0-2 0,-3-1 0,-4-1 0,2-8 0,-5-2 0,-11 3 0,-13-1 1,-13 7 493,-17 15 1,-7 8-225,-6 7 0,-1 8 59,5 7 1,-1 7 0,5 2 120,1 13 0,6 4-330,8-8 0,2 2 0,10-1-240,12 2 0,10-1 0,5-6-90,7-11 0,5-6 1,2-7 179,8-7 0,2-8 0,-3-4 90,-9-1 0,-2-4 0,-4-6 180,2-10 0,-5-7 0,-5 6 465,-1-10-165,-5 10 0,-8 4 117,-21 18-477,-3-4-34,-11 32-56,6 11 899,12 11-179,8-13 0,5 1-91,19 11-314,-8-14 0,2-3-585,20 0-675,-12-31 1,-1-10-46,-8 1 1,-2-3 629,4-12 1,-4 0 89,-4-1 270,-7 21 449,-5 22-179,0 11 90,0-6-90,6 4 180,1-24-180,16-10-1710,-2-9-718,9 7 2158,-11 4 0,-1 32 0,-6 4 0</inkml:trace>
  <inkml:trace contextRef="#ctx0" brushRef="#br0" timeOffset="217139">18213 12788 7533,'-5'-19'3276,"9"66"-2929,-5-13 0,-1 5 0,1 5-934,1-5 0,0 2 0,0 3 0,0 1 0,0 0 407,-1 3 0,0 0 0,-1 2 1,0-1-1,1-1-396,0-2 0,-1 0 1,1 0-1,-1-2 0,1-3 236,0 11 1,-1-4-1,0-5 25,-3 1 1,-2-13 314,-1-23 0,-12-26 0,-5-13 0,2-3 0,0 1 0</inkml:trace>
  <inkml:trace contextRef="#ctx0" brushRef="#br0" timeOffset="217287">18016 13600 7533,'-4'-49'655,"0"0"0,0 0 1,8 6-1,5 2 0,11 5 164,9 11 0,10 5 0,4 3 0,1 3-1475,-6 4 1,2 3-1,1 2 1,0 1 0,-1-2 381,8-2 1,1-2 0,-1 2 0,0 3 0,1 4 0,0 3 0,-1 2 0,-3-1 0,-2 0 0,-1 0 0,0 1 0</inkml:trace>
  <inkml:trace contextRef="#ctx0" brushRef="#br0" timeOffset="217926">19001 13494 7533,'-25'-26'2608,"-10"15"-2473,9 0 0,-3 6-90,-13 20 0,-2 9-15,12-11 0,0-1 0,0 4-108,-3 10 1,2 4 0,2 0 346,7-4 1,2 1 0,6 1 399,3 16 1,12 0-805,10-13 0,10-5-255,9-10 0,8-4 1,0-7 269,-1-8 0,0-6 0,1-4 57,-1-1 0,1-3 1,0-2-1,-4-2 243,3-7 0,-3-4 0,-3 0 119,-2 1 1,-3 0 0,-8 3 780,-9-17 139,-29 39-859,-11 41-720,19-10 0,5 3 360,5 7 0,8 1-1639,7-6 1,6-4-1,12 0 1,4-8 1429,-8-11 1,0-7 0,12-12 0,-5-9 0,-16-2 0,0-1 0</inkml:trace>
  <inkml:trace contextRef="#ctx0" brushRef="#br0" timeOffset="218125">19358 13564 7533,'0'-43'3276,"0"22"-436,-12-3-2120,4 55-2339,-10 9 584,15-6 1,5 2 1034,6 2 0,7-5 0,10-15 0,6-5 0,10-2 0,1 0 0</inkml:trace>
  <inkml:trace contextRef="#ctx0" brushRef="#br0" timeOffset="218508">19603 13600 8792,'-29'5'3276,"8"23"-2935,10-2 0,5 3-296,13 7 0,7-2-315,-2-7 0,5-7-45,19-12 0,4-14 285,-11-11 0,-2-9 0,-1-1 90,-1 2 0,-1-1 0,0-4 10,-2-3 1,1-4 0,-1-1-1,-3 5 515,3-4 0,-3 4 134,2-9 1,1 15-270,6 43-1440,-12 12 1,-2 9-31,-2-6 1,-1 3 0,-1 0 89,1 2 1,0 1-1,-1-4 930,1 2 0,-5-5 0,-22 11 0,-11-33 0</inkml:trace>
  <inkml:trace contextRef="#ctx0" brushRef="#br0" timeOffset="218683">19493 13070 7533,'-29'-8'655,"1"-1"0,-9-1 1,47 10-1,24 10 0</inkml:trace>
  <inkml:trace contextRef="#ctx0" brushRef="#br0" timeOffset="219866">21868 13247 7892,'0'-37'3276,"-11"3"-2414,-19 24-1132,-3 18 0,-6 8 150,2-1 0,-3 3 1,-1 4-16,5 0 0,-1 4 1,0 2-1,2 2 270,0 3 0,0 3 0,2 0 0,4 0 74,-4 1 1,4 0 0,10 2 210,12 7 0,11 2 0,10-8-792,21-10 0,13-9-416,-11-8 1,6 0 0,1-4 0,-2-3 637,5-5 0,-1-6 1,0-1 100,3 0 1,1-1 0,-7-7 0,-13-5 0,-5-5 0,-1 0 0,-1-1 0,-1 0 0,0 1 0</inkml:trace>
  <inkml:trace contextRef="#ctx0" brushRef="#br0" timeOffset="220038">22065 13317 7533,'-18'-19'3276,"5"19"-1638,5 20 0,3 11-1946,1 8 0,3 4-262,4-10 1,4 1-1,-1-1 286,2 13 1,5-4-1,11-13 1,5-5 0,0-7-1,0-1 1</inkml:trace>
  <inkml:trace contextRef="#ctx0" brushRef="#br0" timeOffset="220657">22557 13635 7533,'-37'33'2248,"6"4"-988,12 1-811,8-21 181,11-42-450,0-4 0,0-5-60,3-3 0,1-5 0,0 0-390,-2-6 0,0 0 0,2-1 180,0 10 0,1 0 0,2 1 0,0 1-90,3-8 0,1 2 1,4 7-271,2 7 0,5 11-360,12 18 1,4 12 809,0 13 0,-1 7 0,1-1 0,0 0 0,1-5 0,0-1 0</inkml:trace>
  <inkml:trace contextRef="#ctx0" brushRef="#br0" timeOffset="221016">23222 13264 7533,'-12'-25'3276,"-1"5"-2505,-5 3-861,-1 9-179,-22 31 224,16-6 0,-1 4 75,0 4 0,-1 5 0,1 1 269,3-4 1,1 1 0,2 1-60,0 3 0,2 0 0,7 0-240,5 5 0,12-3-585,13-5 0,11-5-584,14-8 0,4-5 764,-11-1 0,1-4 405,-1-9 0,2-3 0,-7-1 0,7-5 0,-10 0 0,-1-1 0</inkml:trace>
  <inkml:trace contextRef="#ctx0" brushRef="#br0" timeOffset="221416">23394 13441 7533,'0'-26'1484,"0"1"0,0-22-764,-6 2-451,-11 27-449,4 36 1,0 13 313,-1 2 1,2 3-75,3-3 0,2 4 0,5-1-150,8 14 0,10-4-315,11-13 1,7-10 494,7-11 0,3-14 149,-8-10 1,0-8 0,-4-3-300,3-13 0,-6-4 240,-9 12 0,-2-1 0,-4 0 989,-1-16 0,-7 5 270,-4 13-2068,-5 21-1010,1 37 1,3 18 1395,0-13 1,6-1-1,8-6 1,5 0-1,2-5 1,11-6-1,0 0 1</inkml:trace>
  <inkml:trace contextRef="#ctx0" brushRef="#br0" timeOffset="222266">24083 13441 7533,'-14'0'1979,"-2"0"-810,4 23 180,4 22-989,1-9 0,3 1-136,7-3 1,5-3-314,16 4-361,15-61 315,-14-6 0,-2-8-15,-6 6 0,-3-3 0,-1 0 30,-1-2 0,-1 0 0,-2 1 390,1-6 0,-2 6 360,-3 11-270,-10 56-91,1 5 1,1 5-45,-1 0 0,1 2-135,2-7 0,2 2 0,4-4-315,10 1 0,6-5-90,1-5 0,2-11 90,13-31 1,-1-15 134,-9 9 0,-2-5 180,-8-3 0,-1-5 0,-1 3 764,4 1 1,-3 4-1,-8 2 1,0 7-136,3 13-854,-15 35 0,-5 16-645,5-10 1,1 1 0,2 1-314,1 2 1,1 0 0,3-3-193,6 5 0,6-7 565,7-12 1,4-7 719,6-12 0,0-10 0,-2-9 0,-3-7 0,5-7 0,0-1 0</inkml:trace>
  <inkml:trace contextRef="#ctx0" brushRef="#br0" timeOffset="222599">24908 13458 7533,'4'-45'1092,"0"0"0,-2 8 0,-5 4 546,-14 3 0,-7 9-1182,-2 15 1,-1 8-322,0 4 0,3 7-45,1 22 0,10 9-270,14 1 0,9 2-30,0-9 0,3 2 1,2-4 164,7 2 0,3-2-135,3 3 0,-3-3 810,-10 1 359,-38-10-405,-13-16 1,-9-6-1080,-3-4 1,-2-2-1145,1 1 1,5 0 1519,2 0 1,65 0 0,3 0 0,1 0 0</inkml:trace>
  <inkml:trace contextRef="#ctx0" brushRef="#br0" timeOffset="223066">25449 12894 7533,'-3'-27'1638,"-1"-1"0,4 1-507,-4 68-652,4-8 1,0 7 0,-1 3-188,-3 0 1,-1 3-1,0 3 1,1 1-730,1-3 1,2 3-1,-1 1 1,1-1-1,0-1-121,-1-7 0,0 0 1,1-1-1,0-1 1,1-2-403,3 16 1,1-2 0,2-9 1,0-6 0,1-17 958,6-37 0,-14-11 0,-4-5 0,-2-8 0,0 0 0</inkml:trace>
  <inkml:trace contextRef="#ctx0" brushRef="#br0" timeOffset="223228">25314 13335 7533,'-16'-26'1092,"0"-1"0,13-3 0,9-1 546,18-1 0,12 2-1455,-6 11 1,5 1-1,3 1 1,1 0-368,3 2 0,3 0 0,1 1 0,0 0 0,-2 2 0,4-2 1,-2 3-1,0-1 0,0 1 0,2 1 0,1 0 0,-1 0 1,0-1-1</inkml:trace>
  <inkml:trace contextRef="#ctx0" brushRef="#br0" timeOffset="224016">26052 13547 7533,'-19'-26'1799,"7"7"-1260,17-15-269,9 15 180,5-22 180,-12 19-271,-20-1 1,-8 5-225,-6 16 0,-5 8-405,-13-4 0,-3 7 360,10 12 0,1 6 0,2 2 90,8-5 0,2 1 0,4 2 59,1 9 1,5 4 0,7-4-285,11-1 1,10-3-46,7 1 0,10-8-45,12-18 0,5-12 75,-14-2 0,1-5 0,0-4 120,6-7 0,1-4 0,-3-3-297,-8 0 0,-2-1 0,-3 0 507,6-11 0,-10 3 1079,-21-4-1259,-19 51-315,2 18 0,3 9-360,2 5 1,3 4-316,3-8 1,1 1 0,5-4-496,6-2 1,6-5 404,5-2 1,3-9 989,20-31 0,-6-9 0,1-9 0,-14 6 0,1 0 0,-1 0 0</inkml:trace>
  <inkml:trace contextRef="#ctx0" brushRef="#br0" timeOffset="224458">26421 13370 7533,'-5'-25'2518,"4"-3"-989,-10 9-539,4 34-676,-2 6 1,0 5-90,4 17 0,2 3-720,-2-8 1,4-2-136,9 4 0,7-11 181,24-33 539,-6-15 0,0-9 134,-5-4 1,-2-5-45,-2 2 0,1-2 0,-4 1 359,-3 1 1,-2 4 1799,14-8-1170,-30 50-1124,-3 14 0,-2 7-255,-1 5 0,0 4 1,0-1-691,1 8 1,4 0-194,2-12 1,2 0 0,4-2-547,6 4 1,5-8 1516,16-10 0,-3-28 0,1-10 0,-6-10 0,-1 0 0</inkml:trace>
  <inkml:trace contextRef="#ctx0" brushRef="#br0" timeOffset="225083">27185 13335 7533,'12'-43'3276,"-5"13"-1785,-2-11-861,-16 30-361,-13-5-314,1 21 1,-4 6 44,-6 1 0,-2 3 269,6 1 1,0 2 0,1 1-135,-6 7 0,2 3-15,6-3 0,2 3 0,4 0 104,7 7 1,4 3-315,-2 9 1,6 0-46,11-15 0,6-2-135,11 6 0,7-7-45,8-15 0,6-9 225,-2-6 0,5-5 1,-2-5-415,-9-3 0,-1-3 1,0-2-1,-1 0 594,6-3 0,-2-2 0,-2-1-60,-1-6 0,-2-1 0,-8 1-30,-8 7 0,-6-1-90,-1-6 0,-9 0 674,-25-3 1,-10 5-135,10 9 0,-3 6-61,-7 8 1,-3 4 0,2 7-300,0 13 0,4 9-480,8 5 0,4 6 1,5 1-361,9-3 1,5 1-1,4-1-150,4 3 1,5 0 0,5-4-194,8-6 1,5-4 0,-1-4 981,-3 0 1,2-9 0,18-18 0,0-13 0,-16-7 0,-1 1 0</inkml:trace>
  <inkml:trace contextRef="#ctx0" brushRef="#br0" timeOffset="225428">27812 13441 7533,'10'-39'1092,"-1"-1"0,-1 3 0,-3 2 546,-6 6 0,-4 3-545,-14 1-1093,-13 50-180,20 3 1,4 7-91,1 11 0,8 6-449,8-7 0,4 4 0,1-4 629,-5-12 0,1-1 0,1 1-210,6 12 0,3 1 0,-5-6 30,-7-13 1,-7-3-136,-10 4 0,-10-5-405,-16-11 1,-7-8 809,9-2 0,-2-3 0,1 0 0,-1-1 0,0-1 0,1 0 0,-9-2 0,1 0 0</inkml:trace>
  <inkml:trace contextRef="#ctx0" brushRef="#br0" timeOffset="226166">22114 13000 7533,'-9'-37'269,"0"-1"1,1 8 0,10 2 0,22 2 0,14 3 0,2-1 0,0-1-1,0-1 1,-1 1 0</inkml:trace>
  <inkml:trace contextRef="#ctx0" brushRef="#br0" timeOffset="226649">28575 14129 7533,'-12'-29'468,"1"1"0,17 8 0,12 2 0,7 5 0,17 23 0,0 0 0</inkml:trace>
  <inkml:trace contextRef="#ctx0" brushRef="#br0" timeOffset="236991">5217 14923 6903,'-13'-10'90,"3"2"180,10 0 90,0 6-91,0-14 361,-6 14-270,5-5-90,-5 7 539,1 0-179,-2 0-360,0 0 180,1 0-91,1 7 1,-2-5-450,0 6 90,2-8 0,-1 0 180,5 0 0,-5 0 180,6 0 179,0 0-89,6 0 360,6 8-451,2 11 1,2 3-315,3-3 0,0 3-15,2 12 0,1 7 0,1 0-97,0-4 1,0-1-1,1 3-91,-5-4 1,0 1 0,-1 1 0,1-2 37,2 3 0,1-2 0,-3-2-15,-3-2 0,-1-4-585,7 4-449,-21-30-990,10 6 90,-9-8 450,3 0 1619,-5 0 0,-5-8 0,-2-2 0</inkml:trace>
  <inkml:trace contextRef="#ctx0" brushRef="#br0" timeOffset="237450">5181 15734 7533,'-19'0'809,"-5"0"630,16 0-89,-8-8-271,26-17 0,11-7-225,2-3 1,6-6-1001,-7 11 0,4-4 0,3-2 0,1-2 1,0 1-1,-1 2 92,2-1 0,0 1 0,0 1 0,0-1 0,0-1-441,-2 1 0,0-1 1,0-1-1,-1 0 0,0 3 1,-4 3-321,10-8 0,-4 3 1,-5 5-356,-8 3 1,-5 7-270,-6 13 1439,-6 16 0,-6 2 0,-1 8 0</inkml:trace>
  <inkml:trace contextRef="#ctx0" brushRef="#br0" timeOffset="239348">6375 15434 8432,'0'-10'1080,"0"2"629,0 8-720,11 24-179,8 13-496,-8 0 1,-2 5-1035,0-1 1,-6 0 44,-8-3 1,-7-4 179,-5-9 0,-5-7-450,-8-7 1,-1-6 944,-4-5 0,35-16 0,40-3 0</inkml:trace>
  <inkml:trace contextRef="#ctx0" brushRef="#br0" timeOffset="240567">6448 15134 8702,'-19'-8'2159,"7"6"-1350,6-5-449,6 7-180,11 0-90,-3-8-270,10-10 360,-16-9 314,-18 2 1,-8 6-1934,-20 29 1394,16-16 0,6 4 45,17 37 0,15 3 0,20-20 0,0 1 0,0 1 0</inkml:trace>
  <inkml:trace contextRef="#ctx0" brushRef="#br0" timeOffset="241233">6411 15505 7533,'-31'-20'3276,"12"4"-1425,8 16-1132,11 0-179,6 8-450,1 10 360,5-6-180,-5 3-360,3-15 0,-13-15 0,-10 3 0,-13-6 0,-11 18-630,11 26 181,19 11 718,21 8 451,23-18 180,-5-27-361,-1-19 46,-37-7 0,-9 1-135,-4 9-1755,-12 14 1,9 6 1394,39 12 0,9-32 0,14-13 0,0-1 0</inkml:trace>
  <inkml:trace contextRef="#ctx0" brushRef="#br0" timeOffset="242550">7334 14693 7623,'-7'-19'1529,"-3"-13"-630,8 28-359,-3-19 90,5 29 359,5 35-1019,1-8 0,0 7 0,0 1-30,-1-4 0,0 0 0,0 6-487,0-2 1,1 7 0,1 4 0,-1-1 0,0-4 0,-2-8-1093,1 11 1,0-2 1617,0-4 0,3 11 0,-1 0 1,-3-13-1,-6-24 0,-13-40 1,0 13-1</inkml:trace>
  <inkml:trace contextRef="#ctx0" brushRef="#br0" timeOffset="242980">7261 15240 9422,'-9'-12'-270,"38"-1"90,-2 16 0,5 1 60,-1-8 0,3-4 0,-1-3-291,1-1 0,0-3 1,-2-3 110,2-9 0,-3-3 0,-3-1 233,3-6 0,-5-3 366,-9-2 1,-4-4 0,-3 3 195,-5 2 0,-3 1-16,0 6 1,0-3 0,-1 5-63,-1 2 0,0 7 1023,0 5-946,8 56 1,1 20-315,-5-9-384,-1-17 1,2 8 0,1 4 0,-1 0-1,-2-4 24,-2 8 0,-1-3 1,0 3-204,1 0 1,1 3 0,-1 0 0,1-3 40,-1-7 0,0-2 0,1-1 0,-1-3-1053,2 16 1,1-8 1394,9-10 0,-1-41 0,1-11 0</inkml:trace>
  <inkml:trace contextRef="#ctx0" brushRef="#br0" timeOffset="243349">7876 15399 9781,'-9'-20'3276,"49"4"-2684,-11 16-502,7-5 0,9-4 0,-3 0 45,-5 0 0,-2-4-75,2-5 0,2-5 0,-5-2-15,-1-6 0,-10-3-135,-17-7 0,-11 2 90,-6 12 0,-6 7-45,-7 7 0,-3 10 0,-1 15 0,3 11 195,9 4 0,4 6 0,2 1-420,-2 0 0,2 0 0,6 2-636,7 8 0,7 2 0,4-4-264,10 2 1,7-6 1169,4-8 0,6-9 0,-8-16 0,3-7 0,-1-1 0,10-7 0,0 0 0</inkml:trace>
  <inkml:trace contextRef="#ctx0" brushRef="#br0" timeOffset="243895">8651 15187 8162,'-7'-10'3276,"1"2"-2684,6 16-592,0 2-900,4 26 1,3 8 899,7-3 0,3-1 0,1 0 0,3-4 0,7-13 0,-1-1 0</inkml:trace>
  <inkml:trace contextRef="#ctx0" brushRef="#br0" timeOffset="244467">8934 15222 7533,'-24'-19'2248,"-7"3"-1888,11 32 0,11 14 0,6 6-270,6 3 0,6 1-330,1-5 0,2 2 0,3-3 105,6 1 0,3-8 225,3-13 0,1-10 270,5-16-135,-14-17 0,-4-8 89,-11-7 1,-6-3-195,1 11 0,-1-1 0,-2 1 15,-1-14 0,-4 10-135,-15 12 0,26 53 0,6 19 150,-1-1 0,2 6 0,1 4-392,-2-11 0,1 3 0,1 2 0,-1 1 0,0-1 206,0 1 0,1 2 0,-1-1 0,-1-1 0,0 0-72,-2-5 0,1 1 0,-1-2 0,-2-1 0,-3-3 617,-2 8 1,-4-4 0,-5-7 164,-4-4 1,-6-15-375,-8-25 0,-6-18 0,1-1-240,6 1 0,0-1 0,1-4-353,0 1 0,-2-3 0,2-1 0,3 2 263,3 1 0,3 2 0,3 0-1410,-4-14 1,12 6-1838,36 8 1638,2 12 1,4 3 1623,-3 6 1,2 0-1,11-6 1,1-3-1,-13-1 1,1 1-1</inkml:trace>
  <inkml:trace contextRef="#ctx0" brushRef="#br0" timeOffset="244962">9279 14870 7533,'0'-28'2518,"0"-5"-1708,0 29 269,11 37-630,-6-3 1,-1 7 0,0 2-240,2 8 0,0 2 0,1 2-472,0-6 1,0 3 0,1-1 0,-1-3 201,1 5 0,1-3 0,0-4-390,6 7 0,2-9 141,7-9 354,-9-52 0,-1-15-90,-3-1 0,-2-2 165,2 6 0,0-2 0,-2 3 599,-2-6 1,0 5 179,4 0-629,-11 64-900,4-8 1,2 3 47,4 14 0,5 1-511,3-9 1,4 0 0,3-10 969,11-16 0,1-10 0,-6 3 0,-3-8 0,-9-35 0,0 0 0</inkml:trace>
  <inkml:trace contextRef="#ctx0" brushRef="#br0" timeOffset="245212">9894 14764 7533,'0'-34'3276,"-5"21"-1335,14 28-1582,-4 13 1,-1 9-1016,2-3 1,3 7-1,0 4 1,0-2 0,-2-4-438,0 0 1,-2-3 0,1 5 436,2 1 1,0 5-1,1 3 1,-1-4 0,-3-6 718,-2 7 0,-3-6 1,2-5-1,-4-5 1,-12-4-1</inkml:trace>
  <inkml:trace contextRef="#ctx0" brushRef="#br0" timeOffset="245419">9869 15134 7533,'0'-25'1092,"0"-1"0,11-1 0,6-1 508,7-5 0,8 4-1600,-2 13 0,5 4 0,0 2-1093,3 0 1,0 2 0,-1 3 888,7 4 1,-4 2 0,-11-1-1,-6 0 1,-12 0 0</inkml:trace>
  <inkml:trace contextRef="#ctx0" brushRef="#br0" timeOffset="245625">8725 14958 7533,'-25'0'0,"0"0"0,9 0 0,20 0 0</inkml:trace>
  <inkml:trace contextRef="#ctx0" brushRef="#br0" timeOffset="247466">13253 14658 8072,'-13'0'1170,"-3"0"-91,9 0 0,-5 0 271,-1-8-361,6 6 270,2 10-179,21 19-676,-2-2 1,4 3-525,6 2 0,4 3 1,3-2-974,2-2 1,2-1 0,-1 2-1,1 5 1,0 2 0,-2-6-39,6-5 1,-5-4 1130,-12 2 0,-5-9 0,3-37 0,4 1 0</inkml:trace>
  <inkml:trace contextRef="#ctx0" brushRef="#br0" timeOffset="247826">13782 14711 7533,'-10'-43'3276,"7"13"-1155,-7 5-952,4 48-1079,-1 17 90,-1-7 0,-2 8 0,-1 2-479,2-5 0,0 2 0,0 1 0,-2 1 317,0-1 0,-2 2 0,0 1 0,0 0 0,1-1 54,1-2 0,1 0 0,-1-1 0,1 0 0,0-2-16,-1 4 1,0-1-1,1-2 1,0-4 168,-3 8 0,3-7-2654,3-3-539,18-41 1079,10-4 1889,15-13 0,1 7 0,1 1 0</inkml:trace>
  <inkml:trace contextRef="#ctx0" brushRef="#br0" timeOffset="248711">14140 15046 7533,'-25'-10'3276,"6"2"-4663,7 8-412,17 0 1799,3 8 0,5 25 0,-8 15 0</inkml:trace>
  <inkml:trace contextRef="#ctx0" brushRef="#br0" timeOffset="248858">14053 15293 7533,'-13'10'2428,"2"-2"-2608,17-8 180,17-8 0,7 0 0,5-2 0,10-4 0,0 1 0</inkml:trace>
  <inkml:trace contextRef="#ctx0" brushRef="#br0" timeOffset="249766">14841 15363 7533,'-14'30'1049,"-1"-1"0,7 8 1,0-1-780,-5-10 0,3-1 269,10 22-449,7-71-150,-3-11 0,0-12 0,0 6 15,0 11 0,-1-1 22,-1-10 1,-1-10 0,0 1-1,1 10 248,-2 11 0,5 3 194,8-4 1,6-1 0,5 6-480,9 10 0,6 7 1,1 3-601,3 1 0,2 2 1,0 2-430,-1 2 1,1 1 0,-6 2 1088,0 0 0,-12 6 0,-26 38 0,-12-16 0,0 0 0</inkml:trace>
  <inkml:trace contextRef="#ctx0" brushRef="#br0" timeOffset="250183">15297 15328 10501,'34'-17'2878,"0"-1"-2833,2 6 0,4-2-90,-1-6 0,-1-3-315,4 1 1,-2-3 134,-7-8 0,-10-2 90,-15 6 0,-9 3 45,-14 5 0,-8 5 45,-13 2 0,-3 12 495,-3 21 0,1 11-211,15-8 1,0 3 0,5 2-120,4 4 0,3 3 0,6 1 0,6 5 0,6 2 0,5-4-390,16 3 0,8-6-750,-5-9 1,4-2 0,2-5-61,0-7 1,3-4 0,-3-3 946,9 2 0,-4-6 1,-7-10-1,-3-5 0,6-16 1</inkml:trace>
  <inkml:trace contextRef="#ctx0" brushRef="#br0" timeOffset="250666">16047 15258 7533,'5'-43'3276,"8"13"-1155,1-11-1672,-2 29-629,-28-3-359,-23 22 449,6 4 0,-2 4 90,6 0 0,0 2 0,1 4-921,-3 9 0,1 4 1,3-2 1054,-3-2 1,7 3 135,6 17 0,17-4-180,44-23-135,-9-2 0,5-9-135,-1-21 0,3-12 0,-2-3 929,-7-1 1,-2-2 0,-1 0-660,-2 0 0,-1 0 0,-3 3-540,-2-2 0,-6 13-1189,-6 36 1,-2 14 1553,7-3 1,2 1 0,4 5-1,2-2 1,1-12 0,1-1 0</inkml:trace>
  <inkml:trace contextRef="#ctx0" brushRef="#br0" timeOffset="251846">16822 14393 7533,'-25'-9'2338,"2"40"-1708,12 5 0,4 8-248,3-7 0,2 4 0,0 3 1,1 1-399,1 0 0,1 4 1,0 0-1,1 0 0,0-2-322,1 1 1,0-1 0,2-2 0,-1-1 395,3-1 1,2 2-1,-4-6 1,-7-15 121,-14-16-467,-2-32-163,-12-1 0,-11-3 1,0 7 853,-1 13 1,-2 6-135,3-6 0,-2 1 0,4 10 119,6 20 1,5 11 0,5 1-120,-1 8 0,15 3-225,19-10 0,12 3 0,5-1 0,1-6-15,3-6 0,3-6 0,5-4-326,-1-5 0,4-2 0,3-3 1,-1-4-1,-2-6 3,6-10 1,-2-9 0,-2-3-1,-3 1 533,0 1 0,-3 0 0,-3-3 179,-3-5 1,-2-4 0,-13 6 876,-19 3 144,-22-6-1980,3 36 90,20 19 0,7 7 405,2 2 1,6 1-286,4 2 0,4 3 0,3-6 442,9-2 0,2-11 248,-6-13 0,-1-8-90,-1-9 0,-4-7 44,-12-7 1,-5-3-180,-1 2 0,0 3-135,-1 4-180,1 36-180,16-4 1,6-1 224,-3 2 0,1-6 225,20-14 0,-2-13 89,-12-10 1,-6-5 1214,-3 0 1,-4 5-1575,-6 11-1979,-9 32 720,-7 15 0,0 5-200,11-5 1,1-1 1494,-6 1 1,4-3-1,13-9 1,5-5 0,14 5-1</inkml:trace>
  <inkml:trace contextRef="#ctx0" brushRef="#br0" timeOffset="252379">18016 15275 7533,'-3'-29'1638,"0"-1"0,-9-11 1638,-7-2-2902,-5 28-104,-12 46-495,21-6 0,3 5-225,-3 9 0,5 4-180,3 6 1,8-2 134,8-12 1,6-5-316,18-3 1035,-8-31 0,-1-11 269,-2-20 1,-6-9-75,-4 10 0,-2-3 0,-2 0 209,1-12 1,-5 4 359,-6 11 1,-2 15-406,-3 40 1,0 17-945,2 2 0,0 7 1,2 3-297,0-7 1,2 3-1,0 1 1,0 1 0,1-2 614,0-5 0,1-1 0,-1-1 0,1 2 0,-2 2-109,1 2 0,0 5 0,0 0 0,-2 0 0,-1-3 0,-2-5 330,-5 8 0,-4-5 0,-5-3-225,0-7 0,-5 2 0,-2-7 0,-2-14-1005,-12-23 1,-5-19 0,3-4-44,4 0 1,3-4 0,3-2 1001,2-5 0,4-2 0,7 5 0,10 10 0,7 3 0,9 2 0</inkml:trace>
  <inkml:trace contextRef="#ctx0" brushRef="#br0" timeOffset="252562">17328 15028 7533,'-27'-29'1638,"1"0"0,0-5-1034,7 12 0,9 3 0,35 3 0,20 7 0</inkml:trace>
  <inkml:trace contextRef="#ctx0" brushRef="#br0" timeOffset="253813">19247 15311 7533,'-18'-44'1304,"4"22"0,-2-1-719,-1-1 0,-4 3-316,-9 3 1,-6 9 90,2 12 0,-4 8 0,2 6-91,3 9 1,1 7 0,2-2-180,-3-7 0,1-1 0,10 5-120,16 15 0,11 6 0,7-14-510,22-15-280,-1-21 1,9-7 0,2-3 0,-9-1 177,-8 1 0,-3-5 619,7-17 1,5-12-1,-6 4 1,-16 25 2451,-27 41-2339,18-52 29,-4 56 1,1 30 0,11-18-930,16-37 1,8-13 0,0 2 584,9 19 0,-3-12 270,-19-20 0,0-14 0,-1-8 0,-1-5 0,-3 0 0,-4 4-63,-3 0 1,-4 1 0,-3-1 0,-1 0 0,1-2 316,1 3 1,0-2 0,0-1 0,-1 0 0,-2 3 0,-1 4 149,-1-20 1,-3 5 0,-8 24 2226,-31 51-2736,26 11 0,6 13 1,1 4 184,0-7 1,-1 4 0,1 3 0,3 1 0,5-1-382,4-2 0,5 1 0,2 2 0,2-2 0,0-3 0,0-4 166,-1 0 0,-1-3 0,3-5 0,5-6 689,13-4 1,5-8 0,-6-15-16,-8-37 1,-14-20-720,-10 14 0,-6-6 0,-5 0 0,-1 9-1504,-5 3 1,-4 6 1531,-9-10 1,11 17 0,40 50-1,12-4 1,1 0 0</inkml:trace>
  <inkml:trace contextRef="#ctx0" brushRef="#br0" timeOffset="254236">19997 15134 7533,'-7'-17'3058,"-4"-9"-899,5 14-990,-6 51-1709,7-7 1,3 5-554,7 3 1,4 4 0,-1-4 981,-5-3 1,6-6 0,21-1 0,7-13 0,-11-22 0,1 0 0</inkml:trace>
  <inkml:trace contextRef="#ctx0" brushRef="#br0" timeOffset="254762">20403 14587 7533,'-6'-27'3276,"-5"9"-796,15 50-2300,-3-7 225,5 12 0,0 8-255,-1-5 0,-1 2 0,0 4-806,-1-8 1,1 3-1,-1 2 1,1 0 0,0-2-72,0 4 0,1-1 0,-1-1 0,2 1 299,0 3 1,0 1 0,2-4 0,2-9-904,4-8 0,3-8 1331,20 4 0,-11-31 0,-2-2 0</inkml:trace>
  <inkml:trace contextRef="#ctx0" brushRef="#br0" timeOffset="254999">20674 15240 7533,'-3'-26'1638,"-1"-1"0,-7-10 842,10 19-2659,-5 28-91,6 33-765,3-16 1,0 1-605,0 7 1,1 1 848,4-8 0,2-2 790,4 10 0,25-44 0,0-22 0</inkml:trace>
  <inkml:trace contextRef="#ctx0" brushRef="#br0" timeOffset="255495">21007 14623 7533,'-9'-27'1484,"0"1"0,1-12-405,-9 5-449,16 23 270,-5 18-226,5 15 1,2 5-495,-1 0 0,0 3-1,1 7 1,-1 6 0,-1-1-233,0-1 0,-2 0 1,2 2-61,1-5 1,1 1-1,1 1 1,-1-1-136,0 1 1,1-1 0,0 0 0,0-2 7,2 6 0,0-2 0,2-2 195,5 11 0,1-6-315,1 0-2158,5-30-271,-6-32 2789,-5-3 0,-12-13 0,-9 5 0</inkml:trace>
  <inkml:trace contextRef="#ctx0" brushRef="#br0" timeOffset="256145">20933 15117 7533,'-23'-44'3276,"8"7"-796,8-6-1581,21 24 1,7 3-675,6 0 0,5 4-765,15 2 1,3 3-1035,-7 0 0,-2 6-65,-2 9 1,-10 7-572,-26 23 2210,-10-12 0,-6 2 539,-5 2 1,-4 2 0,2-1-91,5-2 1,3 2-270,3 1 0,2 3 0,7-2 45,13 5 0,8-3-225,3 1 0,4-7 224,3-14 1,2-11 180,2-23 0,-4-15-195,-14-1 0,-6-6 0,-1 0 599,-1-9 1,-1 1-1,-6 26-180,-6 45 1,-4 17-510,1-8 0,0 4 0,-1 7-381,2-6 0,1 6 1,-1 5-1,0 1 1,0 0-1,0-2 1,0-4 26,-1 1 0,1-2 0,-1-2 0,-1-1 0,-1-1 9,-2 9 0,-1 0 1,-4-5-1,-5-11-645,-10-13 1,-5-9-1,0-6 870,-6-5 0,1-9 0,-2-12 0,8-5 0,21 7 0,0 1 0</inkml:trace>
  <inkml:trace contextRef="#ctx0" brushRef="#br0" timeOffset="256384">20711 14887 7533,'-23'-25'89,"8"13"1,2 4 0,15 18 0</inkml:trace>
  <inkml:trace contextRef="#ctx0" brushRef="#br0" timeOffset="256573">19997 14728 7533,'-32'-17'0,"36"15"0,24 4 0</inkml:trace>
  <inkml:trace contextRef="#ctx0" brushRef="#br0" timeOffset="313600">24576 14676 7263,'6'-10'180,"-1"2"899,-21 8-449,7 0 269,-20 0-89,10 0-450,5 0 269,-2 0-89,9 0-270,0 0 180,1 0 359,23 0-494,6 0 0,7 0 14,14 0 1,9-1 0,-1 2-330,-13 0 0,-1 1 0,1 1 0,1-1-219,6 0 0,3 0 1,-3 0-1,-4 2 339,-5 1 0,-4 0 0,-4 2 60,1 1 0,-8 2-90,-10 7-540,-23 17-180,-2-12 1,-5 1-91,-9 10 1,-2 4 329,5-4 0,0 2 0,-2 1 7,3-4 1,-1 1-1,-1 1 1,0 1 404,-1 2 1,-1 1-1,0 1 1,1-1 224,-1 1 0,-1-1 1,2 0-1,0-2 721,-5 5 0,2-1 0,3-5-699,1-1 1,6-5-180,3 2 360,28-39 0,9 0 0,4-1 89,6-8 1,2-2-480,0 4 0,2 0 0,1 0-98,1 2 0,1 1 1,-1 0-953,1 0 1,0 0 0,-2 3-46,7 1 1,-4 6 1037,-1 3 1,-11 6 0,-29 12 0,-9 17 0</inkml:trace>
  <inkml:trace contextRef="#ctx0" brushRef="#br0" timeOffset="313909">24526 15117 7533,'-43'-8'3276,"17"6"0,48-14-2280,13 10 1,10 2-997,-8-1 0,5-2 0,1 0 0,1 1-820,1 0 1,1 1 0,1 1 0,0-1 653,-6 1 0,1-1 1,0 1-1,-2 1 1,-2 2-1,5 1 1,-3 3-1,-2 1 0,8 6 1,0 0-1</inkml:trace>
  <inkml:trace contextRef="#ctx0" brushRef="#br0" timeOffset="314138">25547 15117 7533,'-12'-18'3276,"11"0"-1515,8 16-1761,6 4 0,-9 28 0,-6 13 0,-2 0 0,-1 0 0</inkml:trace>
  <inkml:trace contextRef="#ctx0" brushRef="#br0" timeOffset="314304">25486 15328 7533,'-35'-10'3276,"18"3"-2983,23 7 1,15 0-1,8 0 1,12 0-1,0 0 1</inkml:trace>
  <inkml:trace contextRef="#ctx0" brushRef="#br0" timeOffset="315450">26347 15469 7623,'-19'0'1889,"1"8"-990,6-6-269,6 6-271,6-24-448,17-11 44,1-8 0,1-7 15,-1 6 0,1-2 0,0-3-481,-3 3 0,1-3 1,-1 0-1,-2 0 398,0 1 1,-1 0 0,-1-1 0,-1-1 201,1-4 1,-1-3 0,-1 1 0,-1 3-124,-2 2 0,-1 3 0,0 0 244,-2-2 0,0 0 0,0 6-165,-1 7 0,-1 5-45,4-1 180,-5 25 450,16 33-630,-14-17-78,4 17 1,4 13-1,-2-8 438,1 0-216,-3-6 0,1 10 0,1 6 0,-1-2 0,-1-7-267,-1-4 1,-1-4 0,1 3 158,0 5 0,1 5 0,0 3 0,1-1 0,-2-4 173,1 9 1,-2-3 0,2 0-270,1 1 0,0 0 0,1-4-255,3 7 1,0-8-1395,2-1-720,-4-27-359,-10-32 4078,0 4-1290,-16-13 0,-15-8 0,6 14 0,-1 0 0</inkml:trace>
  <inkml:trace contextRef="#ctx0" brushRef="#br0" timeOffset="315683">26483 15275 7533,'-32'-8'3276,"8"6"-706,28-5-1850,33 7-1350,10 0-494,-2 0 0,4 0-515,-5 0 1,1 0 1540,0 0 1,0 0 0,0 0 0,-1 0-1,-13 0 1,0 0 0</inkml:trace>
  <inkml:trace contextRef="#ctx0" brushRef="#br0" timeOffset="316374">27147 15187 7533,'0'-20'1979,"0"-11"-990,-5 19-359,-2-13-540,-11 15-720,-6 10 180,-13 26 450,17-9 0,2 3 180,-5 9 0,3 3 45,9-10 0,2 3 269,-2 11 1,6 2-495,10-9 0,6-1-180,2 9 0,5-4 90,8-9 0,4-10-360,4-16 1,1-12 404,-5-11 0,-3-7 0,-6-2 0,-5-6 15,-8-3 0,-4-4 0,-5 5 480,-7 11 0,-2 4-136,5-5 1,1 13 45,0 41 0,2 18-300,5-6 0,1 3 0,3 4-299,0 4 0,3 5 1,0 1-1,-2-1 239,-2-10 0,0 0 0,0 0 0,-1 0 0,-1 0 162,1 2 0,1 0 0,-2 0 0,0 0 0,-3-2-11,-2 4 1,-2 0 0,-2-2 0,-4-6-62,-12 12 0,-9-15-450,-8-22 0,-4-14-450,-1-16 1,3-10 509,14 5 0,1-4 1,3 0-286,-5-8 0,4 0-404,7 0 0,8 3 1203,19-4 0,8 18 0,6 4 0,10 7 0,-1-1 0</inkml:trace>
  <inkml:trace contextRef="#ctx0" brushRef="#br0" timeOffset="316785">27369 15487 7533,'-11'-33'3276,"8"11"-1065,8-3-1897,15 15 1,8 4-630,17 1 1,3 0 179,-5-6 0,2-3-738,-2 1 0,2 0 0,-6-4 468,-5-9 0,-5-3 586,7-5 0,-11-3 268,-25 4 1,-11 3-45,-11 7 0,-8 9 344,-12 17 1,-8 12-1,4 6-90,10 5 1,4 5 0,6 6-503,10 0 1,3 5-1,7 1 1,7-4-428,12 3 0,10-4 0,7-4 242,3-7 0,7-2 0,3-6 0,-3-8 0,1-11 0,0-10 1,-1-3-1,-5-4 0,0 1 0,0 0 0</inkml:trace>
  <inkml:trace contextRef="#ctx0" brushRef="#br0" timeOffset="421317">1111 16933 7892,'-10'-9'1350,"3"1"-451,-1 0 360,6 29-179,-6 9-960,12-2 0,5 8 0,1 2-120,2 1 0,1 3 0,2 1 0,-2-1-206,0-3 0,-2 0 0,2-1 0,1 1-447,6 7 1,2 1 0,0-2 0,-3-5-338,-3 5 1,-1-7 629,6-6 1,-1-5 359,-2-2 0,-8-7 0,-3-1 0</inkml:trace>
  <inkml:trace contextRef="#ctx0" brushRef="#br0" timeOffset="421605">1111 17692 7533,'-32'-9'1092,"0"0"0,9-9 0,10-5-302,22-17 1,16-6-364,-4 9 0,5-2 1,3-2-1,0-1-726,-1 3 0,0 0 0,2-2 0,0 1 0,1-1 224,-2 5 0,1-1 0,1 0 0,-1 1 0,-1 1 0,-1 2-577,2-2 0,-2 1 0,-1 3 0,0 2 749,1-3 0,-1 3 0,-8 18 0,-11 44 0,-13-5 0,0 1 0</inkml:trace>
  <inkml:trace contextRef="#ctx0" brushRef="#br0" timeOffset="421818">1711 17427 9242,'0'34'1214,"-3"-10"0,-2 4-2204,1 16 1,-2 1 989,-2-7 0,-1 0 0,-3 2 0,-2-3 0,0-16 0,1 1 0</inkml:trace>
  <inkml:trace contextRef="#ctx0" brushRef="#br0" timeOffset="422267">2099 17180 7803,'-20'-10'2428,"5"3"-2788,32 16 1,13 5-451,-6-7 0,3 0 810,15 12 0,4-5 0,-13-16 0,2-7 0,-1-1 0,-1-1 0,0 1 0,1-1 0</inkml:trace>
  <inkml:trace contextRef="#ctx0" brushRef="#br0" timeOffset="422543">2575 16898 7533,'-25'-37'3276,"-3"27"-2351,6 41 1,1 20-1264,7-18 1,1 3 0,0 2 0,0 2-319,3 2 1,0 2-1,1 1 1,1 2 0,-2-1 169,0 2 0,-1 1 0,0 0 0,1-1 0,1-3 283,3-3 1,1-2 0,1-1 0,0-1 350,-2 9 0,0 0 0,2-10-778,4 0 630,0-11 0,0-42 0,0-13 0</inkml:trace>
  <inkml:trace contextRef="#ctx0" brushRef="#br0" timeOffset="424823">3528 17339 7173,'-10'-20'540,"2"5"-181,8 7-269,-8-2 0,6 0 0,-13 2 0,5 8-90,-23 16 90,-5 12 90,7-1 0,2 6-45,7 10 0,4 3 45,-4-5 0,3 2-31,14-10 1,5 3 0,3-3-240,7 5 0,6-4 90,1-7 0,5-7 0,12-5 0,1-14 135,-6-28 0,-4-13-45,-4 3 0,-4-4-60,-7 7 0,-2-2 0,-3 0-60,-5 1 0,-4 0 0,0 3 120,0 1 0,-1 3 90,-5-7 135,12 58 0,4 21-405,-1-6 0,2 6 0,0 3 0,1 0-560,-1-5 0,1 1 0,0 1 1,-1 0-1,0-1 492,1 8 1,-1-1 0,0 0-1,-1-3 128,2 4 0,-1-2 0,-7-8 570,-9-11 0,-5-5-46,-2-5 1,-5-5-585,-10-12 0,-5-6 0,1-5 90,-10-8 0,1-5 0,11 4 0,-1-2 0,5 0-135,5-3 1,5-1-1216,4-18 1350,38 21 0,14-5 0,-5 16 0,-1 0 0</inkml:trace>
  <inkml:trace contextRef="#ctx0" brushRef="#br0" timeOffset="425900">3722 17604 7533,'-20'-10'2069,"-3"2"-1260,44 0-719,1-2-225,6-1 0,5-3 315,2-3 0,0-1 45,-5-3 0,-3-3 134,-2-6 1,-7-1-90,-10-16-450,-21 23 0,-7 5-179,-20 9 224,14 8 0,-1 6-180,4 12 0,3 9 225,8 8 0,5 4 90,-1-5 0,2 2 0,4 0 60,10 8 0,7 0 0,1-2-195,7 5 0,3-6 0,4-4 0,5-11 450,4-21 0,-4-14-90,-17-9 0,-4-5-1,8-6 1,-3-3 180,-12 3 0,-4 0 45,5-12-810,-16 48-360,6 25 45,1-3 1,2 1 494,9 9-269,31-14 1078,-10-46-179,-1 0 0,-1-7 809,-8-14 0,-5-2-719,-2 15 0,0 1-540,-2-4 0,-1 13-360,-1 45-2917,23 13 3259,-8-2 0,3 1 1,7-10-1,3-3 1,-9-7-1,0 0 0,1 1 1</inkml:trace>
  <inkml:trace contextRef="#ctx0" brushRef="#br0" timeOffset="428084">4710 17604 6993,'-18'0'540,"8"7"-1,2 11 1,32 10 180,21-9-541,-11-16 1,2-6 45,8-10 0,-2-9-135,-16-1 0,-3-4 0,-3-2 45,2-8 0,-6-2-135,-7 3 0,-9 1 45,-14 8 0,-7 5-405,-24 11 225,19-1 0,1 8-225,-6 36 1,6 14 314,12-17 0,3 1 45,-1 5 0,1 5 0,6-3 269,13 7 1,7-4-180,1-9 0,5-5-90,9 0 0,4-7 90,2-10 0,0-10 45,-4-13 0,-3-7 45,2-9 0,-4-3-90,-8 4 0,-2 1-90,0 1 0,0 3 0,6 7 0,6 9-180,2 8 360,0 0 359,-13-8-449,-8-2 0,-28-15-90,8 13-899,-26 4-1,15 33 585,5 0 1,5 3 179,8 4 0,8 1-45,16 5 0,9-5 135,1-9 0,5-11 165,-2-16 0,3-10 0,-3-3 15,3-6 0,-4-8-173,-13 0 0,-1-6 0,-1-3 0,-3 0 105,-4 4 1,-1-1-1,-3 0 1,1-2-23,0-4 0,-1-1 0,0 0 0,-3 1 195,-3-6 0,-2 2 0,-2 5 74,-3-1 1,-4 13-675,-11 23-90,7 36 1,3 17 89,6-13 0,2 2 1,0 3-41,0 2 0,-1 3 0,1 1 0,4 0 422,4 2 1,3 2 0,2-1-1,3-4-112,4 4 0,4-4 0,2-3 0,-2-3 0,2-3 1,2-18 562,17-30 0,-4-23-174,-18 6 1,-5-7 0,-2-5-150,-4 6 0,-1-4 0,0-2 0,-2-3 0,0 1 0,0 2-521,-1-6 1,0 0 0,-1 1 0,0 0 0,-1 0 460,0 1 0,1-1 0,-2 2 0,0 1 0,-2 2 210,-3-11 0,-2 4 0,-1 10 59,-3 2-1258,-9 45 314,6 24 1,4 14 314,2-9 0,1 4 0,1 3 0,1 1 4,0-1 0,1 3 0,1 0 1,0 1-1,2-1 248,1-2 0,1 1 0,1-2 0,1 0 0,0-2 40,0 3 1,0-1-1,1-3 1,3-4 22,9 17 0,3-18 564,3-32-250,-6-8 2359,-7-39-2088,-1 6-900,-9 9-360,3 28 1918,1 20-1603,1 4 0,3 3-225,4 1 1,4-1 449,10-2 0,3-11 629,0-20 1,-2-12-45,1-16 0,-4-8 89,-9-1 1,-4 0-271,-6 1 1,-3 17 495,-4 64-900,0-15 0,0 5-281,1 8 1,0 7 0,1 4 0,-1-2 347,1-3 1,-1 1-1,1 0 1,0 1-104,0-2 0,2 1 0,-1 1 0,-1-2 0,-1-2 156,-1 11 0,-2-3 0,-5-5 509,-8 1 1,-8-16-585,-16-34 0,-7-15 165,11 3 0,1-3 0,0 0-240,3 1 0,1 0 0,2 0 120,-4-4 0,5 5 0,10 10 0,12 8 0</inkml:trace>
  <inkml:trace contextRef="#ctx0" brushRef="#br0" timeOffset="430433">8122 16633 7533,'-18'-25'2248,"-1"13"-1888,0 12-270,11 24 0,4 11-90,0 2 0,3 5 0,0 3-463,3 1 0,0 3 0,2 2 0,-1-2 350,0-3 1,0-1 0,1-1-1,0 0 113,1-1 0,2 0 0,-1-2 0,0-5 140,1-2 1,0-6 39,4 4-180,-11-32-270,-22-8-449,-11-18 494,5 15 0,-5 1 785,-8-10 1,-3 6-246,-1 23 0,1 12-45,13-3 0,1 4 0,4 2-1,-4 13 1,9 5-60,15-6 0,6 3 0,6-6-75,5-11 0,7-3-315,6-1 0,7 0 0,1-5-45,15-5 0,2-6 75,-8-4 0,1-2 1,-1-6 238,-1-6 1,-2-6 0,-4-1 450,5-9 0,-8-4-360,-7-3 0,-8-1 179,-13 10 1,-6 1 270,-15-8-450,-8 10-990,0 19-225,12 31 1,5 11 854,8-1 1,6 2 59,1-1 0,2 3 0,3-2 210,8 12 0,7-6 89,8-6 1,4-7-45,-6-10 0,0-9 360,1-12 0,-4-11-136,-8-10 1,-5-7-135,-5-5 0,-4-1-270,-2 7 0,-4 6-315,-7 14-45,0 32 1,0 17 254,2-4 0,2 5 0,-1 2 10,0-5 0,0 2 0,0 0 0,1-1-190,5 9 0,1-1 0,0-4 645,0 9 0,1-21 584,12-70-944,-12 7 0,-3-8-240,0 7 1,0-6-1,0-2 1,0-2-1,1 2 303,0 1 0,0-1 0,1 0 0,0 0 0,-1 1 341,2-9 1,-1-1 0,1 2 0,2 3 119,2-6 1,1 3 0,7 19-30,31 32-360,-27 19 0,-1 11-510,1 4 0,2 5 1,-3-1-61,-6-8 0,0-2 1,-2 1 389,7 15 0,-7-2 681,-11-15 1,-8-5-142,-31-9-810,5-21 0,-2-5-360,5 1 1,1 0 1023,0 1 0,10 0 0,24 2 0,17 7 0</inkml:trace>
  <inkml:trace contextRef="#ctx0" brushRef="#br0" timeOffset="431329">8996 17551 8612,'-1'9'990,"18"7"-361,27-14-224,-16-7 0,1-6-315,4-4 0,-4-7-135,-6-15 0,-8-4 45,-11 7 0,-7 1 0,-1 3 0,-8 7-45,-16 13 0,-3 12-225,6 26 0,4 11 180,-1 2 0,5 4 120,8-10 0,2 2 0,7-1-60,7 0 0,5-1 0,3-4-15,6 0 0,5-5 45,12 4 0,3-9 225,-8-20 0,-2-8 45,4-8 0,-4-7-136,-6-16 1,-6-5 45,-5 9 0,-2 2-270,-2 3 0,-3 7-180,-7 14-89,5 41-1,7 6 135,1-10 0,4-5 495,26-4 314,-6-41 1,-1-15 0,-7-2 0,-3-4-286,-7 6 1,0-1 0,-4 2 374,-5-6 1,-2 13-315,-3 26-1349,1 32-650,3 11 1,5 4 1630,3-9 1,4-3 0,8 0-1,4-6 1,1-15 0,1 0 0</inkml:trace>
  <inkml:trace contextRef="#ctx0" brushRef="#br0" timeOffset="432692">10436 16792 7533,'-7'-10'270,"-4"-5"359,9 28-179,2 31-46,6 0 1,1 10-544,-2-11 1,-1 4 0,1 3 0,0 0 120,-1-10 0,0 1 0,0 0 0,-1 0 0,1 0-185,1 8 1,0 0 0,-1-1 0,0-4 312,0 0 0,0-3 0,-6-15-290,-8-18-179,-5-31 89,-7-13 0,-3-3 225,4 10 0,-3 1-45,-8-9 0,-3 4 225,4 13 0,-1 10 965,3 18 1,2 10-921,5 16 0,7 6-135,3 1 0,6 3 135,6-8 0,4 1 0,3-3 0,9 1 0,5-3-150,1-4 0,5 0 0,3-6-330,9-7 0,3-6 0,0-3-139,-4-1 0,-1-3 0,0-3 439,3-7 0,-1-5 0,-4-2 45,2-5 0,-7-5 315,-8-4 0,-6-2 179,-3 2 1,-7 3-450,-25-12-180,3 15-270,-18 46-449,20 15 613,5-12 0,6 3-389,13 2 0,7-2 46,8 1 674,6-17 0,2-11 44,-6-21 1,-3-11 180,2-2 0,-2-2 0,-6 1 0,-4-1 134,-4-5 1,-4 6 45,-6 19-900,0 6-180,5 36 45,2-3 1,4 2-91,10 2 0,6-3 315,4-2 1,3-10 493,9-20 1,0-12 135,-9-3 0,-4-9-333,-10 1 0,-1-7 0,-3-3 0,-1 0 220,-4 2 0,-3-1 1,0-1-1,-1-2-175,1 1 0,0-3 0,-1-1 0,0 1 0,-2 2 265,0-5 0,-2 1 1,0 2-1,-1 2 52,2-6 1,1 2 0,-9 21-210,-12 32-180,10 15 0,2 9-270,-3 1 0,-2 4 1,2 5 71,3 1 0,3 7 0,0 2 0,3 0 0,0-4-268,3-1 0,3-3 0,0 0 0,0 3 241,-1-4 0,-1 4 0,1 1 1,1-1-1,1-3 0,1-6-75,5 3 0,2-5 1,3-7-376,7-2 0,-2-15-2602,-4-46 3192,-4-5 0,-14-4 0,-6-6 0,0 3 0,0 0 0</inkml:trace>
  <inkml:trace contextRef="#ctx0" brushRef="#br0" timeOffset="432855">11297 17198 7533,'-26'-29'3276,"41"5"-1676,18 21 0,8 6-2320,-8-3 1,3 0-1,0 0 720,6 0 0,0 0 0,3 0 0,-6 0 0,3 0 0,-1 0 0,1 0 0,0 0 0,0 0 0,-1 0 0,1 0 0</inkml:trace>
  <inkml:trace contextRef="#ctx0" brushRef="#br0" timeOffset="433722">13328 17762 9062,'13'8'2518,"-2"10"-2158,-22 25-990,3-13 1,-3 3-945,-7 4 0,-1-2 1574,9-9 0,-1-5 0,-22-5 0,19-36 0</inkml:trace>
  <inkml:trace contextRef="#ctx0" brushRef="#br0" timeOffset="435424">14472 16986 7533,'-6'-35'899,"-1"8"-449,-5 9 90,0 57-271,7-7 1,1 7 0,1 4-180,0 2 0,2 4 0,0 2 0,-1 2-420,1-12 0,0 2 0,0 1 0,0 0 0,0 0 1,1-2 203,0 6 0,0-1 0,1-1 0,1-1 0,0-3 186,2 12 0,1-3 0,4-13 665,17-7-905,0-72 30,-13 7 0,1-8 1,-1 0-1,-2 3 0,-1-1 0,1 0 240,3-4 1,0 0 0,2 4 628,6-5 1,4 18-90,-4 33 0,-1 13-540,-1 22 0,-7 13-293,-6-16 1,-2 6-1,-3 0 1,-3-4 618,-6 1 1,-3-4-1,-3 1-386,-3 4 0,-2 0 0,-6-11-75,-20-11 0,-4-10-315,14 1 1,2-7-529,3-9 0,9-7-11,22-16 89,25 10 1,10 1 539,-9 3 0,2-1 0,2 1 270,13-1 0,3 1 0,0-2 45,-10 1 0,0-1 0,0 0 0,-3 2 226,1 3 1,-3 1 0,-2 0 897,43-22 328,-74 32-597,-13 8-631,-12 10 1,6 9-630,12 16-629,30-5 359,6-3 543,4-25 0,4-10 87,-8-13 0,0-8 135,7-4 0,-3-6-45,-6-9 0,-5-1 135,-5 13 0,-9 9 134,-14 19-269,-3 32-225,-3 1 1,6 2 134,13-6 0,8-3-135,4 0 0,7-7 135,12-12 0,5-12 149,-12-8 1,0-8 0,-1-6-237,-3-3 1,-1-6 0,-2-4 0,-2-3 175,-4 3 1,-2-4 0,-2-1 0,0-2 0,0 0-553,0 1 0,0-2 0,0-1 0,-1 0 0,-1 2 0,-2 2 552,-1 2 1,-1 1 0,-2 2 0,0 1 0,-1 3 449,3-16 1,-2 3 0,-7 24 270,-9 31-511,-3 22 1,-2 16 0,2 2-323,5-10 1,2 1 0,2 2-1,0 4-333,1-1 0,2 5 1,0 2-1,1 1 0,1-1 1,2-2-59,1 2 0,3-1 0,1 0 1,1-1-1,1 0-242,2 3 1,0 2-1,2-1 1,1-6 0,2-8-41,9 6 0,1-21 696,7-40 0,-27-14 0,-10-10 0,-3 5 0,-5-3 0,1 1 0,1 5 0,-1 0 0,1 0 0</inkml:trace>
  <inkml:trace contextRef="#ctx0" brushRef="#br0" timeOffset="435583">15887 17515 7329,'-7'-40'655,"0"-1"0,0 0 1,1 1-1,4 11 0,2 1 437,2-20 0,4-7 0,10 17-590,20 32 0,11 10-1200,-10-7 1,3-1 0,3-1 0,1 1 509,-2 1 0,2 0 0,1 0 0,1 0 0,-1-2 0,2-2 0,1-1 0,0-2 0,0 1 1,1-1-1,-4 1 0,0 0 0,-1 0 0,1 0 0,0 0 0,-1 0 0</inkml:trace>
  <inkml:trace contextRef="#ctx0" brushRef="#br0" timeOffset="437050">17511 17551 7533,'7'-27'1484,"-1"1"0,6-19-315,-5 9-89,-12 27-451,-15 42-449,4 4 0,1 6-420,7-7 0,2 1 1,0 0 89,-3-2 0,2 0 0,7-5-660,15 4 1,8-15 179,13-45 697,-13 3 1,4-8-1,0-3 1,-4 1-126,-3-1 1,-4 0 0,0-2 207,8-11 0,0-1 0,-9 10 1109,-14 8-540,-9 48 1,-3 13-1305,0 4 1,0 3 134,3-4 0,0 2 1,7 0-946,13 13 1,10-6 584,3-16 1,8-5 449,4-6 0,5-3 1,0-7 359,-7-9 0,0-6 0,0-4 0,4-7 0,-1-4 0,-6-5 269,-9-2 1,-7-4 0,-4 1 1034,-5-9 1,-9 4-676,-8 8 1,-7 11 270,-27 28-900,13 5 90,16 17 0,7 5-45,4-7 0,6 1-645,7 3 0,5 2 1,3-4-121,11 3 0,4-7 315,4-4 1,-1-11 494,-5-16 0,-6-9 45,-12-10 0,-7-5 44,-3-6 1,-4-1 895,0 7 1,-3 1 903,-7-15-1979,11 43-180,35 4 90,-6 2 0,3-4 450,12-18 0,1-9-612,-12 4 0,-1-3 0,-2-4 252,-4-2 0,-1-4 0,-2-3 0,-1-1-23,-2-2 1,-2-3-1,-2 0 1,0-1-50,-4 5 0,0 0 0,-1-1 0,-2 0 0,-1 2 72,1-5 0,-2 0 0,-3 2 0,-3 5 1079,-7-16 1,-8 22-585,-3 39 0,-2 17-608,5 4 1,1 10-1,2 4 1,0 3-311,4-8 0,0 2 0,1 3 0,1 0 0,1 1 0,1 0-57,2 3 0,2 0 1,1 1-1,1 0 0,0-1 1,1-2 209,0 2 0,0-1 0,0-1 0,3-1 1,2-3-496,4 4 0,2 1 1,2-6-1,1-15-314,17-12 1079,-16-35 0,-6-15 0,-7 4 0,-5-5 0,-2-4 0,-1 0 188,-1-6 0,-2-2 1,-1-1-1,-1 0 467,2 10 0,0-1 1,-1 0-1,0 2 0,0 2 437,-4-7 0,0 2 0,7 7 84,11 6 1,8 11-1537,17 27 0,6 13 180,-8-7 0,2 1 1,3-2 223,7-2 1,4-2 0,3-2 0,0-4 0,-6-5 0,1-2 0,1-3 0,1 0 0,2 0 0,-5 2 0,1-1 0,0 1 0,-1-1 0,1 1 0,0-1 0,0 1 0</inkml:trace>
  <inkml:trace contextRef="#ctx0" brushRef="#br0" timeOffset="437850">19961 17498 7533,'0'-28'2788,"-5"3"-1798,9 15-541,-3 18-359,16 27-270,-5-5 0,1 3-135,3 0 1,5-1-91,5-8 0,3-3 135,-6-6 1,0-7-1,2-13 0,-2-6 360,2 0 1349,-2 17-989,-4 15-270,3 12 0,3 3-180,-6-11 0,2-1 59,4-3 1,4 1 0,-1-6-150,5-7 1,0-7 44,8-9 0,-3-11-720,-6-18 0,-8-9-15,-10 13 1,-5-3 0,0 1 14,1-17 1,-4 4 764,-6 14 0,0 5 0,6-5 0,1 15 0</inkml:trace>
  <inkml:trace contextRef="#ctx0" brushRef="#br0" timeOffset="438755">20859 16686 7533,'-5'-35'1638,"-1"0"0,-8-12-507,-21 53-861,21 19 0,4 13 0,1 3-210,-1 3 0,1 3 0,2 5-400,3-10 0,0 4 0,1 1 1,2 1-1,2 0 178,3 1 0,1 2 0,3-1 0,0-1 0,1-1-468,0-6 1,1-1-1,1-1 1,0-1-1,0-1 472,1 5 1,0 2 0,1-6 0,3-11 515,11-9 1,-2-15-270,-5-35 316,-12 0 0,-4 1 1484,-4 1-810,-1 13-1079,12 34 892,4 9-1387,13-4 1,7-3 404,-9-7 0,2-4-60,4-3 0,4-2 0,-3-7 240,2-11 0,-3-7 180,2-3 0,-8-7-1,-14-15 1,-11-2-135,-9 17 0,-3 2-90,-1-6 0,-4 11-135,-24 32-270,19 29 270,9-4 0,6 4-90,10-1 0,7 3 1,2-2 59,0-4 0,2 0 0,3-3 30,1-1 0,3-1 0,2-5 0,16 5 0,1-16 90,-10-31 0,-3-9 135,4 4 0,-3-3 15,-13-3 0,-5-4 0,-1 2 344,1-3 1,-4 5-315,-7 2-450,-1 32 180,1 24-180,18-3-359,24-7 629,-4-15 0,3-4 449,-1 1 1,0-2-135,0-6 0,-1-2 134,-11 3 1,-3 5 810,1 17-3599,-8 22 765,-14-2 0,-3 1 1574,-1 13 0,0 0 0,0-31 0</inkml:trace>
  <inkml:trace contextRef="#ctx0" brushRef="#br0" timeOffset="440000">23025 17392 7533,'-30'-8'449,"4"-2"451,1 1-540,13 1 179,-10 16 1,8 13 0,2 7-315,-5 2 0,1 6-344,3 6 0,2 6 0,5-1 29,7-5 0,4-2 0,4 0 0,2-1 0,4-1 1,4-7 179,11-3 0,6-13-61,-2-18 1,5-11 0,-1-5-30,-2-6 0,-1-7 0,1-1-107,-2 5 0,0-2 0,1 0 0,-1 1 219,-2 2 0,-1-1 1,0 3-1,0 5-52,3 1 0,-1 5 0,-2 10-375,4 16 1,-8 13-136,-14 17 0,-12 8 240,-6-11 0,-4 1 1,-3-3 286,-9 2 1,-5-4-123,-10 3 0,-4-11 360,8-25 0,-1-8-46,-8 0 1,3-8 584,9-18 1,6-6-675,1 0 0,9 1-45,17 4 0,8 3 45,17-3-45,1 29 0,5 8-90,-1 3 0,1 4-90,4 4 0,2 5 165,-12-3 0,0 2 0,0-2 104,8 0 1,1-3-180,-4-2 0,-1-8 45,-10-14 0,-3-7 90,2-8 0,-3-3 179,-2 0 1,-3 1 180,-1 1 0,1 7 179,15 17-1079,-11 17 1,-1 7-946,-3 5 1,1 3 211,6-4 1,4 1 0,-3-4 948,9 9 1,7-14 0,3-5-1,-11-13 1,-1 0 0</inkml:trace>
  <inkml:trace contextRef="#ctx0" brushRef="#br0" timeOffset="440858">24748 16722 7533,'-20'-20'899,"10"40"1,3 15-781,2 0 1,1 5 0,0 4-776,1-1 1,0 4-1,-1 3 1,1 0 0,-1-2 535,0-6 1,0-2-1,0 1 1,0 0-1,1 2 45,-1 3 0,1 3 0,-1 1 0,1-1 0,0-4 0,0-7 689,0 11 1,0-6-705,1 10 0,-1-22 210,-1-54 0,-3-17-345,-6 7 1,-5 0 268,-2-1 1,-5 7 0,-9 13 0,-3 10 360,-1 16 0,1 10 134,-2 6 1,7 8-510,13 2 0,5 5 0,9-2-75,12 1 0,10-4 45,3 4 0,9-9-90,6-21 0,6-7 0,-1-7 1016,-5-4 0,-1-6 0,1-1-866,8 0 0,2-2 0,-3-4-90,-3-5 0,-1-4 0,-4 0 210,-6 1 0,-3-1 0,-2 2 224,-3 1 1,-4 3 495,-6 7-720,-22 34-450,4 5 0,3 3-315,2 4 1,5 1-187,4 1 1,6-1-714,6 1 0,7-6 1484,5-14 0,3-14 0,-4-21 0,0-14 0,-2-4 0,-5 2 0,0 0 0,0-1 0,0 1 0</inkml:trace>
  <inkml:trace contextRef="#ctx0" brushRef="#br0" timeOffset="441076">25387 16951 7533,'0'-35'2788,"-5"23"-1709,3 37-1019,0 4 0,0 7 0,1 3-218,3 1 1,3 2 0,0 2 0,-1 1-409,-1 2 0,-1 0 0,0 1 1,1 2-91,1-4 1,1 2-1,1 1 1,-1-3 0,-2-4 428,1 4 0,-2-5 0,-1 0 227,1 3 0,-2-1 0,-2-23 0,-5-35 0,1-10 0,0 1 0</inkml:trace>
  <inkml:trace contextRef="#ctx0" brushRef="#br0" timeOffset="441223">25363 17674 7533,'-11'-40'546,"-1"1"0,0-1 0,1 0 0,3-7 0,3 0 0,11 8 964,17 9 0,10 7-1600,0 9 0,5 3 0,3 1-730,-4 2 1,3 1 0,0 1 0,-3 1 409,3 1 0,-3 1 1,0 1-1,1-1 1,0 0-1,-5 1 0,16 2 1</inkml:trace>
  <inkml:trace contextRef="#ctx0" brushRef="#br0" timeOffset="441655">25745 17674 7533,'-28'-6'1214,"-1"0"0,-4 16-1709,19 13 1,6 7-181,8 6 1,6 1-136,1 0 1,4-2 809,5-3 0,5-11 0,24-27 0,-18-9 0,1-1 0</inkml:trace>
  <inkml:trace contextRef="#ctx0" brushRef="#br0" timeOffset="442367">26064 17657 7533,'0'-26'1799,"-11"-1"-1260,-8-1-269,-18 34-360,5 31-45,13 5 0,7 4 90,10-3 0,9-1-135,15 1 1,9-8-1,-4-20 0,4-10 180,14-17 0,-2-12 180,-17-2 0,-6-6 29,-6 1 1,-2-3 0,-3 5 240,-2-13 180,-25 11-181,-4 64-584,6-7 1,2 3-136,4 7 0,8 1 135,14-3 0,9-5 90,6-15 0,4-9 45,11-14 0,0-9 0,-6 0 0,-4-5 405,-9-11 0,-5 1 1034,0 3-1169,-11 13-540,9 42-540,14 7 361,4 3 44,0-19 0,2-9 135,-11-14 0,-2-7 315,7-2 0,-5-5 585,-18-18 0,-12-3-361,-5 11 1,-7 4-90,-4 1 0,-5 10 225,-7 22 0,2 14-1035,12 8 0,10 7-1009,13 6 1,12 0 1592,13 0 0,9-10 1,-3-20-1,4-9 1,1-3-1,0-7 1,1 0-1,-1 1 0</inkml:trace>
  <inkml:trace contextRef="#ctx0" brushRef="#br0" timeOffset="442751">27123 17145 7533,'0'-42'819,"0"-1"0,0 1 0,-3-12 0,-5 19 492,-11 41-1311,7 21 0,3 13-60,2 5 0,1 7 0,2 0-369,1-4 0,1 1 0,1 1 181,2-6 1,0 2 0,1 0-1,0-2-232,0 4 1,0-2-1,1-3-48,0 7 0,1-8 528,1 6 360,-21-90 224,4 18 1,-3-1 135,-7-9 0,-5 6 314,-1 16 0,0 12-838,6 21 1,4 11-1321,4 9 0,5 4 359,7 5 1,5-2 764,4-11 0,-1-5 0,-5-5 0,-2-11 0</inkml:trace>
  <inkml:trace contextRef="#ctx0" brushRef="#br0" timeOffset="442950">25954 17427 7533,'-37'-25'472,"22"21"0,16-2 0,25 24 1</inkml:trace>
  <inkml:trace contextRef="#ctx0" brushRef="#br0" timeOffset="443200">25093 17410 7533,'-38'-8'359,"18"6"1,43-12 0,20-4 0,-9 9 0,0-1-1,0 0 1</inkml:trace>
  <inkml:trace contextRef="#ctx0" brushRef="#br0" timeOffset="444273">27947 17463 7533,'-5'-18'1619,"-2"0"-990,0 1-539,-9 7 180,-9 2-180,-8 19 0,-5 9 225,1 1 0,0 5-136,3 7 1,-1 5 0,7 3-180,10-2 0,5 1 0,9 1-180,10 0 0,8 0 1,7-6-316,13-1 0,10-13 195,0-17 0,5-9 1,-4-6 119,0-9 0,-5-9 390,-10 2 0,-1-5 0,-6-1 239,-6-8 1,-7 0 45,-2-1 0,-5 2-46,-7 6 1,-6 15-450,-10 35 0,-1 15-405,8-5 1,3 5 284,-2 2 0,1 3 0,5-2-105,7 3 0,9-5-45,13-5 0,8-9 630,8-14 0,5-12-31,-7-5 1,2-6 0,-3-4 60,-1-5 0,-1-4 0,-3-2 119,-5-3 1,-1-2 0,-3 9 479,15 7-629,-20 15-1395,-12 42 1,1 14-605,13-17 1,3-3 1552,-6 7 0,5-7 1,10-20-1,8-9 1,-1-4-1,-5-6 1,-1 1-1,1-1 1</inkml:trace>
  <inkml:trace contextRef="#ctx0" brushRef="#br0" timeOffset="445017">29708 17357 7533,'0'-18'1259,"0"0"-449,0 9-541,-6-7 631,-12 6-181,-14-8-449,-3 11 0,-6 5-135,-3 3 0,-3 6-157,7 3 0,-2 4 1,1 5 141,3 6 0,3 5 0,2 3-571,5-1 1,2 3 0,5 0 480,3-2 0,2 0 0,9-1-300,9 6 0,12-8 225,8-16 1,7-8-856,10-10 1,4-10 929,-10-4 0,0-6 0,-1-4-49,-7 0 0,0-4 0,-3-1 0,-1 2 468,1 0 1,-1 1 0,-5 1 775,-3-8 0,-8 15-955,-22 52-585,-2 11 0,1 6 90,7-13 0,3 0-868,4 2 1,2 3 0,8-8 1238,9-10 1,6-6 0,13-6-1,6-9 1,-6-13 0,-1-1-1,1 0 1</inkml:trace>
  <inkml:trace contextRef="#ctx0" brushRef="#br0" timeOffset="446006">30101 17357 7533,'-24'-34'1709,"-12"5"-180,3-6-810,-15 33-269,4 21-270,21 11 0,3 9-180,7-8 0,3 2 0,1 1-90,2 2 0,2 1 0,5 0-270,5 0 0,5 0 1,4-6-136,8 3 0,7-13 630,14-22 0,1-13 0,-13 0 0,-3-8 15,-2-11 0,-2-9 0,-5 2 74,-6-4 1,-4 2-45,6-7 0,-7 7 1349,-19 15-1664,-1 54 1,-2 22 21,4-13 1,-1 4-1,0 3 1,-1 1-395,3-1 1,-1 1 0,1 2 0,-1 0 0,-1 0 506,1-3 0,-1 0 0,0 1 0,0-1 0,0-1 0,0-2-23,-2 7 1,0-3-1,0-1 1,-2 0 67,-2 0 0,-1 2 0,-2-5 0,-1-10 90,-7-8 0,-2-10-135,-1-9 0,1-10 150,9-15 0,3-10 0,2-2 29,0-4 1,1-2 0,2 0 120,0-2 0,1 0 0,6 1 29,7 1 1,5 0 0,2 6-420,1 3 0,7 5-30,11 9 0,8 4 0,1 4-210,-3 4 1,1 4-1,2-1 17,1-1 0,3 0 0,1-2 1,-1-2 491,0-3 1,0-3 0,-1-1 0,0 0 247,-2 2 0,0-1 1,-1-1-1,-3-3 665,4-12 0,-4-3 0,-4-2-403,-6 5 1,-3-2 0,-5 1-825,-3-6 0,-4-2 15,-1 2 0,0-1 0,-5 4-330,-11-12 1080,-1 6 0,-5 11 539,-25 42-719,2 10-176,21 18 0,11 8-319,13-9 0,7 2-135,1-5 0,4 2 1,3-4-914,6-6 1,4-3 0,2-2 860,5-1 0,2-2 0,-3-7 0,0-10 0,-2-8 0,-5-8 0,-1 0 1</inkml:trace>
  <inkml:trace contextRef="#ctx0" brushRef="#br0" timeOffset="446167">31258 17709 7533,'-25'0'819,"11"0"0,3 0 0,11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5:48:58.956"/>
    </inkml:context>
    <inkml:brush xml:id="br0">
      <inkml:brushProperty name="width" value="0.09071" units="cm"/>
      <inkml:brushProperty name="height" value="0.09071" units="cm"/>
      <inkml:brushProperty name="color" value="#A020F0"/>
    </inkml:brush>
    <inkml:brush xml:id="br1">
      <inkml:brushProperty name="width" value="0.09071" units="cm"/>
      <inkml:brushProperty name="height" value="0.09071" units="cm"/>
    </inkml:brush>
  </inkml:definitions>
  <inkml:trace contextRef="#ctx0" brushRef="#br0">1623 4216 6903,'-10'-34'900,"2"13"-721,8-5 181,0-5-270,0 25 450,0-33-90,8 35-1,-6-27 631,6 19-990,-8-6 629,0 10 181,-8 48-630,-2-7-145,5-3 1,0 10 0,-1 5 0,1 0 0,1-3-439,0-3 1,1-1 0,1 0-1,-1 4 208,0 0 0,0 4 0,0 3 0,0 0 1,1-3-1,0-4 225,1 11 0,1-4 0,1-2-90,1 0 0,2 0 0,-2-8-480,0 8-720,6-13-1078,-8-27-361,0-14 2609,0-11 0,8-25 0,-3 15 0,0 1 0</inkml:trace>
  <inkml:trace contextRef="#ctx0" brushRef="#br0" timeOffset="488">1570 4022 7533,'-26'-36'3276,"15"1"-2055,3 8-501,41 17-181,-4 15 1,5 8-330,0 3 0,2 4 0,0 4-764,1 5 1,0 4 0,-2 3 598,-6-2 0,0 3 0,-3 1 0,-4 2 89,-5 1 1,-3 1 0,-4 2 0,-4 0-68,-3 2 1,-3 1 0,-5 0-1,-3-1 45,-3-2 1,-4-1-1,-4-1 1,0-3-91,-2-3 1,-1-2-1,-2-1 1,1-2 20,-4 4 0,1-2 0,-2-5-673,-11-2 0,2-7-1438,5-3-1209,1-34 3253,47-10 1,10 7-1,7-1 1,9 0-1,0-1 1</inkml:trace>
  <inkml:trace contextRef="#ctx0" brushRef="#br0" timeOffset="837">2134 4904 11400,'30'-13'450,"-1"0"0,11 1 0,0-3-450,-11-3 0,-1-2 0,0-1-135,14-6 0,-6-3 90,-16-5 0,-12 0 45,-12 5 0,-10 7 719,-14 15 1,-7 12 44,-10 9 1,0 11-645,15 1 0,2 6 0,4 3-501,3 3 0,5 3 0,8-1-339,7-4 1,7-1-1,6-3-919,21 4 1,7-8 1582,-4-6 0,4-10 1,0-16-1,2-7 1,0-3-1,-8 2 1,0 0-1,0 0 0</inkml:trace>
  <inkml:trace contextRef="#ctx0" brushRef="#br0" timeOffset="1472">2999 5062 8702,'-18'-7'3276,"0"-11"-2414,9-17-862,1 6 0,0-6 0,0-1-825,-1-10 1,0-2 0,0-3 896,1 13 0,1-2 0,-1-1 0,0 1 0,1 1 130,0-6 0,0 1 1,0 1-1,1 2 189,-1-2 0,0 2 0,5 4-122,8 1 1,4 5-11,10-4-484,6 19 0,6 4-135,3 2 1,3 3 29,-4 2 0,2 3 0,0 1-480,7 3 1,-2 4-405,0 0 0,-6 5 1214,-7 17 0,-38 0 0,-12 3 0,-7 1 0,0 0 0</inkml:trace>
  <inkml:trace contextRef="#ctx0" brushRef="#br0" timeOffset="1684">2787 4657 7533,'-27'0'3276,"25"0"-1638,20 0 0,15 0-2936,10-4 1,6 0 204,-4 3 1,4 1 0,-2-1 1012,-9-2 1,-1-1 0,-1 3-1,4 6 1,1 4 0,-4 1-1,3 4 1,0 1 0</inkml:trace>
  <inkml:trace contextRef="#ctx0" brushRef="#br0" timeOffset="1933">3510 4692 8972,'-19'0'3276,"3"16"-3070,14 9 0,4 8-1845,-2 16 1,0 2 1091,-1-6 1,2-1 0,5 7 0,4-4 0,9-2 0</inkml:trace>
  <inkml:trace contextRef="#ctx0" brushRef="#br0" timeOffset="2825">3757 4815 7533,'-18'16'3276,"9"12"-3025,0 0 0,2 4-296,6 1 0,0-1 179,-4-3 1,2-3-314,11 7 268,10-49 46,-5-3 0,1-7 45,7-15 0,1-6 150,-6 12 0,-1-2 0,-1 1-16,4-8 1,2 4-270,0 5 0,1 11-135,-2 24-180,-2 18 1,0 7-271,-3 2 0,-1 3-405,5 13 1,-1 1-270,-7-11 0,0-2 1214,6-3 0,-1-3 0,-3 1 0,14-19 0</inkml:trace>
  <inkml:trace contextRef="#ctx0" brushRef="#br0" timeOffset="3050">4322 4692 7533,'-20'-20'-510,"-4"20"0,15 20 1</inkml:trace>
  <inkml:trace contextRef="#ctx0" brushRef="#br0" timeOffset="3456">4304 4745 12120,'-10'-10'720,"2"-6"-990,8 14 0,0-5 360,8 7-90,2 31-90,-5-5 0,0 3-405,3 14 1,-1 4 179,-2-1 0,0-2-720,4-6 1,0-5-1125,1 2 2159,-3-19 0,-14-63 0,2 17 0,0 1 0</inkml:trace>
  <inkml:trace contextRef="#ctx0" brushRef="#br0" timeOffset="3633">4286 4551 7533,'-17'-18'539,"7"1"-539,10-1 0,20 8 0,9 2 0,4-1 0,0 1 0</inkml:trace>
  <inkml:trace contextRef="#ctx0" brushRef="#br0" timeOffset="4122">4692 4075 7533,'-20'23'1638,"11"0"0,3 7-1535,6 5 0,4 7 0,2 4 0,-1 0-759,-1-7 1,0 2-1,0 0 1,0 1 0,0 0 25,1 6 0,0 2 1,1 0-1,0-1 1,-1-3 314,3 2 0,0-2 0,-2-2 0,-2-5 793,-4 12 0,-6-16-298,-6-27-180,-5-31 0,-1-15 210,3 5 0,1-4 0,0-1 869,0-3 0,2-3 1,1 2 12,-1 2 0,1 1 0,6 2-21,9-1 0,8 6-802,5 12 1,5 6-450,8 11 1,3 6-1440,6 1-1,3 2 1620,3 2 0,-1 2 0,-7 2 0,0 1 0,0 1 0,1 0 0</inkml:trace>
  <inkml:trace contextRef="#ctx0" brushRef="#br0" timeOffset="4584">5205 4727 7533,'-12'-35'3276,"6"15"-1965,0 13-951,1 32-225,1 7 0,1 5-360,-1 4 0,1 2-495,2-8 1,0 1-1,3-1-584,5 7 0,3-4 449,2-13 1,2-5 854,18 4 0,-8-56 0,-6-7 0</inkml:trace>
  <inkml:trace contextRef="#ctx0" brushRef="#br0" timeOffset="5400">5488 4710 7533,'-12'-26'2518,"5"14"-1978,-3-11-630,8 21 90,-3 2 90,5 2 180,0 6 180,0-8 269,0 8-809,0-7-180,-6 15-269,-11-6 359,-10 31 270,11-22 0,1 1 134,1 13 1,3 3-225,2-5 0,6 1-360,13 0 1,8-2-1,0-5 0,4-5 135,3-7 0,2-8 135,6-13 1,-3-9 89,-10-12 0,-5-5 449,2-10 1,-3-2 404,-3 8 1,-5 1-226,-7 5 1,-4 5-450,-2 10-360,-5 25-539,5 27 224,10-5 0,5 3 225,5 0 1,5-2 89,9 3 0,2-7 0,-6-14 0,1-6 180,8-11 0,-2-10 764,-8-14 1,-4-7 359,5-2 1,-2 0-406,-8 4 1,-2 3-270,6-3-720,-10 41-2249,11 27 880,-8-5 1,-1 3 578,-2-5 0,0 0 1060,1 0 0,-5-5 0,-25-5 0,-6-10 0</inkml:trace>
  <inkml:trace contextRef="#ctx0" brushRef="#br0" timeOffset="5583">5217 4374 7533,'-31'8'0,"7"2"0,6 8 0</inkml:trace>
  <inkml:trace contextRef="#ctx0" brushRef="#br0" timeOffset="5867">3581 4392 7533,'-41'-27'74,"19"1"1,47 13 0,17 1 0,0-2 0,0 0 0</inkml:trace>
  <inkml:trace contextRef="#ctx0" brushRef="#br0" timeOffset="6400">6940 4480 7533,'-18'-17'809,"6"7"-809,6 2 0,-10 39 0,-5 9 0</inkml:trace>
  <inkml:trace contextRef="#ctx0" brushRef="#br0" timeOffset="6550">6879 4763 7533,'-31'0'697,"6"7"0,23-5 0,11 6 0</inkml:trace>
  <inkml:trace contextRef="#ctx0" brushRef="#br0" timeOffset="12741">8134 3969 7173,'-7'-10'360,"2"-6"-90,5 14 269,0-13-179,0 13 0,0-6-90,0 8 179,0 0-179,-6 0 450,5 16 89,-5 19-539,6 4 0,0 8-338,0-8 1,0 4 0,0 2-1,0 0-523,0-5 1,0 1 0,0 0 0,0 1 0,0-2 590,0 9 0,1 0 0,-1-1 0,-1-2 112,0-3 1,0-1-1,-1-2 1,1-6 426,1 1 1,-1-5 90,-2-3 0,1-3-181,2-7 1,-6-24-2159,-1-5 1079,1-14 1333,0 17-3851,6-15 3148,0 20 0,0-19 0,0 13 0</inkml:trace>
  <inkml:trace contextRef="#ctx0" brushRef="#br0" timeOffset="13475">8073 3986 6993,'-19'-19'360,"1"-13"1439,5 29-900,7-29-89,0 28 449,23-19-269,19 13-541,-3 7 1,3 4-121,-3 2 1,2 3 0,1 3-280,2 3 1,0 3-1,0 3 70,-1 0 0,0 2 0,-5 4-210,-6 5 0,-4 3 0,-7 1-539,-9 13 1,-12 1 298,-6-14 0,-7 1 0,-2-3 210,-2-5 0,-3-3 0,-1-2-105,-16 4 1,1-7-316,12-8 0,2-2-719,-14 8 1259,24-7 0,35 1 0,10-2 0</inkml:trace>
  <inkml:trace contextRef="#ctx0" brushRef="#br0" timeOffset="14367">9119 3951 8162,'0'-18'1080,"6"9"-451,-5-7-179,4 6 0,-5 0-270,-11 3-360,-8 7-270,-23 15 450,14 7 0,-1 7 389,3 2 1,-1 5 0,1 3-343,7-5 0,0 1 1,2 3-1,1 0 155,1 5 0,1 2 1,2 0-1,2-2 38,-1 6 0,3-1 0,5 0-218,7-7 1,4 1-1,3-1 1,1-4-553,3-2 0,2-5 1,3 1-41,3 6 0,3-1 1,0-7-16,3-7 1,-1-7 584,4 0 0,-6-6 0,-15-9 0,4 0 0</inkml:trace>
  <inkml:trace contextRef="#ctx0" brushRef="#br0" timeOffset="16400">9365 4198 8072,'-14'-20'180,"-2"5"270,14 15 0,-9 0 269,10-8 91,-10 6-1,10-6-629,-11 0-90,11 6 540,-4 10 629,21 27-764,-4-9 0,2 3-286,3 5 1,1 4 0,2 0-251,2 1 1,1 0 0,1 3 107,-5-5 1,-1 1-1,1 1 1,0-2-188,2 2 0,1-3 0,-2-2 165,2 4 0,-2-7 45,-2-8-180,-12-23-90,-6 0-640,0 0 1,-6 0 0,-1 0 0</inkml:trace>
  <inkml:trace contextRef="#ctx0" brushRef="#br0" timeOffset="16870">9303 4939 7533,'-19'0'719,"-4"0"361,10-8 269,0-10-180,35-17-510,-7 10 1,4-4 0,3-1-301,2 4 1,2-1 0,2 0 0,-1-3-479,-1-2 1,0-3 0,1-2 0,-1 1 0,1 2 50,5-4 1,0 1 0,0 1-1,-2-2-157,-4-3 0,0-2 0,-3 2 1,0 3-706,-1 5 1,-1 3-1,-4 1-329,-3-8 0,-4 5-1080,1 7 2339,-16 33 0,-13 35 0,5-11 0,0 1 0</inkml:trace>
  <inkml:trace contextRef="#ctx0" brushRef="#br0" timeOffset="17284">9980 4604 7533,'25'24'1092,"0"1"0,-4 5 0,-4 4-1135,-6 0 0,-2 2 1,-5 0-408,-5 11 0,-9-2-180,-5-3 1,-8-5 224,-7-12 1,-3-7-136,4-11 0,1-4 540,-15-5 0,48-32 0,17-3 0</inkml:trace>
  <inkml:trace contextRef="#ctx0" brushRef="#br0" timeOffset="18425">10399 4145 6993,'-14'-10'450,"-3"3"-270,16 7 0,-10 0 449,9 0 91,-3 0 359,5 0 1530,0 0-2070,5 15 91,19 20-540,-6-5 0,2 3-300,0-6 0,1 0 0,0 0-510,8 10 1,0-2-91,-1-7 1,-2-3-900,6 8-270,-9-23 1979,-11-2 0,-5-32 0,-2-5 0</inkml:trace>
  <inkml:trace contextRef="#ctx0" brushRef="#br0" timeOffset="18934">10878 4128 7533,'-6'-38'3276,"-5"5"-1875,10 23-1221,-5 2 90,-5 48-330,3-13 0,-2 6 0,-2 3-53,-2 5 1,-1 5-1,-1 2 1,-1 3-268,4-9 1,-2 2-1,0 2 1,0 0-1,0-1 1,1-2 379,-1 3 0,0-2 0,1-1 0,-1 0 0,1-1 0,-2 6 0,0 0 0,2-3 0,2-8-135,2-2 0,2-11-1304,2-16-270,17-26 270,8-9 1439,2-1 0,-6 1 0,-1-3 0,-4 2 0,-1 0 0</inkml:trace>
  <inkml:trace contextRef="#ctx0" brushRef="#br0" timeOffset="20588">11334 3933 6633,'0'-17'1529,"0"7"-629,0-6-181,-6 14-89,5-5-450,-4 7 360,5 31-391,2-3 1,3 7 0,-1 4-507,-2-2 1,-1 4 0,1 2 0,-1 2-1,1 0 417,0 0 0,0 2 0,0 1 0,0 0 0,1 0 0,-2-1 66,1 4 0,-1 0 0,1-1 0,-1-1 0,-1-1 71,-1-5 1,0 1 0,0-1 0,-1-4 0,1-7-243,1 4 0,-1-7 135,-5 18-449,6-45-541,0-2-449,0-17 179,0-3 704,6-6-614,6 9 1080,-3-1 0,10-8 0,5-5 0,-3-2 0,-1 0 0</inkml:trace>
  <inkml:trace contextRef="#ctx0" brushRef="#br0" timeOffset="21373">11666 4286 7533,'-19'-8'2248,"2"6"-1348,10-13-720,1 13 539,23-14-269,19 14-135,-1-2 0,4 0-135,7 4 0,2 0-61,-11 0 1,0 0 0,0 0 0,-3 2 0,0 1 0,-2 0 15,5 1 0,-4 2 135,8 12-270,-35-9-540,-13 7-359,-17 2 494,-1 9 0,-3 5 450,1 0 0,-1 2-120,4-5 1,-1 1 0,2-1 389,-6 11 0,3-1-46,3-8 1,2 0-180,1 4 0,3-1-45,7-10 0,1-1-315,-1 20-179,15-25 1348,24-10 224,15-8-854,-5 0 1,2 0-675,-9 0 1,1 0-721,11-3 1,0-2-515,-11 1 1,-2-2 1519,4-1 1,-7-4 0,-13-6 0,-26-1 0</inkml:trace>
  <inkml:trace contextRef="#ctx0" brushRef="#br0" timeOffset="21651">11790 4639 7533,'-25'-20'3276,"11"-3"-346,14 21-1940,41-14-1080,-7 15 0,2 0-180,-1-6 0,2-1-823,4 5 1,4 3 0,-5 1 843,-5-2 1,-3 2 0,9 2-1,-4 3 1,-10 12 0</inkml:trace>
  <inkml:trace contextRef="#ctx0" brushRef="#br0" timeOffset="22055">12453 3687 7533,'18'24'819,"0"1"0,2 2 0,1 5 0,-2 5-305,-5-3 0,-1 4 0,-1 3 0,-1 2 0,0 0-1061,0 1 1,-1 1 0,1 2 0,-2 0 0,0 1 0,-3 0 466,-2-5 1,-1 1-1,-2 0 1,0 1-1,-1-1 1,-1 0 0,0-1-131,-1 6 0,-1-1 0,-1 0 0,-1-1 0,-2-1 0,0-1 102,-2-1 0,-1 0 0,-1-3 0,-2 0 1,0-2-271,-4 5 1,-1-1 0,-1-3 0,1-2 377,-1 0 0,1-4 0,-4-4 0,-5-5 0,-3-5 0,0-4 0,-9-9 0,1-1 0</inkml:trace>
  <inkml:trace contextRef="#ctx0" brushRef="#br0" timeOffset="33056">13365 4480 7353,'-19'-19'2249,"6"3"-1440,2 8 450,10 6 270,12-6-449,26 1-721,-5 2 1,4 0-510,-3-1 0,3 0 1,-1 0-886,11-3 1,-1 0-181,-3 3 1,-4 3-945,3 3 540,-34 17 1619,-3-5 0,-17 7 0,-7 1 0,-14 10 0</inkml:trace>
  <inkml:trace contextRef="#ctx0" brushRef="#br0" timeOffset="33401">13365 4639 7533,'-44'0'3276,"7"0"0,17 0-1643,9 0-464,44 0-944,-3-3 0,3-2-465,-1 2 0,2 0 1,2-1-322,3 1 0,0 0 0,0 0-532,-4 0 1,-1 0 0,-3 1 920,3-1 0,-5 6 0,0 28 0,-30 8 0</inkml:trace>
  <inkml:trace contextRef="#ctx0" brushRef="#br0" timeOffset="34457">14866 4057 7533,'-13'-27'2788,"6"17"-2158,2 43-406,4 4 1,2 6-165,-1-1 0,0 3 0,0 2-293,0-8 0,0 1 0,0 1 0,0-1 188,0-1 0,0 0 0,0 0 0,0-3 195,0 5 0,0-2 0,0-3 107,1 5 1,-2-6-258,-5-7-360,5-13-629,-5-7 89,6-6-989,0 6 1227,0-8 662,6-8 0,6-25 0,-2 9 0,0 1 0</inkml:trace>
  <inkml:trace contextRef="#ctx0" brushRef="#br0" timeOffset="34933">14780 4092 7533,'-7'-27'1709,"-4"-7"-450,15-9-449,8 4-451,4 16 1,5 3-135,6 5 0,3 5-90,0 6 0,2 6 179,6 2 1,-3 9-135,-12 15 0,-5 5-90,0-5 0,-7 3-120,-14 1 0,-8 3 0,-4-2-645,-11 6 1,-6-4 434,8-9 0,-2-1 0,-1-3 60,-7 1 0,0-3-90,9-6 1,2-5-1440,-1-7-180,23 6 1889,19-8 0,26-8 0,-16 3 0,0 1 0</inkml:trace>
  <inkml:trace contextRef="#ctx0" brushRef="#br0" timeOffset="35371">15543 3881 7533,'-7'-18'2968,"-4"0"-2428,-2 8-91,-6 3-539,-16 14-45,13 8 1,0 4-136,-8 6 0,-1 5 240,6-1 0,0 4 0,1 1-52,-1 3 0,1 1 1,3 2 200,1 3 1,3 2 0,3 1 82,7-10 1,1 2-1,2 0 1,4-1-329,2 6 1,5 0 0,3-2-265,3-1 0,4-1 1,2-4-556,8 3 1,4-6 44,-3-12 1,-1-5 899,10 1 0,-14-24 0,-10-1 0</inkml:trace>
  <inkml:trace contextRef="#ctx0" brushRef="#br0" timeOffset="35767">15616 4180 7982,'-19'0'2159,"7"8"-1169,7 10-631,10 5 1,6 5-405,1 3 0,2 3-255,-1-4 0,2 3 1,1 0-211,-1-3 0,2 0 1,0 0-526,8 11 1,-1-2 1034,-3-7 0,-4-3 0,-3-2 0,-17-11 0</inkml:trace>
  <inkml:trace contextRef="#ctx0" brushRef="#br0" timeOffset="36089">15505 4745 7533,'-12'-18'3058,"0"1"-1439,22-25-540,10 16 1,7-2-601,0-5 1,3-3 0,2 1-914,-3 9 0,3 1 1,0 0-1,-1-1 186,-1-2 1,-2-1 0,0 0 0,0 1-773,6-2 1,-1 1 0,-3 0-74,1-8 1,-5 3 1092,3-3 0,-29 21 0,-13 26 0</inkml:trace>
  <inkml:trace contextRef="#ctx0" brushRef="#br0" timeOffset="36651">16428 3863 7533,'-12'-10'3276,"6"18"-2171,2 17 1,3 9-687,-1 0 1,0 6 0,0 1-732,-1 1 1,0 3-1,0 1 1,0 0 86,-1-1 0,1 2 0,-1-2 0,1 0-203,0-3 1,-1-1 0,1-1 0,1-4-72,-2 12 1,2-8-1391,8 1 1958,0-33 1,12-24-1,2-3 1</inkml:trace>
  <inkml:trace contextRef="#ctx0" brushRef="#br0" timeOffset="37750">16798 4145 7533,'-24'-10'989,"-1"3"-449,11 7-270,3 0 539,22-8 181,14 6 179,24-6-809,-13 3 0,2 2-181,2 2 1,2 0-135,5-3 0,-3 0-180,-13 3 0,-3 2-44,13 7-1,-35 2-90,-24 15-135,4-4 0,-4 1-45,-13 12 1,-3 3 389,13-10 0,2 1 0,-2-1 90,-1 0 0,-1-1 0,2 2 60,-4 15 0,2-2 179,4-16 1,1-1 135,4 10 0,2-1 315,-6 4-271,13-10 91,16-11-360,-3-16 719,20 8-359,15-6-1035,-13 2 1,3 0-361,10-4 1,0 0-785,-7 0 1,-1 0 1555,3-4 1,-16 0 0,-24 2 0,-22-6 0</inkml:trace>
  <inkml:trace contextRef="#ctx0" brushRef="#br0" timeOffset="38067">16749 4480 7533,'-28'-19'3276,"12"3"-706,39 16-2120,26 0-810,-15 0 1,2 0-1126,10 0 1,0 0 270,-2 1 0,-1-2 1214,0-1 0,-5-4 0,7-11 0,-17-11 0</inkml:trace>
  <inkml:trace contextRef="#ctx0" brushRef="#br0" timeOffset="38473">17303 3898 7533,'5'-17'3276,"13"15"-1515,24 27-1267,-12 6 1,-3 9-375,-6 1 0,-4 7 0,-2 2-441,-7-11 1,-3 2 0,-1 1 0,-3 0 72,-1 6 1,-2 2 0,-3-1 0,-2-2-91,-3-6 1,-2-3 0,-1 0-1,-2-2-64,-6 10 0,-2-1 0,1-6-48,-2-5 1,-1-4-631,1-2 1,2-7 1079,10-11 0,23-10 0,9-10 0</inkml:trace>
  <inkml:trace contextRef="#ctx0" brushRef="#br0" timeOffset="39222">18127 4039 7533,'-19'-27'2158,"7"1"-1168,6 32-271,6 37-389,2-12 0,0 6 0,0 1-544,-2 0 0,0 2 0,0 1 0,1 1 79,2 4 0,0 2 0,0-1 0,-1 0-180,-1-3 0,-1 0 0,0-2 1,1-1-136,0 0 0,2-2 1,-2-4-922,-1 24 22,0-59 1349,0-12 0,-2-14 0,-1-5 0,-1 3 0,1 0 0</inkml:trace>
  <inkml:trace contextRef="#ctx0" brushRef="#br0" timeOffset="39622">18028 4004 7533,'-3'-26'1304,"-1"-1"0,21-18 135,16 18-989,3 22 0,6 10-151,-9 5 1,0 5 0,1 3-496,2 1 1,1 2-1,-2 3 196,-2 4 0,-1 2 0,-4 1-225,1 4 0,-9 2 286,-17 3 0,-12-3-331,-12-11 1,-8-5 89,-8-2 0,-3-3-495,-3 2 1,0-5-136,13-11 1,3 0-900,-3 14 1709,53-8 0,12-13 0,9-4 0,-6 5 0,0 0 0,1 0 0</inkml:trace>
  <inkml:trace contextRef="#ctx0" brushRef="#br0" timeOffset="39989">18988 3881 7713,'-17'-26'1799,"3"6"-1350,-10-5-269,0 31 270,-13 21-121,19-3 1,0 7 0,0 1 30,-4 4 0,1 3 0,0 3-277,5-1 1,2 3 0,0 1 0,2 0-107,0 0 1,1 0-1,3 1 1,1-2-496,4-4 1,1-1 0,3 0 0,3-2-576,7 6 1,5-2 0,0-6 963,0-4 1,4-9 0,9-13-1,0-8 1,2-13 0</inkml:trace>
  <inkml:trace contextRef="#ctx0" brushRef="#br0" timeOffset="40601">19247 3986 7533,'-14'0'1169,"-2"-7"450,9 5-1439,0 9 270,7 13-181,12 0 1,5 3-450,1 3 1,3 1-271,6 4 0,3 1-854,2 3 0,1 0 404,-4-2 1,0-3 899,-7-8 0,1-7 0,17-15 0,-21-29 0</inkml:trace>
  <inkml:trace contextRef="#ctx0" brushRef="#br0" timeOffset="40940">19739 3986 7533,'-6'-37'3276,"-6"12"-2505,-18 56-681,8 2 0,0 7-90,5 0 0,0 6 0,1 1-259,2-8 1,-1 1 0,2 1 0,0 0 213,2 1 0,2 1 0,0-1 0,0-1 75,-3 6 0,-1-2 0,2-2-21,1 9 1,1-8-1269,-3-1-1440,7-27 2699,5-16 0,10 0 0,4 0 0</inkml:trace>
  <inkml:trace contextRef="#ctx0" brushRef="#br0" timeOffset="41457">20084 3916 7533,'0'-35'3276,"-5"7"-2055,3 18-231,-3 36-316,2 12 1,0 10-585,-1-12 0,0 3 0,-1 2 0,0 2-573,1-2 1,0 1 0,0 2 0,0 0 0,0 0 230,-2 2 0,-1 0 0,1 0 1,-1-1-1,2-2-108,1 2 0,1 0 0,0-3 1,-1-4-263,-3 14 0,3-10-1897,10-10 2519,1-40 0,11-18 0,1-11 0</inkml:trace>
  <inkml:trace contextRef="#ctx0" brushRef="#br0" timeOffset="42657">20428 4145 7533,'-14'-8'1259,"-2"6"-809,15-5 179,1 7 181,23 0 359,26-8-854,-10 7 0,3 0-315,5-7 0,0 0 0,3 7 0,-1 0-45,-10-3 0,-3 0-45,8 4 0,-22 0 0,-22 0-90,-5 8-180,-8 2 91,-12 15-91,-6 11 180,-1-7 45,12 3 0,-1 1 0,0-13 0,-1 1 135,3 7 0,1 5 0,-2-2 180,-8 2 0,0 1-60,9-6 0,1 2 0,1-2 60,0 1 0,1-3 179,-7 9-89,17-11-90,6-23 180,0 7 270,17 0-91,3-6 181,17 6-720,-5-7 0,0-2-180,7 1-1125,5 1 1,2-2 359,-21-6 1,-1-2-315,13 4 0,-2-1 1259,4-12 0,-27 10 0,-21 8 0</inkml:trace>
  <inkml:trace contextRef="#ctx0" brushRef="#br0" timeOffset="43084">20403 4445 7533,'-27'-20'3276,"11"5"-1065,39 7-1582,21-2-674,-6 5 0,3 0-1035,3 0 1,1 2-14,-10 5 1,0 1 0,-1 0 1046,5 3 0,-1-2 0,1-5 1,-2-4-1,-9-1 0,0 0 1</inkml:trace>
  <inkml:trace contextRef="#ctx0" brushRef="#br0" timeOffset="43569">21179 3704 7533,'5'-45'3276,"13"10"-1875,8 33-772,-2 14 1,0 11-210,-5 8 0,-2 7 0,-2 5-911,-4-1 1,-1 4-1,-3 2 1,-1 2 274,-2-4 0,-2 3 0,0 0 0,-3 1 0,-1-1-54,0-7 0,-2 1 0,-1-1 1,-1 0-1,-1 0 0,-1-2 36,-3 3 0,-1 0 0,-2-2 1,-1-2-1,-1-1 99,-2 0 0,-1-3 0,-2-1 0,-1-2-134,-8 5 1,-2-2-1,1-5 269,-3-4 0,2-3 0,4 3 0,4-3 0,6-6 0</inkml:trace>
  <inkml:trace contextRef="#ctx0" brushRef="#br1" timeOffset="149559">23935 2046 7353,'-13'-10'899,"-3"-5"181,14 13-451,-9-6 631,5 39-871,1-2 1,1 6 0,0 3-368,1 0 1,0 3-1,0 1 1,0 2-154,-1-4 0,0 2 0,1 1 1,-1-1-1,1-2-4,0 5 0,2-1 0,-1-1 0,0-4 165,-2-1 0,-1-3 0,2-4-300,3 18-629,0-39-2378,0-42 1787,0-1 1490,0 0 0,0-3 0,0 6 0,0 0 0,0-2 0,0 1 0</inkml:trace>
  <inkml:trace contextRef="#ctx0" brushRef="#br1" timeOffset="149973">23824 2170 7533,'-2'-39'599,"-1"1"1,2 5 0,1 0-151,-4-11 1,2 1 134,6 11 1,3 2 405,7-16-1,16 21 361,13 49-1036,-17 0 1,-2 6-135,-7 0 0,-2 4 0,-2 0-150,0 0 0,-3-1 0,-2 0-165,-4 13 0,-8-3-45,-11-7 0,-6-4-270,-6-7 1,-4-5 134,-3-4 0,-2-4 0,-1-2 0,2-5-224,1-13-990,1-1-1260,43-9 2789,20 0 0,1 22 0,6 6 0,10 1 0,0 0 0</inkml:trace>
  <inkml:trace contextRef="#ctx0" brushRef="#br1" timeOffset="150606">24047 2593 7533,'-26'37'3276,"8"4"-166,12-21-2480,12-2-540,6-34-315,3-15 0,0-7 45,-4-4 0,0-2 30,-1 11 0,0 0 0,-2 1-345,-2-5 1,1 5 44,11 5-2827,12 51 1947,-7-6 1,3 5 1269,-4 2 0,1 3 0,0-3 60,6 1 0,1-5 45,4 0 0,-4-9 584,-8-19 2647,-5-21-345,-35-17-1492,-14 8-989,5 11-450,4 33 0,1 10 269,0 22-1079,8 6 1,9 4 269,16-13 1,7-3 899,0 1 0,6-7 134,9-17 1,1-13-225,-12-14 0,-6-9-945,-4-5 1,-6-2 269,-5 0 0,-4 1-630,-6 1 1,-5 3-1125,-6 1 2159,1 17 0,24 27 0,16 21 0</inkml:trace>
  <inkml:trace contextRef="#ctx0" brushRef="#br1" timeOffset="151024">24772 1958 7533,'-13'-28'3276,"2"34"-1875,16 39-1131,1 1 0,0 6-540,0-9 0,1 3 0,0-1-240,-1-2 0,1 0 0,-1-2 360,0-3 0,1-2 0,-2-4 329,2 13 541,-18-31-1530,-21-48 1350,1 21 0,-5 5 674,0 3 0,1 8-450,4 11 1,5 9-720,6 11 0,11 5 181,17 2 0,13-2-1865,10-5 1,6-5 1425,-2-8 0,4-7 0,8-10 0,0-8 0,-13-6 1,0 0-1</inkml:trace>
  <inkml:trace contextRef="#ctx0" brushRef="#br1" timeOffset="152407">25277 2716 7803,'-14'-9'1978,"-3"1"-448,11 8-631,-6 0 630,5 0-1079,2-8-360,5-18-405,2 2 0,1-4 45,5-8 1,2-1-46,1-4 0,4 2-495,5 9 1,2 5 224,-4 5 0,2 6-314,23 14-1,-1 26 721,-14-5 898,-5 5 451,-18-18-91,-5-8 450,-5 0-540,-2 0-629,-5 0-540,-1 0-89,6 0 179,-4 15 269,10-3-179,-5 14 270,6-1-315,5 0 0,1 1 45,1-2 0,0 1 135,5 7 0,1-3-135,6-2 720,10-11-630,-9-16-270,5-6 0,2-4-180,9-17 405,-12 6 0,-1-3 0,-9 1 0,-3 1-45,2-14 540,-8 19-540,-10 9-360,-2 8 0,0 0 180,1 0 270,6 0-910,0 0 1,6 0 0,1 0 0</inkml:trace>
  <inkml:trace contextRef="#ctx0" brushRef="#br1" timeOffset="153158">25880 2205 7533,'0'-43'1169,"0"21"-90,0-1 181,0 46-361,-11 14-494,7 0 0,0 5-315,-3-9 0,-2 3 0,2 1-186,1 8 0,2 3 1,0 0 185,-2-2 0,1 0 0,3-1-240,4-2 0,3 0 0,5-6-120,11 4 0,7-11 315,6-19 0,3-12-180,10-12 0,-2-11 165,-18 0 0,-2-4 0,-2-1 90,-3 0 0,-3-2 0,-3 1 644,-2-4 1,-7 3-225,-18-10 584,-12 47 1,-4 12 7,0 5 1,5 9-2226,9 3 1,6 6 0,10-4 997,13-7 0,10-4 1,4-1-1,4 1 1,4-3-1,5-6 1,1-15-1,1-1 1,-1 1-1,1-1 1</inkml:trace>
  <inkml:trace contextRef="#ctx0" brushRef="#br1" timeOffset="159167">27344 2134 6993,'-12'-17'450,"6"7"-180,-5 2-1,9 8-179,-3 0 180,5-8-180,0 6 90,0-6-180,0 8 90,0 0 0,-6 0 90,-1 16 135,1 14 0,0 7-226,1-6 1,1 3 0,0 3-600,2 0 0,0 4 1,1 1-1,0-4 540,-2 2 0,1-3 0,1 0 21,1 1 0,0-1 1,0-4 128,0 12-540,0-18-629,6-27-1080,0-19 2069,1-17 0,-18-7 0,-9-2 0</inkml:trace>
  <inkml:trace contextRef="#ctx0" brushRef="#br1" timeOffset="159750">27295 2117 7533,'-5'-18'899,"-8"0"-359,-6 1 0,0 7 179,6 2-179,19 8 269,24 8-449,-3 0 0,2 2-315,6 6 0,0 3 0,4 1 0,-4 5-90,-11 8 0,-8 3-675,-11 13 180,-20-19 1,-8-2-46,-7-4 1,-3-5 44,6-7 0,2-2-449,-16 14-540,45-24 1529,5-8 0,38-10 0,-24 4 0,-1 1 0</inkml:trace>
  <inkml:trace contextRef="#ctx0" brushRef="#br1" timeOffset="160633">27787 2170 7083,'0'-20'1079,"0"-4"-179,0 15-181,0-9-179,0 0-270,0 1-450,-11 7-450,-13 26 495,2 10 1,0 8 134,1 6 0,2 5 89,6-1 1,0 5 0,3-5 45,2-8 0,4 0-315,8 12 0,6 5 1,4-11-316,2-20 0,3-2-528,8 22 0,2-2 1023,14-15 0,-2-23 0,-2-4 0</inkml:trace>
  <inkml:trace contextRef="#ctx0" brushRef="#br1" timeOffset="163291">27997 2240 7623,'7'31'719,"1"-1"1,-2-3-1,4 1-674,15 10 0,3 0-135,-8-9 0,0-1-360,9 8 1,1-3 449,4-4 0,-9-5 0,-21-24 0</inkml:trace>
  <inkml:trace contextRef="#ctx0" brushRef="#br1" timeOffset="163601">28008 2628 7533,'-13'-25'3276,"13"-3"-2216,12 7 1,6-1-792,8-8 1,4-1-225,5 0 0,0-2-615,-10 4 1,0-1-1,-1 2-599,5-1 0,-2 2-91,-4-1 1,-4 5 1259,1 5 0,-20 18 0,-14 10 0</inkml:trace>
  <inkml:trace contextRef="#ctx0" brushRef="#br1" timeOffset="163834">28427 2452 11580,'-3'40'-495,"0"0"0,2-3 1,1-3-1,0 11 1,7-12-1</inkml:trace>
  <inkml:trace contextRef="#ctx0" brushRef="#br1" timeOffset="164351">28600 2275 7533,'-6'-19'1439,"5"-5"-540,-5 22 91,12 2-361,6 10-808,18 16-91,-9-9 0,2 1-1369,5 0 1,0 1 1614,-9-1 1,1-1-1,6-3 1,-1-2-1,8 6 1</inkml:trace>
  <inkml:trace contextRef="#ctx0" brushRef="#br1" timeOffset="164620">28981 2240 7533,'-18'-4'3276,"-1"16"-3044,0 25-8,2 2 1,0 5-1259,0 0 0,1 4 464,4-8 0,1 4 1,1-3-61,1-6 0,1-1 1,1-3 629,1 6 0,7-13 0,16-32 0,3-31 0</inkml:trace>
  <inkml:trace contextRef="#ctx0" brushRef="#br1" timeOffset="165354">29154 1958 7713,'-6'-10'719,"5"-6"181,1 22 359,7 12-720,3 9 1,3 7-300,-3-2 0,1 4 0,-1 2-308,-1-3 1,-1 3-1,0 1 1,0-1-226,0 1 1,1 0 0,-1 0-1,-3-1-37,-3 11 0,-4-1 1,-2-4-507,-3 4 0,-7-7-154,-6-13 1,-3-5 989,-5-6 0,7-17 0,21-10 0</inkml:trace>
  <inkml:trace contextRef="#ctx0" brushRef="#br1" timeOffset="166406">29584 2381 7533,'-26'-10'1889,"3"3"-1350,16-1 721,24-2-631,10 0-1079,7 5 1,3 2-91,-10 6 0,0 2-719,13 0 0,-3 0 1259,-3 5 0,-5 13 0,-23-3 0</inkml:trace>
  <inkml:trace contextRef="#ctx0" brushRef="#br1" timeOffset="166634">29608 2522 7533,'-27'-9'2248,"16"1"-629,42 8-1124,-8 0 0,4 0-180,11-1 0,3 2-1440,4 6 1,-2 1 1124,-10-7 0,0 2 0,12 15 0,0 4 0,-12-8 0,-1 1 0</inkml:trace>
  <inkml:trace contextRef="#ctx0" brushRef="#br1" timeOffset="167318">30298 2152 7533,'-14'-4'1979,"3"31"-1800,10 9 1,2 9-203,-2-8 1,-1 4 0,1 2-1,-1-2-536,2 6 0,0-2 0,-1 1 266,0-5 1,-1 2 0,0-1 0,1-6-338,1 4 1,0-7 699,0 8 0,6-72 0,1-18 0</inkml:trace>
  <inkml:trace contextRef="#ctx0" brushRef="#br1" timeOffset="167689">30273 2081 7533,'3'-32'299,"-1"0"1,8 3 0,4 7-30,24 12 269,-10 19 1,0 7 539,5 12 1,-5 7-1080,-10-5 0,-3 4 0,-2 0-270,0 2 0,-2 0 1,-5 0-136,-7 11 0,-9-4-90,-8-5 1,-8-7-46,-1-14 0,-4-7-135,-7-6 1,3-8-405,-5-15 1079,11-9 0,46 10 0,11 11 0</inkml:trace>
  <inkml:trace contextRef="#ctx0" brushRef="#br1" timeOffset="168057">30889 2046 7533,'-25'-8'539,"0"6"-89,-5 2 809,-1 26-944,6 1 0,2 7 104,7-5 1,1 5 0,1 1-733,-2 7 0,1 3 0,2 1-317,2 1 1,2 2 0,5-2-31,7-3 0,5-1 1,2-5 74,5 2 0,6-7 585,8-8 0,3-11 0,-7-19 0,0-6 0,17-8 0</inkml:trace>
  <inkml:trace contextRef="#ctx0" brushRef="#br1" timeOffset="169254">30962 2311 7173,'-12'-10'540,"0"2"-91,5 8 1,-4 0 0,9 0 179,8 16-179,24 19-405,1-5 0,5 3-555,-7-7 1,1 2-1,0-2 464,-1-3 0,0-2 1,-3 0-1,1 2 1,-5-3-1,-7-4 1</inkml:trace>
  <inkml:trace contextRef="#ctx0" brushRef="#br1" timeOffset="169552">30937 2646 7533,'-18'-10'1169,"5"-6"-90,13 14 91,7-13-1,33-11-2024,-15 9 1,2-3-181,9-6 1,3-1 269,2 0 1,-3 1 764,-14 7 0,-1 1 0,3-3 0,-1 1 0,1-8 0</inkml:trace>
  <inkml:trace contextRef="#ctx0" brushRef="#br1" timeOffset="169984">31516 2170 7263,'-7'-10'360,"2"2"359,5 16 361,0 41-676,-7-11 1,-3 6-435,5-2 0,1 3 0,-2 1-897,-2 2 1,-1 1 0,1-3 926,4-6 0,1-3 0,3-4 0,4-2 0,5-9 0,17-18 0</inkml:trace>
  <inkml:trace contextRef="#ctx0" brushRef="#br1" timeOffset="170801">31639 2311 7623,'30'35'-360,"-9"-13"0,1-1 360,12 8 0,-6-11 0,1-2 0,16 1 0</inkml:trace>
  <inkml:trace contextRef="#ctx0" brushRef="#br1" timeOffset="171089">32021 2205 7533,'-14'-18'539,"3"24"-89,0 29 134,-2-1 1,-4 5-375,1-3 0,-1 3 0,-1 0-663,-2 0 0,-2 1 0,2-2-177,1-3 1,2-1-1,2-3-180,1 3 1,3-7 809,2-11 0,24-31 0,8-12 0,-3-1 0,1 0 0</inkml:trace>
  <inkml:trace contextRef="#ctx0" brushRef="#br1" timeOffset="171502">32119 1887 7533,'-6'-27'1619,"27"33"-1125,-7 16 1,0 9-225,2 1 0,2 4 0,-2 4-705,-4-2 0,-2 3 0,-1 3 0,-1-1 345,-3 3 0,0 2 0,-3-1 1,-3 0-474,-1-1 1,-3 0 0,-3-1 0,-1-1 126,-1-5 1,-2 0 0,-1-2 0,-3-3 435,-2 0 0,-3-4 0,-2-6 0,-10-6 0,-2-9 0,5-11 0,-1 0 0</inkml:trace>
  <inkml:trace contextRef="#ctx0" brushRef="#br1" timeOffset="172409">32537 2240 7533,'-29'0'989,"8"24"-494,9-4 0,1 5-1,3 20 1,4 6-540,1-13 1,1 2 0,0-1 134,-1 1 0,1 0 0,1-2 45,3 9 0,2-6-276,3 2-848,10-66 629,-9-14 0,-2-7 270,0 6 0,0-4 22,-2 6 1,0-4 0,1-1 0,-2 3 69,0 2 0,-1 1 0,1 0 58,3-4 0,0-2 0,0 4-15,2-5 0,2 7 314,10 10 423,10 33-242,1 11-136,-12 1 1,-1 3 0,1 3 0,-1 1-123,-4 1 1,-2-1-823,0 18-809,-41-19-180,-17-18 1169,18-7 0,-1-2-135,-2-2 1,3-2-406,-5-5 1,8 0 899,25 2 0,47 16 0,-14-3 0,0 0 0</inkml:trace>
  <inkml:trace contextRef="#ctx0" brushRef="#br1" timeOffset="172808">32968 2117 7533,'6'-28'2069,"1"3"-1800,0 15 721,-2 2-720,-16 8-1,-14 24-584,7-7 1,-2 3 404,-7 16 0,-1 6-110,9-8 1,0 1-1,1 2 200,0 6 0,1 2 0,2 0-180,2-2 0,2 0 0,3-1-90,5-5 0,4-2 0,1-1-270,2 3 0,7-6-854,10-11 0,5-5-855,19 3 2069,-6-10 0,1-32 0,-21-5 0</inkml:trace>
  <inkml:trace contextRef="#ctx0" brushRef="#br1" timeOffset="173118">32993 2364 8162,'-5'-20'2789,"9"4"-1800,2 16-269,24 16-91,9-4-1079,-10 4 1,2 1-1190,1-3 1,-1 0 1465,-4 0 1,-2-1 0,16 5 0,-24-11 0</inkml:trace>
  <inkml:trace contextRef="#ctx0" brushRef="#br1" timeOffset="173422">33423 2205 7533,'-12'-28'2698,"5"11"-2158,2 9 989,5 31-1169,-11 23-540,5-1 0,-1 6-568,-3-11 0,0 2 1,-1 1 117,2 5 0,1 0 1,-1-1 119,1-9 0,-1-1 1,1-2 4,1 6 0,2-6 505,-1-9 0,23-50 0,4-15 0</inkml:trace>
  <inkml:trace contextRef="#ctx0" brushRef="#br1" timeOffset="173974">33522 1799 7892,'0'-10'1889,"6"10"-629,6 42-721,0-6 1,1 8-563,-6-11 1,0 4-1,-1 1 1,-1 3-250,0 0 0,-2 3 0,0 1 0,-1 0 0,-1-1 92,-1 7 0,-1-1 0,-1-1 0,-2-1-180,0-1 0,-2 1 1,-1-3-1,-2-2-390,-2 0 1,-1-4-1,-2-4 822,-1-4 1,-1-5-1,-9 17 1,7-27-1</inkml:trace>
  <inkml:trace contextRef="#ctx0" brushRef="#br1" timeOffset="189834">7544 6121 6903,'7'-20'630,"-2"-3"-181,-5 21-179,0-14 630,0 14-361,0-14 181,0 14-630,0-5-360,0 7 270,0 7 450,0 27 180,-5 13-406,4-14 1,0 4-45,0-4 0,-2 1 0,2 1-90,0-2 0,2 1 0,-1 1-68,0 2 1,0 3-1,0 1 1,0-4 7,0 0 0,0-2 0,0-1 105,-3 12 0,0-6 44,2-1-718,-10-37-1,10-2-1349,-5-2-90,6-6 990,0 8-91,6 0 1080,-5 0 0,10 0 0,-4 0 0</inkml:trace>
  <inkml:trace contextRef="#ctx0" brushRef="#br1" timeOffset="190471">7446 6138 7533,'-13'-35'1259,"6"8"-899,-4 1 179,16 1-179,6 5 450,27-5-406,-7 17 1,4 6-180,5 3 0,2 6-165,-8 4 0,0 3 0,-3 4-150,5 7 0,-6 7 0,-12-3 0,-3 4 0,-7-1 45,-10 2 0,-8-2-270,-11 9 1,-8-5 134,-2-19 0,-2-5-180,-2 5 0,2-3-179,-11-4-721,15 0-809,22-2 2069,13-8 0,35 0 0,-12 0 0,0 0 0</inkml:trace>
  <inkml:trace contextRef="#ctx0" brushRef="#br1" timeOffset="190891">8159 5997 7533,'-13'-27'1259,"1"9"-1079,-5 10 0,-8 24-45,4 3 0,0 5 224,-5 10 1,1 5-325,5-4 1,1 4 0,2 0 264,0 2 0,3 1 0,1 1-270,2 3 0,2 2 0,4-1-377,6-6 0,2-2 0,4-2-598,7 11 1,5-7-91,5-13 1,3-5 1034,11 2 0,7-7 0,-11-1 0</inkml:trace>
  <inkml:trace contextRef="#ctx0" brushRef="#br1" timeOffset="191684">8307 6191 7083,'-7'-10'1259,"-4"-5"-179,9 13-361,-9-14-629,10 14-180,-5-6 540,17 16 449,9 33-674,0-10 0,2 3-225,-2 10 0,0 2-90,-3-11 0,2 0 0,-2-1-315,3 12 1,-2-2-496,1-6 1,-1-3 44,-5-7 1,-1-5 134,6-6 720,-11-9 0,-18-8 0,-10 0 0</inkml:trace>
  <inkml:trace contextRef="#ctx0" brushRef="#br1" timeOffset="192075">8245 6773 7533,'-19'-8'2788,"1"-9"-2068,17-3 269,19-21-405,1 16 1,6-3-255,-3 1 0,3-3 0,1-1-295,3-4 1,0-1 0,1-1-59,-8 7 1,1-2-1,-1 1 1,-2 1-368,3-2 0,-2 2 0,-2 0-591,1-11 0,-4 5-368,0 1-1928,-15 17 3266,4 10 1,-15 55 0,3-17 0,1-1 0</inkml:trace>
  <inkml:trace contextRef="#ctx0" brushRef="#br1" timeOffset="192368">8811 6526 9871,'25'-2'2789,"5"20"-3509,-10 27-90,-11-14 1,-6 1-316,-8 4 1,-7-2 1124,-5-8 0,-5-5 0,-4-5 0,-3-6 0,-2-11 0,0 0 0</inkml:trace>
  <inkml:trace contextRef="#ctx0" brushRef="#br1" timeOffset="193072">9168 6191 7533,'-19'-17'180,"7"7"269,1 2 181,10 8 0,1 0 179,6 8 181,12 2-361,-1 8 1,2 5-540,2-4 0,2 1-810,7 10 1,2 1-920,1-7 1,1-3 1629,-8-5 0,0-5 1,1-8-1,-1-6 1,11-16-1</inkml:trace>
  <inkml:trace contextRef="#ctx0" brushRef="#br1" timeOffset="193374">9599 6174 8342,'-25'-10'2879,"1"18"-2520,-1 35-494,7-2 1,0 6 223,5-7 1,1 2 0,-1 1-201,0 5 0,0 1 1,1-3-10,1-7 0,1-2 0,1-3-87,2 4 0,2-7-2851,-1-8 3058,17-38 0,8 3 0,12-14 0</inkml:trace>
  <inkml:trace contextRef="#ctx0" brushRef="#br1" timeOffset="193943">9882 6526 7982,'0'-27'3059,"11"9"-2430,3 26-179,10 35-720,-15-12 0,-4 3-360,-3 0 1,-2 2-1,-2-2 180,-3 2 1,-4-4-586,-10 2 1,-3-9 1034,-1-17 0,-1-41 0,26-14 0</inkml:trace>
  <inkml:trace contextRef="#ctx0" brushRef="#br1" timeOffset="194722">10251 6191 7892,'-14'-17'2069,"3"7"-1079,16 2-271,8 0-89,12-2-270,17 1-180,3 1-315,-17 6 0,-1 4 45,-1 4 0,-3 3-90,5 11-450,-18 23 405,-19-21 1,-6 1 224,-4 4 0,-4 2 0,-1-1 30,2 0 0,0 0 0,-1 1-264,-5 6 1,-2 1 0,4-1 368,1 2 0,4-2 225,2-4 0,4-3 89,9-1-179,11-9 180,19-18-90,26-2-675,-19-10 0,0 0 45,-2 10 0,0 1 170,6-11 0,-1 0-2328,13 2 1348,-3 0 1080,-15 3 0,-44 7 0,-7 0 0</inkml:trace>
  <inkml:trace contextRef="#ctx0" brushRef="#br1" timeOffset="195037">10165 6473 7533,'-25'-7'3238,"11"5"-2339,3-6-179,28 8-270,25 0-810,-8 0 0,2 0-1279,10 0 1,1 0 1605,3 1 0,-1-2 0,-13-6 0,-1-2 0,-3-1 0,0 1 0</inkml:trace>
  <inkml:trace contextRef="#ctx0" brushRef="#br1" timeOffset="195356">10731 5997 8252,'37'16'1638,"-13"6"0,0 7-1321,-6-2 0,-1 3 1,-2 3-728,1 9 0,-3 3 1,-2 1 169,-2 2 0,-2 0 0,-5-1-30,-7-1 0,-3-2 1,-4 0-31,0-5 0,-4-1 0,-1-2-218,-2-4 0,-2-3 1,0-2 517,-4 7 0,-1-5 0,2-9 0,0-5 0,-13 1 0</inkml:trace>
  <inkml:trace contextRef="#ctx0" brushRef="#br1" timeOffset="196309">7433 7126 7533,'-7'-19'180,"-4"3"179,16 16 1,12 0 180,7 0 0,7 0-271,6 2 1,5 1 0,4 0-680,-6-1 1,3-1 0,2 1 0,3 0 0,2 0 399,-10 1 0,1-1 0,2 1 0,2 0 0,1 0 0,0 0 0,1 0 0,0 0 0,-1 0-245,-2 0 0,0-1 0,0 1 0,1-1 0,0 1 0,0-1 0,0 1 0,1 0 0,0 0 0,0 0 156,2 1 0,2 0 0,0 0 0,1 0 0,-1 0 0,0 1 0,0-1 0,-1 1 0,-1 0 0,-1 0 132,4 0 1,-2 0 0,0 1 0,-1-1 0,-1 1 0,0 0-1,-1 0 1,-1 0 144,0 0 1,0 0 0,0 1 0,-1 0 0,-2 0-1,-1-1 1,-1 0 126,3 0 1,-2 0 0,-1-1 0,-1 0 0,-1 0 76,4 0 1,-1 0-1,-2-2 1,-4 0-473,5-2 0,-5-2 90,-2 0 0,-4-6-1799,-2-26 1193,10 1-833,-23 6 0,-3 1 2162,1 6 0,-17 27 0,-9 21 0</inkml:trace>
  <inkml:trace contextRef="#ctx0" brushRef="#br1" timeOffset="197008">8356 7514 7533,'-14'0'1079,"-2"16"-719,15 19-45,-3-5 0,2 3 44,7 13 1,1 4-300,-3-15 0,-1 1 0,1 1-30,3 2 0,0 0 0,0-2-165,-2 6 0,-1-3-180,0-8 0,-1-6-944,-7-8-270,3-10 450,-3-8 1079,5-8 0,5-13 0,1-7 0,0-5 0,1-1 0</inkml:trace>
  <inkml:trace contextRef="#ctx0" brushRef="#br1" timeOffset="197367">8392 7514 7533,'0'-41'2338,"11"10"-1438,9-5-1,22 29-539,-14 16 0,0 7-360,2 4 0,-3 5-315,1 8 0,-6 5-270,-8 2 1,-9 0 269,-10-7 0,-8-1-225,-9 0 1,-7-6 314,4-14 0,-2-4-45,-4 5 0,2-2-1618,4-9 1888,18 5 0,53-7 0,-10 0 0,1 0 0</inkml:trace>
  <inkml:trace contextRef="#ctx0" brushRef="#br1" timeOffset="197723">8971 7532 7443,'-11'-28'719,"3"3"-449,-15 15 0,-2 18-45,7 10 0,-1 7 224,-3 5 1,0 5-120,7-3 0,0 4 0,2 0 29,0-1 1,2 0 0,3 2-180,4 7 0,4 1 0,3-2-1440,4 6 1,7-4 45,8-4 0,5-6 1214,-8-13 0,1-10 0,21-34 0,-16-9 0</inkml:trace>
  <inkml:trace contextRef="#ctx0" brushRef="#br1" timeOffset="198359">9107 7655 7533,'0'-17'1529,"11"7"-630,19 2-629,-7 7 0,4 2-90,9-2 0,2 2-270,-3 2 0,0 2-135,-3-1 0,-3 2-135,3 3 91,-27 15-91,-35 3 360,3 2 0,-2 3 0,-3 0 0,0 1 120,7-5 0,1 1 0,1 0 104,-5 8 1,5-1 0,6-4 0,3-2-45,-3 6-540,23-13 360,11-21-360,26 6 1,3-8-211,-15-6 0,4-3 0,-3 0 75,1 3 1,-2-1 494,8-5 0,-5-2 0,-11-9 0,-24 3 0</inkml:trace>
  <inkml:trace contextRef="#ctx0" brushRef="#br1" timeOffset="198685">9107 7938 7533,'-27'0'2608,"15"0"-1978,41-8-810,-2 3 0,3 0-990,15-4 1,4 0 509,-16 3 1,1 0 0,-2 1 659,5-1 0,-3 2 0,-1-1 0,-3 2 0,2 3 0</inkml:trace>
  <inkml:trace contextRef="#ctx0" brushRef="#br1" timeOffset="199008">9636 7497 7263,'18'-10'3276,"6"25"-2531,-2 19 1,-1 9-1016,0-1 0,-3 4-144,-7-11 1,-1 4 0,-3 1 0,-3-1 173,-5 6 0,-5 0 0,-4 0 172,2-8 1,-3 0 0,-2-1 0,-1-3-203,-6 3 0,-3-3 0,1-2 270,-3 10 0,1-7 0,-5-7 0,17-1 0</inkml:trace>
  <inkml:trace contextRef="#ctx0" brushRef="#br1" timeOffset="208290">11974 6932 6633,'-20'0'3276,"3"0"-2594,5 0-52,5 0 179,23 8-269,28 2-630,0-5 0,4 0-315,-3 3 0,1-1-315,-3-6 1,3-1 0,-5 1-496,1 7 1,-3 0 1214,4-8 0,-14 2 0,-28 6 0,-29-8 0</inkml:trace>
  <inkml:trace contextRef="#ctx0" brushRef="#br1" timeOffset="208604">12036 7214 7533,'-26'0'1638,"1"0"0,-7-8 1638,38 7-2722,32-15-509,3 14 0,8 2-765,-9-3 0,3 0 1,-2 1 574,-2 1 0,-2 0 1,0 3-1,13 4 1,-5 4-1,-21 0 1,-1-1-1</inkml:trace>
  <inkml:trace contextRef="#ctx0" brushRef="#br1" timeOffset="217657">14053 6262 7263,'-5'-18'899,"-2"1"-629,1-1 360,-5 8-180,10-6 269,-5 14-449,6-5-90,0 7 719,0 15-449,0 5 134,0 17 1,0 8-525,0-10 0,0 1 0,0 3-133,0 2 0,0 4 0,0 0 0,0 0-17,1-1 0,0 1 0,1-2 0,0-2 150,0 1 0,0-2 0,0-3 120,0 12 0,3-17 0,0-30-810,-10-4-629,4-16-1529,-10-7 2788,10-11 0,-5 7 0,6-4 0</inkml:trace>
  <inkml:trace contextRef="#ctx0" brushRef="#br1" timeOffset="218107">13980 6279 7533,'-13'-29'1638,"0"0"0,-5-5-1163,14 4 1,8 3 244,19 16 359,15 3-494,-8 14 0,2 6-286,-2 2 1,2 4 0,-4 0-120,2 5 0,-2 3-240,-3 0 0,-1 3 0,-10 1-525,-19 9 1,-11 2-181,-1 5 1,-7-2 434,2-15 0,-5-2 0,1-2-210,-6 3 1,1-3-721,-11 0 541,24-17-1,29-16 720,9-2 0,3 2 0,2-1 0,1 0 0,-1 0 0</inkml:trace>
  <inkml:trace contextRef="#ctx0" brushRef="#br1" timeOffset="218472">14595 6156 7533,'-11'-27'3276,"-8"9"-2685,-7 26-321,3 2 0,0 7 0,3 9 0,2 8 0,-1-2 59,0-3 1,-2-1 0,2 3-163,3 4 1,1 4-1,2 1 1,3-1-198,1 7 0,4 0 0,5-2-690,5-6 0,3 0 1,4-3-444,8 12 1,6-9 1162,7-17 0,1-9 0,-8-9 0,-1-4 0,23-1 0</inkml:trace>
  <inkml:trace contextRef="#ctx0" brushRef="#br1" timeOffset="218872">14693 6368 11490,'11'35'1124,"-2"-7"1,1 3-1260,6 4 0,0 2-958,-3-5 1,-1 2 0,0-2-328,1 11 1,0-3 1419,0-8 0,-3-4 0,-9-2 0,-2-18 0</inkml:trace>
  <inkml:trace contextRef="#ctx0" brushRef="#br1" timeOffset="219188">14607 6809 7533,'-24'-26'3148,"10"7"-1709,20-7-585,12 6 1,6-1-405,7-5 0,2-3-151,0-1 1,3-3 0,-2 0-390,-6 3 0,-2 0 0,-1-2-900,3-5 1,-1-1 0,-4 1-650,-4-5 1,-6 2 1555,-6 4 1,-9 9 0,-23 25 0,-13 34 0</inkml:trace>
  <inkml:trace contextRef="#ctx0" brushRef="#br1" timeOffset="219467">15112 6579 13649,'19'8'810,"-1"18"-1845,-13-2 1,-3 5-605,-4 6 1,-2 2 443,1-4 0,-2-1 1195,-2-4 0,-4-5 0,-12-6 0,-3-9 0</inkml:trace>
  <inkml:trace contextRef="#ctx0" brushRef="#br1" timeOffset="220450">15482 6315 8612,'-7'-10'990,"1"2"-181,12 0 1,11 6-1,15-6-539,-6 4 0,2 1 89,6 5 1,1 1-585,-3-2 1,0 0 44,-5 7 0,-5 2 270,-4 8-90,-41 15-270,4-15 0,-2 1-210,-5 5 0,-3 2 1,1 1 509,3-3 0,1 1 0,0 0 299,-1 2 1,-1 0 0,3 0-195,0 4 0,4-2 585,1 14-360,24-15-270,18-11-225,2-11 0,3-4 135,-1-1 0,2-2-720,5-1 0,2-1 1,-3 0-46,-7 3 1,-1-1 764,17-4 0,-12 2 0,-28 3 0,-6 0 0</inkml:trace>
  <inkml:trace contextRef="#ctx0" brushRef="#br1" timeOffset="220719">15432 6526 7533,'-18'-17'3276,"4"-1"-1335,7 8-1132,20 10-1618,29 18 44,-9-8 1,3 0-875,5 3 1,0-1 1091,-8-6 1,-2-2 0,-1 0 0,-3 0 0,4-4 0</inkml:trace>
  <inkml:trace contextRef="#ctx0" brushRef="#br1" timeOffset="221071">15912 6085 7982,'11'-9'3276,"8"24"-2036,4 12 1,2 7-1151,-5-1 0,-1 3 0,-1 3-626,-3-4 0,-2 3 0,0 1 0,-2 0 198,-1 0 1,0 2 0,-3-1 0,-3 0 112,-6-1 0,-3-1 0,-3 0 1,-1-2 37,-6 10 1,-4-1-1,-4-4-443,-4-6 1,-4-2-1,1-3 630,-2 4 0,-1-6 0,-7-8 0,0-6 0,14-10 0,0 0 0</inkml:trace>
  <inkml:trace contextRef="#ctx0" brushRef="#br1" timeOffset="221989">13795 7355 7173,'-12'-9'1169,"5"-7"270,24 6-899,3 4 0,9 2-136,8 2 1,9 2 0,5 1 0,1 0-824,-10 0 1,1 0 0,2 1-1,1 0 1,2 0 0,1 0 328,-8 0 0,3 1 0,0 0 0,2 0 0,0 0 0,1 1 0,-1-1 0,-1-1 0,-1 1-320,2-1 0,0-1 1,-1 1-1,0-1 1,0 0-1,-1 0 0,-1 1 1,0-1 222,8 2 1,0 0-1,-1 1 1,-1-1-1,-3-1 1,-1-1 208,4-2 1,-3 0-1,-2-2 1,-4 0 786,10-1 1,-6-2-406,-8 3 1,-6-3 135,-5-10-1799,-9 6-1080,-14 0 2339,3 3 0,-16 7 0,-3 0 0</inkml:trace>
  <inkml:trace contextRef="#ctx0" brushRef="#br1" timeOffset="222540">14041 7885 7533,'0'-26'3058,"0"14"-2608,0 5-91,5 31 1,1 16-180,-5-6 0,1 3-777,3 6 0,1 5 0,-1-2 477,-4-11 0,-1-2 1,1 1-808,1 3 0,1 0 0,-3-7 927,-5 1 0,3-43 0,-1-20 0,1 0 0</inkml:trace>
  <inkml:trace contextRef="#ctx0" brushRef="#br1" timeOffset="222857">14128 7796 7533,'8'-36'1638,"0"0"0,7-9-983,9 28 1,4 10-341,-2 19 0,0 8-180,4 0 0,-3 7-405,-9 4 0,-4 5 0,-3 1 45,-4 6 0,-7 0-405,-9-8 1,-6 1-1,-2-5-45,-9-5 1,-3-5 314,-5-1 1,0-7-901,-9-21 1260,26-4 0,33-13 0,11 7 0</inkml:trace>
  <inkml:trace contextRef="#ctx0" brushRef="#br1" timeOffset="223220">14669 7708 7533,'-12'-27'1799,"-12"9"-1979,-2 18 225,3 13 0,-2 7 314,-1 13 1,2 5 0,0 2 0,3 4-176,7-8 0,1 2 0,4 0-64,4-3 0,3 1 0,3-1-55,2 1 1,3 0 0,2 0-936,3-2 1,2-1 0,2-2-346,6 3 1,2-6 1214,14 6 0,-14-42 0,-10-12 0</inkml:trace>
  <inkml:trace contextRef="#ctx0" brushRef="#br1" timeOffset="224293">14755 7902 9062,'0'-19'2069,"22"-13"-1530,22 28-449,-16-4 0,3 1-225,13 5 0,1 4 90,-17-2 0,-1 0 0,3-3 0,-8 6 135,-20 12-539,-23 21 494,3-18 0,-2 3-270,-9 15 0,-1 2 180,7-6 0,-1 1 225,4-4 0,-1 1 0,3-1 134,1 5 1,6-3-135,6 12-90,14-27-90,31-16-1529,3-8-45,-14 4 0,0-2 1574,-2-2 0,-3-2 0,-5-7 0,-22-1 0</inkml:trace>
  <inkml:trace contextRef="#ctx0" brushRef="#br1" timeOffset="224555">14792 8061 7533,'-19'0'1169,"7"0"990,1 0-720,15 0-450,14 16-1168,25-5-766,-15-2 1,2 0-695,9 0 1,0-2 1501,3-5 1,-13-1 0,-2-2 0,-1-9 0</inkml:trace>
  <inkml:trace contextRef="#ctx0" brushRef="#br1" timeOffset="224871">15247 7708 7533,'22'-21'3276,"16"46"-1638,-11 1 0,-2 7-1634,-2 5 1,-3 7 0,-2-1-614,-6-4 0,-3-1 1,-3 2 218,0 5 0,-4 2 0,-4-1 90,-7-4 1,-5-1-1,-1-4-15,-3 2 0,-4-5-224,-11-3 0,1-7 539,3-8 0,1-7 0,22-2 0</inkml:trace>
  <inkml:trace contextRef="#ctx0" brushRef="#br1" timeOffset="226017">16626 7144 7533,'-31'0'2428,"16"0"-2428,10 0 0,24-10 0,14-4 0,3 0 0,0-1 0</inkml:trace>
  <inkml:trace contextRef="#ctx0" brushRef="#br1" timeOffset="227389">17881 6368 8252,'-11'24'959,"1"1"1,0 12 0,4 6-841,7 1 1,4 4 0,0 1-705,-2-11 0,0 1 1,1 1-1,0-2 375,1 11 0,2 0 1,-1-4 209,4 3 0,-2-8-76,-1-6-1183,-1-36 13,-6-24 1246,0-1 0,0-1 0,0-3 0,0-1 0,0-1 0</inkml:trace>
  <inkml:trace contextRef="#ctx0" brushRef="#br1" timeOffset="227776">17868 6315 7533,'3'-27'1169,"0"1"0,20-4 91,21 23-946,-6 20 1,4 9-195,-13-3 0,1 2 0,-1 2-90,0 0 0,-1 1 0,-3 1-120,8 13 0,-11 2-135,-21-3 0,-12-3-495,-11-4 1,-8-5 314,-7-1 1,-4-5 134,1-9 0,1-2-90,-5 7-1349,21-13 1709,23 6 0,40-16 0,-13 3 0,-1 1 0</inkml:trace>
  <inkml:trace contextRef="#ctx0" brushRef="#br1" timeOffset="228156">18620 6297 7533,'-25'-29'1349,"-6"5"-1079,0 40 0,-6 11 44,15 4 1,2 7-15,6-8 0,1 3 0,2 2-121,-2 9 1,2 4 0,3 1-293,5-9 1,2 1 0,1 0 0,3-2-68,1 1 0,2-3 0,4-1-870,5 1 1,4-2 0,1-9 1049,22-6 0,4-20 0,-21-20 0</inkml:trace>
  <inkml:trace contextRef="#ctx0" brushRef="#br1" timeOffset="229575">18791 6438 7533,'-13'0'1619,"-3"0"360,9 0-1080,0 0 1,7 0 179,17 24-1169,1-7 0,2 3-1549,9 18 1,3 2-1,-3-5 1,1-3 1545,-5-4 1,-1-3 0,5-2-1,-17-23 1</inkml:trace>
  <inkml:trace contextRef="#ctx0" brushRef="#br1" timeOffset="229922">19185 6332 7533,'-19'-19'3276,"2"27"-526,4 37-3080,6-15 0,-1 6 1,0 2-459,-2 7 0,0 3 0,-1 2 653,-1-8 0,-1 2 0,0-1 0,1-2 244,0 2 0,2-3 0,-2-1-139,0-3 0,-1-1 0,4-8-1152,2-8-707,7-3 1889,12-16 0,13-16 0,7-3 0</inkml:trace>
  <inkml:trace contextRef="#ctx0" brushRef="#br1" timeOffset="230172">19235 6809 8972,'0'-20'3276,"0"4"-1515,11 48-1761,-2-10 0,1 3-135,0 10 0,0 2-855,1 7 1,-4-2-650,-8-12 1,-4-3 1627,1 2 1,-5-7 0,-21-12 0,-2-12 0</inkml:trace>
  <inkml:trace contextRef="#ctx0" brushRef="#br1" timeOffset="231267">19678 6456 7982,'-13'-10'2339,"7"-6"-1349,0 7-1,17-1 0,19-6-539,-1 14 0,3 2-225,11 0 0,2 0-270,-3 0 0,-1 2-45,-4 4 0,-6 4-450,-7 7-449,-42 19 539,-10-6 0,-5 0 540,8-5 0,-1-1 150,-4 3 0,-4 1 0,2 0 164,1 4 1,2 0-90,-4 4 0,2 1 89,9-6 1,8-1-135,21 5 90,19-17 0,11-11 90,5-7-360,8 0-1035,-14-3 1,0-1-695,-8 3 1,-1 0 353,1-7 0,-3 0 1285,-2 6 0,-37 2 0,-8 10 0</inkml:trace>
  <inkml:trace contextRef="#ctx0" brushRef="#br1" timeOffset="231557">19665 6756 7533,'-38'-10'3276,"13"2"0,36 8-2183,27 0-1768,3 3 1,3 2-1,-7 0 1,0 0-965,11 0 1,-2-1 1483,-18 2 1,-4-4 0,19-25 0,-20-7 0</inkml:trace>
  <inkml:trace contextRef="#ctx0" brushRef="#br1" timeOffset="231874">20157 6368 8162,'6'-28'3276,"1"11"-1515,27 32-1176,-12 1 0,1 5-346,1 4 1,2 5 0,-2 2-451,-2 4 0,-2 2 0,-3 3-59,-7-3 0,-2 3 1,-3 0-1,-2-2-60,-4 6 0,-4-1 0,-4-2-390,-5-1 1,-3-3 0,-3-5-249,-5-4 0,-1-7 968,-11 4 0,3-24 0,9-4 0</inkml:trace>
  <inkml:trace contextRef="#ctx0" brushRef="#br1" timeOffset="232655">17659 7373 7353,'-19'-8'2069,"7"-2"-720,50 1-855,-1 4 1,8 2-959,-9 0 0,4-1 1,4 1-1,3 0 0,1 0 531,-5 2 1,2 0-1,3 1 1,1 0-1,1 0 1,0 0 0,-1-1-1,0 0-339,-2 0 1,0-2 0,-1 1 0,1-1 0,0 1 0,1 0 0,0 0-1,2 2 227,-3 0 0,1 0 0,1 1 0,1 1 0,1 0 0,-1 0 0,0 0 0,-1 0 1,-1 0-1,-2 0-214,1 0 0,0 0 1,-1 0-1,-1 0 1,-1 1-1,-1-1 0,-1 1 1,-1 1 366,6 1 0,-1 0 0,-1 1 0,-2 0 0,-1 1 0,-2-1 26,9 2 1,-1 0 0,-4 1 0,-8 1 675,-5 4 0,-10 0-181,-10 3-1781,-11-17-108,0-9-1618,0-25 2878,0 13 0,-22-5 0,-6 18 0</inkml:trace>
  <inkml:trace contextRef="#ctx0" brushRef="#br1" timeOffset="233204">18312 7849 7533,'0'-9'2518,"0"16"-2068,2 19 0,1 7-181,1 7 1,-1 4-639,-1 0 0,1 4 0,-1 0 39,0-5 0,0 0 1,-1-2-526,0 11 1,-2-4-270,1-10 0,0-9 1124,0-20 0,-5-34 0,-2-22 0</inkml:trace>
  <inkml:trace contextRef="#ctx0" brushRef="#br1" timeOffset="233567">18349 7779 7533,'5'-37'3276,"13"3"-1785,30 32-1176,-17 12 0,2 6-225,9 8 0,-3 7-675,-10 7 0,-7 4 90,-1-1 1,-12-2-181,-24-6 1,-11-3 134,-4-2 0,-5-5 495,-3-11 0,-2-4 90,-6 1 0,4-3-764,12-6 524,9 0 0,43-6 0,18-3 0,4-1 0,-1 0 0</inkml:trace>
  <inkml:trace contextRef="#ctx0" brushRef="#br1" timeOffset="233934">18964 7708 7533,'0'-45'2698,"-6"18"-2878,-6 11 0,-13 32 180,7 3 0,-1 5 45,-6 13 0,1 6 345,6-4 0,1 2 0,2 3-422,1 3 1,2 1 0,5 0-239,3-5 0,4 0 0,4-2-270,3-4 1,4-1-1,4-5-57,10 3 0,6-7 597,-1-11 0,1-5 0,15 5 0,-6-16 0</inkml:trace>
  <inkml:trace contextRef="#ctx0" brushRef="#br1" timeOffset="234501">19136 7832 7533,'7'-20'1079,"10"-3"630,2 21-1079,23-6-450,-12 10 0,1 4 134,2-3 1,-1 3-765,0 6 1,-3 2 89,3 5-270,-32 23 225,-21-20 1,-7 1 269,2 3 0,-2 3-75,-1-2 0,-2 2 0,2-1 435,-1 5 0,2 0 539,-2 7 1,5-1-270,11-11 0,9-3-226,17 2-269,10-11-90,2-14 0,4-4-45,-3-1 1,0-2-1306,9 1 1,1-2 1439,-4-2 0,-5-1 0,-5-1 0,-25 2 0</inkml:trace>
  <inkml:trace contextRef="#ctx0" brushRef="#br1" timeOffset="234784">19111 8061 7533,'-20'0'3276,"25"8"-2936,16-3 1,7 0-881,17 4 1,4-1 224,-1-2 0,0-2-615,-11-3 1,1 0 0,-4-3 805,-3-1 1,-3-4-1,7-18 1,-31-3 0</inkml:trace>
  <inkml:trace contextRef="#ctx0" brushRef="#br1" timeOffset="235140">19690 7655 7533,'18'-10'3276,"6"18"-2261,-6 7 1,1 6-657,7 18 1,-3 8 0,-8-8 0,-4 3 0,-2 2-731,-5-3 1,-2 1 0,-3 2 0,-3-2 100,-2-2 0,-3-1 0,-3 0 0,-1-2-330,-6 7 1,-2-1-1,-3-7-704,-7-1 0,0-9 1334,-5-3 0,18-30 0,12-3 0</inkml:trace>
  <inkml:trace contextRef="#ctx0" brushRef="#br1" timeOffset="247940">1817 6791 7533,'8'-27'1259,"-6"1"-360,5 24-359,-7 43-420,0-10 0,0 5 0,0 3-278,0 4 1,0 4 0,0 2-1,0-2-361,0-3 1,0-2 0,0 1 0,0-1 158,0 0 0,-1 2 1,0-3-1,3-6-360,6 4 1,0-7 719,-4 1 0,4-41 0,-18-11 0</inkml:trace>
  <inkml:trace contextRef="#ctx0" brushRef="#br1" timeOffset="248339">1887 6632 7533,'0'-39'2338,"32"8"-1933,-7 45 0,5 11-225,10-7 0,2 5-150,-13 4 0,-1 6 0,-5 1-120,1 10 0,-10 2-60,-14-11 0,-7 2 0,-4-3-60,-6-2 0,-4-1 0,-6-4-90,-10 1 0,-6-4 1,2-5 74,-8-3 0,2-5-90,0 0 0,7-8-1034,15-19 1349,19 14 0,45-13 0,0 5 0</inkml:trace>
  <inkml:trace contextRef="#ctx0" brushRef="#br1" timeOffset="248656">2152 7355 7533,'-9'28'1529,"0"-1"0,0 9-899,9-21-990,9-54 360,0 9 0,0-5-180,-3 4 0,0-3 0,0-1 270,0-1 0,0 0 0,-1 3-405,-2-4 0,4 9-854,24 10 134,-12 33 1,0 8 1034,7 0 0,2 3 0,-5-2 0,0 2 0,0-2 0,8 3 0,1 1 0</inkml:trace>
  <inkml:trace contextRef="#ctx0" brushRef="#br1" timeOffset="249000">2505 7197 7533,'-26'-36'3276,"-1"17"-2235,-8 11-681,7 41-900,17 4 1,4 5 224,5 0 0,4 2 270,3 3 0,8-6 405,10-14 0,5-11 269,21-24-674,-20-21 0,-5-10 0,-9 4 0,-5-1-360,-3-7 1,-6 0-271,-7 11 1,-3 5-1305,-3 6 1979,2 21 0,36 21 0,-3 1 0,1-1 0</inkml:trace>
  <inkml:trace contextRef="#ctx0" brushRef="#br1" timeOffset="249456">2875 6720 7533,'-9'-41'1092,"1"0"0,3 8 0,0 5-860,-3 11-322,8 58 45,4-3 0,0 6-135,-4-2 0,0 3 0,2 1-55,2-5 0,3 0 1,0 2-1,-2-1 122,-1 1 1,-2 1 0,1-1-1,0-2 233,3 2 0,1-3 0,-2-2-208,-2 8 1,-6-17-273,-15-39-90,-6-8 0,-3-1 315,-1 2 1,-1 4 718,-3 2 1,1 6 1034,-4 23 630,19 25-2249,32 4 332,2-18 0,7-5-332,20-6 0,6-8 0,-7-8 0,0-4 0,-7-5 0,0 1 0,-1-1 0</inkml:trace>
  <inkml:trace contextRef="#ctx0" brushRef="#br1" timeOffset="250856">3563 7461 7533,'-10'18'2158,"2"0"-1438,8-9-180,0-1-450,0-31-225,4-2 0,0-3-315,-3-11 0,0-5 90,3 7 0,2-2 1,0 2-91,2-3 0,2 3 315,0 3 1,7 10 44,11 23 0,3 9-90,-7 2 0,1 2 0,5 2 0,1-1 45,-4-3 0,-4-4 225,-1-6 360,2-8 809,-24-2-179,0 1-181,-8 1-539,-2 39-450,-8 0-90,12-5 0,2 1 90,6 3 0,4-1-315,5 4 1,6-3 44,7-7 0,5-5 90,-3-2 0,3-8 90,6-21 1,-2-10 44,-12 1 0,-3-3 449,9-8 1,-5-2 90,-14 3 0,-4 1 314,6 3 1,-4 1 539,-22-16-1978,4 33 449,-13 28 90,15 11 45,5-1 0,2 3 180,2-4 0,2 1 135,4 12 0,6-2-495,5-12 0,3-3 315,-5 1 0,4-7-360,13-15 1,2-11 89,6-19 450,-12 3 0,-1-3-45,-7 9 0,-2-1 179,-3-9 1,-3 1 45,-1-1-90,-18-6-360,-4 9-270,-13 16 180,15 2 0,-6 8 0,14 8 180,-5 10-179,7-6 179,0 11-1170,0-21 1170,0 14 0,7-22 0,3 4 0</inkml:trace>
  <inkml:trace contextRef="#ctx0" brushRef="#br1" timeOffset="251567">4410 6720 7533,'0'-25'719,"-8"5"-179,6 3-450,-6 17 360,8 25-1,0 12-179,0-1 0,0 5-270,0 6 0,0 4 112,-1-15 1,-2 4-1,1 1 1,0-1-535,1-1 1,1 1-1,0-1 1,-1-1 421,-2 9 0,-1-1 0,3-3-120,5-7 0,1-2 0,2-4-420,13 15 90,15-18 360,8-27 0,-13-4 0,-6-13 1,1-5 268,12-7 1249,-15 4 0,1-3-709,0-2 1,-3-1-405,-8 4 0,-4-1-225,-6 0 0,-4 3-360,-18-2-45,-5 15 0,-1 8 765,-5 20-225,3 13 0,7 8-180,19 1 0,8 3-555,-3-4 0,3 2 1,4-2-584,8-5 1,4-2 0,1-3 925,4 3 0,3-6 1,6-4-1,2-6 1,-10-10-1,-1 0 1</inkml:trace>
  <inkml:trace contextRef="#ctx0" brushRef="#br1" timeOffset="253372">1870 10089 8792,'0'35'287,"0"0"1,0-1 0,-1 14 0,1 2 0,1-1-258,1-1 0,1-1 0,0-1-60,-3 1 0,-1-1 0,4-5 75,6 3 0,-3-20-405,-12-32 135,9-15 1,0-8-1,-17-12 0,-3-5 22,12 13 1,2-4 0,1 0-1,-2 0 75,-4 1 0,-1 2 1,-1-1-1,4-1 218,2-4 0,3-2 0,2 1 0,1 3 89,1-1 1,3 2 0,2 3 0,8-6 0,6 8 45,2 16 0,5 9 254,3 10 1,3 8 0,-2 4 15,0 12 0,-2 7-642,0-2 0,-1 4 0,-6 0 416,-11 7 1,-9 0-233,-8 6 1,-9-2-623,-11-10 1,-5-5-226,-6 0 1,-3-5-226,-2-4 1,0-9 404,3-13 1,3-6 629,-3-4 0,13-23 0,24 7 0</inkml:trace>
  <inkml:trace contextRef="#ctx0" brushRef="#br1" timeOffset="253806">1076 10195 7533,'-16'-25'2158,"12"5"-988,4 3-91,28 40-854,-6-9 0,1 3-135,-3 8 0,0 4 0,1 2-1080,4 3 1,2 2-1,-1 0 60,-3-2 1,-1 1 0,0-1 754,-1 2 1,0 0 0,-3-4 0,-3-4-1,-4-3 1,-3 9 0</inkml:trace>
  <inkml:trace contextRef="#ctx0" brushRef="#br1" timeOffset="254040">1164 10601 7533,'-29'-33'3276,"37"-5"-2531,14 8 1,10 0-896,0 10 0,4 3 0,2-1 150,-2 1 0,3-1 0,-1 1 0,-2 0 0,1-1 0,-1 0 0,-1-1 0,4-1 0,-1 0 0,1 0 0</inkml:trace>
  <inkml:trace contextRef="#ctx0" brushRef="#br1" timeOffset="254834">2611 9913 7533,'-10'-18'1169,"-6"1"-809,-2 7-90,-1 2-90,-14 16-90,5 10 44,2 18 1,1 10 45,8-7 0,3 2-277,-1 2 1,-1 4 0,6 0 66,5 0 0,5 0 0,3-1-60,0-7 0,3-2 0,2 0-270,2 0 1,2 0-1,4-7 45,4-5 0,5-7 315,8-7 0,0-6 0,1-5 0,15 0 0</inkml:trace>
  <inkml:trace contextRef="#ctx0" brushRef="#br1" timeOffset="255422">2752 10231 7083,'9'-26'2788,"23"14"-2428,-11-11-360,23 21-180,-1-6 360,-14 16-90,-4 2 360,-25 15-990,-17 3 270,-3-1 135,0-7 0,-1 1-404,-8 16 674,6-11 0,3 1 134,0 18 91,4-1-180,16-17 0,8-2 90,10-15-360,17-2-270,2-8-539,6 0-271,-7 0-898,-1 0 2068,-15 0 0,-5 16 0,-15 3 0</inkml:trace>
  <inkml:trace contextRef="#ctx0" brushRef="#br1" timeOffset="255705">2734 10425 7623,'-18'-10'2158,"9"-6"-2068,1 14-449,16-6 538,17 8-494,0 0 1,3 0-541,11 0 1,2 0 854,-4 1 0,1-2 0,8-5 0,0-3 0,-10-1 0,0 0 0</inkml:trace>
  <inkml:trace contextRef="#ctx0" brushRef="#br1" timeOffset="255987">3193 9895 8162,'33'22'1638,"-7"2"0,1 7-1351,-5 5 0,0 7 1,-1 1-765,-4-6 1,0 2 0,-1 1 0,-4 1 48,-3 2 1,-3 2 0,-3-1 0,-1-2-323,-3 6 1,-2-3-1,-5-3 750,-2-9 0,-3-3 0,-1-2 0,-7 1 0,-1-4 0,4-7 0,0 0 0</inkml:trace>
  <inkml:trace contextRef="#ctx0" brushRef="#br1" timeOffset="259292">7236 9772 6993,'-14'-10'2249,"-2"-6"-2069,14 15 0,-3-7-1,5 8 181,5 0 810,-3 23-541,3 14-494,-5-5 0,-1 9 0,-1 2 0,0-2-105,-1 6 0,1-1 0,0 2-850,0 0 1,0 3 0,1-1 0,-1-7 663,-2 6 0,2-7-159,3-6 1,4-10-1216,2-22 271,5 12-990,0-40 2249,1 11 0,-6-17 0,-2-5 0,1 7 0,1-1 0</inkml:trace>
  <inkml:trace contextRef="#ctx0" brushRef="#br1" timeOffset="259674">7150 9807 7533,'-10'-35'869,"1"0"1,1-5-1,3 1-374,6 6 0,4 2-46,7 2 1,6 5 0,8 7 0,4 8-1,10 15 1,1 12-240,-9 3 0,0 6 0,-3 3-31,-2 7 1,-4 3 0,-2 3-721,-3 4 0,-3 2 0,-6-2 301,-5-9 0,-4-2 1,-5-2-976,-13 8 1,-7-8 224,3-18 1,-2-5 674,-1-1 0,1-4 315,-12-6 0,39-16 0,6-3 0</inkml:trace>
  <inkml:trace contextRef="#ctx0" brushRef="#br1" timeOffset="260518">7925 9666 6813,'-5'-18'2789,"3"9"-2250,-3-7-449,-1 14-90,-6 2 0,-12 26 180,5-3 0,0 6-120,6 3 0,0 4 0,1 0-30,0 3 0,1 1 0,3 1-97,2 5 0,4 3 1,3-3 36,3-6 0,2-1 0,3-2-150,9 9 0,2-4 0,-4-14 0,1-3-360,5-2 1,1-5-2159,10-6 2698,0 3 0,-10-23 0,-18-1 0</inkml:trace>
  <inkml:trace contextRef="#ctx0" brushRef="#br1" timeOffset="260924">8073 9825 7533,'-21'-20'2069,"5"5"-1440,21 30-89,8 5-360,1 7 0,2 5-90,2 2 0,2 4-780,-1-1 0,2 2 1,-1-1 89,-3-6 0,0-1 1,1 0-7,1-1 1,-1 0 0,0-4 605,0-2 0,-5-5 0,-6-1 0,-15-10 0</inkml:trace>
  <inkml:trace contextRef="#ctx0" brushRef="#br1" timeOffset="261207">8023 10301 7533,'-24'-18'3276,"5"-7"-616,28-18-1985,10 13 0,6-3-496,1 2 1,4-1 0,2-1-568,2 0 1,2-1 0,0 1-706,0 0 1,0-1 0,-2 3-547,3-2 1,-4 3 1437,-9 8 1,-8 11 0,-16 19-1,-13 12 1</inkml:trace>
  <inkml:trace contextRef="#ctx0" brushRef="#br1" timeOffset="261434">8540 10142 7892,'13'43'3276,"-1"-5"-1155,0 5-2930,-10 0-1980,-15-6 1350,-1-11 0,-3-1 1439,-10 5 0,-7 3 0,14-15 0</inkml:trace>
  <inkml:trace contextRef="#ctx0" brushRef="#br1" timeOffset="262007">8873 9825 7533,'-30'-8'2338,"9"6"-2068,3 2 630,24 10-541,24 23-359,-7-14 0,5-1-750,-2 0 1,4 0 0,-2-1 749,9 5 0,-1-6 0,-2-12 0,-1-6 0,8-20 0</inkml:trace>
  <inkml:trace contextRef="#ctx0" brushRef="#br1" timeOffset="262258">9254 9772 7533,'-11'-35'3276,"3"15"-1155,-15 20-1897,7 27 1,2 13-765,-1 0 1,0 6-1,1 1-280,2-9 1,1 2 0,-1 0 0,2 1 581,-1 2 0,2 3 0,0-2 0,1-3-152,0 0 1,2-2-1,2-3-452,0 2 0,2-6 842,8 2 0,6-34 0,7-10 0</inkml:trace>
  <inkml:trace contextRef="#ctx0" brushRef="#br1" timeOffset="262434">9377 10231 9961,'-19'-2'-1709,"-10"27"1709,14 6 0,5 5 0,2 3 0,5-7 0,1 1 0</inkml:trace>
  <inkml:trace contextRef="#ctx0" brushRef="#br1" timeOffset="263524">9685 9825 6723,'-6'-10'900,"0"2"-91,6 0 1,-6 6-91,5-13 181,-4 13-361,5-6 91,5 8-90,18 0-540,21 0 0,-11 0 0,2 0-45,0 0 0,0 0 0,-3-1 0,-3 2 135,8 7-90,-19 9 90,-18 11-90,-11 0 0,-7 3-135,-8 8 0,-4 2 15,9-11 0,-1 1 0,0 0-110,-3 2 1,0 1 0,2-5 319,3-5 0,2-1 314,-3 6 1,2-3 225,-1-4-450,1 13 180,13-10 179,29-15-359,10-2 419,5-8-1004,-7-3 0,1-2-360,-2-3 1,-1-1-586,9 3 1,-1 0 1349,-2-7 0,-8 2 0,-18 9 0,-20-6 0</inkml:trace>
  <inkml:trace contextRef="#ctx0" brushRef="#br1" timeOffset="263824">9685 10089 7533,'-24'-17'3276,"10"-1"-1875,3 8-501,38 3-990,13 14-900,6-2 1,3 0-586,-11 0 1,0 0 1574,6 0 0,-5-2 0,-8-3 0,-14 0 0</inkml:trace>
  <inkml:trace contextRef="#ctx0" brushRef="#br1" timeOffset="264184">10115 9648 7533,'18'-19'3276,"13"11"-2415,7 34-411,-7 7 0,-2 10-241,-13-10 1,-3 4 0,-1 3-446,-2 2 1,0 5 0,-3 0-1,-4-1 56,-4-5 0,-3-2 0,-2 1 1,-1-1-46,1 0 0,-1 0 0,-2-2 0,-3-3-260,-14 9 0,-3-8-550,10-16 1,0-5 1034,-16 2 0,26-14 0,5 6 0</inkml:trace>
  <inkml:trace contextRef="#ctx0" brushRef="#br1" timeOffset="265084">11322 10054 7173,'-20'-10'2968,"8"-5"-1798,6 13-1,6-22-270,11 20-179,12-4 0,6 1-945,8 5 0,4 4-45,-6 2 0,1 2 0,0-1-810,15-4 1,-4 2-270,-7 9 0,-5 0 1349,3-2 0,-76 7 0,0-8 0,1 0 0</inkml:trace>
  <inkml:trace contextRef="#ctx0" brushRef="#br1" timeOffset="265285">11371 10178 8612,'-33'0'3276,"21"0"-76,53 0-2750,0 11 0,5 1-1543,-12-9 1,1-3 0,0 3 827,0 6 0,0 4 0,-1-4 0,6-3 0,-2-2 1,-8 5-1,1 0 0</inkml:trace>
  <inkml:trace contextRef="#ctx0" brushRef="#br1" timeOffset="269651">13549 9402 7083,'-21'-20'2878,"5"-4"-2068,16 22 359,0 2-449,5 26-91,8 19-629,-10-14 0,-1 4 0,1 1-210,1-2 0,0 1 1,-1 0 29,-2 4 0,-2 1 0,1-4-315,0 2 1,0-5-586,0 0-1618,5-41 1708,2 5 990,6-29 0,-1 13 0,0-17 0</inkml:trace>
  <inkml:trace contextRef="#ctx0" brushRef="#br1" timeOffset="270050">13574 9260 7533,'-7'-32'1092,"0"0"0,-2-1 0,7 7 309,18 14-142,16 30-1034,-5 10 0,2 7-225,-7-7 0,-1 2 0,-1 2-150,-3-1 0,-2 2 0,-2 1-210,-3 1 0,-2 1 1,-8-3-181,-15 2 1,-6-4 224,2-2 0,-4-7-360,-12-10 1,-1-8-945,2-12 269,10 6 811,31-6 539,7 8 0,9 0 0,4 0 0,0 0 0,0 0 0</inkml:trace>
  <inkml:trace contextRef="#ctx0" brushRef="#br1" timeOffset="270508">14115 9243 7533,'-12'-18'2968,"-1"1"-2248,7-1-181,-5 8-269,4 2-630,-11 8 1,-7 0 493,5 13 1,-2 6 45,-1 2 0,1 5 0,-2 12 0,4 4 0,6-3 0,4 2-30,7-7 0,3 0 0,3 0-510,9 13 0,6-2-270,0-2 1,4-3 404,-2-8 0,3-6-1934,18-8 270,-15-10 1889,-1-8 0,-13-16 0,-7-3 0</inkml:trace>
  <inkml:trace contextRef="#ctx0" brushRef="#br1" timeOffset="270908">14251 9296 7533,'-7'-10'2158,"-4"-6"-1348,9 14 269,2 10-449,7 12-270,4 4 0,2 3-270,-1-1 0,1 3-765,8 13 0,1 2-899,0-10 0,0-2 809,-6 0 1,0-3 764,3-3 0,-9-11 0,-20-19 0,-4 0 0</inkml:trace>
  <inkml:trace contextRef="#ctx0" brushRef="#br1" timeOffset="271257">14152 9701 7533,'-13'-17'3276,"7"-1"-1245,35-15-1087,-3 8 1,4-3-586,-3 3 1,3-2 0,0-1-390,2-4 0,0-1 0,-2 0-930,-1 0 1,-1 0 0,-3 1-391,-1-6 1,-5 3-1619,-2-8 2968,-24 43 0,-11 20 0,-1 15 0</inkml:trace>
  <inkml:trace contextRef="#ctx0" brushRef="#br1" timeOffset="271451">14682 9525 9062,'-16'22'779,"0"-1"1,-3 5-1,2 1-779,3 4 0,2 1 0,-2 15 0,10-6 0</inkml:trace>
  <inkml:trace contextRef="#ctx0" brushRef="#br1" timeOffset="272584">14940 9313 7623,'0'-9'1799,"0"1"-630,0 8 0,0 0 1,-5 0-451,3 0 91,8 0-271,24-8-404,-4 7 0,3 0-180,9-3 0,0 0 0,-3 4 0,-1 0-45,-5-1 0,-3 2 1,4 7-1,-23 2-180,-30 15-270,7-4 0,-3 1 180,-10 5 1,-1 1 224,9-1 0,2 1-90,-8 9 0,2 1 360,8-6 0,1 0 270,-1 1 0,2-1 44,3-1 1,6-3-270,12-9 450,19-3-271,18-24-359,3-2-90,-17 6 0,0-1-899,-6-8 0,-1 2-2288,28 7 3106,-24-19 1,-26 21 0,-21-6 0</inkml:trace>
  <inkml:trace contextRef="#ctx0" brushRef="#br1" timeOffset="272874">14989 9578 7533,'-38'0'3276,"8"0"-1965,17 0-411,19 0-271,24 0-809,15 0-1459,3 0 1,4 0 38,-13 0 1,-2 0 1599,4 1 0,-2-2 0,6-15 0,-26-3 0</inkml:trace>
  <inkml:trace contextRef="#ctx0" brushRef="#br1" timeOffset="273223">15432 9084 7533,'6'-18'3276,"11"16"-706,15 36-2030,-4-5 0,-1 6-480,-11 0 0,-4 4 0,0 1-30,1 1 0,-1 1 0,-7 1-525,-8-6 0,-5 1 0,-4 0 1,1-3 224,-2 2 0,0-2 0,-5-3-570,-4 0 1,-4-3 0,2-5-196,1-9 1,2-5 1034,-4-2 0,14-8 0,11 0 0</inkml:trace>
  <inkml:trace contextRef="#ctx0" brushRef="#br1" timeOffset="274007">15899 9260 7533,'0'-25'2428,"0"13"-1438,6 4-406,-2 29 1,-1 15-315,0 4 0,0 4-403,0 1 1,-1 3 0,-1 1-116,-1-12 1,0 2-1,0-1 1,0-2-83,0 4 0,0-3 1,0-2 29,-2 7 0,4-7-1859,9-12 2159,3-39 0,-6-10 0,-2-6 0,-1-10 0,1-1 0</inkml:trace>
  <inkml:trace contextRef="#ctx0" brushRef="#br1" timeOffset="274400">15924 9172 7533,'-1'-43'3276,"8"22"-1875,33 13-907,-14 18 1,1 7-255,-3 3 0,1 4 0,-1 1-15,8 10 0,-6 4-495,-7 9 0,-12 0-270,-20-5 1,-10-5-316,-3-12 1,-4-5 494,-4-2 0,0-7-1259,-12-12 270,26 0 1349,30 0 0,28 8 0,-3-3 0,0 0 0</inkml:trace>
  <inkml:trace contextRef="#ctx0" brushRef="#br1" timeOffset="274858">16613 9190 7533,'-5'-41'2698,"-2"17"-1708,-5-17-271,-6 31-359,-12 26-90,7 7 0,2 7-270,5-1 0,1 4 0,1 3-202,3 2 0,1 3 0,1 2 0,2-1-383,3 0 0,1 0 1,2 0-1,2-1-207,2 0 1,1 1 0,2-1 0,0-4 791,6 16 0,4-10 0,19-10 0,-10-35 0</inkml:trace>
  <inkml:trace contextRef="#ctx0" brushRef="#br1" timeOffset="275507">16822 9296 7533,'0'-20'2698,"6"4"-1169,12 32-989,13 4-360,-7 8 0,1 2-900,-2-9 1,0 0-676,0 10 1,2-4 1394,17-7 0,-15-28 0,2-21 0</inkml:trace>
  <inkml:trace contextRef="#ctx0" brushRef="#br1" timeOffset="275774">17192 9260 7533,'0'-29'3276,"-11"6"-1335,-3 54-1492,-3-6 1,-1 5-360,6 1 0,1 5 0,1 3-383,-1-4 1,0 3 0,0 1 0,1-2-288,2 5 1,2-1 0,0-1 39,-1 0 0,1-1 1,3-6-1186,8 10 1725,12-27 0,10-56 0,-9 16 0,0-1 0</inkml:trace>
  <inkml:trace contextRef="#ctx0" brushRef="#br1" timeOffset="275967">17290 9613 7533,'-12'-2'3276,"5"12"-4843,-9 25 1567,13-9 0,3 1 0,-4 0 0,2 1 0,6 2 0,-1 1 0</inkml:trace>
  <inkml:trace contextRef="#ctx0" brushRef="#br1" timeOffset="276773">17511 9243 7533,'-13'-20'3276,"13"5"-1245,30 15-1717,-6-1 1,3 2-405,9 6 0,1 1 90,-7-7 0,-1 2-180,4 14 1,-7 5-181,-11 16 360,-20-8 0,-7 2 45,-7-1 0,-4 1-15,2-4 0,-2 0 0,0 0-30,-3 5 0,2 1 45,3 6 0,5-2-135,-2 7-90,18-11 360,13-25-180,22-1-180,10-16 90,0 7-360,-16-7 0,0 0 1,10-2-1190,-14 5 1,-1 0 979,2-3 1,-20 8-1,-20 0 1</inkml:trace>
  <inkml:trace contextRef="#ctx0" brushRef="#br1" timeOffset="277156">17474 9613 7533,'-24'-8'2968,"5"-1"-2158,7-1-451,28-6-449,22 14-135,-2-2 1,2 0-631,0 8 1,1 0 854,9-2 0,0-2 0,-17 1 0,-2-2 0,3-4 0,0 0 0</inkml:trace>
  <inkml:trace contextRef="#ctx0" brushRef="#br1" timeOffset="277523">18004 9172 8162,'24'0'3276,"7"16"-2306,-12 6 1,-2 7-521,1 13 0,-3 6-616,-4-8 1,-2 2-1,-4 1-14,-7 5 0,-4 0 1,-2-2-91,0-11 0,-1-1 0,-3-2-54,-11 15 1,-3-9 323,-12-11 0,19-19 0,8-18 0</inkml:trace>
  <inkml:trace contextRef="#ctx0" brushRef="#br1" timeOffset="279151">13365 10266 7533,'-19'0'1889,"50"-8"-1530,-6 4 1,4-2 0,16-6 0,5-1-121,-7 5 1,2 2 0,2 0-748,-9 1 0,1 0 0,0 1 1,1 0 507,4 2 0,0-1 0,1 2 0,0 0 67,0 0 0,2 1 1,-1 0-1,-1 1 23,-3-1 0,-1 0 0,0 0 0,-1 0-119,9-3 0,-2 0 0,1 1 89,-1 1 0,1 1 0,-2-1-30,-10-2 0,-1 0 0,0 1 0,0 4 0,-1 1 0,-2 0 229,1-3 0,-2 2-214,10 6 0,1-1 269,-3-5 1,2-2-165,6 5 0,4 1 0,0-1-38,-14-3 1,0-2-1,1 0 1,1 0-256,8 0 0,2 0 1,1 0-1,-2 0 165,-4 0 1,0 0 0,-1-1-1,-2 0 38,6-1 0,-2-1 0,3 0-105,-2 3 0,4 0 0,-1 0 0,-3 0-45,0 0 0,-3 0 0,4 0 54,-9 0 0,1 1 0,3-1 0,-1 0 1,1-1-1,1 0 0,1 0 0,0-1 0,-1 0 0,0 0 72,-2 1 0,0-1 0,-1 0 0,1 0 0,-1 0 8,9-2 1,1-1 0,-1 1 0,0-1 22,-3 0 1,0 1 0,0-1-1,-4 1-67,1 1 0,-3-1 0,1 2 85,-3-1 0,0 1 0,1 0 0,-2 1-115,3 0 0,-2 1 0,2 1 0,5-1 0,2 0 0,-3 0 90,-7-3 0,-2 0 0,-1 1-15,16 1 0,-2 0 348,-8-3 1,-4 0-34,-2 4-540,-4 16-449,-19-4 120,-33 21-2459,-5-6 3086,-6-7 0,-7-12 1,14-18-1</inkml:trace>
  <inkml:trace contextRef="#ctx0" brushRef="#br1" timeOffset="280251">15112 10530 7533,'5'-25'1799,"2"-2"-1080,0-1 810,4 10-809,-10 11-270,5 30-1,-8 12 1,-2 7-540,1 4 0,-1 4-495,0-3 0,0 4 0,0-2 435,1-12 0,1 0 0,0-2-240,1 1 1,1 0-1,1-4-330,2-2 1,1-5-1080,8 8 180,-5-33 1619,4-9 0,-9-17 0,3-1 0</inkml:trace>
  <inkml:trace contextRef="#ctx0" brushRef="#br1" timeOffset="280609">15112 10513 7533,'5'-34'1979,"13"13"-1215,4 6 1,4 4 134,22 11-539,-11 13 0,-3 8-46,-15 0 1,-4 5-90,1 8 0,-9 2-495,-17-3 0,-8-3-360,-1-6 1,-4-3-46,-7-2 1,-1-5-1755,-13-4 630,20-2 1799,18-16 0,40-2 0,13-7 0</inkml:trace>
  <inkml:trace contextRef="#ctx0" brushRef="#br1" timeOffset="281001">15653 10407 7533,'-18'-18'2338,"-1"9"-1708,-5 9 180,-12 17-226,19 5 1,2 7-136,-2 5 1,0 5 0,3 0-270,4-6 0,4-1 0,0 3-428,1 1 1,0 4 0,3-1-1,3-3-112,9 8 1,4-4-541,1 1 1,3-4 44,0-12 1,1-7 854,17 0 0,-16-18 0,3-10 0</inkml:trace>
  <inkml:trace contextRef="#ctx0" brushRef="#br1" timeOffset="282134">15751 10583 8342,'-13'-8'990,"3"7"-271,10-7-539,0 0 720,5 6 89,29-6-539,12 8-270,-10-4 0,2 0-315,2 3 0,-1 0 180,-3-2 0,-2-2 90,-5 1 0,-2 1 224,14 1-179,-27-6-270,-9 23-1079,-33 13 899,11-3 0,-1 3 225,-6 4 0,0-1 0,4-8 0,2 1 45,2 8 0,3 0 0,2-8 0,2-1 0,2 5 0,2-1 360,-1 16-270,12-25-90,-5-10 180,5-8 180,5 0-360,8 0-900,23-8-90,-17 7 1,1 0 989,6-8 0,-3 2 0,6 21 0,-8-2 0</inkml:trace>
  <inkml:trace contextRef="#ctx0" brushRef="#br1" timeOffset="282558">15801 10813 7533,'-26'-10'3276,"8"2"-1785,12 0-771,17 6-181,25-6-854,-11 7 1,2 2-631,15 3 1,1 0 134,-7 1 1,-1 0 809,4 4 0,0 0 0,-10-4 0,-2-1 0,0 0 0,1 0 0</inkml:trace>
  <inkml:trace contextRef="#ctx0" brushRef="#br1" timeOffset="282972">16380 10513 9781,'43'13'1638,"-17"6"0,-4 8-661,-10 1 0,-3 6 0,-2 2-1547,1 2 0,0 1 1,-6 1-524,-10 5 1,-5 0 0,-1-4 918,0 4 1,-3-5-1,-9-7 1,-2-7 0,-2-11-1</inkml:trace>
  <inkml:trace contextRef="#ctx0" brushRef="#br1" timeOffset="300784">847 11959 7533,'-38'-10'3276,"13"18"-2055,17 12-1041,16 7-540,10-1-90,1-16 1,7-18-541,-17-4-539,-9-6-360,-9 10 1889,-1 8 0,2 47 0,8-17 0,0-1 0</inkml:trace>
  <inkml:trace contextRef="#ctx0" brushRef="#br1" timeOffset="301735">547 12294 7533,'-18'-17'1619,"1"7"180,7-6 989,41 6-2608,-5 1 314,17 0 1,12 2-675,-10 1 0,3 0 1,-2 0-301,-10 2 0,-2 1 1,2-1-241,10-4 0,2-2 1,-11 4 179,-10 4 540,-19 33 0,-18-13 0,2 7 0,-1-1 0</inkml:trace>
  <inkml:trace contextRef="#ctx0" brushRef="#br1" timeOffset="302217">811 12506 8432,'-19'0'2519,"3"0"-1800,16 0-899,24-8-359,-18-17-1,9 3 900,-40 4-540,3 36-1619,5 4 1799,18 3 0,27-34 0,9-13 0,1-3 0,1 1 0</inkml:trace>
  <inkml:trace contextRef="#ctx0" brushRef="#br1" timeOffset="305988">1799 11853 7892,'-19'16'1079,"8"23"1,6 12-870,5-9 0,4 2 0,0 1-1303,-1 5 1,0 1 0,1-3 760,-2-8 1,1-2 0,1-4 640,4 2 0,0-7-848,2-8 29,0-19-1649,-10-23 2159,-4-4 0,-2-3 0,-6-6 0,-2-1 0,1-1 0,-1 0 0</inkml:trace>
  <inkml:trace contextRef="#ctx0" brushRef="#br1" timeOffset="306308">1782 11818 7533,'4'-40'929,"1"0"1,5 10-1,4 5-434,6 8 0,3 8 134,1 18 1,1 8-360,15 11 0,-4 7-360,-16 4 0,-8 4-405,0 5 0,-9 0-90,-17-6 1,-7-4 449,8-8 0,-5-5-540,-18-5 1,-1-7-46,12-5-719,-16-8 1439,56 0 0,12-6 0,7-3 0,12-1 0,0 0 0</inkml:trace>
  <inkml:trace contextRef="#ctx0" brushRef="#br1" timeOffset="306609">2364 11695 7533,'-26'-18'3276,"-1"8"-3134,-9 18-367,18 13 0,1 9-45,4-1 0,0 5 0,4 1 180,2 6 0,3 2 1,3 0-504,1 5 0,3 0 1,4-3 412,2-7 0,4-2 0,2-2 164,4-2 1,2-2-1,0-6 1,18 6-1,2-16 1</inkml:trace>
  <inkml:trace contextRef="#ctx0" brushRef="#br1" timeOffset="306990">2452 11853 9691,'23'43'90,"7"-13"-1169,-4-9 0,1-1 1079,10 0 0,4-18 0,-14-14 0</inkml:trace>
  <inkml:trace contextRef="#ctx0" brushRef="#br1" timeOffset="307259">2769 11712 7533,'-17'0'3276,"-1"16"-2306,8 7 1,2 5-1196,3 3 0,1 4 75,-2 5 0,0 4 0,2 0-450,3-6 1,1-2-1,-1 2-493,-2 1 1,0 1 0,1-4 617,2 2 0,0-5 475,0 0 0,8-49 0,2-13 0</inkml:trace>
  <inkml:trace contextRef="#ctx0" brushRef="#br1" timeOffset="307474">2858 12118 9781,'4'29'1124,"1"1"1,3 19-2764,-14-10 1,-4-2 1501,-1 2 1,-11-19 0,-5-6 0,-20-6 0</inkml:trace>
  <inkml:trace contextRef="#ctx0" brushRef="#br1" timeOffset="308602">3140 11818 8882,'-8'-20'2159,"6"5"-1530,-6 7 271,8 6-181,8-14-629,2 14 180,31-13-270,-10 13 45,-6-3 0,1 2-405,17 19 270,-13-13 0,3 29 180,-23-20-90,-10 13-359,-10-7-91,-15 7-180,-3 10 630,7-9 0,-1 1 45,3 4 0,1 1 270,-4 3 0,1 1 44,6-4 1,2-2-180,0-6 0,1-3 0,2 13-270,10-24 270,2-3 180,29-7-270,-9 0-360,21 0-1439,0-7-1169,-6 5 2878,6-6 0,-39-8 0,-8-4 0</inkml:trace>
  <inkml:trace contextRef="#ctx0" brushRef="#br1" timeOffset="308854">3157 12065 8342,'-25'-18'3276,"13"1"-2954,-4 7-322,32 2-1079,19 8 404,-5 0 1,3 0 674,8 1 0,-2-2 0,-9-2 0,-3-2 0,22-5 0</inkml:trace>
  <inkml:trace contextRef="#ctx0" brushRef="#br1" timeOffset="309134">3422 11642 9242,'0'-20'2069,"16"20"-540,11 28-1170,-5-8 1,1 5-240,1 8 0,1 6 0,-5 4-638,-9-3 1,-4 2 0,-2 2 0,-3 1 438,-1-6 0,-2 2 0,-2 1 0,-3-1 0,-2 0 0,-5 0 1,-3 1-1,-3-1 0,-2-1 0,-3-3 0,-4-6 0,-1 0 0,1 0 1,-1 0-1,0 0 0</inkml:trace>
  <inkml:trace contextRef="#ctx0" brushRef="#br1" timeOffset="311544">7273 11606 6004,'-5'-19'1349,"3"-5"989,-3 7-988,5-3-271,5-5-809,-3 23 179,3 27 1,1 14-540,-5 2-105,0-9 0,1 10 0,0 6 1,0 1-1,0-3 0,0-8 45,0-2 0,1-6 0,-1 4-188,1 14 1,-1 8 0,2-3 0,-1-12 67,4 0-3007,-2-72 3194,0 13 1,-4-13 0,0-2 0,4-5 0</inkml:trace>
  <inkml:trace contextRef="#ctx0" brushRef="#br1" timeOffset="311918">7310 11518 7533,'-18'-43'3276,"27"-2"-1515,16 23-1267,10 18 1,4 10-735,-6 15 0,-1 11 1,-3 0 89,-2-7 0,-3 0 0,-8 5-480,-11 5 0,-9 7 1,-3-2-1,-2-6 180,-1-4 1,-7-3-1,-12 2 0,-8 0 1,6-9-1260,2-10 1709,11 0 0,48-10 0,-4-5 0,0 0 0</inkml:trace>
  <inkml:trace contextRef="#ctx0" brushRef="#br1" timeOffset="312285">7938 11465 7533,'-6'-25'1889,"-6"-10"-540,-24 36-989,-3 21-127,22 6 1,0 13 0,1 6 0,2 1 0,1-6-234,0 1 0,1-2 0,4 4-162,3 1 0,-1 6 0,4 2 0,5-5 0,7-11 162,14-9 0,8-8 0,0-2 0,9 9 0,2-7 0,-8-22 0,0 1 0,-1-1 0</inkml:trace>
  <inkml:trace contextRef="#ctx0" brushRef="#br1" timeOffset="313102">8221 11571 7533,'-6'-18'2968,"-1"1"-2158,1 7-316,7 32 1,3 11-585,-1-2 0,4 5 0,5 7 0,1 0-570,1-9 1,2 0-1,-2-2 165,4 8 1,1 0 494,6-3 0,2 2 0,-12-11 0,-19-12 0,10 15 0</inkml:trace>
  <inkml:trace contextRef="#ctx0" brushRef="#br1" timeOffset="313337">8146 12030 7533,'-27'-41'1092,"48"9"0,19-4 0,-2 2-617,-11-1 1,3 1-533,3 9 0,9-2 0,3-1 1,-2 5-1,-8 5 0,0 4 0,-3 4 1,1 0-1,0-1 0,-1 1 0</inkml:trace>
  <inkml:trace contextRef="#ctx0" brushRef="#br1" timeOffset="313519">8676 11748 10321,'0'36'179,"0"1"1,0-1 0,0 8 0,0 0 0,0-4 0,0 0 0,0 0 0</inkml:trace>
  <inkml:trace contextRef="#ctx0" brushRef="#br1" timeOffset="314200">9045 11624 7533,'-12'-10'539,"-6"-5"-269,5 5-270,0 0 180,8 2 2069,16 8-1170,13 16-989,7 8 0,4 3-1080,-8-6 1,2 1 989,-1-1 0,3 1 0,-3-6 0,13-7 0,5-10 0</inkml:trace>
  <inkml:trace contextRef="#ctx0" brushRef="#br1" timeOffset="314467">9451 11518 8162,'-18'-19'3276,"-12"3"-2629,10 32 0,-3 15 0,1 0-1007,-1-3 0,0 1 1,2 4-361,-1 8 1,1 6-1,1 2 1,3-3 134,5-8 0,2 0 1,2-2-1,0-1 285,0 0 0,2-1 0,4-3 300,5 3 0,6-13 0,16-37 0,6-4 0</inkml:trace>
  <inkml:trace contextRef="#ctx0" brushRef="#br1" timeOffset="314743">9513 11906 7533,'-13'-35'3276,"7"55"-1785,-6-3-1491,7 14 0,0 10 0,-2-5 0,-5-12 0,-2-1 0,-4 13 0,-1 1 0</inkml:trace>
  <inkml:trace contextRef="#ctx0" brushRef="#br1" timeOffset="315417">9857 11571 8342,'-7'-19'3058,"-4"-13"-449,10 20-2159,23-13 179,7 23-1079,4 11 1,-1 7 44,-13 5 0,-7 5 0,-4 19 1,-11 5 554,-12-9 0,-9 1 0,1-2-61,4-6 1,0-2 0,0 0 180,-7 6 0,1 0 0,12-6-270,28 5-630,20-19 90,0-16 1,4-6-1100,5-8 1,-3-2 1198,2 2 0,-15-3 0,-48 15 0</inkml:trace>
  <inkml:trace contextRef="#ctx0" brushRef="#br1" timeOffset="315634">9832 11818 7533,'-31'-18'3276,"7"9"-1605,28 1-2616,21 13 1,9 5 944,-1-6 0,3-4 0,13-1 0,0-5 0,-13-9 0,0 0 0</inkml:trace>
  <inkml:trace contextRef="#ctx0" brushRef="#br1" timeOffset="315905">10165 11342 7533,'0'-26'3276,"11"30"-1638,11 24 0,2 11-1586,-3-1 0,-3 6-484,-6-7 0,1 6 0,-1 4 1,-2-1-1,-4-3-388,-4-3 1,-4-1 0,-2-1 0,-1 2 631,-1 4 0,0 3 0,-3-2 0,-4-5 0,-8-1 0,-5-5 0,-2-5 0,-12-4 0,-1 1 0</inkml:trace>
  <inkml:trace contextRef="#ctx0" brushRef="#br1" timeOffset="316588">7409 12488 7533,'-37'-5'539,"1"1"1,6-3 0,6 6 449,10 16-607,30-8 0,22-5 1,10 0-1,4-1-382,-17 1 0,3-1 0,5 0 0,2 1 0,2-1 0,1 0 0,2-1 0,0 1 0,-1 0 0,0-1 0,-2 0-298,-1 0 0,0 0 0,0-1 0,0 0 0,0 1 0,0-1 0,1-1 0,0 1 1,1 0-1,1 0 0,2-1 240,-6 1 0,1-1 0,2 0 1,1 0-1,0 0 0,2 0 0,-1 0 1,0 0-1,1 0 0,-1 0 0,-1 0 1,-1 0-1,-1 0 0,-1 1 0,-2 0 58,8 0 0,-2 0 0,0 0 0,-1 1 0,-1 0 0,-2 0 0,0 0 0,-1-1 0,-1 1 0,-1 0 202,6-1 1,-1 0 0,-2 0-1,-1 0 1,-1 1 0,-1-1-1,-2 2 453,5 1 0,-1 2 1,-2 0-1,-4-2 0,-4-4-1034,12-13 1,-11-4 108,0-6-1369,-16 3 1,-7 3 1429,-13 11 1,-33 39 0,12-11 0,0-1 0</inkml:trace>
  <inkml:trace contextRef="#ctx0" brushRef="#br1" timeOffset="317434">7974 13000 7533,'-12'-26'869,"15"50"1,7 24-1,-2-6-869,-7-3 22,5 1 1,4 14-1,0-1 1,-3-14-23,-6-1-405,-14-60 1,4-19 799,20 9 1,13-7 0,4-2 0,-1-1-1,-9 2-440,-12 0 0,-9 0 0,3 2 1,10 5 201,21-1 0,15 3 1,-1 9-1,-17 17-517,-20 46-720,-22-5 1,-10 6 0,0-6 1079,1-10 0,0-3 0,-6 1 0,12-3 0,42-9 0,0-1 0</inkml:trace>
  <inkml:trace contextRef="#ctx0" brushRef="#br1" timeOffset="317685">8627 12823 7533,'-19'-17'3148,"-27"7"-2339,11 2-584,-1 18 0,0 12-765,16 6 1,4 9-1,1-1 330,0-5 0,2-1 0,2 4-38,4 6 1,3 7 0,4-1 0,6-5-473,10-6 1,6-4-1,-1-1 720,0 14 0,4-8 0,8-17 0,-2-14 0,-7-25 0</inkml:trace>
  <inkml:trace contextRef="#ctx0" brushRef="#br1" timeOffset="318334">8762 12912 7533,'-19'0'3276,"18"15"-2595,20 13-1940,8-6 0,6 1 1259,2 5 0,1-3 0,-4-13 0,0-3 0,-6-2 0,0 0 0</inkml:trace>
  <inkml:trace contextRef="#ctx0" brushRef="#br1" timeOffset="318589">9094 12876 7533,'-30'-9'3276,"15"9"-3319,-5 25 0,-2 18 1,4 0-678,3 1 1,2 2 233,3-10 0,-3 4 0,1 3 1,1-3-1,4-5 486,3 14 0,7-9 0,18 3 0,22-67 0</inkml:trace>
  <inkml:trace contextRef="#ctx0" brushRef="#br1" timeOffset="318754">9192 13229 11221,'-15'23'-45,"1"-1"0,-7-8 45,7 29 0,5 2 0,2-21 0,2 17 0</inkml:trace>
  <inkml:trace contextRef="#ctx0" brushRef="#br1" timeOffset="319684">9500 12912 7533,'-12'-18'3276,"16"8"-975,26-13-2212,10 15 1,5 4-450,-7-7 1,0 4 269,8 14 0,-13 10 90,-32 7 0,-12 7-90,-7 5 0,-7 3 0,-2-1 449,1-5 1,-2-2 0,0 1 0,-2 6 0,1 1 0,5-6-270,-6 6-180,30 1 0,30-38-630,2 2 1,3-1-920,-2-6 1,1-1 1537,7 5 1,-10-4 0,-27-13 0,-22 6 0</inkml:trace>
  <inkml:trace contextRef="#ctx0" brushRef="#br1" timeOffset="319953">9513 13141 7533,'-25'-10'3276,"11"2"0,42 16-3172,14-6-1197,-9-1 1,5-2 0,-2 1 888,0 1 1,-2-4-1,3-7 1,-4-3 0,-4-7-1</inkml:trace>
  <inkml:trace contextRef="#ctx0" brushRef="#br1" timeOffset="320269">9894 12753 7533,'17'-22'1638,"11"42"0,3 17-38,-9 4 0,-3 8-1780,-3-10 0,2 5 0,-3 1 0,-7 0-203,-9-2 1,-5 0 0,-4 0 0,0-4-128,-1 2 1,0-2-1,-4-3 510,-4 0 0,-3-1 0,1-8 0,-10-2 0,14-7 0</inkml:trace>
  <inkml:trace contextRef="#ctx0" brushRef="#br1" timeOffset="321034">11261 12418 7533,'-14'-20'3276,"14"5"-1856,22 9 0,8 4-1240,4 0-1020,8 0 1,10 1 0,-7 4-691,-14 4 1,-1 3 1529,5 0 0,4 1 0,-14 4 0,-23 22 0,-17-16 0,1 1 0</inkml:trace>
  <inkml:trace contextRef="#ctx0" brushRef="#br1" timeOffset="321260">11284 12629 7533,'-8'-7'819,"28"2"0,25 2 0,7 2 0,-8 0-566,-4-1 1,0 2 0,3 0 0,8 0 0,-3 2 0,-12 6 0,-3 19 0</inkml:trace>
  <inkml:trace contextRef="#ctx0" brushRef="#br1" timeOffset="322368">13278 11730 7533,'-3'-31'1619,"1"1"0,0-9-1349,2 13 314,0 58 1,2 25-923,0-18 1,1 4 0,0 2 0,0 0-226,-2-1 1,0 1 0,1 0 0,0-3-235,4 11 1,0-1 0,0-11 796,3-4 0,-3-55 0,-1-13 0,-5 2 0,0 1 0</inkml:trace>
  <inkml:trace contextRef="#ctx0" brushRef="#br1" timeOffset="322676">13340 11571 7533,'0'-39'1638,"33"26"0,5 10 1638,-9 15-2942,0-3 1,6 1-1,-3 4-244,-3 13 0,-4 5-1214,0 0 0,-8 3-515,-17 9 1,-8 0 1407,-4 3-699,-16-28 1,-12-3-1,7-4 930,-2 0 0,5 3 0,3 3 0,9 10 0</inkml:trace>
  <inkml:trace contextRef="#ctx0" brushRef="#br1" timeOffset="323534">13992 11606 7533,'0'-25'1169,"0"-3"-629,-5 9-270,-19 19 329,-1 26 1,-5 18 0,4 0-481,7-15 1,3-1 0,0 5-120,0 2 0,-2 6 0,1 2 0,5-1 0,7-3-330,11 6 0,10-2 1,1-2-331,-2-5 1,1-1-1,4-4 660,5-3 0,3-4 0,-2-11 0,18-29 0,-15-14 0</inkml:trace>
  <inkml:trace contextRef="#ctx0" brushRef="#br1" timeOffset="323904">14115 11730 7533,'-12'-20'3276,"10"12"-1766,13 26 0,7 13-1990,-3-3 0,3 3 1,1 1-614,9 4 1,2 2 0,-2-1 904,-8-3 1,-2 0 0,-1-4 0,4-1 0,-8-7 0,-21-6 0</inkml:trace>
  <inkml:trace contextRef="#ctx0" brushRef="#br1" timeOffset="324268">14066 12188 7533,'-25'-25'1638,"25"2"0,8-5-546,11-4 0,9-3 0,2-2-707,1 2 1,3-2 0,1 0 0,0 1-1206,-3 4 1,1 0 0,-1 1 0,-1 3 645,5-5 1,0 3 0,-10 8-1,-9 9 1,-24 30 0</inkml:trace>
  <inkml:trace contextRef="#ctx0" brushRef="#br1" timeOffset="324557">14693 11942 7533,'-30'-4'3276,"16"-8"-2621,-1 29 1,2 13-2185,5 0 0,2 3 314,-2 4 1,2 2 1214,3-1 0,6-5 0,22-8 0,14-27 0</inkml:trace>
  <inkml:trace contextRef="#ctx0" brushRef="#br1" timeOffset="325734">14940 11712 7623,'-14'-10'1979,"3"-5"1079,11-3-1799,11-1-495,11 4 1,8 4-585,15 11 0,5 6-420,-17-4 0,1 1 0,-2 4 240,17 10 0,-18 9-810,-41 1 1,-18 4 0,0 3 869,3 4 0,-1 3 0,-2-1 682,-2-3 0,-4 0 0,1 0 0,7-3-443,4-1 1,4-1 0,11-4 285,14 0 0,11-9-945,18-30 0,7-12-1279,0 12 1,0-1 545,-12-2 1,1-2 0,-3 5 481,14 9 1,-43 19 0,-27 21 0</inkml:trace>
  <inkml:trace contextRef="#ctx0" brushRef="#br1" timeOffset="326201">14952 11977 7173,'-33'0'3276,"10"0"-885,23-16-682,12 4-180,35-5-1349,-21 9-855,12 7 0,7 2-964,-1-1 1,0 0 1091,-5 0 1,0 0 0,6 0 0,-4 0 0,-11 0 0</inkml:trace>
  <inkml:trace contextRef="#ctx0" brushRef="#br1" timeOffset="326701">15407 11589 7533,'0'-26'2878,"0"7"-1709,11 1-225,15 13 1,6 10-405,-1 15 0,0 9-331,0-1 1,0 5 0,-6 4-435,-13-1 0,-6 5 1,-4 1-1,-1 0-180,-1 1 0,-4 2 0,-1-2 1,-2-2 404,-2 2 0,-3-4 0,-2-1-1050,-6-2 1,-3-2 0,4-8-1020,2-5 2069,-12 13 0,24-25 0,5-1 0</inkml:trace>
  <inkml:trace contextRef="#ctx0" brushRef="#br1" timeOffset="327656">13094 12541 7533,'-36'0'0,"20"0"1259,27-15-697,15 9 0,15 6 0,10 1 1,3 0-490,-17-2 1,6 0-1,3 0 1,3 0 0,2 0-1,1 0 1,0 0-1,0 0 1,-3 1 0,-1 0-1,-5 0-264,6 0 0,-4 1 1,-3 1-1,1-1 1,0 1-1,4 0 0,4 0 299,-11-1 0,4 0 0,4 0 0,2 0 0,2 0 0,1 0 0,1 1 0,0-1 0,-2 1 0,-1-1 0,-3 1 0,-3 0 0,-3 1 0,-6 0 0,-5 0 184,19 6 0,-12 0 0,5 1-23,0-4 1,7-1 0,3 0 0,-2 1 0,-6 0 0,-12 1 359,13 12-1168,-6-19-2738,-15-11 2904,-11-7 0,-20 26 1,-14 11-1</inkml:trace>
  <inkml:trace contextRef="#ctx0" brushRef="#br1" timeOffset="329027">13512 12859 7533,'-7'-20'1889,"2"4"-180,0 16-810,3 8-330,3 22 1,1 15 0,0 0-750,2-5 0,1 0 0,0 3 54,-1-3 0,1 4 0,0 1 1,0-2-1,0-5-84,2 1 0,-1-5 0,1-3-1409,2 4 0,0-15-1079,3-55 2698,-5 11 0,-6-10 0,-2-3 0,-6-12 0</inkml:trace>
  <inkml:trace contextRef="#ctx0" brushRef="#br1" timeOffset="329388">13549 12859 7533,'3'-34'819,"0"1"0,1 0 0,2-6 0,8 15 273,18 32 0,8 20 0,-13 7-2137,-33 8 0,-16 7 1,9 0 924,27-5 0,10-1 0,-17-2-285,-33-4 0,-18 0 1,2-6-1,25-15 405,56-22 0,-35 10 0,29-7 0,1-1 0,0 1 0</inkml:trace>
  <inkml:trace contextRef="#ctx0" brushRef="#br1" timeOffset="329870">14140 12788 7533,'0'-33'3276,"-11"11"-1965,-25 20-1071,11 19 0,-3 10 0,2 6 142,4 0 0,2 5 0,2 2 1,3 2-181,1 2 0,3 3 1,3 0-1,6-1-1022,6-2 1,6 1 0,3-3 0,1-5 644,4-3 1,1-4 0,3-5 0,12 0-1,-5-11 1,-18-14 0</inkml:trace>
  <inkml:trace contextRef="#ctx0" brushRef="#br1" timeOffset="331155">13586 12876 6993,'-19'-25'180,"6"5"180,8-5 89,5 7 631,-6 8 629,-6 3-90,-1-1-360,0 6-269,30-6-1,13 8 1,5 8-721,8 9 1,0 7-270,-10-8 0,-1 2 0,-8 5-300,-9 9 0,-8 5 1,-8-2-646,-19 5 1,-12-4 1004,3-8 0,-4-1 0,-2-6 329,-1-7 1,0-6 0,3-2-1290,3 0 1,7-4-2378,9-12 3118,39 0 1,1 9-1,2 2 1,1 4 0,-1 0-1</inkml:trace>
  <inkml:trace contextRef="#ctx0" brushRef="#br1" timeOffset="332578">14251 13000 6723,'-11'-28'2429,"8"11"-360,-8 1-1620,11 14 2070,22-14-1755,12 13 1,8 5-645,-1-1 0,3 2 0,-1 0-90,-7 0 0,-1-1 0,-3 5-480,11 9 0,-17 9 112,-34 1 1,-17 6 0,-7 2 0,4-2 696,2 1 1,0-1 0,-2 1-68,-1-1 1,-3 3-1,4-1 1,11-6 1146,17 13-1469,29-34 0,17-11 0,-4-1 75,-7 1 0,2-2-518,2-1 1,8-3 0,-3 0 0,-13 6-1237,-13 6-1568,24-16 1337,-49 24 1940,-4-2 0,-12-16 0,-9-2 0</inkml:trace>
  <inkml:trace contextRef="#ctx0" brushRef="#br1" timeOffset="333323">14336 13194 6813,'-31'-8'1169,"12"6"990,3-14-630,15 14 360,6-5-90,41 14-1799,-4-5 0,4-2-270,-8 3 0,1 1 1,-1-3-496,10-5 1,-6 0 314,5 10-1799,-50-4-1028,-11 8 3174,3-2 0,17-16 1,0-2-1</inkml:trace>
  <inkml:trace contextRef="#ctx0" brushRef="#br1" timeOffset="333887">14915 12823 8252,'0'-19'3276,"11"3"-1638,6 29 0,2 13-1064,-1-1 1,1 5 0,-4 4-890,-7 5 0,-3 7 0,-4 0 0,-2-1-135,-1 5 1,-4-1-1,-3-1-225,-2-10 1,-2 0-1,-3-2 1,1-5 674,-12 2 0,6-7 0,15-7 0,20-3 0</inkml:trace>
  <inkml:trace contextRef="#ctx0" brushRef="#br1" timeOffset="336421">8011 12947 7443,'-14'0'1169,"-2"-8"-539,9-2 89,1-15 720,-5 5-629,-1 10-720,3 28 225,3 9 0,1 7-46,4 8 1,2 6-68,0-8 1,0 6-1,1-1 1,0-6-113,1 4 0,1-3 224,-2 18 1,3-22-584,0-48-991,-5-13 451,0 7 359,0 8 360,-5 2 630,-2-7-360,0 3-90,-2-17 0,1-7-135,6 4 0,1-2 164,-1-5 1,-1-4 0,3 3 15,4-4 0,4 2 135,2-3 0,5 6-135,2 14 0,3 6 404,12 0-359,15 3 90,-9 40-180,-17-8 0,-3 5-180,0 12 0,-6 5-405,-15-2 1,-4 0 449,7-8 0,-5-1 629,-25 14 1,-7-10-495,-2-21-90,14 11 0,1-5-90,-9-31 0,25 5-1619,-9 0 90,10 2-1658,12 8 3196,4 0 1,19 0 0,-2 0 0</inkml:trace>
  <inkml:trace contextRef="#ctx0" brushRef="#br1" timeOffset="377041">794 14323 7173,'-18'-18'899,"0"8"271,9 3-721,1 22 271,8 28-405,0-2 0,0 6-255,0-7 0,0 3 0,0 0-267,0 2 0,0 0 0,0 0-33,0-3 0,0 0 0,0-2-300,0 10 1,0-4 359,0-17 0,0-3-360,0 15-629,8-32 1169,1-1 0,9-39 0,0-8 0</inkml:trace>
  <inkml:trace contextRef="#ctx0" brushRef="#br1" timeOffset="377417">670 14305 7533,'-10'-37'2518,"3"4"-1978,22 23 359,28 18-809,-16 0 0,3 3 0,3 2 0,3 2 0,-3 0-90,-1 2 0,-3 4-45,7 11 0,-13 2-270,-30-9 1,-10-1-226,-7 12 0,-9-3 330,3-18 0,-4-4 1,0 0-466,-12 11 0,2-3 450,11-13 1,4 0-1306,-5 25 1530,50-19 0,21 21 0,-6-19 0,1 0 0</inkml:trace>
  <inkml:trace contextRef="#ctx0" brushRef="#br1" timeOffset="378017">1023 14905 9691,'0'27'3276,"0"-9"-3583,0-65-503,0 10 270,-1-9 1,2 0-1530,15-1 720,-5 11 449,38 36 451,-17 20 359,-3-10 0,1-1 899,7 7 900,-2-16 540,-9-16-630,-32 13-989,-6-21-271,-15 30-1708,-7 12 540,22 27 359,13-10 0,6 0 495,13-5 0,5-3 180,-1-1 0,1-9 134,7-19 1,-5-12-180,-7-25-990,-11 5 1,-3-2-675,-5 3 0,-2 3 495,1-7 989,0 5 0,24 38 0,5-4 0</inkml:trace>
  <inkml:trace contextRef="#ctx0" brushRef="#br1" timeOffset="378467">1570 14340 7533,'-9'-40'1019,"0"0"0,5 11 1,-2 3-121,-9-7-629,13 41-315,4 14 0,4 7 0,3 13 0,1 6-225,-1-8 0,0 2 1,1 1-58,1 2 1,1 0-1,-2-1 237,-3-9 0,-1-2 0,1-2 585,3 8 0,-3-9 404,-7-20-899,-25-30-270,-5-9 585,9 11 0,-1 3 584,-13 5-279,8 18-395,19 14 0,6 7-1170,4-1 1,6 2-149,5 2 1,5 2 0,1-6 751,1-5 1,2-4 340,2 4 0,3-7 0,4-20 0,2-8 0,1 2 0,-1 1 0</inkml:trace>
  <inkml:trace contextRef="#ctx0" brushRef="#br1" timeOffset="380334">2152 14887 9691,'-10'0'1350,"-6"0"-631,15 8-629,-7-6-809,8 6-181,8-32 450,9-13 675,4 6 0,1-1-135,-7 4 0,2 2 135,7 2 0,1 4 135,2 3 539,8 9-809,-15 8 90,-4 8-270,-16 9-360,-8 3-449,-2 13 359,0-5 450,2-9-90,8 13 540,0-21-270,0 15 90,0-16 180,16-2 89,-12-8 181,19 0-540,-21 0 270,6 0-90,-8 0-810,0 0 450,0 7 180,0-5-270,0 6-90,0-8-359,8 0 179,-6 8 450,14-6 0,-14 6 90,13-8-90,-5 0 180,23 0-90,-3-16 179,5-3-89,-17-1 180,-3-11 0,-13 19-180,6-14-450,-8 17-540,-8 1 361,6 8 359,-5 0 0,7 8 90,0-6-180,0 13-180,7-5 180,-5 0 90,14-2 270,2-40 90,-5 3 0,1-4-225,0 0 0,0-3 15,-5 2 0,0-4 0,-2 2 75,-1-6 0,-2 2 44,0 1 1,0 3 360,-4-7-1889,0 61 1259,0 14 0,0 6 90,0 3 0,0 3-166,-1-8 1,1 3 0,1-3 30,1 10 0,4-1 225,3 4 0,7-2 0,11-8 0,7-6-90,6-10 0,2-9 134,-4-6 1,-1-10 0,7-17 0,-6-13-45,-20-2 0,-5-4 90,10-7 0,-5 0 180,-13 2 0,-8 5 629,-6 1 856,-27 63-2340,24 1 1,3 4-406,-3 5 1,8 1-540,19 5 0,11-2 1439,4-10 0,5-3 0,-7-6 0,3 1 0,0-2 0,1-3 0,0 0 0,0 0 0</inkml:trace>
  <inkml:trace contextRef="#ctx0" brushRef="#br1" timeOffset="384390">6657 14252 8072,'-6'-10'360,"1"3"0,5 7 989,0 0-809,5 7-270,-4 11-360,4-6 450,-5 27 89,6-17-89,-5 21 0,2-12 0,-1 4-360,-1 9 0,-2 2 149,1-6 1,0 3 0,0 0-180,0 4 0,0 2 1,0-4 73,0 4 1,0-4-45,1-8 0,-2-7 90,-4-15-449,4-22-1260,-5-3-720,1-16 2339,4-1 0,1-16 0,6-2 0</inkml:trace>
  <inkml:trace contextRef="#ctx0" brushRef="#br1" timeOffset="385064">6633 14270 7533,'-19'-26'1709,"7"7"-360,6-7-450,17-7-269,13 19 270,15-9-361,-7 30 1,1 9-225,-2 4 0,-3 5-270,6 9 0,-6 5-195,-15-6 0,-5 3 0,-3-1-75,-2 7 0,-7 0-270,-9 3 1,-6-4 269,-4-12 0,-3-5 135,-4-4 0,-2-5 45,6-4 0,0-4-405,-16 1-719,19-16-2108,33 6 3133,-1-6 1,14 7-1,6 2 1,-3-1 0,0 0-1</inkml:trace>
  <inkml:trace contextRef="#ctx0" brushRef="#br1" timeOffset="385734">7273 14217 7533,'0'-20'2608,"0"5"-1708,0 7-361,0 6 451,-5-6-630,-2 8-450,-11 0-630,-1 8 450,-6 10-269,-11 9 449,17-3 0,0 3 90,-3 3 0,1 3 209,3-1 1,2 3 0,2 1 150,3 3 0,2 0 0,1 1-181,-1 1 1,1 1 0,2 1 150,5 5 0,3 2 0,3-3-777,3 2 0,3-2 402,-3-1 0,4-6-810,7-20 1,2-7-1305,0-5-180,21-16 2339,-22 6 0,-2-6 0,-12 8 0</inkml:trace>
  <inkml:trace contextRef="#ctx0" brushRef="#br1" timeOffset="386947">7346 14429 8522,'-13'-18'3276,"7"8"-1638,23 29 0,12 17-1064,-2-3 1,3 5-1,0 1-1394,-6-8 1,0 1 0,0-1 0,-1 0 630,4 6 1,-1-1 0,-6-5-1,1 8 1,-40-39 0</inkml:trace>
  <inkml:trace contextRef="#ctx0" brushRef="#br1" timeOffset="387371">7371 14975 7533,'19'-39'204,"0"0"1,0 0 0,0 0 0,1-3-1,0 1 1,2 0 0,3 2 0,1 8 0,3 2-1,1 0 1,0 2 0,-3 0 0,7-7 0,0 0-1,-1 0 1</inkml:trace>
  <inkml:trace contextRef="#ctx0" brushRef="#br1" timeOffset="389614">8048 14288 7353,'-14'0'3276,"3"0"0,11 0-3262,11 0 616,-8 31-473,0 1 0,0 10 1,0 4-1,-1-2-180,0 1 1,-1 0 0,0 0-1,1 1 59,-1-6 0,0 3 0,1-1 0,-1-2 0,1-5-126,0 23 0,3-26-3187,6-54 3219,-10-17 0,-1 21 1,-7 30-1</inkml:trace>
  <inkml:trace contextRef="#ctx0" brushRef="#br1" timeOffset="390619">8331 14411 7353,'-13'0'3276,"-4"0"-1875,16 0 38,12 16-89,31 3-1261,-8 6 1,2 1-1034,-1-6 0,1-1-695,4 7 1,-3-1 1265,2 3 0,-3-26 1,-19-14-1</inkml:trace>
  <inkml:trace contextRef="#ctx0" brushRef="#br1" timeOffset="391120">8774 14358 7533,'-12'-18'3276,"6"9"-975,0 1-2032,6 16 901,0 1-721,-5 25-584,-10 7 1,-5 10 44,6-9 0,0 5 0,-1 2 0,1-3 90,1-9 0,0-1 0,1 0 0,0 0 45,-1 6 0,0 2 0,2-3 0,3-11-1035,3-5-1888,-1-27-399,5-7 3129,-5 1 0,12 8 1,1 0-1</inkml:trace>
  <inkml:trace contextRef="#ctx0" brushRef="#br1" timeOffset="391968">9008 14781 7982,'-12'-17'3276,"-6"54"-4483,4-25 1207,4 16 0,0 11 0,1-10 0,0-17 0,-8 25 0</inkml:trace>
  <inkml:trace contextRef="#ctx0" brushRef="#br1" timeOffset="392771">9168 14446 7892,'-25'-17'2519,"12"7"-450,13-14-1709,8 20 629,32-11-420,-9 10 1,5 3 0,2 1-630,5 2 0,2 1 0,-1 1-90,1-3 0,-1 0 0,-8 10-30,-8 15 1,-15 8 119,-24-2 0,-16 2 0,0 1 105,4-1 0,-1 1 0,0 1 0,1-1 45,-4 6 0,0 1 0,8-3 539,3 5 1,15-7 719,23-20 0,9-9-1484,9-13 0,4-6-958,-6 6 1,3-1 0,-3 1-547,4-4 1,-4 2 982,-2 2 1,-15 4-1,-37 10 1,-18 2 0</inkml:trace>
  <inkml:trace contextRef="#ctx0" brushRef="#br1" timeOffset="393171">9279 14658 7533,'-41'-10'3276,"57"2"-1638,25 6 0,12 4-2731,-12 0 1,1 2 0,0-2 971,-2-2 0,-1 0 0,-6 2 0,-4 5 0,-10 2 0,-16 1 0</inkml:trace>
  <inkml:trace contextRef="#ctx0" brushRef="#br1" timeOffset="393779">9882 14199 7533,'3'-31'1638,"-1"0"0,0-7 1472,25 23-1941,0 45 1,1 20-923,-11-20 0,-1 3 1,-1 3-1,-2 2-337,-2 7 0,-1 4 0,-3 2 0,-3 1 0,-1-2-252,-3-4 0,-3 0 1,-1-1-1,-3-1 0,-2-1-131,-5 6 1,-3 0 0,-3-3 0,1-6-621,-1-7 1,0-4 0,0-7 562,-19 2 0,44-32 0,9-2 1</inkml:trace>
  <inkml:trace contextRef="#ctx0" brushRef="#br1" timeOffset="395204">10411 14411 7533,'-7'-10'3276,"2"2"-1856,3 34 0,4 19-1150,-2-2 0,0 6 0,0 2-450,0-9 0,0 2 0,0 0 0,0-2-510,-1 9 1,0-2-1,3-13-2587,3-15 3033,-4-56 0,7 2 0,1-1 0,5-1 0</inkml:trace>
  <inkml:trace contextRef="#ctx0" brushRef="#br1" timeOffset="395684">10386 14305 7533,'-4'-32'1092,"0"-1"0,45 14 0,13 19 0,-24 14 0,-1 11 0,-8 4-1148,-9 9 1,-9 4 0,-5 0-305,-4-5 0,-4 0 1,-6-5 359,-10-5 0,-7-4 0,7-9 0,7-10 0,52-11 0,1-1 0</inkml:trace>
  <inkml:trace contextRef="#ctx0" brushRef="#br1" timeOffset="396405">11014 14217 9062,'-14'-20'2249,"-7"13"-2205,6 22 1,-1 11 525,-6 2 0,-4 5 0,2 2-151,1 0 1,2 2 0,2 4-115,5-5 1,-1 4 0,2 1 0,4-1 0,5-3-906,10 8 0,8-3 1,1-1-494,-5-1 1,-1 0 0,7-7 973,16-1 1,0-16 0,-14-24 0,-13-2 0</inkml:trace>
  <inkml:trace contextRef="#ctx0" brushRef="#br1" timeOffset="397375">11100 14499 7533,'-12'-17'3276,"5"7"0,40 18-4394,0 12 1,3 3 442,-7-10 1,1-1 674,16 15 0,-8-15 0,-27-51 0,0 15 0,0-1 0</inkml:trace>
  <inkml:trace contextRef="#ctx0" brushRef="#br1" timeOffset="397738">11420 14393 7533,'3'-28'1638,"1"-1"0,-10 12 0,-7 40 0,-4 22-1438,5-11 1,-1 5 0,-1 3 0,0 1-1,0-3-223,-2 5 1,-2-2 0,2-1-1,-1 1-45,2 1 1,-1 3 0,2-5 0,3-10-2812,0-3-359,26-60 3238,-1 7 0,3 4 0,7 11 0,0 11 0</inkml:trace>
  <inkml:trace contextRef="#ctx0" brushRef="#br1" timeOffset="398078">11568 14746 7533,'5'-27'3276,"2"33"-2576,-9 16 1,-6 8-2340,-3 8 1,-3 1 1465,-6 0 1,0-6 0,-6-7 0,16-38 0</inkml:trace>
  <inkml:trace contextRef="#ctx0" brushRef="#br1" timeOffset="399555">11790 14411 8342,'-25'-8'3276,"11"-2"-1638,47 3 0,21 5-776,-7 5 0,2 1-1042,-2-3 0,2-2 0,-7 5-135,-7 6 0,-15 4-1034,-36 11 989,-16 9 0,-5 1 405,13-14 0,0 3 202,4 5 1,-1 8-1,1 0 1,3-5 381,2-2 1,4-1 359,-2 17 1,13-6-1,25-27 1,12-10-1920,-2-6 1,5-5-1,-1-1-163,-3 0 1,0-1 0,-2 2 470,10-1 0,-18 8 0,-32 11 1,-33 17-1</inkml:trace>
  <inkml:trace contextRef="#ctx0" brushRef="#br1" timeOffset="399976">11863 14623 7533,'34'0'371,"0"0"0,-1 0 0,8 7 0,3-4 0,9-2 0,-14 5 0,-21 12 0</inkml:trace>
  <inkml:trace contextRef="#ctx0" brushRef="#br1" timeOffset="400474">12269 14288 7533,'25'32'468,"-1"0"0,1 1 0,0-1 0,-24 9 0,-10 3 0,-3 2 0,7 1-980,11-2 1,7 1 0,2 1 0,-4-1-1,-8-2 512,-11 4 0,-8 0 0,-2-4 0,1-10 0,-10 7 0,41-33 0</inkml:trace>
  <inkml:trace contextRef="#ctx0" brushRef="#br1" timeOffset="403033">6486 15505 7533,'-7'-18'2428,"-4"0"-790,33 8 0,9 3-146,-6-3-1492,7 4 0,15 1 0,7 0 0,-2 1 0,-9 0-90,1 2 0,3 0-320,-12 2 0,8-1 1,6 1-1,2 0 1,0 0-1,-3 0 0,-6 1 1,-8-1-423,7 2 0,0 0 742,-7 0 0,10 1 0,7 0 1,4 0-1,1 0 0,-1 0 1,-4 0-1,-5-1 0,-10 0 120,0-1 0,-8-1 0,9 1 15,-4-1 1,8 1 0,6-1 0,5 0 0,3 1 0,2-1 0,1 0 0,-2 0 0,-2 0-1,-5-1 1,-5 1 0,-7-1-1,5-1 0,-9 0 0,0-1 0,10 0-72,-9 0 1,4 0 0,4 0 0,4-1 0,3 0-1,2-1 1,2 1 0,0-1 0,0 1 0,0-1-1,-2 0 1,-2 1 0,-3 0 0,-3 0 48,10-1 1,-4 1-1,-2-1 1,-2 1-1,1 0 1,0-1-1,4 1 1,2 0-88,-10 1 1,3-1 0,0 0 0,3 1-1,0-1 1,1 0 0,1 1 0,-1-1-1,1 1 1,-1 0 0,0 0 0,-1 1-1,-1 0 1,-2 1 113,3 0 0,1 1 0,-1 0 0,0 0 0,-1 1 0,-1 0 0,-1 1 1,0-1-1,-1 1 0,-1 0 0,-2 0 186,10 0 1,-2 1-1,-2 1 1,0-1-1,-2 0 1,1 1 0,1-2-95,2 0 0,3 0 1,0-1-1,-1 1 0,-3-1 1,-6 0-1,-7 0-231,3 2 0,0-2 120,-1-3 0,10-2 0,4-1 0,0 0 0,-6 0 0,-9 2-30,-5 2 0,-2 0-158,10 1 1,8 0 0,0 0-1,-12 0 158,1 2 405,13 10 0,-4 0-405,-30-8 2196,28 11-2196,-41-15 2385,3-7-1666,-5 5-393,0-6-1495,0 8 1169,0-16 0,-27 20 0,-7-10 0</inkml:trace>
  <inkml:trace contextRef="#ctx0" brushRef="#br1" timeOffset="404195">8221 15804 10591,'0'45'409,"0"0"1,0 0-1,0-1 1,0 1-1,0-2 1,-1-1 0,1-2-1,1 0-812,2 7 1,1 0 0,-1-10-2117,0 0 540,13-72 1979,-14-2 0,3-7 0,-5 9 0</inkml:trace>
  <inkml:trace contextRef="#ctx0" brushRef="#br1" timeOffset="405134">8245 15822 7803,'-25'-25'3276,"18"-11"-1638,27 23 0,10 5-1047,14 3 1,3 10-652,-9 8 0,-2 8 0,-10 6-390,-15 3 1,-11 6-1,-6-3 315,-15 10 0,-14-7-495,1-12 1,-7-5-1,3-5 315,-2-7 1,13-8 314,27-7 0,40 0 0,-6 3 0,0 0 0</inkml:trace>
  <inkml:trace contextRef="#ctx0" brushRef="#br1" timeOffset="406106">8959 15752 8252,'-13'-18'2789,"1"0"-2789,-16 8-45,1 21 0,-1 10 494,2 4 1,1 8 0,5 5 17,10-2 1,4 7 0,3 2 0,1-1 0,2-2-588,1 9 0,3-3 0,5 0-700,3-6 1,4 2 0,2-4 0,2-12 772,5-10 1,-1-12 0,3-22 0,-20-3 0</inkml:trace>
  <inkml:trace contextRef="#ctx0" brushRef="#br1" timeOffset="407035">9144 15840 7982,'-14'-20'3276,"14"12"-1638,21 32 0,10 17-2890,-4-10 0,2 1 159,-1-7 1,2 0 0,-3-3 840,-3 4 1,-3-13-1,-2-27 1,-4-11 0,-9 1-1,1-1 1</inkml:trace>
  <inkml:trace contextRef="#ctx0" brushRef="#br1" timeOffset="407461">9513 15804 7533,'-6'-35'3276,"-1"47"-2599,-8 18 0,-5 13 0,-1 2-737,5-5 0,-1 1 0,-1 3 262,-1 1 0,-4 3 1,1-1-1,2-7-1012,-4 4 1,3-7-830,2-12 1,9-9 1557,16-16 1,12-10 0,14-8 0</inkml:trace>
  <inkml:trace contextRef="#ctx0" brushRef="#br1" timeOffset="407835">9623 16122 13379,'1'27'-1093,"0"1"1,-22 13 0,-3 2 436,15-6 1,0-1-1,-40 34 1,49-70 0</inkml:trace>
  <inkml:trace contextRef="#ctx0" brushRef="#br1" timeOffset="409085">9955 15875 7443,'-20'-37'3276,"26"11"-1638,31 19 0,13 6-1047,-4-1 1,0 4-592,2 9 0,-13 10-765,-35 7 1,-14 7 644,-7 3 0,-8 4 0,-2 1 390,6-9 0,-3 1 0,0 0 0,3-2-31,-3 5 1,3 0 0,10-4 749,10 0 1,14-9-495,25-20 0,13-12-1588,-8-1 1,4-2 0,-2 0-1,-7 3 1,0-1 0,-4 4 729,6 2 1,-16 4 0,-28 2 0,-17 11-1</inkml:trace>
  <inkml:trace contextRef="#ctx0" brushRef="#br1" timeOffset="409724">9919 16104 6903,'-40'0'3276,"22"-8"-1638,43 7 0,19 1-764,-8-2 0,3-1 1,2 0-1968,6-3 1,2-1 0,-3 4 558,-7 7 1,-2 2 0,-8-4 0,0-14 0,-51 28 0</inkml:trace>
  <inkml:trace contextRef="#ctx0" brushRef="#br1" timeOffset="410427">10546 15610 7173,'-13'-37'3276,"18"43"-2184,10 22 0,6 19 0,-4 3-568,-7-10 1,-1 3-1,-3 2 1,-2 1 0,-4 0-480,-4-4 0,-3 2 0,-3 1 0,-1-1 0,-1-1 0,2-2-865,-2 10 1,2-1 0,-3-4 0,-6-5 446,-92 55 0,111-96 1,35-10-1</inkml:trace>
  <inkml:trace contextRef="#ctx0" brushRef="#br1" timeOffset="412221">13192 15117 7353,'-25'-8'3276,"6"-2"0,7-8 0,39 8-2524,16 2 1,10 1-1846,-10 3 1,2 0 0,-1 2 623,-5 1 1,-1 0 0,-4 1 0,2-1 0,-15 4 0,-44 15 0</inkml:trace>
  <inkml:trace contextRef="#ctx0" brushRef="#br1" timeOffset="412685">13168 15275 7803,'-27'-8'3276,"48"6"-1638,12 6 0,9 0-1334,3-4 1,5-2-1,-1 0-304,-5 1 0,0 0 0,-6 1 0,2 2 0,-17 0 0,-32 2 0</inkml:trace>
  <inkml:trace contextRef="#ctx0" brushRef="#br1" timeOffset="414226">15051 14411 6903,'-13'-10'2339,"1"-21"-181,5 9-1888,1-5 2339,6 58-2250,2 9 1,-1 12 0,2 1-585,0-8 0,0 1 0,0 0 1,0-1-496,0-3 0,0 0 1,0-2-1,2-5 720,6 16 0,2-23 0,0-58 0,-4 4 0,-1-1 0</inkml:trace>
  <inkml:trace contextRef="#ctx0" brushRef="#br1" timeOffset="414740">15001 14323 7533,'-4'-38'1092,"0"-1"0,23 10 0,12 7 0,7 14 0,7 9 0,-3 10 0,-5 14 0,-3 11 0,-8 3-2000,-8 2 1,-7 3 0,-10-1 367,-12-2 0,-10-1 1,-5-8-1100,-13-2 1,1-13 1254,8-17 1,55-6 0,19-3-1,-1-1 1,-1 0 0</inkml:trace>
  <inkml:trace contextRef="#ctx0" brushRef="#br1" timeOffset="416139">15567 14340 8432,'7'-27'3276,"-1"-6"-1605,-12 21-861,-6-4-180,-2 32-181,-4-12 91,6 19-90,-1-21-630,7 6 0,-5 0 180,4-6 135,-13 32 0,1 18 164,10-7 1,5 4 0,3 2 104,1-5 1,1 2 0,3 1 0,1-4-653,2-5 1,2-1 0,1-3 0,3-6-1392,11 5 1,2-15 818,2-26 1,-28-25 0,0 21 0</inkml:trace>
  <inkml:trace contextRef="#ctx0" brushRef="#br1" timeOffset="416888">15751 14499 7623,'-6'-43'2248,"1"21"1028,10-17-345,-4 35-2661,4-11 1798,12 38-1393,9 12 0,7 7-1335,-8-9 0,2 2 1,0 1 359,3 1 0,1 1 0,-3-4-690,1 4 1,-3-7-2288,1-8 3219,-20-38 0,-5 11 1,-4-12-1</inkml:trace>
  <inkml:trace contextRef="#ctx0" brushRef="#br1" timeOffset="417477">15776 14870 7263,'-14'0'3276,"9"0"-1638,18-17 0,8-6 715,-1-2-1994,0-2 1,8-8 0,2-4 0,-3 3-428,-4 4 1,-2 0-1,1 1 1,1 0-473,3-1 0,1 1 1,-1 0-1,-1 2-553,-1-4 1,-2 3 0,-4 12 272,-3 20 1,-26 16 0,4 0 0</inkml:trace>
  <inkml:trace contextRef="#ctx0" brushRef="#br1" timeOffset="418358">16539 14323 7533,'7'-35'3276,"4"7"-1638,-9 46 0,-3 17-1140,1-3 0,0 7 0,0 1 1,0 0-1219,2-2 0,0 1 1,1-1-1,0 0-330,0 11 1,0 0 0,5-10 1049,3-11 0,4-13 0,15-31 0,-5 16 0</inkml:trace>
  <inkml:trace contextRef="#ctx0" brushRef="#br1" timeOffset="420053">16897 14429 8432,'-20'-10'3276,"13"-6"0,25 6-2594,15-3 0,11 1-975,-7 10 1,7 4 0,0 0-1,-5 0 338,7-8 0,-6 8-270,7 25 1,-20 11-136,-43-10 0,-21 2 0,1 2 570,3 4 0,-1 2 0,2-1 509,1 0 1,2-1 0,4-3-675,4-4 0,12-5 494,44 0-629,-1-24 0,9-8 0,0 0-1003,-5 3 1,0 1 0,0 1 738,1 1 1,0 2 0,-8 0 0,-5 4 0,-52 22-1</inkml:trace>
  <inkml:trace contextRef="#ctx0" brushRef="#br1" timeOffset="420824">16970 14676 7713,'-14'0'1889,"-2"0"1259,9-8 128,23 6-2621,22-2 1,11 0-1496,-7 1 1,3 1 0,-1-1-254,-3 0 1,0 0 0,-3-1 668,15 1 0,-15-4 0,-33 0 0,-12 7 0</inkml:trace>
  <inkml:trace contextRef="#ctx0" brushRef="#br1" timeOffset="421871">17561 14182 7803,'33'-30'3276,"-20"15"-1638,18 29 0,0 21-1114,-20-2 1,-5 12-1,-4 4 1,-3 1-1,1-4-1176,-2-1 0,-1-2 0,-2 0 0,0 2 148,0 3 0,1 5 1,-1-1-1,-3-4 0,-3-9 504,-17 8 0,0-20 0,10-29 0,27-25 0</inkml:trace>
  <inkml:trace contextRef="#ctx0" brushRef="#br1" timeOffset="422818">18090 14376 7533,'-1'4'3276,"-3"-6"-2457,2 25 0,6 26 0,1 10 0,-1-8-575,-3-11 1,-1-3 0,0 4-740,2 4 0,-1 6 0,2-2 1,2-12-2783,13 4 2612,-9-49 0,7-33 0,-16 23 0</inkml:trace>
  <inkml:trace contextRef="#ctx0" brushRef="#br1" timeOffset="423309">18041 14323 7533,'-3'-26'1638,"0"1"0,18-14 0,11 20 0,7 10-546,4 21 0,5 13 0,-2 3-621,-1-4 1,-2 2 0,-9 6-1565,-11 10 1,-9 5 0,-11-5 325,-13-11 1,-8-4-1,-3-4-193,-4-5 1,-2-4 0,3-3 959,-3-1 0,15-4 0,46-6 0,0 0 0,0 0 0</inkml:trace>
  <inkml:trace contextRef="#ctx0" brushRef="#br1" timeOffset="424792">18755 14252 7533,'5'-35'1349,"-3"0"-1079,3 15-270,-5 4 450,-16 32-271,6-4 361,-19 21 179,8 0 1,1 1-360,-4 3 67,10-1 0,0 11 1,2 5-1,7-5-315,7-9 1,6-1-1,0 0 1,-2 0-158,-7 4 0,-3 0 0,2 0 0,6-3-45,15 13 0,8-2 0,-2-22-3187,1-31 2904,17 8 1,-43-29-1,-21 7 1</inkml:trace>
  <inkml:trace contextRef="#ctx0" brushRef="#br1" timeOffset="425971">18951 14446 7803,'-30'-17'3276,"15"7"-2055,10 2 218,41 0-675,-5 2 1,6 2-465,-2 5 0,3 2 0,0-1-420,-2-4 0,0-2 0,-5 6-330,3 10 0,-14 8-405,-27 7 1,-13 4 1004,-5-1 0,-6 1 0,1 1 389,1 1 1,0 2 0,3-2-45,-5 8 0,10-3 1124,21 11-450,25-37-719,2-3 0,6-3-1440,7-7 1,2-6-316,3-1 1,-2-1-335,-6 4 1,-5-2 1310,-2-9 1,-48 40-1,-22 5 1</inkml:trace>
  <inkml:trace contextRef="#ctx0" brushRef="#br1" timeOffset="426522">18951 14693 7173,'-19'-17'3276,"2"-25"-1638,41 32 0,16 5-2354,-7-2 0,5 0 0,2 1 0,-2 2 716,2 3 0,-2 2 0,0 1 0,11 2 0,1 1 0,-26 2 0,-33 3 0</inkml:trace>
  <inkml:trace contextRef="#ctx0" brushRef="#br1" timeOffset="427320">19579 14164 7713,'5'-22'1638,"11"38"0,3 17-819,-7-1 0,0 6 0,-1 3 0,0-1-231,1 0 0,0 0 0,-2 2 1,-3 1-787,-4 1 0,-3 3 0,-2 1 0,-3-2 0,-2-4 78,-7 8 0,-4-4 0,-4-2-420,0-10 1,-2 1-1,-1-3 1,3-2-1100,-6 8 1,2-6 1285,2-10 1,10-10 0,30-28 0,5-13 0</inkml:trace>
  <inkml:trace contextRef="#ctx0" brushRef="#br1" timeOffset="429406">14669 15452 7533,'-5'-26'1638,"32"18"0,16 4-901,-7-3 0,4-2 0,5 2-423,-8 5 1,4 1 0,2 2 0,3 0 0,1-1-1,2-1-526,-8-2 1,2 0 0,2-1 0,1-1 0,0 0 0,1 0 0,1 0 0,0 0 0,0 1 139,0 0 0,1-1 0,0 1 0,0 0 0,1 0 0,0 0 0,1 0 0,0 0 0,-1 1 0,1 0-18,-3 0 0,1 0 0,-1 1 0,1 0 0,0-1 0,0 1 0,1 1 0,-1-1 1,0 0-1,0 0 0,-1 0 90,0 0 0,0-1 0,1 1 0,-1-1 0,1 0 0,-1 0 0,0 1 0,-1 1 0,0 0 0,-1 1 0,-1 0 179,3 2 1,-2 1 0,0 1 0,-2 1 0,1 0 0,0 0 0,0 1 0,0 0 0,2 0-508,1 0 0,1 0 0,1 1 1,2 0-1,-1 0 0,-1 1 1,-1-1-1,-2 0 0,-2 0 1,-4-1 231,9 2 0,-5-1 0,-2 1 1,0-1-1,5 0 84,-5 0 1,4 1 0,1 0 0,2 0-1,-1 0 1,-1-1 0,-3-2 0,-4-1 458,10-2 0,-5-3 1,-1 0-1,3 1-462,-6 3 0,1 1 0,2 1 0,0-1 0,0 1 0,0-2-120,1-2 0,2 0 0,-1-1 0,0 0 1,-3 1-1,-4 2 674,13 4 1,-5 2 0,-3-2-308,14 1 1,-20-8-3510,-37-6 2781,-26 12 0,-22-14 0,20 8 0,0 0 0</inkml:trace>
  <inkml:trace contextRef="#ctx0" brushRef="#br1" timeOffset="430568">16528 15804 7533,'-13'-9'2968,"6"9"-2249,0 28 1,3 16-450,3-2 0,1 5 0,0-1-270,0 0 0,-1 0 0,2 0-240,0 2 0,2 0 0,0-9-479,4-4-811,4-37-1747,-10-41 3268,10 4 1,-10 3-1,-1-3 1,2 7 0,1 0-1</inkml:trace>
  <inkml:trace contextRef="#ctx0" brushRef="#br1" timeOffset="430988">16503 15769 7533,'5'-36'1092,"1"0"0,19 15 0,7 12 0,-3 20 0,3 12 0,-2 2-428,1 2 0,-2 2 1,-8 5-1385,-9 9 1,-9 5-1,-10-7-90,-17-5 1,-11-8-830,-7-7 1,5-10 1609,20-13 1,53-14 0,4 11 0,0 0 0</inkml:trace>
  <inkml:trace contextRef="#ctx0" brushRef="#br1" timeOffset="431420">17180 15663 7533,'0'-45'3276,"-33"10"0,-3 41-2666,12 13 1,-3 12 0,0 6 0,5-1-409,7 1 0,3 1 1,4 2-1,1 2-652,3-2 0,0 3 1,4 1-1,2-3 0,4-3 450,10 9 0,6-5 0,4-8 0,12-3 0,2-13 0,-12-19 0,0 0 0</inkml:trace>
  <inkml:trace contextRef="#ctx0" brushRef="#br1" timeOffset="432747">17413 15822 7713,'-13'-10'1889,"-4"-13"-990,16 11 1080,-5-13-450,6 15 450,33 2-1440,-9 7 1,4 2-495,6 2 0,7 3 0,1 0 0,-6 2-495,6 4 1,-7 6-631,-4 13 1,-17 6 1348,-30-3 1,-19 2 0,-2-2 359,8-7 1,-4-1 0,1-1 0,3 1-450,-2 6 0,4 0 0,16-6 449,47 8-1289,-4-31 1,8-6-1,-1-1-433,1 1 1,0-1 0,-2 1 506,8-1 0,-9 2 0,-20 2 1,-31-10-1</inkml:trace>
  <inkml:trace contextRef="#ctx0" brushRef="#br1" timeOffset="433263">17462 15998 7803,'-39'-9'3276,"59"-7"-2929,18 16 0,13 8 0,-2-2-1277,-14-7 1,-1-2 0,1 3 838,18 4 0,2 3 1,-15-3-1,-21-4 1,-15 0-1</inkml:trace>
  <inkml:trace contextRef="#ctx0" brushRef="#br1" timeOffset="433737">17980 15681 7533,'5'-41'1638,"14"53"0,2 15-546,-11 3 0,-4 7 0,-2 4-504,0 4 0,-2 4 0,-2 3 1,-5-2-1147,-2-9 0,-3 1 1,-3-1-1,-1-2 0,-1-2-535,-7 9 1,-3-5 0,-1-7 991,-8-2 1,8-17 0,20-23 0,26-1 0</inkml:trace>
  <inkml:trace contextRef="#ctx0" brushRef="#br1" timeOffset="439264">7605 17515 6004,'7'0'1888,"-2"-7"-1168,-5-3 180,0 0 89,-5-6-449,3 14 539,-3-13-179,-1 5-451,5 0-449,-5 2 90,1 16 0,4 2 450,-10 15-315,9 19 0,3 10-46,-3-10 1,0 3 0,1 1-113,0-4 1,1 2 0,0 1-1,1-1-180,0-1 1,0 1 0,1-2-1,-1-5 23,-1 7 1,1-8 1258,4 2-629,-5-44-1440,-5-12-1888,4 16-181,-4 0 2969,10-16 0,5-7 0,3-5 0,3-9 0,1 0 0</inkml:trace>
  <inkml:trace contextRef="#ctx0" brushRef="#br1" timeOffset="439851">7531 17533 7533,'-17'-33'3276,"8"-4"-76,20-1-1716,27 30 0,12 14-1005,-9 7 1,2 8 0,-8 6-1140,-12 6 1,-7 5 0,-9 1 359,-8-3 0,-7 0 0,-8-4 90,-16-2 0,-10-4 0,2-6 210,-5-4 0,20-8 0,32-8 0,30 0 0,1 0 0</inkml:trace>
  <inkml:trace contextRef="#ctx0" brushRef="#br1" timeOffset="441526">8233 17410 6903,'7'-28'3058,"-2"11"-2068,-5 9-630,-5 31 179,-2-9 271,-5 19-810,-1-23-90,7-2 180,-5 0 180,4-6-180,-11 29 359,-12-2-269,14 1 0,4 9 45,7 0 0,4 7 0,2 3 0,2-1 224,1-6 1,3 1 0,2 1 0,0-2-1,0-3-1542,5 11 1,0-3 0,1-1-1,1 5 1,1-1 0,-3-27 437,2-63 0,-3 25 0,6-5 0</inkml:trace>
  <inkml:trace contextRef="#ctx0" brushRef="#br1" timeOffset="442470">8540 17674 9242,'-12'-10'2968,"-6"-5"-2248,5 5 719,-5 0-135,30 31 0,13 13-884,1-7 0,5 1 0,0 3-600,-8-2 0,-1 2 0,1 0 0,0-2-270,8 0 0,1-2 1,-6-3-2789,1 15-39,-27-39 2720,0 0 0,0 0 0</inkml:trace>
  <inkml:trace contextRef="#ctx0" brushRef="#br1" timeOffset="443138">8503 18168 10591,'-13'0'2519,"2"-16"-1080,27-11-784,2 1 0,7-10 1,5-4-1,0-1 0,-3 6-575,0 2 1,-1 3-1,1 0 1,1-3-231,-3 1 0,2-4 0,1-1 0,0 1 0,-2 2 0,-3 5-943,6-1 1,-3 4 0,-5 4-2185,4-11 2936,-3 17 1,-8 14 0,4-6 0</inkml:trace>
  <inkml:trace contextRef="#ctx0" brushRef="#br1" timeOffset="444058">9451 17498 8162,'-14'-37'3276,"9"27"-2081,6 27 1,4 17-949,-1 6 1,-1 10-1,0 4 1,0-4-204,-1-10 1,0-2 0,-1 1 0,1 2 9,-1 3 0,0 4 0,1 0 0,-1-4 0,-1-8-234,0 0 0,0-7-2338,0 0 2518,0-47 0,28-15 0,-11 14 0,0 1 0</inkml:trace>
  <inkml:trace contextRef="#ctx0" brushRef="#br1" timeOffset="445506">9882 17551 8162,'-7'-10'1080,"1"2"2196,1 0-2954,3 6 1027,15 23 0,13 13-2399,-1-11 1,4 0 0,-1 2 509,2 14 1,1-2 539,19-4 0,-12-19 0,-34-24 0,13-7 0</inkml:trace>
  <inkml:trace contextRef="#ctx0" brushRef="#br1" timeOffset="445927">10276 17551 7533,'1'-49'3276,"-24"88"0,5-12-2788,7 2 1,-1 12-1,-1 6 1,0 0 0,0-5-714,0-1 0,0-2 0,1-1 0,-1 1-338,-1 2 1,1 2 0,-1-2 0,1-3-531,-4 2 1,0-2 0,10-20 1011,18-32 1,11-21 0,20 9 0</inkml:trace>
  <inkml:trace contextRef="#ctx0" brushRef="#br1" timeOffset="446417">10386 17974 8522,'15'4'3276,"2"41"-2845,-12-8 0,-6 2-2070,-12 4 1,-7-5 1591,-1-14 1,-2-5 0,-6-3 0,38-16 0</inkml:trace>
  <inkml:trace contextRef="#ctx0" brushRef="#br1" timeOffset="448158">10743 17692 7533,'-19'-10'-450,"2"2"3328,10 8 398,1-16-1676,30 10 1,7 1-1601,-6-13-60,15 12 0,13 3 0,-7 4 60,-19 3 0,-1 0-495,18 0 0,-6 2 405,-17 4-899,-43 29 719,1-8 315,4-1 0,-5 8 0,-2 3 0,1-3 674,-1 1 1,1-2 0,-1 1-600,-2 4 0,0 1 0,3-3-300,-4 11 0,10-15 719,15-31-449,2 19 1529,46-32-1919,-10 3 0,6 0 1,0-3-794,-2-2 1,0-3 0,-1 1 55,2 4 1,0 2 0,-7-1 1036,10-9 0,-62 18 0,-8 6 0</inkml:trace>
  <inkml:trace contextRef="#ctx0" brushRef="#br1" timeOffset="448667">10707 17956 8342,'-34'-17'3276,"17"7"-1638,39 8 0,17 4 0,7 3 0,7 0-2458,-12-5 1,5-1 0,1-2 0,-4 1 350,1-2 1,-4 0 0,-2 0 0,12 0 0,-18 4 0,-30 4 0</inkml:trace>
  <inkml:trace contextRef="#ctx0" brushRef="#br1" timeOffset="449553">11396 17515 7533,'0'-35'1259,"0"8"-180,0 1 810,22 16-251,7 35 0,2 21-1124,-17-13 0,-3 7 0,-1 4 1,-1 2-1,-2-1-724,-1-5 0,0 2 0,-2 0 0,-1 1 0,-1-1 1,-2 0-277,-1 6 0,0 2 0,-3-1 1,-2-3-1,-2-4-504,-8 9 1,-4-5 0,0-14 989,-11-16 0,37-16 0,14 0 0</inkml:trace>
  <inkml:trace contextRef="#ctx0" brushRef="#br1" timeOffset="450790">12872 17956 7533,'-24'-15'3276,"10"11"0,3-28 0,60 29-1231,-20-13-2585,6 16 0,12 6 1,4 1-1,-5-4-553,-4-10 1,-3-2 0,-1 5 623,3 13 1,0 6 0,-7-6 0,9-11 0,-71 24 0,1-1 0</inkml:trace>
  <inkml:trace contextRef="#ctx0" brushRef="#br1" timeOffset="451186">12872 18203 7533,'-30'0'3276,"15"0"-1638,48 0 0,22 0-764,-23 0 0,2 0 0,2 0-874,7 1 0,4 0 0,0-1 0,-6-2 0,8-4 0,-8-3 0,-13-1 0,-1 0 0</inkml:trace>
  <inkml:trace contextRef="#ctx0" brushRef="#br1" timeOffset="452271">14644 17833 7173,'-12'-28'3276,"0"3"-1425,5 39-1192,5 17 1,3 13 0,0 4-413,-1-2 0,0 3 1,0 2-1,1-1-562,0-1 0,1 0 1,0-1-1,-1-2-778,-3 15 1,0-3 0,6-28 991,1-30 1,8-31 0,-4 0 0,1 1 0</inkml:trace>
  <inkml:trace contextRef="#ctx0" brushRef="#br1" timeOffset="452751">14582 17674 7533,'13'-45'1092,"-1"0"0,26 22 0,11 15-273,-15 12 0,3 7 0,0 6 0,-3 4-164,-2 5 1,-1 5 0,-5 5-1,-7 0-948,-8 2 1,-5 2 0,-5 0 0,-8-3-308,-15 4 1,-10-5-1,-3-5-420,-1-10 1,-3-4 0,3-6 1019,-6-5 0,18-7 0,49-6 0,8 7 0,0 0 0</inkml:trace>
  <inkml:trace contextRef="#ctx0" brushRef="#br1" timeOffset="453643">15518 17639 7533,'3'-45'2338,"-44"57"-1918,11 7 0,-3 9 0,1 5 83,9-3 1,-1 4 0,2 3-1,4 1 1,6 1-905,7 3 1,7 3-1,4 0 1,0-1-1,-2-2 401,-6-2 0,-2 0 0,3-3 0,10-3-820,19 1 1,13-2 0,2-4 0,-11-7 414,3 6 0,11-24 0,-42-8 0</inkml:trace>
  <inkml:trace contextRef="#ctx0" brushRef="#br1" timeOffset="454143">15740 17798 7533,'-7'-36'1889,"2"17"629,15 42-1214,1 13 1,3 9-1961,0-13 1,4 6-1,2 1 1,-1-1 0,-3-3 30,0 3 0,-3-2 1,4 0-173,2-1 0,5 3 0,-1-5 0,-6-12-1632,-3-13 2429,-2-8 0,-17 0 0,-9 0 0</inkml:trace>
  <inkml:trace contextRef="#ctx0" brushRef="#br1" timeOffset="454587">15628 18292 6903,'-25'0'1638,"35"-26"0,17-11-983,-4 13 0,6-2 1,3-1-1,2-1 0,-2 0-257,3-5 1,0-1 0,1-1-1,0 0 1,0 1-1055,1 1 1,1-1-1,-1 1 1,-1 1 0,-4 3 361,4-2 1,-3 2 0,-10 5 0,-6 1-1,-17 23 1</inkml:trace>
  <inkml:trace contextRef="#ctx0" brushRef="#br1" timeOffset="455406">16528 17727 7533,'5'-41'2608,"1"10"668,6 11-2036,-7 40 1,-3 19-927,1-3 1,-2 8 0,1 3 0,-2 0-477,-1-6 0,-2 1 0,0 0 0,1 0 1,0-1-357,1 5 1,0 0 0,1-3 0,-1-4-743,-5 17 1,6-23 1259,18-45 0,-5-11 0,1-5 0,4 0 0,1 1 0</inkml:trace>
  <inkml:trace contextRef="#ctx0" brushRef="#br1" timeOffset="456501">17057 17833 6993,'-14'-20'2698,"-3"-11"-719,16 19 0,12-21-809,26 21-631,8 6 1,6 4-360,-15 6 0,2 3 0,-2 0-360,0-1 0,-1 0 0,-3 2 45,5 2 0,-15 5-180,-33 4 0,-13 3-15,-2 2 1,-4 3-1,-2 1 487,3-4 1,-2 1-1,-1 1 1,2 0 201,-1 1 1,0 0 0,2 0 0,2 0-240,1 3 0,3-1 0,4-2 104,1 2 1,12-5 1215,47 4-1306,-13-18 1,5-4-315,7-8 0,5-5 1,-1 0-751,-4 3 1,0 0-1,-2 0-163,0-2 1,-1 0 0,-4 0-547,1 2 1,-9 1 1275,-15 3 0,-34-8 1,-2-2-1</inkml:trace>
  <inkml:trace contextRef="#ctx0" brushRef="#br1" timeOffset="456972">17032 18045 7533,'-41'-8'3276,"23"6"-1638,52 1 0,24 2-1874,-19-1 1,2 1 0,3 0-585,-1 0 1,2 2 0,1-1 0,-4 0 555,0-1 1,-3-1 0,-7-1 0,-3-7-1,-25-2 1</inkml:trace>
  <inkml:trace contextRef="#ctx0" brushRef="#br1" timeOffset="457718">17782 17515 7533,'6'-47'1092,"15"66"0,10 23 0,-5-3 546,-10-17 0,-2 5-1715,-5 4 1,1 10 0,-1 8 0,0 4 0,-2 1 0,-1-3 0,-2-6 0,-2-10-14,-4 9 0,-7-2-379,-1-7 1,-4 8 0,-4 5 0,0 1 0,-1-4 0,1-7 0,3-12-2587,-18 6 3215,2-9 1,-6 3-1,18-3 1,35 3-1,4 1 1</inkml:trace>
  <inkml:trace contextRef="#ctx0" brushRef="#br1" timeOffset="462851">6867 17110 7533,'-7'-28'-1170,"13"11"1170,23 9 90,-2 11 0,3 2 90,13-4 0,5 0-90,-3 1 0,3 1 0,-1-1-366,-7-1 0,-1-1 0,2-1 343,3 1 1,4 0-1,0 0 1,-2 0-181,1 1 1,-1-1-1,4-1 149,-6 0 0,4 0 0,2-1 0,1 0 0,-2 1-190,-2 0 1,-2 1 0,0 0 0,3 0 0,4-1 133,-8-1 0,2-1 0,3-1 0,2 0 0,1 0 0,0 0 0,0 0 0,-1 0 0,-1 1-165,-4 1 0,0 1 0,-1-1 0,0 1 1,0 0-1,0 0 0,2 0 0,0-1 1,2 0 184,-6-1 0,1 0 0,1 0 0,1 0 0,0-1 0,1 1 0,0-1 0,1 0 0,-1 0 0,1 1 0,0-1 0,0 0 41,-1 1 1,1 0-1,0-1 1,0 1-1,0-1 1,1 1-1,-1-1 1,1 1-1,0 0 1,0-1-1,1 1 1,-1 0-1,0 0-29,-2 1 1,0-1 0,1 1 0,-1-1 0,1 1 0,0 0 0,0 0 0,-1 0 0,1 0 0,0 0 0,0 0-1,0-1 1,0 1 0,1 0-20,0 0 1,0-1-1,1 0 1,1 1 0,-1-1-1,1 0 1,-1 1 0,0-1-1,0 1 1,-1-1-1,-1 1 1,-1 0 0,-1 0-1,-1 1 7,4-1 0,-2 1 0,-1 0 0,-1 0 0,-1 0 0,0 1 0,0-1 0,0 1 0,1-1 0,1 1 9,2-1 0,1 1 0,0 0 0,0 1 0,1-1 0,0 0 0,-1 0 0,0 0 0,0 0 0,0 0-18,-4-1 0,0 1 0,0-1 0,-1 0 0,0 0 0,1 0 0,0 0 0,0 0 0,2 1 0,1-1-5,-4 1 0,1-1 0,0 1 0,0 0 1,1 0-1,1-1 0,0 1 0,0 0 1,2 0-1,0 0 0,0 0 0,1 0 0,1 0 14,-6 0 0,0 0 0,2 0 0,0-1 0,1 1 0,0 0 0,1 0 0,1 0 0,-1-1 0,1 1 0,-1 0 0,0 0 0,0 0 0,0 0 0,-2 1 0,0-1 0,-1 0 0,-1 1-142,8 0 1,-1 0-1,-1 0 1,-1 0-1,-1 1 1,0-1-1,0 0 1,0 1-1,-1 0 1,1-1 0,1 1-1,0-1 1,0 1 141,-3-1 0,0 0 0,1 0 0,-1 0 0,1 0 0,1 1 0,-1-1 0,0 0 0,0 0 0,0 0 0,0 1 0,-1-1 0,-1 1 0,0-1 0,-1 1 0,6 1 0,-1-1 0,-1 1 0,1 0 0,-2 0 0,1 0 0,-1 0 0,-1 0 0,0 0 0,0 0 0,-1-1 0,0 1-82,3-1 1,0 0 0,-2 0 0,0 0 0,0 0 0,-1-1 0,1 1 0,-1 0 0,1 0 0,0 0 81,2 0 0,0 1 0,-1-1 0,1 1 0,0-1 0,0 1 0,0 0 0,-1-1 0,0 1 0,0 0-37,1-1 0,1 1 0,0 0 1,-1 0-1,0 0 0,-1 0 0,0 0 1,-1-1-1,-1 1 88,5 0 0,-2 0 1,0-1-1,-1 1 1,-1 0-1,1 0 1,0 0 52,0 0 0,2 0 1,-1 1-1,0-1 1,-2 1-1,-1 0 1,-4 0-83,10 2 1,-4 1-1,-2-1 1,-3 1 449,1-2 0,-2 0 0,-7 4-1552,-5 11 1,-9 1 1079,-8 1 0,-3 3 0,-3-17 0</inkml:trace>
  <inkml:trace contextRef="#ctx0" brushRef="#br1" timeOffset="465796">18718 17163 6183,'-20'-26'0,"8"14"810,7-27-90,10 25-451,2-19-808,5 23 1168,-5 42-359,-3 2 0,-2 12-219,-4-9 0,-2 7 1,-1 6-1,-1 3 1,0 1-1,0-1 1,2-5-82,1-2 0,1-3 0,1-1 0,-1 1 0,0 2 0,-2 3-79,0-3 1,-1 4 0,-1 3 0,-1 1-1,1 1 1,0-2 0,1-1 0,1-4 0,2-3 0,3 3 0,2-3 0,0-3 0,1 0 0,-1-1-140,-2 10 1,-2 0 0,2-4 0,3-6 426,7 0 1,2-7 720,4 8 179,-16-33-1618,5-8 179,-17 0 540,-24 0 114,4 2 1,-6 1 0,-8 0-183,7-3 0,-6 0 1,-5-1-1,-3 0 1,-2-1-1,0 1 1,1 0-1,2 1-112,4 0 0,1 1 0,0 0 0,0 0 0,-1 0 0,0 0 0,-3-1 0,-1 1-178,6-1 1,-1-1 0,-3 1 0,0-1 0,-2 0 0,1 0 0,-2 0-1,2 0 1,-1 1 0,2-1 0,1 0 0,1 1 227,-4 0 0,0-1 0,1 1 0,2 0 0,-1 0 0,1 0 0,0 0 0,0 0 0,-2 1-68,5-1 0,0 1 0,0-1 0,-1 1 0,1 0 0,0-1 0,-1 1 0,1 0 0,0 0 0,0 1-93,-4-1 1,1 1 0,1 0 0,-1-1 0,0 1 0,0 1 0,0-1 0,-1 0 0,-1 0 77,4 1 0,0-1 1,-1 0-1,0 1 0,0-1 1,-1 1-1,0-1 0,0 1 1,1 0-1,0-1 0,0 1 24,-2 0 0,0-1 0,1 1 0,-1 0 0,1 0 0,0-1 0,-1 1 0,1 0 0,-1 0 0,-1-1-73,3 1 0,-1-1 0,-1 1 0,0-1 0,1 0 0,-1 1 1,0-1-1,0 0 0,0 1 0,1-1 0,0 0 122,2 0 1,1-1 0,0 1 0,1 0 0,0 0 0,-1-1 0,0 1 0,0-1 0,-2 1 0,0-1 0,-2 0-47,5 0 0,-1 0 0,-1 0 0,-1 0 0,-1 0 0,-1-1 0,0 1 0,0-1 0,0 1 0,1-1 0,0 1 0,0-1 0,2 1 0,0 0 0,2-1-3,-5 1 1,2 0 0,1 0 0,1 0 0,1 0 0,0 0 0,-1-1-1,-1 1 1,-1 0 0,-2-1 0,-3 0 48,9 0 0,-3-1 0,-1 1 0,-3-1 0,0 0 0,-1 0 0,-2 0 0,1 0 0,-1 0 0,0 0 0,1 0 0,0 0 0,1 0 0,2 0 0,1 0 0,1 0 0,3 0 0,2 0-70,-14 1 0,3-1 0,4 1 0,2 0 0,0-1 0,0 1 0,-1 0 0,-2-1 0,-3 0 23,8 1 1,-1-1-1,-3-1 1,0 1-1,-2-1 1,0 1 0,0-1-1,-1 1 1,1 0-1,1-1 1,1 1 0,1 1-1,3-1 1,1 1 6,-6 0 0,4 0 0,1 1 0,2 0 0,0 0 0,0 1 0,-1-1 0,-3 0 0,-2 0 25,6-1 1,-2 0 0,-3 0-1,0 0 1,-2 1 0,0-1 0,-1 0-1,0 0 1,1 0 0,0 0-1,2 0 1,1 0 0,1 0 0,3 0-46,-7 1 0,3 0 0,2 0 0,1 0 0,0 0 0,1 0 0,-2 0 0,-1 0 0,-3-1 6,6 0 0,-3 0 0,-1 0 0,-2-1 0,-1 0 1,0 1-1,0-1 0,1 0 0,1 0 0,2 0 0,2 1 1,2-1-1,4 0 41,-10 1 1,4 0-1,3 0 1,2-1-1,-1 1 1,-2 0-58,-5-2 0,-1 1 0,-1-1 0,1 1 0,1 0 0,4 0-60,-2 0 0,4 1 0,0 0 0,-4 1-112,2 0 0,-5 0 0,-2 0 0,1 1 0,3-1 0,6 1 202,-5-2 0,6 1 0,-4-1 177,-4 2 0,-8 0 0,-1 0 0,7-1 0,14 0 93,4-1 386,-3 2 1,5-4-927,18-6 15,11 7 705,-6-15 2312,-1 6-2851,-11 0-1,-1 2 90,0 8 449,6 0-898,8 0 359,5 0 1349,0 0-2069,-5 0 1350,4-7-225,-2-17 0,1-9-225,3-1 0,1-5 0,0-4-252,-4 3 0,0-3 0,-2-3 0,1 0 0,-1 2 297,-1-5 0,0 1 0,0 1 0,-1-1-46,0 5 1,0-2 0,-1 1 0,0 2 0,0 4-90,-1-4 0,-1 5 0,1 0 30,2 2 0,0 0 0,2 1 60,0-6 0,1 0-45,-3-3 0,0 0 45,2 3 0,1-1-90,4 2 0,1-2 0,1 2-135,-2-2 0,0 2-315,3 4 1,0 0-1,-1 5 450,-3-8 0,22 21 0,6 19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79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661" r:id="rId2"/>
    <p:sldLayoutId id="2147483681" r:id="rId3"/>
    <p:sldLayoutId id="2147483672" r:id="rId4"/>
    <p:sldLayoutId id="2147483662" r:id="rId5"/>
    <p:sldLayoutId id="2147483663" r:id="rId6"/>
    <p:sldLayoutId id="2147483673" r:id="rId7"/>
    <p:sldLayoutId id="2147483680" r:id="rId8"/>
    <p:sldLayoutId id="2147483674" r:id="rId9"/>
    <p:sldLayoutId id="2147483710" r:id="rId10"/>
    <p:sldLayoutId id="2147483675" r:id="rId11"/>
    <p:sldLayoutId id="2147483736" r:id="rId12"/>
    <p:sldLayoutId id="2147483676" r:id="rId13"/>
    <p:sldLayoutId id="2147483677" r:id="rId1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EE68711-7769-3453-19DD-2CCC9433D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985" y="1318985"/>
            <a:ext cx="4220029" cy="422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590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A895E-1EAA-44A2-FB0E-BBBFEE03B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D44EA-7AFB-5579-4377-75C08919BA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EB055-0F82-6583-C82C-8FF0F4976E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047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3CE4-0F52-90C9-A39B-8038F1F2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969487" cy="632219"/>
          </a:xfrm>
        </p:spPr>
        <p:txBody>
          <a:bodyPr/>
          <a:lstStyle/>
          <a:p>
            <a:r>
              <a:rPr lang="en-US" dirty="0"/>
              <a:t>Introduction to Probabilistic Reasoning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575F1-7E0C-85E9-02FA-D94661C6B1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Logic and Knowledge Graphs are about statements of fact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Helvetica" pitchFamily="2" charset="0"/>
              </a:rPr>
              <a:t>Do we always have complete knowledge about the world?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Helvetica" pitchFamily="2" charset="0"/>
              </a:rPr>
              <a:t>Are our “facts” always precise?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Helvetica" pitchFamily="2" charset="0"/>
              </a:rPr>
              <a:t>Logic can handle incomplete 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Helvetica" pitchFamily="2" charset="0"/>
              </a:rPr>
              <a:t>It cannot handle uncertain knowledge</a:t>
            </a:r>
            <a:endParaRPr lang="en-US" sz="3200" dirty="0">
              <a:solidFill>
                <a:schemeClr val="tx2"/>
              </a:solidFill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EF18B-A327-DC8A-86F1-4986E13DF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579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3CE4-0F52-90C9-A39B-8038F1F2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969487" cy="632219"/>
          </a:xfrm>
        </p:spPr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575F1-7E0C-85E9-02FA-D94661C6B1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You have previously studied some elementary forms of probabilistic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are now going to build up the </a:t>
            </a:r>
            <a:r>
              <a:rPr lang="en-US" sz="2400" b="1" dirty="0">
                <a:solidFill>
                  <a:schemeClr val="tx2"/>
                </a:solidFill>
              </a:rPr>
              <a:t>Bayesian Network</a:t>
            </a:r>
            <a:r>
              <a:rPr lang="en-US" sz="2400" dirty="0">
                <a:solidFill>
                  <a:schemeClr val="tx2"/>
                </a:solidFill>
              </a:rPr>
              <a:t>, a probabilistic representation that is an attempt to model the </a:t>
            </a:r>
            <a:r>
              <a:rPr lang="en-US" sz="2400" i="1" dirty="0">
                <a:solidFill>
                  <a:schemeClr val="tx2"/>
                </a:solidFill>
              </a:rPr>
              <a:t>causal relationships</a:t>
            </a:r>
            <a:r>
              <a:rPr lang="en-US" sz="2400" dirty="0">
                <a:solidFill>
                  <a:schemeClr val="tx2"/>
                </a:solidFill>
              </a:rPr>
              <a:t> between a set of random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will first need to remind ourselves of some basic concepts from probability theory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EF18B-A327-DC8A-86F1-4986E13DF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266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BF46-C9BA-FDB1-FFBF-71E676D4C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043530" cy="632219"/>
          </a:xfrm>
        </p:spPr>
        <p:txBody>
          <a:bodyPr/>
          <a:lstStyle/>
          <a:p>
            <a:r>
              <a:rPr lang="en-US" dirty="0"/>
              <a:t>The Joint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8DC76-85D1-A9CF-3E64-F4E9DC6B1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56DAE-2A80-2C31-E305-938C4EF6DB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0EC0CE9-5C6D-17BD-79B7-F6C9AD32A760}"/>
                  </a:ext>
                </a:extLst>
              </p14:cNvPr>
              <p14:cNvContentPartPr/>
              <p14:nvPr/>
            </p14:nvContentPartPr>
            <p14:xfrm>
              <a:off x="468720" y="846720"/>
              <a:ext cx="11264040" cy="5795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0EC0CE9-5C6D-17BD-79B7-F6C9AD32A7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2520" y="830520"/>
                <a:ext cx="11296440" cy="582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6066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CE61-4EAA-0D3E-D7CB-061BCA3EB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Sum Rule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8FBA1-C2B2-F83C-5002-7FED28133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29A53-5D7D-9928-9391-BC2924DC4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251D983-96E4-1FD8-7CFE-E515FB702ADE}"/>
                  </a:ext>
                </a:extLst>
              </p14:cNvPr>
              <p14:cNvContentPartPr/>
              <p14:nvPr/>
            </p14:nvContentPartPr>
            <p14:xfrm>
              <a:off x="339480" y="1148760"/>
              <a:ext cx="8548200" cy="5512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251D983-96E4-1FD8-7CFE-E515FB702A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3280" y="1132560"/>
                <a:ext cx="8580600" cy="554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866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74FC3-5F0E-04BF-2FDA-4DE905636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301948" cy="632219"/>
          </a:xfrm>
        </p:spPr>
        <p:txBody>
          <a:bodyPr/>
          <a:lstStyle/>
          <a:p>
            <a:r>
              <a:rPr lang="en-US" dirty="0"/>
              <a:t>Conditional Probability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027DF-B521-A070-0938-E862F1C8C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7A66E-AD57-6302-0635-DBC801F52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0CF74BA-808A-FDD6-CFBF-33E3B642E341}"/>
                  </a:ext>
                </a:extLst>
              </p14:cNvPr>
              <p14:cNvContentPartPr/>
              <p14:nvPr/>
            </p14:nvContentPartPr>
            <p14:xfrm>
              <a:off x="373680" y="1104840"/>
              <a:ext cx="10107000" cy="5200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0CF74BA-808A-FDD6-CFBF-33E3B642E3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7480" y="1088640"/>
                <a:ext cx="10139400" cy="523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880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3527-881F-FE12-6363-15F268BFB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Product Rule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C6687-5146-307B-7B4F-C79C046880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C86FC-1F9E-147D-5F94-62F9A475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FE1B52C-88EE-A635-227B-F1CF5FB2EF1C}"/>
                  </a:ext>
                </a:extLst>
              </p14:cNvPr>
              <p14:cNvContentPartPr/>
              <p14:nvPr/>
            </p14:nvContentPartPr>
            <p14:xfrm>
              <a:off x="979200" y="1551600"/>
              <a:ext cx="8295840" cy="4129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FE1B52C-88EE-A635-227B-F1CF5FB2EF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3000" y="1535400"/>
                <a:ext cx="8328240" cy="416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1585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A2A3E-25AD-87E0-E74C-A910C0A1A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196F2-278F-DC94-7A7D-6A5B863E5B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B5CF6-8965-2C8F-78CE-3713F79B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096DA8E-B4CE-70DA-2C74-A094A935BDF0}"/>
                  </a:ext>
                </a:extLst>
              </p14:cNvPr>
              <p14:cNvContentPartPr/>
              <p14:nvPr/>
            </p14:nvContentPartPr>
            <p14:xfrm>
              <a:off x="412920" y="1167840"/>
              <a:ext cx="6316920" cy="2921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096DA8E-B4CE-70DA-2C74-A094A935BD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6720" y="1151640"/>
                <a:ext cx="6349320" cy="295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8797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FE586-309D-8744-0C5B-B06AF8DE1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Rule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C2D87-C1F4-9022-AD15-FB19642BEB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39F3B-2DCB-DEB2-0222-34AF3B454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0E4995C-95F0-54EA-EB36-A5B2F5038B7E}"/>
                  </a:ext>
                </a:extLst>
              </p14:cNvPr>
              <p14:cNvContentPartPr/>
              <p14:nvPr/>
            </p14:nvContentPartPr>
            <p14:xfrm>
              <a:off x="679320" y="1276200"/>
              <a:ext cx="10510200" cy="5382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0E4995C-95F0-54EA-EB36-A5B2F5038B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3120" y="1260000"/>
                <a:ext cx="10542600" cy="542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5979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05768-CB83-BDA7-55F3-33E066556F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/>
              <a:t>Exercises 13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EC4CF-A3FF-1C1C-ED09-BF357DCE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865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77C74-EC62-C991-E79D-440646E69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8514522" cy="632219"/>
          </a:xfrm>
        </p:spPr>
        <p:txBody>
          <a:bodyPr/>
          <a:lstStyle/>
          <a:p>
            <a:r>
              <a:rPr lang="en-US" dirty="0"/>
              <a:t>Conditional 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D87D7-1E90-CF51-F013-65F4D505E1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Independence is a powerful and useful assumption in many problems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But it does not apply in all situations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Joint distribution is hard to work with in large problems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we give the joint distribution some structure akin to independence but more general?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1C824-B7B7-B3C2-57E0-87200242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609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3E082-6CDB-F567-8D7A-A656A59D4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458307" cy="632219"/>
          </a:xfrm>
        </p:spPr>
        <p:txBody>
          <a:bodyPr/>
          <a:lstStyle/>
          <a:p>
            <a:r>
              <a:rPr lang="en-US" dirty="0"/>
              <a:t>Conditional 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BD9C7-6720-6AAB-489C-E399E5E9E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912E2-11F4-ECCF-00A4-B3DBB95BA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9C86ECE-B9F9-2B85-B43B-8A2EB7D621C4}"/>
                  </a:ext>
                </a:extLst>
              </p14:cNvPr>
              <p14:cNvContentPartPr/>
              <p14:nvPr/>
            </p14:nvContentPartPr>
            <p14:xfrm>
              <a:off x="303120" y="1206360"/>
              <a:ext cx="11320560" cy="5430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9C86ECE-B9F9-2B85-B43B-8A2EB7D621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6920" y="1190160"/>
                <a:ext cx="11352960" cy="546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0703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1E9C1-4FA7-7F92-91B3-CAC8FAB85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B93F2-9ECD-0BB7-DF82-C80559E79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458307" cy="632219"/>
          </a:xfrm>
        </p:spPr>
        <p:txBody>
          <a:bodyPr/>
          <a:lstStyle/>
          <a:p>
            <a:r>
              <a:rPr lang="en-US" dirty="0"/>
              <a:t>Conditional 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595C9-7D15-9544-6C3A-F3886F19B5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9C23B-3F6A-C29C-F063-3A1C60854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9E69AE6-62CC-8C94-4F48-39FC153D22E5}"/>
                  </a:ext>
                </a:extLst>
              </p14:cNvPr>
              <p14:cNvContentPartPr/>
              <p14:nvPr/>
            </p14:nvContentPartPr>
            <p14:xfrm>
              <a:off x="180720" y="644040"/>
              <a:ext cx="11917080" cy="6144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9E69AE6-62CC-8C94-4F48-39FC153D22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520" y="627840"/>
                <a:ext cx="11949480" cy="617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2992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DC5CC-2D96-6F8E-0B33-E2300D5B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07B8-DCC8-3B53-5CFF-A2050B4B1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458307" cy="632219"/>
          </a:xfrm>
        </p:spPr>
        <p:txBody>
          <a:bodyPr/>
          <a:lstStyle/>
          <a:p>
            <a:r>
              <a:rPr lang="en-US" dirty="0"/>
              <a:t>Conditional 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12F59-3179-CCC2-469A-AFA6AE6D4A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00338-386D-C2A7-8AE1-F97BA06CC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876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A1384-2F7E-A501-5A1F-4B7DA143A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377791" cy="632219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  <a:effectLst/>
              </a:rPr>
              <a:t>Exercises 14: Conditional Independence</a:t>
            </a:r>
            <a:br>
              <a:rPr lang="en-GB" b="0" dirty="0">
                <a:solidFill>
                  <a:schemeClr val="bg1"/>
                </a:solidFill>
                <a:effectLst/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FBBCA-F8A2-36D8-1849-B9716013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557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9725</TotalTime>
  <Words>184</Words>
  <Application>Microsoft Macintosh PowerPoint</Application>
  <PresentationFormat>Widescreen</PresentationFormat>
  <Paragraphs>51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Introduction to Probabilistic Reasoning</vt:lpstr>
      <vt:lpstr>Recap</vt:lpstr>
      <vt:lpstr>The Joint Distribution</vt:lpstr>
      <vt:lpstr>The Sum Rule</vt:lpstr>
      <vt:lpstr>Conditional Probability</vt:lpstr>
      <vt:lpstr>The Product Rule</vt:lpstr>
      <vt:lpstr>Independence</vt:lpstr>
      <vt:lpstr>Bayes Rule</vt:lpstr>
      <vt:lpstr>PowerPoint Presentation</vt:lpstr>
      <vt:lpstr>Conditional Independence</vt:lpstr>
      <vt:lpstr>Conditional Independence</vt:lpstr>
      <vt:lpstr>Conditional Independence</vt:lpstr>
      <vt:lpstr>Conditional Independence</vt:lpstr>
      <vt:lpstr>Exercises 14: Conditional Independence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MSc Artificial Intelligence</dc:title>
  <dc:creator>Iain Styles (Computer Science)</dc:creator>
  <cp:lastModifiedBy>Iain Styles</cp:lastModifiedBy>
  <cp:revision>6</cp:revision>
  <cp:lastPrinted>2023-11-27T07:54:23Z</cp:lastPrinted>
  <dcterms:created xsi:type="dcterms:W3CDTF">2023-11-22T06:43:35Z</dcterms:created>
  <dcterms:modified xsi:type="dcterms:W3CDTF">2025-11-03T15:59:10Z</dcterms:modified>
</cp:coreProperties>
</file>