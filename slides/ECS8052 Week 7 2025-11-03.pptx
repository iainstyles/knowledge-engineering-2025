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322" r:id="rId2"/>
    <p:sldId id="369" r:id="rId3"/>
    <p:sldId id="320" r:id="rId4"/>
    <p:sldId id="323" r:id="rId5"/>
    <p:sldId id="324" r:id="rId6"/>
    <p:sldId id="325" r:id="rId7"/>
    <p:sldId id="326" r:id="rId8"/>
    <p:sldId id="329" r:id="rId9"/>
    <p:sldId id="330" r:id="rId10"/>
    <p:sldId id="327" r:id="rId11"/>
    <p:sldId id="328" r:id="rId12"/>
    <p:sldId id="331" r:id="rId13"/>
    <p:sldId id="364" r:id="rId14"/>
    <p:sldId id="365" r:id="rId15"/>
    <p:sldId id="366" r:id="rId16"/>
    <p:sldId id="367" r:id="rId17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8C390D-C9AD-E44F-A86A-EA9EEFC4BC0F}" v="1" dt="2025-11-01T17:00:42.5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320" autoAdjust="0"/>
    <p:restoredTop sz="96327" autoAdjust="0"/>
  </p:normalViewPr>
  <p:slideViewPr>
    <p:cSldViewPr snapToGrid="0" snapToObjects="1" showGuides="1">
      <p:cViewPr varScale="1">
        <p:scale>
          <a:sx n="131" d="100"/>
          <a:sy n="131" d="100"/>
        </p:scale>
        <p:origin x="232" y="176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96" d="100"/>
          <a:sy n="96" d="100"/>
        </p:scale>
        <p:origin x="3600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custSel addSld delSld modSld">
      <pc:chgData name="Iain Styles" userId="befbdaae-53f8-4d26-a8dc-3366b09f768a" providerId="ADAL" clId="{5E0D2633-D8F6-500D-A7FC-C9CB56BC4BFB}" dt="2025-11-02T20:37:40.901" v="87" actId="2696"/>
      <pc:docMkLst>
        <pc:docMk/>
      </pc:docMkLst>
      <pc:sldChg chg="del">
        <pc:chgData name="Iain Styles" userId="befbdaae-53f8-4d26-a8dc-3366b09f768a" providerId="ADAL" clId="{5E0D2633-D8F6-500D-A7FC-C9CB56BC4BFB}" dt="2025-11-02T20:36:54.621" v="68" actId="2696"/>
        <pc:sldMkLst>
          <pc:docMk/>
          <pc:sldMk cId="4150415409" sldId="291"/>
        </pc:sldMkLst>
      </pc:sldChg>
      <pc:sldChg chg="del">
        <pc:chgData name="Iain Styles" userId="befbdaae-53f8-4d26-a8dc-3366b09f768a" providerId="ADAL" clId="{5E0D2633-D8F6-500D-A7FC-C9CB56BC4BFB}" dt="2025-11-02T20:36:54.610" v="63" actId="2696"/>
        <pc:sldMkLst>
          <pc:docMk/>
          <pc:sldMk cId="1421539638" sldId="292"/>
        </pc:sldMkLst>
      </pc:sldChg>
      <pc:sldChg chg="del">
        <pc:chgData name="Iain Styles" userId="befbdaae-53f8-4d26-a8dc-3366b09f768a" providerId="ADAL" clId="{5E0D2633-D8F6-500D-A7FC-C9CB56BC4BFB}" dt="2025-11-02T20:36:54.623" v="69" actId="2696"/>
        <pc:sldMkLst>
          <pc:docMk/>
          <pc:sldMk cId="1470489183" sldId="293"/>
        </pc:sldMkLst>
      </pc:sldChg>
      <pc:sldChg chg="del">
        <pc:chgData name="Iain Styles" userId="befbdaae-53f8-4d26-a8dc-3366b09f768a" providerId="ADAL" clId="{5E0D2633-D8F6-500D-A7FC-C9CB56BC4BFB}" dt="2025-11-02T20:36:54.596" v="57" actId="2696"/>
        <pc:sldMkLst>
          <pc:docMk/>
          <pc:sldMk cId="398589300" sldId="294"/>
        </pc:sldMkLst>
      </pc:sldChg>
      <pc:sldChg chg="del">
        <pc:chgData name="Iain Styles" userId="befbdaae-53f8-4d26-a8dc-3366b09f768a" providerId="ADAL" clId="{5E0D2633-D8F6-500D-A7FC-C9CB56BC4BFB}" dt="2025-11-02T20:36:54.643" v="73" actId="2696"/>
        <pc:sldMkLst>
          <pc:docMk/>
          <pc:sldMk cId="1411185995" sldId="295"/>
        </pc:sldMkLst>
      </pc:sldChg>
      <pc:sldChg chg="del">
        <pc:chgData name="Iain Styles" userId="befbdaae-53f8-4d26-a8dc-3366b09f768a" providerId="ADAL" clId="{5E0D2633-D8F6-500D-A7FC-C9CB56BC4BFB}" dt="2025-11-02T20:36:54.665" v="84" actId="2696"/>
        <pc:sldMkLst>
          <pc:docMk/>
          <pc:sldMk cId="1032005304" sldId="296"/>
        </pc:sldMkLst>
      </pc:sldChg>
      <pc:sldChg chg="del">
        <pc:chgData name="Iain Styles" userId="befbdaae-53f8-4d26-a8dc-3366b09f768a" providerId="ADAL" clId="{5E0D2633-D8F6-500D-A7FC-C9CB56BC4BFB}" dt="2025-11-02T20:36:54.653" v="75" actId="2696"/>
        <pc:sldMkLst>
          <pc:docMk/>
          <pc:sldMk cId="2457757937" sldId="297"/>
        </pc:sldMkLst>
      </pc:sldChg>
      <pc:sldChg chg="del">
        <pc:chgData name="Iain Styles" userId="befbdaae-53f8-4d26-a8dc-3366b09f768a" providerId="ADAL" clId="{5E0D2633-D8F6-500D-A7FC-C9CB56BC4BFB}" dt="2025-11-02T20:36:54.612" v="64" actId="2696"/>
        <pc:sldMkLst>
          <pc:docMk/>
          <pc:sldMk cId="4015322719" sldId="298"/>
        </pc:sldMkLst>
      </pc:sldChg>
      <pc:sldChg chg="del">
        <pc:chgData name="Iain Styles" userId="befbdaae-53f8-4d26-a8dc-3366b09f768a" providerId="ADAL" clId="{5E0D2633-D8F6-500D-A7FC-C9CB56BC4BFB}" dt="2025-11-02T20:36:54.650" v="74" actId="2696"/>
        <pc:sldMkLst>
          <pc:docMk/>
          <pc:sldMk cId="3755702930" sldId="299"/>
        </pc:sldMkLst>
      </pc:sldChg>
      <pc:sldChg chg="del">
        <pc:chgData name="Iain Styles" userId="befbdaae-53f8-4d26-a8dc-3366b09f768a" providerId="ADAL" clId="{5E0D2633-D8F6-500D-A7FC-C9CB56BC4BFB}" dt="2025-11-02T20:36:54.624" v="70" actId="2696"/>
        <pc:sldMkLst>
          <pc:docMk/>
          <pc:sldMk cId="3481623430" sldId="300"/>
        </pc:sldMkLst>
      </pc:sldChg>
      <pc:sldChg chg="del">
        <pc:chgData name="Iain Styles" userId="befbdaae-53f8-4d26-a8dc-3366b09f768a" providerId="ADAL" clId="{5E0D2633-D8F6-500D-A7FC-C9CB56BC4BFB}" dt="2025-11-02T20:36:54.660" v="82" actId="2696"/>
        <pc:sldMkLst>
          <pc:docMk/>
          <pc:sldMk cId="3634755612" sldId="301"/>
        </pc:sldMkLst>
      </pc:sldChg>
      <pc:sldChg chg="del">
        <pc:chgData name="Iain Styles" userId="befbdaae-53f8-4d26-a8dc-3366b09f768a" providerId="ADAL" clId="{5E0D2633-D8F6-500D-A7FC-C9CB56BC4BFB}" dt="2025-11-02T20:36:54.657" v="79" actId="2696"/>
        <pc:sldMkLst>
          <pc:docMk/>
          <pc:sldMk cId="1003291711" sldId="302"/>
        </pc:sldMkLst>
      </pc:sldChg>
      <pc:sldChg chg="del">
        <pc:chgData name="Iain Styles" userId="befbdaae-53f8-4d26-a8dc-3366b09f768a" providerId="ADAL" clId="{5E0D2633-D8F6-500D-A7FC-C9CB56BC4BFB}" dt="2025-11-02T20:36:54.601" v="59" actId="2696"/>
        <pc:sldMkLst>
          <pc:docMk/>
          <pc:sldMk cId="1927035365" sldId="303"/>
        </pc:sldMkLst>
      </pc:sldChg>
      <pc:sldChg chg="del">
        <pc:chgData name="Iain Styles" userId="befbdaae-53f8-4d26-a8dc-3366b09f768a" providerId="ADAL" clId="{5E0D2633-D8F6-500D-A7FC-C9CB56BC4BFB}" dt="2025-11-02T20:36:54.624" v="71" actId="2696"/>
        <pc:sldMkLst>
          <pc:docMk/>
          <pc:sldMk cId="3598441698" sldId="305"/>
        </pc:sldMkLst>
      </pc:sldChg>
      <pc:sldChg chg="del">
        <pc:chgData name="Iain Styles" userId="befbdaae-53f8-4d26-a8dc-3366b09f768a" providerId="ADAL" clId="{5E0D2633-D8F6-500D-A7FC-C9CB56BC4BFB}" dt="2025-11-02T20:36:54.586" v="53" actId="2696"/>
        <pc:sldMkLst>
          <pc:docMk/>
          <pc:sldMk cId="532022837" sldId="306"/>
        </pc:sldMkLst>
      </pc:sldChg>
      <pc:sldChg chg="addSp delSp modSp mod chgLayout">
        <pc:chgData name="Iain Styles" userId="befbdaae-53f8-4d26-a8dc-3366b09f768a" providerId="ADAL" clId="{5E0D2633-D8F6-500D-A7FC-C9CB56BC4BFB}" dt="2025-11-01T17:00:50.820" v="14" actId="1076"/>
        <pc:sldMkLst>
          <pc:docMk/>
          <pc:sldMk cId="1861590098" sldId="322"/>
        </pc:sldMkLst>
        <pc:spChg chg="del mod ord">
          <ac:chgData name="Iain Styles" userId="befbdaae-53f8-4d26-a8dc-3366b09f768a" providerId="ADAL" clId="{5E0D2633-D8F6-500D-A7FC-C9CB56BC4BFB}" dt="2025-11-01T17:00:29.880" v="6" actId="478"/>
          <ac:spMkLst>
            <pc:docMk/>
            <pc:sldMk cId="1861590098" sldId="322"/>
            <ac:spMk id="2" creationId="{E36DCACC-2CDA-1C55-2117-F9E8A8566363}"/>
          </ac:spMkLst>
        </pc:spChg>
        <pc:spChg chg="del mod ord">
          <ac:chgData name="Iain Styles" userId="befbdaae-53f8-4d26-a8dc-3366b09f768a" providerId="ADAL" clId="{5E0D2633-D8F6-500D-A7FC-C9CB56BC4BFB}" dt="2025-11-01T17:00:34.696" v="8" actId="478"/>
          <ac:spMkLst>
            <pc:docMk/>
            <pc:sldMk cId="1861590098" sldId="322"/>
            <ac:spMk id="3" creationId="{3429ABB4-EA91-78C2-71A1-2AF4CD4850CC}"/>
          </ac:spMkLst>
        </pc:spChg>
        <pc:spChg chg="del mod ord">
          <ac:chgData name="Iain Styles" userId="befbdaae-53f8-4d26-a8dc-3366b09f768a" providerId="ADAL" clId="{5E0D2633-D8F6-500D-A7FC-C9CB56BC4BFB}" dt="2025-11-01T17:00:41.265" v="10" actId="478"/>
          <ac:spMkLst>
            <pc:docMk/>
            <pc:sldMk cId="1861590098" sldId="322"/>
            <ac:spMk id="4" creationId="{63D884A6-77E3-CD57-06AE-550F9EDC595F}"/>
          </ac:spMkLst>
        </pc:spChg>
        <pc:spChg chg="add del mod">
          <ac:chgData name="Iain Styles" userId="befbdaae-53f8-4d26-a8dc-3366b09f768a" providerId="ADAL" clId="{5E0D2633-D8F6-500D-A7FC-C9CB56BC4BFB}" dt="2025-11-01T17:00:33.023" v="7" actId="478"/>
          <ac:spMkLst>
            <pc:docMk/>
            <pc:sldMk cId="1861590098" sldId="322"/>
            <ac:spMk id="6" creationId="{1AF602D7-C1F0-BBCA-6646-84B645283767}"/>
          </ac:spMkLst>
        </pc:spChg>
        <pc:spChg chg="add del mod">
          <ac:chgData name="Iain Styles" userId="befbdaae-53f8-4d26-a8dc-3366b09f768a" providerId="ADAL" clId="{5E0D2633-D8F6-500D-A7FC-C9CB56BC4BFB}" dt="2025-11-01T17:00:36.752" v="9" actId="478"/>
          <ac:spMkLst>
            <pc:docMk/>
            <pc:sldMk cId="1861590098" sldId="322"/>
            <ac:spMk id="8" creationId="{82402E77-D852-8D2F-5D20-597E90BE0A57}"/>
          </ac:spMkLst>
        </pc:spChg>
        <pc:picChg chg="add mod">
          <ac:chgData name="Iain Styles" userId="befbdaae-53f8-4d26-a8dc-3366b09f768a" providerId="ADAL" clId="{5E0D2633-D8F6-500D-A7FC-C9CB56BC4BFB}" dt="2025-11-01T17:00:50.820" v="14" actId="1076"/>
          <ac:picMkLst>
            <pc:docMk/>
            <pc:sldMk cId="1861590098" sldId="322"/>
            <ac:picMk id="9" creationId="{1EE68711-7769-3453-19DD-2CCC9433D1AE}"/>
          </ac:picMkLst>
        </pc:picChg>
      </pc:sldChg>
      <pc:sldChg chg="delSp mod">
        <pc:chgData name="Iain Styles" userId="befbdaae-53f8-4d26-a8dc-3366b09f768a" providerId="ADAL" clId="{5E0D2633-D8F6-500D-A7FC-C9CB56BC4BFB}" dt="2025-11-02T20:33:27.108" v="17" actId="478"/>
        <pc:sldMkLst>
          <pc:docMk/>
          <pc:sldMk cId="3396066720" sldId="324"/>
        </pc:sldMkLst>
        <pc:inkChg chg="del">
          <ac:chgData name="Iain Styles" userId="befbdaae-53f8-4d26-a8dc-3366b09f768a" providerId="ADAL" clId="{5E0D2633-D8F6-500D-A7FC-C9CB56BC4BFB}" dt="2025-11-02T20:33:27.108" v="17" actId="478"/>
          <ac:inkMkLst>
            <pc:docMk/>
            <pc:sldMk cId="3396066720" sldId="324"/>
            <ac:inkMk id="5" creationId="{AB61A209-D56E-A634-7407-B1A080371D24}"/>
          </ac:inkMkLst>
        </pc:inkChg>
      </pc:sldChg>
      <pc:sldChg chg="delSp mod">
        <pc:chgData name="Iain Styles" userId="befbdaae-53f8-4d26-a8dc-3366b09f768a" providerId="ADAL" clId="{5E0D2633-D8F6-500D-A7FC-C9CB56BC4BFB}" dt="2025-11-02T20:33:33.504" v="18" actId="478"/>
        <pc:sldMkLst>
          <pc:docMk/>
          <pc:sldMk cId="44866960" sldId="325"/>
        </pc:sldMkLst>
        <pc:inkChg chg="del">
          <ac:chgData name="Iain Styles" userId="befbdaae-53f8-4d26-a8dc-3366b09f768a" providerId="ADAL" clId="{5E0D2633-D8F6-500D-A7FC-C9CB56BC4BFB}" dt="2025-11-02T20:33:33.504" v="18" actId="478"/>
          <ac:inkMkLst>
            <pc:docMk/>
            <pc:sldMk cId="44866960" sldId="325"/>
            <ac:inkMk id="6" creationId="{20B9ECA3-4D75-7FDE-CB75-398E0BDB61A6}"/>
          </ac:inkMkLst>
        </pc:inkChg>
      </pc:sldChg>
      <pc:sldChg chg="delSp mod">
        <pc:chgData name="Iain Styles" userId="befbdaae-53f8-4d26-a8dc-3366b09f768a" providerId="ADAL" clId="{5E0D2633-D8F6-500D-A7FC-C9CB56BC4BFB}" dt="2025-11-02T20:33:36.838" v="19" actId="478"/>
        <pc:sldMkLst>
          <pc:docMk/>
          <pc:sldMk cId="1108801280" sldId="326"/>
        </pc:sldMkLst>
        <pc:inkChg chg="del">
          <ac:chgData name="Iain Styles" userId="befbdaae-53f8-4d26-a8dc-3366b09f768a" providerId="ADAL" clId="{5E0D2633-D8F6-500D-A7FC-C9CB56BC4BFB}" dt="2025-11-02T20:33:36.838" v="19" actId="478"/>
          <ac:inkMkLst>
            <pc:docMk/>
            <pc:sldMk cId="1108801280" sldId="326"/>
            <ac:inkMk id="6" creationId="{EE7D725C-01E8-4256-502F-3E068787260E}"/>
          </ac:inkMkLst>
        </pc:inkChg>
      </pc:sldChg>
      <pc:sldChg chg="delSp mod">
        <pc:chgData name="Iain Styles" userId="befbdaae-53f8-4d26-a8dc-3366b09f768a" providerId="ADAL" clId="{5E0D2633-D8F6-500D-A7FC-C9CB56BC4BFB}" dt="2025-11-02T20:33:44.932" v="22" actId="478"/>
        <pc:sldMkLst>
          <pc:docMk/>
          <pc:sldMk cId="2465979426" sldId="327"/>
        </pc:sldMkLst>
        <pc:inkChg chg="del">
          <ac:chgData name="Iain Styles" userId="befbdaae-53f8-4d26-a8dc-3366b09f768a" providerId="ADAL" clId="{5E0D2633-D8F6-500D-A7FC-C9CB56BC4BFB}" dt="2025-11-02T20:33:44.932" v="22" actId="478"/>
          <ac:inkMkLst>
            <pc:docMk/>
            <pc:sldMk cId="2465979426" sldId="327"/>
            <ac:inkMk id="6" creationId="{AA0CA238-874E-E6C7-EDF7-F81916DD1B42}"/>
          </ac:inkMkLst>
        </pc:inkChg>
      </pc:sldChg>
      <pc:sldChg chg="modSp mod">
        <pc:chgData name="Iain Styles" userId="befbdaae-53f8-4d26-a8dc-3366b09f768a" providerId="ADAL" clId="{5E0D2633-D8F6-500D-A7FC-C9CB56BC4BFB}" dt="2025-11-02T20:35:24.318" v="28" actId="122"/>
        <pc:sldMkLst>
          <pc:docMk/>
          <pc:sldMk cId="569865901" sldId="328"/>
        </pc:sldMkLst>
        <pc:spChg chg="mod">
          <ac:chgData name="Iain Styles" userId="befbdaae-53f8-4d26-a8dc-3366b09f768a" providerId="ADAL" clId="{5E0D2633-D8F6-500D-A7FC-C9CB56BC4BFB}" dt="2025-11-02T20:35:24.318" v="28" actId="122"/>
          <ac:spMkLst>
            <pc:docMk/>
            <pc:sldMk cId="569865901" sldId="328"/>
            <ac:spMk id="3" creationId="{69305768-CB83-BDA7-55F3-33E066556FEB}"/>
          </ac:spMkLst>
        </pc:spChg>
      </pc:sldChg>
      <pc:sldChg chg="delSp mod">
        <pc:chgData name="Iain Styles" userId="befbdaae-53f8-4d26-a8dc-3366b09f768a" providerId="ADAL" clId="{5E0D2633-D8F6-500D-A7FC-C9CB56BC4BFB}" dt="2025-11-02T20:33:39.807" v="20" actId="478"/>
        <pc:sldMkLst>
          <pc:docMk/>
          <pc:sldMk cId="531585526" sldId="329"/>
        </pc:sldMkLst>
        <pc:inkChg chg="del">
          <ac:chgData name="Iain Styles" userId="befbdaae-53f8-4d26-a8dc-3366b09f768a" providerId="ADAL" clId="{5E0D2633-D8F6-500D-A7FC-C9CB56BC4BFB}" dt="2025-11-02T20:33:39.807" v="20" actId="478"/>
          <ac:inkMkLst>
            <pc:docMk/>
            <pc:sldMk cId="531585526" sldId="329"/>
            <ac:inkMk id="6" creationId="{37740E3D-886F-AB15-842B-B66BDA22411C}"/>
          </ac:inkMkLst>
        </pc:inkChg>
      </pc:sldChg>
      <pc:sldChg chg="delSp mod">
        <pc:chgData name="Iain Styles" userId="befbdaae-53f8-4d26-a8dc-3366b09f768a" providerId="ADAL" clId="{5E0D2633-D8F6-500D-A7FC-C9CB56BC4BFB}" dt="2025-11-02T20:33:42.150" v="21" actId="478"/>
        <pc:sldMkLst>
          <pc:docMk/>
          <pc:sldMk cId="528797184" sldId="330"/>
        </pc:sldMkLst>
        <pc:inkChg chg="del">
          <ac:chgData name="Iain Styles" userId="befbdaae-53f8-4d26-a8dc-3366b09f768a" providerId="ADAL" clId="{5E0D2633-D8F6-500D-A7FC-C9CB56BC4BFB}" dt="2025-11-02T20:33:42.150" v="21" actId="478"/>
          <ac:inkMkLst>
            <pc:docMk/>
            <pc:sldMk cId="528797184" sldId="330"/>
            <ac:inkMk id="6" creationId="{89807593-A13F-8843-D698-B7ED9C4127CC}"/>
          </ac:inkMkLst>
        </pc:inkChg>
      </pc:sldChg>
      <pc:sldChg chg="delSp mod">
        <pc:chgData name="Iain Styles" userId="befbdaae-53f8-4d26-a8dc-3366b09f768a" providerId="ADAL" clId="{5E0D2633-D8F6-500D-A7FC-C9CB56BC4BFB}" dt="2025-11-02T20:36:07.302" v="39" actId="478"/>
        <pc:sldMkLst>
          <pc:docMk/>
          <pc:sldMk cId="2239609288" sldId="331"/>
        </pc:sldMkLst>
        <pc:inkChg chg="del">
          <ac:chgData name="Iain Styles" userId="befbdaae-53f8-4d26-a8dc-3366b09f768a" providerId="ADAL" clId="{5E0D2633-D8F6-500D-A7FC-C9CB56BC4BFB}" dt="2025-11-02T20:36:07.302" v="39" actId="478"/>
          <ac:inkMkLst>
            <pc:docMk/>
            <pc:sldMk cId="2239609288" sldId="331"/>
            <ac:inkMk id="5" creationId="{F8306DE7-B616-C615-C089-AE1DD4CBF2AE}"/>
          </ac:inkMkLst>
        </pc:inkChg>
      </pc:sldChg>
      <pc:sldChg chg="del">
        <pc:chgData name="Iain Styles" userId="befbdaae-53f8-4d26-a8dc-3366b09f768a" providerId="ADAL" clId="{5E0D2633-D8F6-500D-A7FC-C9CB56BC4BFB}" dt="2025-11-02T20:36:54.597" v="58" actId="2696"/>
        <pc:sldMkLst>
          <pc:docMk/>
          <pc:sldMk cId="1295137677" sldId="332"/>
        </pc:sldMkLst>
      </pc:sldChg>
      <pc:sldChg chg="del">
        <pc:chgData name="Iain Styles" userId="befbdaae-53f8-4d26-a8dc-3366b09f768a" providerId="ADAL" clId="{5E0D2633-D8F6-500D-A7FC-C9CB56BC4BFB}" dt="2025-11-02T20:36:54.583" v="49" actId="2696"/>
        <pc:sldMkLst>
          <pc:docMk/>
          <pc:sldMk cId="2893750671" sldId="333"/>
        </pc:sldMkLst>
      </pc:sldChg>
      <pc:sldChg chg="del">
        <pc:chgData name="Iain Styles" userId="befbdaae-53f8-4d26-a8dc-3366b09f768a" providerId="ADAL" clId="{5E0D2633-D8F6-500D-A7FC-C9CB56BC4BFB}" dt="2025-11-02T20:36:54.654" v="76" actId="2696"/>
        <pc:sldMkLst>
          <pc:docMk/>
          <pc:sldMk cId="706825791" sldId="334"/>
        </pc:sldMkLst>
      </pc:sldChg>
      <pc:sldChg chg="del">
        <pc:chgData name="Iain Styles" userId="befbdaae-53f8-4d26-a8dc-3366b09f768a" providerId="ADAL" clId="{5E0D2633-D8F6-500D-A7FC-C9CB56BC4BFB}" dt="2025-11-02T20:36:54.620" v="66" actId="2696"/>
        <pc:sldMkLst>
          <pc:docMk/>
          <pc:sldMk cId="1108906673" sldId="335"/>
        </pc:sldMkLst>
      </pc:sldChg>
      <pc:sldChg chg="modSp del mod">
        <pc:chgData name="Iain Styles" userId="befbdaae-53f8-4d26-a8dc-3366b09f768a" providerId="ADAL" clId="{5E0D2633-D8F6-500D-A7FC-C9CB56BC4BFB}" dt="2025-11-02T20:36:54.602" v="60" actId="2696"/>
        <pc:sldMkLst>
          <pc:docMk/>
          <pc:sldMk cId="1192690409" sldId="336"/>
        </pc:sldMkLst>
        <pc:spChg chg="mod">
          <ac:chgData name="Iain Styles" userId="befbdaae-53f8-4d26-a8dc-3366b09f768a" providerId="ADAL" clId="{5E0D2633-D8F6-500D-A7FC-C9CB56BC4BFB}" dt="2025-11-02T14:49:06.382" v="15" actId="20577"/>
          <ac:spMkLst>
            <pc:docMk/>
            <pc:sldMk cId="1192690409" sldId="336"/>
            <ac:spMk id="3" creationId="{D9FB5485-AE59-70D4-983D-02F6DCB751E6}"/>
          </ac:spMkLst>
        </pc:spChg>
      </pc:sldChg>
      <pc:sldChg chg="del">
        <pc:chgData name="Iain Styles" userId="befbdaae-53f8-4d26-a8dc-3366b09f768a" providerId="ADAL" clId="{5E0D2633-D8F6-500D-A7FC-C9CB56BC4BFB}" dt="2025-11-02T20:36:54.656" v="78" actId="2696"/>
        <pc:sldMkLst>
          <pc:docMk/>
          <pc:sldMk cId="1391420118" sldId="337"/>
        </pc:sldMkLst>
      </pc:sldChg>
      <pc:sldChg chg="del">
        <pc:chgData name="Iain Styles" userId="befbdaae-53f8-4d26-a8dc-3366b09f768a" providerId="ADAL" clId="{5E0D2633-D8F6-500D-A7FC-C9CB56BC4BFB}" dt="2025-11-02T20:36:54.658" v="80" actId="2696"/>
        <pc:sldMkLst>
          <pc:docMk/>
          <pc:sldMk cId="3348058539" sldId="339"/>
        </pc:sldMkLst>
      </pc:sldChg>
      <pc:sldChg chg="del">
        <pc:chgData name="Iain Styles" userId="befbdaae-53f8-4d26-a8dc-3366b09f768a" providerId="ADAL" clId="{5E0D2633-D8F6-500D-A7FC-C9CB56BC4BFB}" dt="2025-11-02T20:36:54.585" v="52" actId="2696"/>
        <pc:sldMkLst>
          <pc:docMk/>
          <pc:sldMk cId="2023637604" sldId="340"/>
        </pc:sldMkLst>
      </pc:sldChg>
      <pc:sldChg chg="del">
        <pc:chgData name="Iain Styles" userId="befbdaae-53f8-4d26-a8dc-3366b09f768a" providerId="ADAL" clId="{5E0D2633-D8F6-500D-A7FC-C9CB56BC4BFB}" dt="2025-11-02T20:36:54.664" v="83" actId="2696"/>
        <pc:sldMkLst>
          <pc:docMk/>
          <pc:sldMk cId="1416495267" sldId="341"/>
        </pc:sldMkLst>
      </pc:sldChg>
      <pc:sldChg chg="del">
        <pc:chgData name="Iain Styles" userId="befbdaae-53f8-4d26-a8dc-3366b09f768a" providerId="ADAL" clId="{5E0D2633-D8F6-500D-A7FC-C9CB56BC4BFB}" dt="2025-11-02T20:36:54.656" v="77" actId="2696"/>
        <pc:sldMkLst>
          <pc:docMk/>
          <pc:sldMk cId="375445054" sldId="342"/>
        </pc:sldMkLst>
      </pc:sldChg>
      <pc:sldChg chg="del">
        <pc:chgData name="Iain Styles" userId="befbdaae-53f8-4d26-a8dc-3366b09f768a" providerId="ADAL" clId="{5E0D2633-D8F6-500D-A7FC-C9CB56BC4BFB}" dt="2025-11-02T20:36:54.659" v="81" actId="2696"/>
        <pc:sldMkLst>
          <pc:docMk/>
          <pc:sldMk cId="244596629" sldId="343"/>
        </pc:sldMkLst>
      </pc:sldChg>
      <pc:sldChg chg="del">
        <pc:chgData name="Iain Styles" userId="befbdaae-53f8-4d26-a8dc-3366b09f768a" providerId="ADAL" clId="{5E0D2633-D8F6-500D-A7FC-C9CB56BC4BFB}" dt="2025-11-02T20:36:54.624" v="72" actId="2696"/>
        <pc:sldMkLst>
          <pc:docMk/>
          <pc:sldMk cId="1594239815" sldId="344"/>
        </pc:sldMkLst>
      </pc:sldChg>
      <pc:sldChg chg="del">
        <pc:chgData name="Iain Styles" userId="befbdaae-53f8-4d26-a8dc-3366b09f768a" providerId="ADAL" clId="{5E0D2633-D8F6-500D-A7FC-C9CB56BC4BFB}" dt="2025-11-02T20:36:54.596" v="56" actId="2696"/>
        <pc:sldMkLst>
          <pc:docMk/>
          <pc:sldMk cId="2668555977" sldId="345"/>
        </pc:sldMkLst>
      </pc:sldChg>
      <pc:sldChg chg="del">
        <pc:chgData name="Iain Styles" userId="befbdaae-53f8-4d26-a8dc-3366b09f768a" providerId="ADAL" clId="{5E0D2633-D8F6-500D-A7FC-C9CB56BC4BFB}" dt="2025-11-02T20:36:54.586" v="54" actId="2696"/>
        <pc:sldMkLst>
          <pc:docMk/>
          <pc:sldMk cId="1020247238" sldId="346"/>
        </pc:sldMkLst>
      </pc:sldChg>
      <pc:sldChg chg="del">
        <pc:chgData name="Iain Styles" userId="befbdaae-53f8-4d26-a8dc-3366b09f768a" providerId="ADAL" clId="{5E0D2633-D8F6-500D-A7FC-C9CB56BC4BFB}" dt="2025-11-02T20:36:54.621" v="67" actId="2696"/>
        <pc:sldMkLst>
          <pc:docMk/>
          <pc:sldMk cId="1681669975" sldId="347"/>
        </pc:sldMkLst>
      </pc:sldChg>
      <pc:sldChg chg="del">
        <pc:chgData name="Iain Styles" userId="befbdaae-53f8-4d26-a8dc-3366b09f768a" providerId="ADAL" clId="{5E0D2633-D8F6-500D-A7FC-C9CB56BC4BFB}" dt="2025-11-02T20:36:54.584" v="50" actId="2696"/>
        <pc:sldMkLst>
          <pc:docMk/>
          <pc:sldMk cId="1352793453" sldId="348"/>
        </pc:sldMkLst>
      </pc:sldChg>
      <pc:sldChg chg="del">
        <pc:chgData name="Iain Styles" userId="befbdaae-53f8-4d26-a8dc-3366b09f768a" providerId="ADAL" clId="{5E0D2633-D8F6-500D-A7FC-C9CB56BC4BFB}" dt="2025-11-02T20:36:54.610" v="62" actId="2696"/>
        <pc:sldMkLst>
          <pc:docMk/>
          <pc:sldMk cId="2108666997" sldId="349"/>
        </pc:sldMkLst>
      </pc:sldChg>
      <pc:sldChg chg="del">
        <pc:chgData name="Iain Styles" userId="befbdaae-53f8-4d26-a8dc-3366b09f768a" providerId="ADAL" clId="{5E0D2633-D8F6-500D-A7FC-C9CB56BC4BFB}" dt="2025-11-02T20:35:28.550" v="29" actId="2696"/>
        <pc:sldMkLst>
          <pc:docMk/>
          <pc:sldMk cId="582384582" sldId="354"/>
        </pc:sldMkLst>
      </pc:sldChg>
      <pc:sldChg chg="del">
        <pc:chgData name="Iain Styles" userId="befbdaae-53f8-4d26-a8dc-3366b09f768a" providerId="ADAL" clId="{5E0D2633-D8F6-500D-A7FC-C9CB56BC4BFB}" dt="2025-11-02T20:36:03.778" v="38" actId="2696"/>
        <pc:sldMkLst>
          <pc:docMk/>
          <pc:sldMk cId="3429086437" sldId="355"/>
        </pc:sldMkLst>
      </pc:sldChg>
      <pc:sldChg chg="del">
        <pc:chgData name="Iain Styles" userId="befbdaae-53f8-4d26-a8dc-3366b09f768a" providerId="ADAL" clId="{5E0D2633-D8F6-500D-A7FC-C9CB56BC4BFB}" dt="2025-11-02T20:36:03.777" v="37" actId="2696"/>
        <pc:sldMkLst>
          <pc:docMk/>
          <pc:sldMk cId="715396262" sldId="356"/>
        </pc:sldMkLst>
      </pc:sldChg>
      <pc:sldChg chg="del">
        <pc:chgData name="Iain Styles" userId="befbdaae-53f8-4d26-a8dc-3366b09f768a" providerId="ADAL" clId="{5E0D2633-D8F6-500D-A7FC-C9CB56BC4BFB}" dt="2025-11-02T20:36:03.777" v="36" actId="2696"/>
        <pc:sldMkLst>
          <pc:docMk/>
          <pc:sldMk cId="321988716" sldId="357"/>
        </pc:sldMkLst>
      </pc:sldChg>
      <pc:sldChg chg="del">
        <pc:chgData name="Iain Styles" userId="befbdaae-53f8-4d26-a8dc-3366b09f768a" providerId="ADAL" clId="{5E0D2633-D8F6-500D-A7FC-C9CB56BC4BFB}" dt="2025-11-02T20:36:03.776" v="35" actId="2696"/>
        <pc:sldMkLst>
          <pc:docMk/>
          <pc:sldMk cId="1516791949" sldId="358"/>
        </pc:sldMkLst>
      </pc:sldChg>
      <pc:sldChg chg="del">
        <pc:chgData name="Iain Styles" userId="befbdaae-53f8-4d26-a8dc-3366b09f768a" providerId="ADAL" clId="{5E0D2633-D8F6-500D-A7FC-C9CB56BC4BFB}" dt="2025-11-02T20:36:03.776" v="34" actId="2696"/>
        <pc:sldMkLst>
          <pc:docMk/>
          <pc:sldMk cId="2439280951" sldId="359"/>
        </pc:sldMkLst>
      </pc:sldChg>
      <pc:sldChg chg="del">
        <pc:chgData name="Iain Styles" userId="befbdaae-53f8-4d26-a8dc-3366b09f768a" providerId="ADAL" clId="{5E0D2633-D8F6-500D-A7FC-C9CB56BC4BFB}" dt="2025-11-02T20:36:03.775" v="33" actId="2696"/>
        <pc:sldMkLst>
          <pc:docMk/>
          <pc:sldMk cId="1793932802" sldId="360"/>
        </pc:sldMkLst>
      </pc:sldChg>
      <pc:sldChg chg="del">
        <pc:chgData name="Iain Styles" userId="befbdaae-53f8-4d26-a8dc-3366b09f768a" providerId="ADAL" clId="{5E0D2633-D8F6-500D-A7FC-C9CB56BC4BFB}" dt="2025-11-02T20:36:03.774" v="32" actId="2696"/>
        <pc:sldMkLst>
          <pc:docMk/>
          <pc:sldMk cId="3594010606" sldId="361"/>
        </pc:sldMkLst>
      </pc:sldChg>
      <pc:sldChg chg="del">
        <pc:chgData name="Iain Styles" userId="befbdaae-53f8-4d26-a8dc-3366b09f768a" providerId="ADAL" clId="{5E0D2633-D8F6-500D-A7FC-C9CB56BC4BFB}" dt="2025-11-02T20:36:03.773" v="31" actId="2696"/>
        <pc:sldMkLst>
          <pc:docMk/>
          <pc:sldMk cId="1931697778" sldId="362"/>
        </pc:sldMkLst>
      </pc:sldChg>
      <pc:sldChg chg="del">
        <pc:chgData name="Iain Styles" userId="befbdaae-53f8-4d26-a8dc-3366b09f768a" providerId="ADAL" clId="{5E0D2633-D8F6-500D-A7FC-C9CB56BC4BFB}" dt="2025-11-02T20:36:03.764" v="30" actId="2696"/>
        <pc:sldMkLst>
          <pc:docMk/>
          <pc:sldMk cId="4047013406" sldId="363"/>
        </pc:sldMkLst>
      </pc:sldChg>
      <pc:sldChg chg="delSp mod">
        <pc:chgData name="Iain Styles" userId="befbdaae-53f8-4d26-a8dc-3366b09f768a" providerId="ADAL" clId="{5E0D2633-D8F6-500D-A7FC-C9CB56BC4BFB}" dt="2025-11-02T20:36:11.575" v="40" actId="478"/>
        <pc:sldMkLst>
          <pc:docMk/>
          <pc:sldMk cId="3530703905" sldId="364"/>
        </pc:sldMkLst>
        <pc:inkChg chg="del">
          <ac:chgData name="Iain Styles" userId="befbdaae-53f8-4d26-a8dc-3366b09f768a" providerId="ADAL" clId="{5E0D2633-D8F6-500D-A7FC-C9CB56BC4BFB}" dt="2025-11-02T20:36:11.575" v="40" actId="478"/>
          <ac:inkMkLst>
            <pc:docMk/>
            <pc:sldMk cId="3530703905" sldId="364"/>
            <ac:inkMk id="5" creationId="{F7EEC25B-9390-27A4-3B01-3141ECBE70C1}"/>
          </ac:inkMkLst>
        </pc:inkChg>
      </pc:sldChg>
      <pc:sldChg chg="delSp mod">
        <pc:chgData name="Iain Styles" userId="befbdaae-53f8-4d26-a8dc-3366b09f768a" providerId="ADAL" clId="{5E0D2633-D8F6-500D-A7FC-C9CB56BC4BFB}" dt="2025-11-02T20:36:15.204" v="41" actId="478"/>
        <pc:sldMkLst>
          <pc:docMk/>
          <pc:sldMk cId="1232992466" sldId="365"/>
        </pc:sldMkLst>
        <pc:inkChg chg="del">
          <ac:chgData name="Iain Styles" userId="befbdaae-53f8-4d26-a8dc-3366b09f768a" providerId="ADAL" clId="{5E0D2633-D8F6-500D-A7FC-C9CB56BC4BFB}" dt="2025-11-02T20:36:15.204" v="41" actId="478"/>
          <ac:inkMkLst>
            <pc:docMk/>
            <pc:sldMk cId="1232992466" sldId="365"/>
            <ac:inkMk id="5" creationId="{75AE293A-5434-DCDE-EDDC-B85B8C8C4877}"/>
          </ac:inkMkLst>
        </pc:inkChg>
      </pc:sldChg>
      <pc:sldChg chg="delSp mod">
        <pc:chgData name="Iain Styles" userId="befbdaae-53f8-4d26-a8dc-3366b09f768a" providerId="ADAL" clId="{5E0D2633-D8F6-500D-A7FC-C9CB56BC4BFB}" dt="2025-11-02T20:36:19.066" v="42" actId="478"/>
        <pc:sldMkLst>
          <pc:docMk/>
          <pc:sldMk cId="652876146" sldId="366"/>
        </pc:sldMkLst>
        <pc:inkChg chg="del">
          <ac:chgData name="Iain Styles" userId="befbdaae-53f8-4d26-a8dc-3366b09f768a" providerId="ADAL" clId="{5E0D2633-D8F6-500D-A7FC-C9CB56BC4BFB}" dt="2025-11-02T20:36:19.066" v="42" actId="478"/>
          <ac:inkMkLst>
            <pc:docMk/>
            <pc:sldMk cId="652876146" sldId="366"/>
            <ac:inkMk id="5" creationId="{1002D7ED-FBD7-AEFA-9963-1BD035D14931}"/>
          </ac:inkMkLst>
        </pc:inkChg>
      </pc:sldChg>
      <pc:sldChg chg="modSp mod">
        <pc:chgData name="Iain Styles" userId="befbdaae-53f8-4d26-a8dc-3366b09f768a" providerId="ADAL" clId="{5E0D2633-D8F6-500D-A7FC-C9CB56BC4BFB}" dt="2025-11-02T20:36:46.073" v="47" actId="207"/>
        <pc:sldMkLst>
          <pc:docMk/>
          <pc:sldMk cId="3477557993" sldId="367"/>
        </pc:sldMkLst>
        <pc:spChg chg="mod">
          <ac:chgData name="Iain Styles" userId="befbdaae-53f8-4d26-a8dc-3366b09f768a" providerId="ADAL" clId="{5E0D2633-D8F6-500D-A7FC-C9CB56BC4BFB}" dt="2025-11-02T20:36:46.073" v="47" actId="207"/>
          <ac:spMkLst>
            <pc:docMk/>
            <pc:sldMk cId="3477557993" sldId="367"/>
            <ac:spMk id="2" creationId="{60FA1384-2F7E-A501-5A1F-4B7DA143AB29}"/>
          </ac:spMkLst>
        </pc:spChg>
      </pc:sldChg>
      <pc:sldChg chg="del">
        <pc:chgData name="Iain Styles" userId="befbdaae-53f8-4d26-a8dc-3366b09f768a" providerId="ADAL" clId="{5E0D2633-D8F6-500D-A7FC-C9CB56BC4BFB}" dt="2025-11-02T20:36:54.576" v="48" actId="2696"/>
        <pc:sldMkLst>
          <pc:docMk/>
          <pc:sldMk cId="1977200179" sldId="368"/>
        </pc:sldMkLst>
      </pc:sldChg>
      <pc:sldChg chg="new del">
        <pc:chgData name="Iain Styles" userId="befbdaae-53f8-4d26-a8dc-3366b09f768a" providerId="ADAL" clId="{5E0D2633-D8F6-500D-A7FC-C9CB56BC4BFB}" dt="2025-11-02T20:37:40.901" v="87" actId="2696"/>
        <pc:sldMkLst>
          <pc:docMk/>
          <pc:sldMk cId="3355490996" sldId="368"/>
        </pc:sldMkLst>
      </pc:sldChg>
      <pc:sldChg chg="del">
        <pc:chgData name="Iain Styles" userId="befbdaae-53f8-4d26-a8dc-3366b09f768a" providerId="ADAL" clId="{5E0D2633-D8F6-500D-A7FC-C9CB56BC4BFB}" dt="2025-11-02T20:36:54.584" v="51" actId="2696"/>
        <pc:sldMkLst>
          <pc:docMk/>
          <pc:sldMk cId="1325017611" sldId="369"/>
        </pc:sldMkLst>
      </pc:sldChg>
      <pc:sldChg chg="new">
        <pc:chgData name="Iain Styles" userId="befbdaae-53f8-4d26-a8dc-3366b09f768a" providerId="ADAL" clId="{5E0D2633-D8F6-500D-A7FC-C9CB56BC4BFB}" dt="2025-11-02T20:37:29.638" v="86" actId="680"/>
        <pc:sldMkLst>
          <pc:docMk/>
          <pc:sldMk cId="1861047447" sldId="369"/>
        </pc:sldMkLst>
      </pc:sldChg>
      <pc:sldChg chg="del">
        <pc:chgData name="Iain Styles" userId="befbdaae-53f8-4d26-a8dc-3366b09f768a" providerId="ADAL" clId="{5E0D2633-D8F6-500D-A7FC-C9CB56BC4BFB}" dt="2025-11-02T20:36:54.595" v="55" actId="2696"/>
        <pc:sldMkLst>
          <pc:docMk/>
          <pc:sldMk cId="2217844794" sldId="370"/>
        </pc:sldMkLst>
      </pc:sldChg>
      <pc:sldChg chg="del">
        <pc:chgData name="Iain Styles" userId="befbdaae-53f8-4d26-a8dc-3366b09f768a" providerId="ADAL" clId="{5E0D2633-D8F6-500D-A7FC-C9CB56BC4BFB}" dt="2025-11-02T20:36:54.620" v="65" actId="2696"/>
        <pc:sldMkLst>
          <pc:docMk/>
          <pc:sldMk cId="12916658" sldId="371"/>
        </pc:sldMkLst>
      </pc:sldChg>
      <pc:sldChg chg="del">
        <pc:chgData name="Iain Styles" userId="befbdaae-53f8-4d26-a8dc-3366b09f768a" providerId="ADAL" clId="{5E0D2633-D8F6-500D-A7FC-C9CB56BC4BFB}" dt="2025-11-02T20:36:54.604" v="61" actId="2696"/>
        <pc:sldMkLst>
          <pc:docMk/>
          <pc:sldMk cId="1232051905" sldId="372"/>
        </pc:sldMkLst>
      </pc:sldChg>
      <pc:sldChg chg="modSp new del mod">
        <pc:chgData name="Iain Styles" userId="befbdaae-53f8-4d26-a8dc-3366b09f768a" providerId="ADAL" clId="{5E0D2633-D8F6-500D-A7FC-C9CB56BC4BFB}" dt="2025-11-02T18:04:42.624" v="16" actId="2696"/>
        <pc:sldMkLst>
          <pc:docMk/>
          <pc:sldMk cId="3320252646" sldId="373"/>
        </pc:sldMkLst>
        <pc:spChg chg="mod">
          <ac:chgData name="Iain Styles" userId="befbdaae-53f8-4d26-a8dc-3366b09f768a" providerId="ADAL" clId="{5E0D2633-D8F6-500D-A7FC-C9CB56BC4BFB}" dt="2025-11-01T17:00:42.590" v="12" actId="27636"/>
          <ac:spMkLst>
            <pc:docMk/>
            <pc:sldMk cId="3320252646" sldId="373"/>
            <ac:spMk id="3" creationId="{3D9F9339-5C07-E646-88FF-227B1F156632}"/>
          </ac:spMkLst>
        </pc:spChg>
      </pc:sldChg>
      <pc:sldChg chg="new del">
        <pc:chgData name="Iain Styles" userId="befbdaae-53f8-4d26-a8dc-3366b09f768a" providerId="ADAL" clId="{5E0D2633-D8F6-500D-A7FC-C9CB56BC4BFB}" dt="2025-11-01T17:00:22.934" v="2" actId="2696"/>
        <pc:sldMkLst>
          <pc:docMk/>
          <pc:sldMk cId="2764053698" sldId="37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11/1/25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11/1/25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79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661" r:id="rId2"/>
    <p:sldLayoutId id="2147483681" r:id="rId3"/>
    <p:sldLayoutId id="2147483672" r:id="rId4"/>
    <p:sldLayoutId id="2147483662" r:id="rId5"/>
    <p:sldLayoutId id="2147483663" r:id="rId6"/>
    <p:sldLayoutId id="2147483673" r:id="rId7"/>
    <p:sldLayoutId id="2147483680" r:id="rId8"/>
    <p:sldLayoutId id="2147483674" r:id="rId9"/>
    <p:sldLayoutId id="2147483710" r:id="rId10"/>
    <p:sldLayoutId id="2147483675" r:id="rId11"/>
    <p:sldLayoutId id="2147483736" r:id="rId12"/>
    <p:sldLayoutId id="2147483676" r:id="rId13"/>
    <p:sldLayoutId id="2147483677" r:id="rId1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EE68711-7769-3453-19DD-2CCC9433D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985" y="1318985"/>
            <a:ext cx="4220029" cy="422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0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A895E-1EAA-44A2-FB0E-BBBFEE03B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3D44EA-7AFB-5579-4377-75C08919BA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1EB055-0F82-6583-C82C-8FF0F4976E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047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F3CE4-0F52-90C9-A39B-8038F1F2B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969487" cy="632219"/>
          </a:xfrm>
        </p:spPr>
        <p:txBody>
          <a:bodyPr/>
          <a:lstStyle/>
          <a:p>
            <a:r>
              <a:rPr lang="en-US" dirty="0"/>
              <a:t>Introduction to Probabilistic Reasoning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9575F1-7E0C-85E9-02FA-D94661C6B1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Logic and Knowledge Graphs are about statements of fact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Do we always have complete knowledge about the world?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Are our “facts” always precise?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Logic can handle incomplete knowledge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Helvetica" pitchFamily="2" charset="0"/>
              </a:rPr>
              <a:t>It cannot handle uncertain knowledge</a:t>
            </a:r>
            <a:endParaRPr lang="en-US" sz="3200" dirty="0">
              <a:solidFill>
                <a:schemeClr val="tx2"/>
              </a:solidFill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EF18B-A327-DC8A-86F1-4986E13DF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579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F3CE4-0F52-90C9-A39B-8038F1F2B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969487" cy="632219"/>
          </a:xfrm>
        </p:spPr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9575F1-7E0C-85E9-02FA-D94661C6B1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You have previously studied some elementary forms of probabilistic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are now going to build up the </a:t>
            </a:r>
            <a:r>
              <a:rPr lang="en-US" sz="2400" b="1" dirty="0">
                <a:solidFill>
                  <a:schemeClr val="tx2"/>
                </a:solidFill>
              </a:rPr>
              <a:t>Bayesian Network</a:t>
            </a:r>
            <a:r>
              <a:rPr lang="en-US" sz="2400" dirty="0">
                <a:solidFill>
                  <a:schemeClr val="tx2"/>
                </a:solidFill>
              </a:rPr>
              <a:t>, a probabilistic representation that is an attempt to model the </a:t>
            </a:r>
            <a:r>
              <a:rPr lang="en-US" sz="2400" i="1" dirty="0">
                <a:solidFill>
                  <a:schemeClr val="tx2"/>
                </a:solidFill>
              </a:rPr>
              <a:t>causal relationships</a:t>
            </a:r>
            <a:r>
              <a:rPr lang="en-US" sz="2400" dirty="0">
                <a:solidFill>
                  <a:schemeClr val="tx2"/>
                </a:solidFill>
              </a:rPr>
              <a:t> between a set of random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will first need to remind ourselves of some basic concepts from probability theory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>
              <a:solidFill>
                <a:schemeClr val="tx2"/>
              </a:solidFill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EF18B-A327-DC8A-86F1-4986E13DF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266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BF46-C9BA-FDB1-FFBF-71E676D4C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043530" cy="632219"/>
          </a:xfrm>
        </p:spPr>
        <p:txBody>
          <a:bodyPr/>
          <a:lstStyle/>
          <a:p>
            <a:r>
              <a:rPr lang="en-US" dirty="0"/>
              <a:t>The Joint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8DC76-85D1-A9CF-3E64-F4E9DC6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0056DAE-2A80-2C31-E305-938C4EF6DB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66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5CE61-4EAA-0D3E-D7CB-061BCA3EB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Sum Rule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18FBA1-C2B2-F83C-5002-7FED281338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29A53-5D7D-9928-9391-BC2924DC4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66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74FC3-5F0E-04BF-2FDA-4DE905636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01948" cy="632219"/>
          </a:xfrm>
        </p:spPr>
        <p:txBody>
          <a:bodyPr/>
          <a:lstStyle/>
          <a:p>
            <a:r>
              <a:rPr lang="en-US" dirty="0"/>
              <a:t>Conditional Probability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027DF-B521-A070-0938-E862F1C8C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7A66E-AD57-6302-0635-DBC801F5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880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3527-881F-FE12-6363-15F268BFB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Product Rule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6C6687-5146-307B-7B4F-C79C04688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C86FC-1F9E-147D-5F94-62F9A4753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1585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A2A3E-25AD-87E0-E74C-A910C0A1A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196F2-278F-DC94-7A7D-6A5B863E5B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B5CF6-8965-2C8F-78CE-3713F79B3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797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FE586-309D-8744-0C5B-B06AF8DE1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Rule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C2D87-C1F4-9022-AD15-FB19642BEB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9F3B-2DCB-DEB2-0222-34AF3B454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97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768-CB83-BDA7-55F3-33E066556F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/>
              <a:t>Exercises 13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EC4CF-A3FF-1C1C-ED09-BF357DCE7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865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77C74-EC62-C991-E79D-440646E69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8514522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D87D7-1E90-CF51-F013-65F4D505E1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Independence is a powerful and useful assumption in many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But it does not apply in all situations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Joint distribution is hard to work with in large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give the joint distribution some structure akin to independence but more general?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1C824-B7B7-B3C2-57E0-87200242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609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3E082-6CDB-F567-8D7A-A656A59D4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58307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BD9C7-6720-6AAB-489C-E399E5E9EA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912E2-11F4-ECCF-00A4-B3DBB95BA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70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E9C1-4FA7-7F92-91B3-CAC8FAB8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93F2-9ECD-0BB7-DF82-C80559E79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58307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3595C9-7D15-9544-6C3A-F3886F19B5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9C23B-3F6A-C29C-F063-3A1C6085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992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DC5CC-2D96-6F8E-0B33-E2300D5B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407B8-DCC8-3B53-5CFF-A2050B4B1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458307" cy="632219"/>
          </a:xfrm>
        </p:spPr>
        <p:txBody>
          <a:bodyPr/>
          <a:lstStyle/>
          <a:p>
            <a:r>
              <a:rPr lang="en-US" dirty="0"/>
              <a:t>Conditional Independence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12F59-3179-CCC2-469A-AFA6AE6D4A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00338-386D-C2A7-8AE1-F97BA06CC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876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A1384-2F7E-A501-5A1F-4B7DA143A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377791" cy="632219"/>
          </a:xfrm>
        </p:spPr>
        <p:txBody>
          <a:bodyPr/>
          <a:lstStyle/>
          <a:p>
            <a:pPr algn="ctr"/>
            <a:r>
              <a:rPr lang="en-GB" b="1" dirty="0">
                <a:solidFill>
                  <a:schemeClr val="bg1"/>
                </a:solidFill>
                <a:effectLst/>
              </a:rPr>
              <a:t>Exercises 14: Conditional Independence</a:t>
            </a:r>
            <a:br>
              <a:rPr lang="en-GB" b="0" dirty="0">
                <a:solidFill>
                  <a:schemeClr val="bg1"/>
                </a:solidFill>
                <a:effectLst/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FBBCA-F8A2-36D8-1849-B97160135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557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aab77ea-b4a5-49e3-a1e8-d6dd23a1f286}" enabled="0" method="" siteId="{eaab77ea-b4a5-49e3-a1e8-d6dd23a1f2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9518</TotalTime>
  <Words>184</Words>
  <Application>Microsoft Macintosh PowerPoint</Application>
  <PresentationFormat>Widescreen</PresentationFormat>
  <Paragraphs>51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Helvetica</vt:lpstr>
      <vt:lpstr>Office Theme</vt:lpstr>
      <vt:lpstr>PowerPoint Presentation</vt:lpstr>
      <vt:lpstr>PowerPoint Presentation</vt:lpstr>
      <vt:lpstr>Introduction to Probabilistic Reasoning</vt:lpstr>
      <vt:lpstr>Recap</vt:lpstr>
      <vt:lpstr>The Joint Distribution</vt:lpstr>
      <vt:lpstr>The Sum Rule</vt:lpstr>
      <vt:lpstr>Conditional Probability</vt:lpstr>
      <vt:lpstr>The Product Rule</vt:lpstr>
      <vt:lpstr>Independence</vt:lpstr>
      <vt:lpstr>Bayes Rule</vt:lpstr>
      <vt:lpstr>PowerPoint Presentation</vt:lpstr>
      <vt:lpstr>Conditional Independence</vt:lpstr>
      <vt:lpstr>Conditional Independence</vt:lpstr>
      <vt:lpstr>Conditional Independence</vt:lpstr>
      <vt:lpstr>Conditional Independence</vt:lpstr>
      <vt:lpstr>Exercises 14: Conditional Independence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MSc Artificial Intelligence</dc:title>
  <dc:creator>Iain Styles (Computer Science)</dc:creator>
  <cp:lastModifiedBy>Iain Styles</cp:lastModifiedBy>
  <cp:revision>6</cp:revision>
  <cp:lastPrinted>2023-11-27T07:54:23Z</cp:lastPrinted>
  <dcterms:created xsi:type="dcterms:W3CDTF">2023-11-22T06:43:35Z</dcterms:created>
  <dcterms:modified xsi:type="dcterms:W3CDTF">2025-11-02T20:37:45Z</dcterms:modified>
</cp:coreProperties>
</file>