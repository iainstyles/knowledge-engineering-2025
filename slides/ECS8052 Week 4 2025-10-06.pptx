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373" r:id="rId2"/>
    <p:sldId id="363" r:id="rId3"/>
    <p:sldId id="364" r:id="rId4"/>
    <p:sldId id="365" r:id="rId5"/>
    <p:sldId id="366" r:id="rId6"/>
    <p:sldId id="342" r:id="rId7"/>
    <p:sldId id="368" r:id="rId8"/>
    <p:sldId id="333" r:id="rId9"/>
    <p:sldId id="337" r:id="rId10"/>
    <p:sldId id="336" r:id="rId11"/>
    <p:sldId id="369" r:id="rId12"/>
    <p:sldId id="370" r:id="rId13"/>
    <p:sldId id="339" r:id="rId14"/>
    <p:sldId id="340" r:id="rId15"/>
    <p:sldId id="334" r:id="rId16"/>
    <p:sldId id="372" r:id="rId17"/>
    <p:sldId id="291" r:id="rId18"/>
    <p:sldId id="313" r:id="rId19"/>
    <p:sldId id="314" r:id="rId20"/>
    <p:sldId id="320" r:id="rId21"/>
    <p:sldId id="406" r:id="rId22"/>
    <p:sldId id="319" r:id="rId23"/>
    <p:sldId id="315" r:id="rId24"/>
    <p:sldId id="322" r:id="rId25"/>
    <p:sldId id="407" r:id="rId26"/>
    <p:sldId id="349" r:id="rId27"/>
    <p:sldId id="332" r:id="rId28"/>
    <p:sldId id="323" r:id="rId29"/>
    <p:sldId id="335" r:id="rId30"/>
    <p:sldId id="324" r:id="rId31"/>
    <p:sldId id="408" r:id="rId32"/>
    <p:sldId id="327" r:id="rId33"/>
    <p:sldId id="329" r:id="rId34"/>
    <p:sldId id="330" r:id="rId35"/>
    <p:sldId id="331" r:id="rId36"/>
    <p:sldId id="409" r:id="rId37"/>
    <p:sldId id="318" r:id="rId38"/>
    <p:sldId id="317" r:id="rId39"/>
    <p:sldId id="350" r:id="rId40"/>
    <p:sldId id="410" r:id="rId41"/>
    <p:sldId id="343" r:id="rId42"/>
    <p:sldId id="344" r:id="rId43"/>
    <p:sldId id="345" r:id="rId44"/>
    <p:sldId id="347" r:id="rId45"/>
    <p:sldId id="348" r:id="rId46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9CA02D-8BE5-FD43-9C2C-4242A2B06FD3}" v="1" dt="2025-10-02T05:18:54.9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60" autoAdjust="0"/>
    <p:restoredTop sz="82393" autoAdjust="0"/>
  </p:normalViewPr>
  <p:slideViewPr>
    <p:cSldViewPr snapToGrid="0" snapToObjects="1" showGuides="1">
      <p:cViewPr varScale="1">
        <p:scale>
          <a:sx n="103" d="100"/>
          <a:sy n="103" d="100"/>
        </p:scale>
        <p:origin x="1784" y="176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 showGuides="1">
      <p:cViewPr varScale="1">
        <p:scale>
          <a:sx n="144" d="100"/>
          <a:sy n="144" d="100"/>
        </p:scale>
        <p:origin x="4792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undo custSel addSld delSld modSld sldOrd delSection modSection">
      <pc:chgData name="Iain Styles" userId="befbdaae-53f8-4d26-a8dc-3366b09f768a" providerId="ADAL" clId="{5E0D2633-D8F6-500D-A7FC-C9CB56BC4BFB}" dt="2025-10-02T05:42:46.092" v="2491" actId="20577"/>
      <pc:docMkLst>
        <pc:docMk/>
      </pc:docMkLst>
      <pc:sldChg chg="del">
        <pc:chgData name="Iain Styles" userId="befbdaae-53f8-4d26-a8dc-3366b09f768a" providerId="ADAL" clId="{5E0D2633-D8F6-500D-A7FC-C9CB56BC4BFB}" dt="2025-09-26T16:33:07.537" v="21" actId="2696"/>
        <pc:sldMkLst>
          <pc:docMk/>
          <pc:sldMk cId="0" sldId="257"/>
        </pc:sldMkLst>
      </pc:sldChg>
      <pc:sldChg chg="del">
        <pc:chgData name="Iain Styles" userId="befbdaae-53f8-4d26-a8dc-3366b09f768a" providerId="ADAL" clId="{5E0D2633-D8F6-500D-A7FC-C9CB56BC4BFB}" dt="2025-09-26T16:33:07.637" v="76" actId="2696"/>
        <pc:sldMkLst>
          <pc:docMk/>
          <pc:sldMk cId="0" sldId="258"/>
        </pc:sldMkLst>
      </pc:sldChg>
      <pc:sldChg chg="del">
        <pc:chgData name="Iain Styles" userId="befbdaae-53f8-4d26-a8dc-3366b09f768a" providerId="ADAL" clId="{5E0D2633-D8F6-500D-A7FC-C9CB56BC4BFB}" dt="2025-09-26T16:33:07.617" v="66" actId="2696"/>
        <pc:sldMkLst>
          <pc:docMk/>
          <pc:sldMk cId="0" sldId="259"/>
        </pc:sldMkLst>
      </pc:sldChg>
      <pc:sldChg chg="add del">
        <pc:chgData name="Iain Styles" userId="befbdaae-53f8-4d26-a8dc-3366b09f768a" providerId="ADAL" clId="{5E0D2633-D8F6-500D-A7FC-C9CB56BC4BFB}" dt="2025-10-02T05:18:54.994" v="2483"/>
        <pc:sldMkLst>
          <pc:docMk/>
          <pc:sldMk cId="4150415409" sldId="291"/>
        </pc:sldMkLst>
      </pc:sldChg>
      <pc:sldChg chg="del">
        <pc:chgData name="Iain Styles" userId="befbdaae-53f8-4d26-a8dc-3366b09f768a" providerId="ADAL" clId="{5E0D2633-D8F6-500D-A7FC-C9CB56BC4BFB}" dt="2025-09-26T16:33:07.517" v="15" actId="2696"/>
        <pc:sldMkLst>
          <pc:docMk/>
          <pc:sldMk cId="1844458811" sldId="292"/>
        </pc:sldMkLst>
      </pc:sldChg>
      <pc:sldChg chg="del">
        <pc:chgData name="Iain Styles" userId="befbdaae-53f8-4d26-a8dc-3366b09f768a" providerId="ADAL" clId="{5E0D2633-D8F6-500D-A7FC-C9CB56BC4BFB}" dt="2025-09-26T16:33:07.638" v="77" actId="2696"/>
        <pc:sldMkLst>
          <pc:docMk/>
          <pc:sldMk cId="1192987580" sldId="293"/>
        </pc:sldMkLst>
      </pc:sldChg>
      <pc:sldChg chg="del">
        <pc:chgData name="Iain Styles" userId="befbdaae-53f8-4d26-a8dc-3366b09f768a" providerId="ADAL" clId="{5E0D2633-D8F6-500D-A7FC-C9CB56BC4BFB}" dt="2025-09-26T16:33:07.516" v="14" actId="2696"/>
        <pc:sldMkLst>
          <pc:docMk/>
          <pc:sldMk cId="3491441995" sldId="294"/>
        </pc:sldMkLst>
      </pc:sldChg>
      <pc:sldChg chg="del">
        <pc:chgData name="Iain Styles" userId="befbdaae-53f8-4d26-a8dc-3366b09f768a" providerId="ADAL" clId="{5E0D2633-D8F6-500D-A7FC-C9CB56BC4BFB}" dt="2025-09-26T16:33:07.555" v="34" actId="2696"/>
        <pc:sldMkLst>
          <pc:docMk/>
          <pc:sldMk cId="2638281172" sldId="295"/>
        </pc:sldMkLst>
      </pc:sldChg>
      <pc:sldChg chg="del">
        <pc:chgData name="Iain Styles" userId="befbdaae-53f8-4d26-a8dc-3366b09f768a" providerId="ADAL" clId="{5E0D2633-D8F6-500D-A7FC-C9CB56BC4BFB}" dt="2025-09-26T16:33:07.507" v="5" actId="2696"/>
        <pc:sldMkLst>
          <pc:docMk/>
          <pc:sldMk cId="1304821645" sldId="296"/>
        </pc:sldMkLst>
      </pc:sldChg>
      <pc:sldChg chg="del">
        <pc:chgData name="Iain Styles" userId="befbdaae-53f8-4d26-a8dc-3366b09f768a" providerId="ADAL" clId="{5E0D2633-D8F6-500D-A7FC-C9CB56BC4BFB}" dt="2025-09-26T16:33:07.503" v="1" actId="2696"/>
        <pc:sldMkLst>
          <pc:docMk/>
          <pc:sldMk cId="2889626591" sldId="297"/>
        </pc:sldMkLst>
      </pc:sldChg>
      <pc:sldChg chg="del">
        <pc:chgData name="Iain Styles" userId="befbdaae-53f8-4d26-a8dc-3366b09f768a" providerId="ADAL" clId="{5E0D2633-D8F6-500D-A7FC-C9CB56BC4BFB}" dt="2025-09-26T16:33:07.614" v="62" actId="2696"/>
        <pc:sldMkLst>
          <pc:docMk/>
          <pc:sldMk cId="3933355230" sldId="298"/>
        </pc:sldMkLst>
      </pc:sldChg>
      <pc:sldChg chg="del">
        <pc:chgData name="Iain Styles" userId="befbdaae-53f8-4d26-a8dc-3366b09f768a" providerId="ADAL" clId="{5E0D2633-D8F6-500D-A7FC-C9CB56BC4BFB}" dt="2025-09-26T16:33:07.519" v="17" actId="2696"/>
        <pc:sldMkLst>
          <pc:docMk/>
          <pc:sldMk cId="1489423034" sldId="299"/>
        </pc:sldMkLst>
      </pc:sldChg>
      <pc:sldChg chg="del">
        <pc:chgData name="Iain Styles" userId="befbdaae-53f8-4d26-a8dc-3366b09f768a" providerId="ADAL" clId="{5E0D2633-D8F6-500D-A7FC-C9CB56BC4BFB}" dt="2025-09-26T16:33:07.599" v="58" actId="2696"/>
        <pc:sldMkLst>
          <pc:docMk/>
          <pc:sldMk cId="3060807951" sldId="300"/>
        </pc:sldMkLst>
      </pc:sldChg>
      <pc:sldChg chg="del">
        <pc:chgData name="Iain Styles" userId="befbdaae-53f8-4d26-a8dc-3366b09f768a" providerId="ADAL" clId="{5E0D2633-D8F6-500D-A7FC-C9CB56BC4BFB}" dt="2025-09-26T16:33:07.580" v="43" actId="2696"/>
        <pc:sldMkLst>
          <pc:docMk/>
          <pc:sldMk cId="780336828" sldId="301"/>
        </pc:sldMkLst>
      </pc:sldChg>
      <pc:sldChg chg="del">
        <pc:chgData name="Iain Styles" userId="befbdaae-53f8-4d26-a8dc-3366b09f768a" providerId="ADAL" clId="{5E0D2633-D8F6-500D-A7FC-C9CB56BC4BFB}" dt="2025-09-26T16:33:07.573" v="35" actId="2696"/>
        <pc:sldMkLst>
          <pc:docMk/>
          <pc:sldMk cId="3539568370" sldId="302"/>
        </pc:sldMkLst>
      </pc:sldChg>
      <pc:sldChg chg="del">
        <pc:chgData name="Iain Styles" userId="befbdaae-53f8-4d26-a8dc-3366b09f768a" providerId="ADAL" clId="{5E0D2633-D8F6-500D-A7FC-C9CB56BC4BFB}" dt="2025-09-26T16:33:07.579" v="41" actId="2696"/>
        <pc:sldMkLst>
          <pc:docMk/>
          <pc:sldMk cId="2463367022" sldId="303"/>
        </pc:sldMkLst>
      </pc:sldChg>
      <pc:sldChg chg="del">
        <pc:chgData name="Iain Styles" userId="befbdaae-53f8-4d26-a8dc-3366b09f768a" providerId="ADAL" clId="{5E0D2633-D8F6-500D-A7FC-C9CB56BC4BFB}" dt="2025-09-26T16:33:07.626" v="70" actId="2696"/>
        <pc:sldMkLst>
          <pc:docMk/>
          <pc:sldMk cId="3284479578" sldId="304"/>
        </pc:sldMkLst>
      </pc:sldChg>
      <pc:sldChg chg="del">
        <pc:chgData name="Iain Styles" userId="befbdaae-53f8-4d26-a8dc-3366b09f768a" providerId="ADAL" clId="{5E0D2633-D8F6-500D-A7FC-C9CB56BC4BFB}" dt="2025-09-26T16:33:07.634" v="72" actId="2696"/>
        <pc:sldMkLst>
          <pc:docMk/>
          <pc:sldMk cId="1690556488" sldId="305"/>
        </pc:sldMkLst>
      </pc:sldChg>
      <pc:sldChg chg="del">
        <pc:chgData name="Iain Styles" userId="befbdaae-53f8-4d26-a8dc-3366b09f768a" providerId="ADAL" clId="{5E0D2633-D8F6-500D-A7FC-C9CB56BC4BFB}" dt="2025-09-26T16:33:07.554" v="33" actId="2696"/>
        <pc:sldMkLst>
          <pc:docMk/>
          <pc:sldMk cId="79776030" sldId="306"/>
        </pc:sldMkLst>
      </pc:sldChg>
      <pc:sldChg chg="del">
        <pc:chgData name="Iain Styles" userId="befbdaae-53f8-4d26-a8dc-3366b09f768a" providerId="ADAL" clId="{5E0D2633-D8F6-500D-A7FC-C9CB56BC4BFB}" dt="2025-09-26T16:33:07.535" v="19" actId="2696"/>
        <pc:sldMkLst>
          <pc:docMk/>
          <pc:sldMk cId="1437246558" sldId="307"/>
        </pc:sldMkLst>
      </pc:sldChg>
      <pc:sldChg chg="del">
        <pc:chgData name="Iain Styles" userId="befbdaae-53f8-4d26-a8dc-3366b09f768a" providerId="ADAL" clId="{5E0D2633-D8F6-500D-A7FC-C9CB56BC4BFB}" dt="2025-09-26T16:33:07.595" v="52" actId="2696"/>
        <pc:sldMkLst>
          <pc:docMk/>
          <pc:sldMk cId="1202893673" sldId="309"/>
        </pc:sldMkLst>
      </pc:sldChg>
      <pc:sldChg chg="del">
        <pc:chgData name="Iain Styles" userId="befbdaae-53f8-4d26-a8dc-3366b09f768a" providerId="ADAL" clId="{5E0D2633-D8F6-500D-A7FC-C9CB56BC4BFB}" dt="2025-09-26T16:33:07.518" v="16" actId="2696"/>
        <pc:sldMkLst>
          <pc:docMk/>
          <pc:sldMk cId="590912617" sldId="310"/>
        </pc:sldMkLst>
      </pc:sldChg>
      <pc:sldChg chg="del">
        <pc:chgData name="Iain Styles" userId="befbdaae-53f8-4d26-a8dc-3366b09f768a" providerId="ADAL" clId="{5E0D2633-D8F6-500D-A7FC-C9CB56BC4BFB}" dt="2025-09-26T16:33:07.506" v="4" actId="2696"/>
        <pc:sldMkLst>
          <pc:docMk/>
          <pc:sldMk cId="863111172" sldId="311"/>
        </pc:sldMkLst>
      </pc:sldChg>
      <pc:sldChg chg="del">
        <pc:chgData name="Iain Styles" userId="befbdaae-53f8-4d26-a8dc-3366b09f768a" providerId="ADAL" clId="{5E0D2633-D8F6-500D-A7FC-C9CB56BC4BFB}" dt="2025-09-26T16:33:07.582" v="46" actId="2696"/>
        <pc:sldMkLst>
          <pc:docMk/>
          <pc:sldMk cId="2957935270" sldId="312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947455823" sldId="313"/>
        </pc:sldMkLst>
      </pc:sldChg>
      <pc:sldChg chg="del">
        <pc:chgData name="Iain Styles" userId="befbdaae-53f8-4d26-a8dc-3366b09f768a" providerId="ADAL" clId="{5E0D2633-D8F6-500D-A7FC-C9CB56BC4BFB}" dt="2025-09-26T16:33:07.627" v="71" actId="2696"/>
        <pc:sldMkLst>
          <pc:docMk/>
          <pc:sldMk cId="398718148" sldId="314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480562127" sldId="314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307969886" sldId="315"/>
        </pc:sldMkLst>
      </pc:sldChg>
      <pc:sldChg chg="del">
        <pc:chgData name="Iain Styles" userId="befbdaae-53f8-4d26-a8dc-3366b09f768a" providerId="ADAL" clId="{5E0D2633-D8F6-500D-A7FC-C9CB56BC4BFB}" dt="2025-09-26T16:33:07.543" v="28" actId="2696"/>
        <pc:sldMkLst>
          <pc:docMk/>
          <pc:sldMk cId="685004756" sldId="315"/>
        </pc:sldMkLst>
      </pc:sldChg>
      <pc:sldChg chg="del">
        <pc:chgData name="Iain Styles" userId="befbdaae-53f8-4d26-a8dc-3366b09f768a" providerId="ADAL" clId="{5E0D2633-D8F6-500D-A7FC-C9CB56BC4BFB}" dt="2025-09-26T16:33:07.582" v="45" actId="2696"/>
        <pc:sldMkLst>
          <pc:docMk/>
          <pc:sldMk cId="467970236" sldId="317"/>
        </pc:sldMkLst>
      </pc:sldChg>
      <pc:sldChg chg="modSp add mod">
        <pc:chgData name="Iain Styles" userId="befbdaae-53f8-4d26-a8dc-3366b09f768a" providerId="ADAL" clId="{5E0D2633-D8F6-500D-A7FC-C9CB56BC4BFB}" dt="2025-10-02T05:42:46.092" v="2491" actId="20577"/>
        <pc:sldMkLst>
          <pc:docMk/>
          <pc:sldMk cId="1966668109" sldId="317"/>
        </pc:sldMkLst>
        <pc:spChg chg="mod">
          <ac:chgData name="Iain Styles" userId="befbdaae-53f8-4d26-a8dc-3366b09f768a" providerId="ADAL" clId="{5E0D2633-D8F6-500D-A7FC-C9CB56BC4BFB}" dt="2025-10-02T05:42:46.092" v="2491" actId="20577"/>
          <ac:spMkLst>
            <pc:docMk/>
            <pc:sldMk cId="1966668109" sldId="317"/>
            <ac:spMk id="2" creationId="{6C2DF952-D913-4A4A-B107-55373ED3A932}"/>
          </ac:spMkLst>
        </pc:spChg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73192820" sldId="318"/>
        </pc:sldMkLst>
      </pc:sldChg>
      <pc:sldChg chg="del">
        <pc:chgData name="Iain Styles" userId="befbdaae-53f8-4d26-a8dc-3366b09f768a" providerId="ADAL" clId="{5E0D2633-D8F6-500D-A7FC-C9CB56BC4BFB}" dt="2025-09-26T16:33:07.538" v="22" actId="2696"/>
        <pc:sldMkLst>
          <pc:docMk/>
          <pc:sldMk cId="1701179987" sldId="318"/>
        </pc:sldMkLst>
      </pc:sldChg>
      <pc:sldChg chg="del">
        <pc:chgData name="Iain Styles" userId="befbdaae-53f8-4d26-a8dc-3366b09f768a" providerId="ADAL" clId="{5E0D2633-D8F6-500D-A7FC-C9CB56BC4BFB}" dt="2025-09-26T16:33:07.509" v="6" actId="2696"/>
        <pc:sldMkLst>
          <pc:docMk/>
          <pc:sldMk cId="1496860457" sldId="319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2857613945" sldId="319"/>
        </pc:sldMkLst>
      </pc:sldChg>
      <pc:sldChg chg="del">
        <pc:chgData name="Iain Styles" userId="befbdaae-53f8-4d26-a8dc-3366b09f768a" providerId="ADAL" clId="{5E0D2633-D8F6-500D-A7FC-C9CB56BC4BFB}" dt="2025-09-26T16:33:07.615" v="63" actId="2696"/>
        <pc:sldMkLst>
          <pc:docMk/>
          <pc:sldMk cId="1663710516" sldId="320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2219207218" sldId="320"/>
        </pc:sldMkLst>
      </pc:sldChg>
      <pc:sldChg chg="del">
        <pc:chgData name="Iain Styles" userId="befbdaae-53f8-4d26-a8dc-3366b09f768a" providerId="ADAL" clId="{5E0D2633-D8F6-500D-A7FC-C9CB56BC4BFB}" dt="2025-09-26T16:33:07.576" v="38" actId="2696"/>
        <pc:sldMkLst>
          <pc:docMk/>
          <pc:sldMk cId="3439088038" sldId="321"/>
        </pc:sldMkLst>
      </pc:sldChg>
      <pc:sldChg chg="del">
        <pc:chgData name="Iain Styles" userId="befbdaae-53f8-4d26-a8dc-3366b09f768a" providerId="ADAL" clId="{5E0D2633-D8F6-500D-A7FC-C9CB56BC4BFB}" dt="2025-09-26T16:33:07.504" v="2" actId="2696"/>
        <pc:sldMkLst>
          <pc:docMk/>
          <pc:sldMk cId="579893352" sldId="322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4218908280" sldId="322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2546267309" sldId="323"/>
        </pc:sldMkLst>
      </pc:sldChg>
      <pc:sldChg chg="del">
        <pc:chgData name="Iain Styles" userId="befbdaae-53f8-4d26-a8dc-3366b09f768a" providerId="ADAL" clId="{5E0D2633-D8F6-500D-A7FC-C9CB56BC4BFB}" dt="2025-09-26T16:33:07.544" v="29" actId="2696"/>
        <pc:sldMkLst>
          <pc:docMk/>
          <pc:sldMk cId="4156057639" sldId="323"/>
        </pc:sldMkLst>
      </pc:sldChg>
      <pc:sldChg chg="del">
        <pc:chgData name="Iain Styles" userId="befbdaae-53f8-4d26-a8dc-3366b09f768a" providerId="ADAL" clId="{5E0D2633-D8F6-500D-A7FC-C9CB56BC4BFB}" dt="2025-09-26T16:33:07.578" v="40" actId="2696"/>
        <pc:sldMkLst>
          <pc:docMk/>
          <pc:sldMk cId="574810486" sldId="324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2083903335" sldId="324"/>
        </pc:sldMkLst>
      </pc:sldChg>
      <pc:sldChg chg="del">
        <pc:chgData name="Iain Styles" userId="befbdaae-53f8-4d26-a8dc-3366b09f768a" providerId="ADAL" clId="{5E0D2633-D8F6-500D-A7FC-C9CB56BC4BFB}" dt="2025-09-26T16:33:07.575" v="37" actId="2696"/>
        <pc:sldMkLst>
          <pc:docMk/>
          <pc:sldMk cId="3211664744" sldId="325"/>
        </pc:sldMkLst>
      </pc:sldChg>
      <pc:sldChg chg="del">
        <pc:chgData name="Iain Styles" userId="befbdaae-53f8-4d26-a8dc-3366b09f768a" providerId="ADAL" clId="{5E0D2633-D8F6-500D-A7FC-C9CB56BC4BFB}" dt="2025-09-26T16:33:07.635" v="73" actId="2696"/>
        <pc:sldMkLst>
          <pc:docMk/>
          <pc:sldMk cId="3149925182" sldId="326"/>
        </pc:sldMkLst>
      </pc:sldChg>
      <pc:sldChg chg="del">
        <pc:chgData name="Iain Styles" userId="befbdaae-53f8-4d26-a8dc-3366b09f768a" providerId="ADAL" clId="{5E0D2633-D8F6-500D-A7FC-C9CB56BC4BFB}" dt="2025-09-26T16:33:07.585" v="49" actId="2696"/>
        <pc:sldMkLst>
          <pc:docMk/>
          <pc:sldMk cId="2126351794" sldId="327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3462455941" sldId="327"/>
        </pc:sldMkLst>
      </pc:sldChg>
      <pc:sldChg chg="del">
        <pc:chgData name="Iain Styles" userId="befbdaae-53f8-4d26-a8dc-3366b09f768a" providerId="ADAL" clId="{5E0D2633-D8F6-500D-A7FC-C9CB56BC4BFB}" dt="2025-09-26T16:33:07.636" v="75" actId="2696"/>
        <pc:sldMkLst>
          <pc:docMk/>
          <pc:sldMk cId="1330158202" sldId="328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2027072520" sldId="329"/>
        </pc:sldMkLst>
      </pc:sldChg>
      <pc:sldChg chg="del">
        <pc:chgData name="Iain Styles" userId="befbdaae-53f8-4d26-a8dc-3366b09f768a" providerId="ADAL" clId="{5E0D2633-D8F6-500D-A7FC-C9CB56BC4BFB}" dt="2025-09-26T16:33:07.515" v="13" actId="2696"/>
        <pc:sldMkLst>
          <pc:docMk/>
          <pc:sldMk cId="3952004508" sldId="329"/>
        </pc:sldMkLst>
      </pc:sldChg>
      <pc:sldChg chg="del">
        <pc:chgData name="Iain Styles" userId="befbdaae-53f8-4d26-a8dc-3366b09f768a" providerId="ADAL" clId="{5E0D2633-D8F6-500D-A7FC-C9CB56BC4BFB}" dt="2025-09-26T16:33:07.514" v="12" actId="2696"/>
        <pc:sldMkLst>
          <pc:docMk/>
          <pc:sldMk cId="72769195" sldId="330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764991296" sldId="330"/>
        </pc:sldMkLst>
      </pc:sldChg>
      <pc:sldChg chg="del">
        <pc:chgData name="Iain Styles" userId="befbdaae-53f8-4d26-a8dc-3366b09f768a" providerId="ADAL" clId="{5E0D2633-D8F6-500D-A7FC-C9CB56BC4BFB}" dt="2025-09-26T16:33:07.512" v="9" actId="2696"/>
        <pc:sldMkLst>
          <pc:docMk/>
          <pc:sldMk cId="1101232837" sldId="331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3742330905" sldId="331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1747913859" sldId="332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1064686169" sldId="333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151509357" sldId="334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1089930537" sldId="335"/>
        </pc:sldMkLst>
      </pc:sldChg>
      <pc:sldChg chg="modSp del mod">
        <pc:chgData name="Iain Styles" userId="befbdaae-53f8-4d26-a8dc-3366b09f768a" providerId="ADAL" clId="{5E0D2633-D8F6-500D-A7FC-C9CB56BC4BFB}" dt="2025-10-01T06:29:35.023" v="2455" actId="2696"/>
        <pc:sldMkLst>
          <pc:docMk/>
          <pc:sldMk cId="2387415900" sldId="335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2553047233" sldId="336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3896931805" sldId="337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209391180" sldId="339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2261925084" sldId="340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3274019869" sldId="342"/>
        </pc:sldMkLst>
      </pc:sldChg>
      <pc:sldChg chg="del">
        <pc:chgData name="Iain Styles" userId="befbdaae-53f8-4d26-a8dc-3366b09f768a" providerId="ADAL" clId="{5E0D2633-D8F6-500D-A7FC-C9CB56BC4BFB}" dt="2025-09-26T16:33:07.542" v="26" actId="2696"/>
        <pc:sldMkLst>
          <pc:docMk/>
          <pc:sldMk cId="311109508" sldId="343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2288175872" sldId="343"/>
        </pc:sldMkLst>
      </pc:sldChg>
      <pc:sldChg chg="del">
        <pc:chgData name="Iain Styles" userId="befbdaae-53f8-4d26-a8dc-3366b09f768a" providerId="ADAL" clId="{5E0D2633-D8F6-500D-A7FC-C9CB56BC4BFB}" dt="2025-09-26T16:33:07.639" v="79" actId="2696"/>
        <pc:sldMkLst>
          <pc:docMk/>
          <pc:sldMk cId="570359550" sldId="344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1147943584" sldId="344"/>
        </pc:sldMkLst>
      </pc:sldChg>
      <pc:sldChg chg="del">
        <pc:chgData name="Iain Styles" userId="befbdaae-53f8-4d26-a8dc-3366b09f768a" providerId="ADAL" clId="{5E0D2633-D8F6-500D-A7FC-C9CB56BC4BFB}" dt="2025-09-26T16:33:07.540" v="25" actId="2696"/>
        <pc:sldMkLst>
          <pc:docMk/>
          <pc:sldMk cId="0" sldId="345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3834369767" sldId="345"/>
        </pc:sldMkLst>
      </pc:sldChg>
      <pc:sldChg chg="del">
        <pc:chgData name="Iain Styles" userId="befbdaae-53f8-4d26-a8dc-3366b09f768a" providerId="ADAL" clId="{5E0D2633-D8F6-500D-A7FC-C9CB56BC4BFB}" dt="2025-09-26T16:33:07.598" v="57" actId="2696"/>
        <pc:sldMkLst>
          <pc:docMk/>
          <pc:sldMk cId="1019959995" sldId="346"/>
        </pc:sldMkLst>
      </pc:sldChg>
      <pc:sldChg chg="del">
        <pc:chgData name="Iain Styles" userId="befbdaae-53f8-4d26-a8dc-3366b09f768a" providerId="ADAL" clId="{5E0D2633-D8F6-500D-A7FC-C9CB56BC4BFB}" dt="2025-09-26T16:33:07.574" v="36" actId="2696"/>
        <pc:sldMkLst>
          <pc:docMk/>
          <pc:sldMk cId="2795853998" sldId="347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4252593740" sldId="347"/>
        </pc:sldMkLst>
      </pc:sldChg>
      <pc:sldChg chg="del">
        <pc:chgData name="Iain Styles" userId="befbdaae-53f8-4d26-a8dc-3366b09f768a" providerId="ADAL" clId="{5E0D2633-D8F6-500D-A7FC-C9CB56BC4BFB}" dt="2025-09-26T16:33:07.539" v="23" actId="2696"/>
        <pc:sldMkLst>
          <pc:docMk/>
          <pc:sldMk cId="1050254540" sldId="348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1624366765" sldId="348"/>
        </pc:sldMkLst>
      </pc:sldChg>
      <pc:sldChg chg="del">
        <pc:chgData name="Iain Styles" userId="befbdaae-53f8-4d26-a8dc-3366b09f768a" providerId="ADAL" clId="{5E0D2633-D8F6-500D-A7FC-C9CB56BC4BFB}" dt="2025-09-26T16:33:07.536" v="20" actId="2696"/>
        <pc:sldMkLst>
          <pc:docMk/>
          <pc:sldMk cId="183393448" sldId="349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3571754264" sldId="349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1527173364" sldId="350"/>
        </pc:sldMkLst>
      </pc:sldChg>
      <pc:sldChg chg="del">
        <pc:chgData name="Iain Styles" userId="befbdaae-53f8-4d26-a8dc-3366b09f768a" providerId="ADAL" clId="{5E0D2633-D8F6-500D-A7FC-C9CB56BC4BFB}" dt="2025-09-26T16:33:07.619" v="68" actId="2696"/>
        <pc:sldMkLst>
          <pc:docMk/>
          <pc:sldMk cId="3465088771" sldId="350"/>
        </pc:sldMkLst>
      </pc:sldChg>
      <pc:sldChg chg="del">
        <pc:chgData name="Iain Styles" userId="befbdaae-53f8-4d26-a8dc-3366b09f768a" providerId="ADAL" clId="{5E0D2633-D8F6-500D-A7FC-C9CB56BC4BFB}" dt="2025-09-26T16:33:07.542" v="27" actId="2696"/>
        <pc:sldMkLst>
          <pc:docMk/>
          <pc:sldMk cId="3104361659" sldId="352"/>
        </pc:sldMkLst>
      </pc:sldChg>
      <pc:sldChg chg="del">
        <pc:chgData name="Iain Styles" userId="befbdaae-53f8-4d26-a8dc-3366b09f768a" providerId="ADAL" clId="{5E0D2633-D8F6-500D-A7FC-C9CB56BC4BFB}" dt="2025-09-26T16:33:07.596" v="54" actId="2696"/>
        <pc:sldMkLst>
          <pc:docMk/>
          <pc:sldMk cId="1381691829" sldId="353"/>
        </pc:sldMkLst>
      </pc:sldChg>
      <pc:sldChg chg="del">
        <pc:chgData name="Iain Styles" userId="befbdaae-53f8-4d26-a8dc-3366b09f768a" providerId="ADAL" clId="{5E0D2633-D8F6-500D-A7FC-C9CB56BC4BFB}" dt="2025-09-26T16:33:07.546" v="32" actId="2696"/>
        <pc:sldMkLst>
          <pc:docMk/>
          <pc:sldMk cId="3625528858" sldId="354"/>
        </pc:sldMkLst>
      </pc:sldChg>
      <pc:sldChg chg="del">
        <pc:chgData name="Iain Styles" userId="befbdaae-53f8-4d26-a8dc-3366b09f768a" providerId="ADAL" clId="{5E0D2633-D8F6-500D-A7FC-C9CB56BC4BFB}" dt="2025-09-26T16:33:07.579" v="42" actId="2696"/>
        <pc:sldMkLst>
          <pc:docMk/>
          <pc:sldMk cId="3530153824" sldId="355"/>
        </pc:sldMkLst>
      </pc:sldChg>
      <pc:sldChg chg="del">
        <pc:chgData name="Iain Styles" userId="befbdaae-53f8-4d26-a8dc-3366b09f768a" providerId="ADAL" clId="{5E0D2633-D8F6-500D-A7FC-C9CB56BC4BFB}" dt="2025-09-26T16:33:07.545" v="30" actId="2696"/>
        <pc:sldMkLst>
          <pc:docMk/>
          <pc:sldMk cId="4018349267" sldId="356"/>
        </pc:sldMkLst>
      </pc:sldChg>
      <pc:sldChg chg="del">
        <pc:chgData name="Iain Styles" userId="befbdaae-53f8-4d26-a8dc-3366b09f768a" providerId="ADAL" clId="{5E0D2633-D8F6-500D-A7FC-C9CB56BC4BFB}" dt="2025-09-26T16:33:07.540" v="24" actId="2696"/>
        <pc:sldMkLst>
          <pc:docMk/>
          <pc:sldMk cId="600945326" sldId="357"/>
        </pc:sldMkLst>
      </pc:sldChg>
      <pc:sldChg chg="del">
        <pc:chgData name="Iain Styles" userId="befbdaae-53f8-4d26-a8dc-3366b09f768a" providerId="ADAL" clId="{5E0D2633-D8F6-500D-A7FC-C9CB56BC4BFB}" dt="2025-09-26T16:33:07.639" v="80" actId="2696"/>
        <pc:sldMkLst>
          <pc:docMk/>
          <pc:sldMk cId="248963492" sldId="359"/>
        </pc:sldMkLst>
      </pc:sldChg>
      <pc:sldChg chg="del">
        <pc:chgData name="Iain Styles" userId="befbdaae-53f8-4d26-a8dc-3366b09f768a" providerId="ADAL" clId="{5E0D2633-D8F6-500D-A7FC-C9CB56BC4BFB}" dt="2025-09-26T16:33:07.584" v="48" actId="2696"/>
        <pc:sldMkLst>
          <pc:docMk/>
          <pc:sldMk cId="1730821636" sldId="360"/>
        </pc:sldMkLst>
      </pc:sldChg>
      <pc:sldChg chg="del">
        <pc:chgData name="Iain Styles" userId="befbdaae-53f8-4d26-a8dc-3366b09f768a" providerId="ADAL" clId="{5E0D2633-D8F6-500D-A7FC-C9CB56BC4BFB}" dt="2025-09-26T16:33:07.612" v="59" actId="2696"/>
        <pc:sldMkLst>
          <pc:docMk/>
          <pc:sldMk cId="3309252680" sldId="361"/>
        </pc:sldMkLst>
      </pc:sldChg>
      <pc:sldChg chg="del">
        <pc:chgData name="Iain Styles" userId="befbdaae-53f8-4d26-a8dc-3366b09f768a" providerId="ADAL" clId="{5E0D2633-D8F6-500D-A7FC-C9CB56BC4BFB}" dt="2025-09-26T16:33:07.614" v="61" actId="2696"/>
        <pc:sldMkLst>
          <pc:docMk/>
          <pc:sldMk cId="862457490" sldId="362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1312821279" sldId="363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2474917633" sldId="364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1020281087" sldId="365"/>
        </pc:sldMkLst>
      </pc:sldChg>
      <pc:sldChg chg="modSp mod modShow">
        <pc:chgData name="Iain Styles" userId="befbdaae-53f8-4d26-a8dc-3366b09f768a" providerId="ADAL" clId="{5E0D2633-D8F6-500D-A7FC-C9CB56BC4BFB}" dt="2025-10-01T08:46:25.543" v="2481" actId="20577"/>
        <pc:sldMkLst>
          <pc:docMk/>
          <pc:sldMk cId="3525204167" sldId="366"/>
        </pc:sldMkLst>
        <pc:spChg chg="mod">
          <ac:chgData name="Iain Styles" userId="befbdaae-53f8-4d26-a8dc-3366b09f768a" providerId="ADAL" clId="{5E0D2633-D8F6-500D-A7FC-C9CB56BC4BFB}" dt="2025-10-01T08:46:25.543" v="2481" actId="20577"/>
          <ac:spMkLst>
            <pc:docMk/>
            <pc:sldMk cId="3525204167" sldId="366"/>
            <ac:spMk id="2" creationId="{0426C152-B853-13B7-9354-BFB344E07F11}"/>
          </ac:spMkLst>
        </pc:spChg>
      </pc:sldChg>
      <pc:sldChg chg="del mod modShow">
        <pc:chgData name="Iain Styles" userId="befbdaae-53f8-4d26-a8dc-3366b09f768a" providerId="ADAL" clId="{5E0D2633-D8F6-500D-A7FC-C9CB56BC4BFB}" dt="2025-10-01T08:46:55.101" v="2482" actId="2696"/>
        <pc:sldMkLst>
          <pc:docMk/>
          <pc:sldMk cId="1911525105" sldId="367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709510685" sldId="368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325496427" sldId="369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1965545114" sldId="370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4262266284" sldId="372"/>
        </pc:sldMkLst>
      </pc:sldChg>
      <pc:sldChg chg="mod modShow">
        <pc:chgData name="Iain Styles" userId="befbdaae-53f8-4d26-a8dc-3366b09f768a" providerId="ADAL" clId="{5E0D2633-D8F6-500D-A7FC-C9CB56BC4BFB}" dt="2025-10-01T06:29:44.680" v="2469" actId="729"/>
        <pc:sldMkLst>
          <pc:docMk/>
          <pc:sldMk cId="2315743507" sldId="373"/>
        </pc:sldMkLst>
      </pc:sldChg>
      <pc:sldChg chg="del">
        <pc:chgData name="Iain Styles" userId="befbdaae-53f8-4d26-a8dc-3366b09f768a" providerId="ADAL" clId="{5E0D2633-D8F6-500D-A7FC-C9CB56BC4BFB}" dt="2025-10-01T06:29:35.064" v="2462" actId="2696"/>
        <pc:sldMkLst>
          <pc:docMk/>
          <pc:sldMk cId="2852682168" sldId="374"/>
        </pc:sldMkLst>
      </pc:sldChg>
      <pc:sldChg chg="del">
        <pc:chgData name="Iain Styles" userId="befbdaae-53f8-4d26-a8dc-3366b09f768a" providerId="ADAL" clId="{5E0D2633-D8F6-500D-A7FC-C9CB56BC4BFB}" dt="2025-10-01T06:29:35.063" v="2461" actId="2696"/>
        <pc:sldMkLst>
          <pc:docMk/>
          <pc:sldMk cId="0" sldId="375"/>
        </pc:sldMkLst>
      </pc:sldChg>
      <pc:sldChg chg="modSp del mod">
        <pc:chgData name="Iain Styles" userId="befbdaae-53f8-4d26-a8dc-3366b09f768a" providerId="ADAL" clId="{5E0D2633-D8F6-500D-A7FC-C9CB56BC4BFB}" dt="2025-10-01T06:29:35.001" v="2453" actId="2696"/>
        <pc:sldMkLst>
          <pc:docMk/>
          <pc:sldMk cId="4143986112" sldId="376"/>
        </pc:sldMkLst>
      </pc:sldChg>
      <pc:sldChg chg="modSp del mod">
        <pc:chgData name="Iain Styles" userId="befbdaae-53f8-4d26-a8dc-3366b09f768a" providerId="ADAL" clId="{5E0D2633-D8F6-500D-A7FC-C9CB56BC4BFB}" dt="2025-10-01T06:29:35.063" v="2460" actId="2696"/>
        <pc:sldMkLst>
          <pc:docMk/>
          <pc:sldMk cId="492829823" sldId="377"/>
        </pc:sldMkLst>
      </pc:sldChg>
      <pc:sldChg chg="addSp modSp del mod modAnim modNotesTx">
        <pc:chgData name="Iain Styles" userId="befbdaae-53f8-4d26-a8dc-3366b09f768a" providerId="ADAL" clId="{5E0D2633-D8F6-500D-A7FC-C9CB56BC4BFB}" dt="2025-10-01T06:29:35.122" v="2467" actId="2696"/>
        <pc:sldMkLst>
          <pc:docMk/>
          <pc:sldMk cId="1723573332" sldId="378"/>
        </pc:sldMkLst>
      </pc:sldChg>
      <pc:sldChg chg="addSp modSp del modAnim modNotesTx">
        <pc:chgData name="Iain Styles" userId="befbdaae-53f8-4d26-a8dc-3366b09f768a" providerId="ADAL" clId="{5E0D2633-D8F6-500D-A7FC-C9CB56BC4BFB}" dt="2025-10-01T06:29:35.032" v="2458" actId="2696"/>
        <pc:sldMkLst>
          <pc:docMk/>
          <pc:sldMk cId="1568652430" sldId="379"/>
        </pc:sldMkLst>
      </pc:sldChg>
      <pc:sldChg chg="del">
        <pc:chgData name="Iain Styles" userId="befbdaae-53f8-4d26-a8dc-3366b09f768a" providerId="ADAL" clId="{5E0D2633-D8F6-500D-A7FC-C9CB56BC4BFB}" dt="2025-10-01T06:29:35.120" v="2466" actId="2696"/>
        <pc:sldMkLst>
          <pc:docMk/>
          <pc:sldMk cId="3707850439" sldId="380"/>
        </pc:sldMkLst>
      </pc:sldChg>
      <pc:sldChg chg="del mod modShow">
        <pc:chgData name="Iain Styles" userId="befbdaae-53f8-4d26-a8dc-3366b09f768a" providerId="ADAL" clId="{5E0D2633-D8F6-500D-A7FC-C9CB56BC4BFB}" dt="2025-10-01T06:30:22.274" v="2470" actId="2696"/>
        <pc:sldMkLst>
          <pc:docMk/>
          <pc:sldMk cId="632667121" sldId="381"/>
        </pc:sldMkLst>
      </pc:sldChg>
      <pc:sldChg chg="del">
        <pc:chgData name="Iain Styles" userId="befbdaae-53f8-4d26-a8dc-3366b09f768a" providerId="ADAL" clId="{5E0D2633-D8F6-500D-A7FC-C9CB56BC4BFB}" dt="2025-09-26T16:33:07.586" v="51" actId="2696"/>
        <pc:sldMkLst>
          <pc:docMk/>
          <pc:sldMk cId="1276179479" sldId="382"/>
        </pc:sldMkLst>
      </pc:sldChg>
      <pc:sldChg chg="del">
        <pc:chgData name="Iain Styles" userId="befbdaae-53f8-4d26-a8dc-3366b09f768a" providerId="ADAL" clId="{5E0D2633-D8F6-500D-A7FC-C9CB56BC4BFB}" dt="2025-09-26T16:33:07.597" v="55" actId="2696"/>
        <pc:sldMkLst>
          <pc:docMk/>
          <pc:sldMk cId="3371211255" sldId="384"/>
        </pc:sldMkLst>
      </pc:sldChg>
      <pc:sldChg chg="del">
        <pc:chgData name="Iain Styles" userId="befbdaae-53f8-4d26-a8dc-3366b09f768a" providerId="ADAL" clId="{5E0D2633-D8F6-500D-A7FC-C9CB56BC4BFB}" dt="2025-09-26T16:33:07.513" v="10" actId="2696"/>
        <pc:sldMkLst>
          <pc:docMk/>
          <pc:sldMk cId="808098600" sldId="385"/>
        </pc:sldMkLst>
      </pc:sldChg>
      <pc:sldChg chg="del">
        <pc:chgData name="Iain Styles" userId="befbdaae-53f8-4d26-a8dc-3366b09f768a" providerId="ADAL" clId="{5E0D2633-D8F6-500D-A7FC-C9CB56BC4BFB}" dt="2025-09-26T16:33:07.505" v="3" actId="2696"/>
        <pc:sldMkLst>
          <pc:docMk/>
          <pc:sldMk cId="2797813325" sldId="386"/>
        </pc:sldMkLst>
      </pc:sldChg>
      <pc:sldChg chg="del">
        <pc:chgData name="Iain Styles" userId="befbdaae-53f8-4d26-a8dc-3366b09f768a" providerId="ADAL" clId="{5E0D2633-D8F6-500D-A7FC-C9CB56BC4BFB}" dt="2025-09-26T16:33:07.619" v="69" actId="2696"/>
        <pc:sldMkLst>
          <pc:docMk/>
          <pc:sldMk cId="3604264392" sldId="387"/>
        </pc:sldMkLst>
      </pc:sldChg>
      <pc:sldChg chg="del">
        <pc:chgData name="Iain Styles" userId="befbdaae-53f8-4d26-a8dc-3366b09f768a" providerId="ADAL" clId="{5E0D2633-D8F6-500D-A7FC-C9CB56BC4BFB}" dt="2025-09-26T16:33:07.513" v="11" actId="2696"/>
        <pc:sldMkLst>
          <pc:docMk/>
          <pc:sldMk cId="1447274719" sldId="388"/>
        </pc:sldMkLst>
      </pc:sldChg>
      <pc:sldChg chg="del">
        <pc:chgData name="Iain Styles" userId="befbdaae-53f8-4d26-a8dc-3366b09f768a" providerId="ADAL" clId="{5E0D2633-D8F6-500D-A7FC-C9CB56BC4BFB}" dt="2025-09-26T16:33:07.597" v="56" actId="2696"/>
        <pc:sldMkLst>
          <pc:docMk/>
          <pc:sldMk cId="2633191424" sldId="389"/>
        </pc:sldMkLst>
      </pc:sldChg>
      <pc:sldChg chg="del">
        <pc:chgData name="Iain Styles" userId="befbdaae-53f8-4d26-a8dc-3366b09f768a" providerId="ADAL" clId="{5E0D2633-D8F6-500D-A7FC-C9CB56BC4BFB}" dt="2025-09-26T16:33:07.617" v="65" actId="2696"/>
        <pc:sldMkLst>
          <pc:docMk/>
          <pc:sldMk cId="773077602" sldId="390"/>
        </pc:sldMkLst>
      </pc:sldChg>
      <pc:sldChg chg="del">
        <pc:chgData name="Iain Styles" userId="befbdaae-53f8-4d26-a8dc-3366b09f768a" providerId="ADAL" clId="{5E0D2633-D8F6-500D-A7FC-C9CB56BC4BFB}" dt="2025-09-26T16:33:07.618" v="67" actId="2696"/>
        <pc:sldMkLst>
          <pc:docMk/>
          <pc:sldMk cId="832998783" sldId="391"/>
        </pc:sldMkLst>
      </pc:sldChg>
      <pc:sldChg chg="del">
        <pc:chgData name="Iain Styles" userId="befbdaae-53f8-4d26-a8dc-3366b09f768a" providerId="ADAL" clId="{5E0D2633-D8F6-500D-A7FC-C9CB56BC4BFB}" dt="2025-09-26T16:33:07.581" v="44" actId="2696"/>
        <pc:sldMkLst>
          <pc:docMk/>
          <pc:sldMk cId="1778785276" sldId="392"/>
        </pc:sldMkLst>
      </pc:sldChg>
      <pc:sldChg chg="del">
        <pc:chgData name="Iain Styles" userId="befbdaae-53f8-4d26-a8dc-3366b09f768a" providerId="ADAL" clId="{5E0D2633-D8F6-500D-A7FC-C9CB56BC4BFB}" dt="2025-09-26T16:33:07.638" v="78" actId="2696"/>
        <pc:sldMkLst>
          <pc:docMk/>
          <pc:sldMk cId="2371962881" sldId="393"/>
        </pc:sldMkLst>
      </pc:sldChg>
      <pc:sldChg chg="del">
        <pc:chgData name="Iain Styles" userId="befbdaae-53f8-4d26-a8dc-3366b09f768a" providerId="ADAL" clId="{5E0D2633-D8F6-500D-A7FC-C9CB56BC4BFB}" dt="2025-09-26T16:33:07.636" v="74" actId="2696"/>
        <pc:sldMkLst>
          <pc:docMk/>
          <pc:sldMk cId="24635098" sldId="394"/>
        </pc:sldMkLst>
      </pc:sldChg>
      <pc:sldChg chg="del">
        <pc:chgData name="Iain Styles" userId="befbdaae-53f8-4d26-a8dc-3366b09f768a" providerId="ADAL" clId="{5E0D2633-D8F6-500D-A7FC-C9CB56BC4BFB}" dt="2025-09-26T16:33:07.510" v="7" actId="2696"/>
        <pc:sldMkLst>
          <pc:docMk/>
          <pc:sldMk cId="4107619910" sldId="395"/>
        </pc:sldMkLst>
      </pc:sldChg>
      <pc:sldChg chg="del">
        <pc:chgData name="Iain Styles" userId="befbdaae-53f8-4d26-a8dc-3366b09f768a" providerId="ADAL" clId="{5E0D2633-D8F6-500D-A7FC-C9CB56BC4BFB}" dt="2025-09-26T16:33:07.583" v="47" actId="2696"/>
        <pc:sldMkLst>
          <pc:docMk/>
          <pc:sldMk cId="3716085635" sldId="396"/>
        </pc:sldMkLst>
      </pc:sldChg>
      <pc:sldChg chg="del">
        <pc:chgData name="Iain Styles" userId="befbdaae-53f8-4d26-a8dc-3366b09f768a" providerId="ADAL" clId="{5E0D2633-D8F6-500D-A7FC-C9CB56BC4BFB}" dt="2025-09-26T16:33:07.613" v="60" actId="2696"/>
        <pc:sldMkLst>
          <pc:docMk/>
          <pc:sldMk cId="1670851442" sldId="397"/>
        </pc:sldMkLst>
      </pc:sldChg>
      <pc:sldChg chg="del">
        <pc:chgData name="Iain Styles" userId="befbdaae-53f8-4d26-a8dc-3366b09f768a" providerId="ADAL" clId="{5E0D2633-D8F6-500D-A7FC-C9CB56BC4BFB}" dt="2025-09-26T16:33:07.545" v="31" actId="2696"/>
        <pc:sldMkLst>
          <pc:docMk/>
          <pc:sldMk cId="3166856374" sldId="398"/>
        </pc:sldMkLst>
      </pc:sldChg>
      <pc:sldChg chg="del">
        <pc:chgData name="Iain Styles" userId="befbdaae-53f8-4d26-a8dc-3366b09f768a" providerId="ADAL" clId="{5E0D2633-D8F6-500D-A7FC-C9CB56BC4BFB}" dt="2025-09-26T16:33:07.586" v="50" actId="2696"/>
        <pc:sldMkLst>
          <pc:docMk/>
          <pc:sldMk cId="2472104205" sldId="399"/>
        </pc:sldMkLst>
      </pc:sldChg>
      <pc:sldChg chg="del">
        <pc:chgData name="Iain Styles" userId="befbdaae-53f8-4d26-a8dc-3366b09f768a" providerId="ADAL" clId="{5E0D2633-D8F6-500D-A7FC-C9CB56BC4BFB}" dt="2025-09-26T16:33:07.519" v="18" actId="2696"/>
        <pc:sldMkLst>
          <pc:docMk/>
          <pc:sldMk cId="2242694616" sldId="400"/>
        </pc:sldMkLst>
      </pc:sldChg>
      <pc:sldChg chg="del">
        <pc:chgData name="Iain Styles" userId="befbdaae-53f8-4d26-a8dc-3366b09f768a" providerId="ADAL" clId="{5E0D2633-D8F6-500D-A7FC-C9CB56BC4BFB}" dt="2025-09-26T16:33:07.595" v="53" actId="2696"/>
        <pc:sldMkLst>
          <pc:docMk/>
          <pc:sldMk cId="3857393744" sldId="401"/>
        </pc:sldMkLst>
      </pc:sldChg>
      <pc:sldChg chg="del">
        <pc:chgData name="Iain Styles" userId="befbdaae-53f8-4d26-a8dc-3366b09f768a" providerId="ADAL" clId="{5E0D2633-D8F6-500D-A7FC-C9CB56BC4BFB}" dt="2025-09-26T16:33:07.502" v="0" actId="2696"/>
        <pc:sldMkLst>
          <pc:docMk/>
          <pc:sldMk cId="1439734588" sldId="403"/>
        </pc:sldMkLst>
      </pc:sldChg>
      <pc:sldChg chg="del">
        <pc:chgData name="Iain Styles" userId="befbdaae-53f8-4d26-a8dc-3366b09f768a" providerId="ADAL" clId="{5E0D2633-D8F6-500D-A7FC-C9CB56BC4BFB}" dt="2025-09-26T16:33:07.511" v="8" actId="2696"/>
        <pc:sldMkLst>
          <pc:docMk/>
          <pc:sldMk cId="694455866" sldId="404"/>
        </pc:sldMkLst>
      </pc:sldChg>
      <pc:sldChg chg="del mod modShow">
        <pc:chgData name="Iain Styles" userId="befbdaae-53f8-4d26-a8dc-3366b09f768a" providerId="ADAL" clId="{5E0D2633-D8F6-500D-A7FC-C9CB56BC4BFB}" dt="2025-10-02T05:19:07.971" v="2484" actId="2696"/>
        <pc:sldMkLst>
          <pc:docMk/>
          <pc:sldMk cId="2593958790" sldId="405"/>
        </pc:sldMkLst>
      </pc:sldChg>
      <pc:sldChg chg="del">
        <pc:chgData name="Iain Styles" userId="befbdaae-53f8-4d26-a8dc-3366b09f768a" providerId="ADAL" clId="{5E0D2633-D8F6-500D-A7FC-C9CB56BC4BFB}" dt="2025-09-26T16:33:07.577" v="39" actId="2696"/>
        <pc:sldMkLst>
          <pc:docMk/>
          <pc:sldMk cId="64577220" sldId="406"/>
        </pc:sldMkLst>
      </pc:sldChg>
      <pc:sldChg chg="modSp new del mod modNotesTx">
        <pc:chgData name="Iain Styles" userId="befbdaae-53f8-4d26-a8dc-3366b09f768a" providerId="ADAL" clId="{5E0D2633-D8F6-500D-A7FC-C9CB56BC4BFB}" dt="2025-10-01T06:29:35.119" v="2465" actId="2696"/>
        <pc:sldMkLst>
          <pc:docMk/>
          <pc:sldMk cId="450425756" sldId="406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555020806" sldId="406"/>
        </pc:sldMkLst>
      </pc:sldChg>
      <pc:sldChg chg="addSp modSp new del mod modNotesTx">
        <pc:chgData name="Iain Styles" userId="befbdaae-53f8-4d26-a8dc-3366b09f768a" providerId="ADAL" clId="{5E0D2633-D8F6-500D-A7FC-C9CB56BC4BFB}" dt="2025-10-01T06:29:35.004" v="2454" actId="2696"/>
        <pc:sldMkLst>
          <pc:docMk/>
          <pc:sldMk cId="1128537457" sldId="407"/>
        </pc:sldMkLst>
      </pc:sldChg>
      <pc:sldChg chg="modSp add mod">
        <pc:chgData name="Iain Styles" userId="befbdaae-53f8-4d26-a8dc-3366b09f768a" providerId="ADAL" clId="{5E0D2633-D8F6-500D-A7FC-C9CB56BC4BFB}" dt="2025-10-02T05:42:38.172" v="2489" actId="20577"/>
        <pc:sldMkLst>
          <pc:docMk/>
          <pc:sldMk cId="3450780846" sldId="407"/>
        </pc:sldMkLst>
        <pc:spChg chg="mod">
          <ac:chgData name="Iain Styles" userId="befbdaae-53f8-4d26-a8dc-3366b09f768a" providerId="ADAL" clId="{5E0D2633-D8F6-500D-A7FC-C9CB56BC4BFB}" dt="2025-10-02T05:42:38.172" v="2489" actId="20577"/>
          <ac:spMkLst>
            <pc:docMk/>
            <pc:sldMk cId="3450780846" sldId="407"/>
            <ac:spMk id="6" creationId="{89557FC3-E57E-82EE-B185-3D3397E910F6}"/>
          </ac:spMkLst>
        </pc:spChg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1565238857" sldId="408"/>
        </pc:sldMkLst>
      </pc:sldChg>
      <pc:sldChg chg="addSp modSp new del mod modNotesTx">
        <pc:chgData name="Iain Styles" userId="befbdaae-53f8-4d26-a8dc-3366b09f768a" providerId="ADAL" clId="{5E0D2633-D8F6-500D-A7FC-C9CB56BC4BFB}" dt="2025-10-01T06:29:35.029" v="2457" actId="2696"/>
        <pc:sldMkLst>
          <pc:docMk/>
          <pc:sldMk cId="2900444732" sldId="408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157370141" sldId="409"/>
        </pc:sldMkLst>
      </pc:sldChg>
      <pc:sldChg chg="new del">
        <pc:chgData name="Iain Styles" userId="befbdaae-53f8-4d26-a8dc-3366b09f768a" providerId="ADAL" clId="{5E0D2633-D8F6-500D-A7FC-C9CB56BC4BFB}" dt="2025-09-27T11:57:05.301" v="1943" actId="680"/>
        <pc:sldMkLst>
          <pc:docMk/>
          <pc:sldMk cId="3965387123" sldId="409"/>
        </pc:sldMkLst>
      </pc:sldChg>
      <pc:sldChg chg="addSp modSp add del mod modNotesTx">
        <pc:chgData name="Iain Styles" userId="befbdaae-53f8-4d26-a8dc-3366b09f768a" providerId="ADAL" clId="{5E0D2633-D8F6-500D-A7FC-C9CB56BC4BFB}" dt="2025-10-01T06:29:35.127" v="2468" actId="2696"/>
        <pc:sldMkLst>
          <pc:docMk/>
          <pc:sldMk cId="4061372985" sldId="409"/>
        </pc:sldMkLst>
      </pc:sldChg>
      <pc:sldChg chg="add">
        <pc:chgData name="Iain Styles" userId="befbdaae-53f8-4d26-a8dc-3366b09f768a" providerId="ADAL" clId="{5E0D2633-D8F6-500D-A7FC-C9CB56BC4BFB}" dt="2025-10-02T05:18:54.994" v="2483"/>
        <pc:sldMkLst>
          <pc:docMk/>
          <pc:sldMk cId="2193192532" sldId="410"/>
        </pc:sldMkLst>
      </pc:sldChg>
      <pc:sldChg chg="addSp modSp new del mod modNotesTx">
        <pc:chgData name="Iain Styles" userId="befbdaae-53f8-4d26-a8dc-3366b09f768a" providerId="ADAL" clId="{5E0D2633-D8F6-500D-A7FC-C9CB56BC4BFB}" dt="2025-10-01T06:29:34.999" v="2452" actId="2696"/>
        <pc:sldMkLst>
          <pc:docMk/>
          <pc:sldMk cId="2950752099" sldId="410"/>
        </pc:sldMkLst>
      </pc:sldChg>
      <pc:sldChg chg="addSp modSp new del mod">
        <pc:chgData name="Iain Styles" userId="befbdaae-53f8-4d26-a8dc-3366b09f768a" providerId="ADAL" clId="{5E0D2633-D8F6-500D-A7FC-C9CB56BC4BFB}" dt="2025-10-01T06:29:35.062" v="2459" actId="2696"/>
        <pc:sldMkLst>
          <pc:docMk/>
          <pc:sldMk cId="2871007809" sldId="411"/>
        </pc:sldMkLst>
      </pc:sldChg>
      <pc:sldChg chg="addSp modSp new del mod">
        <pc:chgData name="Iain Styles" userId="befbdaae-53f8-4d26-a8dc-3366b09f768a" providerId="ADAL" clId="{5E0D2633-D8F6-500D-A7FC-C9CB56BC4BFB}" dt="2025-10-01T06:29:35.092" v="2463" actId="2696"/>
        <pc:sldMkLst>
          <pc:docMk/>
          <pc:sldMk cId="378581775" sldId="412"/>
        </pc:sldMkLst>
      </pc:sldChg>
      <pc:sldChg chg="addSp delSp new del mod ord">
        <pc:chgData name="Iain Styles" userId="befbdaae-53f8-4d26-a8dc-3366b09f768a" providerId="ADAL" clId="{5E0D2633-D8F6-500D-A7FC-C9CB56BC4BFB}" dt="2025-10-01T06:29:35.025" v="2456" actId="2696"/>
        <pc:sldMkLst>
          <pc:docMk/>
          <pc:sldMk cId="2603803532" sldId="413"/>
        </pc:sldMkLst>
      </pc:sldChg>
      <pc:sldChg chg="new del">
        <pc:chgData name="Iain Styles" userId="befbdaae-53f8-4d26-a8dc-3366b09f768a" providerId="ADAL" clId="{5E0D2633-D8F6-500D-A7FC-C9CB56BC4BFB}" dt="2025-09-29T10:33:22.169" v="2446" actId="2696"/>
        <pc:sldMkLst>
          <pc:docMk/>
          <pc:sldMk cId="2006164353" sldId="414"/>
        </pc:sldMkLst>
      </pc:sldChg>
      <pc:sldChg chg="addSp add del">
        <pc:chgData name="Iain Styles" userId="befbdaae-53f8-4d26-a8dc-3366b09f768a" providerId="ADAL" clId="{5E0D2633-D8F6-500D-A7FC-C9CB56BC4BFB}" dt="2025-10-01T06:29:34.975" v="2451" actId="2696"/>
        <pc:sldMkLst>
          <pc:docMk/>
          <pc:sldMk cId="3439011450" sldId="414"/>
        </pc:sldMkLst>
      </pc:sldChg>
      <pc:sldChg chg="addSp add del ord">
        <pc:chgData name="Iain Styles" userId="befbdaae-53f8-4d26-a8dc-3366b09f768a" providerId="ADAL" clId="{5E0D2633-D8F6-500D-A7FC-C9CB56BC4BFB}" dt="2025-10-01T06:29:35.095" v="2464" actId="2696"/>
        <pc:sldMkLst>
          <pc:docMk/>
          <pc:sldMk cId="698221902" sldId="415"/>
        </pc:sldMkLst>
      </pc:sldChg>
      <pc:sldChg chg="new del">
        <pc:chgData name="Iain Styles" userId="befbdaae-53f8-4d26-a8dc-3366b09f768a" providerId="ADAL" clId="{5E0D2633-D8F6-500D-A7FC-C9CB56BC4BFB}" dt="2025-09-29T10:33:19.450" v="2445" actId="2696"/>
        <pc:sldMkLst>
          <pc:docMk/>
          <pc:sldMk cId="3955963795" sldId="415"/>
        </pc:sldMkLst>
      </pc:sldChg>
    </pc:docChg>
  </pc:docChgLst>
  <pc:docChgLst>
    <pc:chgData name="Iain Styles" userId="befbdaae-53f8-4d26-a8dc-3366b09f768a" providerId="ADAL" clId="{EC32E1E7-569B-5A48-B30C-DB697CEB8225}"/>
    <pc:docChg chg="delSld modSld modSection">
      <pc:chgData name="Iain Styles" userId="befbdaae-53f8-4d26-a8dc-3366b09f768a" providerId="ADAL" clId="{EC32E1E7-569B-5A48-B30C-DB697CEB8225}" dt="2024-11-11T05:31:57.740" v="62" actId="2696"/>
      <pc:docMkLst>
        <pc:docMk/>
      </pc:docMkLst>
      <pc:sldChg chg="modSp modAnim">
        <pc:chgData name="Iain Styles" userId="befbdaae-53f8-4d26-a8dc-3366b09f768a" providerId="ADAL" clId="{EC32E1E7-569B-5A48-B30C-DB697CEB8225}" dt="2024-11-11T04:59:04.839" v="27" actId="20577"/>
        <pc:sldMkLst>
          <pc:docMk/>
          <pc:sldMk cId="780336828" sldId="301"/>
        </pc:sldMkLst>
      </pc:sldChg>
      <pc:sldChg chg="modSp del mod">
        <pc:chgData name="Iain Styles" userId="befbdaae-53f8-4d26-a8dc-3366b09f768a" providerId="ADAL" clId="{EC32E1E7-569B-5A48-B30C-DB697CEB8225}" dt="2024-11-11T05:00:57.947" v="35" actId="2696"/>
        <pc:sldMkLst>
          <pc:docMk/>
          <pc:sldMk cId="504524839" sldId="308"/>
        </pc:sldMkLst>
      </pc:sldChg>
      <pc:sldChg chg="modSp">
        <pc:chgData name="Iain Styles" userId="befbdaae-53f8-4d26-a8dc-3366b09f768a" providerId="ADAL" clId="{EC32E1E7-569B-5A48-B30C-DB697CEB8225}" dt="2024-11-11T05:01:02.972" v="36"/>
        <pc:sldMkLst>
          <pc:docMk/>
          <pc:sldMk cId="1202893673" sldId="309"/>
        </pc:sldMkLst>
      </pc:sldChg>
      <pc:sldChg chg="del">
        <pc:chgData name="Iain Styles" userId="befbdaae-53f8-4d26-a8dc-3366b09f768a" providerId="ADAL" clId="{EC32E1E7-569B-5A48-B30C-DB697CEB8225}" dt="2024-11-11T05:10:54.013" v="37" actId="2696"/>
        <pc:sldMkLst>
          <pc:docMk/>
          <pc:sldMk cId="1441943578" sldId="316"/>
        </pc:sldMkLst>
      </pc:sldChg>
      <pc:sldChg chg="modSp mod">
        <pc:chgData name="Iain Styles" userId="befbdaae-53f8-4d26-a8dc-3366b09f768a" providerId="ADAL" clId="{EC32E1E7-569B-5A48-B30C-DB697CEB8225}" dt="2024-11-11T04:56:13.241" v="24" actId="20577"/>
        <pc:sldMkLst>
          <pc:docMk/>
          <pc:sldMk cId="3211664744" sldId="325"/>
        </pc:sldMkLst>
      </pc:sldChg>
      <pc:sldChg chg="del">
        <pc:chgData name="Iain Styles" userId="befbdaae-53f8-4d26-a8dc-3366b09f768a" providerId="ADAL" clId="{EC32E1E7-569B-5A48-B30C-DB697CEB8225}" dt="2024-11-11T05:31:57.740" v="62" actId="2696"/>
        <pc:sldMkLst>
          <pc:docMk/>
          <pc:sldMk cId="3757354000" sldId="332"/>
        </pc:sldMkLst>
      </pc:sldChg>
      <pc:sldChg chg="modSp modAnim">
        <pc:chgData name="Iain Styles" userId="befbdaae-53f8-4d26-a8dc-3366b09f768a" providerId="ADAL" clId="{EC32E1E7-569B-5A48-B30C-DB697CEB8225}" dt="2024-11-11T05:20:08.247" v="61" actId="113"/>
        <pc:sldMkLst>
          <pc:docMk/>
          <pc:sldMk cId="2795853998" sldId="347"/>
        </pc:sldMkLst>
      </pc:sldChg>
      <pc:sldChg chg="modSp mod">
        <pc:chgData name="Iain Styles" userId="befbdaae-53f8-4d26-a8dc-3366b09f768a" providerId="ADAL" clId="{EC32E1E7-569B-5A48-B30C-DB697CEB8225}" dt="2024-11-10T20:14:03.434" v="16" actId="20577"/>
        <pc:sldMkLst>
          <pc:docMk/>
          <pc:sldMk cId="3530153824" sldId="35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10/1/25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FD10-6D91-6C3D-DBA9-D883BFBA2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A779B-1BF0-245E-AC34-557F79DE5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31259-52E2-D6CE-EF84-2AE2A8357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5B51F-9616-133B-C94D-4570520C344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27CB7F-43A1-FFBA-745E-E45F97259C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710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2115D-4C22-0EA7-A3D6-901A78FC3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A1282-6B71-C9B5-51A7-BFCC7D4D8F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535EF-B9B0-7088-75B4-C48CF8C05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BE0063-7BED-2FEB-AC52-781866D45FC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00ED46-9C36-CE03-5A44-B0A27DBA6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61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age - Artificial Intelligenc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0E60B0-A2C1-574C-9353-D0018515D1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971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7" r:id="rId2"/>
    <p:sldLayoutId id="2147483661" r:id="rId3"/>
    <p:sldLayoutId id="2147483681" r:id="rId4"/>
    <p:sldLayoutId id="2147483672" r:id="rId5"/>
    <p:sldLayoutId id="2147483662" r:id="rId6"/>
    <p:sldLayoutId id="2147483663" r:id="rId7"/>
    <p:sldLayoutId id="2147483673" r:id="rId8"/>
    <p:sldLayoutId id="2147483680" r:id="rId9"/>
    <p:sldLayoutId id="2147483674" r:id="rId10"/>
    <p:sldLayoutId id="2147483710" r:id="rId11"/>
    <p:sldLayoutId id="2147483675" r:id="rId12"/>
    <p:sldLayoutId id="2147483736" r:id="rId13"/>
    <p:sldLayoutId id="2147483676" r:id="rId14"/>
    <p:sldLayoutId id="2147483677" r:id="rId15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Conceptual_Diagram_-_Example.svg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Relationship Id="rId5" Type="http://schemas.openxmlformats.org/officeDocument/2006/relationships/hyperlink" Target="https://creativecommons.org/licenses/by-sa/4.0/deed.en" TargetMode="External"/><Relationship Id="rId4" Type="http://schemas.openxmlformats.org/officeDocument/2006/relationships/hyperlink" Target="https://en.wikipedia.org/wiki/en:Creative_Commons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Conceptual_Diagram_-_Example.svg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Relationship Id="rId5" Type="http://schemas.openxmlformats.org/officeDocument/2006/relationships/hyperlink" Target="https://creativecommons.org/licenses/by-sa/4.0/deed.en" TargetMode="External"/><Relationship Id="rId4" Type="http://schemas.openxmlformats.org/officeDocument/2006/relationships/hyperlink" Target="https://en.wikipedia.org/wiki/en:Creative_Commons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Conceptual_Diagram_-_Example.svg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Relationship Id="rId5" Type="http://schemas.openxmlformats.org/officeDocument/2006/relationships/hyperlink" Target="https://creativecommons.org/licenses/by-sa/4.0/deed.en" TargetMode="External"/><Relationship Id="rId4" Type="http://schemas.openxmlformats.org/officeDocument/2006/relationships/hyperlink" Target="https://en.wikipedia.org/wiki/en:Creative_Commons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Conceptual_Diagram_-_Example.svg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Relationship Id="rId5" Type="http://schemas.openxmlformats.org/officeDocument/2006/relationships/hyperlink" Target="https://creativecommons.org/licenses/by-sa/4.0/deed.en" TargetMode="External"/><Relationship Id="rId4" Type="http://schemas.openxmlformats.org/officeDocument/2006/relationships/hyperlink" Target="https://en.wikipedia.org/wiki/en:Creative_Commons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Conceptual_Diagram_-_Example.svg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Relationship Id="rId5" Type="http://schemas.openxmlformats.org/officeDocument/2006/relationships/hyperlink" Target="https://creativecommons.org/licenses/by-sa/4.0/deed.en" TargetMode="External"/><Relationship Id="rId4" Type="http://schemas.openxmlformats.org/officeDocument/2006/relationships/hyperlink" Target="https://en.wikipedia.org/wiki/en:Creative_Commons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w3.org/TR/rdf-primer/fig1dec16.png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w3.org/People/EM/contact#me" TargetMode="Externa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23157435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In the era of LLMs do we need all this?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5777088" cy="490562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Large language models like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, Llama, Bard, Claude can understand and generate astonishingly coherent natural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Bold claims have been made about the capabilities of these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Do these claims stack up?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LLMs </a:t>
            </a:r>
            <a:r>
              <a:rPr lang="en-US" sz="2400" b="1" dirty="0">
                <a:solidFill>
                  <a:schemeClr val="tx2"/>
                </a:solidFill>
              </a:rPr>
              <a:t>reason</a:t>
            </a:r>
            <a:r>
              <a:rPr lang="en-US" sz="2400" dirty="0">
                <a:solidFill>
                  <a:schemeClr val="tx2"/>
                </a:solidFill>
              </a:rPr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F84691-49EC-C229-5D92-A735D30CB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654" y="1107853"/>
            <a:ext cx="5190146" cy="128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821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How do LLMs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[You will learn more about this next term in “Natural Language Processing”]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LLMs are generative language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Trained to generate sequences of words conditioned 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prompt supplied by us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they have already generated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Essentially they predict the next word in a sequence by sampling from the distribution of possible words.</a:t>
            </a: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Why do they work so well?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Very large neural network models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Self-supervised generative pre-training – learning to predict the training data itself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Trained on vast amounts of data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917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How do LLMs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Why do some people think this might lead to AGI?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Massively improved ability to generate text over previous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Far better at the “Turing Test” than previous efforts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Some evidence that its output is a synthesis of its training data not a regurgitation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Wishful thinking!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281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LLMs = AGI?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Why do some people think this might lead to AGI?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Massively improved ability to generate text over previous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Far better at the “Turing Test” than previous efforts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Some evidence that its output is a synthesis of its training data not a regurgitation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Wishful thinking!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204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DBDA0-D13D-951C-6F1E-B5F8E931F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trust it?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0DEFD-7ADA-6C43-00BF-CB1B1B5D7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85B6A9-ABDB-BA29-FB6A-0D00D74E6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8" y="1273417"/>
            <a:ext cx="7772400" cy="5203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019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50A95-0E22-8F52-BA75-5309A9AB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Bold Claims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694897-A71D-5FD1-86D7-AEF5057D5E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2838608"/>
            <a:ext cx="10517372" cy="317486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Let’s find out if this is true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9BBD2-2843-8DDB-A286-F2DC17FBC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A063A-840F-425E-4E07-FEF8FC783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800" y="1275696"/>
            <a:ext cx="7772400" cy="130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0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An old friend…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Can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do modus ponens?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All men are mortal</a:t>
            </a:r>
          </a:p>
          <a:p>
            <a:r>
              <a:rPr lang="en-US" sz="2400" dirty="0">
                <a:solidFill>
                  <a:schemeClr val="tx2"/>
                </a:solidFill>
              </a:rPr>
              <a:t>Socrates is a man…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65DF1A-633D-6833-E59C-43F82ECE6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26" y="3374397"/>
            <a:ext cx="10669949" cy="15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686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C0062-F4E0-04D5-4E3E-AE4CBB2E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323667" cy="632219"/>
          </a:xfrm>
        </p:spPr>
        <p:txBody>
          <a:bodyPr/>
          <a:lstStyle/>
          <a:p>
            <a:r>
              <a:rPr lang="en-US" dirty="0"/>
              <a:t>More complex arguments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FAFDA-0E29-3B9A-54BC-277663F1E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tx2"/>
                </a:solidFill>
              </a:rPr>
              <a:t>If I take a hat and gloves when it’s cold and I’m not wearing a hat or gloves, is it cold?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83D52-9271-B3BF-8E71-082C4780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28E72E-BB80-8FBA-656E-A9C914D9F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278" y="2741942"/>
            <a:ext cx="10213443" cy="254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931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An old friend…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Can we tempt it into a logical fallacy?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All men are mortal</a:t>
            </a:r>
          </a:p>
          <a:p>
            <a:r>
              <a:rPr lang="en-US" sz="2400" dirty="0">
                <a:solidFill>
                  <a:schemeClr val="tx2"/>
                </a:solidFill>
              </a:rPr>
              <a:t>Socrates is not a man…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1AE5CC-6BE0-86EF-87E9-8D27FBF07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27" y="3148617"/>
            <a:ext cx="10510805" cy="1491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047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90419-346F-F2CA-1B64-F8778F7E1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A76D2-1E96-87D6-AE7C-67EEA75A7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Go to the exercise “Are you Logical”.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Copy and paste the first five questions (one at a time) into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How does it do? Is it consistent? What sort of mistakes does it make?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7641D-21EC-6E05-878F-FC00302D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964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90419-346F-F2CA-1B64-F8778F7E1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A76D2-1E96-87D6-AE7C-67EEA75A7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Go to the exercise “Elementary my dear Watson” on Monday 13 November.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Copy and paste the four parts of question 3 (one at a time) into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. You’ll need to include the question each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How does it do? Is it consistent? What sort of mistakes does it make?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7641D-21EC-6E05-878F-FC00302D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545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C0062-F4E0-04D5-4E3E-AE4CBB2E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323667" cy="632219"/>
          </a:xfrm>
        </p:spPr>
        <p:txBody>
          <a:bodyPr/>
          <a:lstStyle/>
          <a:p>
            <a:r>
              <a:rPr lang="en-US" dirty="0"/>
              <a:t>A simple riddle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FAFDA-0E29-3B9A-54BC-277663F1E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Bird and insects have wings</a:t>
            </a:r>
          </a:p>
          <a:p>
            <a:r>
              <a:rPr lang="en-US" dirty="0">
                <a:solidFill>
                  <a:schemeClr val="tx2"/>
                </a:solidFill>
              </a:rPr>
              <a:t>Bird have two legs, bees have six</a:t>
            </a:r>
          </a:p>
          <a:p>
            <a:r>
              <a:rPr lang="en-US" dirty="0">
                <a:solidFill>
                  <a:schemeClr val="tx2"/>
                </a:solidFill>
              </a:rPr>
              <a:t>Bees are insects</a:t>
            </a:r>
          </a:p>
          <a:p>
            <a:r>
              <a:rPr lang="en-US" dirty="0">
                <a:solidFill>
                  <a:schemeClr val="tx2"/>
                </a:solidFill>
              </a:rPr>
              <a:t>Dogs, cows, horses, sheep and cats have four legs and no wings</a:t>
            </a:r>
          </a:p>
          <a:p>
            <a:r>
              <a:rPr lang="en-US" dirty="0">
                <a:solidFill>
                  <a:schemeClr val="tx2"/>
                </a:solidFill>
              </a:rPr>
              <a:t>Snakes have neither legs nor wings</a:t>
            </a:r>
          </a:p>
          <a:p>
            <a:r>
              <a:rPr lang="en-US" dirty="0">
                <a:solidFill>
                  <a:schemeClr val="tx2"/>
                </a:solidFill>
              </a:rPr>
              <a:t>I have four legs and wings. What am I?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83D52-9271-B3BF-8E71-082C4780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2832F3-C9CA-63F2-9643-C17D9B912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941" y="3429000"/>
            <a:ext cx="9790118" cy="2486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9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CD52C-64A1-CE4D-7FFD-1CC019713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14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A8F43A0-35A2-9FC4-B71F-CDC52164FCED}"/>
              </a:ext>
            </a:extLst>
          </p:cNvPr>
          <p:cNvGrpSpPr/>
          <p:nvPr/>
        </p:nvGrpSpPr>
        <p:grpSpPr>
          <a:xfrm>
            <a:off x="2707342" y="37676"/>
            <a:ext cx="7633446" cy="6782648"/>
            <a:chOff x="2209800" y="1013638"/>
            <a:chExt cx="7772400" cy="708994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36CDA1-8C83-8DDD-6612-2611BFD4C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13638"/>
              <a:ext cx="7772400" cy="318233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2D79F3A-8D7C-4DAC-3DD3-A9EA5C9656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4136336"/>
              <a:ext cx="7772400" cy="298610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3DBA963-0818-1335-BBCE-6D8C91163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09800" y="7122439"/>
              <a:ext cx="7772400" cy="9811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61925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E29C-14F2-760E-7CCD-B7F58059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D71D8-397D-62B0-AFC0-5CA52C3A16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you get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to solve the three diners puzzle (Are you Logical, Q6)?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(You may need to edit the text to make it fit).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15-20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sort of mistakes does it make (if it makes mistakes)?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1DA57-8B2B-10B7-97D8-6B0277A1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093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E29C-14F2-760E-7CCD-B7F58059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D71D8-397D-62B0-AFC0-5CA52C3A16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you get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to solve Einstein’s Riddle (slides, Tuesday 13 November)?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(You may need to edit the text to make it fit).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15-20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sort of mistakes does it make (if it makes mistakes)?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1DA57-8B2B-10B7-97D8-6B0277A1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266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2, 18-20 November 2024</a:t>
            </a:r>
          </a:p>
        </p:txBody>
      </p:sp>
    </p:spTree>
    <p:extLst>
      <p:ext uri="{BB962C8B-B14F-4D97-AF65-F5344CB8AC3E}">
        <p14:creationId xmlns:p14="http://schemas.microsoft.com/office/powerpoint/2010/main" val="4150415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46DC232-BBA6-4498-CDFC-0E3C954C1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005711" cy="632219"/>
          </a:xfrm>
        </p:spPr>
        <p:txBody>
          <a:bodyPr/>
          <a:lstStyle/>
          <a:p>
            <a:r>
              <a:rPr lang="en-US" dirty="0"/>
              <a:t>A look back at knowledge bases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0CC02-D832-FD89-2B19-A15AFABAA8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</a:rPr>
              <a:t>Knowledge Bases provide one means of representing our knowledge of the world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tx2"/>
              </a:solidFill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Robust mechanisms for querying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 produce new knowledge (new sentences)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Easily updated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Rigourous</a:t>
            </a:r>
            <a: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inference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Human readable in principle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1FD57-5AF8-9A86-3EDF-8AB6AB7AE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455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DF952-D913-4A4A-B107-55373ED3A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413383" cy="632219"/>
          </a:xfrm>
        </p:spPr>
        <p:txBody>
          <a:bodyPr/>
          <a:lstStyle/>
          <a:p>
            <a:r>
              <a:rPr lang="en-US" dirty="0"/>
              <a:t>Limitations of Knowledge Bases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5EB77B-C900-46AF-8BFB-BFF98DA1A5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6054304" cy="4905623"/>
          </a:xfrm>
        </p:spPr>
        <p:txBody>
          <a:bodyPr>
            <a:normAutofit/>
          </a:bodyPr>
          <a:lstStyle/>
          <a:p>
            <a:pPr lvl="1"/>
            <a:endParaRPr lang="en-GB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scalable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Labour intensive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Relationships not especially transparent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“types”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GB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annotations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4D103-664C-5976-5DEB-6A10D09D5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1026" name="Picture 2" descr="Encyclopedia - Wikipedia">
            <a:extLst>
              <a:ext uri="{FF2B5EF4-FFF2-40B4-BE49-F238E27FC236}">
                <a16:creationId xmlns:a16="http://schemas.microsoft.com/office/drawing/2014/main" id="{BC104A61-2171-0593-F417-68C985F497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2505" y="1334369"/>
            <a:ext cx="4913062" cy="4679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0562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F26BE-94AC-20A1-AE22-49A021183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8880134" cy="632219"/>
          </a:xfrm>
        </p:spPr>
        <p:txBody>
          <a:bodyPr/>
          <a:lstStyle/>
          <a:p>
            <a:r>
              <a:rPr lang="en-US" dirty="0"/>
              <a:t>Overcoming these Limitations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FC28F-3D38-36B1-49A9-46F8C09DA9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There are many things we would like KB to do: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Explicitly model relationships between entities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Allow the “atomic units of knowledge” to be annotated with additional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Support performant and accurate inference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Scale to very large numbers of “atoms”.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Support highly parallel querying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Interpretable by humans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Readable by machines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Enter the </a:t>
            </a:r>
            <a:r>
              <a:rPr lang="en-US" sz="2400" b="1" dirty="0">
                <a:solidFill>
                  <a:schemeClr val="tx2"/>
                </a:solidFill>
              </a:rPr>
              <a:t>knowledge graph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76F87-8628-A7C3-57B6-BA23E230E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207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5200D-4589-EF9C-6FCA-705563822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230139" cy="632219"/>
          </a:xfrm>
        </p:spPr>
        <p:txBody>
          <a:bodyPr/>
          <a:lstStyle/>
          <a:p>
            <a:r>
              <a:rPr lang="en-US" dirty="0"/>
              <a:t>Rule-based systems as graphs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0C376-A7CA-58C7-C4BB-B72BAC87E4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5771321" cy="4905623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If x is a dog then x is an animal.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If x is a cow then x is an animal.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If x is an animal then x is a living thing.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If x is a cow then x eats herbs.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If x is a herb then x is a plant.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If x is a plant then x is a living thing.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What does the graph miss?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AD278-387C-755F-3CCA-860F0F885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020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39A0E-4CC3-4C1B-D991-7BC65AF0F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8215116" cy="632219"/>
          </a:xfrm>
        </p:spPr>
        <p:txBody>
          <a:bodyPr/>
          <a:lstStyle/>
          <a:p>
            <a:r>
              <a:rPr lang="en-US" dirty="0"/>
              <a:t>What is a Knowledge Graph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C626D-521D-61D6-9443-62D4901A88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209124"/>
            <a:ext cx="7610553" cy="480435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 Knowledge Base, structured on a graph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Defines the “things” that our knowledge is about – the </a:t>
            </a:r>
            <a:r>
              <a:rPr lang="en-US" sz="2400" b="1" dirty="0">
                <a:solidFill>
                  <a:schemeClr val="tx2"/>
                </a:solidFill>
              </a:rPr>
              <a:t>nodes</a:t>
            </a:r>
            <a:r>
              <a:rPr lang="en-US" sz="2400" dirty="0">
                <a:solidFill>
                  <a:schemeClr val="tx2"/>
                </a:solidFill>
              </a:rPr>
              <a:t> of the graph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Defines the relationships between the “things’” – the </a:t>
            </a:r>
            <a:r>
              <a:rPr lang="en-US" sz="2400" b="1" dirty="0">
                <a:solidFill>
                  <a:schemeClr val="tx2"/>
                </a:solidFill>
              </a:rPr>
              <a:t>edges</a:t>
            </a:r>
            <a:r>
              <a:rPr lang="en-US" sz="2400" dirty="0">
                <a:solidFill>
                  <a:schemeClr val="tx2"/>
                </a:solidFill>
              </a:rPr>
              <a:t> of the graph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Defines the properties of the “things” – the </a:t>
            </a:r>
            <a:r>
              <a:rPr lang="en-US" sz="2400" b="1" dirty="0">
                <a:solidFill>
                  <a:schemeClr val="tx2"/>
                </a:solidFill>
              </a:rPr>
              <a:t>attributes</a:t>
            </a:r>
            <a:r>
              <a:rPr lang="en-US" sz="2400" dirty="0">
                <a:solidFill>
                  <a:schemeClr val="tx2"/>
                </a:solidFill>
              </a:rPr>
              <a:t> of the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Rich structure, often with substructure (clustering of nodes)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2"/>
                </a:solidFill>
              </a:rPr>
              <a:t>Normalised</a:t>
            </a: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Explicit and declarative – has an intended meaning and is itself meaningful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Often large – millions of nodes or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Human and machine readable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305D9-BEDE-7613-C9F6-042D5CB55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6" name="Picture 5" descr="Colourful circles linked with lines representing a network">
            <a:extLst>
              <a:ext uri="{FF2B5EF4-FFF2-40B4-BE49-F238E27FC236}">
                <a16:creationId xmlns:a16="http://schemas.microsoft.com/office/drawing/2014/main" id="{E37939C1-B6F5-1392-8F51-10AD87179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564858" y="1607017"/>
            <a:ext cx="5411760" cy="364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613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DF952-D913-4A4A-B107-55373ED3A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example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14C05E2-D14A-0D16-65A5-33BFBF05F5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Obeys a “grammar”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Relationships are explicitly defined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Loose hierarchy defined by the relationships, not imposed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Nodes can be directly annotated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2"/>
                </a:solidFill>
              </a:rPr>
              <a:t>Normalised</a:t>
            </a: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Has a clear meaning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4D103-664C-5976-5DEB-6A10D09D5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687F5D2-2718-F4D9-CB24-4E8CDFDC36E4}"/>
              </a:ext>
            </a:extLst>
          </p:cNvPr>
          <p:cNvGrpSpPr/>
          <p:nvPr/>
        </p:nvGrpSpPr>
        <p:grpSpPr>
          <a:xfrm>
            <a:off x="5585700" y="611465"/>
            <a:ext cx="6256189" cy="5635070"/>
            <a:chOff x="6094854" y="553485"/>
            <a:chExt cx="6256189" cy="5635070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A2178D59-64BC-C7F7-22A9-2577EDAF48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4854" y="553485"/>
              <a:ext cx="6256189" cy="47049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D0590C4-2599-24FC-652B-BE73D127CF44}"/>
                </a:ext>
              </a:extLst>
            </p:cNvPr>
            <p:cNvSpPr txBox="1"/>
            <p:nvPr/>
          </p:nvSpPr>
          <p:spPr>
            <a:xfrm>
              <a:off x="9245600" y="5172892"/>
              <a:ext cx="254362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dirty="0">
                  <a:hlinkClick r:id="rId3"/>
                </a:rPr>
                <a:t>https://commons.wikimedia.org/wiki/File:Conceptual_Diagram_-_Example.svg</a:t>
              </a:r>
              <a:r>
                <a:rPr lang="en-GB" sz="1200" dirty="0"/>
                <a:t>  licensed under the </a:t>
              </a:r>
              <a:r>
                <a:rPr lang="en-GB" sz="1200" dirty="0">
                  <a:hlinkClick r:id="rId4" tooltip="w:en:Creative Commons"/>
                </a:rPr>
                <a:t>Creative Commons</a:t>
              </a:r>
              <a:r>
                <a:rPr lang="en-GB" sz="1200" dirty="0"/>
                <a:t> </a:t>
              </a:r>
              <a:r>
                <a:rPr lang="en-GB" sz="1200" dirty="0">
                  <a:hlinkClick r:id="rId5"/>
                </a:rPr>
                <a:t>Attribution-Share Alike 4.0 International</a:t>
              </a:r>
              <a:r>
                <a:rPr lang="en-GB" sz="1200" dirty="0"/>
                <a:t> license.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79698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20BF10-6714-496A-B6D3-19531BB87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8407400" cy="632219"/>
          </a:xfrm>
        </p:spPr>
        <p:txBody>
          <a:bodyPr/>
          <a:lstStyle/>
          <a:p>
            <a:r>
              <a:rPr lang="en-US" dirty="0"/>
              <a:t>A More Complex Example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F03FE0-EA08-BA23-80A1-9B349EDED2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10491719" cy="489415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How might you model the relationships between: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Me, Lu Bai, Hui Wang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of you (A. Turing, G. Hopper)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Engineering, Machine Learning, Into to AI modules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nodes do we need?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relationships do we need to define?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A8BF3-18AD-3499-78B7-B0019262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9082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9557FC3-E57E-82EE-B185-3D3397E91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897414" cy="632219"/>
          </a:xfrm>
        </p:spPr>
        <p:txBody>
          <a:bodyPr/>
          <a:lstStyle/>
          <a:p>
            <a:r>
              <a:rPr lang="en-US" dirty="0"/>
              <a:t>Exercises 8: A simple knowledge graph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16337-5CEC-1DC1-361C-59AD1895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7808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22210-CA53-68DC-AB5E-81A2B1D7E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7CC59-AB40-E4FB-E95A-D6A8E67E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48B42C-B2BD-452A-33DB-CC60DA42CA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2937A8-F168-85DC-D50E-179CAA92A2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2, 18-20 November 2024</a:t>
            </a:r>
          </a:p>
        </p:txBody>
      </p:sp>
    </p:spTree>
    <p:extLst>
      <p:ext uri="{BB962C8B-B14F-4D97-AF65-F5344CB8AC3E}">
        <p14:creationId xmlns:p14="http://schemas.microsoft.com/office/powerpoint/2010/main" val="357175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5958B8-A42A-B0A3-E1F7-3D5BB2E78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9367684" cy="632219"/>
          </a:xfrm>
        </p:spPr>
        <p:txBody>
          <a:bodyPr/>
          <a:lstStyle/>
          <a:p>
            <a:r>
              <a:rPr lang="en-US" dirty="0"/>
              <a:t>What can Knowledge Graphs do?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8648C7-644F-5436-F485-A9D2E90EEF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10562303" cy="4894155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Explicitly model relations between things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Model relations between classes of things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Model hierarchies of things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Be used to identify patterns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Be used directly to derive new knowledge by running logical inference on top of a knowledge graph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3B716-CA64-23E6-18DC-83366FCDC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9138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20BF10-6714-496A-B6D3-19531BB87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938117" cy="632219"/>
          </a:xfrm>
        </p:spPr>
        <p:txBody>
          <a:bodyPr/>
          <a:lstStyle/>
          <a:p>
            <a:r>
              <a:rPr lang="en-US" dirty="0"/>
              <a:t>What’s wrong with a Relational DB?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F03FE0-EA08-BA23-80A1-9B349EDED2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107852"/>
            <a:ext cx="5819540" cy="489415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All of this could be done with a SQL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is there, but it is hardly transparent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Information spread over many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Not really human readable</a:t>
            </a: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A8BF3-18AD-3499-78B7-B0019262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28</a:t>
            </a:fld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62BE2DA-B43C-A18E-457B-303BB9220C8A}"/>
              </a:ext>
            </a:extLst>
          </p:cNvPr>
          <p:cNvGraphicFramePr>
            <a:graphicFrameLocks noGrp="1"/>
          </p:cNvGraphicFramePr>
          <p:nvPr/>
        </p:nvGraphicFramePr>
        <p:xfrm>
          <a:off x="7374816" y="1195759"/>
          <a:ext cx="34014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833">
                  <a:extLst>
                    <a:ext uri="{9D8B030D-6E8A-4147-A177-3AD203B41FA5}">
                      <a16:colId xmlns:a16="http://schemas.microsoft.com/office/drawing/2014/main" val="2214165141"/>
                    </a:ext>
                  </a:extLst>
                </a:gridCol>
                <a:gridCol w="1133833">
                  <a:extLst>
                    <a:ext uri="{9D8B030D-6E8A-4147-A177-3AD203B41FA5}">
                      <a16:colId xmlns:a16="http://schemas.microsoft.com/office/drawing/2014/main" val="2473179232"/>
                    </a:ext>
                  </a:extLst>
                </a:gridCol>
                <a:gridCol w="1133833">
                  <a:extLst>
                    <a:ext uri="{9D8B030D-6E8A-4147-A177-3AD203B41FA5}">
                      <a16:colId xmlns:a16="http://schemas.microsoft.com/office/drawing/2014/main" val="283880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uid</a:t>
                      </a:r>
                      <a:r>
                        <a:rPr lang="en-US" dirty="0"/>
                        <a:t> (PK)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staffID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0190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Iain Styles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6560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54321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Hui Wang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347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 Bai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623018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7002012-CE10-EFC4-93BC-798E323A7321}"/>
              </a:ext>
            </a:extLst>
          </p:cNvPr>
          <p:cNvGraphicFramePr>
            <a:graphicFrameLocks noGrp="1"/>
          </p:cNvGraphicFramePr>
          <p:nvPr/>
        </p:nvGraphicFramePr>
        <p:xfrm>
          <a:off x="6789683" y="3539941"/>
          <a:ext cx="5023840" cy="201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7172">
                  <a:extLst>
                    <a:ext uri="{9D8B030D-6E8A-4147-A177-3AD203B41FA5}">
                      <a16:colId xmlns:a16="http://schemas.microsoft.com/office/drawing/2014/main" val="317610691"/>
                    </a:ext>
                  </a:extLst>
                </a:gridCol>
                <a:gridCol w="1305556">
                  <a:extLst>
                    <a:ext uri="{9D8B030D-6E8A-4147-A177-3AD203B41FA5}">
                      <a16:colId xmlns:a16="http://schemas.microsoft.com/office/drawing/2014/main" val="2473179232"/>
                    </a:ext>
                  </a:extLst>
                </a:gridCol>
                <a:gridCol w="1305556">
                  <a:extLst>
                    <a:ext uri="{9D8B030D-6E8A-4147-A177-3AD203B41FA5}">
                      <a16:colId xmlns:a16="http://schemas.microsoft.com/office/drawing/2014/main" val="283880295"/>
                    </a:ext>
                  </a:extLst>
                </a:gridCol>
                <a:gridCol w="1305556">
                  <a:extLst>
                    <a:ext uri="{9D8B030D-6E8A-4147-A177-3AD203B41FA5}">
                      <a16:colId xmlns:a16="http://schemas.microsoft.com/office/drawing/2014/main" val="19679269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 err="1"/>
                        <a:t>uid</a:t>
                      </a:r>
                      <a:r>
                        <a:rPr lang="en-US" dirty="0"/>
                        <a:t> (PK)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moduleID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Taught By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0190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Knowledge 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12345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6560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Machine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54321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347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 to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12321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62301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2673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A6C091-149B-1024-7E04-A819220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Graphs?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44E0CA-7F02-25EA-1F39-EDD47274A8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10341077" cy="489415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Graphs are a natural way of representing relationships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“Things” = vertices on the graph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“Relationships” = edges on the graph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Rich mathematical structure entail many powerful algorithms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Totally flexible abstract data structure and can be structured to model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Useful to have in mind some basic properties of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722B4-72DB-1045-DB48-105E51C0A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9305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20BF10-6714-496A-B6D3-19531BB87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938117" cy="632219"/>
          </a:xfrm>
        </p:spPr>
        <p:txBody>
          <a:bodyPr/>
          <a:lstStyle/>
          <a:p>
            <a:r>
              <a:rPr lang="en-US" dirty="0"/>
              <a:t>Graph Basics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F03FE0-EA08-BA23-80A1-9B349EDED2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107852"/>
            <a:ext cx="5819540" cy="4894155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 graph consists of a set </a:t>
            </a:r>
            <a:r>
              <a:rPr lang="en-US" sz="2400" i="1" dirty="0">
                <a:solidFill>
                  <a:schemeClr val="tx2"/>
                </a:solidFill>
              </a:rPr>
              <a:t>V</a:t>
            </a:r>
            <a:r>
              <a:rPr lang="en-US" sz="2400" dirty="0">
                <a:solidFill>
                  <a:schemeClr val="tx2"/>
                </a:solidFill>
              </a:rPr>
              <a:t> of nodes or vertices and a set </a:t>
            </a:r>
            <a:r>
              <a:rPr lang="en-US" sz="2400" i="1" dirty="0">
                <a:solidFill>
                  <a:schemeClr val="tx2"/>
                </a:solidFill>
              </a:rPr>
              <a:t>E</a:t>
            </a:r>
            <a:r>
              <a:rPr lang="en-US" sz="2400" dirty="0">
                <a:solidFill>
                  <a:schemeClr val="tx2"/>
                </a:solidFill>
              </a:rPr>
              <a:t> of edges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edge is a tuple of two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</a:t>
            </a:r>
            <a:r>
              <a:rPr lang="en-US" sz="2400" dirty="0">
                <a:solidFill>
                  <a:schemeClr val="tx2"/>
                </a:solidFill>
              </a:rPr>
              <a:t>rtices </a:t>
            </a:r>
            <a:r>
              <a:rPr lang="en-US" sz="2400" i="1" dirty="0">
                <a:solidFill>
                  <a:schemeClr val="tx2"/>
                </a:solidFill>
              </a:rPr>
              <a:t>v</a:t>
            </a:r>
            <a:r>
              <a:rPr lang="en-US" sz="2400" i="1" baseline="-25000" dirty="0">
                <a:solidFill>
                  <a:schemeClr val="tx2"/>
                </a:solidFill>
              </a:rPr>
              <a:t>1</a:t>
            </a:r>
            <a:r>
              <a:rPr lang="en-US" sz="2400" dirty="0">
                <a:solidFill>
                  <a:schemeClr val="tx2"/>
                </a:solidFill>
              </a:rPr>
              <a:t> and </a:t>
            </a:r>
            <a:r>
              <a:rPr lang="en-US" sz="2400" i="1" dirty="0">
                <a:solidFill>
                  <a:schemeClr val="tx2"/>
                </a:solidFill>
              </a:rPr>
              <a:t>v</a:t>
            </a:r>
            <a:r>
              <a:rPr lang="en-US" sz="2400" i="1" baseline="-25000" dirty="0">
                <a:solidFill>
                  <a:schemeClr val="tx2"/>
                </a:solidFill>
              </a:rPr>
              <a:t>2</a:t>
            </a:r>
            <a:r>
              <a:rPr lang="en-US" sz="2400" dirty="0">
                <a:solidFill>
                  <a:schemeClr val="tx2"/>
                </a:solidFill>
              </a:rPr>
              <a:t> are </a:t>
            </a:r>
            <a:r>
              <a:rPr lang="en-US" sz="2400" i="1" dirty="0">
                <a:solidFill>
                  <a:schemeClr val="tx2"/>
                </a:solidFill>
              </a:rPr>
              <a:t>adjacent</a:t>
            </a:r>
            <a:r>
              <a:rPr lang="en-US" sz="2400" dirty="0">
                <a:solidFill>
                  <a:schemeClr val="tx2"/>
                </a:solidFill>
              </a:rPr>
              <a:t> (</a:t>
            </a:r>
            <a:r>
              <a:rPr lang="en-US" sz="2400" dirty="0" err="1">
                <a:solidFill>
                  <a:schemeClr val="tx2"/>
                </a:solidFill>
              </a:rPr>
              <a:t>ie</a:t>
            </a:r>
            <a:r>
              <a:rPr lang="en-US" sz="2400" dirty="0">
                <a:solidFill>
                  <a:schemeClr val="tx2"/>
                </a:solidFill>
              </a:rPr>
              <a:t>, connected) if (</a:t>
            </a:r>
            <a:r>
              <a:rPr lang="en-US" sz="2400" i="1" dirty="0">
                <a:solidFill>
                  <a:schemeClr val="tx2"/>
                </a:solidFill>
              </a:rPr>
              <a:t>v</a:t>
            </a:r>
            <a:r>
              <a:rPr lang="en-US" sz="2400" i="1" baseline="-25000" dirty="0">
                <a:solidFill>
                  <a:schemeClr val="tx2"/>
                </a:solidFill>
              </a:rPr>
              <a:t>1</a:t>
            </a:r>
            <a:r>
              <a:rPr lang="en-US" sz="2400" dirty="0">
                <a:solidFill>
                  <a:schemeClr val="tx2"/>
                </a:solidFill>
              </a:rPr>
              <a:t>, </a:t>
            </a:r>
            <a:r>
              <a:rPr lang="en-US" sz="2400" i="1" dirty="0">
                <a:solidFill>
                  <a:schemeClr val="tx2"/>
                </a:solidFill>
              </a:rPr>
              <a:t>v</a:t>
            </a:r>
            <a:r>
              <a:rPr lang="en-US" sz="2400" i="1" baseline="-25000" dirty="0">
                <a:solidFill>
                  <a:schemeClr val="tx2"/>
                </a:solidFill>
              </a:rPr>
              <a:t>2</a:t>
            </a:r>
            <a:r>
              <a:rPr lang="en-US" sz="2400" dirty="0">
                <a:solidFill>
                  <a:schemeClr val="tx2"/>
                </a:solidFill>
              </a:rPr>
              <a:t>) is in 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Edges can be directed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represent in terms of matrices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A8BF3-18AD-3499-78B7-B0019262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9033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BC0BCD-93E2-2294-256B-238791B79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826" y="381419"/>
            <a:ext cx="7376652" cy="632219"/>
          </a:xfrm>
        </p:spPr>
        <p:txBody>
          <a:bodyPr/>
          <a:lstStyle/>
          <a:p>
            <a:r>
              <a:rPr lang="en-US" dirty="0"/>
              <a:t>How to structure graphs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47A45C-59FF-4966-6E1A-B66B2967D1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10491719" cy="4894155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Graphs provide a powerful mathematical foundation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But we need to structure them to model a specific problem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Specifically, we need to decide what features of a problem a graph should represent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And what relationships it should include.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This can be specified by an </a:t>
            </a:r>
            <a:r>
              <a:rPr lang="en-US" sz="2400" b="1" dirty="0">
                <a:solidFill>
                  <a:schemeClr val="tx2"/>
                </a:solidFill>
              </a:rPr>
              <a:t>ontology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5DA387-72D8-6C78-C8DA-C85E70833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52388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458694-6381-7397-E977-63AF133AE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Ontologies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19B77E-26FD-680E-241A-BF89E19FA0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10498985" cy="489415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An Ontology is a formal way of </a:t>
            </a:r>
            <a:r>
              <a:rPr lang="en-US" sz="2400" dirty="0" err="1">
                <a:solidFill>
                  <a:schemeClr val="tx2"/>
                </a:solidFill>
              </a:rPr>
              <a:t>specifiying</a:t>
            </a:r>
            <a:r>
              <a:rPr lang="en-US" sz="2400" dirty="0">
                <a:solidFill>
                  <a:schemeClr val="tx2"/>
                </a:solidFill>
              </a:rPr>
              <a:t> the “things” in a domain, their properties, and the relationships between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It is a schema for modelling the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Derived from domain knowledge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Knowledge graphs are structured according to an ontology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Specific facts/data are then instantiated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4FDE7-3A53-7E0A-2CB0-E07D26DB3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4559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AD8525B-991D-F62A-BC77-38E181AA9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0368356" cy="632219"/>
          </a:xfrm>
        </p:spPr>
        <p:txBody>
          <a:bodyPr/>
          <a:lstStyle/>
          <a:p>
            <a:r>
              <a:rPr lang="en-US" dirty="0"/>
              <a:t>Steps in creating an ontology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DE583-A27D-BCC1-2BA2-F96E4BFF93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5514475" cy="4894155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tx2"/>
                </a:solidFill>
              </a:rPr>
              <a:t>Define the entities – </a:t>
            </a: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fundamental concepts in the domain?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solidFill>
                <a:schemeClr val="tx2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tx2"/>
                </a:solidFill>
              </a:rPr>
              <a:t>What are the relationships between the entities?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solidFill>
                <a:schemeClr val="tx2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tx2"/>
                </a:solidFill>
              </a:rPr>
              <a:t>What properties do the entities have?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BDD3B1-83A9-22B2-CD73-E8645527B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EA518CD-5B48-84FB-538B-27CFDAA09CFE}"/>
              </a:ext>
            </a:extLst>
          </p:cNvPr>
          <p:cNvGrpSpPr/>
          <p:nvPr/>
        </p:nvGrpSpPr>
        <p:grpSpPr>
          <a:xfrm>
            <a:off x="6094854" y="553485"/>
            <a:ext cx="6256189" cy="5635070"/>
            <a:chOff x="6094854" y="553485"/>
            <a:chExt cx="6256189" cy="5635070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67F5F423-F0D0-4F2F-8289-751720E59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4854" y="553485"/>
              <a:ext cx="6256189" cy="47049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D78CB9C-A612-EDD3-0B4B-9FC1FC878894}"/>
                </a:ext>
              </a:extLst>
            </p:cNvPr>
            <p:cNvSpPr txBox="1"/>
            <p:nvPr/>
          </p:nvSpPr>
          <p:spPr>
            <a:xfrm>
              <a:off x="9245600" y="5172892"/>
              <a:ext cx="254362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dirty="0">
                  <a:hlinkClick r:id="rId3"/>
                </a:rPr>
                <a:t>https://commons.wikimedia.org/wiki/File:Conceptual_Diagram_-_Example.svg</a:t>
              </a:r>
              <a:r>
                <a:rPr lang="en-GB" sz="1200" dirty="0"/>
                <a:t>  licensed under the </a:t>
              </a:r>
              <a:r>
                <a:rPr lang="en-GB" sz="1200" dirty="0">
                  <a:hlinkClick r:id="rId4" tooltip="w:en:Creative Commons"/>
                </a:rPr>
                <a:t>Creative Commons</a:t>
              </a:r>
              <a:r>
                <a:rPr lang="en-GB" sz="1200" dirty="0"/>
                <a:t> </a:t>
              </a:r>
              <a:r>
                <a:rPr lang="en-GB" sz="1200" dirty="0">
                  <a:hlinkClick r:id="rId5"/>
                </a:rPr>
                <a:t>Attribution-Share Alike 4.0 International</a:t>
              </a:r>
              <a:r>
                <a:rPr lang="en-GB" sz="1200" dirty="0"/>
                <a:t> license.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270725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AD8525B-991D-F62A-BC77-38E181AA9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0368356" cy="632219"/>
          </a:xfrm>
        </p:spPr>
        <p:txBody>
          <a:bodyPr/>
          <a:lstStyle/>
          <a:p>
            <a:r>
              <a:rPr lang="en-US" dirty="0"/>
              <a:t>Entities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DE583-A27D-BCC1-2BA2-F96E4BFF93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5514475" cy="4894155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What are the fundamental concepts?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Living things?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Animals?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Plants?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Dogs?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Cows?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Herbs?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It depends…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BDD3B1-83A9-22B2-CD73-E8645527B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EA518CD-5B48-84FB-538B-27CFDAA09CFE}"/>
              </a:ext>
            </a:extLst>
          </p:cNvPr>
          <p:cNvGrpSpPr/>
          <p:nvPr/>
        </p:nvGrpSpPr>
        <p:grpSpPr>
          <a:xfrm>
            <a:off x="6094854" y="553485"/>
            <a:ext cx="6256189" cy="5635070"/>
            <a:chOff x="6094854" y="553485"/>
            <a:chExt cx="6256189" cy="5635070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67F5F423-F0D0-4F2F-8289-751720E59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4854" y="553485"/>
              <a:ext cx="6256189" cy="47049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D78CB9C-A612-EDD3-0B4B-9FC1FC878894}"/>
                </a:ext>
              </a:extLst>
            </p:cNvPr>
            <p:cNvSpPr txBox="1"/>
            <p:nvPr/>
          </p:nvSpPr>
          <p:spPr>
            <a:xfrm>
              <a:off x="9245600" y="5172892"/>
              <a:ext cx="254362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dirty="0">
                  <a:hlinkClick r:id="rId3"/>
                </a:rPr>
                <a:t>https://commons.wikimedia.org/wiki/File:Conceptual_Diagram_-_Example.svg</a:t>
              </a:r>
              <a:r>
                <a:rPr lang="en-GB" sz="1200" dirty="0"/>
                <a:t>  licensed under the </a:t>
              </a:r>
              <a:r>
                <a:rPr lang="en-GB" sz="1200" dirty="0">
                  <a:hlinkClick r:id="rId4" tooltip="w:en:Creative Commons"/>
                </a:rPr>
                <a:t>Creative Commons</a:t>
              </a:r>
              <a:r>
                <a:rPr lang="en-GB" sz="1200" dirty="0"/>
                <a:t> </a:t>
              </a:r>
              <a:r>
                <a:rPr lang="en-GB" sz="1200" dirty="0">
                  <a:hlinkClick r:id="rId5"/>
                </a:rPr>
                <a:t>Attribution-Share Alike 4.0 International</a:t>
              </a:r>
              <a:r>
                <a:rPr lang="en-GB" sz="1200" dirty="0"/>
                <a:t> license.</a:t>
              </a:r>
              <a:endParaRPr lang="en-US" sz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F51C37D-4CE5-77E3-CCFD-D4455E9EA3E9}"/>
              </a:ext>
            </a:extLst>
          </p:cNvPr>
          <p:cNvGrpSpPr/>
          <p:nvPr/>
        </p:nvGrpSpPr>
        <p:grpSpPr>
          <a:xfrm>
            <a:off x="5826391" y="4847008"/>
            <a:ext cx="2771818" cy="1087806"/>
            <a:chOff x="5826391" y="4847008"/>
            <a:chExt cx="2771818" cy="108780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72DBA22-AFD7-1F29-FE5F-352C2C21335B}"/>
                </a:ext>
              </a:extLst>
            </p:cNvPr>
            <p:cNvCxnSpPr/>
            <p:nvPr/>
          </p:nvCxnSpPr>
          <p:spPr>
            <a:xfrm flipH="1" flipV="1">
              <a:off x="7390827" y="4847008"/>
              <a:ext cx="474388" cy="6668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BBC72E0-BC2A-9BAC-F85B-C1BF9984A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2054" y="4925021"/>
              <a:ext cx="253618" cy="5888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D2D3E0-31CC-F227-F80A-0E13433D551E}"/>
                </a:ext>
              </a:extLst>
            </p:cNvPr>
            <p:cNvSpPr txBox="1"/>
            <p:nvPr/>
          </p:nvSpPr>
          <p:spPr>
            <a:xfrm>
              <a:off x="5826391" y="5565482"/>
              <a:ext cx="1270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Great Dane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E600E0-7525-A293-0A8E-05F145876516}"/>
                </a:ext>
              </a:extLst>
            </p:cNvPr>
            <p:cNvSpPr txBox="1"/>
            <p:nvPr/>
          </p:nvSpPr>
          <p:spPr>
            <a:xfrm>
              <a:off x="7390827" y="5538845"/>
              <a:ext cx="1207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Chihuahua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68AB4E-6D89-1B08-C331-C0E20E3F0BFF}"/>
                </a:ext>
              </a:extLst>
            </p:cNvPr>
            <p:cNvSpPr txBox="1"/>
            <p:nvPr/>
          </p:nvSpPr>
          <p:spPr>
            <a:xfrm>
              <a:off x="6403954" y="499207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is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725A2D2-66C2-5074-B9EB-39E7AED2CDFE}"/>
                </a:ext>
              </a:extLst>
            </p:cNvPr>
            <p:cNvSpPr txBox="1"/>
            <p:nvPr/>
          </p:nvSpPr>
          <p:spPr>
            <a:xfrm>
              <a:off x="7569392" y="4914080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499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AD8525B-991D-F62A-BC77-38E181AA9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0368356" cy="632219"/>
          </a:xfrm>
        </p:spPr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DE583-A27D-BCC1-2BA2-F96E4BFF93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5514475" cy="489415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What are the fundamental relations between entities?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Is? (belongs to)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Eats?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Is toxic to?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Are relationships meaningfully bidirectional?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It depends…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BDD3B1-83A9-22B2-CD73-E8645527B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EA518CD-5B48-84FB-538B-27CFDAA09CFE}"/>
              </a:ext>
            </a:extLst>
          </p:cNvPr>
          <p:cNvGrpSpPr/>
          <p:nvPr/>
        </p:nvGrpSpPr>
        <p:grpSpPr>
          <a:xfrm>
            <a:off x="6094854" y="553485"/>
            <a:ext cx="6256189" cy="5635070"/>
            <a:chOff x="6094854" y="553485"/>
            <a:chExt cx="6256189" cy="5635070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67F5F423-F0D0-4F2F-8289-751720E59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4854" y="553485"/>
              <a:ext cx="6256189" cy="47049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D78CB9C-A612-EDD3-0B4B-9FC1FC878894}"/>
                </a:ext>
              </a:extLst>
            </p:cNvPr>
            <p:cNvSpPr txBox="1"/>
            <p:nvPr/>
          </p:nvSpPr>
          <p:spPr>
            <a:xfrm>
              <a:off x="9245600" y="5172892"/>
              <a:ext cx="254362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dirty="0">
                  <a:hlinkClick r:id="rId3"/>
                </a:rPr>
                <a:t>https://commons.wikimedia.org/wiki/File:Conceptual_Diagram_-_Example.svg</a:t>
              </a:r>
              <a:r>
                <a:rPr lang="en-GB" sz="1200" dirty="0"/>
                <a:t>  licensed under the </a:t>
              </a:r>
              <a:r>
                <a:rPr lang="en-GB" sz="1200" dirty="0">
                  <a:hlinkClick r:id="rId4" tooltip="w:en:Creative Commons"/>
                </a:rPr>
                <a:t>Creative Commons</a:t>
              </a:r>
              <a:r>
                <a:rPr lang="en-GB" sz="1200" dirty="0"/>
                <a:t> </a:t>
              </a:r>
              <a:r>
                <a:rPr lang="en-GB" sz="1200" dirty="0">
                  <a:hlinkClick r:id="rId5"/>
                </a:rPr>
                <a:t>Attribution-Share Alike 4.0 International</a:t>
              </a:r>
              <a:r>
                <a:rPr lang="en-GB" sz="1200" dirty="0"/>
                <a:t> license.</a:t>
              </a:r>
              <a:endParaRPr lang="en-US" sz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F51C37D-4CE5-77E3-CCFD-D4455E9EA3E9}"/>
              </a:ext>
            </a:extLst>
          </p:cNvPr>
          <p:cNvGrpSpPr/>
          <p:nvPr/>
        </p:nvGrpSpPr>
        <p:grpSpPr>
          <a:xfrm>
            <a:off x="5826391" y="4847008"/>
            <a:ext cx="2771818" cy="1087806"/>
            <a:chOff x="5826391" y="4847008"/>
            <a:chExt cx="2771818" cy="108780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72DBA22-AFD7-1F29-FE5F-352C2C21335B}"/>
                </a:ext>
              </a:extLst>
            </p:cNvPr>
            <p:cNvCxnSpPr/>
            <p:nvPr/>
          </p:nvCxnSpPr>
          <p:spPr>
            <a:xfrm flipH="1" flipV="1">
              <a:off x="7390827" y="4847008"/>
              <a:ext cx="474388" cy="6668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BBC72E0-BC2A-9BAC-F85B-C1BF9984A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2054" y="4925021"/>
              <a:ext cx="253618" cy="5888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D2D3E0-31CC-F227-F80A-0E13433D551E}"/>
                </a:ext>
              </a:extLst>
            </p:cNvPr>
            <p:cNvSpPr txBox="1"/>
            <p:nvPr/>
          </p:nvSpPr>
          <p:spPr>
            <a:xfrm>
              <a:off x="5826391" y="5565482"/>
              <a:ext cx="1270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Great Dane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E600E0-7525-A293-0A8E-05F145876516}"/>
                </a:ext>
              </a:extLst>
            </p:cNvPr>
            <p:cNvSpPr txBox="1"/>
            <p:nvPr/>
          </p:nvSpPr>
          <p:spPr>
            <a:xfrm>
              <a:off x="7390827" y="5538845"/>
              <a:ext cx="1207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Chihuahua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68AB4E-6D89-1B08-C331-C0E20E3F0BFF}"/>
                </a:ext>
              </a:extLst>
            </p:cNvPr>
            <p:cNvSpPr txBox="1"/>
            <p:nvPr/>
          </p:nvSpPr>
          <p:spPr>
            <a:xfrm>
              <a:off x="6403954" y="499207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is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725A2D2-66C2-5074-B9EB-39E7AED2CDFE}"/>
                </a:ext>
              </a:extLst>
            </p:cNvPr>
            <p:cNvSpPr txBox="1"/>
            <p:nvPr/>
          </p:nvSpPr>
          <p:spPr>
            <a:xfrm>
              <a:off x="7569392" y="4914080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2330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AD8525B-991D-F62A-BC77-38E181AA9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0368356" cy="632219"/>
          </a:xfrm>
        </p:spPr>
        <p:txBody>
          <a:bodyPr/>
          <a:lstStyle/>
          <a:p>
            <a:r>
              <a:rPr lang="en-US" dirty="0"/>
              <a:t>Properties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DE583-A27D-BCC1-2BA2-F96E4BFF93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107852"/>
            <a:ext cx="5514475" cy="4894155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What are the fundamental properties of the entities?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Latin name?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Typical size?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Where it is found?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It depends…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BDD3B1-83A9-22B2-CD73-E8645527B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EA518CD-5B48-84FB-538B-27CFDAA09CFE}"/>
              </a:ext>
            </a:extLst>
          </p:cNvPr>
          <p:cNvGrpSpPr/>
          <p:nvPr/>
        </p:nvGrpSpPr>
        <p:grpSpPr>
          <a:xfrm>
            <a:off x="6094854" y="553485"/>
            <a:ext cx="6256189" cy="5635070"/>
            <a:chOff x="6094854" y="553485"/>
            <a:chExt cx="6256189" cy="5635070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67F5F423-F0D0-4F2F-8289-751720E59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4854" y="553485"/>
              <a:ext cx="6256189" cy="47049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D78CB9C-A612-EDD3-0B4B-9FC1FC878894}"/>
                </a:ext>
              </a:extLst>
            </p:cNvPr>
            <p:cNvSpPr txBox="1"/>
            <p:nvPr/>
          </p:nvSpPr>
          <p:spPr>
            <a:xfrm>
              <a:off x="9245600" y="5172892"/>
              <a:ext cx="254362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dirty="0">
                  <a:hlinkClick r:id="rId3"/>
                </a:rPr>
                <a:t>https://commons.wikimedia.org/wiki/File:Conceptual_Diagram_-_Example.svg</a:t>
              </a:r>
              <a:r>
                <a:rPr lang="en-GB" sz="1200" dirty="0"/>
                <a:t>  licensed under the </a:t>
              </a:r>
              <a:r>
                <a:rPr lang="en-GB" sz="1200" dirty="0">
                  <a:hlinkClick r:id="rId4" tooltip="w:en:Creative Commons"/>
                </a:rPr>
                <a:t>Creative Commons</a:t>
              </a:r>
              <a:r>
                <a:rPr lang="en-GB" sz="1200" dirty="0"/>
                <a:t> </a:t>
              </a:r>
              <a:r>
                <a:rPr lang="en-GB" sz="1200" dirty="0">
                  <a:hlinkClick r:id="rId5"/>
                </a:rPr>
                <a:t>Attribution-Share Alike 4.0 International</a:t>
              </a:r>
              <a:r>
                <a:rPr lang="en-GB" sz="1200" dirty="0"/>
                <a:t> license.</a:t>
              </a:r>
              <a:endParaRPr lang="en-US" sz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F51C37D-4CE5-77E3-CCFD-D4455E9EA3E9}"/>
              </a:ext>
            </a:extLst>
          </p:cNvPr>
          <p:cNvGrpSpPr/>
          <p:nvPr/>
        </p:nvGrpSpPr>
        <p:grpSpPr>
          <a:xfrm>
            <a:off x="5826391" y="4847008"/>
            <a:ext cx="2771818" cy="1087806"/>
            <a:chOff x="5826391" y="4847008"/>
            <a:chExt cx="2771818" cy="108780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72DBA22-AFD7-1F29-FE5F-352C2C21335B}"/>
                </a:ext>
              </a:extLst>
            </p:cNvPr>
            <p:cNvCxnSpPr/>
            <p:nvPr/>
          </p:nvCxnSpPr>
          <p:spPr>
            <a:xfrm flipH="1" flipV="1">
              <a:off x="7390827" y="4847008"/>
              <a:ext cx="474388" cy="6668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BBC72E0-BC2A-9BAC-F85B-C1BF9984A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2054" y="4925021"/>
              <a:ext cx="253618" cy="5888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D2D3E0-31CC-F227-F80A-0E13433D551E}"/>
                </a:ext>
              </a:extLst>
            </p:cNvPr>
            <p:cNvSpPr txBox="1"/>
            <p:nvPr/>
          </p:nvSpPr>
          <p:spPr>
            <a:xfrm>
              <a:off x="5826391" y="5565482"/>
              <a:ext cx="1270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Great Dane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E600E0-7525-A293-0A8E-05F145876516}"/>
                </a:ext>
              </a:extLst>
            </p:cNvPr>
            <p:cNvSpPr txBox="1"/>
            <p:nvPr/>
          </p:nvSpPr>
          <p:spPr>
            <a:xfrm>
              <a:off x="7390827" y="5538845"/>
              <a:ext cx="1207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Chihuahua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68AB4E-6D89-1B08-C331-C0E20E3F0BFF}"/>
                </a:ext>
              </a:extLst>
            </p:cNvPr>
            <p:cNvSpPr txBox="1"/>
            <p:nvPr/>
          </p:nvSpPr>
          <p:spPr>
            <a:xfrm>
              <a:off x="6403954" y="499207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is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725A2D2-66C2-5074-B9EB-39E7AED2CDFE}"/>
                </a:ext>
              </a:extLst>
            </p:cNvPr>
            <p:cNvSpPr txBox="1"/>
            <p:nvPr/>
          </p:nvSpPr>
          <p:spPr>
            <a:xfrm>
              <a:off x="7569392" y="4914080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370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DF952-D913-4A4A-B107-55373ED3A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413383" cy="632219"/>
          </a:xfrm>
        </p:spPr>
        <p:txBody>
          <a:bodyPr/>
          <a:lstStyle/>
          <a:p>
            <a:r>
              <a:rPr lang="en-US" dirty="0"/>
              <a:t>Ontology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5EB77B-C900-46AF-8BFB-BFF98DA1A5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Does not need to represent everything we know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Not all relationships will matter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Not all properties will be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Is the </a:t>
            </a:r>
            <a:r>
              <a:rPr lang="en-US" sz="2400" dirty="0" err="1">
                <a:solidFill>
                  <a:schemeClr val="tx2"/>
                </a:solidFill>
              </a:rPr>
              <a:t>colour</a:t>
            </a:r>
            <a:r>
              <a:rPr lang="en-US" sz="2400" dirty="0">
                <a:solidFill>
                  <a:schemeClr val="tx2"/>
                </a:solidFill>
              </a:rPr>
              <a:t> of a tablet relevant?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No, if you are a doctor or a patient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Yes, if you are responsible for manufacturing it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4D103-664C-5976-5DEB-6A10D09D5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1928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DF952-D913-4A4A-B107-55373ED3A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733691" cy="632219"/>
          </a:xfrm>
        </p:spPr>
        <p:txBody>
          <a:bodyPr/>
          <a:lstStyle/>
          <a:p>
            <a:r>
              <a:rPr lang="en-US"/>
              <a:t>Exercises </a:t>
            </a:r>
            <a:r>
              <a:rPr lang="en-US" dirty="0"/>
              <a:t>9</a:t>
            </a:r>
            <a:r>
              <a:rPr lang="en-US"/>
              <a:t>: </a:t>
            </a:r>
            <a:r>
              <a:rPr lang="en-US" dirty="0"/>
              <a:t>Designing an Ontology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4D103-664C-5976-5DEB-6A10D09D5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6681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BD60A-7B32-5BA3-8720-19536B48A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B2CA1-94EA-7DB0-78EE-A4A0A1B34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47DB8-70F1-B262-C715-ACF59EB781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4187B8-6D29-CD87-FD0E-D750BB49E7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2, 18-20 November 2024</a:t>
            </a:r>
          </a:p>
        </p:txBody>
      </p:sp>
    </p:spTree>
    <p:extLst>
      <p:ext uri="{BB962C8B-B14F-4D97-AF65-F5344CB8AC3E}">
        <p14:creationId xmlns:p14="http://schemas.microsoft.com/office/powerpoint/2010/main" val="1527173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50C5F-40E0-95D0-3D9D-339F362B3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943897" cy="632219"/>
          </a:xfrm>
        </p:spPr>
        <p:txBody>
          <a:bodyPr/>
          <a:lstStyle/>
          <a:p>
            <a:r>
              <a:rPr lang="en-US" dirty="0"/>
              <a:t>Examples of different ontology formats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35B16-969E-ADD6-1D47-AE1019E25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9F35D-2585-FD85-CC20-094AD372F79A}"/>
              </a:ext>
            </a:extLst>
          </p:cNvPr>
          <p:cNvSpPr txBox="1"/>
          <p:nvPr/>
        </p:nvSpPr>
        <p:spPr>
          <a:xfrm>
            <a:off x="908549" y="1477949"/>
            <a:ext cx="4296369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28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is_a</a:t>
            </a:r>
            <a:r>
              <a:rPr lang="en-GB" sz="28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, dog, mammal)</a:t>
            </a:r>
          </a:p>
          <a:p>
            <a:pPr>
              <a:lnSpc>
                <a:spcPct val="150000"/>
              </a:lnSpc>
            </a:pPr>
            <a:r>
              <a:rPr lang="en-GB" sz="28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28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is_a</a:t>
            </a:r>
            <a:r>
              <a:rPr lang="en-GB" sz="28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, cat, mammal)</a:t>
            </a:r>
          </a:p>
          <a:p>
            <a:pPr>
              <a:lnSpc>
                <a:spcPct val="150000"/>
              </a:lnSpc>
            </a:pPr>
            <a:r>
              <a:rPr lang="en-GB" sz="28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(chases, dog, cat)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3CA9E6-ECFF-70BE-1B28-A6C58C0A4B3F}"/>
              </a:ext>
            </a:extLst>
          </p:cNvPr>
          <p:cNvSpPr txBox="1"/>
          <p:nvPr/>
        </p:nvSpPr>
        <p:spPr>
          <a:xfrm>
            <a:off x="725864" y="3978112"/>
            <a:ext cx="417607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Simple Triples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Easy to parse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Portable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Lacks metadata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Extensible</a:t>
            </a:r>
          </a:p>
        </p:txBody>
      </p:sp>
    </p:spTree>
    <p:extLst>
      <p:ext uri="{BB962C8B-B14F-4D97-AF65-F5344CB8AC3E}">
        <p14:creationId xmlns:p14="http://schemas.microsoft.com/office/powerpoint/2010/main" val="21931925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79591-55E5-C443-599A-2B1B404F7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EED26-CAD9-EC36-3667-1EAD60DE8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943897" cy="632219"/>
          </a:xfrm>
        </p:spPr>
        <p:txBody>
          <a:bodyPr/>
          <a:lstStyle/>
          <a:p>
            <a:r>
              <a:rPr lang="en-US" dirty="0"/>
              <a:t>Examples of different ontology formats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DC1FF-1D8F-2C15-BBC7-650B88357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DC8F2B-E648-957A-8116-A1F80E3BC2CF}"/>
              </a:ext>
            </a:extLst>
          </p:cNvPr>
          <p:cNvSpPr txBox="1"/>
          <p:nvPr/>
        </p:nvSpPr>
        <p:spPr>
          <a:xfrm>
            <a:off x="0" y="1727200"/>
            <a:ext cx="12192000" cy="991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&lt;http://www.w3.org/People/EM/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contact#me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&lt;http://www.w3.org/1999/02/22-rdf-syntax-ns#type&gt;             &lt;http://www.w3.org/2000/10/swap/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pim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contact#Person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.</a:t>
            </a:r>
          </a:p>
          <a:p>
            <a:pPr>
              <a:lnSpc>
                <a:spcPct val="150000"/>
              </a:lnSpc>
            </a:pP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&lt;http://www.w3.org/People/EM/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contact#me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&lt;http://www.w3.org/2000/10/swap/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pim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contact#fullName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        "Eric Miller" .</a:t>
            </a:r>
          </a:p>
          <a:p>
            <a:pPr>
              <a:lnSpc>
                <a:spcPct val="150000"/>
              </a:lnSpc>
            </a:pP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&lt;http://www.w3.org/People/EM/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contact#me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&lt;http://www.w3.org/2000/10/swap/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pim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contact#mailbox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         &lt;mailto:em@w3.org&gt; .</a:t>
            </a:r>
          </a:p>
          <a:p>
            <a:pPr>
              <a:lnSpc>
                <a:spcPct val="150000"/>
              </a:lnSpc>
            </a:pP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&lt;http://www.w3.org/People/EM/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contact#me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&lt;http://www.w3.org/2000/10/swap/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pim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contact#personalTitle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   "</a:t>
            </a:r>
            <a:r>
              <a:rPr lang="en-GB" sz="10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Dr.</a:t>
            </a:r>
            <a:r>
              <a:rPr lang="en-GB" sz="10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 .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6306C7-310F-263E-77E2-02A5E6451A47}"/>
              </a:ext>
            </a:extLst>
          </p:cNvPr>
          <p:cNvSpPr txBox="1"/>
          <p:nvPr/>
        </p:nvSpPr>
        <p:spPr>
          <a:xfrm>
            <a:off x="612743" y="3497345"/>
            <a:ext cx="59968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W3C N-Triples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Subject– Predicate –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Designed for web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Referenced against external W3C definitions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F7F67955-7D59-EBA3-CE86-1F410CE51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9577" y="2683559"/>
            <a:ext cx="4550724" cy="3640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FBBDE6-616D-C878-7113-DFD1C1057C68}"/>
              </a:ext>
            </a:extLst>
          </p:cNvPr>
          <p:cNvSpPr txBox="1"/>
          <p:nvPr/>
        </p:nvSpPr>
        <p:spPr>
          <a:xfrm>
            <a:off x="5583025" y="650670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http://www.w3.org/TR/rdf-primer/fig1dec16.png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81758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A7EB5-B133-9931-0416-4550079F2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43647" cy="632219"/>
          </a:xfrm>
        </p:spPr>
        <p:txBody>
          <a:bodyPr/>
          <a:lstStyle/>
          <a:p>
            <a:r>
              <a:rPr lang="en-US" dirty="0"/>
              <a:t>Turtle: Terse RDF Triple Language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09D76-8DAD-DD25-4C73-9FD2903FF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E357DD-EC32-9C76-E964-CF64274B3E97}"/>
              </a:ext>
            </a:extLst>
          </p:cNvPr>
          <p:cNvSpPr txBox="1"/>
          <p:nvPr/>
        </p:nvSpPr>
        <p:spPr>
          <a:xfrm>
            <a:off x="253737" y="1369269"/>
            <a:ext cx="13650799" cy="1841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prefix ns0: &lt;http://www.w3.org/2000/10/swap/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pim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/contact#&gt; .</a:t>
            </a:r>
          </a:p>
          <a:p>
            <a:pPr>
              <a:lnSpc>
                <a:spcPct val="120000"/>
              </a:lnSpc>
            </a:pPr>
            <a:b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</a:b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  <a:hlinkClick r:id="rId2"/>
              </a:rPr>
              <a:t>http://www.w3.org/People/EM/contact#me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a &lt;http://www.w3.org/2000/10/swap/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pim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contact#Person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;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ns0:fullName "Eric Miller" ;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ns0:mailbox &lt;mailto:em@w3.org&gt; ;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ns0:personalTitle "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Dr.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 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3DA35A-0889-E5E5-28E8-5E03B700BECD}"/>
              </a:ext>
            </a:extLst>
          </p:cNvPr>
          <p:cNvSpPr txBox="1"/>
          <p:nvPr/>
        </p:nvSpPr>
        <p:spPr>
          <a:xfrm>
            <a:off x="253737" y="4326903"/>
            <a:ext cx="57002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Less repetitive and verbose than N-Triples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Namespaces and nesting</a:t>
            </a:r>
          </a:p>
        </p:txBody>
      </p:sp>
    </p:spTree>
    <p:extLst>
      <p:ext uri="{BB962C8B-B14F-4D97-AF65-F5344CB8AC3E}">
        <p14:creationId xmlns:p14="http://schemas.microsoft.com/office/powerpoint/2010/main" val="11479435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A40FC-9512-9DA9-CE99-1DF9BBC9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6E112-2BEC-84F6-2855-4394FDDB9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43647" cy="632219"/>
          </a:xfrm>
        </p:spPr>
        <p:txBody>
          <a:bodyPr/>
          <a:lstStyle/>
          <a:p>
            <a:r>
              <a:rPr lang="en-US" dirty="0"/>
              <a:t>RDF/XML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F2795-D9B2-BA7B-305B-BCFF2D2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A044E1-6D40-6A5D-484A-927F6D56D4A5}"/>
              </a:ext>
            </a:extLst>
          </p:cNvPr>
          <p:cNvSpPr txBox="1"/>
          <p:nvPr/>
        </p:nvSpPr>
        <p:spPr>
          <a:xfrm>
            <a:off x="253737" y="1369269"/>
            <a:ext cx="13650799" cy="3318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&lt;?xml version="1.0"?&gt;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rdf:RDF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xmlns:rdf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="http://www.w3.org/1999/02/22-rdf-syntax-ns#"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         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xmlns:contact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="http://www.w3.org/2000/10/swap/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pim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/contact#"&gt;</a:t>
            </a:r>
          </a:p>
          <a:p>
            <a:pPr>
              <a:lnSpc>
                <a:spcPct val="120000"/>
              </a:lnSpc>
            </a:pPr>
            <a:endParaRPr lang="en-GB" sz="16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contact:Person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rdf:about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="http://www.w3.org/People/EM/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contact#me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"&gt;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&lt;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contact:fullName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&gt;Eric Miller&lt;/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contact:fullName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&lt;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contact:mailbox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="mailto:em@w3.org"/&gt;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&lt;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contact:personalTitle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Dr.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contact:personalTitle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 </a:t>
            </a: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contact:Person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lnSpc>
                <a:spcPct val="120000"/>
              </a:lnSpc>
            </a:pPr>
            <a:endParaRPr lang="en-GB" sz="16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16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rdf:RDF</a:t>
            </a:r>
            <a:r>
              <a:rPr lang="en-GB" sz="16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869162-FC09-66A2-6031-1056C52CC758}"/>
              </a:ext>
            </a:extLst>
          </p:cNvPr>
          <p:cNvSpPr txBox="1"/>
          <p:nvPr/>
        </p:nvSpPr>
        <p:spPr>
          <a:xfrm>
            <a:off x="253737" y="5137102"/>
            <a:ext cx="65202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Very similar but a little more verbose than Turtle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XML-based so can use generic parsers</a:t>
            </a:r>
          </a:p>
        </p:txBody>
      </p:sp>
    </p:spTree>
    <p:extLst>
      <p:ext uri="{BB962C8B-B14F-4D97-AF65-F5344CB8AC3E}">
        <p14:creationId xmlns:p14="http://schemas.microsoft.com/office/powerpoint/2010/main" val="38343697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27543-4516-E235-DB38-E923FC196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0A41A-AEAC-C9DB-244D-E7B21674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43647" cy="632219"/>
          </a:xfrm>
        </p:spPr>
        <p:txBody>
          <a:bodyPr/>
          <a:lstStyle/>
          <a:p>
            <a:r>
              <a:rPr lang="en-US" dirty="0"/>
              <a:t>OWL: Web Ontology Language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9F43A-266F-D045-8F06-7BA2FC194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A7C6FC-FD8E-D181-407C-32C0D9FBB4C3}"/>
              </a:ext>
            </a:extLst>
          </p:cNvPr>
          <p:cNvSpPr txBox="1"/>
          <p:nvPr/>
        </p:nvSpPr>
        <p:spPr>
          <a:xfrm>
            <a:off x="253737" y="1369269"/>
            <a:ext cx="13650799" cy="4993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&lt;?xml version="1.0"?&gt;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rdf:RDF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xmlns:rdf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="http://www.w3.org/1999/02/22-rdf-syntax-ns#"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xmlns:xsd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="http://www.w3.org/2001/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XMLSchema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#"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xmlns:rdfs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="http://www.w3.org/2000/01/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-schema#"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xmlns:owl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="http://www.w3.org/2002/07/owl#"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xml:base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www.dummy.info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new.owl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xmlns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www.dummy.info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new.owl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#"&gt;</a:t>
            </a:r>
          </a:p>
          <a:p>
            <a:pPr>
              <a:lnSpc>
                <a:spcPct val="120000"/>
              </a:lnSpc>
            </a:pPr>
            <a:endParaRPr lang="en-GB" sz="7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owl:Ontology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rdf:about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www.dummy.info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new.owl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"/&gt;</a:t>
            </a:r>
          </a:p>
          <a:p>
            <a:pPr>
              <a:lnSpc>
                <a:spcPct val="120000"/>
              </a:lnSpc>
            </a:pPr>
            <a:endParaRPr lang="en-GB" sz="7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owl:Class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rdf:about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="#Animal"&gt;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rdfs:subClassOf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="http://www.w3.org/2002/07/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owl#Thing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owl:Class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lnSpc>
                <a:spcPct val="120000"/>
              </a:lnSpc>
            </a:pPr>
            <a:endParaRPr lang="en-GB" sz="7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owl:Class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rdf:about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="#Dog"&gt;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rdfs:subClassOf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="http://www.w3.org/2002/07/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owl#Thing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owl:Class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lnSpc>
                <a:spcPct val="120000"/>
              </a:lnSpc>
            </a:pPr>
            <a:endParaRPr lang="en-GB" sz="7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owl:Class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rdf:about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="#Cat"&gt;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rdfs:subClassOf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="http://www.w3.org/2002/07/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owl#Thing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owl:Class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lnSpc>
                <a:spcPct val="120000"/>
              </a:lnSpc>
            </a:pPr>
            <a:endParaRPr lang="en-GB" sz="7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owl:ObjectProperty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rdf:about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is_a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rdfs:domain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="#Dog"/&gt;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rdfs:range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="#Animal"/&gt;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owl:ObjectProperty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lnSpc>
                <a:spcPct val="120000"/>
              </a:lnSpc>
            </a:pPr>
            <a:endParaRPr lang="en-GB" sz="7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owl:ObjectProperty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rdf:about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is_a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"&gt;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rdfs:domain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="#Cat"/&gt;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rdfs:range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="#Animal"/&gt;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owl:ObjectProperty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lnSpc>
                <a:spcPct val="120000"/>
              </a:lnSpc>
            </a:pPr>
            <a:endParaRPr lang="en-GB" sz="7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owl:ObjectProperty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rdf:about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="#chases"&gt;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rdfs:domain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="#Dog"/&gt;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 &lt;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rdfs:range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rdf:resource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="#Cat"/&gt;</a:t>
            </a: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owl:ObjectProperty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lnSpc>
                <a:spcPct val="120000"/>
              </a:lnSpc>
            </a:pPr>
            <a:endParaRPr lang="en-GB" sz="700" b="0" dirty="0">
              <a:solidFill>
                <a:srgbClr val="0070C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0000"/>
              </a:lnSpc>
            </a:pP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GB" sz="700" b="0" dirty="0" err="1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rdf:RDF</a:t>
            </a:r>
            <a:r>
              <a:rPr lang="en-GB" sz="700" b="0" dirty="0">
                <a:solidFill>
                  <a:srgbClr val="0070C0"/>
                </a:solidFill>
                <a:effectLst/>
                <a:latin typeface="Menlo" panose="020B0609030804020204" pitchFamily="49" charset="0"/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B4AD57-430B-04A1-88D7-FC58CDCA2AC3}"/>
              </a:ext>
            </a:extLst>
          </p:cNvPr>
          <p:cNvSpPr txBox="1"/>
          <p:nvPr/>
        </p:nvSpPr>
        <p:spPr>
          <a:xfrm>
            <a:off x="5297077" y="1847147"/>
            <a:ext cx="60916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Like many XML formats, can be very verbose.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XML tooling.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Referenced against external definitions.</a:t>
            </a:r>
          </a:p>
        </p:txBody>
      </p:sp>
    </p:spTree>
    <p:extLst>
      <p:ext uri="{BB962C8B-B14F-4D97-AF65-F5344CB8AC3E}">
        <p14:creationId xmlns:p14="http://schemas.microsoft.com/office/powerpoint/2010/main" val="42525937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CDA4D-41C7-34DD-7072-F710CD54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formats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C7D2B7-2889-B52A-0FBB-A4814D97A57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Ontology representations designed to be “human readable” and machine </a:t>
            </a:r>
            <a:r>
              <a:rPr lang="en-US" sz="2400" dirty="0" err="1"/>
              <a:t>parseable</a:t>
            </a:r>
            <a:r>
              <a:rPr lang="en-US" sz="2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practice, nearly always read/written by tools and read by humans only when strictly necessary.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EA03A-FA55-11FA-78A9-C86A88A4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366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aab77ea-b4a5-49e3-a1e8-d6dd23a1f286}" enabled="0" method="" siteId="{eaab77ea-b4a5-49e3-a1e8-d6dd23a1f28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7312</TotalTime>
  <Words>2662</Words>
  <Application>Microsoft Macintosh PowerPoint</Application>
  <PresentationFormat>Widescreen</PresentationFormat>
  <Paragraphs>468</Paragraphs>
  <Slides>45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Arial</vt:lpstr>
      <vt:lpstr>Calibri</vt:lpstr>
      <vt:lpstr>Calibri Light</vt:lpstr>
      <vt:lpstr>Menlo</vt:lpstr>
      <vt:lpstr>Office Theme</vt:lpstr>
      <vt:lpstr>MSc Artificial Intelligence</vt:lpstr>
      <vt:lpstr>In the era of LLMs do we need all this?</vt:lpstr>
      <vt:lpstr>How do LLMs work?</vt:lpstr>
      <vt:lpstr>How do LLMs work?</vt:lpstr>
      <vt:lpstr>LLMs = AGI?</vt:lpstr>
      <vt:lpstr>Can we trust it?</vt:lpstr>
      <vt:lpstr>Bold Claims</vt:lpstr>
      <vt:lpstr>An old friend…</vt:lpstr>
      <vt:lpstr>More complex arguments</vt:lpstr>
      <vt:lpstr>An old friend…</vt:lpstr>
      <vt:lpstr>Exercise</vt:lpstr>
      <vt:lpstr>Exercise</vt:lpstr>
      <vt:lpstr>A simple riddle</vt:lpstr>
      <vt:lpstr>PowerPoint Presentation</vt:lpstr>
      <vt:lpstr>Challenge</vt:lpstr>
      <vt:lpstr>Challenge</vt:lpstr>
      <vt:lpstr>MSc Artificial Intelligence</vt:lpstr>
      <vt:lpstr>A look back at knowledge bases</vt:lpstr>
      <vt:lpstr>Limitations of Knowledge Bases</vt:lpstr>
      <vt:lpstr>Overcoming these Limitations</vt:lpstr>
      <vt:lpstr>Rule-based systems as graphs</vt:lpstr>
      <vt:lpstr>What is a Knowledge Graph</vt:lpstr>
      <vt:lpstr>A simple example</vt:lpstr>
      <vt:lpstr>A More Complex Example</vt:lpstr>
      <vt:lpstr>Exercises 8: A simple knowledge graph</vt:lpstr>
      <vt:lpstr>MSc Artificial Intelligence</vt:lpstr>
      <vt:lpstr>What can Knowledge Graphs do?</vt:lpstr>
      <vt:lpstr>What’s wrong with a Relational DB?</vt:lpstr>
      <vt:lpstr>Why Graphs?</vt:lpstr>
      <vt:lpstr>Graph Basics</vt:lpstr>
      <vt:lpstr>How to structure graphs</vt:lpstr>
      <vt:lpstr>Ontologies</vt:lpstr>
      <vt:lpstr>Steps in creating an ontology</vt:lpstr>
      <vt:lpstr>Entities</vt:lpstr>
      <vt:lpstr>Relationships</vt:lpstr>
      <vt:lpstr>Properties</vt:lpstr>
      <vt:lpstr>Ontology Guidelines</vt:lpstr>
      <vt:lpstr>Exercises 9: Designing an Ontology</vt:lpstr>
      <vt:lpstr>MSc Artificial Intelligence</vt:lpstr>
      <vt:lpstr>Examples of different ontology formats</vt:lpstr>
      <vt:lpstr>Examples of different ontology formats</vt:lpstr>
      <vt:lpstr>Turtle: Terse RDF Triple Language </vt:lpstr>
      <vt:lpstr>RDF/XML</vt:lpstr>
      <vt:lpstr>OWL: Web Ontology Language</vt:lpstr>
      <vt:lpstr>Notes on formats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Iain Styles</dc:creator>
  <cp:lastModifiedBy>Iain Styles</cp:lastModifiedBy>
  <cp:revision>1</cp:revision>
  <dcterms:created xsi:type="dcterms:W3CDTF">2024-11-07T11:06:47Z</dcterms:created>
  <dcterms:modified xsi:type="dcterms:W3CDTF">2025-10-02T05:42:47Z</dcterms:modified>
</cp:coreProperties>
</file>