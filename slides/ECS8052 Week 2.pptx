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91" r:id="rId2"/>
    <p:sldId id="313" r:id="rId3"/>
    <p:sldId id="314" r:id="rId4"/>
    <p:sldId id="320" r:id="rId5"/>
    <p:sldId id="342" r:id="rId6"/>
    <p:sldId id="319" r:id="rId7"/>
    <p:sldId id="315" r:id="rId8"/>
    <p:sldId id="322" r:id="rId9"/>
    <p:sldId id="334" r:id="rId10"/>
    <p:sldId id="349" r:id="rId11"/>
    <p:sldId id="332" r:id="rId12"/>
    <p:sldId id="323" r:id="rId13"/>
    <p:sldId id="335" r:id="rId14"/>
    <p:sldId id="324" r:id="rId15"/>
    <p:sldId id="336" r:id="rId16"/>
    <p:sldId id="327" r:id="rId17"/>
    <p:sldId id="329" r:id="rId18"/>
    <p:sldId id="330" r:id="rId19"/>
    <p:sldId id="331" r:id="rId20"/>
    <p:sldId id="333" r:id="rId21"/>
    <p:sldId id="318" r:id="rId22"/>
    <p:sldId id="317" r:id="rId23"/>
    <p:sldId id="350" r:id="rId24"/>
    <p:sldId id="337" r:id="rId25"/>
    <p:sldId id="343" r:id="rId26"/>
    <p:sldId id="344" r:id="rId27"/>
    <p:sldId id="345" r:id="rId28"/>
    <p:sldId id="347" r:id="rId29"/>
    <p:sldId id="348" r:id="rId30"/>
    <p:sldId id="351" r:id="rId31"/>
    <p:sldId id="341" r:id="rId32"/>
    <p:sldId id="353" r:id="rId33"/>
    <p:sldId id="316" r:id="rId34"/>
    <p:sldId id="352" r:id="rId3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" id="{C81B977D-B904-D64D-9B82-73A8047B6F1A}">
          <p14:sldIdLst>
            <p14:sldId id="291"/>
            <p14:sldId id="313"/>
            <p14:sldId id="314"/>
            <p14:sldId id="320"/>
            <p14:sldId id="342"/>
            <p14:sldId id="319"/>
            <p14:sldId id="315"/>
            <p14:sldId id="322"/>
            <p14:sldId id="334"/>
            <p14:sldId id="349"/>
            <p14:sldId id="332"/>
            <p14:sldId id="323"/>
            <p14:sldId id="335"/>
            <p14:sldId id="324"/>
            <p14:sldId id="336"/>
            <p14:sldId id="327"/>
            <p14:sldId id="329"/>
            <p14:sldId id="330"/>
            <p14:sldId id="331"/>
            <p14:sldId id="333"/>
            <p14:sldId id="318"/>
            <p14:sldId id="317"/>
            <p14:sldId id="350"/>
            <p14:sldId id="337"/>
            <p14:sldId id="343"/>
            <p14:sldId id="344"/>
            <p14:sldId id="345"/>
            <p14:sldId id="347"/>
            <p14:sldId id="348"/>
            <p14:sldId id="351"/>
            <p14:sldId id="341"/>
            <p14:sldId id="353"/>
            <p14:sldId id="316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80E9D-5652-924E-BF12-C70D606219CF}" v="19" dt="2024-11-17T20:10:20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75" autoAdjust="0"/>
    <p:restoredTop sz="96327" autoAdjust="0"/>
  </p:normalViewPr>
  <p:slideViewPr>
    <p:cSldViewPr snapToGrid="0" snapToObjects="1" showGuides="1">
      <p:cViewPr>
        <p:scale>
          <a:sx n="86" d="100"/>
          <a:sy n="86" d="100"/>
        </p:scale>
        <p:origin x="280" y="1000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04F80E9D-5652-924E-BF12-C70D606219CF}"/>
    <pc:docChg chg="undo custSel addSld delSld modSld sldOrd modSection">
      <pc:chgData name="Iain Styles" userId="befbdaae-53f8-4d26-a8dc-3366b09f768a" providerId="ADAL" clId="{04F80E9D-5652-924E-BF12-C70D606219CF}" dt="2024-11-18T08:57:27.760" v="1247"/>
      <pc:docMkLst>
        <pc:docMk/>
      </pc:docMkLst>
      <pc:sldChg chg="modSp mod">
        <pc:chgData name="Iain Styles" userId="befbdaae-53f8-4d26-a8dc-3366b09f768a" providerId="ADAL" clId="{04F80E9D-5652-924E-BF12-C70D606219CF}" dt="2024-11-18T08:57:10.154" v="1244" actId="20577"/>
        <pc:sldMkLst>
          <pc:docMk/>
          <pc:sldMk cId="4150415409" sldId="291"/>
        </pc:sldMkLst>
        <pc:spChg chg="mod">
          <ac:chgData name="Iain Styles" userId="befbdaae-53f8-4d26-a8dc-3366b09f768a" providerId="ADAL" clId="{04F80E9D-5652-924E-BF12-C70D606219CF}" dt="2024-11-18T08:57:10.154" v="1244" actId="20577"/>
          <ac:spMkLst>
            <pc:docMk/>
            <pc:sldMk cId="4150415409" sldId="291"/>
            <ac:spMk id="4" creationId="{9B1C70EF-FA7C-484D-A5D6-A4D325679B17}"/>
          </ac:spMkLst>
        </pc:spChg>
      </pc:sldChg>
      <pc:sldChg chg="modSp">
        <pc:chgData name="Iain Styles" userId="befbdaae-53f8-4d26-a8dc-3366b09f768a" providerId="ADAL" clId="{04F80E9D-5652-924E-BF12-C70D606219CF}" dt="2024-11-14T15:34:02.466" v="110" actId="1076"/>
        <pc:sldMkLst>
          <pc:docMk/>
          <pc:sldMk cId="307969886" sldId="315"/>
        </pc:sldMkLst>
        <pc:spChg chg="mod">
          <ac:chgData name="Iain Styles" userId="befbdaae-53f8-4d26-a8dc-3366b09f768a" providerId="ADAL" clId="{04F80E9D-5652-924E-BF12-C70D606219CF}" dt="2024-11-14T15:34:02.466" v="110" actId="1076"/>
          <ac:spMkLst>
            <pc:docMk/>
            <pc:sldMk cId="307969886" sldId="315"/>
            <ac:spMk id="5" creationId="{8D0590C4-2599-24FC-652B-BE73D127CF44}"/>
          </ac:spMkLst>
        </pc:spChg>
        <pc:grpChg chg="mod">
          <ac:chgData name="Iain Styles" userId="befbdaae-53f8-4d26-a8dc-3366b09f768a" providerId="ADAL" clId="{04F80E9D-5652-924E-BF12-C70D606219CF}" dt="2024-11-14T15:34:02.466" v="110" actId="1076"/>
          <ac:grpSpMkLst>
            <pc:docMk/>
            <pc:sldMk cId="307969886" sldId="315"/>
            <ac:grpSpMk id="6" creationId="{A687F5D2-2718-F4D9-CB24-4E8CDFDC36E4}"/>
          </ac:grpSpMkLst>
        </pc:grpChg>
        <pc:picChg chg="mod">
          <ac:chgData name="Iain Styles" userId="befbdaae-53f8-4d26-a8dc-3366b09f768a" providerId="ADAL" clId="{04F80E9D-5652-924E-BF12-C70D606219CF}" dt="2024-11-14T15:34:02.466" v="110" actId="1076"/>
          <ac:picMkLst>
            <pc:docMk/>
            <pc:sldMk cId="307969886" sldId="315"/>
            <ac:picMk id="2050" creationId="{A2178D59-64BC-C7F7-22A9-2577EDAF48F5}"/>
          </ac:picMkLst>
        </pc:picChg>
      </pc:sldChg>
      <pc:sldChg chg="addSp delSp modSp mod ord">
        <pc:chgData name="Iain Styles" userId="befbdaae-53f8-4d26-a8dc-3366b09f768a" providerId="ADAL" clId="{04F80E9D-5652-924E-BF12-C70D606219CF}" dt="2024-11-17T18:55:14.983" v="906" actId="20578"/>
        <pc:sldMkLst>
          <pc:docMk/>
          <pc:sldMk cId="1966668109" sldId="317"/>
        </pc:sldMkLst>
        <pc:spChg chg="mod">
          <ac:chgData name="Iain Styles" userId="befbdaae-53f8-4d26-a8dc-3366b09f768a" providerId="ADAL" clId="{04F80E9D-5652-924E-BF12-C70D606219CF}" dt="2024-11-17T14:46:28.805" v="267" actId="14100"/>
          <ac:spMkLst>
            <pc:docMk/>
            <pc:sldMk cId="1966668109" sldId="317"/>
            <ac:spMk id="2" creationId="{6C2DF952-D913-4A4A-B107-55373ED3A932}"/>
          </ac:spMkLst>
        </pc:spChg>
        <pc:spChg chg="del">
          <ac:chgData name="Iain Styles" userId="befbdaae-53f8-4d26-a8dc-3366b09f768a" providerId="ADAL" clId="{04F80E9D-5652-924E-BF12-C70D606219CF}" dt="2024-11-17T11:43:32.248" v="179" actId="478"/>
          <ac:spMkLst>
            <pc:docMk/>
            <pc:sldMk cId="1966668109" sldId="317"/>
            <ac:spMk id="3" creationId="{1F5EB77B-C900-46AF-8BFB-BFF98DA1A5B3}"/>
          </ac:spMkLst>
        </pc:spChg>
        <pc:spChg chg="del">
          <ac:chgData name="Iain Styles" userId="befbdaae-53f8-4d26-a8dc-3366b09f768a" providerId="ADAL" clId="{04F80E9D-5652-924E-BF12-C70D606219CF}" dt="2024-11-17T11:43:40.793" v="181" actId="478"/>
          <ac:spMkLst>
            <pc:docMk/>
            <pc:sldMk cId="1966668109" sldId="317"/>
            <ac:spMk id="6" creationId="{3D1F12EC-4D72-3593-CCFD-0C315C9F9478}"/>
          </ac:spMkLst>
        </pc:spChg>
        <pc:spChg chg="add del mod">
          <ac:chgData name="Iain Styles" userId="befbdaae-53f8-4d26-a8dc-3366b09f768a" providerId="ADAL" clId="{04F80E9D-5652-924E-BF12-C70D606219CF}" dt="2024-11-17T11:43:36.848" v="180" actId="478"/>
          <ac:spMkLst>
            <pc:docMk/>
            <pc:sldMk cId="1966668109" sldId="317"/>
            <ac:spMk id="7" creationId="{FFA6FFCA-7399-8B24-54F6-566A53B6BE02}"/>
          </ac:spMkLst>
        </pc:spChg>
      </pc:sldChg>
      <pc:sldChg chg="ord">
        <pc:chgData name="Iain Styles" userId="befbdaae-53f8-4d26-a8dc-3366b09f768a" providerId="ADAL" clId="{04F80E9D-5652-924E-BF12-C70D606219CF}" dt="2024-11-17T18:55:19.039" v="907" actId="20578"/>
        <pc:sldMkLst>
          <pc:docMk/>
          <pc:sldMk cId="73192820" sldId="318"/>
        </pc:sldMkLst>
      </pc:sldChg>
      <pc:sldChg chg="del">
        <pc:chgData name="Iain Styles" userId="befbdaae-53f8-4d26-a8dc-3366b09f768a" providerId="ADAL" clId="{04F80E9D-5652-924E-BF12-C70D606219CF}" dt="2024-11-09T12:57:37.380" v="0" actId="2696"/>
        <pc:sldMkLst>
          <pc:docMk/>
          <pc:sldMk cId="3896780343" sldId="321"/>
        </pc:sldMkLst>
      </pc:sldChg>
      <pc:sldChg chg="modSp mod">
        <pc:chgData name="Iain Styles" userId="befbdaae-53f8-4d26-a8dc-3366b09f768a" providerId="ADAL" clId="{04F80E9D-5652-924E-BF12-C70D606219CF}" dt="2024-11-14T20:59:31.686" v="140" actId="13926"/>
        <pc:sldMkLst>
          <pc:docMk/>
          <pc:sldMk cId="2546267309" sldId="323"/>
        </pc:sldMkLst>
        <pc:graphicFrameChg chg="modGraphic">
          <ac:chgData name="Iain Styles" userId="befbdaae-53f8-4d26-a8dc-3366b09f768a" providerId="ADAL" clId="{04F80E9D-5652-924E-BF12-C70D606219CF}" dt="2024-11-14T20:59:31.686" v="140" actId="13926"/>
          <ac:graphicFrameMkLst>
            <pc:docMk/>
            <pc:sldMk cId="2546267309" sldId="323"/>
            <ac:graphicFrameMk id="2" creationId="{562BE2DA-B43C-A18E-457B-303BB9220C8A}"/>
          </ac:graphicFrameMkLst>
        </pc:graphicFrameChg>
        <pc:graphicFrameChg chg="mod modGraphic">
          <ac:chgData name="Iain Styles" userId="befbdaae-53f8-4d26-a8dc-3366b09f768a" providerId="ADAL" clId="{04F80E9D-5652-924E-BF12-C70D606219CF}" dt="2024-11-14T20:59:20.159" v="139" actId="14100"/>
          <ac:graphicFrameMkLst>
            <pc:docMk/>
            <pc:sldMk cId="2546267309" sldId="323"/>
            <ac:graphicFrameMk id="6" creationId="{E7002012-CE10-EFC4-93BC-798E323A7321}"/>
          </ac:graphicFrameMkLst>
        </pc:graphicFrameChg>
      </pc:sldChg>
      <pc:sldChg chg="modSp mod">
        <pc:chgData name="Iain Styles" userId="befbdaae-53f8-4d26-a8dc-3366b09f768a" providerId="ADAL" clId="{04F80E9D-5652-924E-BF12-C70D606219CF}" dt="2024-11-15T08:53:01.484" v="145" actId="20577"/>
        <pc:sldMkLst>
          <pc:docMk/>
          <pc:sldMk cId="2083903335" sldId="324"/>
        </pc:sldMkLst>
        <pc:spChg chg="mod">
          <ac:chgData name="Iain Styles" userId="befbdaae-53f8-4d26-a8dc-3366b09f768a" providerId="ADAL" clId="{04F80E9D-5652-924E-BF12-C70D606219CF}" dt="2024-11-15T08:53:01.484" v="145" actId="20577"/>
          <ac:spMkLst>
            <pc:docMk/>
            <pc:sldMk cId="2083903335" sldId="324"/>
            <ac:spMk id="4" creationId="{B0F03FE0-EA08-BA23-80A1-9B349EDED215}"/>
          </ac:spMkLst>
        </pc:spChg>
      </pc:sldChg>
      <pc:sldChg chg="modSp mod">
        <pc:chgData name="Iain Styles" userId="befbdaae-53f8-4d26-a8dc-3366b09f768a" providerId="ADAL" clId="{04F80E9D-5652-924E-BF12-C70D606219CF}" dt="2024-11-17T11:44:06.103" v="221" actId="14100"/>
        <pc:sldMkLst>
          <pc:docMk/>
          <pc:sldMk cId="3450780846" sldId="334"/>
        </pc:sldMkLst>
        <pc:spChg chg="mod">
          <ac:chgData name="Iain Styles" userId="befbdaae-53f8-4d26-a8dc-3366b09f768a" providerId="ADAL" clId="{04F80E9D-5652-924E-BF12-C70D606219CF}" dt="2024-11-17T11:44:06.103" v="221" actId="14100"/>
          <ac:spMkLst>
            <pc:docMk/>
            <pc:sldMk cId="3450780846" sldId="334"/>
            <ac:spMk id="6" creationId="{89557FC3-E57E-82EE-B185-3D3397E910F6}"/>
          </ac:spMkLst>
        </pc:spChg>
      </pc:sldChg>
      <pc:sldChg chg="addSp delSp modSp mod">
        <pc:chgData name="Iain Styles" userId="befbdaae-53f8-4d26-a8dc-3366b09f768a" providerId="ADAL" clId="{04F80E9D-5652-924E-BF12-C70D606219CF}" dt="2024-11-17T18:41:17.156" v="376" actId="403"/>
        <pc:sldMkLst>
          <pc:docMk/>
          <pc:sldMk cId="2193192532" sldId="337"/>
        </pc:sldMkLst>
        <pc:spChg chg="mod">
          <ac:chgData name="Iain Styles" userId="befbdaae-53f8-4d26-a8dc-3366b09f768a" providerId="ADAL" clId="{04F80E9D-5652-924E-BF12-C70D606219CF}" dt="2024-11-17T14:45:59.882" v="253" actId="14100"/>
          <ac:spMkLst>
            <pc:docMk/>
            <pc:sldMk cId="2193192532" sldId="337"/>
            <ac:spMk id="2" creationId="{0CA50C5F-40E0-95D0-3D9D-339F362B3BEF}"/>
          </ac:spMkLst>
        </pc:spChg>
        <pc:spChg chg="add del mod">
          <ac:chgData name="Iain Styles" userId="befbdaae-53f8-4d26-a8dc-3366b09f768a" providerId="ADAL" clId="{04F80E9D-5652-924E-BF12-C70D606219CF}" dt="2024-11-17T18:37:40.498" v="270"/>
          <ac:spMkLst>
            <pc:docMk/>
            <pc:sldMk cId="2193192532" sldId="337"/>
            <ac:spMk id="3" creationId="{4CA99983-18E1-7A83-8AA7-4D1BA22542D5}"/>
          </ac:spMkLst>
        </pc:spChg>
        <pc:spChg chg="add mod">
          <ac:chgData name="Iain Styles" userId="befbdaae-53f8-4d26-a8dc-3366b09f768a" providerId="ADAL" clId="{04F80E9D-5652-924E-BF12-C70D606219CF}" dt="2024-11-17T18:40:10.229" v="298" actId="1076"/>
          <ac:spMkLst>
            <pc:docMk/>
            <pc:sldMk cId="2193192532" sldId="337"/>
            <ac:spMk id="5" creationId="{E259F35D-2585-FD85-CC20-094AD372F79A}"/>
          </ac:spMkLst>
        </pc:spChg>
        <pc:spChg chg="add mod">
          <ac:chgData name="Iain Styles" userId="befbdaae-53f8-4d26-a8dc-3366b09f768a" providerId="ADAL" clId="{04F80E9D-5652-924E-BF12-C70D606219CF}" dt="2024-11-17T18:41:17.156" v="376" actId="403"/>
          <ac:spMkLst>
            <pc:docMk/>
            <pc:sldMk cId="2193192532" sldId="337"/>
            <ac:spMk id="6" creationId="{E93CA9E6-ECFF-70BE-1B28-A6C58C0A4B3F}"/>
          </ac:spMkLst>
        </pc:spChg>
      </pc:sldChg>
      <pc:sldChg chg="del">
        <pc:chgData name="Iain Styles" userId="befbdaae-53f8-4d26-a8dc-3366b09f768a" providerId="ADAL" clId="{04F80E9D-5652-924E-BF12-C70D606219CF}" dt="2024-11-17T20:08:26.479" v="1180" actId="2696"/>
        <pc:sldMkLst>
          <pc:docMk/>
          <pc:sldMk cId="4103200289" sldId="338"/>
        </pc:sldMkLst>
      </pc:sldChg>
      <pc:sldChg chg="del">
        <pc:chgData name="Iain Styles" userId="befbdaae-53f8-4d26-a8dc-3366b09f768a" providerId="ADAL" clId="{04F80E9D-5652-924E-BF12-C70D606219CF}" dt="2024-11-17T20:08:29.209" v="1181" actId="2696"/>
        <pc:sldMkLst>
          <pc:docMk/>
          <pc:sldMk cId="2487663661" sldId="340"/>
        </pc:sldMkLst>
      </pc:sldChg>
      <pc:sldChg chg="modSp new mod modAnim">
        <pc:chgData name="Iain Styles" userId="befbdaae-53f8-4d26-a8dc-3366b09f768a" providerId="ADAL" clId="{04F80E9D-5652-924E-BF12-C70D606219CF}" dt="2024-11-09T13:00:55.440" v="109"/>
        <pc:sldMkLst>
          <pc:docMk/>
          <pc:sldMk cId="555020806" sldId="342"/>
        </pc:sldMkLst>
        <pc:spChg chg="mod">
          <ac:chgData name="Iain Styles" userId="befbdaae-53f8-4d26-a8dc-3366b09f768a" providerId="ADAL" clId="{04F80E9D-5652-924E-BF12-C70D606219CF}" dt="2024-11-09T12:58:16.707" v="39" actId="14100"/>
          <ac:spMkLst>
            <pc:docMk/>
            <pc:sldMk cId="555020806" sldId="342"/>
            <ac:spMk id="2" creationId="{A0C5200D-4589-EF9C-6FCA-7055638223E3}"/>
          </ac:spMkLst>
        </pc:spChg>
        <pc:spChg chg="mod">
          <ac:chgData name="Iain Styles" userId="befbdaae-53f8-4d26-a8dc-3366b09f768a" providerId="ADAL" clId="{04F80E9D-5652-924E-BF12-C70D606219CF}" dt="2024-11-09T13:00:46.131" v="108" actId="20577"/>
          <ac:spMkLst>
            <pc:docMk/>
            <pc:sldMk cId="555020806" sldId="342"/>
            <ac:spMk id="3" creationId="{0920C376-A7CA-58C7-C4BB-B72BAC87E4BF}"/>
          </ac:spMkLst>
        </pc:spChg>
      </pc:sldChg>
      <pc:sldChg chg="addSp delSp modSp add mod">
        <pc:chgData name="Iain Styles" userId="befbdaae-53f8-4d26-a8dc-3366b09f768a" providerId="ADAL" clId="{04F80E9D-5652-924E-BF12-C70D606219CF}" dt="2024-11-17T18:44:32.154" v="532" actId="207"/>
        <pc:sldMkLst>
          <pc:docMk/>
          <pc:sldMk cId="2288175872" sldId="343"/>
        </pc:sldMkLst>
        <pc:spChg chg="add mod">
          <ac:chgData name="Iain Styles" userId="befbdaae-53f8-4d26-a8dc-3366b09f768a" providerId="ADAL" clId="{04F80E9D-5652-924E-BF12-C70D606219CF}" dt="2024-11-17T18:42:58.311" v="522" actId="1076"/>
          <ac:spMkLst>
            <pc:docMk/>
            <pc:sldMk cId="2288175872" sldId="343"/>
            <ac:spMk id="3" creationId="{1F6306C7-310F-263E-77E2-02A5E6451A47}"/>
          </ac:spMkLst>
        </pc:spChg>
        <pc:spChg chg="mod">
          <ac:chgData name="Iain Styles" userId="befbdaae-53f8-4d26-a8dc-3366b09f768a" providerId="ADAL" clId="{04F80E9D-5652-924E-BF12-C70D606219CF}" dt="2024-11-17T18:44:32.154" v="532" actId="207"/>
          <ac:spMkLst>
            <pc:docMk/>
            <pc:sldMk cId="2288175872" sldId="343"/>
            <ac:spMk id="5" creationId="{43DC8F2B-E648-957A-8116-A1F80E3BC2CF}"/>
          </ac:spMkLst>
        </pc:spChg>
        <pc:spChg chg="add del">
          <ac:chgData name="Iain Styles" userId="befbdaae-53f8-4d26-a8dc-3366b09f768a" providerId="ADAL" clId="{04F80E9D-5652-924E-BF12-C70D606219CF}" dt="2024-11-17T18:43:26.606" v="524" actId="478"/>
          <ac:spMkLst>
            <pc:docMk/>
            <pc:sldMk cId="2288175872" sldId="343"/>
            <ac:spMk id="7" creationId="{5BA28E77-55E4-D06D-6E3E-1008DC2BD151}"/>
          </ac:spMkLst>
        </pc:spChg>
        <pc:spChg chg="add mod">
          <ac:chgData name="Iain Styles" userId="befbdaae-53f8-4d26-a8dc-3366b09f768a" providerId="ADAL" clId="{04F80E9D-5652-924E-BF12-C70D606219CF}" dt="2024-11-17T18:43:56.862" v="530" actId="20577"/>
          <ac:spMkLst>
            <pc:docMk/>
            <pc:sldMk cId="2288175872" sldId="343"/>
            <ac:spMk id="9" creationId="{2AFBBDE6-616D-C878-7113-DFD1C1057C68}"/>
          </ac:spMkLst>
        </pc:spChg>
        <pc:picChg chg="add mod">
          <ac:chgData name="Iain Styles" userId="befbdaae-53f8-4d26-a8dc-3366b09f768a" providerId="ADAL" clId="{04F80E9D-5652-924E-BF12-C70D606219CF}" dt="2024-11-17T18:44:09.624" v="531" actId="1076"/>
          <ac:picMkLst>
            <pc:docMk/>
            <pc:sldMk cId="2288175872" sldId="343"/>
            <ac:picMk id="2050" creationId="{F7F67955-7D59-EBA3-CE86-1F410CE51722}"/>
          </ac:picMkLst>
        </pc:picChg>
      </pc:sldChg>
      <pc:sldChg chg="addSp delSp modSp new mod">
        <pc:chgData name="Iain Styles" userId="befbdaae-53f8-4d26-a8dc-3366b09f768a" providerId="ADAL" clId="{04F80E9D-5652-924E-BF12-C70D606219CF}" dt="2024-11-17T18:50:10.480" v="652" actId="20577"/>
        <pc:sldMkLst>
          <pc:docMk/>
          <pc:sldMk cId="1147943584" sldId="344"/>
        </pc:sldMkLst>
        <pc:spChg chg="mod">
          <ac:chgData name="Iain Styles" userId="befbdaae-53f8-4d26-a8dc-3366b09f768a" providerId="ADAL" clId="{04F80E9D-5652-924E-BF12-C70D606219CF}" dt="2024-11-17T18:50:10.480" v="652" actId="20577"/>
          <ac:spMkLst>
            <pc:docMk/>
            <pc:sldMk cId="1147943584" sldId="344"/>
            <ac:spMk id="2" creationId="{DBEA7EB5-B133-9931-0416-4550079F23B7}"/>
          </ac:spMkLst>
        </pc:spChg>
        <pc:spChg chg="add del">
          <ac:chgData name="Iain Styles" userId="befbdaae-53f8-4d26-a8dc-3366b09f768a" providerId="ADAL" clId="{04F80E9D-5652-924E-BF12-C70D606219CF}" dt="2024-11-17T18:45:18.420" v="538" actId="478"/>
          <ac:spMkLst>
            <pc:docMk/>
            <pc:sldMk cId="1147943584" sldId="344"/>
            <ac:spMk id="3" creationId="{EC18FB45-6A64-5E25-B3E5-34C99C619C5A}"/>
          </ac:spMkLst>
        </pc:spChg>
        <pc:spChg chg="add del">
          <ac:chgData name="Iain Styles" userId="befbdaae-53f8-4d26-a8dc-3366b09f768a" providerId="ADAL" clId="{04F80E9D-5652-924E-BF12-C70D606219CF}" dt="2024-11-17T18:45:15.098" v="536" actId="22"/>
          <ac:spMkLst>
            <pc:docMk/>
            <pc:sldMk cId="1147943584" sldId="344"/>
            <ac:spMk id="6" creationId="{09292F72-E4E7-BC45-6626-A105EE75641B}"/>
          </ac:spMkLst>
        </pc:spChg>
        <pc:spChg chg="add mod">
          <ac:chgData name="Iain Styles" userId="befbdaae-53f8-4d26-a8dc-3366b09f768a" providerId="ADAL" clId="{04F80E9D-5652-924E-BF12-C70D606219CF}" dt="2024-11-17T18:49:03.916" v="644" actId="404"/>
          <ac:spMkLst>
            <pc:docMk/>
            <pc:sldMk cId="1147943584" sldId="344"/>
            <ac:spMk id="8" creationId="{95E357DD-EC32-9C76-E964-CF64274B3E97}"/>
          </ac:spMkLst>
        </pc:spChg>
        <pc:spChg chg="add mod">
          <ac:chgData name="Iain Styles" userId="befbdaae-53f8-4d26-a8dc-3366b09f768a" providerId="ADAL" clId="{04F80E9D-5652-924E-BF12-C70D606219CF}" dt="2024-11-17T18:49:30.605" v="645" actId="1076"/>
          <ac:spMkLst>
            <pc:docMk/>
            <pc:sldMk cId="1147943584" sldId="344"/>
            <ac:spMk id="9" creationId="{C63DA35A-0889-E5E5-28E8-5E03B700BECD}"/>
          </ac:spMkLst>
        </pc:spChg>
      </pc:sldChg>
      <pc:sldChg chg="modSp add mod">
        <pc:chgData name="Iain Styles" userId="befbdaae-53f8-4d26-a8dc-3366b09f768a" providerId="ADAL" clId="{04F80E9D-5652-924E-BF12-C70D606219CF}" dt="2024-11-17T18:51:33.599" v="765" actId="20577"/>
        <pc:sldMkLst>
          <pc:docMk/>
          <pc:sldMk cId="3834369767" sldId="345"/>
        </pc:sldMkLst>
        <pc:spChg chg="mod">
          <ac:chgData name="Iain Styles" userId="befbdaae-53f8-4d26-a8dc-3366b09f768a" providerId="ADAL" clId="{04F80E9D-5652-924E-BF12-C70D606219CF}" dt="2024-11-17T18:50:58.134" v="663" actId="20577"/>
          <ac:spMkLst>
            <pc:docMk/>
            <pc:sldMk cId="3834369767" sldId="345"/>
            <ac:spMk id="2" creationId="{9D26E112-2BEC-84F6-2855-4394FDDB9404}"/>
          </ac:spMkLst>
        </pc:spChg>
        <pc:spChg chg="mod">
          <ac:chgData name="Iain Styles" userId="befbdaae-53f8-4d26-a8dc-3366b09f768a" providerId="ADAL" clId="{04F80E9D-5652-924E-BF12-C70D606219CF}" dt="2024-11-17T18:50:51.806" v="656"/>
          <ac:spMkLst>
            <pc:docMk/>
            <pc:sldMk cId="3834369767" sldId="345"/>
            <ac:spMk id="8" creationId="{B8A044E1-6D40-6A5D-484A-927F6D56D4A5}"/>
          </ac:spMkLst>
        </pc:spChg>
        <pc:spChg chg="mod">
          <ac:chgData name="Iain Styles" userId="befbdaae-53f8-4d26-a8dc-3366b09f768a" providerId="ADAL" clId="{04F80E9D-5652-924E-BF12-C70D606219CF}" dt="2024-11-17T18:51:33.599" v="765" actId="20577"/>
          <ac:spMkLst>
            <pc:docMk/>
            <pc:sldMk cId="3834369767" sldId="345"/>
            <ac:spMk id="9" creationId="{02869162-FC09-66A2-6031-1056C52CC758}"/>
          </ac:spMkLst>
        </pc:spChg>
      </pc:sldChg>
      <pc:sldChg chg="new del">
        <pc:chgData name="Iain Styles" userId="befbdaae-53f8-4d26-a8dc-3366b09f768a" providerId="ADAL" clId="{04F80E9D-5652-924E-BF12-C70D606219CF}" dt="2024-11-17T18:55:08.312" v="904" actId="2696"/>
        <pc:sldMkLst>
          <pc:docMk/>
          <pc:sldMk cId="2176226591" sldId="346"/>
        </pc:sldMkLst>
      </pc:sldChg>
      <pc:sldChg chg="modSp add mod">
        <pc:chgData name="Iain Styles" userId="befbdaae-53f8-4d26-a8dc-3366b09f768a" providerId="ADAL" clId="{04F80E9D-5652-924E-BF12-C70D606219CF}" dt="2024-11-17T18:54:31.717" v="903" actId="20577"/>
        <pc:sldMkLst>
          <pc:docMk/>
          <pc:sldMk cId="4252593740" sldId="347"/>
        </pc:sldMkLst>
        <pc:spChg chg="mod">
          <ac:chgData name="Iain Styles" userId="befbdaae-53f8-4d26-a8dc-3366b09f768a" providerId="ADAL" clId="{04F80E9D-5652-924E-BF12-C70D606219CF}" dt="2024-11-17T18:53:17.729" v="794" actId="20577"/>
          <ac:spMkLst>
            <pc:docMk/>
            <pc:sldMk cId="4252593740" sldId="347"/>
            <ac:spMk id="2" creationId="{13D0A41A-AEAC-C9DB-244D-E7B216740DB2}"/>
          </ac:spMkLst>
        </pc:spChg>
        <pc:spChg chg="mod">
          <ac:chgData name="Iain Styles" userId="befbdaae-53f8-4d26-a8dc-3366b09f768a" providerId="ADAL" clId="{04F80E9D-5652-924E-BF12-C70D606219CF}" dt="2024-11-17T18:53:48.769" v="803" actId="404"/>
          <ac:spMkLst>
            <pc:docMk/>
            <pc:sldMk cId="4252593740" sldId="347"/>
            <ac:spMk id="8" creationId="{E5A7C6FC-FD8E-D181-407C-32C0D9FBB4C3}"/>
          </ac:spMkLst>
        </pc:spChg>
        <pc:spChg chg="mod">
          <ac:chgData name="Iain Styles" userId="befbdaae-53f8-4d26-a8dc-3366b09f768a" providerId="ADAL" clId="{04F80E9D-5652-924E-BF12-C70D606219CF}" dt="2024-11-17T18:54:31.717" v="903" actId="20577"/>
          <ac:spMkLst>
            <pc:docMk/>
            <pc:sldMk cId="4252593740" sldId="347"/>
            <ac:spMk id="9" creationId="{88B4AD57-430B-04A1-88D7-FC58CDCA2AC3}"/>
          </ac:spMkLst>
        </pc:spChg>
      </pc:sldChg>
      <pc:sldChg chg="new del">
        <pc:chgData name="Iain Styles" userId="befbdaae-53f8-4d26-a8dc-3366b09f768a" providerId="ADAL" clId="{04F80E9D-5652-924E-BF12-C70D606219CF}" dt="2024-11-17T18:55:11.215" v="905" actId="2696"/>
        <pc:sldMkLst>
          <pc:docMk/>
          <pc:sldMk cId="894089865" sldId="348"/>
        </pc:sldMkLst>
      </pc:sldChg>
      <pc:sldChg chg="modSp new mod">
        <pc:chgData name="Iain Styles" userId="befbdaae-53f8-4d26-a8dc-3366b09f768a" providerId="ADAL" clId="{04F80E9D-5652-924E-BF12-C70D606219CF}" dt="2024-11-17T19:11:20.020" v="1176" actId="20577"/>
        <pc:sldMkLst>
          <pc:docMk/>
          <pc:sldMk cId="1624366765" sldId="348"/>
        </pc:sldMkLst>
        <pc:spChg chg="mod">
          <ac:chgData name="Iain Styles" userId="befbdaae-53f8-4d26-a8dc-3366b09f768a" providerId="ADAL" clId="{04F80E9D-5652-924E-BF12-C70D606219CF}" dt="2024-11-17T18:56:19.350" v="924" actId="20577"/>
          <ac:spMkLst>
            <pc:docMk/>
            <pc:sldMk cId="1624366765" sldId="348"/>
            <ac:spMk id="2" creationId="{6B5CDA4D-41C7-34DD-7072-F710CD544C72}"/>
          </ac:spMkLst>
        </pc:spChg>
        <pc:spChg chg="mod">
          <ac:chgData name="Iain Styles" userId="befbdaae-53f8-4d26-a8dc-3366b09f768a" providerId="ADAL" clId="{04F80E9D-5652-924E-BF12-C70D606219CF}" dt="2024-11-17T19:11:20.020" v="1176" actId="20577"/>
          <ac:spMkLst>
            <pc:docMk/>
            <pc:sldMk cId="1624366765" sldId="348"/>
            <ac:spMk id="3" creationId="{0DC7D2B7-2889-B52A-0FBB-A4814D97A575}"/>
          </ac:spMkLst>
        </pc:spChg>
      </pc:sldChg>
      <pc:sldChg chg="modSp add mod">
        <pc:chgData name="Iain Styles" userId="befbdaae-53f8-4d26-a8dc-3366b09f768a" providerId="ADAL" clId="{04F80E9D-5652-924E-BF12-C70D606219CF}" dt="2024-11-18T08:57:17.451" v="1245"/>
        <pc:sldMkLst>
          <pc:docMk/>
          <pc:sldMk cId="3571754264" sldId="349"/>
        </pc:sldMkLst>
        <pc:spChg chg="mod">
          <ac:chgData name="Iain Styles" userId="befbdaae-53f8-4d26-a8dc-3366b09f768a" providerId="ADAL" clId="{04F80E9D-5652-924E-BF12-C70D606219CF}" dt="2024-11-18T08:57:17.451" v="1245"/>
          <ac:spMkLst>
            <pc:docMk/>
            <pc:sldMk cId="3571754264" sldId="349"/>
            <ac:spMk id="4" creationId="{B52937A8-F168-85DC-D50E-179CAA92A2B0}"/>
          </ac:spMkLst>
        </pc:spChg>
      </pc:sldChg>
      <pc:sldChg chg="modSp add mod">
        <pc:chgData name="Iain Styles" userId="befbdaae-53f8-4d26-a8dc-3366b09f768a" providerId="ADAL" clId="{04F80E9D-5652-924E-BF12-C70D606219CF}" dt="2024-11-18T08:57:23.143" v="1246"/>
        <pc:sldMkLst>
          <pc:docMk/>
          <pc:sldMk cId="1527173364" sldId="350"/>
        </pc:sldMkLst>
        <pc:spChg chg="mod">
          <ac:chgData name="Iain Styles" userId="befbdaae-53f8-4d26-a8dc-3366b09f768a" providerId="ADAL" clId="{04F80E9D-5652-924E-BF12-C70D606219CF}" dt="2024-11-18T08:57:23.143" v="1246"/>
          <ac:spMkLst>
            <pc:docMk/>
            <pc:sldMk cId="1527173364" sldId="350"/>
            <ac:spMk id="4" creationId="{884187B8-6D29-CD87-FD0E-D750BB49E73B}"/>
          </ac:spMkLst>
        </pc:spChg>
      </pc:sldChg>
      <pc:sldChg chg="modSp add mod">
        <pc:chgData name="Iain Styles" userId="befbdaae-53f8-4d26-a8dc-3366b09f768a" providerId="ADAL" clId="{04F80E9D-5652-924E-BF12-C70D606219CF}" dt="2024-11-18T08:57:27.760" v="1247"/>
        <pc:sldMkLst>
          <pc:docMk/>
          <pc:sldMk cId="4008014955" sldId="351"/>
        </pc:sldMkLst>
        <pc:spChg chg="mod">
          <ac:chgData name="Iain Styles" userId="befbdaae-53f8-4d26-a8dc-3366b09f768a" providerId="ADAL" clId="{04F80E9D-5652-924E-BF12-C70D606219CF}" dt="2024-11-18T08:57:27.760" v="1247"/>
          <ac:spMkLst>
            <pc:docMk/>
            <pc:sldMk cId="4008014955" sldId="351"/>
            <ac:spMk id="4" creationId="{90E97144-13E9-1F34-3E9D-9901AB037D8A}"/>
          </ac:spMkLst>
        </pc:spChg>
      </pc:sldChg>
      <pc:sldChg chg="delSp modSp new mod">
        <pc:chgData name="Iain Styles" userId="befbdaae-53f8-4d26-a8dc-3366b09f768a" providerId="ADAL" clId="{04F80E9D-5652-924E-BF12-C70D606219CF}" dt="2024-11-17T20:09:34.204" v="1202" actId="478"/>
        <pc:sldMkLst>
          <pc:docMk/>
          <pc:sldMk cId="1623654420" sldId="352"/>
        </pc:sldMkLst>
        <pc:spChg chg="mod">
          <ac:chgData name="Iain Styles" userId="befbdaae-53f8-4d26-a8dc-3366b09f768a" providerId="ADAL" clId="{04F80E9D-5652-924E-BF12-C70D606219CF}" dt="2024-11-17T20:09:31.681" v="1201" actId="14100"/>
          <ac:spMkLst>
            <pc:docMk/>
            <pc:sldMk cId="1623654420" sldId="352"/>
            <ac:spMk id="2" creationId="{57917E12-C478-51B4-B671-F2DC72758EDF}"/>
          </ac:spMkLst>
        </pc:spChg>
        <pc:spChg chg="del">
          <ac:chgData name="Iain Styles" userId="befbdaae-53f8-4d26-a8dc-3366b09f768a" providerId="ADAL" clId="{04F80E9D-5652-924E-BF12-C70D606219CF}" dt="2024-11-17T20:09:34.204" v="1202" actId="478"/>
          <ac:spMkLst>
            <pc:docMk/>
            <pc:sldMk cId="1623654420" sldId="352"/>
            <ac:spMk id="3" creationId="{05ECAB50-907D-DFD5-1F62-493675A9C6ED}"/>
          </ac:spMkLst>
        </pc:spChg>
      </pc:sldChg>
      <pc:sldChg chg="modSp add mod ord">
        <pc:chgData name="Iain Styles" userId="befbdaae-53f8-4d26-a8dc-3366b09f768a" providerId="ADAL" clId="{04F80E9D-5652-924E-BF12-C70D606219CF}" dt="2024-11-17T20:10:40.550" v="1227" actId="20577"/>
        <pc:sldMkLst>
          <pc:docMk/>
          <pc:sldMk cId="2706454666" sldId="353"/>
        </pc:sldMkLst>
        <pc:spChg chg="mod">
          <ac:chgData name="Iain Styles" userId="befbdaae-53f8-4d26-a8dc-3366b09f768a" providerId="ADAL" clId="{04F80E9D-5652-924E-BF12-C70D606219CF}" dt="2024-11-17T20:10:40.550" v="1227" actId="20577"/>
          <ac:spMkLst>
            <pc:docMk/>
            <pc:sldMk cId="2706454666" sldId="353"/>
            <ac:spMk id="2" creationId="{D378115B-8A16-C5CA-1AF6-2618B7CBD3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FD10-6D91-6C3D-DBA9-D883BFBA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A779B-1BF0-245E-AC34-557F79DE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31259-52E2-D6CE-EF84-2AE2A8357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B51F-9616-133B-C94D-4570520C3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CB7F-43A1-FFBA-745E-E45F97259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115D-4C22-0EA7-A3D6-901A78FC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A1282-6B71-C9B5-51A7-BFCC7D4D8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535EF-B9B0-7088-75B4-C48CF8C05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E0063-7BED-2FEB-AC52-781866D45F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00ED46-9C36-CE03-5A44-B0A27DBA6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61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E18D-9F01-0352-B14F-079A2B65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3E22A-D76B-19FF-D52D-0CB4B6909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0F8D31-102A-7E06-493F-E4C995081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F71B2-6429-49EB-F77B-7571C6C64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4A4054-AECD-1D1E-BE51-8F19FCFFB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58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rdf-primer/fig1dec16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People/EM/contact#me" TargetMode="Externa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kgtutorial.github.io/" TargetMode="External"/><Relationship Id="rId2" Type="http://schemas.openxmlformats.org/officeDocument/2006/relationships/hyperlink" Target="https://owlready2.readthedocs.io/en/v0.42/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iccl.inf.tu-dresden.de/web/Knowledge_Graphs_(WS2021)/en" TargetMode="External"/><Relationship Id="rId4" Type="http://schemas.openxmlformats.org/officeDocument/2006/relationships/hyperlink" Target="https://jingdongsun.medium.com/creating-knowledge-graph-step-by-step-a383231acf2d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“types”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230139" cy="632219"/>
          </a:xfrm>
        </p:spPr>
        <p:txBody>
          <a:bodyPr/>
          <a:lstStyle/>
          <a:p>
            <a:r>
              <a:rPr lang="en-US" dirty="0"/>
              <a:t>Rule-based systems as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C376-A7CA-58C7-C4BB-B72BAC87E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1321" cy="49056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dog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an animal then x is a living thing.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eats herbs.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herb then x is a plant.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plant then x is a living thing.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What does the graph miss?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Obeys a “grammar”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Relationships are explicitly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Loose hierarchy defined by the relationships, not imposed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Nodes can be directly annotated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Has a clear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87F5D2-2718-F4D9-CB24-4E8CDFDC36E4}"/>
              </a:ext>
            </a:extLst>
          </p:cNvPr>
          <p:cNvGrpSpPr/>
          <p:nvPr/>
        </p:nvGrpSpPr>
        <p:grpSpPr>
          <a:xfrm>
            <a:off x="5585700" y="611465"/>
            <a:ext cx="6256189" cy="5635070"/>
            <a:chOff x="6094854" y="553485"/>
            <a:chExt cx="6256189" cy="5635070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2178D59-64BC-C7F7-22A9-2577EDAF4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0590C4-2599-24FC-652B-BE73D127CF4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407400" cy="632219"/>
          </a:xfrm>
        </p:spPr>
        <p:txBody>
          <a:bodyPr/>
          <a:lstStyle/>
          <a:p>
            <a:r>
              <a:rPr lang="en-US" dirty="0"/>
              <a:t>A More Complex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might you model the relationships between: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Lu Bai, Hui Wang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you (A. Turing, G. Hopper)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Engineering, Machine Learning, Into to AI modules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nodes do we need?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relationships do we need to define?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0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557FC3-E57E-82EE-B185-3D3397E9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897414" cy="632219"/>
          </a:xfrm>
        </p:spPr>
        <p:txBody>
          <a:bodyPr/>
          <a:lstStyle/>
          <a:p>
            <a:r>
              <a:rPr lang="en-US" dirty="0"/>
              <a:t>Exercises 9: A simple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2210-CA53-68DC-AB5E-81A2B1D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CC59-AB40-E4FB-E95A-D6A8E67E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B42C-B2BD-452A-33DB-CC60DA42C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937A8-F168-85DC-D50E-179CAA92A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3571754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5958B8-A42A-B0A3-E1F7-3D5BB2E7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367684" cy="632219"/>
          </a:xfrm>
        </p:spPr>
        <p:txBody>
          <a:bodyPr/>
          <a:lstStyle/>
          <a:p>
            <a:r>
              <a:rPr lang="en-US" dirty="0"/>
              <a:t>What can Knowledge Graphs do?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648C7-644F-5436-F485-A9D2E90EE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562303" cy="48941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 between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relations between classes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hierarchies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to identify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directly to derive new knowledge by running logical inference on top of a knowledge graph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B716-CA64-23E6-18DC-83366FCD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13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822405"/>
              </p:ext>
            </p:extLst>
          </p:nvPr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32918"/>
              </p:ext>
            </p:extLst>
          </p:nvPr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A6C091-149B-1024-7E04-A819220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0CA-7F02-25EA-1F39-EDD47274A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341077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are a natural way of representing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“Things” = vertices on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“Relationships” = edges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mathematical structure entail many powerful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Totally flexible abstract data structure and can be structured to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Useful to have in mind some basic properties of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722B4-72DB-1045-DB48-105E51C0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30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Graph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graph consists of a set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dirty="0">
                <a:solidFill>
                  <a:schemeClr val="tx2"/>
                </a:solidFill>
              </a:rPr>
              <a:t> of nodes or vertices and a set </a:t>
            </a:r>
            <a:r>
              <a:rPr lang="en-US" sz="2400" i="1" dirty="0">
                <a:solidFill>
                  <a:schemeClr val="tx2"/>
                </a:solidFill>
              </a:rPr>
              <a:t>E</a:t>
            </a:r>
            <a:r>
              <a:rPr lang="en-US" sz="2400" dirty="0">
                <a:solidFill>
                  <a:schemeClr val="tx2"/>
                </a:solidFill>
              </a:rPr>
              <a:t> of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edge is a tuple of two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400" dirty="0">
                <a:solidFill>
                  <a:schemeClr val="tx2"/>
                </a:solidFill>
              </a:rPr>
              <a:t>rtices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i="1" dirty="0">
                <a:solidFill>
                  <a:schemeClr val="tx2"/>
                </a:solidFill>
              </a:rPr>
              <a:t>adjacent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ie</a:t>
            </a:r>
            <a:r>
              <a:rPr lang="en-US" sz="2400" dirty="0">
                <a:solidFill>
                  <a:schemeClr val="tx2"/>
                </a:solidFill>
              </a:rPr>
              <a:t>, connected) if (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) is in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Edges can be directed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represent in terms of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03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C0BCD-93E2-2294-256B-238791B7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26" y="381419"/>
            <a:ext cx="7376652" cy="632219"/>
          </a:xfrm>
        </p:spPr>
        <p:txBody>
          <a:bodyPr/>
          <a:lstStyle/>
          <a:p>
            <a:r>
              <a:rPr lang="en-US" dirty="0"/>
              <a:t>How to structure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7A45C-59FF-4966-6E1A-B66B2967D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provide a powerful mathematical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we need to structure them to model a specific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Specifically, we need to decide what features of a problem a graph should represent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what relationships it should include.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can be specified by an </a:t>
            </a:r>
            <a:r>
              <a:rPr lang="en-US" sz="2400" b="1" dirty="0">
                <a:solidFill>
                  <a:schemeClr val="tx2"/>
                </a:solidFill>
              </a:rPr>
              <a:t>ontology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DA387-72D8-6C78-C8DA-C85E708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3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58694-6381-7397-E977-63AF133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B77E-26FD-680E-241A-BF89E19F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8985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Ontology is a formal way of </a:t>
            </a:r>
            <a:r>
              <a:rPr lang="en-US" sz="2400" dirty="0" err="1">
                <a:solidFill>
                  <a:schemeClr val="tx2"/>
                </a:solidFill>
              </a:rPr>
              <a:t>specifiying</a:t>
            </a:r>
            <a:r>
              <a:rPr lang="en-US" sz="2400" dirty="0">
                <a:solidFill>
                  <a:schemeClr val="tx2"/>
                </a:solidFill>
              </a:rPr>
              <a:t> the “things” in a domain, their properties, and the relationships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is a schema for modelling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Derived from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are structured according to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 facts/data are then instantiated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FDE7-3A53-7E0A-2CB0-E07D26D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55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Steps in creating an ontology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Define the entities 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 concepts in the domain?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relationships between the entities?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properties do the entities have?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7072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concepts?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Living things?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Animals?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Plants?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Cows?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Herbs?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relations between entities?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Is? (belongs 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toxic 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Are relationships meaningfully bidirectional?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23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properties of the entities?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Latin 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Typical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Where it is found?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Ontology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Does not need to represent everything we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relationships will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properties will be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of a tablet relevant?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if you are a doctor or a patient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if you are responsible for manufacturing it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2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733691" cy="632219"/>
          </a:xfrm>
        </p:spPr>
        <p:txBody>
          <a:bodyPr/>
          <a:lstStyle/>
          <a:p>
            <a:r>
              <a:rPr lang="en-US" dirty="0"/>
              <a:t>Exercises 10: Designing an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68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BD60A-7B32-5BA3-8720-19536B48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2CA1-94EA-7DB0-78EE-A4A0A1B34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47DB8-70F1-B262-C715-ACF59EB781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187B8-6D29-CD87-FD0E-D750BB49E7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15271733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0C5F-40E0-95D0-3D9D-339F362B3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35B16-969E-ADD6-1D47-AE1019E2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9F35D-2585-FD85-CC20-094AD372F79A}"/>
              </a:ext>
            </a:extLst>
          </p:cNvPr>
          <p:cNvSpPr txBox="1"/>
          <p:nvPr/>
        </p:nvSpPr>
        <p:spPr>
          <a:xfrm>
            <a:off x="908549" y="1477949"/>
            <a:ext cx="429636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dog,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28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cat, mammal)</a:t>
            </a:r>
          </a:p>
          <a:p>
            <a:pPr>
              <a:lnSpc>
                <a:spcPct val="150000"/>
              </a:lnSpc>
            </a:pPr>
            <a:r>
              <a:rPr lang="en-GB" sz="28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(chases, dog, cat)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CA9E6-ECFF-70BE-1B28-A6C58C0A4B3F}"/>
              </a:ext>
            </a:extLst>
          </p:cNvPr>
          <p:cNvSpPr txBox="1"/>
          <p:nvPr/>
        </p:nvSpPr>
        <p:spPr>
          <a:xfrm>
            <a:off x="725864" y="3978112"/>
            <a:ext cx="41760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Simple 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Easy to parse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Lacks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Extensible</a:t>
            </a:r>
          </a:p>
        </p:txBody>
      </p:sp>
    </p:spTree>
    <p:extLst>
      <p:ext uri="{BB962C8B-B14F-4D97-AF65-F5344CB8AC3E}">
        <p14:creationId xmlns:p14="http://schemas.microsoft.com/office/powerpoint/2010/main" val="2193192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9591-55E5-C443-599A-2B1B404F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ED26-CAD9-EC36-3667-1EAD60DE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43897" cy="632219"/>
          </a:xfrm>
        </p:spPr>
        <p:txBody>
          <a:bodyPr/>
          <a:lstStyle/>
          <a:p>
            <a:r>
              <a:rPr lang="en-US" dirty="0"/>
              <a:t>Examples of different ontology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C1FF-1D8F-2C15-BBC7-650B883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C8F2B-E648-957A-8116-A1F80E3BC2CF}"/>
              </a:ext>
            </a:extLst>
          </p:cNvPr>
          <p:cNvSpPr txBox="1"/>
          <p:nvPr/>
        </p:nvSpPr>
        <p:spPr>
          <a:xfrm>
            <a:off x="0" y="1727200"/>
            <a:ext cx="12192000" cy="99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&lt;http://www.w3.org/1999/02/22-rdf-syntax-ns#type&gt;            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contact#fullName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"Eric Miller"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contact#mailbox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      &lt;mailto:em@w3.org&gt; .</a:t>
            </a:r>
          </a:p>
          <a:p>
            <a:pPr>
              <a:lnSpc>
                <a:spcPct val="150000"/>
              </a:lnSpc>
            </a:pP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&lt;http://www.w3.org/People/EM/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&lt;http://www.w3.org/2000/10/swap/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contact#personalTitle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   "</a:t>
            </a:r>
            <a:r>
              <a:rPr lang="en-GB" sz="10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0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306C7-310F-263E-77E2-02A5E6451A47}"/>
              </a:ext>
            </a:extLst>
          </p:cNvPr>
          <p:cNvSpPr txBox="1"/>
          <p:nvPr/>
        </p:nvSpPr>
        <p:spPr>
          <a:xfrm>
            <a:off x="612743" y="3497345"/>
            <a:ext cx="59968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W3C N-Triples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Subject– Predicate –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Designed for web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W3C definitions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7F67955-7D59-EBA3-CE86-1F410CE51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577" y="2683559"/>
            <a:ext cx="4550724" cy="3640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FBBDE6-616D-C878-7113-DFD1C1057C68}"/>
              </a:ext>
            </a:extLst>
          </p:cNvPr>
          <p:cNvSpPr txBox="1"/>
          <p:nvPr/>
        </p:nvSpPr>
        <p:spPr>
          <a:xfrm>
            <a:off x="5583025" y="65067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http://www.w3.org/TR/rdf-primer/fig1dec16.png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17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A7EB5-B133-9931-0416-4550079F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Turtle: Terse RDF Triple Language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09D76-8DAD-DD25-4C73-9FD2903F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357DD-EC32-9C76-E964-CF64274B3E97}"/>
              </a:ext>
            </a:extLst>
          </p:cNvPr>
          <p:cNvSpPr txBox="1"/>
          <p:nvPr/>
        </p:nvSpPr>
        <p:spPr>
          <a:xfrm>
            <a:off x="253737" y="1369269"/>
            <a:ext cx="13650799" cy="184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prefix ns0: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/contact#&gt; .</a:t>
            </a:r>
          </a:p>
          <a:p>
            <a:pPr>
              <a:lnSpc>
                <a:spcPct val="120000"/>
              </a:lnSpc>
            </a:pPr>
            <a:b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</a:b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  <a:hlinkClick r:id="rId2"/>
              </a:rPr>
              <a:t>http://www.w3.org/People/EM/contact#me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a &lt;http://www.w3.org/2000/10/swap/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ns0:fullName "Eric Miller"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ns0:mailbox &lt;mailto:em@w3.org&gt; 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ns0:personalTitle "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DA35A-0889-E5E5-28E8-5E03B700BECD}"/>
              </a:ext>
            </a:extLst>
          </p:cNvPr>
          <p:cNvSpPr txBox="1"/>
          <p:nvPr/>
        </p:nvSpPr>
        <p:spPr>
          <a:xfrm>
            <a:off x="253737" y="4326903"/>
            <a:ext cx="57002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Less repetitive and verbose than N-Triples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Namespaces and nesting</a:t>
            </a:r>
          </a:p>
        </p:txBody>
      </p:sp>
    </p:spTree>
    <p:extLst>
      <p:ext uri="{BB962C8B-B14F-4D97-AF65-F5344CB8AC3E}">
        <p14:creationId xmlns:p14="http://schemas.microsoft.com/office/powerpoint/2010/main" val="1147943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40FC-9512-9DA9-CE99-1DF9BBC9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E112-2BEC-84F6-2855-4394FDDB9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RDF/XML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F2795-D9B2-BA7B-305B-BCFF2D27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044E1-6D40-6A5D-484A-927F6D56D4A5}"/>
              </a:ext>
            </a:extLst>
          </p:cNvPr>
          <p:cNvSpPr txBox="1"/>
          <p:nvPr/>
        </p:nvSpPr>
        <p:spPr>
          <a:xfrm>
            <a:off x="253737" y="1369269"/>
            <a:ext cx="13650799" cy="3318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   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xmlns:contact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="http://www.w3.org/2000/10/swap/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pim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/contact#"&gt;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="http://www.w3.org/People/EM/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contact#me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&gt;Eric Miller&lt;/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contact:fullName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contact:mailbox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="mailto:em@w3.org"/&gt;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Dr.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contact:personalTitle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 </a:t>
            </a: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contact:Person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16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16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16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69162-FC09-66A2-6031-1056C52CC758}"/>
              </a:ext>
            </a:extLst>
          </p:cNvPr>
          <p:cNvSpPr txBox="1"/>
          <p:nvPr/>
        </p:nvSpPr>
        <p:spPr>
          <a:xfrm>
            <a:off x="253737" y="5137102"/>
            <a:ext cx="65202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similar but a little more verbose than Turtle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XML-based so can use generic parsers</a:t>
            </a:r>
          </a:p>
        </p:txBody>
      </p:sp>
    </p:spTree>
    <p:extLst>
      <p:ext uri="{BB962C8B-B14F-4D97-AF65-F5344CB8AC3E}">
        <p14:creationId xmlns:p14="http://schemas.microsoft.com/office/powerpoint/2010/main" val="3834369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7543-4516-E235-DB38-E923FC19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A41A-AEAC-C9DB-244D-E7B2167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43647" cy="632219"/>
          </a:xfrm>
        </p:spPr>
        <p:txBody>
          <a:bodyPr/>
          <a:lstStyle/>
          <a:p>
            <a:r>
              <a:rPr lang="en-US" dirty="0"/>
              <a:t>OWL: Web Ontology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9F43A-266F-D045-8F06-7BA2FC1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7C6FC-FD8E-D181-407C-32C0D9FBB4C3}"/>
              </a:ext>
            </a:extLst>
          </p:cNvPr>
          <p:cNvSpPr txBox="1"/>
          <p:nvPr/>
        </p:nvSpPr>
        <p:spPr>
          <a:xfrm>
            <a:off x="253737" y="1369269"/>
            <a:ext cx="13650799" cy="499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&lt;?xml version="1.0"?&gt;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="http://www.w3.org/1999/02/22-rdf-syntax-ns#"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xmlns:xsd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XMLSchema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xmlns:rdfs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="http://www.w3.org/2000/01/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-schema#"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xmlns:owl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="http://www.w3.org/2002/07/owl#"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xml:base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      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xmlns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#"&gt;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owl:Ontology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www.dummy.info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new.owl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rdfs:subClassOf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="http://www.w3.org/2002/07/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owl#Thing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owl:Class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is_a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="#Animal"/&gt;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rdf:about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="#chases"&gt;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rdfs:domain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="#Dog"/&gt;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rdfs:range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rdf:resource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="#Cat"/&gt;</a:t>
            </a: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owl:ObjectProperty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pPr>
              <a:lnSpc>
                <a:spcPct val="120000"/>
              </a:lnSpc>
            </a:pPr>
            <a:endParaRPr lang="en-GB" sz="700" b="0" dirty="0">
              <a:solidFill>
                <a:srgbClr val="0070C0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GB" sz="700" b="0" dirty="0" err="1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rdf:RDF</a:t>
            </a:r>
            <a:r>
              <a:rPr lang="en-GB" sz="700" b="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4AD57-430B-04A1-88D7-FC58CDCA2AC3}"/>
              </a:ext>
            </a:extLst>
          </p:cNvPr>
          <p:cNvSpPr txBox="1"/>
          <p:nvPr/>
        </p:nvSpPr>
        <p:spPr>
          <a:xfrm>
            <a:off x="5297077" y="1847147"/>
            <a:ext cx="6091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Like many XML formats, can be very verbose.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XML tooling.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Referenced against external definitions.</a:t>
            </a:r>
          </a:p>
        </p:txBody>
      </p:sp>
    </p:spTree>
    <p:extLst>
      <p:ext uri="{BB962C8B-B14F-4D97-AF65-F5344CB8AC3E}">
        <p14:creationId xmlns:p14="http://schemas.microsoft.com/office/powerpoint/2010/main" val="4252593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DA4D-41C7-34DD-7072-F710CD54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formats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D2B7-2889-B52A-0FBB-A4814D97A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Ontology representations designed to be “human readable” and machine </a:t>
            </a:r>
            <a:r>
              <a:rPr lang="en-US" sz="2400" dirty="0" err="1"/>
              <a:t>parseable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practice, nearly always read/written by tools and read by humans only when strictly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EA03A-FA55-11FA-78A9-C86A88A4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66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522AF-D46D-ED1A-F31F-DABD4A89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3628-AACB-2BC3-3D7F-63C8D239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197F9-8AC1-FE83-4CA0-0E4E68D637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97144-13E9-1F34-3E9D-9901AB037D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Week 2, 18-20 November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14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15EF-7391-D18A-2DD1-4CF26672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289774" cy="632219"/>
          </a:xfrm>
        </p:spPr>
        <p:txBody>
          <a:bodyPr/>
          <a:lstStyle/>
          <a:p>
            <a:r>
              <a:rPr lang="en-US" dirty="0"/>
              <a:t>How do we specify an ontology?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F153B-7026-A7E8-1609-233D56C0DA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Web Ontology Language (OWL)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We’ll study this by example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do not write this by hand: use a tool: </a:t>
            </a: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GB" sz="2800" dirty="0" err="1"/>
              <a:t>conda</a:t>
            </a:r>
            <a:r>
              <a:rPr lang="en-GB" sz="2800" dirty="0"/>
              <a:t> install -c </a:t>
            </a:r>
            <a:r>
              <a:rPr lang="en-GB" sz="2800" dirty="0" err="1"/>
              <a:t>conda</a:t>
            </a:r>
            <a:r>
              <a:rPr lang="en-GB" sz="2800" dirty="0"/>
              <a:t>-forge owlready2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code…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1F31F-44D2-F3E4-11BD-11AE89D9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19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C75A-A674-954C-0FAB-2AD6AD59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8115B-8A16-C5CA-1AF6-2618B7CBD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157086" cy="632219"/>
          </a:xfrm>
        </p:spPr>
        <p:txBody>
          <a:bodyPr/>
          <a:lstStyle/>
          <a:p>
            <a:r>
              <a:rPr lang="en-US" dirty="0"/>
              <a:t>Exercises 11: Extending an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664F-5F47-5D95-222B-D98D1B452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54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Where to find out more?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There is a lot more you can 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 found all of the following helpful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2"/>
              </a:rPr>
              <a:t>https://owlready2.readthedocs.io/en/v0.42/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3"/>
              </a:rPr>
              <a:t>https://kgtutorial.github.io/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4"/>
              </a:rPr>
              <a:t>https://jingdongsun.medium.com/creating-knowledge-graph-step-by-step-a383231acf2d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hlinkClick r:id="rId5"/>
              </a:rPr>
              <a:t>https://iccl.inf.tu-dresden.de/web/Knowledge_Graphs_(WS2021)/en</a:t>
            </a:r>
            <a:endParaRPr lang="en-US" sz="24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98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7E12-C478-51B4-B671-F2DC7275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157086" cy="632219"/>
          </a:xfrm>
        </p:spPr>
        <p:txBody>
          <a:bodyPr/>
          <a:lstStyle/>
          <a:p>
            <a:r>
              <a:rPr lang="en-US" dirty="0"/>
              <a:t>Exercises 12: Implementing a Complete Ontology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08096-473A-E283-2255-23EA20AE7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65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7632</TotalTime>
  <Words>2216</Words>
  <Application>Microsoft Macintosh PowerPoint</Application>
  <PresentationFormat>Widescreen</PresentationFormat>
  <Paragraphs>394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Menlo</vt:lpstr>
      <vt:lpstr>Office Theme</vt:lpstr>
      <vt:lpstr>MSc Artificial Intelligence</vt:lpstr>
      <vt:lpstr>A look back at knowledge bases</vt:lpstr>
      <vt:lpstr>Limitations of Knowledge Bases</vt:lpstr>
      <vt:lpstr>Overcoming these Limitations</vt:lpstr>
      <vt:lpstr>Rule-based systems as graphs</vt:lpstr>
      <vt:lpstr>What is a Knowledge Graph</vt:lpstr>
      <vt:lpstr>A simple example</vt:lpstr>
      <vt:lpstr>A More Complex Example</vt:lpstr>
      <vt:lpstr>Exercises 9: A simple knowledge graph</vt:lpstr>
      <vt:lpstr>MSc Artificial Intelligence</vt:lpstr>
      <vt:lpstr>What can Knowledge Graphs do?</vt:lpstr>
      <vt:lpstr>What’s wrong with a Relational DB?</vt:lpstr>
      <vt:lpstr>Why Graphs?</vt:lpstr>
      <vt:lpstr>Graph Basics</vt:lpstr>
      <vt:lpstr>How to structure graphs</vt:lpstr>
      <vt:lpstr>Ontologies</vt:lpstr>
      <vt:lpstr>Steps in creating an ontology</vt:lpstr>
      <vt:lpstr>Entities</vt:lpstr>
      <vt:lpstr>Relationships</vt:lpstr>
      <vt:lpstr>Properties</vt:lpstr>
      <vt:lpstr>Ontology Guidelines</vt:lpstr>
      <vt:lpstr>Exercises 10: Designing an Ontology</vt:lpstr>
      <vt:lpstr>MSc Artificial Intelligence</vt:lpstr>
      <vt:lpstr>Examples of different ontology formats</vt:lpstr>
      <vt:lpstr>Examples of different ontology formats</vt:lpstr>
      <vt:lpstr>Turtle: Terse RDF Triple Language </vt:lpstr>
      <vt:lpstr>RDF/XML</vt:lpstr>
      <vt:lpstr>OWL: Web Ontology Language</vt:lpstr>
      <vt:lpstr>Notes on formats</vt:lpstr>
      <vt:lpstr>MSc Artificial Intelligence</vt:lpstr>
      <vt:lpstr>How do we specify an ontology?</vt:lpstr>
      <vt:lpstr>Exercises 11: Extending an Ontology </vt:lpstr>
      <vt:lpstr>Where to find out more?</vt:lpstr>
      <vt:lpstr>Exercises 12: Implementing a Complete Ontology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7</cp:revision>
  <dcterms:created xsi:type="dcterms:W3CDTF">2023-11-20T21:13:51Z</dcterms:created>
  <dcterms:modified xsi:type="dcterms:W3CDTF">2024-11-18T08:57:32Z</dcterms:modified>
</cp:coreProperties>
</file>