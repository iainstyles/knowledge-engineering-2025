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91" r:id="rId2"/>
    <p:sldId id="313" r:id="rId3"/>
    <p:sldId id="314" r:id="rId4"/>
    <p:sldId id="320" r:id="rId5"/>
    <p:sldId id="406" r:id="rId6"/>
    <p:sldId id="319" r:id="rId7"/>
    <p:sldId id="315" r:id="rId8"/>
    <p:sldId id="322" r:id="rId9"/>
    <p:sldId id="407" r:id="rId10"/>
    <p:sldId id="411" r:id="rId11"/>
    <p:sldId id="349" r:id="rId12"/>
    <p:sldId id="332" r:id="rId13"/>
    <p:sldId id="323" r:id="rId14"/>
    <p:sldId id="335" r:id="rId15"/>
    <p:sldId id="324" r:id="rId16"/>
    <p:sldId id="408" r:id="rId17"/>
    <p:sldId id="327" r:id="rId18"/>
    <p:sldId id="329" r:id="rId19"/>
    <p:sldId id="330" r:id="rId20"/>
    <p:sldId id="331" r:id="rId21"/>
    <p:sldId id="409" r:id="rId22"/>
    <p:sldId id="318" r:id="rId23"/>
    <p:sldId id="317" r:id="rId24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3" autoAdjust="0"/>
    <p:restoredTop sz="82393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968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6:44.8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1908 17963 7533,'-36'0'22,"3"22"1,7 11-1,9 23 1</inkml:trace>
  <inkml:trace contextRef="#ctx0" brushRef="#br0" timeOffset="34424">23899 7199 7263,'13'0'360,"-2"0"629,-11 0-719,0-5-90,0 3 719,0-8-629,0 3-270,0 0 810,0-10-540,0 15-91,0-15 1,0 16 90,0-10 180,-5 4-270,3 0-90,-3-4 0,0 5-360,3-1 90,-3-4-90,5-7 540,0 8 0,0-12 989,5 15-989,-3 0-90,3-3 539,0 8-719,-3-3 540,3 33-540,-5-11 360,0 24-135,-7 17 0,-2 2-45,-1-1-240,5-19 0,-1 6 0,0-1 105,-4 12 0,3-5 224,4 1-224,-3-5 0,1-5 1035,5-20-990,0-15 359,0-13-269,0-5-1169,0-8 449,0 7-2158,0-6 1169,0 2 1529,0-14 0,6 26 0,1-1 0</inkml:trace>
  <inkml:trace contextRef="#ctx0" brushRef="#br0" timeOffset="35208">23923 7162 9512,'-3'-38'2563,"-1"0"1,4 3-2115,7-14-179,31 56 0,19 22 0,-14 1-180,-16 8-150,14-14 0,10 2 0,-25 1 285,-58 14 0,-26 1-16,23-13 1,-1-1 0,0 1-165,-13 12 0,3 0 225,-6-1 0,21-2 899,69 9-899,-24-27 180,14 7 0,2-5-91,-4-19-1618,8 13 0,0 1 449,-10-12-2338,25 22 2069,-49-25 1079,-6 9 0,-12-21 0,-8 2 0</inkml:trace>
  <inkml:trace contextRef="#ctx0" brushRef="#br0" timeOffset="35943">24206 7630 7892,'40'-31'3598,"-1"0"0,6-10-3463,8 9 0,-4-2 1664,-22-5-1619,-34 24 540,-27-19-900,22 24 90,-21-12-1799,15 21 1529,3-5-495,-15 34 1,-2 15 1708,13-10 1,0 1-765,-6 13 0,1 0-175,11-12 0,5-6 714,8-10 1170,5 26-1439,2-31 0,16 24-450,35-36 0,-23-2-3283,13-11 0,-2-2 2923,-24 2-362,34-11 1,-59 22-1,0 0 1</inkml:trace>
  <inkml:trace contextRef="#ctx0" brushRef="#br0" timeOffset="36413">24822 7507 7533,'7'-52'7735,"-2"31"-7375,-5-17 90,0 33-360,-5 3-90,-2-3-5101,-39 21 4921,21-12-90,-22 18-1908,7 1 2088,23-7 0,-18 13 989,23-6-809,5-7 1169,34 23-1079,-2-22 450,17 11-360,-18-21 90,4 21-450,-17-18 90,11 19-540,-38-6 360,6-13-90,-19 3 0,-3-4 180,10-7 90,-34 3 2269,42-5-2629,-4 0 1863,-10-5-1773,17 3-1259,-11-4 720,22 6 809,0 0 0,33-5 0,7-2 0</inkml:trace>
  <inkml:trace contextRef="#ctx0" brushRef="#br0" timeOffset="37480">24846 7667 7623,'0'-36'4137,"0"20"-2967,0 16-990,0 11 44,0 39 1,0 16-1170,-1-13 1,2-1 44,1 0 1,1-3 719,-3-5 1,2-20 89,3-47-450,-5 10-90,0-24 1,0-4 809,0 8 209,0-15 1,0-14 0,0 11-300,0 6 899,4-4 1,5-11-1,6 13 90,9 24 1,2 4-990,-4-15 0,0 3 90,29 15 179,-39 16 1261,22 49-1441,-16-31-89,-1 10 0,-6 5 0,-21 19-180,0-24 90,-13 28-1619,-22-21-2402,19-17 3841,-21 9-1529,13-32 989,23-2 360,-16-6-1978,25-10 1528,2 14-179,7-8 359,6 17 630,-1 0 0,33 17 0,8 3 0</inkml:trace>
  <inkml:trace contextRef="#ctx0" brushRef="#br0" timeOffset="38070">25289 7494 8162,'-19'-23'4408,"6"14"-2249,8-13-1980,5 20 1,0-3 720,0 10-720,0 2-3572,-6 6 3302,5 4-876,-10 46 696,10-27 90,-4 27 0,5-40-2069,0 12 1889,0-17 1,0 15 2684,0-31-2955,5 3-1474,2-5 1384,5 0 720,-5-5 0,-2-13 0,-5-9 0</inkml:trace>
  <inkml:trace contextRef="#ctx0" brushRef="#br0" timeOffset="38846">25474 7593 6633,'1'30'7106,"-7"7"-6566,-8-4 809,-4 8-989,11-26 449,1-10-539,12-19 90,-1-17 0,2-11-31,4 0 1,2-3 0,-1 2-901,-3-3 0,0 0 436,5-16 0,4 13-1574,0 37 1079,-8 10 360,12 4-4317,1 43 3432,-7-24 615,13 24 540,-6-22 0,-2 3 0,9 11 0</inkml:trace>
  <inkml:trace contextRef="#ctx0" brushRef="#br0" timeOffset="39380">25843 7507 9871,'0'-30'4228,"-5"9"-4498,-2-2 90,-6 16-90,-21 18 900,0 9-181,1 11 1,1 3-450,2-2 180,-9 19-180,38-17-90,1-21 0,6 19-899,29-25 449,4-6 675,-2-17 0,-1-7 1304,6-10 720,-13-9-2249,-32 33-3058,-9 48 3148,28 19 0,6-37 0,20-5 0</inkml:trace>
  <inkml:trace contextRef="#ctx0" brushRef="#br0" timeOffset="39682">26089 7150 11850,'-8'61'0,"0"0"0,0 0 0,0 1 0,1-1 0,-2-3 0,1 1 0,-1 0 0,1 0 0</inkml:trace>
  <inkml:trace contextRef="#ctx0" brushRef="#br0" timeOffset="39875">25966 7433 7533,'56'-11'0,"0"0"0,0 0 0,-9 2 0,-1-1 0,1 1 0</inkml:trace>
  <inkml:trace contextRef="#ctx0" brushRef="#br0" timeOffset="40178">26262 7531 13559,'-13'36'-975,"1"-1"1,-2-11 0,5 24-1,2 3 1,0-11 0</inkml:trace>
  <inkml:trace contextRef="#ctx0" brushRef="#br0" timeOffset="41065">26385 7581 8252,'-25'-18'4947,"6"4"-4767,6 2-180,-3 6-90,13 6-89,-13 0-1,-2 17 180,3-7 180,-8 7 449,5 11-539,10-23 0,-3 22 0,16-4-540,-3-6 90,52 11 360,-36-26-89,38-4 988,-27-26-809,-13 0 0,13-3 180,-17-20-90,-5 26 1079,-2-26-1799,-10 47 360,3-5-269,-3 66 359,5-30 270,0 25 269,5-13 1,2-21-360,0 16-90,4-21 720,7-6-630,-3-2-1,9-5-89,15-49-89,-14 21 358,4-20 1,-1-2 450,-6 12-360,2-8 269,-19 29-629,-5 21 90,0-8-2428,0 59 1528,0-37 360,0 38-4587,-5-11 4048,3-25 449,-3 25 540,-1-38 0,-17-18 0,-10-9 0</inkml:trace>
  <inkml:trace contextRef="#ctx0" brushRef="#br0" timeOffset="41239">26347 7347 7533,'-27'-34'1236,"16"6"1,36 39 0,13 3 0</inkml:trace>
  <inkml:trace contextRef="#ctx0" brushRef="#br0" timeOffset="41604">25301 7297 7533,'6'-40'539,"22"11"1,12-1 0,22 19-1</inkml:trace>
  <inkml:trace contextRef="#ctx0" brushRef="#br0" timeOffset="43810">23837 6744 7443,'0'-25'3148,"-17"-10"-2968,-14 13 179,-9 28 1,-3 8-315,11-3 0,-1 6-68,-3 15 1,-6 14 0,2 4-1,5-3 83,8-4 0,5 0 0,0 6 66,0 3 0,-2 8 0,1 3 0,3-2 0,4-9-156,4-4 0,5-5 0,1 0-986,2 13 0,2 1 0,4-12 746,10-10 366,3-1 0,5 7 0,7 3-78,8-2 0,8 3 0,5 1 0,0 0 0,-6-2-653,-5 0 1,-3-1 0,-1-1 0,5 0 670,3-1 0,4 3 0,2-2 0,-1-4 0,-2-7 264,6-4 0,-1-7 0,-2-3-61,-5-2 1,-1-1 0,7-1-96,6-1 0,10 0 0,3-1 0,-3 0 0,-7-2-400,-3 0 1,-5-1 0,2-1 277,3-2 1,3-1-1,-2-2 1,-13-2-113,7-5 39,4-2 1,16-2 0,5-1-1,-12 2 231,-5-1 0,3-1-78,-10-1 1,12-3 0,8-1 0,2-2 0,-3 0 0,-9 2 0,-12 3-58,3-1 0,-5-1 22,0-1 0,7-4 1,1-1-1,-2 2-199,12-5 0,-2 2 0,-11 3 312,7-1-103,1-3 0,13-5 0,-21 10-77,-31 15 173,15-20 1,10-11 0,-7 6-264,3 3 106,-2-3 1,6-8-1,-13 9 1514,-17 11-1305,23-23 1,2-2-136,-13 14 0,7-11 0,-2 2 721,-14 15-1036,-5-37 0,-2-9-45,4 11 390,-19-1 0,-9-12 0,-2 14-30,-8 10 279,-7 5 0,-9-2-969,-5 9 1,-7 2-1,5 2 510,9 5 0,-1 0 785,-5-4 1,-5-2-1,-5-2-372,5 6 1,-7-3 0,-2 0 0,3 3 0,9 4-1493,-4 1 0,-3 2 1040,5 2 1,-12-4-1,-7-1 1,-3-1-1,2 2 1,6 3-1,11 6-51,-15 4 0,3 4 983,14-1 0,-6-2 0,0 2 0,1 2-773,-10 4 0,1 4 0,-3 2 172,6 0 1,-2 2-1,-1 0 1,2-1-181,6-1 1,1-1-1,0 0 1,1 1-23,-3 2 0,0 2 0,2-2 0,6-2 359,-8-3 1,9-3 450,6-2-780,-3-8 0,-10-4 0,10-2-930,5-11-404,-7-1 0,5 6 1304,31 17 0,16-16 0,26 16 0</inkml:trace>
  <inkml:trace contextRef="#ctx0" brushRef="#br0" timeOffset="45122">22016 7605 0,'-36'5'0,"-19"2"2239,13 0-2059,-5-1 1450,35-6-551,-10 0 723,24-11-1622,-11 8 4158,26-19-4069,-3 20-179,-2-9 1080,32 11-990,-24 0 59,22 1 1,16 2 0,-7-2-240,14 0 44,-14 1 1,9 0-1,0 0-344,0-1 0,-1 1 1,-6 0 209,-5-1 0,-3-1-135,29 3 0,-20 0 405,-50-3 0,-15 0-90,9 0 269,-14 0-359,13 0 0,-8 0 90,11 0-899,0 0-2339,22 0 2788,-11 0-899,13 0 1259,-13 5 0,1 8 0,6 6 0</inkml:trace>
  <inkml:trace contextRef="#ctx0" brushRef="#br0" timeOffset="45694">22741 7470 7533,'-17'-30'1799,"9"14"-1170,-8-6-539,14 21 270,-3-4 719,32 10-899,-15 2-90,28 0 90,-27 4 0,11-4 90,6 6 0,3 2 90,19 7-315,-17-9 0,2-1 179,-4-1 1,-3 0-135,0-3 90,12 3 0,1 2-450,-9 0 90,2-2 0,-3 2 540,-19 0-360,3-1 0,-28-6 90,-25 5-180,-10 2 150,6 0 0,-6 2 0,5-2 30,-20 11-90,10-10 0,1 1-2788,4 6 2518,27-17 270,-3 18 0,30-15 0,9 5 0</inkml:trace>
  <inkml:trace contextRef="#ctx0" brushRef="#br0" timeOffset="47810">26962 7679 8432,'4'-16'1889,"30"-4"0,22-3 0,-6 1-1934,-12-1 0,3-1 153,5 3 0,11-3 0,5-1 0,-4 2 0,-10 2-2566,5-5 0,-4 2 2458,-3 3 0,3 1 0,-4 0-994,-1-1 0,-8 2 1084,-10 5-407,17-4 1,3 1-134,-12 2 360,24-3-1349,-18 2-1079,-35 13 4200,11-2-1682,-34 12 0,-40 11 0,22-9 0,0 1 0</inkml:trace>
  <inkml:trace contextRef="#ctx0" brushRef="#br0" timeOffset="48406">27369 7310 7533,'-13'-19'899,"6"1"720,2 0-1439,10 10 180,-3-3 809,14 11-989,-13 0-90,14 0 180,-16 0 629,4 33-629,-10-14-180,-13 19 0,-4 3 0,-4-8-45,-3 0 0,-5 2 315,-2-1 0,1-2-270,-6 13-303,6-14 1,3-4 302,19-9-70,-10 5 160,14-8-360,-2 2 360,11-6-180,0-9-180,0 9-180,11-4 961,-2 0-826,22-1 0,5-1 45,-6-4-503,10 2 1,4-1 682,-1-1 0,-2-2 0,-4-4 0,2-1 0,14-1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21:28.3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13130 3644 8702,'6'-30'4497,"-5"4"-10157,5 7 5840,-6 8 1679,5 5-1769,-3-1 1489,3-5-1399,-5 6-1,0 0 631,0 1 2762,0-2-3662,-11-6-989,-35 6 1079,-12 10 0,-10 5 389,14 1 1,-1 3 0,1-1-420,9-5 0,1 1 0,1 3-180,-4 9 0,2 3 0,15-3 120,18-5-180,-16 36 181,34-34-1,1 1 899,32 11-629,-14-17 270,16 12 539,-1-7-899,-17-8 270,18 10 90,5 11-450,-21-13-450,15 18 270,-28-20-270,0 31 91,0-20-1,-5 32 450,-11-21 0,-3-1 179,-8 17-1066,-6-2 1,-4-3 1246,-4-16 180,-12 15 539,-17-29-989,20-9-585,-11-14 1,1-9-2835,8-15 2250,-12-9 629,41 17-3418,11 22 3778,6 0 0,28 28 0,13 6 0</inkml:trace>
  <inkml:trace contextRef="#ctx0" brushRef="#br0" timeOffset="724">13217 4099 7533,'7'-35'5577,"-1"13"-4318,-6-7-1079,0 22 0,0 1 269,-6 1-629,-1 4 540,-22 6-180,18-2-90,-16 14 450,-7 6-630,14-7 90,-19 13 0,21-17-90,-12 17-90,8-7 450,-1 3 0,1 1-270,11-2 90,-11 10 989,17-5-4291,9-18 3482,-8 16 179,20-20 91,14 5-2538,-7-5 2357,11-2-1755,22-5 676,-32 0 360,32 0 91,-38-5-4007,12 3 4276,-14-4 0,-5 23 0,-24 4 0</inkml:trace>
  <inkml:trace contextRef="#ctx0" brushRef="#br0" timeOffset="1531">13488 3680 8882,'10'-57'6026,"-1"29"-5936,3-17-90,-7 45 270,-5 62-210,-3-12 0,-1 8 0,0-3-15,3 3 0,0 2-916,-2-3 1,0 9 0,0-3-1,1-14 1141,2 0-506,2 5 1,1-8 325,-1-38 540,14 25-540,-14-28 180,15 22-270,-16-25 2980,5 3-3430,5-21 270,-8 6 90,8-13-270,5-16 360,-12 14 883,18-16-73,-10 1-720,2 23 359,-2-12-179,-7 18 90,1 15-270,-5-2 0,5 15 90,-1 19-180,2-3 90,6 5-6297,10 12 5847,-13-36-1349,6 24 1709,-10-37 0,-16-6 0,2-8 0</inkml:trace>
  <inkml:trace contextRef="#ctx0" brushRef="#br0" timeOffset="2488">13967 4197 8252,'14'-35'3688,"3"19"-3508,-16-6 0,5 16 540,-6 0-541,0-1-358,0 1-361,-6 0 450,-1 5 90,0-5-270,-15 17 270,7-8 0,-4 14 90,2-16 270,5 16-270,4-9-90,-8 4 0,15-1 180,-10 12-180,4-7 539,0 19-179,12 5-270,4-15 0,9 15 0,-6-28 450,27 6-270,-20-10-1,27 3-89,-27-22 270,16-24-270,-13 5 90,1-22 1349,-12-2-1439,-9 22 0,-2-12 179,-2 31 361,-31-15-2159,-1 17 1259,0-11 0,7 22 0,27 0-7735,5 22 6475,2-11 1440,6 12 0,21 16 0,5 1 0</inkml:trace>
  <inkml:trace contextRef="#ctx0" brushRef="#br0" timeOffset="3061">14336 4197 10321,'7'-35'2609,"-7"19"-1800,-12-6-989,-2 22 270,2 0-90,1 0-539,-12 11 449,7-3 0,-13 4 180,5 21 0,10-21 89,-4 22 451,13 6-3932,5-21 3392,0 15 60,38-6 120,-12-23-965,16-3 1,2-4 784,-11-9 90,17-23-661,-32-18 570,-10 19 529,-24-5 1,-7 2-978,6 13 5,-17 7 0,1 4 174,18 6-1865,-2 6 2045,33 6 0,22 6 0,-6-3 0,-1 0 0</inkml:trace>
  <inkml:trace contextRef="#ctx0" brushRef="#br0" timeOffset="3699">14755 3595 9512,'14'54'5576,"-7"-2"-5486,10-9 0,1 6-150,-11 0 0,-4 5 0,-1-3-2860,2 13 0,-3-2 2980,0-14 0,-1 0 0,-1 0-239,-3 19 0,-2-10 269,-2-23 16,-4 22 74,6-49 269,6 4-359,0-10 1473,0 4-1563,0-5 2695,0 0-2965,0-5 2555,6 4-6153,6-32 2249,1 15 1619,5-17 0,-11 1 0,-2 1 0</inkml:trace>
  <inkml:trace contextRef="#ctx0" brushRef="#br0" timeOffset="9562">12146 3422 6723,'-20'-30'240,"-1"-1"0,-4-7 0,6 10-150,17 24 629,-14-18-629,14 21 540,-14-10-720,13 15 270,-19 35-90,19 5 0,-2 4 0,-2 11 0,3-6-45,3-11 0,0-1-15,0 3 0,-1 4 0,0 3-53,-1-2 1,0 3-1,0 0 1,1-7-1458,0 3 0,1 0 1510,-2 11 0,-1 8 0,0-1 112,1-15 1,1 0-1,-1-2 1,0-3 486,-1 16 1,0-1-540,0 1 0,0 4 0,0-9 225,1-15 0,1-12-495,2-16 90,0-2 90,0-7 2988,0-5-3618,-6 0 841,5 6-1560,-10 12 1079,4-3-179,0 8 449,-4-5 89,10-10 1,-5 3-180,6-11 270,0 5 180,0-3-270,0 3-90,0-5 360,0 0-270,0 6 270,0-5 89,0 15-359,0-13-180,0 8 0,0-5-809,0 11 719,0-7 0,0 12-539,0-10 719,0 2-90,0-2 0,0-1 719,0-4-449,6 0 0,-5-1-180,5-1 180,5 2-90,-9-1-90,15-1-360,-5 1 810,34-5-180,-4 5-270,3-9 0,10-3 0,-6-1 90,14-3 29,-22 3 1,4-1 0,0 0 465,12 1 0,-6 2-675,10-2 314,-16 8 1,12 2 0,1 1 0,-12-1-180,-12-1 0,0 0 75,27 4 0,11 0 0,-14-1-30,-8-5-90,-1-1 0,4-4-135,-1-13 0,-4-3-1193,10 0 1328,-9-1 0,-2-1-630,5-1 1260,-15 15-815,11-8 185,-25 17 178,6 6-88,-7-5 1284,13 10-1284,-16-4-270,26 6 180,-20-7-180,22 0 180,10-12-180,-30 0 180,29-1 450,-20-10-270,-13 14 139,12-8 40,-1 11-449,-22 0 1,26 0-541,3 0 810,-10-5 2,16-2-47,-15-9 0,-3-2 135,-5 0-136,15 0 1,0 2-225,-21 9 1,16 7-991,6 29 900,-22-11 0,19 7 0,-1 0 180,-15-8 585,16-4 0,3-3 44,-8-5 91,27-5-720,-33 0-4471,30 0 4291,-36 0-1359,22-7 0,0-2 1359,-20 5 674,12-12 1,-1-1-45,-17 7-180,8-7-180,-19 11 180,-5 1 1998,0 3-2358,0-3 2313,0 5-3123,0 0-1888,6 0 2158,0 0 630,1 0 0,15-11 0,-2-3 0</inkml:trace>
  <inkml:trace contextRef="#ctx0" brushRef="#br0" timeOffset="10195">15382 3459 7982,'-16'-30'3508,"12"21"-3328,-17-6 225,13 54 0,3 15-315,-9-11-2620,8 18 1,0 4 2529,0-30 0,1-2 45,2 7 0,-1 7-68,-1 5 1,-1 10-1,-1 2 1,2-7-203,0 7 0,0 0 180,0-10 0,-1 5 0,0 1 0,1-5 165,2 2 0,2-4 0,-1-7-30,-2-10 0,1-1-90,0 34 0,1-9 962,2-40-1232,0 31 90,0-37 180,10 2 0,-12-80 0,3 18 0,1 0 0</inkml:trace>
  <inkml:trace contextRef="#ctx0" brushRef="#br0" timeOffset="11124">12097 3336 7533,'44'-31'539,"1"-1"1,-3 4-248,2 11 0,14-1 1,4 2-1,-8 5-67,1 5 0,-1 4-395,-1-2 1,6 0 0,3 1 438,-1 2 1,5 1 0,-1 1 0,-4-1-614,-6-2 0,-4 1 0,10-2 377,-12 1 1,9 0 0,5-2 0,3 1 0,1 0-1,-2 0 1,-5 0 0,-6 0-640,11 0 1,-8 1 0,-1-1 0,4 0 622,3-1 1,3-2 0,1 1 0,-1 0 0,-3 3 252,2 4 0,-1 2 0,-4 1 0,-5 1-81,8 3 0,1 2 27,-13-2 0,7 2 0,3 0 0,-1 0 0,-8 1 23,1 1 1,-6 1 0,1 0-752,2 0 0,0 1 0,-3-2 512,0-3 0,-1-2-336,13-3 1,-3-5 245,4-5 45,-4 3 0,-4-3 45,-15-13 0,0 5 122,-2-4 0,0-1-302,4 2 90,13-7 0,-36 12 3149,-14 9-2249,3-3 957,-5 5-1137,0 0 3738,-11 0-5087,-19 0 539,13 5-1669,-33 2 50,45 0 899,-17-1-2608,22-12 3508,5-1 0,17-15 0,7-6 0,4-2 0,1 0 0</inkml:trace>
  <inkml:trace contextRef="#ctx0" brushRef="#br0" timeOffset="16856">5894 8663 6183,'14'-12'270,"-3"0"-270,-11 5-90,0-4 1530,0-2-1351,0 5 2160,-11-14-1979,8 20-90,-8-9 180,6 0-360,3 8 180,-3-8 0,5 11 449,0-5-449,0 3-90,0-3 90,-6 5 270,5 0-270,-5 0-1,6 0-268,0 0 268,-5 5-269,4-3 180,-4 3 90,0 1-90,3-5 990,-9 38-721,10-4 1,-2 13 0,-1 13 0,0-5-270,0-10 0,1 0-1161,1 8 0,-1 6 1,1-8 980,-1-17 0,1-1 108,-1 16 0,1 8 1,1-6 116,0-12 0,1-1-46,-2 5 1,0 4 0,0-9 810,2 1-630,0-30 90,0 6-181,0-16 1171,0-16-1350,-5 6 90,3-13-582,-9-17 42,10 21 591,-5-21-4009,6 17 2249,0 14 1259,0-13 360,6 21 0,17-5 0,10 6 0</inkml:trace>
  <inkml:trace contextRef="#ctx0" brushRef="#br0" timeOffset="17599">5809 8663 7533,'-28'-41'2428,"21"23"-629,-37-26-1619,40 40 0,-12-17 1169,32 3-1169,-6 8 405,38-3 0,9 4-406,-13 8-59,13 11 0,14 7 0,-14 0-30,-12 6-30,-9 12 0,2 12 0,-12-6 120,-19-1 0,-14 3 0,-6 9 0,0-8-360,-8-1 315,-22 6 0,-5-6-135,15-21 90,-25 0 449,-3-22-449,32-5-90,-28 3-2878,28-14 1978,19 13-3057,-1-8 2427,13 17 1530,9 1 0,1 27 0,7 5 0</inkml:trace>
  <inkml:trace contextRef="#ctx0" brushRef="#br0" timeOffset="18463">6263 9229 7443,'-24'0'1619,"5"0"-1439,7 0 1079,1 11-809,9-2-180,-3 3 89,5 4 541,0 20 989,11 26-1619,-8-18-1,8 0 361,-11-44-270,0 0 90,0-5-270,-6-19-90,5 2-90,-10-13 89,4-28-268,-6 23-1,7-24 225,2 25 0,2 4-3617,8 5 3527,-1-5 0,2 3 45,1 18-810,36-3 271,-19 15-361,17 4-719,-7 15 0,-3 5 1169,-3-3-315,0 2 1,-1-2-135,-4-7 899,-11 6 0,0-4 0,-8 4 0</inkml:trace>
  <inkml:trace contextRef="#ctx0" brushRef="#br0" timeOffset="19128">6657 9217 10231,'-16'-41'3688,"6"23"-3958,-24-9 180,19 27 0,-3 0 0,7 5-899,-6 24 809,2-11 225,2 19 0,3 4 45,3-12 359,14 19 1,13-6 90,17-38 0,5-15-450,1-11 0,-3-7-45,3 2 0,-6-5 0,-13-15 0,-16-1 449,-23 9 1,-13 9-495,-32 11 45,29-10 0,0 5-1484,-19 35-2609,44 12 2789,12-7 539,1 13 720,11-17 0,12-2 0,8-2 0,5 2 0,0 0 0</inkml:trace>
  <inkml:trace contextRef="#ctx0" brushRef="#br0" timeOffset="19923">6940 9156 7533,'21'-31'5037,"-5"11"-4857,-16 2 899,0-4-989,0 18 90,-22-18-90,12 26-1709,-41 25 1349,34-10-45,-5 11 0,4 1 405,9-2 0,-2 8 0,11-8 180,0-4-270,6 1 180,1 4-180,5-11-630,23 4 630,-12-15-90,12 3 990,-6-44-900,-14-2 90,-7-6 0,-4-2 0,-5-11 0,-6 1-540,-4 23 270,10 22-90,-5-3 90,6 17-180,17 55-55,-8-24 370,3 3 0,0 1-225,0 2 720,0 0 0,2 10 0,0-2-226,-2 3 1,0 0-165,1 0 0,-1 3 0,-1-1 330,-6-3 0,-1-1 0,-2-8-1662,-2 11 1362,-2-4 0,-2-8 630,-3-31 449,-21 1 0,-5-3-809,3 0 90,-18-17 0,-14-9 0,10 0-1,4-2-262,6-4 0,-7-6 0,7 0-322,11 0 0,5 1-45,-11-11 135,10 9 1,10 1 44,49-2 0,9 4 0,8-2 0,-2 4 0,1 1 0,-1 0 0</inkml:trace>
  <inkml:trace contextRef="#ctx0" brushRef="#br0" timeOffset="20627">7248 9242 6183,'-25'-13'4948,"6"17"-4768,7-1 449,6 15 1080,12 5-1439,1-13 90,0 11 899,4-19-1079,-5-13 450,1-48-630,-1 18-720,-5-24 0,-2 2-359,1 29-675,11-8 0,5 11 1214,-3 31 181,26 7 359,8 27 0,-16-15 0,2 1 0,14 11 0,-1 0 0</inkml:trace>
  <inkml:trace contextRef="#ctx0" brushRef="#br0" timeOffset="21224">7753 9081 7533,'-6'-57'6116,"5"30"-5126,-16-24-990,14 44 269,-8 2-898,-5 10 539,7-3-270,-9 3-359,-9 11 719,16-6-180,-18 13 180,16-10-90,-15 26 270,12-20-180,-7 21 269,1 16-269,17-33 45,-3 15 0,5-3 45,16-24-2582,28-6 2582,-17-14 224,10-23 1,-1-9 855,-3-10-1125,-10 19 0,-3 0 1034,-1-6-899,-16 37 180,-5-5 2312,4 6-3931,-4 22 1079,5-11-540,0 18 271,5-12-2160,18 24 1710,-1-10 449,14 10 90,-17-29 360,10-1 0,13-37 0,16-3 0</inkml:trace>
  <inkml:trace contextRef="#ctx0" brushRef="#br0" timeOffset="22228">8109 9045 7533,'7'-25'2338,"-7"11"361,-12-3-2519,4 16-360,-8-5 0,4 23 360,3-7-540,-7 13-180,3 39-529,5-32 1069,-3 33 170,17-34 10,-5-20 0,4 8-180,1-17 450,12-38-360,-3 17-709,3-31 709,-7 27 225,-2-8 0,-1-2-226,2-1 321,2-8 1,-2 4-590,-9 22 89,4-4-810,-5 67 900,0-24-180,0 36 274,6-5 175,12-14 1,-3 10 270,25-92-450,-24 18-135,-4-8 0,-1-6 584,1 1 1,-2 4-180,-6 4 169,5-8 0,-1 5 281,-8 26-455,0-3-175,0 22-540,0 47 270,5-23-1170,-1 7 1,0 11 0,6-8 1259,10-14 0,2-3 0,-5 7 0,2-8 0,27-34 0</inkml:trace>
  <inkml:trace contextRef="#ctx0" brushRef="#br0" timeOffset="23024">8577 8982 7982,'-4'-24'6926,"2"11"-6926,-16 7-359,11 13 179,1 5-720,1 50 451,3-16 449,-3 16 269,5-34 1,11-50-90,-3 5 90,4-20 0,0-5 90,1 1-360,-6 6 0,-1 0 359,-1-1-718,-5 16-901,0 13 1080,6 21-449,1 39 449,5-11-90,-6 6 0,16-14 720,-12-24-270,8 6 539,9-54-629,-16 7 405,9-22 0,0-4 45,-11 3-496,3 15 1,-2 2 1665,-9 9-1351,5 20 91,-6-3-810,0 11 450,5 32-360,-4-1 90,11 18-180,-4-6 1,1-1 269,7-11-1095,-7 6 0,0-2 1095,2-16-4408,6 23 3149,4-25 1349,-3 11 0,4-56 0,-8-7 0</inkml:trace>
  <inkml:trace contextRef="#ctx0" brushRef="#br0" timeOffset="23929">9144 8921 8162,'-30'-12'3418,"14"5"-2608,5-4-360,13 10-180,9-5 1169,39-4-1259,-26 1-1,37-3 991,-26-26-720,-11 19-271,-10-15 1,-5-1 0,-11 11-180,-10-16 0,-22 17 90,16 8-270,-16-3 90,22 12-1259,-33 39 989,24-14 90,-18 28-270,28-12 1,5-1 629,3 1-135,-3 1 0,1-3-225,5-15 1260,22 38-810,-11-34-270,18 23-720,5-28 630,-16-14-989,11 8-2249,4-17 2159,-21-1 1259,22 0 0,11-25 0,9-2 0</inkml:trace>
  <inkml:trace contextRef="#ctx0" brushRef="#br0" timeOffset="24333">9673 8749 7533,'-6'-35'7106,"5"18"-6387,-32-15-809,21 29 180,-23-8-1709,-4 27-1169,19 16 2518,-14-4-248,29 6 698,10-21 1402,29 21-8,2-1 1,2 1-1485,-10-12 0,-2 2 899,12 21 0,-15-6-809,-28-27-719,-42 21-1080,9-31 1087,1 2 0,4-3 1,17-12-1,1-3 1</inkml:trace>
  <inkml:trace contextRef="#ctx0" brushRef="#br0" timeOffset="25989">5304 8159 7533,'8'-11'1259,"-3"8"-1079,-18-13-270,1 14-180,5-4 90,-4 18 90,9-4 180,-3 10-90,5-6 0,0 0 90,0 39 0,0-24-369,0 30 369,0-27-1680,0 27 0,0 6 1590,0 1 0,-2-22 0,0 5 0,0-5 90,2-6 0,-1-1 0,-7 28 0,0 0 0,6-21 0,1 0-477,-5 19 1,1-4 386,5-13 45,-3 15 0,0 3 45,7-1-90,-6-2 0,0-5-90,8-22-58,0 20 0,-1 2 148,-2-5 1370,2 4 1,1 3-1146,-6-9 0,0-3-135,0-11 0,0 1-275,0 12 1,0-2 274,0 3-135,-5-7 0,-1-1-135,-3 5 180,3 0 0,0-2 0,0-11-135,1 11 0,0 1 135,2-5 0,-5 3 0,0-3-180,7-13-179,-10 27 359,9-20-180,-3 20-810,5-27 631,0-12 269,0-2 787,0-11-697,0 0 0,11-5 0,3-2 0</inkml:trace>
  <inkml:trace contextRef="#ctx0" brushRef="#br0" timeOffset="27432">5242 8318 7083,'39'-45'449,"0"0"1,-4 10-405,2-7 0,5 6 225,-4 29 0,-3 8-180,-4 5-1827,15-2 0,14 0 0,-10 0 1827,0 4-115,-5-4 1,13-1-1,0 0 1,-12-2-66,14-1 164,-16 0 1,13-1-1,5-1 1,-4 1 0,-12 0-31,-11 0 1,1 1-199,13 0 0,16 1 0,4 1 0,-4-1 0,-14 0 154,-11 1 0,0-1-90,4-1 0,14-2 0,5 0 0,1-1 0,-6 1 0,-11 0 135,1-1 0,0 1-57,8-2 1,15 0 0,4 0 0,-6 1 0,-17 1 101,-18 2 0,-3 1 368,18 2 0,7 1 0,-10 0-8,-4 3-180,8 11-90,12-4 1517,-11-2-1907,-7-7 0,8-2 0,-7 0 30,15-2 180,0-2 0,12-1 0,-9 0-45,-15-2 0,-4 0 1179,11-3 0,2 1-1104,-10 4 0,1 0 0,-7 1-30,5 1 1696,8 1 0,4 3-1606,-17 5 0,-3 0-90,3-5 0,-1 1 45,1 6 0,3 0-105,1-7 0,3-3 0,-6 1 60,16 5-687,3-4 1,-3-1 866,-22-2-259,1-2 0,2-1 79,13 2 45,-16-2 0,-1 0-45,0 3 0,5 5 0,0 1 0,-2 2 0,1-1 0,1-1-360,18 5 1779,-26-10-1419,32 5 11,-29-5 0,-1-2-101,18-5 360,-10 1 0,-2-2-90,-7-2 360,-10-2-450,-18 11-450,-5 0 180,0 0-270,0-5 270,0 4 540,0-10-180,0 9-90,0-3 90,6-1-360,-5 5-270,5-10 360,-1 10 540,-3 1-360,3 1 360,-10 38-810,3-21 225,-5 18 0,-2 2-45,0 4 30,0 13 0,-4 14 0,2-1-288,1-15 0,2-1 0,-2 6 408,2-7 0,-1 7 0,0 4 0,-1-1 0,1-2 0,1-7-463,-2 10 0,1-7 1,-1 1 784,2-7 0,-1 2 1,1-1-1,-1-2-262,-1 9 0,0-2 0,1-8 60,4-12 0,-1 0 30,-2 14 0,-2 7 0,1-4 60,2-5 0,1-5-90,-2 13-1219,-3 9 1,1-5 1128,7-34-4733,-13 34 4374,15-63 442,-10-2 0,-2-25 0,-6-7 0</inkml:trace>
  <inkml:trace contextRef="#ctx0" brushRef="#br0" timeOffset="29031">5267 10534 7533,'-14'24'899,"14"-16"-809,8 1 180,16-20 90,6 0 0,3-1-1,8-4-224,4-3 0,7-2-15,-7 8 0,4 1 0,-2 0-255,11-3 0,0 2-4,-11 2 0,3 1 1,2 2 25,0 3 1,4 2 0,-2 1-1,-8 1-529,-5 0 0,0 1 702,20-2 0,8-1 0,-13 2-60,-6 1-45,7 0 0,1 0 135,1 0-261,-2-1 0,-1 2 440,0 5-1436,3-3 0,0 0 1212,-24 1 0,0-1 135,20 0 0,3 0 398,-5-1 1,0 1-399,0 3 0,2 1-135,8-3 0,-2 0-1179,-11 2 1,-5-1 1223,-1-5-801,-3-3 1,-2 0 620,-5 2 893,-2-1 1,4-1-804,3-3 0,-3 1 0,7 2 0,-6-3 0,0 1 0,-2 5 135,0 0 0,1 0-45,11 0-270,-12 0 0,-2 0 270,-8 0 2000,0 5-2090,21-4 2945,-5 5-3035,19-6 90,-22 0 90,-3 0 0,-2 0-90,0 0 985,25 0-1165,-15-5 0,-1-1 360,3 3-150,-3-3 0,8-3 0,-6 3-30,14 3 225,1-5 0,-2-1-225,-12 3-90,17-1 90,-43 2 180,33-6-180,-20 2 0,14-3-270,10-4 450,-34 7-1651,20 0 0,-1 1 1471,-20 1-701,40 2 791,-44 5-270,12 0 270,-17 0 90,11-6-180,-13 5 0,11-5 3223,-19 6-2503,14-11-211,-8 8-689,16-13-89,-16 15 89,9-5 0,-10 6 90,16 0 0,-14 0 0,13 0 810,-4 0-720,-9-6 179,13 5-268,-9-10 178,1 10-89,-2-5 180,4 1-90,-13 3-90,7-3 90,-4 5 0,-5 0-90,10 0 0,-10 0-90,5 0 0,-1 0 0,2 0-719,6 0 539,-6 0-2608,4 0 2428,-4 0 450,0 0 0,4 0 0,-5 0 0</inkml:trace>
  <inkml:trace contextRef="#ctx0" brushRef="#br0" timeOffset="32666">9697 14211 7533,'7'20'809,"-2"3"-89,-5-9 89,-10 9-629,7-15 270,-8 8 539,6-14 1440,3 3-1889,-3-5 539,5-22-899,5 11 0,2-23 90,0 15 89,13-30 1,3-8-360,-7 15 0,0 0-30,1 1 0,1-4 0,2-1 0,1-9 0,1-1 0,-3 7-105,-2 11 1,-2 0 44,1-8 0,1-5 0,-3 12-90,-3 10 180,-5 2-450,-6 27-989,0 0 1169,0 5 360,0 2-90,0 0-315,0 23 0,0 6-459,0-5 864,-1 4 0,2 5 135,9 13 0,8-4 45,21-2-1060,-19-1 0,1-6 970,19-29-180,-28-23 450,8-41 0,0-12-585,-8 26 0,0-4 90,1-11 0,0-12 0,1-1 0,-2 8-423,5-5 0,-2 4 558,-7 12 0,-2-1 0,1 8 0,9-9-450,-10 56 270,10 33 0,2 11 180,1-1 54,-9-6 0,2 15 0,-1 6 0,-1-2 0,-3-10-234,-1 4 0,-2 0 339,1-7 0,0 10 1,2 3-1,-2-7 1,0-12-2139,3 13 1619,-3-16 0,2-16 270,10-63 0,-3 19 0,10-19 0</inkml:trace>
  <inkml:trace contextRef="#ctx0" brushRef="#br0" timeOffset="33562">11038 13818 8072,'0'-14'1979,"-5"-13"-90,-2 12-1349,0-4-180,2 2-90,5 16 899,-5-10-989,-2 10 180,-11-4-450,5 5 0,-5 5 180,5-4-360,1 10-900,-22 18 541,-1 10 449,7 0 0,2 0 270,-2 5-3482,1 12 3302,25-37 333,8 39-64,8-32 181,16 31-270,1-45 0,2-5 0,7 7 315,9-18 0,-2-9 674,-14-15-674,-5-2 0,-5-6 89,-15-9 1,-9 0 2841,-6-19-3112,-12 5 1,-8 4 45,-10 16-270,11 7 0,-1 6-3328,-20 19 2159,29 3 449,-9 15 838,38 18 1,14-12 0,8 0 0,6 10 0,1 1 0</inkml:trace>
  <inkml:trace contextRef="#ctx0" brushRef="#br0" timeOffset="34335">11506 13141 7533,'-12'-46'4137,"5"49"-3507,2 29-450,7 0 0,1 6 239,-1 15 1,0 8 0,1-3 119,2 4 1,2 1-743,0-13 1,0 6 0,1-1 0,-1-8 337,1 0 0,0-7 494,4 20-449,-14-67-270,-11-26-359,2 27 958,-29 8 1,-19 9 0,9 2 119,2 11-1717,-3 3 1,-11 6 0,21 0 1267,34 13 540,7 18-1702,38-33 1,8-6 711,-9-9-2834,26-8 1,-3-10 2564,-34-13 179,19-31-100,-22 23 0,3-3 0,11-10 0</inkml:trace>
  <inkml:trace contextRef="#ctx0" brushRef="#br0" timeOffset="34800">11765 13806 7533,'8'-39'5846,"2"15"-4137,-32 7-1529,18 16 0,-13-5-1349,6 23 989,8-8 90,-13 15-1259,9 21 1888,0-14-224,9 10 0,2-1-225,-2-8-225,18-2 0,4-5 135,-5-15 674,20-14 1,2-9-315,-14-6-1328,-3-14 1,1-13 0,-7 8 1417,-7 1-210,2-22 0,-4 7 210,-9 40-271,0-15 1,-6 38-270,5 2 180,-5 7-990,5 22 1,2 4 540,5-10-1500,3 13 0,3 14 0,1-14 1139,6-18 495,-2 18 0,0-10 225,0-38 0,-4-33 0,12-16 0</inkml:trace>
  <inkml:trace contextRef="#ctx0" brushRef="#br0" timeOffset="35568">12442 13105 7533,'-6'-31'2069,"5"11"-1620,-10-3 1350,-7 5-1529,8 10 360,-12-3-450,16 22-90,-1-3 269,1 32 91,6 2 0,0 4-315,0-13 0,0 3-799,0 8 1,0 5 0,0-6 843,0 20-151,2-10 1,0 10 0,0-8-75,-2-16 1,1-1 73,2 7 1,2 5 0,-2-9 60,-2 3 90,5-2-2464,-1 6 2194,-3-19-360,3 5 181,-5-27-1800,0-1 1709,0-6 693,0 0 0,6-11 0,1-3 0</inkml:trace>
  <inkml:trace contextRef="#ctx0" brushRef="#br0" timeOffset="36097">12478 13928 7533,'-7'-19'7825,"56"8"-7825,-29-1-206,12 8 1,3 1 385,-11-3-225,3-11-135,30-7 69,-31-4 156,3 12 0,-2-3 584,-6-28 91,-2 17-271,-8-5-179,-11 18 1349,-16 0-1349,6 7-270,-14-6 180,18 10-62,-16 5-1107,12-5 629,-14 12-450,13 0-269,-13 34 809,10-21 0,-10 26 630,14-8 0,2 0-270,0 1 179,1-1 1,3 0 720,15 8-810,-3-25-270,10 19 90,0-27-1799,12 1 899,-3-7-2158,14-6 809,-15-6 1260,-1-1 989,-7-4 0,5-1 0,3-7 0</inkml:trace>
  <inkml:trace contextRef="#ctx0" brushRef="#br0" timeOffset="36593">13278 13572 7533,'-16'-25'7825,"6"11"-7735,-13 3-180,-22 22 90,19-2-778,-26 9 508,33 0-1169,-26 28 1169,31-20 193,-19 19-103,38-11 360,2-21-90,6 14 989,21-16-179,-5-3-720,13 4 269,-12-1 1171,33 1-1261,-34-4 316,7 12 0,-5 4-316,-21-5 1,1 22-135,-33-14 0,-7-3-225,0-4-1754,-14 7 0,1-3 1034,18-15 676,-11 2 44,25-11 0,25-11 0,-1-3 0</inkml:trace>
  <inkml:trace contextRef="#ctx0" brushRef="#br0" timeOffset="37772">9291 13141 7443,'-16'61'526,"0"1"1,0-1 0,0 0 0,1 0 0,4-2 0,3-6 0,0 10-404,0-10 1,-1 9 0,-1 6-1,0 4 1,1-1 0,0-3-1,2-7 1,3-10-34,2 8 0,3-10 0,0 2 67,-2 6 1,1 5-1,-1-5 1,3-16-338,4-9-1099,-5 7 1459,4-33-646,-5-12 376,0 5 90,0-37 0,6-9 0,-3 6 0,1 1 0</inkml:trace>
  <inkml:trace contextRef="#ctx0" brushRef="#br0" timeOffset="39326">9340 12858 7443,'25'-34'1574,"12"26"0,6 4-1484,5-13 0,2 1-1666,10 14 0,-1 3 1531,-23-6 0,0-1 75,9 0 0,3 0 0,-3 0 15,-5-1 0,1-1 45,18-3 0,10-1 0,-4 1 60,-18 5 0,-3 2 0,0-1-105,20-5 0,-2 2 0,-4 4 0,-6 2 45,-10 2 404,9 2 1,0 2-315,-3 3-45,2-4 0,1 1-135,3 7 404,-7-7 1,3-1-270,-14 0 0,0 0-45,9 3 0,-4-1 0,-5-3-1182,1 1 1,1-1 1181,4-2-180,-4 0 0,4 0-536,16 2 1,-3 1 805,-3 4-273,-8-1 0,12 2 1,0 0-1,-12-1 183,8 4-35,-9-3 1,11 2-1,1-1 1,-12-3-236,13-3 135,3 3 0,-4-1 45,-18-5 412,-1 0 1,3 0-413,-2 0 0,0 0 595,4-1 1,0 2-326,18 4 935,-23-2 0,1 1-1205,1 1 0,3 2-426,9-1 1,6 0 0,-5 0 335,-7-2 0,-1 0 45,16 5 0,0-2-968,-16-6 1,-3 0 1012,20 4 178,-20-4 0,1-2 136,9-1 1,-4-1-495,0 1 382,-2 0 0,4-1 22,2 0 1,-4 0-225,-5 2 726,5-2 0,12-2 1,-6 2-502,-12 2 0,-2 1-225,10-3 0,-1 0 179,-9 2 1,-9-3-90,-19-3 2942,17-5-3211,-24-1 808,8 7-539,-11-5-90,0 9-629,-5-3 539,3 10-1080,-9 19 810,-1 30 270,2 4 1,0 4-316,1-16 1,-1 1 344,4 2 0,0 5 0,0 3-98,0-1 1,0 3 0,0 0 0,1-3 37,2 0 0,1-3 0,-2 5 210,-2 0 0,-3 9 0,1 0 0,-1-3 0,3-11 674,0 2 1,1-6-675,-4-4 0,-1 1 0,0-6 1529,-8 13-1619,4-24 809,-3 27-629,10-38-720,2 16-2698,5-27 2879,0-1-1530,0-6 809,0-6 1080,0-12 0,-6-46 0,3 21 0,-1 1 0</inkml:trace>
  <inkml:trace contextRef="#ctx0" brushRef="#br0" timeOffset="40868">9069 14667 7443,'-43'35'2518,"21"-13"-1708,-25 12-900,36-20 674,39-9 1,10-3-225,-5 2-1483,12-9 0,16-6 1,4-2-1,-13 3 1213,-15 4 0,3-1 322,10-1 0,14-2 1,7 0-1,-2 2 0,-6 4-232,-11 7 0,-3 3 0,-1 1 0,1-2-225,3-4 0,0-2 0,0 0 0,1 3 202,4 5 1,2 3-1,-3 0 1,-10-4-23,-11-5 0,-2-1 260,24 4 1,4-2-126,1-7 0,-1-1-450,-18 5 0,0-1 135,6-7 0,3 2 674,10 7 1,-7 4-540,-12-3 0,8 2 0,13 2 0,-12-1-180,-10 3-668,13-8 0,13-4 0,-13 0 668,-10 1-310,11-3 0,14-2 0,-13 3 490,-8 5-323,4 2 0,10 1 1,-10 0 232,-1 1 607,-9 5 0,5 1-1237,16-6 1,-4 0 1169,-8 4-316,-8-5 0,11-2 0,0-1 0,-13 0-224,7 0 150,1-4 0,9-1 0,-12 1 120,-8 2 413,-2-3 1,4 1-414,4 3 0,-5 4-360,-5 3-506,11-4 0,12-2 1,-13 3 595,-15 3-90,13-3 0,2-4 894,7-9-804,-19 8 450,19-13-181,-34 9 181,17-5-540,-23 5 180,21 2-450,-16 5 2320,-2 0-1690,30 5-270,-27-3 360,16 4 1651,-10-6-2101,-10 0 3572,4 0-3752,4-6 90,-12 4 180,13-3 90,-16-1-899,20 5 539,-21-4 0,21-1 360,-4 5-90,-1-5-180,14 6 270,0 0 0,-15-6-90,8 5 1259,-5-15-1169,-15 13-989,8-13-990,-17 15 899,0-5-539,0 6 0,-6 17 0,-1 3 0</inkml:trace>
  <inkml:trace contextRef="#ctx0" brushRef="#br0" timeOffset="46464">18397 10976 10321,'20'-60'5217,"-8"15"-4317,-6 28-631,-6 15-358,0-9 89,-6 11 809,-39 11-2608,12-3 989,-20 9 1,-15 6-1,10-2 900,25-6 0,0-1-60,-15 4 0,-7 1 0,6 2 195,5 7 0,8 0-45,4-1-135,-2-2 0,8 2-45,37 7 0,-8-18-180,14 13-2762,28 16 3122,-12-19-46,-4-2 1,0-1-18,7 0 63,-10-4 90,15 16 0,2 4-450,-4-2-97,0 3 0,-4-1 367,-17-13-822,-10 15 0,-4 3 732,-3-6 0,3 3 0,-9 2 1997,-22-5 1,-7-5-1188,-8 7-649,7-8 0,-6-6-26,-4-17 0,3-8 45,0-1-225,4-2 0,2-1 135,11 2-657,-15-21-512,16 12 3600,-5-7-2881,24 6 90,5 10-1878,11-10 799,-3 4 629,10 0 720,18 1 0,6 1 0,-10-1 0,3 0 0,28-4 0,0 0 0</inkml:trace>
  <inkml:trace contextRef="#ctx0" brushRef="#br0" timeOffset="46831">18742 10964 7533,'-12'-19'4767,"-11"-15"-3868,13 23 451,-12 11-1170,21 21-1,-5 17 301,4 5 0,2 12 0,2 2-2840,4 4 0,3 3 0,-2-1 2270,-3-2 0,-2 0 0,3-1-390,3-2 0,1-1 1,3-10-3479,17 6 3958,-24-21 0,-12 2 0,-32-36 0</inkml:trace>
  <inkml:trace contextRef="#ctx0" brushRef="#br0" timeOffset="47062">18620 11689 7533,'-20'-40'1619,"1"0"0,0 0 0,-3-16 210,16 6 0,3-10 0,7 15-1110,11 13-150,18 3 1,15-2 0,3 8-570,1 12 0,3 8 0,-2 0 0,-7-2 0,-1 0 0,1 3 0,2 5 0,1 0 0,-1-1 0</inkml:trace>
  <inkml:trace contextRef="#ctx0" brushRef="#br0" timeOffset="47924">19149 11431 8882,'-11'-46'4587,"2"27"-4587,-3-14 450,-5 33-900,9 11 450,-4-8-180,-5 56 270,14-19-45,9 23 0,5 1-225,12-7 180,-7-14 0,6-7-180,10-25 1,3-10 359,4-12 239,-5-11 1,4-10 0,-6 0-195,-10 2 0,-5-5 374,7-20 1,-1-10 0,-8 9 1828,-13-4-2383,2 18 0,-3 16-1124,-13 81 539,5-7 315,2-7 0,5 2-1619,12-3 0,3-3 405,-3 10 764,9-2 1,3-5 674,2-13 0,17-13 0,0-17 0</inkml:trace>
  <inkml:trace contextRef="#ctx0" brushRef="#br0" timeOffset="48600">19949 10644 7533,'-7'-41'3778,"1"23"-2969,6 29-629,0 9 599,0 23 1,0 15 0,0-8-600,0 10-959,1-18 1,0 14 0,0 4-1,0-3 1,1-10 868,1 3 0,1-3-120,-3 10 0,1 5 0,2-7-384,4-10 1,0-9 413,-6-10 540,9-4-271,-11-32-179,0-14 180,0-9 0,0 0-180,0 6 449,-8-20 1,-6 1-450,-2 26 0,-19 8 0,-4 7 0,10 8 479,-3 20 1,-7 11 0,11-1 240,10 11-151,1-2 1,-3 6 0,8-6-301,17 4 181,15 5 0,5-6-540,3-24-1596,27-6 1,2-8 1236,-25-17 339,24-11 0,-6-3 0,-35 6 1,23-16-1</inkml:trace>
  <inkml:trace contextRef="#ctx0" brushRef="#br0" timeOffset="49437">20145 11492 10411,'48'-32'1529,"1"-1"0,-1 0 0,2-2-1319,-1-7 0,8-9 0,-25 10-210,-36 16-90,1-9 0,-28 24 0,-5 9-90,6 5-45,-30 8 1,-3 5-46,13 13 270,11-11 0,1 4-360,9 11 0,8-1 450,9-9 0,-5 9 0,6 6 225,21-6 0,8-1 44,-2-3 1,2 0-225,2 5 0,5-3 225,11-4 0,2-8-810,17-9 450,-25 3 0,2-4-1754,6-11 0,-1-7-765,10-10 2519,4-1 0,-12-31 0,-19 5 0</inkml:trace>
  <inkml:trace contextRef="#ctx0" brushRef="#br0" timeOffset="49856">20674 11358 13289,'-18'-14'2339,"10"8"-1439,-19 46-1170,17 2-675,1-3 1,1 0 764,8 2-90,7-7-90,0-28-269,14-6 988,5-22-269,7-5-90,3-17 90,-17 7 1574,1-8 0,0-1-1304,-9 13 90,5-9 0,-4 6 1169,-12 24-1439,0 5 0,0 1-540,-5 45-450,3-8 450,1 0 1,2 3-2250,12 27 630,0-15 1170,11 2 269,-11-24-1889,16 5 2429,2-14 0,-9-39 0,0-16 0,2-8 0,1-1 0</inkml:trace>
  <inkml:trace contextRef="#ctx0" brushRef="#br0" timeOffset="50163">21179 10718 8072,'0'-14'4138,"0"3"-2069,-6 60-1619,5-20-271,-2 2 1,0 8 449,4 11 1,2 7 0,-1-7-540,-2-11 0,1 0-30,1 12 0,0 7 0,0-2-330,0-9 0,0-1 1,-1-8 89,0 15-135,1 7 0,2-10-2563,1-42 539,-3 3 1350,3-11 989,1-16 0,-5-5 0,5-15 0</inkml:trace>
  <inkml:trace contextRef="#ctx0" brushRef="#br0" timeOffset="50393">21130 11308 0,'-25'-43'2954,"4"7"0,1 2-2594,2 7 269,-10-23 4691,39 21-4780,-2 12-180,9-12-1620,14 18 1,3 6 809,-4 2 1064,4-5 1,4 0-615,7 8 0,-2 4 0,8 8 0,0 1 0,0 0 0</inkml:trace>
  <inkml:trace contextRef="#ctx0" brushRef="#br0" timeOffset="50734">21597 11075 0,'-40'-14'3138,"1"0"1,9 26-1,0 2-1977,-9-19 1,4 2-1162,2 44-405,49 9 0,12 0 225,-6-12-1032,4-2 0,10 12 1,2-1-1,-10-11 1122,4-1 0,20 9 0,-16-4 4784,-46-28-4334,2-6 2224,-17 0-1865,-14 2 1,-12 2 0,7 0-1260,-14 2 540,8-2 0,-7 2 0,18 0 0,28 0 0,3 0 0</inkml:trace>
  <inkml:trace contextRef="#ctx0" brushRef="#br0" timeOffset="51596">17426 10607 7533,'-7'-26'1709,"-21"-19"-1529,23 27 1079,-23-22-719,21 65-361,-5-11 1,4 15 0,1 19 0,0 11 0,1 4 0,0-1-180,2-7 0,0 4 0,1 3 0,0 1 0,1-1 0,-1 0 0,-1-3-180,-1 0 0,0-1 0,-1-2 0,0 1 1,2 1-1,0 4 213,1-1 1,1 7 0,1 3 0,0 0-1,1-2 1,0-5 0,0-7 0,1-11-1387,2 11 1,1-6 1412,0 7 0,0 6 0,1-13-60,1-4-2229,22 11-1729,-22-37 1710,32 6 2248,-34-47 0,17-5 0,-14-5 0</inkml:trace>
  <inkml:trace contextRef="#ctx0" brushRef="#br0" timeOffset="52595">17328 12416 11041,'59'-6'523,"0"-1"0,1 1 1,-1-1-1,1 1 0,-1-1 1,4 1-1,1 0 0,0-1 1,-1 1-1,-1 1 0,-3 0-668,-5 0 0,-3 2 1,-1 0-1,1-1 0,4 0 489,4-2 1,7-1 0,1 0 0,-3 0 0,-6 0 0,-10 1-1412,2-3 0,-4 0 1112,-2 1 0,7-1 0,2 0 0,-3 1 315,12-3 0,-1 1 0,-8 2-808,-10 2 0,0 1 508,13-2 0,6-2 0,-11 3 30,-7 6 0,4 3 0,12 2 0,0-2 89,-6-1 1,1-1 0,8-1-463,-11 0 0,6-2 1,6 1-1,1-1 1,-1 0-1,-3 0 0,-7 0 170,6 0 1,-7-1 0,0 1 0,2-2 280,-1 0 0,4-1 1,-1-1-1,-1 1 0,-4 2-168,10 0 0,-4 1 0,-8 1 732,-16 1 0,1 0-575,16 1 1,12 1-1,-2-1 1,-13 1 2189,3-1-1927,-7 2 0,8 2 0,-9-2-61,1-2-2685,0-1 1,-1 0 2145,0-1-2044,3-10 2674,-28 10-990,33-15 630,-18 13 0,25-8-270,0 5-90,-32 5 180,25-5-450,-22 1 360,-7 4 2874,12-16-2334,-25 14 3013,2-8-2294,-11 0-449,-6 9-900,5-15-360,-16-11 450,14-1 180,-2-21 0,-1-8 180,6 19 0,0-1-135,0-17 0,0-7-293,2 13 1,1-7 0,0 0-1,0 4-973,0 4 1,0 4 0,0-4 1197,0-1 1,0-4-1,0 0 1,0 1 291,0-13 1,-2 2 0,1 10-270,-2 22 0,0 0 0,0-10 0,0-7 0,0 10 270,0-4-180,0 9-180,0 1 90,-6 22 90,-1 0-450,0 5 180,2 2-2158,5-1 5280,0 5-3482,0-10-3507,5 4 3147,-3 0 900,3-4 0,-43-12 0,-10-9 0</inkml:trace>
  <inkml:trace contextRef="#ctx0" brushRef="#br0" timeOffset="53932">17536 10546 7533,'-41'-11'180,"18"8"179,-11-14 631,0 5-810,16 4-90,-11-9 809,23 5-539,12 4 989,34-19-989,-15 17-383,28-8 293,-23 13-969,9 2 0,11 2 1,-4-1 698,-9 2 0,0-1 60,11-1 0,6 1 0,4-1-561,1 0 0,6 0 0,-2 1 0,-7 0 546,1 1 0,4-1-203,-10-1 1,13-1 0,7 0 0,2-1 0,-2 0 0,-7 1 0,-12 0 202,9-2 0,1 0-23,-16 2 0,10-1 1,7-1-1,4 0 1,-1 0-1,-3 1 1,-7 0-1,-11 0 158,13-1 0,0 0-116,-9 3 0,12-1 0,7 0 1,2 0-1,-2 1 0,-8 0 1,-13 1 69,3 1 1,-3 0 141,3 0 0,9 0 1,1 0-1,-5 0-67,-2-1 1,-3 1 0,2 1 120,11 2 0,4 1 0,-2 0-270,-5-3 0,-1-1 0,-1 2 295,-3 1 1,0 2 0,-3-2 4,15-3 0,-8 0-360,6 0 119,-7 1 1,12 0 0,-14 2-210,-10 4 1224,-2-4 1,2 1-1180,1 2 0,-3-1 135,19-4-90,-17 2 0,4 0-585,0-6 0,-5 0 1125,-8 2-90,10 3 0,-4 1-450,-25 0-540,15 13 4022,6-9-3032,-24 0-270,23-1-90,-32-6-90,-5 0 1169,5 0-809,-6 0-180,0 0-450,5 16 360,-3-12-810,3 18-1439,1-10-989,1 7 1979,-1-5 1169,0 2 0,-66-31 0,22 8 0,1-1 0</inkml:trace>
  <inkml:trace contextRef="#ctx0" brushRef="#br0" timeOffset="90193">18459 5477 9781,'20'-16'4948,"-8"11"-4589,-7-17-539,-5 21-1888,-22-5 1798,11 6 0,-18 6 135,-9 9 0,-2 4-45,7 0 140,-11 4 0,3-1 220,16-8 449,-6 8 1,-1 1-540,9-4-90,-26 21-180,49-33 1349,60 15-629,-13 3 0,3 3-630,-7-10 0,0 4 180,-4 9 0,0 6 0,-12-4 270,-16 1 764,-16 23 0,-17 3-405,-25-24 1,-6-6-1537,15 9 1,0-3 906,-14-10 0,4-13-343,12-24 73,19 3-5127,-5-21 4858,29 19-1440,10-12 1889,13 21 0,1-7 0,4 0 0,6 1 0,1 1 0</inkml:trace>
  <inkml:trace contextRef="#ctx0" brushRef="#br0" timeOffset="90623">18865 5218 7533,'-6'-32'4317,"-5"-3"-4137,9 27 0,-3-3 1619,5 28-1619,0-2 180,0 15-1208,0 9 1,0 11-1,0-5 848,0 17-10,0-18 0,0 12 1,0 4-1,0-2 0,0-13-260,0-5 1,0-2 239,-1 13 0,1 5 0,1-10-2399,4 1 1800,-3-26-451,9 3-989,-10-18 1260,4-6 2582,-5 0-1773,0 0 0,-11-11 0,-2-3 0</inkml:trace>
  <inkml:trace contextRef="#ctx0" brushRef="#br0" timeOffset="90824">18767 5883 7533,'-7'-19'989,"-20"-27"450,16 22-629,-18-17 4047,16 7-1709,7 12-2518,0-8-180,6 12 809,6 6 720,34-22-1799,-15 16-270,1 1 0,6 0-1260,22-2 1,0 4-1979,2 2 1675,5-4 1,-3 2 572,-20 8 875,21 0 0,-12-10 0,13 3 0</inkml:trace>
  <inkml:trace contextRef="#ctx0" brushRef="#br0" timeOffset="91624">19395 5760 7263,'-20'-6'4677,"2"-6"-4227,12 4-270,0-9 90,6 11 449,6-18-539,0 9 720,1-8-631,-1-6 91,-6 19 0,0-18 540,-28 27-721,5-5-584,-19 29 1,-2 9 314,9-7-90,3 6 0,2 6-180,11-2 1,4-2 538,2 3-1560,5 23 0,5-1 1561,13-26-1045,16 7 1,4-6 954,-4-24-289,21 2 199,-24-17 180,3-17 0,0-5-180,1-1 45,-1 1 0,-1-6 360,-11-10 0,-5 3-135,1 7-1,1-9 1,-6 3 2249,-16 20-34,3 7-2665,-26 62 1316,23-23-1451,-5 8 0,4 5-3868,20 8 1,5-4 4182,-8-7 0,26 7 0,11-8 0,-9-32 0,1 0 0</inkml:trace>
  <inkml:trace contextRef="#ctx0" brushRef="#br0" timeOffset="92295">19788 5994 7533,'-11'35'3418,"-2"-13"-1889,-7 1-720,8-17-539,6-6 1439,6-33-1349,6 8-801,-4-15 0,-2-13 0,-1 6 621,1-18-382,-2 21 0,-3-13 0,0-4 0,-1 2 1,1 12 291,0 2 0,-1 1-476,-1-17 0,-1-9 0,2 14 566,0 7 315,5 11 0,1 1 44,0-3 399,12 1 1,4 4-1029,2 19-540,25-1 1,3 7 449,-15 14 1089,5-8 1,2 4-1855,-4 13 1,-5 1 584,0-9 3392,27 23-3841,-43-21-6721,10 32 7170,-14-20-1799,7 26 2159,-16-25 0,-26 12 0,-14 4 0,-1 4 0,0-1 0</inkml:trace>
  <inkml:trace contextRef="#ctx0" brushRef="#br0" timeOffset="92496">19616 5600 7533,'-19'5'6026,"-15"-3"-5396,23 3 539,-11-5-539,22 0 1619,27-5-1890,-9-2-449,23 0-989,-2-4 0,1 0-2159,15 2 1357,-10-1 0,-1 2 1881,-2 2 0,10 17 0,0 3 0</inkml:trace>
  <inkml:trace contextRef="#ctx0" brushRef="#br0" timeOffset="92964">20084 5957 7533,'-5'35'4047,"-2"-19"-3507,0 12 1439,12-22-1799,3 1 1439,21-23-1439,-14 5 180,3-17 89,-13 15 315,-4-28 1,-2-6-765,1 4-703,-2-3 0,-3-16 0,0-2 0,0 13 883,1 14 0,-1 2-287,-1-17 1,-1-7 0,2 11 376,-1 6 264,3 4 0,1 1-354,6 1 0,-2-25 270,48 21-270,-28 21-945,28-3 1,1 4 674,-27 11 1021,8 4 0,3 1-3000,28 2 1259,-34 0 2215,33 0-5183,-33 22 2879,-18-11 1314,11 17-415,-27 7 0,-19-7 0,-9 20 0</inkml:trace>
  <inkml:trace contextRef="#ctx0" brushRef="#br0" timeOffset="93196">20084 5563 7533,'-56'31'7915,"22"-12"-4047,84-8-3148,0-22-3997,8 2 0,12-2 0,-9 1 2843,-21 2 1,-3-1 433,36-14 0,-22 13 0,-53 19 0,-15 0 0</inkml:trace>
  <inkml:trace contextRef="#ctx0" brushRef="#br0" timeOffset="94261">17697 4985 10681,'-1'64'269,"1"0"1,0 0 0,0 0 0,0-1 0,0 1 0,-1 0 0,1 0 0,-1-2-1,-1-10 1,1 13-246,1-16 1,0 9-1,0 7 1,1 6 0,0 2-1,0 3 1,-1-2-1,1-2 1,0-5 0,-1-7-1,1-8-1057,-1 11 0,0-9 1,0-4-1,0 4 1100,-2 9 1,1 2-1,-1-1 1,1-6 112,1-6 0,0-4 0,-1-9 2128,-5 2-2218,6-23-40,0 9-3468,11-81 790,-3 29 1458,1-12 1,0 0 1169,3 11 0,0-26 0,1 0 0</inkml:trace>
  <inkml:trace contextRef="#ctx0" brushRef="#br0" timeOffset="95322">17745 5083 9512,'9'-37'1888,"-9"21"-1528,42-19 0,16 1-90,-1 13-3011,1 8 1,2 2 2830,-26 6 0,5 0-60,7 1 0,14 1 0,7 0 0,3 0 0,-5 0 0,-9 1-389,4-2 0,-7 1 0,8 0 359,-13 1 0,5-1 0,3 1 0,4-1 0,0 1 0,1-1 0,-1 1-331,-3 1 1,1-1 0,2 1 0,-1 0 0,1 0 0,-1 0 0,0 0 0,-2-1 651,2-1 0,-1-1 0,-1 1 1,0-1-1,0 0 0,1 0 1,1 1-210,-2 0 0,2 1 1,1-1-1,0 1 1,1 0-1,-2 0 1,-1 1-1,-1 0 442,12 0 1,3 0 0,-2 1 0,-4 0-1,-10 1 1,-13 0-105,16 4-181,-2 3 1,9 1 0,-17-4-90,-27-5 1986,22-6-1356,-44-17-900,0 12 270,0-16 1800,-11 14-2070,2 5 825,-3-3-2804,6 11 1620,6 0 179,0 0 1799,-5 6-1439,4-5 180,-4 10-180,-3 25 0,0 6 0,-2 5-246,-1 2 0,-2 11 201,4-2 0,-2 10 0,1 0 0,1-9-1615,-1-1 1,1 0 1605,1-11 0,0 7 0,-1 3 0,1-1 0,1-4 24,0 10 0,1-3 0,1-8-1035,1-13 0,0 0 1005,0 11 0,0 4 0,1-10-720,3-7 690,0-20 186,0 7-1895,0-23 1762,0 0 1,-17 0-1,-3 0 1</inkml:trace>
  <inkml:trace contextRef="#ctx0" brushRef="#br0" timeOffset="96562">18151 6719 7533,'-25'6'-1619,"2"-5"3238,-23 5-1709,26-6 270,-25 0-360,-17-11 180,32 8 90,-33-8 1079,28 6 0,3-1-809,2-2 404,-11-1 1,3 0-495,21 2-90,-5 2 1079,44-1-809,-5 5-90,24-4 157,4 1 0,17-1 0,3 0 1,-9 2-518,5 1 0,2 0-246,-12-2 0,6 0 0,5-1 0,4 0 0,2 1 326,-15 1 0,3 1 0,2 1 0,2-1 0,1 0 0,1 0 0,0-1 0,-1-1 0,0 0-216,0-3 1,0-1 0,0 0 0,0-2 0,0 1 0,1-1 0,-1 1 0,1 1 0,0 1 155,2 1 0,2 1 0,0 1 0,0 1 0,0 0 0,-1 0 0,-2-1 0,-1-1 0,-3-1-104,12-4 0,1-4 0,-3 0 0,-4 1 0,-7 3 0,-9 6-51,12 8 0,-14 2-45,-1-3 135,-1 5 0,-5 0 1394,-22-6 934,-11 3-1563,-2-5 3181,-5 0-1743,-11-5-2064,3 3-903,-21-19 359,20 17 90,-7-18-5397,16 20 5308,0-3 89,0 5-270,0 0-359,5 0 809,-3 0 90,8 0-90,-8 0 630,8 5-90,-9-3-181,11 4 1171,-11-6-1260,4 0 90,1 0 539,-5 0-629,5 0 0,-6 0-3418,0 0 1889,0 10 1259,0-7-90,5 8-180,13 0 270,-3-9 1889,19 9-1259,-19-11-180,3 0 719,-7-5-2068,-10-2 899,5 0 90,-6 2 0,0-1 90,0 5 0,0-4 1080,0-28-990,0 14 359,0-28-134,2 5 0,1-1-45,-1-18-1966,1 13 0,-1 0 1606,-2-5-6124,0 5 6214,0 25 0,-21 28 0,-6 37 0</inkml:trace>
  <inkml:trace contextRef="#ctx0" brushRef="#br0" timeOffset="112064">11753 4197 6183,'24'-17'630,"1"3"-720,-12 1 180,-2 8-180,0-1 180,-8 5-90,8-5 630,-6 6-540,-3 0 180,3 0-181,-5 0 1,0 0-719,-5 0 719,3 0 629,-9 0-539,10 0 900,-5 0-811,6 0 451,0 0-180,-5 0-540,3 0 90,-3 0 449,-1-5-629,5 4 180,-5-4-90,6 5 270,0 0 90,-5 0-270,4 0 90,-5 0-90,6 0 90,-10 5 0,1-4-180,-8 4 0,-18 7 0,7-4 90,-15 10-135,2-5 0,-2 2 45,-12 13-30,8-10 0,-7 2 0,6 0 30,15-2 0,3 0 0,-14 1 0,-4 3-30,10 3 0,0 3 0,2-3 210,6-6 0,-1 0-23,-11 8 0,-9 5 1,0 1-1,8-6-67,3-3 0,3-3-45,-17 11 0,-3 0 195,17-8 0,-1-1 0,3-1-151,-2 0 1,-2 1 202,-6 5 1,-8 5-1,-2 2 1,7-5-113,11-7 0,3-3 0,-2 4-1,-9 6 1,-5 6 0,2-1 0,6-4-2056,-2 2 0,5-3 1696,-3 2 1,1 2-493,10-6 1,-1 1 0,2-2 626,3-3 0,-1-1 45,-15 14 0,-4 4 60,11-7 0,0 2 0,4-5-60,9-8 0,0-1-809,-21 22 1,3-2 808,13-12 1017,0 4 1,-1 1-1108,-2 6 135,-1-1 0,2 1 1264,7-3-1534,-7 4 1,-2 2 134,15-14 0,0-1 90,-11 8 0,-2 4-90,-3 8 0,3-3 180,4-2-240,-2-3 0,1-1 60,11-5-72,-17 13 1,-2 1 161,1 5-728,2-5 1,2-1 817,10-13-878,3-4 1,-2 2 787,5-5 0,-1 0 90,-3 8 0,-1 1-90,-7 7 0,2-2 90,7-1-79,-3-6 1,1-2 78,10-8-90,-7 10 0,-2 4 0,-4 14 0,5-13 0,-1-2 1070,-2 3-1070,-1 16-90,3-24 90,8 4 0,2 0 2072,5-14-2162,-3 10 0,1 1 90,0-2 0,-10 16 3097,12-25-3097,-5 11 90,4-11-90,0 7 90,2-8-90,5-19 889,0 13-889,0-15 360,0 5 1349,0-6-3328,-6 0-2159,5 0 3148,-5 0 180,6 0-1259,0 0 1709,0 5 0,27-3 0,7 3 0</inkml:trace>
  <inkml:trace contextRef="#ctx0" brushRef="#br0" timeOffset="113031">7692 7617 5914,'-22'-18'5846,"0"5"-5666,-5 8-450,11 5 180,16 0 270,11 0 90,-8 0 720,19 11-900,-20-9 1169,26 42-1169,-13-14-981,5 4 0,6 9 0,-4-5 891,7 14 45,1-7 0,2 0-333,-11-14 0,-1-4 378,4 0 177,-2 10 1,-4-2-88,-11-23 0,-2 15 180,-5-15 2255,0-10-2795,-5 20 90,4-19 1163,-5 8-1163,6-11 1454,0 6-1364,0-5 900,0 4-721,0-5 1531,0 0-1531,0-5 586,17-21 0,10-10-361,7-8 1,3-3-508,-12 13 1,1 0 0,4-4 169,4-3 1,6-5-1,-1 1 1,-5 7-1594,-1 0 1,-1 3 1405,0 0 0,1-3 0,-6 7-60,-3 3-1169,-13 15-180,-10 6 809,5 2 91,-6 5-2913,0 0 1743,0 5 4831,5-3-3392,-4 3-488,10-5 0,1-5 0,7-2 0</inkml:trace>
  <inkml:trace contextRef="#ctx0" brushRef="#br0" timeOffset="119204">9500 6018 6903,'14'-5'3418,"-3"4"-3328,-11-5 450,0 6-540,0-5 0,0 3 899,0-3-809,0 5 0,0 0 1439,0-6-1349,0 5 0,0-4 630,0-1-990,-5 5 180,3-5-360,-9 1 450,10 3-900,-16-9 630,15 10 180,-15-5 0,-1 12 0,3-5 180,-8 5 0,-16 16 0,25-12 0,-25 19-90,11 11 0,16-21 45,-6 16 0,3 8 224,14-8 1,6 1-405,3 4 0,2-1 90,-1-3 0,3-6-45,18-1-45,9-26 0,0-5-45,-6 6 225,25-22 0,-4-8 45,-32 6-1451,5-3 1,-4-1 1270,-22 1-116,10-34 116,-15 22 270,2-27-1137,-23 28 1,-6 5 1136,3 0-971,-26-4 1,1 4 520,28 21-598,-13 3 1,11 5-2371,35 6 1325,-11 2 1823,21 3 0,22-5 0,6 7 0</inkml:trace>
  <inkml:trace contextRef="#ctx0" brushRef="#br0" timeOffset="119796">9709 6326 6903,'14'-15'8635,"-3"9"-8335,-8-25 0,-7-19 0,-1-2-1,2 2 1,-2-1 0,1 0-270,1-1 0,1 0 0,-1 0 419,-3-11 1,0 0 0,2 15-270,2 14 0,-3-22-540,16 33 540,-3 13-1169,43-17 629,-31 24-90,22-1 0,0 2-89,-21 9-1,35 6-2248,-14 15 2428,-23-17 360,2 17 0,-9 5 0,-40-2 0,11 1 0,0 1 0</inkml:trace>
  <inkml:trace contextRef="#ctx0" brushRef="#br0" timeOffset="120064">9661 6068 7533,'25'-13'9830,"-11"16"-8327,32-43-2583,-11 26 1,-1 5 270,2 0 269,26-8-3957,-22 17 4497,-22 6 0,-1 16 0,-25 11 0</inkml:trace>
  <inkml:trace contextRef="#ctx0" brushRef="#br0" timeOffset="120695">10054 6289 7533,'0'37'2518,"-5"-11"-2248,3-9 899,-3-11-899,5-6 630,0 0 179,0-17-179,5-3 449,-3-44-989,3 20-1027,-5-15 847,0 29 281,0-14 0,0-2-101,0 4 60,-1-7 0,-1-12 0,0 10-151,0-2-179,-1 7 0,1-1 630,13-9-450,-3 37-90,5-15-540,-3 23-899,3 10 719,0-5 1014,5 6-1553,5 11 809,-8-8-540,14 13 1,-15-9-1450,20 16 1449,-18-13-90,18 17 631,-25-18 269,13 30 0,-47 17 0,13-15 0,1 0 0</inkml:trace>
  <inkml:trace contextRef="#ctx0" brushRef="#br0" timeOffset="121398">9992 6141 5914,'0'-41'6026,"0"23"-1798,0-26-3868,0 40 359,6-23-719,1 25-2788,49-9 539,-27 11 2249,17-1 0,3 2 0,-5 4 0,-8-1 0,-1-1 0</inkml:trace>
  <inkml:trace contextRef="#ctx0" brushRef="#br0" timeOffset="121968">10214 6215 10681,'45'-25'2024,"0"1"0,-15 6-1935,14-5 1,-6-4 630,-31-6-540,0 20-360,-23-49-540,-39 55 451,-1-8-1,15 39 0,5 11 180,9-2 90,13 14 0,6 1 630,8-10-450,6 17 989,17 1-989,-7-42-180,18 29-720,7-40 450,-5 2-719,6-11-3329,9-29 4318,-32 18 0,21-28 0,-28 19 0</inkml:trace>
  <inkml:trace contextRef="#ctx0" brushRef="#br0" timeOffset="122356">10584 6141 14009,'-7'64'540,"1"-16"-2249,12-14 1439,-5-19-90,5 8 900,-6-16 1529,5-1-1440,2-22-89,0 6 719,3-51-539,3 11-271,-2-3 1,2 0-989,8-5-2160,-1 21 1,-1 6 1348,-8 17 631,16 3 719,-9 22 0,14 14 0,12 13 0</inkml:trace>
  <inkml:trace contextRef="#ctx0" brushRef="#br0" timeOffset="122823">11038 5957 6183,'0'-47'9830,"0"13"-9405,-16 23-335,7 10-270,-14-5-720,-17 33 630,20-14-720,-8 19 1,0 2 720,12-13 718,-7 24-359,18-33 0,5 1 630,5 10-540,2-13 0,5 12-90,0-21 89,1 4 901,32 1-990,-25-5 90,26 5 0,-29-6-270,-3 0 629,20 5-449,-18-3 0,8 9 1259,-41 23-1079,1-10 0,-15 17-90,9-17 359,-4-4 1,-1 1-2069,0 3 810,-23 10 359,43-23-2428,-4-9 2788,10 9 0,28-53 0,14-8 0</inkml:trace>
  <inkml:trace contextRef="#ctx0" brushRef="#br0" timeOffset="179757">8897 10582 6183,'0'-27'-359,"0"6"359,5 21 0,2 0 0,6 0 270,-1-6-181,-5 4 361,4-9-360,-10 10-180,16-15 90,-14 13 90,13-14 0,-15 10 360,11-10 0,-11 9 1169,10-20-630,-10 19-359,5-9 629,-6 2-1079,0 13 0,0-8 449,0 0-539,0 8 90,0-7-360,5-7 270,-4 13-90,4-12 360,1 5-270,-5 2 0,5-3 899,-6 1-899,0 10 360,0-4 90,5 5-360,-3 0 0,3 0 449,-5 0-539,0 0 270,-5 0-270,3 5-540,-3-4 1,-6 21 359,8-13 0,-7 15 90,4-6 539,-1 28-359,1-15-45,-1 2 0,2 3-225,4 0 0,1 0 180,-5 27-45,4-28 0,2 1 0,3 10 0,3-2 135,1 17-135,-3-21 0,2 4 45,7 14 0,-1-3 0,-2-9-550,1 3 0,-1-1 460,0-11-29,1 8 0,0 1 29,4 0 45,-4-3 0,0-2 45,-2-16-180,2 11 0,0 2 180,4-2-45,-3 0 0,3 2-45,4 4 0,-1-4 180,0 0-1595,2 2 0,-2-1 1415,-7-9 518,10 17 1,1 3-429,-2-1 100,3-1 1,2 4 168,-4-6 1,-2-5-540,4-2 135,-5 3 0,2 0-45,18 4 90,-19-20 3131,20 19-2681,-12-16-360,-6-7 90,19 19-180,-26-26 878,7 7-1148,-15-15-1169,16 16 1169,-8-8 360,8 8-90,-16-11-360,9 1 630,-2 10-180,0-8-180,3 3 270,-16-13-90,4-5-180,-5 0 360,0 0-540,-5-11-1709,4 3 990,-5-4-3509,1 1 3779,3 9-1620,-9-3 2339,10 5 0,-5 0 0,6 0 0</inkml:trace>
  <inkml:trace contextRef="#ctx0" brushRef="#br0" timeOffset="180490">9500 12452 5914,'-40'41'5846,"22"-18"-5936,-9 6 270,27-24 1889,21 1-1709,-10-5 1079,34 11-1079,-28-11-180,12 10 539,16 7-989,-25-3-135,19 10 1,0 1 314,-19-8 45,9 9 0,-2-3 45,-11-14 1079,7 11-989,-11-19 540,-5 3-540,3-5-360,-8 0 540,9 6-360,-10 1 90,5-1 1349,-1 0-629,-4-6-1,5 0 1800,-1-33-2069,-3-3-270,-2-19-1350,-3 3 1,-1-5-2924,-2 4 1,0 0 3912,1 2 0,3 2-1402,0 9 0,4 8 1582,5 15 0,27-7 0,6-15 0</inkml:trace>
  <inkml:trace contextRef="#ctx0" brushRef="#br0" timeOffset="182494">6867 11554 9332,'-6'-30'6116,"-6"10"-6026,-2 2 90,2 13-270,1 5-180,-12 0 360,6 0-360,-11 5-180,-1 15 1,2 5 179,-2 2 180,0 5 0,-5 8 0,7-5 180,6 2-90,-1-2 0,1 4 539,13-1 1,3-3-270,-3-3-225,0 2 0,5-1 585,20-5-495,13-18 0,4-3-1395,8 16 181,2-19 0,-3-8-540,-19-2 1619,12-1 0,-20-15 0,4 1 0</inkml:trace>
  <inkml:trace contextRef="#ctx0" brushRef="#br0" timeOffset="183162">7039 11738 7533,'7'-27'5307,"-2"-11"-4948,-5 34-179,0-18-90,0 20 540,0-3-450,0 0 0,-5 3-270,4-3-270,-10 5 270,4 0-90,0 0-270,-26 16 540,21-12-180,-23 18-89,1 12 179,22-14-90,-21 19 180,26-5-90,1-16 179,0 33-179,6-35-3122,11 30 3212,-3-30 0,10 7-90,22-12 3058,7-53-3267,-2 31 344,-24-15 0,-7-4 1394,-9-17-1349,-5 21 0,0-19 90,-11 27-180,3 10-720,-4-8-899,-4 9 3739,13 0-2750,-14 1-1529,16 6 1799,-5 0 90,6 0-4047,0 0 4372,0 6 1,6 12-1,1 7 1</inkml:trace>
  <inkml:trace contextRef="#ctx0" brushRef="#br0" timeOffset="183755">7186 11677 7533,'-17'-24'6656,"9"10"-7106,-3 3-90,11 27 181,0-6 269,7 29 0,2 5 360,-5-11 314,7 23 1,0 0-315,-4-23 629,0 24-629,4-48 270,1-49-540,-4 11 270,3-30 0,0-5 359,3 8-1214,-8 17 1,2 6 584,8 18 0,-9 72 90,5-17 0,-5 19-1260,9 2 811,-13-39-2340,13 34 1710,-9-48 629,0 3 360,10-27 0,-7-13 0,-1-6 0,7-11 0,0 0 0</inkml:trace>
  <inkml:trace contextRef="#ctx0" brushRef="#br0" timeOffset="184037">7544 11333 7533,'7'-19'2788,"-2"6"-1169,-5 8-1439,0 5-90,0 5 90,0-3 450,0 42-451,0-24-89,0 32-540,8 9 1,0 1 179,-4-7-1820,7 5 0,5 12 0,-4-14 1370,-7-17 495,8 6 0,2-5-342,-9-29 0,-4-17 0,-4-11 0</inkml:trace>
  <inkml:trace contextRef="#ctx0" brushRef="#br0" timeOffset="184261">7494 11677 7533,'-32'-14'9830,"3"-7"-9406,22 18-154,7-13 449,34-2-539,-9 8-989,21-12-1305,-6 13 0,0 1 1484,3-7-584,-1 6 0,-3 0 1214,-9-2 0,11 10 0,4-5 0</inkml:trace>
  <inkml:trace contextRef="#ctx0" brushRef="#br0" timeOffset="185167">8011 11640 7533,'14'-24'5307,"-14"5"-4948,-8 6 1,-5 8 720,-8 5-900,11 0-630,-24 5 180,19 2-630,-36 33 1080,32-21 90,-10 17 0,2 0-90,16-15 0,-2 13 0,4-1-180,9-15-90,0 10-90,33-11 1259,14-37-809,1 21-270,-3-30 674,-31-2 1,-5 1-495,0 5 270,7-37 1529,-10 34-1619,-5 17-1530,-1-11 631,-1 28 179,-5-5-2698,6 53 2698,0-30-1574,7 20 0,3 2 1484,-1-20-719,9 19 1169,10-33 0,-7-49 0,22-12 0</inkml:trace>
  <inkml:trace contextRef="#ctx0" brushRef="#br0" timeOffset="185423">8196 11603 7353,'0'-13'7735,"0"2"-7645,0 16-1709,0 24 900,0 0 449,0 13 90,0-17-2249,6 15 181,-5-17 2248,10 12 0,1-50 0,7-14 0</inkml:trace>
  <inkml:trace contextRef="#ctx0" brushRef="#br0" timeOffset="185966">8344 11616 8792,'-19'0'5307,"6"0"-4857,8 0-1,10 16-449,-3-6 0,3 13 0,-5-16-539,11 25 359,-8-19-360,8 21 360,-6-5 90,2-18 0,0 11 360,-2-22 630,6-6-900,-9 0 359,14-26 1,1-4-90,-11 10-270,8-10 0,0 0 1169,-8 6-899,1 8 0,4-7 0,-9 22-360,3 2-270,-5 0 270,6 3 0,-5-3-1079,26 27 1349,-21-11-180,26 23-990,-12 1 631,-5-11-1,7 15-2249,-15-25 2070,0-2 179,-2-1-90,-5-10 450,0 4 0,-17-26 0,-3-7 0</inkml:trace>
  <inkml:trace contextRef="#ctx0" brushRef="#br0" timeOffset="186194">8184 11358 7533,'-42'-37'929,"48"-6"1,42-1-1</inkml:trace>
  <inkml:trace contextRef="#ctx0" brushRef="#br0" timeOffset="215963">17130 11702 7083,'14'-5'-270,"2"-2"0,-9-11 360,16-1-90,-13 0 630,17-4-630,-24 14 360,-3-2-360,-9 11 180,-8 0-1,-13 10 1,-2 2-90,3-1-225,-9 3 0,1 0 225,17-1 180,-3-6-90,16-2 360,7-5-450,1-5-360,10 3 360,-9-9-450,9 10 360,-10-5 180,5 6-90,-6 0 630,0 0-631,0-5 1,0 3 0,0-3 90,0 5-180,0-5 270,0-2-270,0 1 0,-17-17 0,7 14 90,-13-9-270,16 7 180,-31-1 180,13-2-180,-17-3 360,-14-1-180,30 4-1243,-21 1 1153,24 2 90,-29-6-90,19 2-45,1 1 0,-4-1 0,-5-3 0,0 1-45,-14-7-45,16 8 0,-2-2 45,-3-2 0,3 1 0,-3-1 0,4 2 0,-6-3 0,-11-2 0,1 1-45,21 6 0,-3 0-560,-9-2 0,-11-3 0,0-1 1,11 3 604,7 0 0,3 1 0,-4 2 0,-3 1 0,-1-1 89,-2-3 1,0 0 0,5 1-90,12 4 0,-1 1-126,-14-4 0,-6-1 0,6 1 126,15 3 0,0-1 30,-7-2 0,-5-1 0,2 0-30,1-1 0,-4-1-559,-7-4 1,-10-6 0,0 1 0,11 6 558,15 7 0,-1 0 421,-10-4 1,-12-6-1,-5-2 1,0 0 0,5 3-422,3 3 0,2 2 0,1 1 0,0-2 0,-1 0 0,2 0 0,-2-1 0,-2 0-18,-1 0 0,-5-1 0,0 0 0,6 2 0,11 5-1033,8 5 0,3 0 991,-10-4 0,-5-3 0,-1 0-288,1 1 0,0 0 1,6 1 392,11 3 0,-1-2 161,-14-3 0,-10-4 1,-2-1-1,8 2-116,2-3 0,0 0-351,-5 1 0,-9-2 1,-1 1-1,10 2 261,0-1 0,2 1 433,4 1 0,-2 0 0,1 1-433,-6-4 0,4 1 0,17 5 0,-1 0 399,-20-7 1,2 2-220,3 0 258,11 6 0,-1 0-394,2 0 1,-2-1-45,-14-6 0,0-1 0,11 6 0,1 2-45,2-2 1,-2 1-1,-11 3 0,1-1 0,14 0 0,1 1 1408,-6 5 1,0 1-1319,-3-5 0,3 0-45,-12-1-45,15 3 0,-2-1 45,-10 1 0,4 2 830,8 1-830,-2 0 0,1 2 90,8 6-135,-5-7 0,-3-1 45,-14 1 0,15 2 0,-1-1-90,-2 2 0,3-1 180,-9 0-90,14 2 0,1 1 420,-2-3-330,-8 6-180,13 0-2746,-13 0 2836,25 0-810,-29 0 810,26 0 0,-31 0-90,38 0 450,-16 0-270,20 0 703,-19-6-73,15-5-630,-1 2 0,-3-1-90,16 10 359,-10-6-539,9 5 2845,-3-10-2665,5 9-44,-6-3-226,5 5 180,-4 0-90,5 0 180,-11 0 0,8 0 0,-13 0 180,4 0 0,4 0 90,-9 0-270,16 0-180,-10 0-450,9 0 360,-9 0 1,10 0 89,-5 0-3238,6 11 3058,0-8 360,0 18 0,-27-1 0,-7 11 0</inkml:trace>
  <inkml:trace contextRef="#ctx0" brushRef="#br0" timeOffset="217496">10484 9081 11821,'29'-20'-39,"0"1"0,-7 5 474,22-25-425,-44 38-810,0-10 1195,0 5-600,0-1 73,-5-4-284,-13 4 136,-23 8 0,-10 2 515,3-2 0,-1 1-145,-3 3 0,1 2 172,2-1 1,9-1 257,23-4-14,-12 4 18,18 1-170,10-5-500,-5 5-147,6-6 535,0 0 70,-5 6-530,3-5 284,-14 10-218,13-10 243,-8 5-56,11-6 152,-6 0-187,5 0-3662,-10 0 3837,10 0 180,-4 0-250,5 0-404,0 5-207,0-3 299,5 25-409,2-16 2463,9 22 1,2 6-1917,11 12 93,-10-16 0,-1-2-345,-1 3-9,-11-25-255,-6-11 433,0 0 138,0-6-2655,-6 5 2635,5 1 40,-4 1 0,0 32 0,-2 2 1</inkml:trace>
  <inkml:trace contextRef="#ctx0" brushRef="#br0" timeOffset="220828">12946 9463 5824,'-20'20'5397,"-2"-3"-3868,26-23-1439,-3 5 1169,33-16-1079,-16 15-90,16-9-270,22-22 405,-28 11 0,0-2-180,5 1 0,-7-2 854,-15-37-719,-23 51-540,-21-1 0,-1 3 270,13 9-89,-24 5-91,-11 18 0,33 3 0,1 3 315,-10-8 0,3 2-45,0 28 674,21-6 1,5-1-1281,2-8 741,-2 8 0,6 2 539,15-11 1,3-7-585,0-5-45,4 7 0,0-6 225,-6-22-606,34 9-24,-22-15 180,16 8 180,-24-15-3238,12-18 2698,-12 17 0,6-21 271,-18 26 269,-4-10 0,-17 9 0,-5-3 0</inkml:trace>
  <inkml:trace contextRef="#ctx0" brushRef="#br0" timeOffset="221395">13315 9512 7533,'7'-33'5397,"-7"-1"-4858,-1 26 361,-5-3-810,6 16 270,0 8-271,0 17-268,0 3 179,0 3-720,0 22 630,0-32 0,0 19 180,17-33 0,-8-11 899,20-46-809,-21 17 135,1-9 0,-2 0-225,-5 10 404,6-7 1,0-1 315,-5 3-3842,8-20 3212,-11 34 449,0 11-539,0 2 90,0 5-1979,11 49 1799,-8-26-540,13 30 1,1 1 449,-12-24-855,14 11 1,0-4-1305,-15-26 1799,18 11 1298,-15-22 0,11-6 0,1-1 0</inkml:trace>
  <inkml:trace contextRef="#ctx0" brushRef="#br0" timeOffset="221789">13684 9537 10321,'-14'53'4857,"3"-18"-4227,17 23 359,-5-42-629,5 6 720,-6-60-1080,0 17-1901,0-28 0,0-3 1901,0 15 333,0 3 1,0 0-694,0 5-1888,5 3-721,8 6-1618,33 20 4587,-14 10 0,8 12 0,4 6 0,-11-5 0,0 0 0</inkml:trace>
  <inkml:trace contextRef="#ctx0" brushRef="#br0" timeOffset="222168">13967 9524 10501,'-19'-31'2788,"-1"1"1,-9-14-4678,13 84 1259,13-3 360,-8 17-360,12-15 1,4-4 449,2-6 180,5 27-90,5-44 540,24-11 539,-16-2-359,15-17-450,-33-1 1709,2-24 0,-2-4-1619,-10 6-91,8-7 1,-6 0 450,-28 1-630,13 17 360,-24-4-900,20 28 90,-21 28 271,19 5-3959,-1 6 4138,23 28 0,28-29 0,-8-3 0,0 0 0</inkml:trace>
  <inkml:trace contextRef="#ctx0" brushRef="#br0" timeOffset="222664">14213 9106 7533,'-29'-41'7106,"8"12"-7016,4-1 0,11 52-1,6 3-1916,1 19 1,2 16-1,-1-8 1872,-2-18 0,1 1-178,1 17 1,1 12 0,1 0 0,-2-14 222,-1 9-679,7 7 0,0-9 589,-5-42-3508,13-4 3148,-15-18 563,5-6-653,-1 1 1035,-3 5 0,14-20 0,-2 0 0</inkml:trace>
  <inkml:trace contextRef="#ctx0" brushRef="#br0" timeOffset="222999">14361 9093 7533,'-9'-41'9174,"10"23"-8454,-18 41-630,17 6-2247,1 24 1,1 18-1,1-11 2067,0-27 0,1 0 419,0 18 1,0 14 0,1-2 0,0-14-1049,3 1 539,-3 5 0,1-19 394,0-49 1,0-14 0,7-15 0</inkml:trace>
  <inkml:trace contextRef="#ctx0" brushRef="#br0" timeOffset="223726">14570 9672 8612,'-19'-11'3688,"7"3"-2789,28-21 1,17-8-316,-2 9 1,-1 0-405,6-13-3646,2-4 3466,-36 37 1037,3-8-498,-10-2-449,-2 3-45,-24 1 0,-5 5-135,5 7-45,-27 18 0,3 8-44,32 3 1618,-7-1 1,6 0-1620,22-8 0,-3 21 180,5-20 0,0 21 270,5-22-90,2-4 629,38 20-899,-19-23 270,26 10-90,-33-21-1439,32 0-1889,-14-5 2518,12-2 270,-15-5 450,-4-17 0,-8-9 0,6-18 0</inkml:trace>
  <inkml:trace contextRef="#ctx0" brushRef="#br0" timeOffset="224327">14989 9007 7533,'0'-60'3328,"0"25"-2789,0 1 1350,-6 28-2158,5 6 179,-5 0 180,6 0 809,0 55-899,0-30-90,0 6 0,0 6 360,-2 12 0,-1-2 0,1-5-270,2 6 0,0 9 0,0-12-180,2-12-62,0 6 1,1-5 331,3-22 90,-5-5-180,5-2 0,-6-5 1259,-6-33-1529,-22 9 360,10-13 135,-22 39 0,-3 18 359,18 20 1,3 6-254,-11-13 1,4 2 567,17 29 1,13-5-720,9-32 764,29-3 1,6-8-1575,-18-12-674,21-17 0,-2-6-495,-28 6 989,16-21 810,-22 16 0,-16 21 0,-4 0 0</inkml:trace>
  <inkml:trace contextRef="#ctx0" brushRef="#br0" timeOffset="224832">15186 9721 8072,'-30'7'9830,"15"-1"-4009,20-12-7979,22 5-2712,8-5 1,2 1 4060,1 3-155,18-3 604,-42-1 360,20 5 0,-29 6 0,10 9 0</inkml:trace>
  <inkml:trace contextRef="#ctx0" brushRef="#br0" timeOffset="225594">15641 9512 7533,'-13'-25'2428,"6"12"-2068,2 2-180,0 6 2249,4-3-2070,-10-4 1,10 5 810,-5 2 269,6 0-1619,0 3 720,0 24-630,0-4 90,0 17-90,0-11-1350,0 22 271,0-14 450,0 14-3599,11-1 3598,-3-31 361,4 19 359,-1-33 0,7-33 0,8-8 0</inkml:trace>
  <inkml:trace contextRef="#ctx0" brushRef="#br0" timeOffset="226129">15813 9500 7533,'0'-19'4857,"0"-5"-4137,-5 16 269,3 8-989,-3 3 360,-1 19-630,5 19 90,-4-5 90,5 12-270,0-3 270,5-21 990,7 22-361,2-36-269,-1-1 0,-2-26-3302,12-35 3212,-7 19-90,-1 1 0,-1 1 180,-2 5-1,0-8 1,-1 0-180,5-1-180,-4 3 1,-1 2 359,-4 11 900,4-4-1440,-10 14 180,5-2 90,-6 17-810,10 12 720,-7-4-90,13 15 180,-15-15 2272,22 31-2362,-14-15-630,3 8 0,0-1 451,-6-11-271,5 18 270,-9-37-2159,3 11 1620,-5-10 359,-5 3-163,-2-6 0,-22-9 0,-4 3 0</inkml:trace>
  <inkml:trace contextRef="#ctx0" brushRef="#br0" timeOffset="226360">15493 9254 7533,'-49'-30'1371,"40"-13"1,32 18 0,1 0 0</inkml:trace>
  <inkml:trace contextRef="#ctx0" brushRef="#br0" timeOffset="255367">9784 8318 6004,'13'-47'2518,"-7"3"-2608,-7 43 180,-5-10 90,1 9-270,3-3 180,-3 5-180,-1-6 90,5 5 270,28-21-270,-14 13-1516,39-16 0,7-1 1606,-18 7-757,12-4 1,13-4 0,-11 5 576,1 1-176,2-2 0,-3 1 266,-18 10 45,18-5 0,4 0-45,-22 6 0,4-2 22,10-3 1,11-4 0,1 0-1,-11 3-22,-7 3 0,-3 0 0,5-1 0,5-3 0,0 1 90,2-2 0,1-1 0,-5 2-45,-2 2 0,4-1-27,-3-1 0,12-4 0,2-1 0,-2 1 0,-11 4 2,4 0 1,-3 2-21,5-5 0,4-2 0,-10 5 0,5 4 469,2-7 1,6-3-425,-10 7 0,5-1-245,-11 2 1,7-2-1,4-1 1,-3 0-1,-7 3 200,-5 2 0,-4 2 0,5-1 18,12-4 0,10-3 0,3 0 0,-6 2 0,-11 4-24,-9 3 0,0 1-30,7-2 0,10-4 0,6-1 0,0 0 1,-6 2 12,-1 0 1,-4 2-1,0 0 1,0 0-32,-2 0 1,-1-1 0,0 1 0,-1 0 53,11-2 0,-1 0 0,-3 0 223,-10 1 1,-3 1 0,3 0-134,11-2 0,3-1 0,-1 1-90,-5-1 0,-2 0 0,1 1 30,0 1 0,0 1 0,-2 0-60,-3 1 0,-2 1 0,-4 0-722,-7 2 0,0 0 752,8-1 0,5-2 0,3 0 78,-3 1 0,4-1 0,-1 0 0,-8 2-78,-2 0 0,1-1-16,0 2 1,10-2 0,5-1-1,2 0 1,-3 0 0,-6 1 15,15-3 0,-5 1 0,0 1-23,-13 3 1,1 1-1,0 0 1,3-1 319,0-1 1,4-2-1,1 0 1,-3 1-1,-5 1-87,1 2 0,-5 1 0,7-1-315,-5 2 0,7-2 0,4 1 0,-1 0 0,-3-1 0,-6 2 45,4-3 0,-6 1 0,3 0 60,8 2 0,6 1 0,-3 0 0,-10-2 437,-7-6 0,-6 1-437,7 5 0,-1-1 649,-1-7 1,-1-3-965,-7 5 0,-2 0 195,23-14 300,1 4 2890,-33 18-3070,-16-1 90,3 5 1877,-11-4-1788,0 5-268,0 0-271,0-6-90,-5 4-2069,9-9 2070,-8 10 179,15-4 270,1 5 0,-4-6 0,2-1 0</inkml:trace>
  <inkml:trace contextRef="#ctx0" brushRef="#br0" timeOffset="256513">17155 6093 5824,'-30'6'2068,"9"0"-1618,-19-12-540,30 5 0,-29-10 270,30 9-90,-9-9-90,12 10 90,6-4 180,61-1-270,-30 5 150,17-4 0,14-2 0,-9 2-60,4 2 29,-15-2 1,6-2 0,-3 3 285,3 3 0,-5 0-585,17-4 135,-21 4 0,-4 2-495,-12 4 361,-14-3 179,-15 3 0,2 1-360,-35 0 180,34 1 90,-23 5 90,16 0 180,4-4 360,-3 20 89,6 14-629,-7-5 60,-20 6 0,-13 9 0,4-8-375,15-21 0,-3 1 315,-7 8 0,-10 11 0,-4 2 0,5-4 0,10-14 0,-6-5 0,-8 15 0,0 0 0</inkml:trace>
  <inkml:trace contextRef="#ctx0" brushRef="#br0" timeOffset="261821">12405 7593 14369,'10'58'0,"0"1"0,-1-13 0,-1 0 0</inkml:trace>
  <inkml:trace contextRef="#ctx0" brushRef="#br0" timeOffset="262536">12466 7482 6183,'-41'-5'8636,"12"-13"-12144,16-8 3508,11 0 0,37 30 0,-9 18 0</inkml:trace>
  <inkml:trace contextRef="#ctx0" brushRef="#br0" timeOffset="263390">12774 7445 7533,'19'-23'6476,"-12"8"-6116,-3-3-360,-10 13 539,6 0-539,0 3 0,0-3-89,-5 5 89,-2 0-90,0 5-810,-31 24 720,24-6 360,-25 13-90,4 14-90,18-29 0,-18 24-90,23-16 360,10-19-270,-1 12 630,35-22-181,-8 0-134,15-5 0,2-1-225,-6 3 809,26 15-809,-52-2-180,-4 19-359,-45 22 134,12-29 0,-3-1 270,4 5 0,-1-1 45,-22 2-2249,37-43 1530,7 6 269,0-13 450,34 0 0,6 13 0,27-6 0</inkml:trace>
  <inkml:trace contextRef="#ctx0" brushRef="#br0" timeOffset="263595">12909 7716 8972,'44'-29'809,"0"0"1,-12 7-1,6 5 1,10-1-1,-5 4 1,16 8 0</inkml:trace>
  <inkml:trace contextRef="#ctx0" brushRef="#br0" timeOffset="264666">13512 7076 7533,'-11'-57'4137,"8"24"-3147,-7-13-810,10 35 359,0 11-89,0 49-180,0-20-180,0 5 0,0 1-360,0 2 270,0 5-90,0 6 0,0 3-969,0 6 969,-1-9 1,2 1-1597,6-6 0,2-5 1596,0-1 90,9 24 0,-7-55 810,-10-17-540,5-3-90,-6-5-90,0-4 269,-11-13-269,8 19 249,-14-10 0,-10 4 381,-35 29-450,10-20 3212,-4 32-3392,45-6-3032,-2 22 2852,5-16-218,-3 16 398,11-16 270,6-10 719,17 25-809,-1-27 90,8 21-270,-7-26 630,34-1-541,-28-1 2207,33-10-6973,-21-12 1708,-11 1 2214,11-8-54,-24 17 719,-4 2 0,-1 4 0,1-5 0</inkml:trace>
  <inkml:trace contextRef="#ctx0" brushRef="#br0" timeOffset="264895">13782 7359 7533,'-17'-19'9714,"4"6"-9534,0 8-270,8 10-989,16 29-900,-3-9 1079,5 22-4587,14 10 5487,-22-29 0,22 23 0,-20-39 0</inkml:trace>
  <inkml:trace contextRef="#ctx0" brushRef="#br0" timeOffset="265930">13943 7433 10951,'11'-47'1978,"1"1"1,19 34-2069,-17-34 1,0 7-181,14 51-1709,18 5 1799,-26-15 135,19 5 0,0-3 675,-12-9 989,19-18-1619,-34 6 180,-6-12 89,-6 6-628,-6 8 179,5-3 450,-27 7-1,23 10 1,-28 7 540,14 24-3932,-7 4 3032,7 3-311,3 8 311,14-27 180,-3 16-270,5-22 90,0 1 1,11 21-91,-3-22 0,4 21 180,-1-32-2339,12 4 1170,4-5 1169,16-11 0,-1-24 0,-20 9 0,0 0 0</inkml:trace>
  <inkml:trace contextRef="#ctx0" brushRef="#br0" timeOffset="266255">14509 7175 11580,'-26'-35'5397,"8"8"-6116,7 32-1350,-7 29 1709,-2 2 225,7-4 0,2 2 1215,-7 17-900,11-13-540,12 1-4408,42-24 3509,-14-3 360,19-13 899,-29-11 0,1-33 0,7-9 0</inkml:trace>
  <inkml:trace contextRef="#ctx0" brushRef="#br0" timeOffset="266727">14644 6941 7533,'0'-32'899,"-11"-14"540,9 28-629,-15-15-360,16 32 3687,-5-5-3867,6 6-90,0 0-180,6 49 0,-5-31-90,5 44-1484,-1-27 0,1-2 944,2 4 450,-2 1 0,0-2-89,0-6-2610,5 29 2340,-8-21-1,5-3 0,0-1-359,-7-7 899,4-3 0,-5-18 0,-11-45 449,-2 7-3661,-6-16 3302,7 19 3618,-16-17-2449,17 20-539,-12-19-271,12 38 3329,4-10-3418,1 15 1529,27-31-1979,-3 27 90,23-21-2519,-4 17 1,0 2 1708,0-1 1445,0-1 1,0-2 0,-2-11 0,3-10 0</inkml:trace>
  <inkml:trace contextRef="#ctx0" brushRef="#br0" timeOffset="267960">14866 7384 9332,'0'-15'6566,"0"9"-6476,0-17 540,0 17-541,0 1-89,5-2-359,8 0 179,0-4-540,32-18 540,-20 12 0,16-23 90,-23 27-89,5-38 538,-13 20 991,-10-28-1171,-10 38 181,-13 5-180,10 16 90,1 0 450,-16 5-1080,11 2 360,-11 6-90,15-7-450,-10 38-89,8-18 359,-3 22 450,12 3-1652,27-25 1,2-1 1381,-7 18-307,12-17 0,1-8-323,-10-17-4048,38-7 2609,-30-7 2159,24-7 0,-35-8 0,-3-5 0,3-1 0,1 1 0</inkml:trace>
  <inkml:trace contextRef="#ctx0" brushRef="#br0" timeOffset="268465">15334 6670 2243,'-6'-35'5576,"-1"7"-2956,1 4-2260,0 13-1,6 11-359,0 11-180,0 2 1097,0 6-917,0 5 322,0-5-591,0 44 89,0-13 585,0-13 0,0-1-495,0 12-1609,5-2 1,1 0 1698,-3-2 0,2 1 0,1-5-90,-1-21-89,2 10 628,0-19 361,-2-5-1080,-10-19 716,-2 1-626,0-4 3662,-4 10-3931,-7-10 449,3 8-90,-8-2 90,5 11 359,-12 0 1,8 6-180,-6 1 1079,4 38-809,15-19 449,1 8 1,5 0-360,9-11-180,12 6-2223,40-24 1593,-24-10 270,24 4-90,-41-10 90,17-12 0,-32 1 0,11-14 0</inkml:trace>
  <inkml:trace contextRef="#ctx0" brushRef="#br0" timeOffset="268962">13844 7113 7533,'-46'1'845,"43"-2"1,18-33-1,21 14 1,0 0-1</inkml:trace>
  <inkml:trace contextRef="#ctx0" brushRef="#br0" timeOffset="269728">15592 7212 7533,'2'19'6026,"2"-7"-5396,-15-7 1079,9-5-1529,-3 0 360,10 0-181,-3-5-134,29-9 0,9-1-225,-13-3-900,10 2 1,5-2-2025,-9 3 1,-3 2 2923,-1 1 0,10 2 0,-47 24 0</inkml:trace>
  <inkml:trace contextRef="#ctx0" brushRef="#br0" timeOffset="270430">16022 6535 9512,'-17'-19'3777,"9"39"-3956,-3-6-1,11 38-270,8 4 0,0 1 450,-4 1-90,4 2 0,0 4 540,-4-14 0,-2-7-270,-1 2-46,2-2 1,0-8 1844,-3-28-1799,0-7-180,5-62 0,2 36 0,-5-8 0,3-4 270,22-20-360,-16 30-1516,13-3 0,3 5 1606,-9 20 0,10 0-90,5 61 90,-26-30-190,6 25 1,-4 1 279,-16-24 352,-11 4 1,-4-6-263,3-17-270,-26 3 419,9-16-8335,19 4 7376,-5-5 271,29 6 1022,16 0 0,42-5 0,-23 1 0,0 1 0</inkml:trace>
  <inkml:trace contextRef="#ctx0" brushRef="#br0" timeOffset="270899">16367 7002 7533,'-5'-41'7465,"3"23"-7015,-3-15-90,5 32-360,-6-9-270,5 13-2878,7 32 2338,7-9 181,7 20-541,19-23 1530,-15-14 1529,2-37 0,-1-10-1349,-9 8 314,-1-29 1,-8 0 584,-12 33-1169,4-13-450,-10 94 270,10-24-315,-3 8 0,2 8-75,6-3 0,2 4 1,0-3 119,-1 4 0,0 1 60,1-1 0,0 4 0,-1-1 210,-3-1 0,-3-1 0,0-7 0,0 17 629,-6-8 1,-2-8 0,1-26 314,-28-12 0,-6-5 496,3 4-811,-7-9 1,-4-8-91,11-5 1,5-3-900,-11-10 225,14 12 0,6 2-3013,18 5 3058,2 4 0,37 0 0,9 2 0</inkml:trace>
  <inkml:trace contextRef="#ctx0" brushRef="#br0" timeOffset="279426">12897 15024 7533,'13'0'-270,"-2"0"90,-11-11 540,0 8-180,-5-19-90,-2 19 359,-11-13-359,10 15 0,-3-10 360,0 4-270,3 0-360,-9-4 540,10 9-180,1-3 359,12 10-539,-5 2 450,15 11-360,-13-4 180,30 20-180,-22-17 0,17 6 0,-15-7 45,16 4 0,3 1-135,-1 5-1131,13 3 0,13 7 1,-8-7 1040,2 1-545,-7-5 0,14 7 1,0-1-1,-12-7 635,-17-8 0,2-1 41,15 2 1,14 4-1,7 2 1,2-2 0,-6-4 25,2-2 1,-3-3-1,2-1 1,1 1-144,-7 0 1,1 0 0,2 1 0,1 0 0,2 0 62,-6-3 0,4 0 0,3 1 0,-1-1 1,-3 0-1,-4-1 0,-8-1 37,5 1 0,-8-2 0,5 2-47,8 0 1,5 1 0,2 0 0,-1 0 22,-6-1 0,0 0 0,-1-1 0,0 0 366,-6-1 0,-2 0 0,2 0 0,6 1-431,-2 0 1,8 0 0,4 1 0,2 0-1,-2 0 1,-4-1 0,-7 0-347,3 0 1,-7-1-1,-1 0 1,3 0 410,-3-1 0,3-1 0,0 1 0,0 0 0,0-1-18,2 1 0,2 0 0,-1 0 0,-3 0 0,-6-2-421,15-2 1,0 1 438,-15 1 0,6 2 0,3 0 0,0 0 0,-1 0 133,-3-2 1,1 0-1,-1-1 1,-3 0 0,-4 0-104,-2 1 0,-5-1 0,6 0-15,2 0 0,5 1 0,3 0 0,2 0 1,-1-3 1,7-1 1,3-2 0,0-1 0,-4 0 0,-7 0 361,-6 1 0,-6-1 0,11 0-369,-7 0 0,9-1 0,8 0 0,3-1 0,3 0 0,-3 0 0,-3 0 0,-8 0 0,-10 1-10,4-1 0,-10 0 0,10-2 0,-3 0 0,9-1 0,8-1 0,5-1 0,1-1 0,-2 1 0,-3-1 0,-8 2 0,-11 0 0,7-2 0,-11 0 0,11-2 27,-9 1 0,8-1 0,7-1 0,4-2 0,4-1 0,1-1 0,0 0 0,-2 0 0,-3-1 0,-5 1 62,-1-2 1,-2-1 0,-2 0 0,-1-1 0,-1 1 0,1-1 0,0 1 0,1 1-113,2 0 1,0 2-1,0 0 1,0 1 0,0-1-1,2-1 1,0-1-1,0-2 41,-1 0 0,3-3 0,2-2 0,1-1 0,0 0 0,-2 1 0,-2 0 0,-5 2 0,-5 3 0,-8 3-18,13-6 0,-11 5 0,5-3 30,-3 1 0,4-2 0,3-1 0,1-2 0,1-1 0,-2 0-186,2-2 1,2-2 0,0-1-1,-1 0 1,-5 2 0,-4 3 185,6-4 0,-7 3 0,7-4-63,-5 4 0,7-2 1,3-3-1,0 0 0,-1 1 1,-5 1 9,5-5 1,-3 1-1,-3 0 1,-2 2-68,4-3 0,-2 2 0,3-3 72,-13 11 0,2-2 0,2 0 0,0-2 0,1-3-42,-1-2 0,3-4 0,1-2 0,-2 0 0,-1 2 0,-4 4 15,1 0 0,-4 3 0,0 1 0,2-4 81,4-4 0,3-1 0,1-4 0,1 0 0,-1-3-11,-8 8 1,1-3 0,1-2 0,-1 0-1,-2 2 1,-4 3 0,-3 5-26,2-5 0,-5 5 0,5-5 0,-1 3 0,5-5 0,3-3 0,0 0 0,-3 1 0,-5 3 30,7-15 0,-7 2 0,-1 4 30,-5 10 0,-1 2 0,1-2-60,6-11 0,1-3 0,0-3 90,-10 11 0,2-4 0,-1-1 0,-2 3 0,-2 6-46,6-8 1,-1-3-18,-4 4 1,3-11-1,2-7 1,0 0-1,-2 5 1,-4 9-58,-2 6 0,-2 6 0,0-3-28,2-11 0,2-6 0,-1 1 0,-4 9 13,0 5 0,-2 2-75,0-6 0,0-4 0,-2 3-15,0-4 0,-1 0 105,1 6 0,1-3 0,-2-3-15,-4 4 0,-1-3 0,0 1 0,-2 7 435,0 1 1,0 0-331,0-13 0,1-6 0,-3 9 772,-2-6-713,-4 8 1,-2-10 0,0 3-120,0 13 0,-1 1 0,-1-6-11,2 2 1,-1-7-1,0-4 1,-1 0-1,1 3 1,0 7 10,-2-5 0,0 6 0,0-2-113,1-1 1,1-4-1,-1 2 1,2 9 1001,0 9 0,-1 2-1009,-4-11 0,-3-4 0,0 1 30,-6-11 0,-1-1-376,4 12 1,1-1 0,-1 3 510,-3 0 0,-2 1 75,-2 3 0,-4-3 0,1 2-76,-2-7 1,-2 0-60,3 7 0,-1-2 0,-4-2 150,-2 0 0,-5-3 0,1 1 0,6 8 357,4 3 0,-2 0-470,-2-4 1,-6-7-1,-2-1 1,2 4-23,0-2 0,0 3 0,4 2 0,-4-7 0,1 0-555,2 6 1,-2-3 0,5 8 284,-10-9 300,11 13 0,-5-5 0,2 4-30,6 10 0,-1 0-202,-6-10 1,-3-4 0,6 5 291,-5-7 608,-10-1-698,17 12 0,-4-5 0,3 4 724,1 6 1,-1 1-725,-6-8 0,-5-6 0,-2 1 45,6 9 0,-1-1 0,-1 2 0,2 1-45,-1 0 0,1 1 0,-1-1 0,-9-8 0,-2-3 0,-2 3-45,9 10 0,-3 1 0,3 1 0,5 4 45,4 0 0,1 2-30,-12-7 0,-7-4 0,4 3 30,-4-1 0,4 3 0,12 5 0,0 0 1253,-15-6 1,-5-3-1164,14 7 0,-3-1 0,5 2-90,-1 1 0,1 0-800,-14-8 0,3 0 800,-6-1-742,9 7 1,1 1 1011,0-5-68,0 5 0,-5 0-337,3 5 0,3 2-45,-7-4-126,-6 2 1,1 2 305,18 6-135,-4-1 0,-1-1 46,-12-4 44,17 4 0,-1-1 179,2-4 1,4-1 225,-14-6-90,18 10 0,0-2-45,-2-5 0,3 2-315,-2 5-135,-9-9 0,1 2-45,21 13 90,-25-11 2477,32 10-2297,-5-6 2020,10 4-1930,-8-8 180,14 3-180,-8 0 564,8 0-1194,-8-3 450,3 13 0,0-8-360,-15 11 540,12 0-180,-7 0 90,5 0-450,0 5 271,-2 2 89,2 0-360,6 10 270,6-9 360,0 10 270,0-11-271,0-2 1,0-5 630,0 5-630,6-3-90,12 3-1696,25-16 0,6-5 1426,9 3 120,-18 1 0,6-4 0,0 0-240,-3 2 0,0 0 0,2-1 360,10-7 0,2-2 0,-2 2-60,-10 5 0,-3 1 0,-1-1-315,21-10 1,-18 4 44,-38 16 90,0 2-2788,-6 10 5820,0-4-3302,0 10 450,-6-4 0,0 11 0,-7 1 0</inkml:trace>
  <inkml:trace contextRef="#ctx0" brushRef="#br0" timeOffset="280427">21118 5415 7533,'-25'-5'0,"11"-2"-270,9-5 270,6 0 90,4 5 270,1-4-270,-5 9 179,5-9 361,-6 10-540,0-5 90,0 1-90,0 3 270,-6-3-450,5 5 180,-5 0 0,1 0-180,4 0-90,-5 0 90,-5 5 270,3-3-180,-5 9 90,8-10 0,-6 10 0,9-4-1,-15 11-89,16-4 180,-4-2 540,15 42-630,-2-36 0,10 44 270,11-11-360,-13-18 90,13 20 269,0-3-269,-18-35-3482,10 24 3662,-21-39-180,0-11-180,-5 2-270,3-9 270,-8 6-359,-8-17-1,3 8 1503,-8-15-1053,5 17 0,10 56 0,-3 19 0</inkml:trace>
  <inkml:trace contextRef="#ctx0" brushRef="#br0" timeOffset="282833">17130 16365 8432,'14'-39'3148,"-3"15"-2878,-17 12 0,5 12 360,-10-5-450,10 4 0,-5-10-1,6 10 631,-5-5-720,3 6 360,-9 6 179,4 11-3571,-5 21 3122,5-10-665,1 24 1,1 2 663,4-20-61,0 8 0,1 10 0,1-11-118,0-11-45,1 6 0,2-5 225,1-23 90,-4 8 2824,5-14-2824,-6 3 2855,0-5-2855,0 0-773,0-16-1026,0 6 720,0-13-5578,0 0 6387,5 13 0,13 5 0,9 18 0</inkml:trace>
  <inkml:trace contextRef="#ctx0" brushRef="#br0" timeOffset="283460">17474 16476 7533,'14'-33'4947,"3"-7"-4048,-10 25-269,-1-8 3688,11-17-3959,-14 27 1710,8-37-4497,-50 57 2068,24-15-180,-26 20 0,-2 10 630,22-5-45,-17 4 0,3 2 225,23-6-180,-15 6-90,27-12 450,11 1-450,3-4 0,5 9 180,4-16-1,13 9 1,1 2 180,2-2-225,-1-1 0,-2-1 225,-13-3-630,13 12 270,-13-7 1079,0 19-1079,-25-21 90,-4 3-449,-38 5 179,23-12-90,-25 18-450,12-15 630,18 0-809,-13-2-1710,17-5 1530,5 0 449,1 0 630,28 11 0,11 8 0,23 12 0</inkml:trace>
  <inkml:trace contextRef="#ctx0" brushRef="#br0" timeOffset="283867">17709 16795 11131,'3'-38'8095,"17"12"-8545,14-16-4466,5 24 1,1 8 4049,0 8-753,24-9 1491,-34 11 128,-5 0 0,-1 0 0,1 0 0</inkml:trace>
  <inkml:trace contextRef="#ctx0" brushRef="#br0" timeOffset="284628">18385 16069 7533,'-5'-19'2698,"-2"-15"-2248,1 23-270,0-16 449,6 20 991,0-5-1441,0 5 991,6 40-631,-5 9-179,-1 12 0,0 14 0,0-7-360,0-16 0,-1-1 60,-1 8 0,-1 6 0,2-4-600,3-2 0,2-6 270,2 10-90,-4-13 1,3-5-3059,16-9 2159,-16-21 1259,11-13 0,-32-32 0,-5-21 0</inkml:trace>
  <inkml:trace contextRef="#ctx0" brushRef="#br0" timeOffset="284833">18361 16598 7533,'-38'-47'3276,"1"0"1,7 0 0,16 11-2583,29 27-335,9-2-2350,17 7 1,2 3 1810,-9-1 180,6-3 0,5-1-2965,2 6 1,-4-1 2514,-2-4 118,20 3 0,-5 4 1,-35 3-1,17 2 1</inkml:trace>
  <inkml:trace contextRef="#ctx0" brushRef="#br0" timeOffset="285487">18853 16499 8702,'0'-18'1439,"0"6"990,6-5-1800,-5 14 271,4-13 179,-5 4-809,0 3 270,0-7-360,0 14 90,0-9-270,0 10 90,0-9-450,-5 8-900,-7-9 991,-2 10 89,-4 1-540,-16 17 1170,6 17 0,0 3-181,-16-1-937,20-1 0,3-3 938,10-14 179,10 12-179,-4-8 90,16 7-1259,40-12 539,11-36 405,-26 15 0,-2-4 135,6-34 539,-26 10 1,-6 0 89,-5 6-269,8-25-180,-11 33 1619,-5-12-1799,3 14 1696,-9-6-3765,-1 22 1709,4 5-1619,-3 8-2428,11 33 3867,0-15-5037,0 27 5397,16 1 0,15-49 0,20 13 0</inkml:trace>
  <inkml:trace contextRef="#ctx0" brushRef="#br0" timeOffset="286005">19038 16476 7533,'-27'41'6026,"20"-34"-6431,-2 34 1,12-3 674,52-60 719,-26 4 0,-2-5 1035,7-30 0,-8-6-765,-15 19 1,-5 3-2610,-2-25 1261,-9 64-1,0 15-945,5 19 1,4 7 1034,3 4 0,4 1 0,3 2 0,4-1 0,7-10 0,0 1 0</inkml:trace>
  <inkml:trace contextRef="#ctx0" brushRef="#br0" timeOffset="286971">19456 16463 6183,'0'-25'4678,"0"0"-3599,0 1-809,-6 5 180,0 2-270,-1 4-180,2 6 90,-1 1-180,-6 6 0,-2 0 90,2 0 90,1 6 180,-2 23-91,5 0-89,-8 8 90,14 8-360,-3-28 180,10 34-539,19-29 449,-2 2-90,8-18-270,4-46 540,-18 3 90,7-17-180,-17 18 720,-6-22-361,0 31-179,0-18 90,0 34 90,-6 15 90,5 25-360,-5 1-180,6 24 329,2-9 1,0 8 0,0-5-285,-1-12 0,-1 3 9,2 5 0,-1 13 0,1 3 0,-1-3 0,-1-12 351,-1-2 0,-4-4 554,-4 15 1,-4 4-1,-4-16 31,-15-22-630,-16-10 314,19-26 1,2-8 45,-4-6-1199,7 6 1,0 0 748,-5-6-591,5-27 501,9 24 0,-7-19-1259,21 34-2969,6-11 2879,14 18-450,2-11 720,7 22 989,30 0 0,-8 6 0,-8-2 0,0-1 0</inkml:trace>
  <inkml:trace contextRef="#ctx0" brushRef="#br0" timeOffset="287556">19653 16192 7533,'6'-46'1439,"-5"22"450,-7-22-720,4 38 90,-15 3-1079,16 12 539,-2 27 1,0 9-630,3 8-30,2-3 0,0 9 0,0-8 120,-1 14-968,5-12 0,-1-4 788,-3-16-1525,13-2 1,2-1 1703,-10-7 787,42-10-696,-43-24 359,12-32 1,2-4-450,-10 16 629,4-21 1,0 1-630,-5 27-810,1-2 630,-10 31-595,6 58-2373,0-27 2338,1 30-3867,15-12 3957,-18-27 586,24 9 1,-14-78 0,-2 13 0,1 0 0</inkml:trace>
  <inkml:trace contextRef="#ctx0" brushRef="#br0" timeOffset="287795">20084 16044 7533,'-5'-29'5756,"3"14"-3057,-9 37-2339,10 9-225,-2 25 0,0 3 44,3-9-1696,-1-6 1,2-3 1246,5-11-398,-1 4 1,2 2-1492,6 10 0,-1-3 1,-1-5 2158,-2-16 0,-4-11 0,-12-25 0</inkml:trace>
  <inkml:trace contextRef="#ctx0" brushRef="#br0" timeOffset="288019">20022 16389 7533,'-23'-37'2308,"0"0"1,1 1 0,4 5-1590,11 18 1530,2-11-1349,21 16-541,-6-8 226,28 10 0,7 5-405,-12-6-2043,9 4 1,1 1 2042,-12 2-65,7 3 1,5-1-1,-4-1 1,3 0-1,19 2 1,-1-1-1</inkml:trace>
  <inkml:trace contextRef="#ctx0" brushRef="#br0" timeOffset="288521">20305 16549 9961,'34'-35'8096,"-10"13"-9446,14 10 1,3 7-1979,-7 5 3328,5 4 0,1 5 0,5 14 0,-14-10 0,0 0 0</inkml:trace>
  <inkml:trace contextRef="#ctx0" brushRef="#br0" timeOffset="289436">20810 16192 7533,'0'-62'539,"-3"28"1,0 1-360,2-1 0,1 2 90,-6-19 1349,-10 28-1439,12 13 809,-29-1-809,29 18 584,-7 24 1,0 5-585,10-4-741,-1 18 0,0 14 0,0-11 561,2-5-487,7 5 1,4 12 0,-1-17 576,-4-21 0,7 9 0,1-12 810,-3-41-721,-2 8-179,3-20 90,16-24-359,-17 21-91,13-15 0,2 4 180,-8 21 180,33 0 1259,-41 54 1,-4 12-990,12 7 639,-30 6 0,-16-8-1539,-27-35-314,20-4 0,0-5-945,-7-14 899,25-8 361,17 12 629,33 9 0,19 14 0,-8-2 0,0 0 0</inkml:trace>
  <inkml:trace contextRef="#ctx0" brushRef="#br0" timeOffset="289928">21118 16401 7533,'-10'-41'2428,"0"-1"1,4 2 0,0 16-2070,0 42-1078,12 33 719,1-23-405,13 18 0,5-4 225,1-25 315,2 9 0,1-9 270,-1-39 0,-2-10-135,5 7 1933,-12-37 1,-9 2-2294,-8 43 720,-24-13-91,15 55 1,5 32 0,-1 11-1,-3-7-59,-9-2 0,-4-3 0,-1 2-346,4-7 1,-1 2 0,-1-2 0,0-7-90,-7 8 0,-5-21-1709,-20-50 0,0-13 1664,9 24 0,-20-12 0,39 39 0</inkml:trace>
  <inkml:trace contextRef="#ctx0" brushRef="#br0" timeOffset="290698">17118 16180 9871,'-11'-41'1394,"8"12"0,30-12 1,22 16-1</inkml:trace>
  <inkml:trace contextRef="#ctx0" brushRef="#br0" timeOffset="518034">4061 1208 8522,'12'-41'4677,"-10"6"-5126,-59 4 809,20 20-181,-13 24 1,-14 14 0,5 6-150,13 2 0,4 6 0,-1-1-60,-5-2 0,-1-1 0,3 4-822,5 9 0,3 2 0,11-6 852,12 4-307,7 0 1,2 11 0,3-9 576,9 8-263,22-32 0,19 3 0,9-1 0,-1-5 0,-10-9 38,-2-8 0,4-11-240,-2-6 1,13-6 0,7-5 0,2-3 0,-3-1-1,-9 0 1,-14 3 194,0-10 0,-9-8 95,2-4 0,6-14 0,0-3 1,-7 3-1,-15 13-5,-22-16 590,-7 14 1,-7-10 0,-6 0 0,-7 13-291,-22 15 0,-10 14 0,3-4-720,15-12 0,2-3 0,-2 9 180,-13 11 0,-2 8 1,16 7-31,18 11-1170,-4 10-1168,17-8 2556,7 3-757,13-7 680,16-4 0,25 10 0,-16-7 0,0-1 0</inkml:trace>
  <inkml:trace contextRef="#ctx0" brushRef="#br0" timeOffset="518730">4455 1651 7533,'-6'-36'4857,"5"20"-4227,-5-6 1169,6 27-2249,0-3 360,-5 8-720,3 36 630,-3-19 495,7 21 0,1 0-225,-1-19 0,3 32 630,12-47-451,-13-2-89,23-12-135,-11-28 0,-2-6 45,10 3-135,-9-6 0,-2 0-45,-2 7 630,1-24-540,2 18 720,-1-11-361,-8 30 1710,-5 4-2069,0 6 180,0 7 270,6 40-540,-5-14-3302,5 37 2402,-1-41-1059,1 16 0,0 2 1599,3-10-450,-2 4 1,2 0-3419,9 2 3779,-4-15-451,10 3 990,-17-18 0,9-61 0,-9 20 0,0 1 0</inkml:trace>
  <inkml:trace contextRef="#ctx0" brushRef="#br0" timeOffset="519026">4947 1220 7533,'0'-30'4227,"0"15"-3327,0 43-810,0-1-2367,0 22 1,0 17-1,0-7 1917,-1-17 0,2 1-809,0 7 0,2 8 1,0 0-1,1-12 644,4 17 737,0-14 1,-4-20-1,-9-51 1,-9-12 0</inkml:trace>
  <inkml:trace contextRef="#ctx0" brushRef="#br0" timeOffset="519194">4947 1750 7533,'-13'-51'2457,"0"0"1,1 1-1,6-12 1,4 7-1045,0 1-2537,47 32 0,10 11 674,-12 8 450,-2-1 0,8-3 0,-4 1 0,-11 1 0,-1-2 0,15-2 0,0 0 0</inkml:trace>
  <inkml:trace contextRef="#ctx0" brushRef="#br0" timeOffset="519927">5378 1700 7533,'-6'-36'4947,"5"20"-4228,-5-11 631,-15 14-1170,10 0-450,-34 11-540,28 5 360,-12 20 271,17-4-496,-3 16 0,1 4 405,3 9 360,9 8 0,10-2-90,21-21-1201,21-27 0,4-12 1381,-9-22-90,-1 3 0,-5-9-808,-25-14 0,-9 1 538,3 11 225,0-10 0,-12 3-45,-27 24 0,-5 8 113,5-5-23,-4 6 0,2 3 2514,10 9-2783,9 9-2117,-4 17 1486,11-10 408,2 16-1397,10-22 1799,24 12 0,33-15 0,-18-1 0,1 0 0</inkml:trace>
  <inkml:trace contextRef="#ctx0" brushRef="#br0" timeOffset="520390">5796 1109 7533,'-5'-3'3193,"0"38"0,3 15-7388,-5 6 4240,4 3 0,0 8-504,1-9 1,0 2 0,1-7 413,0-16 0,0 0 45,-1 13 0,-1 6 0,3-12 513,5-10-333,2-22 89,0 10-448,-1-28-1934,-6-6 1663,5 3 1298,-3-2 0,20-10 0,-2-6 0</inkml:trace>
  <inkml:trace contextRef="#ctx0" brushRef="#br0" timeOffset="520867">6153 1589 7533,'-18'-25'4407,"10"12"-3058,-8-3-1169,15 14 0,-5-3 90,1 5 90,-8 5-450,-1 7 540,-15 30-91,9-2-719,6 12 1,4 1 179,3-10-270,21 5 0,12-7-539,17-30 1528,5-16 1,-1-12 180,-20-6 0,-6-9 269,2-24 0,-9-3-764,-10 23 0,-6 3-270,-5-8 0,-9 8-135,-47 19-2878,27 14 2379,-1 3 1,6 8 0,28 30-1,6 4 1</inkml:trace>
  <inkml:trace contextRef="#ctx0" brushRef="#br0" timeOffset="521734">6559 1601 7533,'-38'-30'5037,"1"21"-5217,-14-6 90,17 26 0,27-4-90,-20 32 180,22-20-1765,-17 26 1675,22-31-128,16 42 218,-6-34 45,23 4 0,6-7-45,-9-19 449,33-7-269,-46-11-45,-1-14 0,-3-4 135,-2-1 45,-10-17 0,-7 2-46,-6 24 1,-22-17-1619,-6 62 1079,26-6-2608,-8 28 1259,31-29 1619,14 11 0,23-14 0,13 6 0</inkml:trace>
  <inkml:trace contextRef="#ctx0" brushRef="#br0" timeOffset="522294">6571 1589 9512,'-5'60'1214,"1"0"0,-5-2-1147,12-4 1,3 17-1,3 2 1,-3-13-109,-1-10 0,-2-1 131,-2 0 0,0 8 0,-3-2 0,-3-10 494,-5-9 1,-6-6 477,-18 6 0,-9-15-703,2-38 1,-3-19 0,1-1-960,6 9 1,2 1-1,2-3 300,-4-7 0,1-2 1,9 5-167,0-15-1153,43 49-180,15 0 449,3 0 1387,24 0 0,-18-5 1,3-1-1,12-1 0,-1 0 1</inkml:trace>
  <inkml:trace contextRef="#ctx0" brushRef="#br0" timeOffset="522996">6867 1639 7533,'-41'-6'5666,"23"5"-5666,-20 6 180,35 3-1529,-2 54 1169,12-39-90,5 33-359,39-27-867,-22-51 0,1-6 1496,31 24 549,-39-34 1,-5-18 0,-6 11-190,-4 15-180,-1-9-270,-6 66 0,3 13 0,2 18 0,2 8 0,-1-3 198,0-11 0,1 2 0,0 0 0,0-1 0,-1 0-108,3 10 0,0-1 0,-2 0 0,-3-2 382,-4 2 0,-2 2 0,-4-8 1,-8-22 1775,-26-25-1169,-17-16 1,-7-10-1170,8-6 1,2-6-631,10 5 0,-2-2 1,5 1 809,-5-1 0,8 0 0,4-8 0,49 29 0</inkml:trace>
  <inkml:trace contextRef="#ctx0" brushRef="#br0" timeOffset="524827">8638 887 7803,'0'-29'2068,"0"9"-1798,0-4-90,0 17 0,6-4 0,-5 10 629,5-15-629,-6 13 540,5 8-451,-10 35 1,-11 24 0,1-5-1276,5-15 0,-1 1 1028,0 0 1,-1 6 0,-2 4-1,-2-1 265,-3-1 1,-4 2 0,-1 1 0,2-4 0,3-7-198,0 10 0,0 0-54,1-9 0,-3 9 0,-1 2 0,3-7 0,5-14 324,1-3 899,1 8-989,5-26-450,1-10-809,6-13-3689,11-26 2790,-8 23 2910,8-11-1022,-5 22 0,1 16 0,5 5 0</inkml:trace>
  <inkml:trace contextRef="#ctx0" brushRef="#br0" timeOffset="526059">9661 1072 7533,'24'-12'4047,"1"-16"-7818,10-22 3951,-18 18 180,5-11 1768,-22 36-2937,-11 0 719,2 1-675,-21 20 0,-7 5 586,2-5 518,0 7 1,-5 3-220,0-4 0,-3 0 0,6-2-30,-14 11 150,-1-2 0,-8 6 0,15-4-420,21-3 135,8 7 0,10 2 854,30-1 2763,25 9-2853,-4-2 1,0 2-630,-23-19 0,1 2-270,14 15 0,5 7 0,-8-7 450,-2 7 450,-18-4 0,-11-3-181,-19-14-1920,-29-9 0,-7-6 1561,2 1-405,0-9 0,3-3 135,14-1-360,-30 6 1,37-5 179,-19 5-3958,33-1 3239,10-3-1080,20 9 2069,36-10 0,-2-5 0,6-3 0,-12 0 0,1 0 0,-1 0 0</inkml:trace>
  <inkml:trace contextRef="#ctx0" brushRef="#br0" timeOffset="526461">10017 1528 7533,'0'-30'9444,"-5"4"-9264,3 7 90,-14 8 0,-14 16-540,1-3 180,-23 14-495,19 6 1,0 2-316,-12 9 810,15-9 0,3 4-291,7 9 1,6-1 470,3-5-1496,17 16 1,10-4 1135,6-25 270,7 0 0,5-3-915,1-13 1,0-3 15,11 7 359,18-6 624,-28 3 1,-5-6 0,-8-36 0,5 15 0,0 0 0</inkml:trace>
  <inkml:trace contextRef="#ctx0" brushRef="#br0" timeOffset="526963">10325 1061 7533,'-11'-42'4677,"8"14"-4317,-8-3 1259,11 48-1439,0 1-90,0 23 269,-4 1 1,-3 10 0,2-7-450,1 20 90,-3-18 0,-2 7 0,3-2 135,4 5 0,2-5-2355,-3-15 0,1 1 2130,-1 13 0,6-1-206,5-11 0,6-15 117,13-45-1,22 6 60,-28-19 0,-3-13 0,-2 5 300,2 13 0,-1 1 1349,0-26 0,-6 19 90,-11 87-1709,-1-31-1529,5 21 0,3 16 0,4-7 1619,1-16 0,4-4 0,7 10 0,4-10 0,15-31 0</inkml:trace>
  <inkml:trace contextRef="#ctx0" brushRef="#br0" timeOffset="527721">10805 1675 10591,'38'-28'929,"1"0"1,0-1-1,-17-21-839,30 6 0,-14 6 0,-64 15 135,-9 14 0,-3 7 135,-9 6-315,9-6 0,-1 5 539,2 20 1,4 5-225,-5 5-540,13-6 0,4 4-180,10 32 80,16-36 460,2 30 90,5-44 270,39 27-450,-29-22 0,34 11 90,-19-22 0,0-3-810,1-3 144,3 0 0,-3-2 306,-18-6-1709,2 0-2248,14-20 2428,-2 16 1709,3-18 0,-25 17 0,-13 0 0</inkml:trace>
  <inkml:trace contextRef="#ctx0" brushRef="#br0" timeOffset="528337">11223 1589 8162,'-7'-53'4588,"2"13"-4318,5 35 1439,0 5-1709,0 0 179,0 5-268,0 2 358,0 38-449,0-13 1,0 26-721,0-4 720,0-24 0,5 9 180,-3-27 0,3 1 720,12-1-360,-13-5-180,18-12 1079,1-53-1754,-12 23 585,3-2 0,-1 0 540,-12 0 449,10-18-719,-9 15-360,3-2-1799,-5 41-1699,0 4 3228,0 20 601,0-10-961,0 44 360,0-30 180,0 30-179,0-37-1,6 3-630,12 17 1260,2-20-90,5 12 4111,9-59-3841,-2-18-540,1-8 764,-12 10 1,-2 0 494,-4-6-899,8-6 1169,-16 21-1619,-1 26 180,-6-3-1439,5 33 630,2 0 449,6 14-4561,-1-6 3841,-5-5-989,6 5 0,1 3 1979,2 17 0,8-15 0,4-3 0,18 9 0</inkml:trace>
  <inkml:trace contextRef="#ctx0" brushRef="#br0" timeOffset="528999">12184 1503 7533,'-12'-36'8005,"-1"9"-7735,-1 3-1619,-35 40 719,21 13 0,2 9 1709,-7 15 1,1 2-1125,5-14 0,6 0 90,6 1 0,14-6-1034,55-17 899,-29-5 270,35-30 0,3-12-180,-25 3 869,-5-12 1,5-13-1,-13 9 2639,-19 7-3373,6-7 0,-4 15-675,-26 87-1259,11-28 1034,5 11 1,10 2 764,10-13 0,10-11 0,10-24 0,6-8 0,15 1 0,1 1 0</inkml:trace>
  <inkml:trace contextRef="#ctx0" brushRef="#br0" timeOffset="530160">14153 1540 7533,'-36'-18'2788,"14"10"-809,-2-3-1799,19 11 359,30 2 1,15 1-360,-1-1-164,14 3 1,14 1 28,-7-5 0,8-1 0,1 0 0,-7 0-1212,-11 2 1,-5 0-1,5 0 1167,1-2 0,6 1 0,1-2 0,-4 1 0,-10 0-45,-4 0 0,-3 0 270,27-3 0,-3 0-225,-13 2-45,5-2 0,-14 0-135,-39 3 90,4 0-4677,-5 0 4650,0 0 1,11-5 0,3-2 0</inkml:trace>
  <inkml:trace contextRef="#ctx0" brushRef="#br0" timeOffset="530597">15136 1306 8612,'-13'-12'4587,"35"-11"-3957,12 19 0,6 4-450,-8-6 0,1 2-136,22 11 1,-2 4-45,-5 2 0,-8 1 0,6 2 0,-6 0 0,13 8-1696,0-3 0,-5-1 1966,-22-2 0,3 2 0,0 0-360,-9-7 180,19 25-450,-50-20 1170,-30 13-900,7-8 0,-7 3 0,2-3 90,-4-1 0,-3 1-450,-5 5 0,-5 3 1,9-5-1440,-5-2 3135,18-7 0,5 1-1246,17-2 0,12-8 0,7 9 0</inkml:trace>
  <inkml:trace contextRef="#ctx0" brushRef="#br0" timeOffset="532031">17807 1023 7533,'0'-19'1439,"0"-4"-720,6 9-269,-5-3-90,5 10 0,-6-4 1709,11-7-1710,-9 8-3571,14-12 3572,-14 21 899,8-15-989,-8 8-90,3-5 360,-5-3-540,0 8 180,0-5 3302,0 2-3392,-10-1-90,1 4-810,-47-8 630,35 14 0,-36-3-90,39 5 270,-15 7 0,-3 2-90,-5 1 0,2 7 0,-8 6 1,8-2 179,-5 7-436,4-1 0,1 3-194,9 5-1026,1 3 0,0 1 1746,-10 14-90,11-15 0,-1 5-649,10-1 1,1 4 0,3-4 603,1-11 0,2 3-90,-2 13 0,-1 10 0,3 2 0,8-8 270,17 1 0,5-3-679,-12 10 0,3-6 544,11-20 0,7-11 360,7-21 0,-1-8-90,-9 0 224,32-20 1,-1-7-585,-30 4 150,3-6 0,7-8 0,-10 6-150,-11 1 482,7-2 1,-4 4-1113,-15 22-430,3 40-784,-3 10 0,2 7 2219,8 15 1,5-2-1,-5-24 1,4-7-1,32 0 1</inkml:trace>
  <inkml:trace contextRef="#ctx0" brushRef="#br0" timeOffset="532425">17832 1651 7533,'-30'44'7375,"9"15"-7464,3 3 89,13-12 1079,10-39-359,2-20-451,0 1 91,7-31 0,-1-7-90,-7 1 59,8-4 1,6-10 0,1 10-5187,9 1 3552,-11 5 1,5 12 1304,7 36 0,0 15 0,-9 8 0,-1 7 0,15 8 0,0 1 0</inkml:trace>
  <inkml:trace contextRef="#ctx0" brushRef="#br0" timeOffset="532897">18422 1540 7533,'0'-52'6296,"-5"21"-5936,-2-10-900,-27 46-1439,16 10 2548,-13 13 1,-10 11 0,8 1 60,14 9 0,2 0-720,-23 4 0,6-2 0,30-11 0,9-14 180,9-32-90,32-28 135,-18 3 0,1-7 464,0-1 1,1-4 0,-7 8 2008,-2 1-3417,3 0 809,-40 56 0,-7 17-1035,14 2 1,5-1-1755,-3 5 2789,5-2 0,10-5 0,19-26 0,9-7 0,7 6 0,0-1 0</inkml:trace>
  <inkml:trace contextRef="#ctx0" brushRef="#br0" timeOffset="533765">18693 1601 10051,'-7'63'4588,"1"-49"-4184,12 28 1,5-11-315,-1-49 45,20-30 0,1-8-45,-14-6-1627,1 19 0,6-6 0,-6 11 1447,-9 14-1979,9 40 1979,-12 7-641,-3 18 0,-2 13 0,0-9 731,1-1-78,7 17 0,3-5 707,-2-38-269,13 9 179,5-58 1,0-14-360,-5 9 265,9-12 0,-2-1-265,-16 12 417,5 0 0,2-1-507,-4-14 914,-2 21 1,-1 2-285,-9 2 359,-5 26-809,0 1-1138,0 17-167,0 24 1,0 5 944,0 5 61,-1-3 1,2 1 28,3-10 0,3-2 0,4-6 0,3 0 0,5 17 0,0 0 0</inkml:trace>
  <inkml:trace contextRef="#ctx0" brushRef="#br0" timeOffset="534726">19234 1639 7533,'20'-30'3328,"3"4"-2699,-9 7-179,-2 2-180,-2 16 90,-8-5 180,14 6-540,-13 0 179,14 6 451,-16 44-450,5-21-2816,-6 28 2546,0-34 0,-6 13 180,5-18 270,-5 9 0,6-27-180,6-16-270,11-10 0,10-29 135,2-1 0,0 0 0,-12 26 0,-2 1 225,7-19 0,-4 7-90,-13 29-540,1 0 180,-5 5-269,4 7 179,-5 7-90,0 16-180,0 14 720,0-3 1916,0 7-2096,0 22-90,0-35-3302,6 34 3302,-5-48 1259,21 3-719,-13-15-180,14-4-91,-10-15 586,6-13 0,1-3-765,5-8-10,-5 4 1,1-1 99,-4 8 0,0 1 1816,2-6 1,0 0-1592,2 2 0,-2 1 225,11-16-900,-24 53-540,-8 22 451,-3 12-496,4 5 1,2 2-46,-1-2 495,0 5 1,0-1-787,0-9-158,4-1 0,3 0 1439,1-6 0,37-14 0,1-46 0</inkml:trace>
  <inkml:trace contextRef="#ctx0" brushRef="#br0" timeOffset="535497">20243 1478 7533,'14'0'3867,"3"0"-1708,-22-5-1709,10-2 899,-16-5-1439,4 5 360,-11-4-270,10 10-450,-41-5 495,20 26 0,-1 4 45,-4-12 0,1 3-981,3 20 0,2 11 1,5-8 440,0 2-405,15 17 1,16-9 854,43-51 0,-8 27-45,-1-52 0,-6-12 45,-22 12 0,7-1 0,-4 1 90,-15 10 1529,3-16-1259,-5 16-180,-11-11-810,3 40 3932,-4-1-7799,1 40 3957,9-25 540,4 16 0,7-3 0,22-22 0,20 21 0</inkml:trace>
  <inkml:trace contextRef="#ctx0" brushRef="#br0" timeOffset="535796">20256 1750 7533,'41'-42'5397,"-8"9"-4408,-27 49-899,-5-11-180,4 17 630,-5-16-270,6 7 2968,22-45-2878,-10 18 179,8-28 1,6-17 0,-7 9-360,-5 6-990,1 2 0,6-6 1,-4 22-630,-8 30 1169,9-1 270,7 32 0,0 8 0,8-5 0,0 5 0,-1 0 0</inkml:trace>
  <inkml:trace contextRef="#ctx0" brushRef="#br1" timeOffset="587463">19443 6695 6453,'0'-30'1529,"0"15"-1169,-5-2-90,4 17-270,-4 0 900,-1-6 449,5-1-899,-16 1-361,9 44 1,-4-22 180,9 21 0,7 15 0,0-2-135,3 0 0,0-1-1326,-1-4 0,0 3 1,1-2 1100,2 6 0,0 6 90,-3-6 0,2 10 0,-1 4 0,0-3 0,-1-8-111,-2-5 0,0-6 0,0 10 310,-1-4 1,1 10 0,1 8 0,-1 4 0,1 2 0,-1-1 0,-1-5 0,0-7 0,-1-12-111,-1 6 1,-1-11 0,1 9 11,-1-6 0,0 9 0,0 5 1,0 4-1,1-1 0,0-2 1,0-5-1,1-8 258,3 15 1,2-9 0,-2 1-1080,-4 9 1,-1 0 0,3-4 764,7 3 0,1-5-270,-4-8 1,-1-1-1,3 2 0,0 0 315,-1 5 0,-2 2 1019,-1-9 0,-1 0 0,-2-4-659,-1-9 0,-2-2-450,1 12 0,0-1-1666,0 6 1756,0-29 0,0-9 2538,0 19-2807,6-16 89,-5 6-270,5-17 0,-6-6 180,0 0-809,0-16 4021,0 6-3302,0-13 0,0 16-4497,0-20 2248,5 10 2519,-3-8 0,9 31 0,-5 14 0</inkml:trace>
  <inkml:trace contextRef="#ctx0" brushRef="#br1" timeOffset="588026">19432 9770 7533,'-19'-6'1709,"-10"-5"-1260,19 10 1081,-6 1-1261,16 1-89,0 10 1170,22 12-991,-11-7 91,17 13-270,-10-12 1529,23 25-765,-10-9 1,1 2-765,-5-7 0,1 0-90,-1 0 0,-2 2 629,-2 26-539,-10-40-270,-6 21 0,-1-3 180,-1-27-180,-5 21 180,0-28 0,5 0 1169,-4-28-809,11 10 119,-5-21 1,-2-15 0,0 8-570,5-9-1281,-2 13 1,0-6-1,-2 8 1191,-4 3-2067,8 2 0,2 0 1168,-3-4 539,9-24-73,4 22 0,-2 18 1,17-12-1</inkml:trace>
  <inkml:trace contextRef="#ctx0" brushRef="#br1" timeOffset="590862">20034 7753 7443,'-19'-14'449,"1"3"-179,11 6 1080,-4-2-1081,10-6 91,-10 6-540,10 2 360,-4 5-180,5 0 900,5 27-810,-4-9 179,4 40-44,-4-3 0,-2 1-460,1-21 0,0 2 205,0 8 0,0 5 0,0-3-1708,3 8 0,0-6 1693,-2-15 0,-1-1 45,2 15 0,2-7-1495,1-26 1226,-3 3-91,3-13-1799,1-5 2238,-5 0 1,10-17 0,-4-4 0</inkml:trace>
  <inkml:trace contextRef="#ctx0" brushRef="#br1" timeOffset="591164">19924 8220 7533,'-47'-11'2968,"28"3"-629,-13-21-1980,37 20-89,-4-13 720,48-1-2160,1-1 1,4-2 944,-14 8 0,4-1 225,12-1 0,7-2 0,-14 8 0,-15 11 0,2-2 0,-1 0 0</inkml:trace>
  <inkml:trace contextRef="#ctx0" brushRef="#br1" timeOffset="591768">20280 8331 11940,'-35'22'90,"9"-27"-90,38 62 90,6-45-540,18 6 450,3-10 0,0 3-2204,0-10 1,-1-2 2203,-13 1 0,13-6 0,2-4 0,-7-11 0</inkml:trace>
  <inkml:trace contextRef="#ctx0" brushRef="#br1" timeOffset="592294">20699 8257 7533,'-11'-52'3238,"8"32"-2654,-3-14 1,1 2-405,5 20 0,0-17-270,0 24-90,-5 10 90,-2 2 90,0 5-450,-26 44 450,27-27 0,-10-2 0,-1 3 90,5 32-3392,-2-33 3392,1 34-1998,8-23 1998,10-16-701,-3 4 611,9-17-167,12-15 257,-7 3 1704,13-11-1704,0-44 2414,-2 5-1740,-10-4 1,-2-2-226,3-1 811,-18 1-1081,-2 46 1600,-9 17-2049,10 1-1349,-10 49 1349,10-28-1079,-5 30 449,6-35-1976,11 12 2426,-3-11 360,21 21 0,8-41 0,13 5 0</inkml:trace>
  <inkml:trace contextRef="#ctx0" brushRef="#br1" timeOffset="593829">20403 8392 5824,'-51'-8'6026,"24"-2"-6026,-12 27-629,33-9 2158,17 10-1259,-8-11 539,30-2-629,-22-10-135,20-16 0,0-3 45,-17 2-90,9-2 0,-1-3-90,-10-23 630,-20 17-271,-29 7-179,4 15-405,-1 26 1,1 8-496,5 3 720,-3 7 90,13-3-1516,6 1 0,2 0 1786,6-8-1028,-3 25 1,4-1 398,9-31 359,39 17 0,-8-74 0,-5 11 0,1 1 0</inkml:trace>
  <inkml:trace contextRef="#ctx0" brushRef="#br1" timeOffset="594924">20847 8281 7533,'24'0'1079,"-10"-5"-5300,7-2 4401,-18-4 2038,8-2-1318,0-5-900,-2 4 180,3 2 1309,4-4-1309,-13 8-180,8-5 719,-11 2 2763,0 10-3482,0-5 90,-5 12-180,-2-5 180,-6 5-90,7-1-270,-22 13 270,12 2 0,-10 9 0,0 0 0,3-3 90,5 1 0,1 2 450,-1 14-450,10-13 90,-3 9-90,11-27 449,17 12-269,-8-15 0,15 7-180,-12-16 720,44-11-1350,-27 3 146,28-9 394,-33 4-4940,11-15 3141,-12 17 719,6-12 451,-18 18 89,-10 4 540,10-5 0,-42 23 0,-5 3 0</inkml:trace>
  <inkml:trace contextRef="#ctx0" brushRef="#br1" timeOffset="595628">21203 7814 7353,'-24'-12'4137,"10"-1"-3957,3 7 0,11 0-90,0 6 630,5-5-540,-3 4-360,9-5 180,-10 6 270,10 6 359,-10 17-449,5-7-90,-6 13 135,0 14 0,0 3-135,0 1-718,-3 5 1,0 0 717,2-4-1518,-2 11 0,1 2 1428,2 2 44,0-4 1,5-4-2195,19-14 2150,-13-25 24,27-5 156,-34-19-544,10-20 0,-1-5 184,-10 4 1,8-28 856,-8 22 0,-1 2 852,-1 3-1439,5-27 90,-6 52-360,6 39 180,-5-10 947,10 17-3286,7 9 1812,-3-29-1992,10 14 1,0-3 3366,-5-19 0,25-2 0,-26-32 0</inkml:trace>
  <inkml:trace contextRef="#ctx0" brushRef="#br1" timeOffset="596085">21536 8331 8972,'-14'-21'4677,"14"-1"-4857,41 16 90,-15-7-180,14 0 1,-2-2 539,-17-7 989,13-30-899,-36 34 629,-43-26-899,14 40 90,-17-13-270,-3 56 0,32-24-225,-5 33 0,3 4 315,13-21-143,1 6 1,3 0 321,4-1-179,5 3 0,2-7-179,11-3-901,17-23 810,-11-1-719,10-10 359,-22-1-3058,28-23 2339,-21 13 1349,26-13 0,-15-11 0,9-7 0</inkml:trace>
  <inkml:trace contextRef="#ctx0" brushRef="#br1" timeOffset="596526">21991 8134 7533,'0'-35'4587,"0"18"-4047,0-10 2248,-11 15-2428,3 3 90,-5-2-270,2 11 89,-23 17-269,15-7 180,-15 12-629,23-9 269,4-1-1619,-10 23 1259,9-18 270,-3 17-539,22-5 899,8-7 179,9-3 1,2-3-90,3-2-90,18-3 0,-34-6 1889,8 2-1709,-10 0-90,2 4 449,-17-4 1080,-33 22-1529,19-13-360,-31 7 180,31-12-539,-31 7-1350,10-3 1529,-3 3 0,10-12 360,33-6 0,23-39 0,-5 15 0,0-1 0</inkml:trace>
  <inkml:trace contextRef="#ctx0" brushRef="#br1" timeOffset="607803">19074 7753 7533,'-19'-5'0,"2"3"0,-6-9 90,7 10 90,-7-5-1,16 6 721,-4 0-720,10 0-270,-5 0 90,6 0 630,22 17-451,-11-13 181,28 26 0,6 6-360,-8-13-1090,6 8 1,0 1 1269,-5-8-180,15 6-615,-13-9 0,10 5 0,2 1 0,-6-4 615,4 2 0,6 3 157,-12-4 0,10 5 1,7 5-1,4 3 1,0 0-1,-3-1 0,-6-4 1,-10-5-172,3 2 1,-9-4-1,7 7 91,-3 0 0,9 7 0,4 4 0,0 2 0,-3-1 1,-8-5-1,-12-6-581,-3 5 1,-8-2 533,0 2 0,2 4 0,0-2 194,14 15 1,-4-7-315,-3-7 765,9 7 0,-4-7-406,-28-33 2301,8 3-6528,-6-44 3239,-3 24 269,4-29 519,-6 31-69,-1-5 0,2-11 0,5-3 0</inkml:trace>
  <inkml:trace contextRef="#ctx0" brushRef="#br1" timeOffset="608369">19087 9734 6813,'-9'1'1259,"11"-3"-3325,24-26 1,11-10 2515,9 1-270,-9-3 0,8-12 84,-13 18 0,4-6 0,6-4 1,3-4-1,2-2 0,1-1 1,0 0-1,-1 1-273,-8 9 1,0-1 0,1 0 0,0-1 0,1 0 0,0-1-1,1 0 1,0-1 0,0 0 0,1 0 0,-1-1-135,1 0 1,1-1-1,1-2 1,0 1 0,0-2-1,1 1 1,-1 0-1,0 0 1,0 1 0,-2 1-1,0 1 1,-1 2 31,5-6 0,1 0 0,0 0 0,-1 1 1,-2 1-1,-1 2 0,-3 3 0,-3 3 1,-4 4 87,10-8 1,-4 3-1,-7 7 1,-15 9-158,-17 7 180,-4 11-1529,-53 40 1259,40-24 730,-28 35 0,71-81 1,7-6-1</inkml:trace>
  <inkml:trace contextRef="#ctx0" brushRef="#br2" timeOffset="647094">23849 1675 7083,'0'-26'1349,"0"9"180,0 0-1439,0 14 900,0-13-810,0 14-180,0-3 449,0 0-269,0 3 90,-5-9-180,3 10 0,-3-5 0,-1 6-180,5-5 0,-4 4 360,-1-4-270,-6 5-90,-2 0-3122,-20 0 3212,18 5-90,-8-4-90,13 4 0,-1 6 90,-12 8 270,9-3-180,-7 6 450,-1 17-360,6-18 3212,-6 24-3212,1-5-386,17-16 296,-16 17 540,14 4-270,1-26 449,-5 43-539,9-49-90,-3 19 540,16-14-540,-8-3 180,35 19-270,-26-25-180,22 14-450,22-22 540,-33 5 206,39-12 244,-10-23-91,-25 6-179,18-12 1260,-28-11-361,-15 16-629,9-12 899,-16-20-1079,-2 40 0,0-29-180,-4 39 450,-7-22-360,3 17-90,-8-18-180,16 28-1080,-20-9 1170,16 14-1259,-18-9-2339,11 11 720,10 5 2968,3 7 0,44 7 0,14 6 0</inkml:trace>
  <inkml:trace contextRef="#ctx0" brushRef="#br2" timeOffset="647854">24133 1934 8342,'-24'46'5847,"9"-21"-5577,-3 9 719,2-45-629,8-48-360,-4 8-30,8 5 0,3-8 0,0 6 30,1 10 0,0-1 180,3-19 0,1-10 0,0 11-135,0 20 0,0 3 314,1-10 1,2-4 0,-1 10-270,0 7 0,0-9-450,5 29 450,-8 10-450,13-5 180,-14 6-719,30 6 539,-14 0 0,17 7 90,-17-6-809,11 9-900,4-2 1529,0 5-2428,17 4 1169,-32-9 1709,11 4 0,-62 10 0,-15 5 0</inkml:trace>
  <inkml:trace contextRef="#ctx0" brushRef="#br2" timeOffset="648161">24010 1750 7533,'-25'0'5127,"5"0"-2879,8 0-1888,6 0-90,6 0 720,34 0-990,-15 0 179,22 0-988,-12 0-2429,23-6 2068,-19 5-42,23-5-587,-36 6 1799,15-6 0,-7-1 0,7-5 0</inkml:trace>
  <inkml:trace contextRef="#ctx0" brushRef="#br2" timeOffset="648793">24428 2008 13110,'-6'-45'701,"-1"1"1,1 0-1,4-2 1,2-1 0,0-1-673,-1-7 1,-1-2 0,3 1 300,5 0 0,3 1 0,-2 14-150,-5 14-810,26-22 270,-24 48-1798,45-5 1708,-30 6-990,17 4 1,2 3 990,-12 1-1665,6 8 0,-3 2 2114,-18-7 0,-5 33 0,-26-17 0</inkml:trace>
  <inkml:trace contextRef="#ctx0" brushRef="#br2" timeOffset="649216">24341 1836 6993,'-24'-6'6117,"5"-6"-5668,7 3 900,6-2 361,6 6-1441,0 3 91,6-3-450,44 10 0,-26-3 90,23 6 0,5-5 0,-1-29 0,-6 12 0,0 0 0</inkml:trace>
  <inkml:trace contextRef="#ctx0" brushRef="#br2" timeOffset="650428">24637 2033 8432,'8'-28'4767,"-8"16"-4272,20-15 0,5 3-315,-8 13-180,11-16-540,-21 25 630,21-30 90,-12 8-90,9-13 0,-14 14 90,-11 0-270,0 13 90,-6-12 90,5 21-630,-27-10 450,17 10-90,-18-5 180,17 6-899,-27 22 719,19-11 180,-25 29-90,32-26 270,-16 43 359,14-26-179,8 6 0,2 1-360,1-2 360,15 5-90,-5-23 899,51 5-989,-29-14-135,4 1 0,-1-3-495,-6-7-2158,37-6 1798,-27-6-1214,3-2 0,-2-2 1105,-14-6 919,6-1 0,-21-9 0,-2-2 0</inkml:trace>
  <inkml:trace contextRef="#ctx0" brushRef="#br2" timeOffset="650827">25068 1909 7533,'0'58'7375,"0"-15"-7195,0 7-180,0-50-90,0-12 495,5-30 0,1-4-135,-3 18 179,7-26 1,1 3-450,-3 30-1664,11-8 0,2 2 1304,-3 18-3090,20-3 0,2 2 2371,-17 9 1079,20 1 0,-3 5 0,-26 3 0,19 11 0</inkml:trace>
  <inkml:trace contextRef="#ctx0" brushRef="#br2" timeOffset="651198">25499 1675 7533,'20'-27'5756,"-4"5"-5486,-21 22 0,3 0 90,-36 11-360,24-8 0,-25 13 180,26-14-1260,-15 25 721,17-16-1171,-11 28 1441,28-24 538,0 8 495,23-10 1,9-2 89,-6 4 1,1 1-900,6-2 0,-2 0-358,8 14 403,-40-21 450,-21 26-630,1-26 0,-9 25-360,6-30-1349,-16 14 1349,16-13-809,-10 8 360,17-11 809,9 0 0,8-22 0,7-4 0</inkml:trace>
  <inkml:trace contextRef="#ctx0" brushRef="#br2" timeOffset="656594">26520 1258 8072,'12'-25'1619,"-5"11"-1259,-1-3-270,-6 16 0,0-5 360,0 6-540,0 0 90,0-5 0,0 3 809,0-3-719,0 5 180,0 0-180,-6-6-180,5 5 270,-16-5-180,15 6 180,-37 0-180,27 0-180,-44 17 180,38-7 0,-16 8 270,-6 31-90,21-33 90,-10 22 0,2 2-90,11-10-180,-13 13 134,19-9 1,2-1-135,-6-5 180,4 29 0,3 4 0,0-12-180,4-9 0,1 2 45,3 3 0,3-5 45,3-3-90,-5 1 0,2-2 90,7-12 270,-4 1 269,16 21-449,-8-10 90,9 6 90,-1-2-270,-8-24-90,3 13-90,-8-22 90,-3-1 90,6-6 0,-6 0-180,9-11-270,-13 2 270,8-3-90,-6 1-3598,2-2 2879,6 5 449,-6-8-1259,-2 14 1709,1-3 0,6 10 0,6 2 0</inkml:trace>
  <inkml:trace contextRef="#ctx0" brushRef="#br2" timeOffset="662921">26816 1478 6813,'0'-24'1529,"0"10"-1349,0-2 450,0 9-540,0 0 90,0 2 179,0-1-269,0 5 810,0-5-271,-6 6-539,5 0-359,-21 0 269,18 0 0,-18 0-180,15 0 180,-6 0-90,1 6-90,-17 6 180,13-4 270,-24 20-180,31-19 359,-8 20-269,17-21-90,0 3 630,0 0-540,0-3-3123,6 15 3033,-5-9-90,5-2 810,-6 21-720,0-26-180,5 26 360,-4-26-360,5 0 90,0 9 0,-5-8 180,4 4-180,-5-6 3572,6 5-3482,1-8-90,0 8 719,3-6-629,-8-4 1079,3 5-809,-5-6-1709,0 0 180,-11 6 989,3-5-360,-4 10 450,-10-5 0,18 6 0,-13-5 360,6 10-360,8-14 90,-8 8 0,11 0 270,0-8-360,0 8 720,6-6-540,1-4 899,16 5-809,-8-6-90,3 0 0,-12 0 450,-1 0-361,-3 0-898,-13 11 539,1-3 45,-17 13 0,-2 3 135,8-5 135,-5 9 0,2 0-135,16-17 630,2 33-450,8-39 269,19 33-539,-11-34 180,7 13-4767,5-6 4677,-7-3 0,16 15 0,-7-4 0</inkml:trace>
  <inkml:trace contextRef="#ctx0" brushRef="#br2" timeOffset="664517">27110 1872 7533,'25'-6'1709,"0"-6"1169,0-7-989,-12-5-1709,-2 10-180,-11 3 360,-5-5-540,-2 12 90,0-12-630,-15 10-270,-25 12 1,-3 3 809,10-11 135,-20 22 1,11 4-46,45-17 179,1 27 1,6 3-90,6-20 270,14 33 0,0-32 1349,-1 18 0,-1 2-1709,-2-11 180,-10 11 0,-13-5-2519,-29-28 1,-7-9 2068,-8 10 360,-8-6 0,85 16 0,18 5 0</inkml:trace>
  <inkml:trace contextRef="#ctx0" brushRef="#br2" timeOffset="665124">27479 1947 8612,'-37'-11'1409,"1"-1"0,-7 41 1,0 3-1320,1-34 0,3 3-1439,3 36 0,11-1 1439,19-30 1498,28 38-1409,-6-34-105,19 13 0,9-3-2952,1-24 0,1-7 2878,-4 11 0,-2-4 0,-1-15 0,-10-7 0,-18-14 0</inkml:trace>
  <inkml:trace contextRef="#ctx0" brushRef="#br2" timeOffset="665698">27639 1577 7533,'-5'-25'3508,"3"12"-2159,-9 7-1169,10 8 629,-4 47-719,2 6 0,1 4-45,1-19 0,0 1-75,2 22 0,0 8 0,3-16-60,4-18 90,-2 11 0,5-8 0,7-33 180,-4-7 180,15-34-450,-14 15 180,3-26-270,-7 31 450,-5-25-360,6 21 540,-5-16 269,-1 16-449,-6 9-630,0-2-359,0 44 629,0-14-1529,2 20 0,1 2 899,-1-14 180,9 29 271,-10-42-579,10 10 0,2-6 0,6 7 0</inkml:trace>
  <inkml:trace contextRef="#ctx0" brushRef="#br2" timeOffset="666295">28058 1934 8522,'-11'-30'3238,"3"14"-3058,-26 5 270,-10 57-360,8-25-2036,11 23 0,5 1 2036,12-23-88,8 18 1,6-2-93,3-19 62,25-9 1,4-7 297,-13-9 0,14-16 0,-5-6 539,-25-1-539,8-8 2942,-17 14-2853,-6-1-269,-1 9 971,-11-13-1061,5 20-780,-21-9 600,17 16-2429,-6-4-1528,18 21 3597,10-7 90,2 14 450,6-10 0,37 16 0,-20-13 0,0 1 0</inkml:trace>
  <inkml:trace contextRef="#ctx0" brushRef="#br2" timeOffset="666752">28292 1983 7533,'-7'-19'4047,"-9"-4"-3867,13 15 0,-8-3-180,11 11 180,-5-6 0,-2 5-270,-5-5-540,-12 28 540,9-17-89,-3 22 538,-9 13-3121,16-14 2942,-12 21 180,12-8-450,15-26 180,-2 19 0,10-25-900,27 0 630,-14-1 180,16-12-2358,10-28 2268,-31 15 90,20-21 973,-35 23-793,1 3 270,-10-26-180,2 12-1,-10-9 271,-22-3-990,10 29 271,-5-17-3509,12 33 5044,16-4-1356,1 11 0,34 17 0,12 5 0</inkml:trace>
  <inkml:trace contextRef="#ctx0" brushRef="#br2" timeOffset="667225">28526 1528 7713,'-5'-19'179,"3"6"3150,-9-3-3150,10 13 91,-5-8-90,6 16 1080,0 24-901,0-11 1,0 22 359,-2-3 1,-1 0-963,1 1 333,0 5 0,-1-1 90,3-16-91,-2 25 1,-2 4-179,-2-11-91,5 1 0,1 9 0,-1-13 180,-3-18-180,10 31 90,-1-52-180,2 3 90,0-5-296,-2-5 296,-5 3-90,0-9 270,0 10 0,11-4 0,3 5 0</inkml:trace>
  <inkml:trace contextRef="#ctx0" brushRef="#br2" timeOffset="667795">28808 1947 10501,'9'-59'4407,"0"17"-3867,-36 32-720,11 10 0,-14 0-1529,-5 10 1529,24-2-719,-21 21 899,29-14-90,-7 8 0,10-10 630,5 10-450,1-2 989,28 14-899,-10-9-360,12-1 360,-8 9-270,-18-18 90,6 13 90,-32 0-180,6-19-90,-13 13-180,-6-18 1,13-4 359,-13 5-2609,16-12 2609,6-1 0,18-16 0,10-3 0</inkml:trace>
  <inkml:trace contextRef="#ctx0" brushRef="#br2" timeOffset="669326">29018 1553 7623,'16'-34'2698,"-1"-1"1,13 56-1,3 4-2698,21-56-45,-20 66 0,-15 8 135,-29-31-1388,-19 10 1,-13 6 0,7-5 1387,0-1 565,-4 30 0,16 0-655,40-32-90,14 21 0,-31-31-3618,-38 1 3618,27-8 0,-14 14 360,27-10 2088,5 5-1549,30 18 1,8 2-540,-7-2 45,9 12 0,-5 1-225,-28-20 0,-6 11 1786,-26-8 0,-9-2-3361,-2-7 1,0-1 1094,0 6 1,0-2 29,-18-4-2248,49-38 2248,5 12 360,13-18 0,4 5 0,4-1 0,6-5 0,0 0 0</inkml:trace>
  <inkml:trace contextRef="#ctx0" brushRef="#br2" timeOffset="670258">29387 2155 7533,'-5'-41'3238,"3"23"-2429,-3-15 810,5 27-629,5-7-1,2 23-989,0 0-1259,-9 34 0,-7 7 989,-1-10-960,-5-1 1,-6 8 0,1-13 1229,0-13 0,-9-11 0,38-52 0</inkml:trace>
  <inkml:trace contextRef="#ctx0" brushRef="#br2" timeOffset="674630">29916 1750 7533,'0'-20'0,"0"2"629,0 6-539,0 5-90,0 1 90,6 6 360,-5-5-360,5-2 180,-1 0 449,-3-3-629,9 8 270,-10-3 899,5-1-989,-6 5 540,0-4-720,0 5 90,-6 0-270,-1 0 0,0 0 0,-4-6-90,4 5-90,0-5 225,-26 6 0,-5 6-45,16 0-45,-23 5 0,2 2 225,26 2-1786,-6 12 0,1 1 1696,11-12 90,-5 38 450,50-44-540,-21 8 899,47-7-629,-53-5-90,21 1 450,-45 31-540,13-29-135,-26 23 0,-5 2 45,17-21 0,-33 21 0,40-28-2538,-1 5 2538,4-8 1728,-9 13-1548,21-9-270,-8-1 450,15 0-90,7-6-90,-3 0 3302,3 0-3302,10 0-91,-17 0-178,17 0 358,1 0-179,-13 0 270,18 0-270,-25 0 0,2 0-90,-11 0 360,-6 5-270,5 2 0,-10 0-630,-21 19 0,-3 3 630,7-11-90,-6 6 0,1 2-180,11 7 180,18-15 540,-12 33-540,16-34 90,0 10 720,11-14-720,-9-5-1620,42 19 1530,-8-23 0,9 2 0,-11-20 0</inkml:trace>
  <inkml:trace contextRef="#ctx0" brushRef="#br2" timeOffset="675994">30298 2131 8072,'-22'-25'1799,"11"6"-989,-18 6-630,17 2-90,5 10 90,2-5 359,-6 1-269,8 4-180,-13-4 270,3 5-450,5 0 90,-14 0 90,19 0 0,-8 0-180,6 5 630,3 40-1551,0 3 0,0 12 0,1-4 921,0-5 1,2 0 59,0 4 0,-1 4 0,-1-3 119,-7 4 1,0-7-449,-2 7 404,1-10 0,1-7 45,2-20-2159,6-46 1799,0 13-899,0-20 1169,11-9 0,8 3 0,-3 7 0,-1-1 0</inkml:trace>
  <inkml:trace contextRef="#ctx0" brushRef="#br2" timeOffset="676432">30212 2205 7533,'-6'-43'1214,"1"1"0,2 8-495,2-14 1,2 6-540,2 33 0,13-8 810,2 17-451,5 27 1,2 6-180,12-1-942,-15 5 1,-3 1 761,-3-8-66,-4 11 66,2-12-360,-2 17 270,-6-20 0,-6-1-90,-17 15 0,-3-28-270,-6 16-810,-25-23 900,27-9-89,-12 8 89,20-15-900,-2-1 990,9 3 828,-13-1-1368,20 4-1307,2-6 408,7 3 1529,6-1 0,26 15 0,7 2 0</inkml:trace>
  <inkml:trace contextRef="#ctx0" brushRef="#br2" timeOffset="676863">30507 2389 12300,'43'-48'0,"0"0"0,-8 38 0,21-17 0,1 0 0</inkml:trace>
  <inkml:trace contextRef="#ctx0" brushRef="#br2" timeOffset="677268">30901 2192 8342,'0'-35'4678,"-22"24"-4858,11-4-675,-16 30 1,-2 15 674,4 29-2501,-10-5 2861,24 2 343,49-10 916,15-41-989,2 23-225,-15-60 0,-7-14-405,-21 15-1609,2-25 1,-6 0 1608,-15 28 0,0-23-3328,-4 40 1799,10 15 2069,6 3 1,25 28 0,15 11 0</inkml:trace>
  <inkml:trace contextRef="#ctx0" brushRef="#br2" timeOffset="677925">31306 2155 7533,'14'-12'3508,"-3"-6"-3149,-16 10-179,3-3 0,-9 11 180,-6 0-540,-4 0 180,3 0-629,-16 6 359,23 0 90,-12 7 0,12-1-180,-6 22 270,7-6 270,-6 15-270,11-8 0,4-2-90,6-4 90,-10 27 1889,32-44-1529,-21-10 989,26-31-1349,-29 10 270,14-26 0,-10-18-180,0 27-1759,-2-26 1759,-5 44-270,0 11-90,6 2 360,-5 10 0,4 7-180,1 7 90,-5 11 90,2 8 0,0 5 180,-3-5 0,0 1-1125,-2 10 0,-2 0 1035,2-11 0,-3 1 299,-3 2 1,-3 4 0,2-4-210,0-4 0,1-1-45,-6 27 0,-1-5 224,-2-16-269,3-10 205,-26-2-295,23-17-1534,-18-1 1714,23-18-1071,-33-34 891,25 14 429,-3 2 1,0-4-340,4-2 0,4-2-1079,-3-24-46,3 21 1,2 1-46,7-13 541,6 28-866,28-15 1405,-16 23 0,18 5 0,7 7 0,16 19 0</inkml:trace>
  <inkml:trace contextRef="#ctx0" brushRef="#br2" timeOffset="679167">31627 2155 9602,'-7'-14'5486,"1"4"-6115,1 4 449,-2 5-540,-16-4 630,14 5-180,-19 0 270,20 0 180,-15 10-180,14-7 90,-7 24 900,15-12-900,-5 10 719,12 3-899,-5-12 0,4 1 0,1-6-179,1-4 269,5 5-90,-5 1 180,10 5 89,-9-5 541,4 21-540,-7-23 629,-27 28-898,17-35-1,-22 12 269,20-10-718,-6-5-631,-10 4 451,8-5-3059,-3 0 1889,18-5 1439,1 4 450,10-5 0,18-5 0,11-2 0</inkml:trace>
  <inkml:trace contextRef="#ctx0" brushRef="#br2" timeOffset="680962">31775 1725 7533,'-7'-20'449,"1"8"721,6-5 989,0-2-1800,0 4 1081,6-12-1440,-5 24 89,10-8 91,7 6-180,-8 3-359,33 8 449,-30-3-90,21 13 539,-7 7 1,-4 5 359,-12 17-944,13-13 0,-6-2 135,-29-2-90,-12-11 0,7-9-90,-13 4 450,6 5-360,8-15 180,-3 14 0,-4-3-90,13-5-180,-14 9 90,10-5 0,7-3 90,-5 18 0,9-23-90,-3 12 0,5-11 90,0 8-90,0 0-90,0 10 90,0-9 0,0-2 0,0-6-90,0 10 90,0-12-90,0 29 180,0-18 1349,5 10-989,-3-13 899,3-6-1619,-5-6-899,-11-6 809,8 5 180,-13-5-2158,9 6 2158,0 0-450,1 38 2699,28 10-1709,-16 6 674,13-20 0,1-7-764,-11-16 90,9 17-90,-8-11-540,-9-2 180,5 14 0,-6-21 0,-11 25 180,-2-22-180,-6 12-270,-15-7 1,17-13 179,-12 8-1799,12-16 360,3-2 809,2 0-3867,6-4 4677,6 10 0,39-10 0,8 5 0</inkml:trace>
  <inkml:trace contextRef="#ctx0" brushRef="#br2" timeOffset="681860">32119 1380 7533,'-6'-24'1529,"5"10"360,-10-13-1619,10 22-270,-5-17 539,12 21-359,-5-5 270,15 12-270,-13 1-90,30 27 180,-11 6 179,-2 4 1,5 16 0,0 3 0,-3-10-316,-2-6 1,-2 2-715,0 5 0,1 11 1,-1-3-1,-6-14 1030,-7 0-90,-5 16-563,-12-3 1,-3-1 247,8-29 0,-4 1-165,-14 21 0,-9 8 0,3-13 480,-6-11-271,-3-1 1,-9 8 0,10-8-2158,6 0 1258,-8-3 1,15-2-1710,42-13 2519,1-13 0,19-15 0,7-7 0,-3 0 0,-1 0 0</inkml:trace>
  <inkml:trace contextRef="#ctx0" brushRef="#br2" timeOffset="709546">23062 3090 7533,'0'-19'809,"0"1"-719,0 11 540,0-9-630,0 14 450,5-21-360,-3 21-90,3-9 359,-5 5 451,-5 5-270,-8-4-630,5 10 180,-9-4-360,-6 21 180,13-12 90,-18 8-180,-6 26 630,-1-8-361,13-9 1,0 2 135,-5 12 0,3-2-225,6-5 90,-11 23 180,17-9 0,3-2-180,-1-9 90,0 28 0,3-2-90,7-35 89,4 12 1,4-2-90,0-19 0,8 15-1349,-9-23 989,5-9 90,-5 3 180,10-10 0,-4-8 0,12-6 0</inkml:trace>
  <inkml:trace contextRef="#ctx0" brushRef="#br2" timeOffset="711107">23099 3262 7623,'-7'-19'1439,"2"7"-1439,5 6 540,0 6 1169,0 0-1530,0 6-89,0-4 270,5 3-450,-4-5 540,5 5-90,-6 2-90,0 0-180,0 4 449,0 12-449,0-6 90,5 17-90,-3 12-270,9 13 270,-10 0 45,5-13 0,-1-2-45,-4-10-90,4 24 270,-5-40 449,6 5-629,-5-8-180,5 2 180,-6-11 0,0-6-90,5 0-90,-4 0 90,5-6 0,-6 5 0,0-5 0,0 6 270,0 0-630,0-5 360,0 3 0,0-3-90,0 5 1350,0 0-1170,0-5-270,0 3 0,0-3-270,0 5 1529,5-5-809,8-8-180,-5 0-45,17-29 0,5-11-90,-11 7 0,0-5-1236,6-6 1,3-5 0,-3 5 1280,-4 4 0,-2 5-45,0-2 0,-4 9-993,-8 22 948,-2 2-359,1 4-541,-5 6-1349,5 7 1260,-6 7 3283,0 0-2654,0-2-2068,0 7 1258,0-4 1681,0 4 1,-6 4-1,-1-2 1</inkml:trace>
  <inkml:trace contextRef="#ctx0" brushRef="#br2" timeOffset="711508">23087 3459 7533,'-36'0'7555,"25"0"-5666,18-6-1709,10 5-1979,24-2 0,2 1 1439,-13 2 360,6 0 0,2 0 0,4-5 0,9-2 0</inkml:trace>
  <inkml:trace contextRef="#ctx0" brushRef="#br2" timeOffset="712575">23566 3471 8162,'-14'-5'4408,"3"3"-4228,11-9-180,0 10-360,0-4 270,0 5 0,0 0 180,-5 0 180,3 0-180,-8 0 360,-8 5-361,9-4-89,-13 10-269,4 7 89,3-8 180,-3 12-90,7 1 0,9-12 450,2 33-270,7-33-90,6 12 449,37-1 541,-17-7-451,15 4-179,-31-2 90,-40 6-900,7-1-135,-17 1 1,-2 0 134,8-1-2428,-30 1 2698,49-23-1709,-2-1 1889,10-5 0,16-4 0,4-4 0</inkml:trace>
  <inkml:trace contextRef="#ctx0" brushRef="#br2" timeOffset="714204">24022 3422 7533,'23'-35'7106,"-14"13"-7016,7-1-540,-16 6 360,0 15-1889,-16-9 1709,7 11-90,-14 0 810,-17 21-1175,21-10 725,-21 18-90,0 21 540,20-10 0,0 3 269,-4 6 1,3 0-630,3-10 0,7-2 719,16 0 1,6-9-540,0-21 404,23 8 1,4-3-1125,-9-12 360,28-5-2788,-11-8 1497,-27 0 751,15 0 783,-12 8 1,-35 10 0,9 2 0</inkml:trace>
  <inkml:trace contextRef="#ctx0" brushRef="#br2" timeOffset="714513">23849 3644 8162,'-24'-17'4678,"15"8"-2520,38-20-1978,-3 15-2609,28 7 1,4 2 2428,-7 0 0,-2 8 0,0 5 0,0 5 0</inkml:trace>
  <inkml:trace contextRef="#ctx0" brushRef="#br2" timeOffset="715715">24600 3373 12930,'-43'-14'-1799,"26"9"2113,-20 11 1,0 6-225,21 3 0,-6 3 90,22 9-180,0-22 0,0 22 270,27-3 180,-9-3-1,28 21-539,-30-27 1,0 7 178,-10-15 1,-5 16-180,5-8-359,-29 24 359,12-28-90,-12 17-180,12-27-899,-7 5 989,3-6 90,-2 0-899,6 0 1079,10-6 0,1-11 0,6-10 0</inkml:trace>
  <inkml:trace contextRef="#ctx0" brushRef="#br2" timeOffset="716346">24932 3435 7533,'-5'-25'5397,"-13"6"-4858,-46 28-539,23 2 180,-1 11 0,5 3-90,15-3 0,-7 7 720,6 10-721,13-19 1,-7 19-90,17-10 90,6-7-539,1 2-631,38-7 990,-19-16-1349,26 4 180,-16-10 1259,13-13 0,-20-1 0,0-4 0,4-6 0,1 0 0</inkml:trace>
  <inkml:trace contextRef="#ctx0" brushRef="#br2" timeOffset="716844">25043 3053 7263,'-5'-19'2968,"-2"7"-629,-6 45-2069,6-18 494,0 44 1,3 9-585,3-25-180,-1 13 0,-1 12 0,2-13-270,7-11 135,1 16 0,4-9 405,4-40 359,30-22-539,-33-2 450,16-30 0,-1-3-450,-15 21 1529,4-18 0,-3 13-4587,-7 81 2968,-1 14 0,17-31 0,7-3 0,4-5 0,1 0 0</inkml:trace>
  <inkml:trace contextRef="#ctx0" brushRef="#br2" timeOffset="717739">25535 3398 8522,'-17'-30'4947,"3"15"-4857,2-2-270,-10 17-1169,-15 33-1002,8 0 1,0 2 2395,7-7 0,3 3 371,3 19 1,10-5-507,15-25 90,9 18 270,32-47-90,-28 12-135,11-32 0,-4-8 45,-20 18 539,-1-33 1,-5-2-720,-4 31-2068,-16-38-901,15 52 3717,-9 15 0,38 31 0,-10-9 0,0 1 0</inkml:trace>
  <inkml:trace contextRef="#ctx0" brushRef="#br2" timeOffset="718185">25732 3422 7713,'-11'-24'4767,"-8"10"-4587,-2 3 0,-2 11 359,-11 16-898,16-11 269,-10 17-360,6 6 450,18-10 0,-13 16 0,17-5 0,0-7 0,6 8 90,-5-12-180,26 5 180,-16-8-90,29 2 1529,3-22-1349,-19-3 449,20-15-359,-41 3 720,13-32-630,-14 15-540,3-16-450,-27 7 630,11 23-989,-18-6 539,22 23-2788,-9 6 2878,13 6 0,-8-5-90,11 10 450,6-4 0,22 22 0,12 4 0</inkml:trace>
  <inkml:trace contextRef="#ctx0" brushRef="#br2" timeOffset="718576">25880 3078 7533,'-12'-25'2608,"5"11"-2158,1 4 359,1 10-449,4 0 0,-5 5 0,6 2 899,0 38-1079,0-25-180,0 37 360,0-19 0,0-1-180,0 12-1876,0-8 0,0-1 1696,0-5 89,0-9-790,0 13 1,0 2 340,0-10 180,-1 4 0,2-3-359,5-19 449,-5-7-180,4 0-720,1-6-899,-5-6 1530,5 5 1972,-1-10-1613,2 10 0,16-10 0,3 4 0</inkml:trace>
  <inkml:trace contextRef="#ctx0" brushRef="#br2" timeOffset="719045">26175 3410 7533,'0'-19'2698,"0"1"1260,0 6-3418,-6 5-361,5 1 1,-5 6-270,-10 0 90,7 0 180,-9 0-2248,-9 17 898,10 9 1170,-8-4-90,9 5 990,15-14-451,-5 0 631,23 21-1170,-13-18 270,18 13-180,1-6-90,-12-7 180,17 7 360,-27-10 449,10 10-899,-15-8 90,-14 13 0,2-20-1349,-13 9-2069,5-16 2878,10 5 450,-4-6 0,18-11 0,6-3 0</inkml:trace>
  <inkml:trace contextRef="#ctx0" brushRef="#br2" timeOffset="720514">26335 3152 7353,'-24'-11'989,"5"8"-449,7-13-360,6 14 90,1-3 1349,3-6 360,-9-3-1799,10 1 179,-5 2 1,6 5-450,0 4 270,0-3 0,0 5 629,6 0-809,1 0 2069,21 0-1889,-6 0-180,8 0 90,-18 0-180,21 5-90,-15 2 180,12 6 0,-8 10 0,-20-8 0,9 3 0,-11-7-449,-5 7 269,-2-4 180,0 4-450,-4-7-270,-1-4 540,-7 6 270,6-1-180,-9-5 540,2 14-270,5-17 0,-7 18 0,15-20 90,-10 25-180,3-21-90,2 15-90,7-15 180,5 6-90,0 2 90,0 4 449,5 0-539,-3-10 270,9 8-180,-5-9 0,12 10-90,-10-3-360,14 4 90,-20-11 1,15-2 538,-10-5-269,0 6 450,-2-4-450,-5 3 0,0 1 0,0 0-90,0 6 0,0 0 90,0 6 450,0 7-270,0 7-180,0-6 180,-5 35-270,3-39 0,-9 29-360,-1-45 270,-2 0 0,-4-6 90,11 0-899,-3 0-2339,3-11 2788,-5 8-629,5-8 1169,2 6 0,26-2 0,6-6 0</inkml:trace>
  <inkml:trace contextRef="#ctx0" brushRef="#br2" timeOffset="722342">24501 3164 8072,'0'-41'5667,"0"18"-5667,0-12-270,0 28 270,0 2-180,0 5 270,0 0-899,-5 0 809,-2 0-90,0 0 90,-4 0-360,-6 11 270,2-8 180,-3 13-90,-9 2 0,21-8 90,-17 12 0,-3 0 90,14-16 135,-11 18 0,1 2-315,7-16 89,-3 14-89,12-14-89,-5 8 89,3 8 0,-5 0 269,8 3-269,5-15 180,16 9 180,-6-9-180,8 4 629,15-1-629,-21-3 630,27 9-720,-30-15-180,-4 9 180,-12-16 0,0 4-1349,-14 1 1259,11-4-270,-7 9 270,6-10-450,4 9 360,0-8-90,1 8 90,12 8 90,-5-8 1439,21 23-1439,-12-29 270,7 13 180,-12-6-270,-5-9-360,-5 25 90,4-17 90,-9 8-90,-3 9 90,5-16 90,-3 34 90,16-28-180,-3 6-90,9-12-2159,6 1 2069,-2 2 180,8-2 0,-27-18 0,-4-7 0</inkml:trace>
  <inkml:trace contextRef="#ctx0" brushRef="#br2" timeOffset="731649">26606 3176 7533,'-36'-23'2968,"20"2"-2968,-6 3 0,22 6 899,0-10-809,0 12 1530,6-25-1620,-5 28-630,5-10 360,-6 10 180,0 0 0,0 2 630,0-1-360,0 5 809,0-4-1079,0 5-90,0 0 1080,0 5-630,0 2-1,5 5-89,-4 1 585,9 17 0,2 6-676,-8 7-586,7-3 1,0 1 496,-10 8-190,1-10 0,1 8 0,-2-3 10,-3 0 0,-2 1-408,2-1 0,1 4 0,-3-6 498,-8 18 88,1-22 0,-1-1 92,-3 9 90,-7 14 0,-1-1-360,5-22-303,3 0 0,1-7 573,9-23 322,5-2-142,0-5 1338,0 0-3227,0-11 1460,0 3-20,0-4 2255,0 6-5764,16-5 3688,-6 9 0,35-21 0,-6 10 0</inkml:trace>
  <inkml:trace contextRef="#ctx0" brushRef="#br2" timeOffset="733182">27037 3102 7353,'18'-35'2338,"-10"18"-2248,3-4 1529,-11 15-1439,0 0 0,0-1-90,0 1-90,0 6-360,-11 6 270,3 1 90,-38 32 90,23-11 0,0 1-45,-1-5 0,1 2-1146,1 11 1,1 6-1,3-7 1101,0-2-292,3 17 1,-2 15 0,4-11 471,4-3 112,4-8 1,1 13-1,3 1 1,5-11 66,13-5 1,1-3-315,-10 20 0,4-5-855,16-26 1,-2-12 2063,-20-14-1254,32-8 0,-29-35 0,14-18 0</inkml:trace>
  <inkml:trace contextRef="#ctx0" brushRef="#br2" timeOffset="737856">27085 3398 7533,'-18'12'90,"0"1"-180,11-6 180,-4-2 90,10-5-180,-5 0 0,6 0 89,0 0 181,0-5-270,0 3 0,0-9 0,0 10-180,0-5 180,0 6 540,0 0-90,0-5 180,0 3-451,0-3 811,-5 5-1080,4 0 540,-11 0-270,11 0 899,-4-6-899,5 5 809,-6-5-809,5 6-90,-10 0-180,9 0 0,-3 0 180,5 0 90,0 0 1439,0-5-809,38 3-900,-22-3-1696,36 3 0,6 4 1786,-23-2-117,28 0 1,2 0 296,-30 0-135,1-5 0,-3-1-45,-19 3 899,-9-8-809,-6 11 3188,-5 0-3188,1 0-463,-2 0 14,0 0-631,-10 6 1080,15-5 90,-9 5-360,5 5 180,-1-3-90,0 4 90,-3 21 0,8-21 0,-8 22 0,9-16 0,-11 29 0,11-10 0,-10 16 0,10-23 0,-10 33 270,9-34-2034,-3 27 1854,5-38 720,-6 11-540,5-12 359,-10 4-808,10-21 358,-5 0-358,6 0 2302,-5 0-2123,3 0-90,-3 0-270,-1 0 360,5 0 180,-5 0 270,-4 6-90,1-4-1,-13 3-269,13-5 0,-7 0-90,9 0-90,0 0 0,-15 0 90,12 0-90,-18 0-89,14 0-181,-14 0 90,7 0 90,2 0-899,-9 0 269,24 0 91,-18 0 449,20 6-990,-3-5 181,5 4 0,0-5-2519,11 0 3598,-8 0 0,35-11 0,-3-3 0</inkml:trace>
  <inkml:trace contextRef="#ctx0" brushRef="#br2" timeOffset="738480">27308 3668 9422,'-18'-24'8365,"9"10"-8185,-2 3-1170,-5 11 631,6 0 179,-51 6-2519,6-5 2070,2 5-3419,4-6 3598,46 0 90,-8 5 360,11 2 0,17 16 0,3 3 0</inkml:trace>
  <inkml:trace contextRef="#ctx0" brushRef="#br2" timeOffset="740047">27566 3767 9781,'-14'-23'2879,"3"13"-2789,11-6 270,0 10-360,0 5 89,0-10-178,0 10-1,0-5 269,0 6-358,0 0 89,0-5-180,0 3 360,0-4 90,0 1-180,0 4 539,0-10-269,0 9-180,0-3 90,0 5 90,0-6-180,0 5-180,0-10-450,0 10 540,0-4 0,0-1-90,0 5 90,0-5 0,0 6 450,0-5-450,0 4 90,0-5-90,0 6 180,0 60-90,-5-34-790,4 13 1,0 1 699,-10-3-421,4 10 0,2 5 286,1-18 0,0 0 135,-5 17 0,1-2 0,7-7-90,-5-1 90,6-25-90,0 6 1342,0-22-1882,0-5 1709,0-2-1708,0 0 269,0-4-3058,0-6 1619,0 1 1799,6-6 0,12-24 0,8-7 0</inkml:trace>
  <inkml:trace contextRef="#ctx0" brushRef="#br2" timeOffset="740420">27566 3632 7533,'-11'-36'5037,"25"20"-4857,-16-1 224,30 26 1,6 11-585,-7 8 270,9 10 0,-4 0-180,-15-5-405,-21 7 1,-9-3 494,-2-23-90,-35 19-2878,-2-28 2698,30-3-900,-22-2 901,44-2-91,0-3 360,0 5 0,28-6 0,6-1 0</inkml:trace>
  <inkml:trace contextRef="#ctx0" brushRef="#br2" timeOffset="741447">28243 3484 8432,'-7'-41'7466,"-4"3"-7016,4 31-450,0 0-1979,-31 7 1799,24 1-270,-27 18 0,-6 11 405,14 2 0,3 2 90,-7-4 0,2 3 360,3 22 0,8-5-135,16-26-270,-2 31 899,15-20-809,-4-18 360,15 17 90,14-16-360,-6-10-90,10 3-1170,17-11-179,-29 0 335,28-5 474,-32 4-3507,12-16 3057,-14 9 900,11-4 0,-31 1 0,3 4 0</inkml:trace>
  <inkml:trace contextRef="#ctx0" brushRef="#br2" timeOffset="741781">28046 3656 7533,'-30'-18'7016,"15"5"-4138,-1 1-2698,16 6-900,27 6 361,-10 0 179,19 6-2744,-1-3 1,2 1 1754,11 2 1169,-10-2 0,2-2 0,0-2 0,-1 0 0,-3 0 0,1 0 0</inkml:trace>
  <inkml:trace contextRef="#ctx0" brushRef="#br2" timeOffset="743533">28772 3275 7533,'18'-25'1349,"-10"11"-1079,2-2 1619,1 4-1440,-8 4-89,8-3-180,-11 5 1619,6 5-1439,-5-5-180,5 6-90,-6 0 899,0 0-899,-6 0-450,-1 0 360,-5 0-90,5 0 90,-4 0-90,9 0-179,-14 0 269,8 0 0,-4 0-180,1 0-450,-7 0 450,3 6 90,-3-5-629,-3 10 539,11-4-45,-14 13 0,-2 5 405,6 1-1472,-9 14 1,2-1 1471,16-13 90,-2 11 0,5-1 0,13-17-90,2 21 449,22-28-539,-13-5 450,35 9-540,-34-13 90,12 8-450,-40 0 360,-4-3-360,-26 15 180,19-15 3483,-7 9-3303,17-16-450,-11 21 360,14-12 90,-8 24-90,17-19 270,5 8 0,8-5-180,0-11-180,0 10 630,-3-4-450,-9-5 0,5 3 89,-28 5 1,17-12-90,-22 18 270,3 7-540,8-11 180,-8 21 90,19-30-1079,38 12-450,-19-18 681,36 7 0,-24-31 0,11-6 0</inkml:trace>
  <inkml:trace contextRef="#ctx0" brushRef="#br2" timeOffset="744119">28908 3767 7533,'-24'27'1259,"1"0"0,-2 4-899,8 13 0,1 14 0,4-9-270,4 2-360,3 6 0,1 10 0,2-35 1889,2-56-1529,0 61-90,0-82 0,0-22-1759,0 25 1759,0 1 0,0 1 90,0 3-287,1-3 1,1-10 0,1 5 736,-1 12 0,2-1-211,4-15 1,3-7 0,-1 13-150,1 14-630,16 2 270,-20 27 90,14 20 1,3 9 89,2 0 449,4 16 1,-3 2-180,-6-5-90,-3 6 0,-12-8-90,-12-29 1553,-1 10-1194,-43-37-359,28 6 1335,-34-7-1515,25 1-1799,9 7-3238,-7-3 4317,28 6 270,2 6-26,28 6 1,4-3 0,5 1 0,11 2 0,0 0-1</inkml:trace>
  <inkml:trace contextRef="#ctx0" brushRef="#br2" timeOffset="744414">29178 3779 9781,'-20'-26'2653,"21"-15"1,8-1-2564,4 9-45,0-6 0,2-1 1484,2-1-1259,-15 17-5847,26 17 4498,-18 13 90,18 34 989,-14-25 0,9 8 0,5 4 0,-2-4 0,1 1 0</inkml:trace>
  <inkml:trace contextRef="#ctx0" brushRef="#br2" timeOffset="744750">29510 3632 7533,'4'-37'2518,"-1"0"1,-4-3-1,-9 13-3237,-49 51 449,23-16 135,-2 16 0,4 10-1214,14 26 1259,-5-16-225,37-5 0,8-4 225,-4-18-183,42 11 183,-34-28 68,6-11 112,13-25 0,-20 12 0,10-21-1529,-48-7 899,11 29 270,-25-26 270,9 48 0,-10 12 0,-1 10 0</inkml:trace>
  <inkml:trace contextRef="#ctx0" brushRef="#br2" timeOffset="746677">29719 3582 10411,'18'-30'1619,"-10"10"-809,3 2-181,-11 12-179,-5 1-450,3 4-90,-3-5-90,-1 6 180,5 0 0,-5 0 180,6 0 540,0 0-181,-5-5-449,3 3 0,-3-3 0,5 5-360,-5 0 90,4 0 270,-5 0-899,1 0 629,-2 0 90,0 5 0,-20 18 90,16-6-90,-18 11-90,6 23 270,13-18-90,-6 21-270,21 2 180,-4-36 630,27 25-360,-17-38-180,18-2 0,-1-37 0,-12 18-450,11-26 1,-3-3 359,-12 19-842,4-16 1,-4 3 1290,-12 24-89,0-14 450,-6 21-540,0 4-1619,-1 19 1529,-4-6-1045,3 42 1,3 10 1134,-3-12-261,0-7 1,-4 12-1,0 3 1,0-10 80,-2-1 0,-2-3-30,2-1 0,-1 3 0,0-7 2544,-13 12-1615,-6-29-629,22-15 360,-21-2-900,4-46 360,6 8-540,-7-15 270,13 18 190,16 5-370,-4-2-1079,5-10 180,0 15-3868,22-2 5127,-1 16 0,16 3 0,7 2 0,-2 2 0,0 0 0</inkml:trace>
  <inkml:trace contextRef="#ctx0" brushRef="#br2" timeOffset="747256">30089 3632 7533,'-6'-36'4227,"0"-2"-2338,-23 5-1529,12 10-4791,-28 23 4431,29 7-130,-24 16-275,38 18 0,5 4 405,-11-4-135,12 2 0,10-3 315,26-17 2339,-16-13-3329,-37 34 3932,6-38-3662,-26 12 1,-1-3 89,24-13 90,-6 9-2608,10-10 2120,5 4 0,23-10 0,12-2 0</inkml:trace>
  <inkml:trace contextRef="#ctx0" brushRef="#br2" timeOffset="748356">30199 3250 7353,'-26'-43'5487,"8"22"-4498,13-7-719,5 27 450,16-4-541,-6 5 91,46 21 90,-19 29-270,-11-27 0,-3 3-90,-8 10 0,-6-2-90,-4-7 90,-5 2-899,-27-1 1978,-29 0-989,5 3-180,18-18 0,3-2 270,11 1-900,12 11 720,8-14-90,17 13 450,23-4-360,-11-2 90,17 7-90,-34-17 90,-2 0 1709,-16-6-1889,-2 0 0,-5 0-450,-11 11-359,2 24 539,13 28 360,5-14-540,16 2-539,-2-17 899,-10-21 360,5 19-450,-23-25 90,8-6-90,-15 3-3957,1-15 4227,13 10 0,10-26 0,21-1 0</inkml:trace>
  <inkml:trace contextRef="#ctx0" brushRef="#br2" timeOffset="750011">30519 3102 6993,'-11'-24'1169,"9"10"-809,-9 3-180,11 11 1259,0 0-719,-5-5-540,3 3-360,-3-3 90,5 5 540,0 0-271,0-5 631,0 3-540,5 7 629,4 33 1,0 9-1716,6 6 905,-5-2 1,-3 8-841,-9 1 1,-4 4-1,-2-8 841,0-15 0,0 1-120,0 15 0,-1 9 0,-4-9-1084,-12-12 0,-1-8 1024,0 10-640,3-13 1,0-6 729,5-16 478,-6 16-478,9-23 270,-3 17 1067,7-11-2057,10-8 380,-4 14-290,5-11 3573,0 1-3303,0-2-2159,16 1 2519,-12-5 0,35-6 0,-12-9 0</inkml:trace>
  <inkml:trace contextRef="#ctx0" brushRef="#br2" timeOffset="752434">31196 3225 10080,'-14'-30'5173,"3"10"-5211,11 2 332,0 13-136,0 5 1085,0 0-985,-5 0-177,4 0 458,-15 0-1337,-9 0 625,-6-3 1,-4 0 202,-21-4 254,16 4 1,4 0-207,3-3-280,4 12-312,17 6-2774,10 40 3248,-2-20 53,5 8 1,2 11 0,-1-8-51,-2 12-92,-1-2 0,-1 11 0,-1-6-18,0-5 0,-1-3 187,-1 3 0,-2 2 72,-6 8 1,-3-9 46,0-18 1581,5-4 0,-1-1-1331,-10-3-236,12-18 125,-8 12 127,-4-4-391,18-4 430,-18 21-424,21-26 288,-5 7 2454,23-10-4066,19-5 0,3 0 727,1 10-152,14-6 0,-8 2 0,-40 1 0,15 3 0</inkml:trace>
  <inkml:trace contextRef="#ctx0" brushRef="#br2" timeOffset="753681">31147 3889 7982,'6'-46'5128,"-5"22"-4859,5-10 991,-6 17-1350,0 9 0,-11-5-180,2 8 0,-14 5-629,-23 33 213,14-20 866,-14 33-225,35-4 0,9 1-45,8-8 90,4 12 0,10-5 450,41-34-180,-12-8-360,-14-20 0,-7-7-630,-13-5 361,2-26 89,-17 39-1080,-8-19 1,-1-2 990,5 8 269,-9-7 0,4-2-2339,24-5 2159,-5 27 506,15-14-236,-2 44 0,-5 14 0,-1 7 0,6 8 0,-1-1 0</inkml:trace>
  <inkml:trace contextRef="#ctx0" brushRef="#br2" timeOffset="754115">31393 4062 12840,'-6'-52'629,"-1"1"1,1 0 0,-1 0-1,6 14 1,-1-1-271,-3-8 1,-2-13 0,-2-3 0,2 5 0,2 15 269,5-10-224,12-6 0,4 3-495,-4 24-630,39-9 91,-35 35-541,17 8 1,1 5 899,-12 0-764,17 8 0,0 2 584,-20-2-1349,3 11 0,-4 2 1079,-11-4-719,-2 16 1439,-10-18 0,-41 7 0,16-11 0,0 1 0</inkml:trace>
  <inkml:trace contextRef="#ctx0" brushRef="#br2" timeOffset="754348">31356 3779 7533,'-35'0'5307,"18"0"-1979,-4 0-2968,21 0-91,5 0 271,18 0-540,-1 6 180,8-5-1889,-12 4-5217,43 6 5127,-25-2 1439,28 3 360,-41-7 0,-5 1 0,1 0 0</inkml:trace>
  <inkml:trace contextRef="#ctx0" brushRef="#br2" timeOffset="754883">31713 3988 7533,'0'14'2248,"0"3"-898,0-11-991,0 1-179,0-2 630,0 1 1439,0-5-1620,0 4-269,0-10 90,-6 4 269,0-21-854,-3-31 1,0-7 44,1 0 0,3 15 0,1-8 0,2 4 180,7-4 0,1 5-90,-3-15-383,4 18 0,2 6 653,-2 15-270,-1 16 360,11-14-360,-15 19-180,15-8 270,-16 11-180,16 0 0,-9-5-90,10 3 180,-11-3-134,20 5-136,-22 0 90,23 0 0,-22 0-539,1 5-990,4 13 1349,-4-2-90,0 7-2518,4 11 2518,-9-16-899,3 16 539,-5-22 810,0 11 0,-16 9 0,-5 12 0</inkml:trace>
  <inkml:trace contextRef="#ctx0" brushRef="#br2" timeOffset="755212">31627 3853 7533,'-30'-6'2698,"14"5"270,-11-5-1169,30 17-1709,-12-2-90,20 3-180,1-7-2068,45-5 785,-23 0-786,29 0 2198,-21-1 1,-4-3 0,-11-3 0,6 1 0,0 0 0</inkml:trace>
  <inkml:trace contextRef="#ctx0" brushRef="#br2" timeOffset="756351">31860 4013 9871,'29'-16'3103,"0"-1"1,20-24-3104,-20 19 0,-2-3-540,-4-7 0,-6 3 450,-8 11-719,2-21 269,-22 31-359,-20-4 1079,8 12-270,-12 0-360,12 12 360,8-4 0,-2 10-90,0 10 270,15-11-180,-9 11 180,5-16-270,5 23 180,-5-12 0,12 12-270,6-1 180,2-17 90,9 11-90,-15-21 450,25 4-360,-22-9 90,23 3-90,-26-5 270,20-5 0,-24 3-270,13-3 540,-17-1-450,0 5-90,0-5 179,0 6-1168,-6 0 899,5 0-90,-5 0 0,6 0 180,0 0-270,11-5 450,-3 4-270,9-5 90,-4 1 810,27-13-270,-16 3-181,17-8-3571,-18 5 3482,-3 5 372,5-12 0,2-1-462,-1 0 225,-2 2 0,-3-4 1214,-15-18-3626,-6 27 2186,-1-20 2189,-10 33-1739,-17-12-449,10 9-450,-16-2 180,27 11 180,-4 0-1644,4 6 1464,0-5-989,2 10 89,5 2-539,16 22 1439,-6-12-269,19 22 538,-16-30 451,16 36-540,-14-32 3662,8 32-3662,-11-36 719,1 24-629,-6-28 0,-7 11-630,-29-22-3957,-27-5 3957,17 4 450,-4-5 0,81 1 0,9-3 0</inkml:trace>
  <inkml:trace contextRef="#ctx0" brushRef="#br2" timeOffset="757808">32821 3385 5824,'-28'-19'3013,"1"0"0,-7-5-3013,5 13 360,24 22 270,5-9-91,5-2-719,-4-8 91,5-4-1,-6 6 90,0 1-90,0 3 1529,6-9 450,-11 15-1799,10-2 629,-28 32-989,14-5-270,-15 23 1,-3 4 269,3 1 270,6-7 0,-1 9 0,4-9 270,0 7 224,4 10 1,5-4-225,6-29 90,0 22 540,6-27-1080,6 4 90,-4-6-3958,14 0 1979,-14-25 270,10 3 1799,-6-5 0,34-16 0,7-5 0</inkml:trace>
  <inkml:trace contextRef="#ctx0" brushRef="#br2" timeOffset="775944">32821 3754 7982,'0'-20'1620,"0"4"-991,0 10-539,0 5 90,0-5-180,0 6 0,0 0 540,0-5 629,5 4-1349,-3-10 180,3 9 0,-5-4-540,6 6 540,-5 0 0,4 0 1440,1-5-991,-5 4 901,5-5-1440,-12 6-90,-1 0-630,-16 0 810,8 0 0,-30 6 180,33 1 90,-32 5-360,40-5 270,-13 4-180,17-10 270,11 10-90,-2-4-180,3 0 629,10 3-629,-13-8 90,8 3-180,-5 1 90,-6-5-180,12 16 90,-4-15 630,4 26-270,-11-19 360,-18 37-540,1-29 0,-13 18-630,-1-24 360,10-4 90,-10 4-540,1-9 540,14 3-269,-8-5-1620,12 0 1709,3 0-5667,13 6 5937,-1-5 0,46-7 0,-3-7 0</inkml:trace>
  <inkml:trace contextRef="#ctx0" brushRef="#br2" timeOffset="776446">33006 3902 7533,'13'0'5756,"-3"6"-2787,-20 6-2609,2-4-450,-21 19-180,14-17-5127,-8 24 4857,10-24-2968,6 17 3148,7-19-89,2 4 449,9-6 0,12-17 0,10-3 0</inkml:trace>
  <inkml:trace contextRef="#ctx0" brushRef="#br2" timeOffset="777254">33079 3853 7623,'0'-30'3777,"-6"9"-3777,5 4 180,-4 6-90,5 9 0,0-3 0,0 5-899,0 5 359,0 8 90,0 17 360,0-8-90,0 6 450,0 6 719,0 17-494,-8-6 0,-1 1-1119,5 17 579,-6-28 0,-2-2-675,0 14 450,4-28 180,-3 14 0,11-33-1079,0 0 899,0-5-630,0-2-1079,6-11 1350,-5 5 803,5 0-264,-6-3 0,5 2 0,1-11 0</inkml:trace>
  <inkml:trace contextRef="#ctx0" brushRef="#br2" timeOffset="777715">33054 3939 7533,'0'-47'2338,"11"1"-3954,4 9 1,1 2 1974,1-1-179,11 3 2041,-17 39-2041,-3-5 359,20 27-449,-13-23 795,9 28-616,-12-25 271,1 15-270,-7-14 1439,-6 29-2429,-23-21-179,1 19 719,-8-24-180,12-6-359,-11-6 539,13 0 3406,-7 0-3226,17 0-3819,12 0 3819,6 0 0,46 0 0,-22 0 0,0 0 0</inkml:trace>
  <inkml:trace contextRef="#ctx0" brushRef="#br2" timeOffset="778881">33313 3422 6723,'-13'-24'4588,"6"10"-3959,2-3-629,5 16 180,0-10 0,0 10 719,5-5-719,-3 6 90,3 0 0,-5 0-180,0 0-360,6 0-90,6 17 180,7 9 315,-3 13 0,-1 4 225,5 5-1831,-10 0 0,-2-1 2190,-3-11-1,-4 10 1,-2 5-315,-3-16 1,-3 0 0,-9 28 0,-3-2-540,7-28 0,-1-3 90,-6 3 0,-2-3-855,-7-1 720,11-20-1618,-11 8 1528,21-17 0,1 0-3238,17-6 6449,-8 5-3301,14-5-1974,-10 6 2334,5 0 0,27-22 0,8-5 0</inkml:trace>
  <inkml:trace contextRef="#ctx0" brushRef="#br2" timeOffset="780083">33473 3299 7533,'0'-24'6116,"0"10"-5576,0 3-540,0 11 0,27 5 0,-15-3-2403,39 14 2493,-35-7 1033,19 14-943,-22-15-90,0 14-900,-13-9 630,-2 7 180,-3-8 90,-1 16 90,5-12-180,-4 14 0,5-13-1173,-11 39 1263,2-27-1,-3 34 2524,1-27-2433,-2 13-22,5-13 1,-2 2-294,-6 3 0,1 0 45,8-9 0,0 0-225,-5 2 0,2-5 225,8-13-90,-3 12 3303,-1-16-3213,5 1-540,-10 16 540,9-13-180,-3 17 180,5-23 360,0 17 0,-6-13-90,5 5 0,-4-6-270,5 3-90,0-13 180,0 7-270,0-4 180,0-5 0,0 4 180,0-5 450,-6 6-360,5-4 449,-5 3-359,6 1 1169,0-5-809,0 4 90,-5-5-451,3 0 631,-3 0-900,0 0 90,3 0-630,-8 0-2428,-2 6 809,-2-5-2518,-4 10 4677,11-9 0,7 14 0,7-3 0</inkml:trace>
  <inkml:trace contextRef="#ctx0" brushRef="#br2" timeOffset="782580">33239 4344 7533,'-7'-18'359,"23"0"91,1 11-360,7 2-90,-13 5 630,-11 0-450,0 0-90,-16 0-270,7 0 180,-9 0 450,7 0 449,10 0-899,-5 0 630,22 5-720,-1-3-90,10 9-4651,31-5 4381,-40 1 450,39 4 0,-80-10 0,3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51:01.62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23124 2537 7533,'-26'6'8635,"-9"-6"-8306,-16-9 1,-16-7 0,11 1-510,-1 1 180,-107-25-449,164 39-181,0 11 720,0-3-90,0 4-180,0 20 0,1 19 0,0 10 0,-1 4 0,-2-6-373,-2-3 1,-2-1 0,0 0-1,-1 1 1,2 1 534,2 7 0,1 2 0,1 0 0,-1-1 0,-2-4-27,-1-3 0,-2-3 0,-1-1 0,0 4-355,-1 4 0,-1 5 1,0 0-1,2-5 1,1-11 354,2-4 0,0 4-74,0-6 0,-2 14 1,-1 9-1,-1 7 1,0 1-1,1-2 1,0-6-1,1-11 1,3-14 252,0-1 1,1-1-218,-2 0 0,-1 14 1,-2 10-1,-1 5 0,0 3 1,0-3-1,1-5 0,1-10 1,2-13 127,0 2 0,1-3 157,-3 6 1,-2 9 0,-1 5 0,0 2 0,1-3-95,2-3 0,0 2 0,1-2 0,-1-1 0,0-3-78,-3 12 0,0-4 0,0 6-30,3-8 0,-1 6 0,0 1 0,1-3 0,0-9 713,-1 14 1,0-7-744,1-15 0,-1 1 0,1-6-60,2 11-45,-1-8 0,-2 13 0,0 0 0,3-16-135,3-5 1224,0 17 1,-1 4-910,0-21 0,0-3-45,2 19 3392,-4 4-3392,5-45 450,0 7-450,0-9 629,0 8 1,0-12 89,-6 2-539,5-1-90,-5 0 990,6-6-1980,49 11 1215,-11 0 0,2 2-495,-4-2 0,-1 0 270,12 8 0,-5-4-90,-15-12 0,-12 18 0,-12-13 0</inkml:trace>
  <inkml:trace contextRef="#ctx0" brushRef="#br0" timeOffset="3903">27504 2697 11580,'-31'-8'1170,"-5"3"-1170,21 5-958,42-3 1,29-1 0,-7 0 867,4-4 90,-1 3 0,11 1 0,-15 0 874,-18-1-964,-6 5-323,-2 25 1,-3 4 412,-1-15 11,-6 22 1,-8 0-12,-7-27 234,-2 19 1,-4 19 0,-2 13-1,-1 8 1,0 0 0,1-4 22,2-4 0,0 1 0,0 1 0,1 2 0,-1-1 0,1 0 0,-1-1-245,0-3 1,1-1-1,-1-1 1,1 1-1,-1 1 1,0 2-1,-1 2 149,2-4 1,-1 2 0,0 2 0,-1 2 0,1 1 0,-1 0 0,1 0 0,-1-2 0,1-2 0,0-2-151,-1 1 0,0-2 1,0-1-1,1-1 0,-1-1 1,0-1-1,1 1 0,0-1 40,-1 6 1,1-1-1,0 0 1,0-1-1,0 1 1,-1-2-1,0 1-340,0 2 1,-2 3 0,0 1 0,0-2 0,1-5 0,2-8 0,3-11 1547,-1 24-1450,2-21 0,-1 14 0,-1 10 0,0 4 0,-1-2 0,2-6 0,1-12 191,1 14 0,-1-1-30,0-13 1,-2 13-1,-1 6 1,0 1 0,1-5-1,1-11 1,3-18 119,2-1 1414,-5-19-1564,2 21 0,0 15 1,1-8 2354,0-6-2265,-3 9 0,-2 12 0,0-5-345,4-8 0,0-4 405,-2-8 0,0-1 1581,2 9 1,2-7-1761,2-17 2667,0-8-2218,-5 12-360,3-21-1401,-35 8 1,-30 4 0,13-2 1400,16-5 149,-18 5 1,-12 3 0,22-6 660,36-6-1170,-46 25 180,41-22-359,-23 17 269,38-22 90,0 0 180,6 0 0,12-11 0,8-2 0</inkml:trace>
  <inkml:trace contextRef="#ctx0" brushRef="#br0" timeOffset="9811">22803 1540 0,'-5'-42'3838,"3"20"-1306,-3 0-2352,5 22 3117,0 0-3207,0 93 450,5-42-624,5-2 0,3 19 0,3 8 0,0-6 1,-3-15 128,-3-13 0,1-2 629,4 18 1,2 14-1,1-10 1,-2-35-114,5-73 0,-4-23 1958,-2 18-3114,-4 9 0,4-17 1,1-8-1,0-1 1,-1 7-1,-5 14 325,-1 7 1,-1 2-91,36-186-566,-44 224-8905,0 0 9545,5 22 1,13-11-1,8 17 1</inkml:trace>
  <inkml:trace contextRef="#ctx0" brushRef="#br0" timeOffset="10677">23247 1983 7982,'3'-13'5128,"-5"6"-4949,18 2 675,22-25 1,2-5-495,-16 13-1619,-73 42 1439,23 24 419,-16-13 1,-12 3 0,26 1-555,59 19 0,26-14-45,-18-42 0,2-1 0,7 39 0,-4-3 0,9-46 0</inkml:trace>
  <inkml:trace contextRef="#ctx0" brushRef="#br0" timeOffset="11145">23603 2069 12480,'-7'-47'-4947,"7"-3"4947,45 43 0,5 5 0,-27-20 0,20 18 0,0 1 0</inkml:trace>
  <inkml:trace contextRef="#ctx0" brushRef="#br0" timeOffset="12778">23923 1564 14009,'20'-50'-1349,"-3"18"2518,-17 16-1169,0 16-270,0 0 270,0 5 540,0-3-450,0 3 0,0-5-360,0-5 270,0 3 0,0-8 270,0 8 539,0-3-629,0 10 720,0 13-630,0 3-109,0 16 1,0 22 0,0 8 0,0-3 0,0-15-432,0-11 0,0-1-215,0 25 1,2 18-1,-2-11 1,-2-40-1,-4-49 1,-1-16-1</inkml:trace>
  <inkml:trace contextRef="#ctx0" brushRef="#br0" timeOffset="13104">23825 1884 7533,'47'-25'0,"0"1"0,0-1 0,0 1 0,1-1 0,0 1 0,0-1 0</inkml:trace>
  <inkml:trace contextRef="#ctx0" brushRef="#br0" timeOffset="14133">24293 1848 10411,'0'61'-495,"0"1"1,5-34 254,-5 18 0,-2 10 0,6-20 240,6-30 0,13-12 0,10 0 0</inkml:trace>
  <inkml:trace contextRef="#ctx0" brushRef="#br0" timeOffset="14917">24699 1836 8072,'-13'-31'3553,"-34"51"0,-6 22-3463,33-12 0,1 2 0,-17 2 0,-5 1 0,22-1 1259,57 14 1,17-11-1440,-23-21-558,28-3 0,-4-9-9183,-43-11 8911,21-16 0,-34 19 1,9-6-1</inkml:trace>
  <inkml:trace contextRef="#ctx0" brushRef="#br0" timeOffset="16403">24822 2008 9242,'52'-38'4227,"1"-1"1,-44 15-4595,30-3 1,14-2 0,-25 7 456,-41 11-810,-27 41 0,-4 15 810,14-21-36,47 25 0,14 3 1,-5-8-1,16-25 1,0 0-1,0 0 1</inkml:trace>
  <inkml:trace contextRef="#ctx0" brushRef="#br0" timeOffset="16999">25375 1909 11580,'-64'9'2788,"100"-1"1,2 7-3419,-73 14 1,-5 7-316,63 12 1,4-7-675,-32-25 629,-24 28 451,22-44 179,-4 0 360,4 0 0,-21-22 0,-6-5 0</inkml:trace>
  <inkml:trace contextRef="#ctx0" brushRef="#br0" timeOffset="17681">24551 1614 2399,'23'-54'0,"15"9"0</inkml:trace>
  <inkml:trace contextRef="#ctx0" brushRef="#br0" timeOffset="19069">25916 1934 8432,'-13'1'4048,"-14"-8"629,23-1-5286,21 5 0,23 4 0,17 3 0,13 2 0,6 3 0,1 0 0,-3 0 1,-10-1-1,-14-2 848,4 3 1,-11-1 0,12 1 209,-6-2 1,11 2 0,7 1 0,5 0 0,2-1 0,-3 0-1,-5-2 1,-9-2 0,-11-2-533,19-7 0,-17-2 83,-9 0 509,15-4 1,-9-3-7706,-38 8 1440,-1 5 5756,0 0 0,-12 5 0,0 3 0</inkml:trace>
  <inkml:trace contextRef="#ctx0" brushRef="#br0" timeOffset="20120">27221 1848 9781,'15'51'3276,"0"1"1,0-1 0,-20-3-5735,5-3 0,1 15 1,-2-1-1,-6-19-5360,-16-16 7602,-15 8 1,5-2 0,27-18-1,-1 0 1</inkml:trace>
  <inkml:trace contextRef="#ctx0" brushRef="#br0" timeOffset="21901">21437 2770 9332,'-16'-31'2158,"-3"12"-1798,30 8 157,3 42 0,2 38 1,0 10-1,-2-18-607,-1-23 0,0 1-521,-1 7 0,2 14 0,1 3 1,-1-8-1,-1-18 881,5-11 4137,32-35-4857,-22-4 270,-4-16 0,9-19 0,3-11 1,1-3-1,-4 5 0,-7 14-4363,-3 3 1,0 2 4300,4-8 0,9-13 0,0-1 0,-9 14 0,-16 27 1,-23 40-1,-8 31 0</inkml:trace>
  <inkml:trace contextRef="#ctx0" brushRef="#br0" timeOffset="23478">21585 3877 8972,'-14'-45'899,"3"10"-179,6 66 0,-1 19-316,-2-17 1,-3 12-561,4-12 1,-2 11-1,-2 8 1,0 8-1,-2 6 1,-1 4-1,-1 4 1,1 1-1,-1 1 1,1-1 0,0-2-1,0-4 1,2-5-1,1-6 1,1-8 137,-3 19 0,2-11 0,0-5 0,1 4 0,-4 12 131,4-20 1,-1 7-1,-2 4 1,-1 3-1,-1 4 1,0 2-1,0 0 1,0 1-1,1-1 1,1-2-1,0-3 1,2-4-1,2-5 1,2-5-222,0 24 0,3-6 0,2-6 0,1-6 0,-3-9 492,-3 0 1,-1-1-43,4 7 0,0 14 0,0 2 0,-1-13 0,-1-27-702,-1-27-180,1 10 3752,6-12-6270,0 0-270,-5-6 2518,3 4 810,-3-9 0,27 4 0,5-5 0</inkml:trace>
  <inkml:trace contextRef="#ctx0" brushRef="#br0" timeOffset="24305">20810 6289 7623,'39'49'1228,"0"0"1,0-1 0,0 1 0,0 0-1,2 12 1,0 4 0,-3-13 0,-2-32-1461,-6-43 0,-2-26 0,-2-8 0,-5 13 0,14-9 0,-2 2 0,0-1 0,1 1 0</inkml:trace>
  <inkml:trace contextRef="#ctx0" brushRef="#br0" timeOffset="37782">23210 3102 12300,'-43'-39'405,"7"43"0,1 7-495,1-6 697,7 31 0,-2 23 0,3 5 0,9-15-247,10 3-300,-11 1 0,-6 9 0,18-10 884,35-16 1,8-12-855,-5-6 0,16 15 0,6-16 1079,-16-49 0,-1-25 1,-4 10-901,1 28 1,-9-3-2728,-18-28 0,-13-18 1,-9 1-1,-4 21 1587,-31 18 0,-5-21 0,22 5 0,53 37 0</inkml:trace>
  <inkml:trace contextRef="#ctx0" brushRef="#br0" timeOffset="51680">23074 4210 8882,'-24'34'719,"-1"0"1,3 24 0,6 3-1664,6-8 1,6-2-1,4 5 1,8-21 0,23-61-1</inkml:trace>
  <inkml:trace contextRef="#ctx0" brushRef="#br0" timeOffset="54577">23062 4332 0,'-25'0'0,"11"-5"5290,3 4-4750,11-26 1409,-5 16 569,-13-24-1299,-8 71-1039,0-14-90,15 17 0,4 4 3392,2-2-2943,0 5 1,-1 17 0,0 0 0,1-14-1762,-1 9 1312,-16 128 0,22-186 179,0 0-2877,17-104 1726,-9 53 0,2-7 0,0-1 1,-1 4 881,1 1 0,0 3 0,0-2-68,-1-1 1,1-5-1,-1 6 1,-2 20-203,-2 22 990,0 21 547,-3-2-1335,-1 29 1,-1 25 0,-1 6-1,1-13-292,-1-19 1,0 1-114,0 15 1,0 14 0,-1-7 0,1-25-1417,1-29 1236,0-6 1,22-27 0,5 1 0</inkml:trace>
  <inkml:trace contextRef="#ctx0" brushRef="#br0" timeOffset="57281">24231 3213 7803,'-20'2'7915,"8"2"-8095,1-10-90,-39 38 0,-5 13 270,23-21 30,-3 0 0,-8 4 0,12 4 195,19 9 0,17 1 284,23-6 1,15 0 0,-6-1 839,-17 11 1,5-11-2108,19-31 0,16-14 0,0-8 0,-16-1 847,0-28 31,-9 2 0,2-9 0,-15 22 240,-21 30-270,4-14 3418,-5 14-6477,-8-36 1,-17-11 2968,-14 30 0,-12 9 0,7-4 0,12-19 0,0 6 0,-31 33 0,0 0 0</inkml:trace>
  <inkml:trace contextRef="#ctx0" brushRef="#br0" timeOffset="60886">20526 10829 11131,'-42'7'2338,"6"-2"-1168,41-5-425,5 22 0,5 25 0,2 18 1,2 8-1,-1 1 0,-1-9 1,-4-17-1045,3-1 1,1-1 388,-1 8 0,2 20 0,3 7 0,1-7 0,0-19 0,1-34-444,-1-38 1,1-28 0,1-19 0,0-11 0,-1-2 0,-1 7 0,-4 16-1866,1 3 1,-3 8-1,2-9 1387,-1 0 0,4-12 0,2-9 0,1-2 0,-1 2 0,-1 8 0,-5 14 0,-4 18 832,1 10 0,4-38 0,-6 112 0</inkml:trace>
  <inkml:trace contextRef="#ctx0" brushRef="#br0" timeOffset="62260">21203 11419 15538,'-6'49'-840,"0"1"1,0-1 0,-2-22 659,1 29 0,2 18 0,6-28 0,5-40 0,-5-12-883,16-28 0,-9 15 0,10-21 1</inkml:trace>
  <inkml:trace contextRef="#ctx0" brushRef="#br0" timeOffset="66568">26274 10668 7533,'-16'-31'4915,"-1"0"0,9 8-4470,9 44 1,6 31-1,4 21 1,2 6-1,-1-5 1,-2-18-401,3-1 0,2 2-20,-5-6 1,2 16 0,1 9-1,1-1 1,0-8 0,-1-16-1,0-26 2404,3-23-2699,-13 1-2248,2-14 2787,-7-11-179,-3 16 90,5-15-180,0 21-629,0-11-1,11-9 540,-8 5 270,8-1-540,-6 5 450,2-8 270,11-12-296,0-4 0,7-15 0,5-11 1,2-5-1,0 1 0,-3 6 1,-6 13-200,5-10 0,0 0-270,-5 11 1,8-13 0,3-6 0,0 0 0,-4 6 0,-8 12 0,-10 19 314,-11 16-359,-6 10 359,2-5-360,-13 6-2698,9 6 2878,-11-5 360,9 5-712,-7 10 1,26 4 0,-2 17 0</inkml:trace>
  <inkml:trace contextRef="#ctx0" brushRef="#br0" timeOffset="67747">26816 11308 5914,'35'-42'9830,"-23"30"-8044,16-15 0,2 3-3585,-13 19 1799,-25 37 0,-18 27 0,2-8 1799,-4 0-1619,4-4 0,-6 14 0,2-1 0,7-15 539,8-7-584,-6-2 0,13-5-5051,58-28 1,12-6 4116,-27 23 0,20-19 0,-9 4 0,-42 23 0</inkml:trace>
  <inkml:trace contextRef="#ctx0" brushRef="#br0" timeOffset="80785">22176 11394 7982,'-36'-38'233,"52"25"1,22 1 0,16-1 0,13 1 0,8 1 0,4-1 0,0 1 0,-6 1 0,-8 1 0,-14 0-2121,16-5 0,-12 2 1,14 0 1886,-20 4 0,11 0 0,8-1 0,5 0 0,3-1 0,0 1 0,-3 0 0,-5 1 0,-7 0 0,-12 2 0,-12 1 1409,26-6-1308,-23 7 0,12 0 0,9 0 0,7 0 1,4-1-1,1 1 0,-2 0 0,-5-1-176,-2 0 0,1 0 0,-1 0 0,0 0 0,0-1 0,1 1 1,0 0-1,0 0 75,-5 0 0,2 1 0,0-1 0,0 1 0,-1-1 0,0 1 0,0-1 0,-3 1 0,-1 0-175,7-1 1,5 0 0,0 0 0,-4 1-1,-8 0 1,-13 1 0,-17 2 444,-13 1-2291,-2-17 941,-12 13 1080,-12-1 0,-24 18 0,-9 12 0</inkml:trace>
  <inkml:trace contextRef="#ctx0" brushRef="#br0" timeOffset="82986">22410 11321 7173,'23'-43'299,"1"1"1,-2 12 0,0 1 375,4-7 0,-2 6-675,0 18-135,7-15 0,-12 5-793,-46 33 0,-33 23 0,-8 5 0,16-8 928,22-14 0,1 0 45,-24 12 0,-15 8 0,4-3 0,23-12 880,27-15-835,2-2 180,34 0-90,-31 8-90,32-5-90,-45 3 90,20-11-720,-14 5 630,13 2 3290,-8 0-2031,11-2-1492,-21 1-217,10-5 360,-23 5 689,62 2 1,35 4 0,1 0-1268,-17-1 0,2 1 0,0 0 0,0 0 555,2-1 1,0-1-1,-1 1 1,-2-1 82,18 4 0,-3-1 0,-34-1-537,-63-1 0,54 2 0,-6 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FD10-6D91-6C3D-DBA9-D883BFBA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A779B-1BF0-245E-AC34-557F79DE5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31259-52E2-D6CE-EF84-2AE2A8357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B51F-9616-133B-C94D-4570520C34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7CB7F-43A1-FFBA-745E-E45F97259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71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customXml" Target="../ink/ink1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6DC232-BBA6-4498-CDFC-0E3C954C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5711" cy="632219"/>
          </a:xfrm>
        </p:spPr>
        <p:txBody>
          <a:bodyPr/>
          <a:lstStyle/>
          <a:p>
            <a:r>
              <a:rPr lang="en-US" dirty="0"/>
              <a:t>A look back at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CC02-D832-FD89-2B19-A15AFABAA8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Knowledge Bases provide one means of representing our knowledge of the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mechanisms for querying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produce new knowledge (new sentences)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 updated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Rigourous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inference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readable in principle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Limitations of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6054304" cy="4905623"/>
          </a:xfrm>
        </p:spPr>
        <p:txBody>
          <a:bodyPr>
            <a:normAutofit/>
          </a:bodyPr>
          <a:lstStyle/>
          <a:p>
            <a:pPr lvl="1"/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scalable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Labour intensive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not especially transparent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“types”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Encyclopedia - Wikipedia">
            <a:extLst>
              <a:ext uri="{FF2B5EF4-FFF2-40B4-BE49-F238E27FC236}">
                <a16:creationId xmlns:a16="http://schemas.microsoft.com/office/drawing/2014/main" id="{BC104A61-2171-0593-F417-68C985F4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05" y="1334369"/>
            <a:ext cx="4913062" cy="46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6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26BE-94AC-20A1-AE22-49A0211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880134" cy="632219"/>
          </a:xfrm>
        </p:spPr>
        <p:txBody>
          <a:bodyPr/>
          <a:lstStyle/>
          <a:p>
            <a:r>
              <a:rPr lang="en-US" dirty="0"/>
              <a:t>Overcoming these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FC28F-3D38-36B1-49A9-46F8C09DA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There are many things we would like KB to 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relationships between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Allow the “atomic units of knowledge” to be annotated with additional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performant and accurate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Scale to very large numbers of “atoms”.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highly parallel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Interpretable by humans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Readable by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Enter the </a:t>
            </a:r>
            <a:r>
              <a:rPr lang="en-US" sz="2400" b="1" dirty="0">
                <a:solidFill>
                  <a:schemeClr val="tx2"/>
                </a:solidFill>
              </a:rPr>
              <a:t>knowledge graph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6F87-8628-A7C3-57B6-BA23E230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0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200D-4589-EF9C-6FCA-70556382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230139" cy="632219"/>
          </a:xfrm>
        </p:spPr>
        <p:txBody>
          <a:bodyPr/>
          <a:lstStyle/>
          <a:p>
            <a:r>
              <a:rPr lang="en-US" dirty="0"/>
              <a:t>Rule-based systems as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C376-A7CA-58C7-C4BB-B72BAC87E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771321" cy="490562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dog then x is an animal.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cow then x is an animal.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an animal then x is a living thing.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cow then x eats herbs.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herb then x is a plant.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plant then x is a living thing.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What does the graph miss?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D278-387C-755F-3CCA-860F0F88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0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9A0E-4CC3-4C1B-D991-7BC65AF0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215116" cy="632219"/>
          </a:xfrm>
        </p:spPr>
        <p:txBody>
          <a:bodyPr/>
          <a:lstStyle/>
          <a:p>
            <a:r>
              <a:rPr lang="en-US" dirty="0"/>
              <a:t>What is a Knowledge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C626D-521D-61D6-9443-62D4901A8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209124"/>
            <a:ext cx="7610553" cy="480435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Knowledge Base, structured on a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“things” that our knowledge is about – the </a:t>
            </a:r>
            <a:r>
              <a:rPr lang="en-US" sz="2400" b="1" dirty="0">
                <a:solidFill>
                  <a:schemeClr val="tx2"/>
                </a:solidFill>
              </a:rPr>
              <a:t>nodes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relationships between the “things’” – the </a:t>
            </a:r>
            <a:r>
              <a:rPr lang="en-US" sz="2400" b="1" dirty="0">
                <a:solidFill>
                  <a:schemeClr val="tx2"/>
                </a:solidFill>
              </a:rPr>
              <a:t>edges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properties of the “things” – the </a:t>
            </a:r>
            <a:r>
              <a:rPr lang="en-US" sz="2400" b="1" dirty="0">
                <a:solidFill>
                  <a:schemeClr val="tx2"/>
                </a:solidFill>
              </a:rPr>
              <a:t>attributes</a:t>
            </a:r>
            <a:r>
              <a:rPr lang="en-US" sz="2400" dirty="0">
                <a:solidFill>
                  <a:schemeClr val="tx2"/>
                </a:solidFill>
              </a:rPr>
              <a:t> of the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structure, often with substructure (clustering of nodes)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 and declarative – has an intended meaning and is itself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Often large – millions of nodes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Human and machine 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305D9-BEDE-7613-C9F6-042D5CB5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 descr="Colourful circles linked with lines representing a network">
            <a:extLst>
              <a:ext uri="{FF2B5EF4-FFF2-40B4-BE49-F238E27FC236}">
                <a16:creationId xmlns:a16="http://schemas.microsoft.com/office/drawing/2014/main" id="{E37939C1-B6F5-1392-8F51-10AD87179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564858" y="1607017"/>
            <a:ext cx="5411760" cy="364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1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4C05E2-D14A-0D16-65A5-33BFBF05F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Obeys a “grammar”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Relationships are explicitly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Loose hierarchy defined by the relationships, not imposed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Nodes can be directly annotated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Has a clear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87F5D2-2718-F4D9-CB24-4E8CDFDC36E4}"/>
              </a:ext>
            </a:extLst>
          </p:cNvPr>
          <p:cNvGrpSpPr/>
          <p:nvPr/>
        </p:nvGrpSpPr>
        <p:grpSpPr>
          <a:xfrm>
            <a:off x="5585700" y="611465"/>
            <a:ext cx="6256189" cy="5635070"/>
            <a:chOff x="6094854" y="553485"/>
            <a:chExt cx="6256189" cy="5635070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2178D59-64BC-C7F7-22A9-2577EDAF4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0590C4-2599-24FC-652B-BE73D127CF4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B555A2-48A5-3327-5620-466D3B48A2E1}"/>
                  </a:ext>
                </a:extLst>
              </p14:cNvPr>
              <p14:cNvContentPartPr/>
              <p14:nvPr/>
            </p14:nvContentPartPr>
            <p14:xfrm>
              <a:off x="646560" y="2398320"/>
              <a:ext cx="9450360" cy="4108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B555A2-48A5-3327-5620-466D3B48A2E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7200" y="2388960"/>
                <a:ext cx="9469080" cy="412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96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407400" cy="632219"/>
          </a:xfrm>
        </p:spPr>
        <p:txBody>
          <a:bodyPr/>
          <a:lstStyle/>
          <a:p>
            <a:r>
              <a:rPr lang="en-US" dirty="0"/>
              <a:t>A More Complex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might you model the relationships between: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Me, Lu Bai, Hui Wang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you (A. Turing, G. Hopper)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Engineering, Machine Learning, Into to AI modules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nodes do we need?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relationships do we need to define?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08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557FC3-E57E-82EE-B185-3D3397E9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897414" cy="632219"/>
          </a:xfrm>
        </p:spPr>
        <p:txBody>
          <a:bodyPr/>
          <a:lstStyle/>
          <a:p>
            <a:r>
              <a:rPr lang="en-US" dirty="0"/>
              <a:t>Exercises 8: A simple knowledge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16337-5CEC-1DC1-361C-59AD1895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8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A317C1-3164-FFC1-3206-98055F242476}"/>
                  </a:ext>
                </a:extLst>
              </p14:cNvPr>
              <p14:cNvContentPartPr/>
              <p14:nvPr/>
            </p14:nvContentPartPr>
            <p14:xfrm>
              <a:off x="1222560" y="271080"/>
              <a:ext cx="10888200" cy="5904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A317C1-3164-FFC1-3206-98055F242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3200" y="261720"/>
                <a:ext cx="10906920" cy="59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2746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2210-CA53-68DC-AB5E-81A2B1D7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CC59-AB40-E4FB-E95A-D6A8E67E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8B42C-B2BD-452A-33DB-CC60DA42C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937A8-F168-85DC-D50E-179CAA92A2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357175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5958B8-A42A-B0A3-E1F7-3D5BB2E7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367684" cy="632219"/>
          </a:xfrm>
        </p:spPr>
        <p:txBody>
          <a:bodyPr/>
          <a:lstStyle/>
          <a:p>
            <a:r>
              <a:rPr lang="en-US" dirty="0"/>
              <a:t>What can Knowledge Graphs do?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648C7-644F-5436-F485-A9D2E90EEF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562303" cy="489415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 between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relations between classes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hierarchies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to identify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directly to derive new knowledge by running logical inference on top of a knowledge graph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3B716-CA64-23E6-18DC-83366FCDC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913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What’s wrong with a Relational DB?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of this could be done with a 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is there, but it is hardly 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spread over many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really human readable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2BE2DA-B43C-A18E-457B-303BB9220C8A}"/>
              </a:ext>
            </a:extLst>
          </p:cNvPr>
          <p:cNvGraphicFramePr>
            <a:graphicFrameLocks noGrp="1"/>
          </p:cNvGraphicFramePr>
          <p:nvPr/>
        </p:nvGraphicFramePr>
        <p:xfrm>
          <a:off x="7374816" y="1195759"/>
          <a:ext cx="34014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33">
                  <a:extLst>
                    <a:ext uri="{9D8B030D-6E8A-4147-A177-3AD203B41FA5}">
                      <a16:colId xmlns:a16="http://schemas.microsoft.com/office/drawing/2014/main" val="2214165141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staffID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Iain Styles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Hui 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 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002012-CE10-EFC4-93BC-798E323A7321}"/>
              </a:ext>
            </a:extLst>
          </p:cNvPr>
          <p:cNvGraphicFramePr>
            <a:graphicFrameLocks noGrp="1"/>
          </p:cNvGraphicFramePr>
          <p:nvPr/>
        </p:nvGraphicFramePr>
        <p:xfrm>
          <a:off x="6789683" y="3539941"/>
          <a:ext cx="5023840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172">
                  <a:extLst>
                    <a:ext uri="{9D8B030D-6E8A-4147-A177-3AD203B41FA5}">
                      <a16:colId xmlns:a16="http://schemas.microsoft.com/office/drawing/2014/main" val="317610691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196792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moduleID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Taught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Knowledge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 to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267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A6C091-149B-1024-7E04-A819220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4E0CA-7F02-25EA-1F39-EDD47274A8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341077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are a natural way of representing relationships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“Things” = vertices on the graph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“Relationships” = edges on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mathematical structure entail many powerful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Totally flexible abstract data structure and can be structured to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Useful to have in mind some basic properties of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722B4-72DB-1045-DB48-105E51C0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93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Graph Basics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graph consists of a set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dirty="0">
                <a:solidFill>
                  <a:schemeClr val="tx2"/>
                </a:solidFill>
              </a:rPr>
              <a:t> of nodes or vertices and a set </a:t>
            </a:r>
            <a:r>
              <a:rPr lang="en-US" sz="2400" i="1" dirty="0">
                <a:solidFill>
                  <a:schemeClr val="tx2"/>
                </a:solidFill>
              </a:rPr>
              <a:t>E</a:t>
            </a:r>
            <a:r>
              <a:rPr lang="en-US" sz="2400" dirty="0">
                <a:solidFill>
                  <a:schemeClr val="tx2"/>
                </a:solidFill>
              </a:rPr>
              <a:t> of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edge is a tuple of two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2400" dirty="0">
                <a:solidFill>
                  <a:schemeClr val="tx2"/>
                </a:solidFill>
              </a:rPr>
              <a:t>rtices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 are </a:t>
            </a:r>
            <a:r>
              <a:rPr lang="en-US" sz="2400" i="1" dirty="0">
                <a:solidFill>
                  <a:schemeClr val="tx2"/>
                </a:solidFill>
              </a:rPr>
              <a:t>adjacent</a:t>
            </a:r>
            <a:r>
              <a:rPr lang="en-US" sz="2400" dirty="0">
                <a:solidFill>
                  <a:schemeClr val="tx2"/>
                </a:solidFill>
              </a:rPr>
              <a:t> (</a:t>
            </a:r>
            <a:r>
              <a:rPr lang="en-US" sz="2400" dirty="0" err="1">
                <a:solidFill>
                  <a:schemeClr val="tx2"/>
                </a:solidFill>
              </a:rPr>
              <a:t>ie</a:t>
            </a:r>
            <a:r>
              <a:rPr lang="en-US" sz="2400" dirty="0">
                <a:solidFill>
                  <a:schemeClr val="tx2"/>
                </a:solidFill>
              </a:rPr>
              <a:t>, connected) if (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) is in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Edges can be directed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represent in terms of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62F2032-BE17-F29F-689E-AE81305C0FCE}"/>
                  </a:ext>
                </a:extLst>
              </p14:cNvPr>
              <p14:cNvContentPartPr/>
              <p14:nvPr/>
            </p14:nvContentPartPr>
            <p14:xfrm>
              <a:off x="7361280" y="505800"/>
              <a:ext cx="2682720" cy="3733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62F2032-BE17-F29F-689E-AE81305C0F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51920" y="496440"/>
                <a:ext cx="2701440" cy="37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390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BC0BCD-93E2-2294-256B-238791B7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826" y="381419"/>
            <a:ext cx="7376652" cy="632219"/>
          </a:xfrm>
        </p:spPr>
        <p:txBody>
          <a:bodyPr/>
          <a:lstStyle/>
          <a:p>
            <a:r>
              <a:rPr lang="en-US" dirty="0"/>
              <a:t>How to structure graphs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7A45C-59FF-4966-6E1A-B66B2967D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provide a powerful mathematical foundation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we need to structure them to model a specific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Specifically, we need to decide what features of a problem a graph should represent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And what relationships it should include.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can be specified by an </a:t>
            </a:r>
            <a:r>
              <a:rPr lang="en-US" sz="2400" b="1" dirty="0">
                <a:solidFill>
                  <a:schemeClr val="tx2"/>
                </a:solidFill>
              </a:rPr>
              <a:t>ontology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DA387-72D8-6C78-C8DA-C85E7083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38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458694-6381-7397-E977-63AF133A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9B77E-26FD-680E-241A-BF89E19F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8985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Ontology is a formal way of </a:t>
            </a:r>
            <a:r>
              <a:rPr lang="en-US" sz="2400" dirty="0" err="1">
                <a:solidFill>
                  <a:schemeClr val="tx2"/>
                </a:solidFill>
              </a:rPr>
              <a:t>specifiying</a:t>
            </a:r>
            <a:r>
              <a:rPr lang="en-US" sz="2400" dirty="0">
                <a:solidFill>
                  <a:schemeClr val="tx2"/>
                </a:solidFill>
              </a:rPr>
              <a:t> the “things” in a domain, their properties, and the relationships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It is a schema for modelling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Derived from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graphs are structured according to an ontology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 facts/data are then instantiated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4FDE7-3A53-7E0A-2CB0-E07D26DB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455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Steps in creating an ontology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Define the entities –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fundamental concepts in the domain?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are the relationships between the entities?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properties do the entities have?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27072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Entities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concepts?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Living things?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Animals?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Plants?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Cows?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Herbs?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9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relations between entities?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Is? (belongs 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toxic to?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Are relationships meaningfully bidirectional?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23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properties of the entities?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Latin name?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Typical size?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Where it is found?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7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Ontology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Does not need to represent everything we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relationships will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properties will be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the </a:t>
            </a:r>
            <a:r>
              <a:rPr lang="en-US" sz="2400" dirty="0" err="1">
                <a:solidFill>
                  <a:schemeClr val="tx2"/>
                </a:solidFill>
              </a:rPr>
              <a:t>colour</a:t>
            </a:r>
            <a:r>
              <a:rPr lang="en-US" sz="2400" dirty="0">
                <a:solidFill>
                  <a:schemeClr val="tx2"/>
                </a:solidFill>
              </a:rPr>
              <a:t> of a tablet relevant?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No, if you are a doctor or a patient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Yes, if you are responsible for manufacturing it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2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733691" cy="632219"/>
          </a:xfrm>
        </p:spPr>
        <p:txBody>
          <a:bodyPr/>
          <a:lstStyle/>
          <a:p>
            <a:r>
              <a:rPr lang="en-US"/>
              <a:t>Exercises </a:t>
            </a:r>
            <a:r>
              <a:rPr lang="en-US" dirty="0"/>
              <a:t>9</a:t>
            </a:r>
            <a:r>
              <a:rPr lang="en-US"/>
              <a:t>: </a:t>
            </a:r>
            <a:r>
              <a:rPr lang="en-US" dirty="0"/>
              <a:t>Designing an Ontology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68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8746</TotalTime>
  <Words>1108</Words>
  <Application>Microsoft Macintosh PowerPoint</Application>
  <PresentationFormat>Widescreen</PresentationFormat>
  <Paragraphs>261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MSc Artificial Intelligence</vt:lpstr>
      <vt:lpstr>A look back at knowledge bases</vt:lpstr>
      <vt:lpstr>Limitations of Knowledge Bases</vt:lpstr>
      <vt:lpstr>Overcoming these Limitations</vt:lpstr>
      <vt:lpstr>Rule-based systems as graphs</vt:lpstr>
      <vt:lpstr>What is a Knowledge Graph</vt:lpstr>
      <vt:lpstr>A simple example</vt:lpstr>
      <vt:lpstr>A More Complex Example</vt:lpstr>
      <vt:lpstr>Exercises 8: A simple knowledge graph</vt:lpstr>
      <vt:lpstr>PowerPoint Presentation</vt:lpstr>
      <vt:lpstr>MSc Artificial Intelligence</vt:lpstr>
      <vt:lpstr>What can Knowledge Graphs do?</vt:lpstr>
      <vt:lpstr>What’s wrong with a Relational DB?</vt:lpstr>
      <vt:lpstr>Why Graphs?</vt:lpstr>
      <vt:lpstr>Graph Basics</vt:lpstr>
      <vt:lpstr>How to structure graphs</vt:lpstr>
      <vt:lpstr>Ontologies</vt:lpstr>
      <vt:lpstr>Steps in creating an ontology</vt:lpstr>
      <vt:lpstr>Entities</vt:lpstr>
      <vt:lpstr>Relationships</vt:lpstr>
      <vt:lpstr>Properties</vt:lpstr>
      <vt:lpstr>Ontology Guidelines</vt:lpstr>
      <vt:lpstr>Exercises 9: Designing an Ontology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2</cp:revision>
  <dcterms:created xsi:type="dcterms:W3CDTF">2024-11-07T11:06:47Z</dcterms:created>
  <dcterms:modified xsi:type="dcterms:W3CDTF">2025-10-07T07:44:46Z</dcterms:modified>
</cp:coreProperties>
</file>