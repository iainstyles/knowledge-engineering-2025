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notesSlides/notesSlide5.xml" ContentType="application/vnd.openxmlformats-officedocument.presentationml.notesSlide+xml"/>
  <Override PartName="/ppt/ink/ink29.xml" ContentType="application/inkml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71"/>
  </p:notesMasterIdLst>
  <p:handoutMasterIdLst>
    <p:handoutMasterId r:id="rId72"/>
  </p:handoutMasterIdLst>
  <p:sldIdLst>
    <p:sldId id="291" r:id="rId2"/>
    <p:sldId id="319" r:id="rId3"/>
    <p:sldId id="320" r:id="rId4"/>
    <p:sldId id="321" r:id="rId5"/>
    <p:sldId id="322" r:id="rId6"/>
    <p:sldId id="323" r:id="rId7"/>
    <p:sldId id="324" r:id="rId8"/>
    <p:sldId id="325" r:id="rId9"/>
    <p:sldId id="405" r:id="rId10"/>
    <p:sldId id="327" r:id="rId11"/>
    <p:sldId id="326" r:id="rId12"/>
    <p:sldId id="257" r:id="rId13"/>
    <p:sldId id="258" r:id="rId14"/>
    <p:sldId id="259" r:id="rId15"/>
    <p:sldId id="394" r:id="rId16"/>
    <p:sldId id="293" r:id="rId17"/>
    <p:sldId id="406" r:id="rId18"/>
    <p:sldId id="292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07" r:id="rId33"/>
    <p:sldId id="309" r:id="rId34"/>
    <p:sldId id="310" r:id="rId35"/>
    <p:sldId id="343" r:id="rId36"/>
    <p:sldId id="312" r:id="rId37"/>
    <p:sldId id="407" r:id="rId38"/>
    <p:sldId id="392" r:id="rId39"/>
    <p:sldId id="344" r:id="rId40"/>
    <p:sldId id="311" r:id="rId41"/>
    <p:sldId id="314" r:id="rId42"/>
    <p:sldId id="315" r:id="rId43"/>
    <p:sldId id="391" r:id="rId44"/>
    <p:sldId id="345" r:id="rId45"/>
    <p:sldId id="318" r:id="rId46"/>
    <p:sldId id="346" r:id="rId47"/>
    <p:sldId id="347" r:id="rId48"/>
    <p:sldId id="348" r:id="rId49"/>
    <p:sldId id="349" r:id="rId50"/>
    <p:sldId id="350" r:id="rId51"/>
    <p:sldId id="352" r:id="rId52"/>
    <p:sldId id="353" r:id="rId53"/>
    <p:sldId id="328" r:id="rId54"/>
    <p:sldId id="329" r:id="rId55"/>
    <p:sldId id="409" r:id="rId56"/>
    <p:sldId id="410" r:id="rId57"/>
    <p:sldId id="411" r:id="rId58"/>
    <p:sldId id="408" r:id="rId59"/>
    <p:sldId id="330" r:id="rId60"/>
    <p:sldId id="354" r:id="rId61"/>
    <p:sldId id="331" r:id="rId62"/>
    <p:sldId id="390" r:id="rId63"/>
    <p:sldId id="355" r:id="rId64"/>
    <p:sldId id="412" r:id="rId65"/>
    <p:sldId id="317" r:id="rId66"/>
    <p:sldId id="356" r:id="rId67"/>
    <p:sldId id="357" r:id="rId68"/>
    <p:sldId id="359" r:id="rId69"/>
    <p:sldId id="404" r:id="rId70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5 September 1000-1100" id="{C81B977D-B904-D64D-9B82-73A8047B6F1A}">
          <p14:sldIdLst>
            <p14:sldId id="291"/>
            <p14:sldId id="319"/>
            <p14:sldId id="320"/>
            <p14:sldId id="321"/>
            <p14:sldId id="322"/>
            <p14:sldId id="323"/>
            <p14:sldId id="324"/>
            <p14:sldId id="325"/>
            <p14:sldId id="405"/>
            <p14:sldId id="327"/>
            <p14:sldId id="326"/>
            <p14:sldId id="257"/>
            <p14:sldId id="258"/>
            <p14:sldId id="259"/>
          </p14:sldIdLst>
        </p14:section>
        <p14:section name="15 September 1100-1300" id="{9C17B0EA-3447-1242-AC57-26E3B2C42C96}">
          <p14:sldIdLst>
            <p14:sldId id="394"/>
            <p14:sldId id="293"/>
            <p14:sldId id="406"/>
            <p14:sldId id="292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9"/>
            <p14:sldId id="310"/>
            <p14:sldId id="343"/>
            <p14:sldId id="312"/>
            <p14:sldId id="407"/>
          </p14:sldIdLst>
        </p14:section>
        <p14:section name="11 November 1200-1300" id="{10930351-D98B-FF48-9484-3C7A752B18C0}">
          <p14:sldIdLst>
            <p14:sldId id="392"/>
            <p14:sldId id="344"/>
            <p14:sldId id="311"/>
            <p14:sldId id="314"/>
            <p14:sldId id="315"/>
          </p14:sldIdLst>
        </p14:section>
        <p14:section name="11 November 1400-1530" id="{704F7E2B-A96D-A742-B34A-3C124AC72AA6}">
          <p14:sldIdLst>
            <p14:sldId id="391"/>
            <p14:sldId id="345"/>
            <p14:sldId id="318"/>
            <p14:sldId id="346"/>
            <p14:sldId id="347"/>
            <p14:sldId id="348"/>
            <p14:sldId id="349"/>
            <p14:sldId id="350"/>
            <p14:sldId id="352"/>
            <p14:sldId id="353"/>
            <p14:sldId id="328"/>
            <p14:sldId id="329"/>
            <p14:sldId id="409"/>
            <p14:sldId id="410"/>
            <p14:sldId id="411"/>
            <p14:sldId id="408"/>
            <p14:sldId id="330"/>
            <p14:sldId id="354"/>
            <p14:sldId id="331"/>
          </p14:sldIdLst>
        </p14:section>
        <p14:section name="11 November 1530-1700" id="{EBB3BC09-0348-F04B-B299-3CE4A149178F}">
          <p14:sldIdLst>
            <p14:sldId id="390"/>
            <p14:sldId id="355"/>
            <p14:sldId id="412"/>
            <p14:sldId id="317"/>
          </p14:sldIdLst>
        </p14:section>
        <p14:section name="12 November 0900-1100" id="{A588EEF6-A57A-1947-A367-23B57769E0F0}">
          <p14:sldIdLst>
            <p14:sldId id="356"/>
            <p14:sldId id="357"/>
            <p14:sldId id="359"/>
          </p14:sldIdLst>
        </p14:section>
        <p14:section name="12 November 1100-1300" id="{2BFA2418-6788-8443-AA7D-3AB3A0348135}">
          <p14:sldIdLst>
            <p14:sldId id="404"/>
          </p14:sldIdLst>
        </p14:section>
        <p14:section name="12 November 1400-1530" id="{338C17B0-5EA5-4442-AB36-45481D50CE49}">
          <p14:sldIdLst/>
        </p14:section>
        <p14:section name="12 November 1530-1700" id="{827F9A21-AD93-8148-8788-EAD7CD9D439F}">
          <p14:sldIdLst/>
        </p14:section>
        <p14:section name="13 November 0900-1000" id="{6F75790E-BE5B-8E4D-9FBD-54E6F0680EA2}">
          <p14:sldIdLst/>
        </p14:section>
        <p14:section name="13 November 1000-1200" id="{EFD512CA-6CC4-AA47-BBAA-171A2903AAB0}">
          <p14:sldIdLst/>
        </p14:section>
        <p14:section name="13 November 1200-1300" id="{AB94CBC9-5727-3D4D-B94B-4CA47FFF275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0A82EB-2FFE-8842-AE2B-A8C1907F1EB1}" v="88" dt="2025-09-15T15:06:33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81" autoAdjust="0"/>
    <p:restoredTop sz="94886" autoAdjust="0"/>
  </p:normalViewPr>
  <p:slideViewPr>
    <p:cSldViewPr snapToGrid="0" snapToObjects="1" showGuides="1">
      <p:cViewPr varScale="1">
        <p:scale>
          <a:sx n="115" d="100"/>
          <a:sy n="115" d="100"/>
        </p:scale>
        <p:origin x="240" y="216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0:31:19.42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2178 1391 7533,'19'-13'-180,"-7"6"989,-6 2 361,-12-1-541,5 5-449,-5-5 270,6 6 90,0 6-271,6 1-179,-5 5 180,10 11-360,-9-8 180,3 36 90,-5-4-270,-2 5 0,-1 8-1538,-3 3 1,-1 1 1627,1-6 0,-2 1 29,3-9 1,-2 1 0,2-8-119,-2 10-1,4-6 0,1-3 90,2-16-540,5 2 360,-3-19-719,8-16 719,-3-2 1277,0-11-1457,-2-1-1079,-5-16 1439,0 13 0,-11-40 0,-2 9 0</inkml:trace>
  <inkml:trace contextRef="#ctx0" brushRef="#br0" timeOffset="399">2289 1305 7533,'12'-25'0,"-5"0"1889,-2-16-1440,-5 18 631,6-22-900,-5 30 449,21-8-449,-7 16 360,32 1-360,-19 12 0,35 22-270,-33-4-45,2 4 0,-1 7-45,-8 8 0,-6 4 405,-2 2 0,-3 1-412,0 1 1,-8-2 455,-15-4 1,-7-4 0,-20 17-90,5-21 0,-2 0-225,12-10 0,-1-3 135,-19 5 0,0-5 180,11-4 0,-26-2-91,23-12-268,13-12-541,-18-12-180,31-8-1155,-8-5 796,39 1 1169,-5 10 0,34 8 0,-6 6 0</inkml:trace>
  <inkml:trace contextRef="#ctx0" brushRef="#br0" timeOffset="916">2892 1944 7533,'5'-24'539,"-3"4"451,9-3-810,-10 15 1079,10-14-719,-9 19 269,9-8-629,-10 11 270,4 17-270,-5-8 90,-5 48-90,-2-26-495,1 9 0,0 1 315,-7-4 0,9 0 0,1 0-1979,-2-8 0,5 29 630,0-42 1349,5 12 0,13-54 0,8-3 0</inkml:trace>
  <inkml:trace contextRef="#ctx0" brushRef="#br0" timeOffset="1416">3125 1895 7533,'7'-26'2518,"-1"-8"-1708,-6 19 89,5-14-899,2 16 270,22-11-180,-7 10-90,41-9 0,-29 16 0,1 1-225,6-4 0,2 2-90,3 4 1,-2 1 134,8-2 90,-5 10 90,-28 2 809,-7 11-719,-12-5 990,-12 21-990,-2-12 269,-14 25 1,-4-9-225,8-5 0,-1 0-225,-15 9 405,10-4 0,3-2-135,4-6-135,-1 1 0,3 1 135,5-3-91,-1 17 1,11-25 270,6 7-360,6-19-629,6 7 449,2-14 1169,20 9-989,-18-10 270,35 4-900,-33-10 181,32 4-811,-28-10 181,13 9-630,-15-9-1529,8 4 3238,-13 0 0,-13-15 0,-17 2 0</inkml:trace>
  <inkml:trace contextRef="#ctx0" brushRef="#br0" timeOffset="1616">3409 2080 6633,'-26'0'6746,"3"0"-6026,16-6 719,12-17-1709,25-4 270,-1-5-270,5 13 1,0 4 269,-2 0-2114,12 3 0,2 1 2114,-1-2 0,-7 12 0,1 1 0,10 2 0</inkml:trace>
  <inkml:trace contextRef="#ctx0" brushRef="#br0" timeOffset="2301">4135 1772 7533,'-20'-21'4317,"-3"-6"-3597,17 24 89,-1-18-899,1 18 180,17-19-90,-3 14 90,32-10-90,-11 5 0,35 1-180,-29 6-359,34 0 539,-44 6-270,25 0 180,-35 6 540,3 11-360,-18 4 90,-29 25-91,6-11 46,-11-1 0,0 1-327,2 8 461,-8 1 1,-4 3 360,10-5 0,2 0-540,-1-3 0,1 1 44,-3 7 1,6-3-45,15-2-90,3-5-359,28-15 538,26-21-179,-3-1 45,-4-5 0,-2-2-225,2-7 315,-2 0 0,0-1-1664,-4 0-1709,22-14 2159,-31 21 1079,-3-8 0,-46 14 0,-13-3 0</inkml:trace>
  <inkml:trace contextRef="#ctx0" brushRef="#br0" timeOffset="2501">4086 2055 7533,'-20'-19'4857,"8"-4"-3868,6 9 1,12-9-810,12 9-90,19-15-90,-3 20-1350,-2-2 1,4 0 1349,3 6 0,3 3 0,13 5 0,4 4 0,9 0 0,-1 0 0</inkml:trace>
  <inkml:trace contextRef="#ctx0" brushRef="#br0" timeOffset="2949">4823 1858 7533,'14'-19'5217,"-8"1"-4857,-8 6 629,-9 0-719,5 5-180,-6-4-90,-1 10-810,-15-5 450,-16 23 270,10 1 1,-1 6 133,-1 7 1,3 2 0,6-2 0,3 2 0,1 12 0,7 2-135,7 20 90,4-32 0,5-1-315,14 1 1,6-6 134,5-7 0,26 1-720,-8-12 631,-9-15 89,3-4 0,0-2-90,-4-12 719,4-13 1,-1-4-360,-7-1 989,-3-17 1,-5-5 179,-6-3-719,-5 24 0,-4 2 989,-17 0-1439,3 32 0,-20 23-90,13 1-945,3 15 1,6 4-2654,11 14 2699,9 11 899,27-9 0,10-36 0,-17-5 0,0 0 0</inkml:trace>
  <inkml:trace contextRef="#ctx0" brushRef="#br0" timeOffset="3233">2990 1255 7533,'-48'-40'7555,"16"6"-7555,44 22 0,34-17 0,13-3 0</inkml:trace>
  <inkml:trace contextRef="#ctx0" brushRef="#br0" timeOffset="4215">2178 3322 10681,'-9'35'-45,"0"0"0,1 16-270,-3 16 0,0 3-154,7-36 0,0 1 199,0 16 0,0 8 0,0-9 393,-2 18-573,8-12 1,2-3 154,3-17-245,11-8 181,-5-35 44,0-23 0,-3-8 45,-2-10-91,0 1 0,0-9 1,-2 6 360,-4 12 0,-1-1 0,2-25 0,2-11 0,-2 9 0,-3 20 0,0-1 157,1-2 1,0-8-1,1 0 1,-1 9 66,0 8 1,0 3 764,3-32 1,3 6-540,0 28 1079,16-5-450,36 44-899,-14 5 0,5 11 0,3 11-90,-18 3 0,-3 5 0,0 2-152,1-3 1,-1 1-1,-2 6 84,-6 2 1,-1 6-1,-4 1 1,-8-2-626,-10 7 1,-9-1 0,-1-2 647,3 14 0,-10-4 75,-14-15 0,-9-1 0,2-10-35,8-15 1,-1-5-41,-12 9 0,-1-4-1755,-21-9 1441,35-21-721,-16-2 720,30-6-838,-3 6 838,18-4 589,51 10 1,-14-4 0,4-1 0,21 2-1,0 1 1</inkml:trace>
  <inkml:trace contextRef="#ctx0" brushRef="#br0" timeOffset="5032">3175 3655 7533,'-12'-26'2248,"-12"-3"-629,9 21 180,-30-8-1799,22 14 0,-18-3 0,6 21 0,1 6-269,4-1 269,-3 2 0,0 5-180,10 3 0,4 1-360,-5 30 495,5-25 0,4 1 0,14 1 0,7-3-45,8 0 45,7-6 0,4-3 45,5-10-180,22 10 90,-9-26 90,-4-1 225,4-18 0,0-14 824,-12-12 1,-5-11-1,-3 5-329,-1 8 0,-4 2-900,-2-12 0,-12 17 180,-42 56-1215,23 18 1,6 2 764,4-12 91,5 18-2250,19-17 1,5-3 2158,-2 1-1831,24-3 1,4-5 2100,-10-15-440,8-16 0,1-5 620,-11-2-596,-2-11 0,-3-4 596,-11-3 573,7-23 326,-23 26 3667,0-13-3396,-12 24 898,0-18-1528,-7 25 360,1-14-721,-1 16-179,1-5 0,0 11 1228,-6 7-1677,-7 18-181,-1 13 360,2 2 2934,6 3-3204,0 5 270,4-7 531,-3 8-351,10-12-3081,2 0 3171,5-4-859,5 26 769,2-27 90,10 15-255,8-28 165,7-5 450,21-18-270,-6-10 989,7-16-899,-22 6 1169,2-21-989,-25 22 899,13-27-1079,-20 35 3873,-2-1-4053,-7 17 629,-11 33-1258,4-9 494,2 15 0,1 2-1305,3 3-44,1 2 0,3 0 495,9-8-361,8 3 1,3-3 450,7-20-181,13 2 1,2-6 1079,1-21 0,-4-9 0,-1-8 0,-12-3 0,0 0 0</inkml:trace>
  <inkml:trace contextRef="#ctx0" brushRef="#br0" timeOffset="5265">4098 3397 7533,'0'-50'2068,"0"0"1,0-14-1529,6 24 989,-5 34-989,4 12 899,1 17-1169,-5 5-180,4 6 0,1 7-135,-2 16 0,-1 2 135,1-11 0,-1 2-1642,0 5 1,1 4-1,0-7 1282,2 15-210,-2-20 0,0 7 1,0-8 479,9 10 0,-10-13 0,1-5 0,1-14 0</inkml:trace>
  <inkml:trace contextRef="#ctx0" brushRef="#br0" timeOffset="5966">2129 5230 7533,'14'-45'1799,"-9"-12"1259,-12 28-2518,1-1 449,0 19-809,6 11 360,-5 27-900,1 12 0,1 5 315,-1-8 0,1 2-255,-1 10 0,0 6 1,1-1-871,2 12 1,0-3 687,-3-5 1,3 0-599,7 7 1,4-8 629,6-20-899,24-13 1349,-18-32 0,-5-25 0,-5-11 0,-6-1 0,0-1 0</inkml:trace>
  <inkml:trace contextRef="#ctx0" brushRef="#br0" timeOffset="6198">2154 5156 7533,'-6'-43'2878,"-6"-11"-2248,-2 25 1439,2-16-1710,6 25 1080,28-26-1079,-6 17 225,10 0 0,6 0-316,9 3 1,3 2-180,-10 2 0,3 2-1653,29-5 0,-1 6-56,-12 10-503,3 3 1,-4 2 861,-19 4-89,23 10 1349,-53 42 0,-26-12 0,-10 4 0,4-3 0,-1 1 0,1-1 0</inkml:trace>
  <inkml:trace contextRef="#ctx0" brushRef="#br0" timeOffset="6349">2166 5316 7533,'0'26'3148,"-5"-8"-2878,3-7 269,-3-10-808,15 4-1261,37-5 1530,-6 2 0,5 2 0,15 1 0,4 2 0,-16 0 0,0-1 0,0 1 0</inkml:trace>
  <inkml:trace contextRef="#ctx0" brushRef="#br0" timeOffset="6716">2794 5439 7533,'8'-5'5127,"-15"-8"-4318,-8 5 271,-25-3-721,24 11-269,-30 17-269,25-8-271,-21 36 270,22-21-495,4 9 1,3 2 404,5 2-135,2 1 0,2-1 135,9-1-629,24 16 539,-1-37 270,5-6 0,4-8 315,4-17 0,-1-7 180,-9 9 0,0-3-91,15-22 1,-7-3 765,-16 0-451,-5 9 1,-1 1 179,-5 0 990,-11 7-1259,3 14-270,-20 33-450,8-6-675,-4 16 1,1 5 674,-3 23-1863,7-17 1,2 0 1233,-1 20-676,10-24 1,3-3 945,7-4 428,21 13 1,9-61 0,12-6 0</inkml:trace>
  <inkml:trace contextRef="#ctx0" brushRef="#br0" timeOffset="6915">3298 4996 7533,'8'-64'3238,"-4"22"630,-27 31-3239,8 23 451,-14 40-810,21-14-1686,-1 18 0,2 1 1416,6-1-930,-1-10 1,0 8 0,0-7 839,2 16 90,0 2 0,6 1 0,11-28 0,5-3 0,5 14 0,-1-1 0</inkml:trace>
  <inkml:trace contextRef="#ctx0" brushRef="#br0" timeOffset="7648">3754 5415 7533,'0'-20'1799,"-6"-8"-360,-6-4-810,4 5 271,-9-2-720,10 22 270,-5 2-181,-1 5 1,-5 28-450,-11 33 270,14-9 0,2 2-90,0-13 0,2 1-135,2 17 0,7-6 135,7-26-449,18 34 449,-1-51-720,30-16 540,-23-10-1336,0-19 0,-1-4 1696,1 0-45,-5-12 0,-1-1-135,-3 7 180,-9 3 0,-4 4-1,-1 14 451,-23-3 539,-14 71-899,2-22-90,6 17 0,6 6-1349,9 20-46,11-29 1,5-1-855,25 25 2553,0-43 1,6-10 0,11-11-1,4-8 1,9-5 0,0 0-1</inkml:trace>
  <inkml:trace contextRef="#ctx0" brushRef="#br0" timeOffset="7999">4209 5636 7533,'6'25'3058,"0"-6"-270,-6 10-1978,0-14-630,0 3 270,0-13-181,0-5 271,0-11-1170,0-24 630,0-1-90,0-12 1,0-1-271,0-5-221,-2 6 1,0-10-1,0 6 671,2 11 0,-1-2 30,-1-19 0,0-9 0,1 9-30,0 17 0,2 1 599,-1-13 1,0-8-1,0 10 661,0-13-1171,-2 22 1,4 5-90,9 12 0,-3 22 450,26 2-360,-18 5-1349,40 0 1079,-31 0-1440,18 6 1,5 4-180,3 5 1259,-8-1 1,-2 2-91,3 15 360,-14-11 1202,-13 9-1022,-10 1 0,-20 1 0,-7 3 0,-4 8 0,0 0 0</inkml:trace>
  <inkml:trace contextRef="#ctx0" brushRef="#br0" timeOffset="8182">4294 5205 7533,'-31'7'6836,"-10"4"-6386,25-4 89,-6 0-359,49-7-360,-9-7 180,23 0-1709,0-9 900,-7 13 809,2-5 0,4-1 0,7 8 0,4 1 0,16-3 0,-1 0 0</inkml:trace>
  <inkml:trace contextRef="#ctx0" brushRef="#br0" timeOffset="8915">4836 5636 7533,'0'-13'0,"0"-4"1439,0 10 1349,5 0-2878,2 2 360,17 5-630,13 11 91,-3-9-181,29 4 360,-38-13-540,36-16 450,-43 2-269,21-25 359,-30 17-90,-20-28 180,-27 28 494,-6 17 1,-3 5 495,-11 4-451,2 24 1,5 8-270,18 3 359,-5 8 1,2 6-450,22-2 0,5 0-180,-3-7 0,6 1 0,13 14 0,11-7-180,16-15-90,7-5 0,4-5 180,7-12-360,10-8 1,2-5-143,-4-10 82,-16-5 0,6-8 1,-7 2 149,11-15-180,-16 4 1,3-9-1,-6 5 315,-12 11 0,-3 0-540,14-31 1,-3 0 404,-5 5 90,-13 4 1,-3 1 269,-3 6 0,-4-1 0,0-5 225,0 7 0,-1 1-136,-1 8 1,-1 0 1529,3-19 1,0 7 628,-3 21-1798,0-20 1889,0 45-450,0 30-1208,0-5-141,-3 25 0,0 4-740,2 1 200,-4-7 0,-1 9 0,1 1-1269,3 10 1,2 2-1,-1-2 729,-3-12 1,-1-2-1,3 3 135,2 4 0,3 5 1,0-2-1,2-12-405,0-9 1,4-5-855,9 14 0,4-9 584,7-17 1080,12-20 0,-21-45 0,-4-19 0,3-5 0,0 0 0</inkml:trace>
  <inkml:trace contextRef="#ctx0" brushRef="#br0" timeOffset="12285">10202 2129 7533,'6'13'2158,"-6"-2"-2247,-1-16 268,-4-8 1,5 0 180,11-21-180,-3 12 0,20-36-360,-12 23 180,6-12 0,1-3-419,0-9 389,-2 12 0,4-7 0,-3 6 75,-6 11 0,0-1-75,6-17 0,3-7 0,-4 8 75,-9 16 0,-1 1-75,4-10 0,2-5 0,-3 7 300,1-12-135,-3 8 0,-1 1 584,1 0 451,0-1-991,-5 25-448,-1 19 89,-1 10 90,2 30 90,2 8 0,0 4 299,-4-12 1,-2 4-750,1 8 0,0 7 1,-1-2-901,0 12 1,0-1 1214,-2-3 0,-1 0 135,3 12 0,-6-6 0,-20-5 0,6-26 0,1 1 0</inkml:trace>
  <inkml:trace contextRef="#ctx0" brushRef="#br0" timeOffset="13315">10522 1760 7533,'-17'-65'4227,"2"22"-3777,-9-11 0,12 31 1529,12 11-1710,7 5-538,21 7-361,5 7 360,21 5-1619,-14 1-855,26 1 1,2 0 2294,-20 3 404,22-3 0,-6 0 45,-46-1 0,9-1 899,-43 11-809,6-8 90,-19 14 2339,10 6-1980,0 0 360,1 4 1,2 2-630,0 10-90,-2 3 0,1 1 0,9-3-45,1 17 0,8-8-1035,12-43 540,1 38 135,-3-85 1,1-16 224,2-1-821,-7 2 1,-2-8 0,0 5 910,-1 13 0,-1-1 0,1-21 0,0-8 0,-1 7 0,-3 19 0,1 0 60,2-11 0,2-6 0,-2 10-60,-2-2 179,10-9-89,-9 51 1080,9 37-1260,-4-12 134,6 18 1,3 3-764,0-8 404,4 12 0,0 0-135,-5-12-270,-1 7 1,0-1 179,0-14 270,4 14 2429,-17-37-1889,3-4 449,-20-15 2731,8-2-2550,-16-17-811,16 20-179,-3-12 180,5 16 0,5 4-1889,-4-14-1349,21 19 1349,5-8 1349,5 11 540,13 11 0,-22-3 899,17 21-539,-26-14 989,9 30-600,-19 0 1,-6 10 0,2-6-841,7-10 1,0 0-883,-7 19 1,-4 7 0,4-14 882,4-16-720,-3 6 540,5-29 0,5-39 0,2 2 0,2-10 0,0-5 180,0 4 0,1-3-59,2-7 1,0-5-1,0-1 59,-1-2 0,0 0 0,0 1-60,-1 6 0,0 2 0,1 0 330,7-25 0,-1 10-90,-2 23-270,8-4 180,-10 36 1220,4 28-1580,-3-7 0,14 46 180,-13-31 135,1 14 0,-3 2-225,-5-7-90,2 6 0,-3-2 0,-6-12 90,5 19 180,-6-31 270,-6-14-180,0-7-540,-18-28 180,9 13 180,-14-29 0,15 23-4857,-9-14 3868,15 23 1097,-8 2 0,36 22 1,2 2-1</inkml:trace>
  <inkml:trace contextRef="#ctx0" brushRef="#br0" timeOffset="13848">11875 1156 7533,'13'-18'0,"-1"0"-1619,-5-11 2788,-1 18 270,-12-27-359,5 28 1168,-10-13-1618,4 16 629,0 2-989,-4 5 450,10 16-1,-10 43-539,9-13-270,-1 11 0,1 0 180,2-5-765,0 5 1,0 1 584,0-1-1394,3 3 0,5 1-1665,11 3 2160,-2-28 0,3-5 989,7-15 0,18-62 0,-28 13 0,-1 0 0</inkml:trace>
  <inkml:trace contextRef="#ctx0" brushRef="#br0" timeOffset="14248">12036 1600 9512,'0'-19'4497,"0"1"-3598,0 11 361,0-4-1440,-6 9 270,5-3 90,-5 5-720,1 17 450,3-8-899,-3 36 269,5-21-1619,16 38 1800,-6-26-91,29 17 405,1-31 0,2-7 225,9 0-180,2-11 1,-5-9-91,-25-16 90,17-9 2249,-10-22-1890,-13 15 1530,-2-7 1,-3-3-181,-11-9-1170,-1-6 451,-12 22-630,-1 32-270,-11 3-90,10 11-1529,-15 29 1529,20-6-1169,-13 35 1079,21-23-630,7-3 1,4-1 539,7 0-2415,16 1 0,7-2 2325,11-6-180,-12-11 0,0-3 630,16 1 0,-16-20 0,4-4 0,2 3 0,0 0 0</inkml:trace>
  <inkml:trace contextRef="#ctx0" brushRef="#br0" timeOffset="15249">13389 1280 8162,'0'41'3328,"0"-7"-3463,0 6 1,0 1 134,0 9 89,-2 5 1,-2 0 0,-2-4 135,0-6 0,-1-3-135,-4-14-90,4 7 90,1-28 270,6-13-270,0 3 270,0-30-270,0 17-270,0-47 270,6 26-180,-1-13 0,2-3-90,1 1-188,4-6 0,3-11 210,-4 15 1,1-8 0,1 1 0,-1 5-109,-2 9 0,0 4 0,2-4 446,6-17 0,4-10 0,-1 4 0,-3 20 270,1 8 89,4 9 1,-1 11-90,-8 28-46,7 29 1,-2 13-360,-13-8 0,0 1 85,9 17 0,-3 2-625,-11-2 1,-7-1 269,-7-5 0,-3-3 135,6-7 0,-3-2 45,-15 13 0,-7-10-217,-28-25-727,8-2 539,8-24-1978,36-15 1978,11 14 450,22-1 0,33 37 0,-13-10 0,0 0 0</inkml:trace>
  <inkml:trace contextRef="#ctx0" brushRef="#br0" timeOffset="15732">13844 1391 12570,'-58'19'-315,"24"-2"0,5 6-1304,-4 32 1349,7-5-315,20-12 1,6-2 134,8-8-539,38 24 809,-16-30-540,12-1 1,2-2 719,-5-10 0,12 1 0,-1-3 0,-10-7 90,4-7 0,-1-3-180,-13 1 1799,20-25-720,-40 18 90,12-18 1260,-16 8-630,7-16-1349,-6 9 899,4-19-449,-10 18 179,-6-9-809,2 24-90,-25 14-270,19 11 180,-20 23-270,15-12-539,3 34 539,5-28 0,3 12 0,6 4-45,13-6 1,6-1-451,-1 10 0,6-2-674,20-5 0,3-8 85,11 3 1354,-9-19 0,-79-66 0,3 21 0,0 0 0</inkml:trace>
  <inkml:trace contextRef="#ctx0" brushRef="#br0" timeOffset="15865">14176 1046 7533,'-12'-14'1236,"6"-2"1,6 48 0,7 3 0</inkml:trace>
  <inkml:trace contextRef="#ctx0" brushRef="#br0" timeOffset="16541">10461 2941 7533,'-6'-24'539,"5"4"1260,-10-8 270,4 7-1709,0 2 539,1 8-539,6 11-360,0 16 0,0-6-90,0 57 90,0-27-1200,-2 21 0,-1 4 1110,2-4-330,-2-9 0,0 9 1,3-4-481,8-4 1,1-1 494,-6 9 0,3-3 0,9-14 1,4-9 404,13-9 0,0-18 0,4-11 0</inkml:trace>
  <inkml:trace contextRef="#ctx0" brushRef="#br0" timeOffset="17032">11002 3397 8342,'-14'0'1529,"-2"-6"-809,-2 5-990,3-5 630,-20 12-270,15 0 539,-21 12-539,19 1 540,-18 12-540,31-6-180,-13 17 270,20-21-630,-3 30 270,10-28-179,24 29 89,0-25 180,7-7 0,3-4 180,5-2-90,10-7 0,0-3 0,-6-10-135,12-8 0,-1-6-45,-13-10 315,4-9 0,-3-3-45,-15 4 314,1-7 1,-5-1-315,-17 8 720,11-20-181,-22 17-269,-5 13 810,-13-13-1080,-2 26 539,-33 4-314,22 33 0,0 7-45,-19 5-540,18 8 0,8 8-1079,23-7 0,5 0 359,-1 21-180,31-9 1,11-9-377,10-20 1546,-15-9 0,7 1 0,-1-8 0,2-12 0,0-5 0,17-1 0,-1 1 0</inkml:trace>
  <inkml:trace contextRef="#ctx0" brushRef="#br0" timeOffset="19316">12909 3027 7533,'-12'-24'4497,"-1"-1"-3777,6 12 539,-4-15-1079,10 18 0,-15-18 0,13 14-90,-24-15-180,1 9-540,-7 0-3392,-36 15 3213,31 17 449,-13 14 0,0 6 174,4 13 126,16-13 0,-2 6 0,6 1-75,8 20 0,8 0 135,-6-11 0,5 1-45,16 22 0,10-5 135,2-16-630,14-2 1,2-4 269,-6-7 270,6-7 0,4-2 0,9-8 0,17 3 0</inkml:trace>
  <inkml:trace contextRef="#ctx0" brushRef="#br0" timeOffset="19801">12884 3630 13379,'-5'14'630,"3"2"-360,-9-14-90,5 3-1440,-1-5 451,2-5-450,5-19 899,0 3-270,5-37 450,-4 34 0,16-38 90,-15 44 180,26-27-180,-19 30 270,31-2-270,-18 11 360,41 6-270,-28 5 0,0 1 0,32-3 90,-25 5 0,-4 0 90,-3-7 809,11 4-539,-31-5 270,7-16 359,-21 7 270,4-31-1169,-10 24 270,-7-19-540,-1 22 90,-16 1 0,13 6 90,-7 12-1799,6 6-180,-3 40 1439,2-19-809,9 6 0,5 1 899,4-10 360,13 28 0,23-37 0,12-5 0,5 9 0,0 0 0</inkml:trace>
  <inkml:trace contextRef="#ctx0" brushRef="#br0" timeOffset="20198">13771 3322 7533,'-12'-19'5577,"-1"-4"-5218,1 15 271,-6-8-90,-17 25-900,6-6 315,-1 17 0,2 5-315,5 5 90,-1 7 0,3 2 1,6-3-181,5 2 0,2-2 180,3-6-629,26 28 629,-10-31 90,40 3 90,-28-17 450,35-8-270,-35-5 1529,28-22-1349,-30 6 1619,15-42-1530,-23 28 1261,4-27 268,-16 24-1978,-6 1-269,2 14-1890,-19 29 990,20-1-2429,-14 35 3058,14-22-359,-3 35 809,5-35 180,0 17 0,27-21 0,7 6 0</inkml:trace>
  <inkml:trace contextRef="#ctx0" brushRef="#br0" timeOffset="20748">13980 3532 0,'12'-37'3748,"-5"6"-1216,-1 6-2082,-6 12 1426,-6 8-1786,5 5 849,-5 0-939,6 0 2547,0 11-2547,0-3 568,0 21-748,0-9-1979,0 33 810,6-18 809,1 7-449,10-13 1528,-3-21 541,14 3-541,-13-22 631,20-19-631,-20-4 271,2-1 0,0 0-361,-2-2 136,-3 2 0,-1 2-226,-4 10 271,4-11-360,-10 27-1080,5 1 810,-6 12-1439,-6 28 450,5-15-91,-5 37-1168,6-12 1528,17 8 630,-7-14-360,24-16 2519,8-72-1259,-12 27 719,3-27 0,-4-6 810,-12 4-2070,-1 17 1,-3 3 450,-8 3-180,-5 24 89,-5 21-449,4-1-1799,-11 42-720,6-20 2339,2 6 0,1 1 0,9 10 0,0-15 0,1 0 0</inkml:trace>
  <inkml:trace contextRef="#ctx0" brushRef="#br0" timeOffset="21532">11113 4824 7533,'0'-38'989,"-11"-9"-359,2 31 629,-30-17-629,-29 41-360,11-5-1702,-4 24 0,3 9 1612,11 4 59,10-4 1,-4 7 0,5-4 90,12-9 1,3 1 28,-2 12 1,0 7 0,4-5-180,0 20-450,15 4 1,8-1-361,10-13 450,9 1 0,6-4-270,14-15-225,12-11 1,10-6-136,-7-16 1,1-7 494,0 2 1,0-6 314,-9-2 0,1-4 0,-4-6 0,6-22 0,-2-7 0,-2 10 0,0-1 0,1 0 0</inkml:trace>
  <inkml:trace contextRef="#ctx0" brushRef="#br0" timeOffset="21948">11642 4787 7533,'0'-36'2653,"0"1"1,0-13-2924,0 32 270,0 16 90,-11 38 45,-6 13 0,-2 12-195,6-8 0,2 6 0,0 2-241,0-7 0,0 3 0,1 0 1,5-2 180,5 9 0,4-2 0,3-5-150,-3 4 0,9-10 45,21-19 1,6-18 583,-7-36 1,0-15-45,12 0 0,-3-5-311,-11-6 1,-4-5 534,4-11 1,-6 4-180,-9 6 90,-3 13 0,-3 3 1609,-5 10-1249,-10 8-810,-1 51-45,2 0 0,1 4 45,-2 32-388,2-30 0,6 3-2176,16 19 1,5-3 944,-2-6 1619,1-8 0,5 6 0,0-15 0,14-23 0,18 8 0</inkml:trace>
  <inkml:trace contextRef="#ctx0" brushRef="#br0" timeOffset="22365">12269 5439 11850,'29'0'-899,"-13"0"269,40 0 450,-26 0 450,35-11-270,-31 9 450,23-37 989,-39 10-629,9-9 449,-43-12-899,6 26-1,-46-17-44,17 39 0,-2 7 45,-25 5-90,7 18 0,6 8-91,20 13-269,5 0 1,4 1 89,12-5-675,27 7 0,14-3-270,3-26 1,8-6 464,7 2 1,7 0-1,-3-4 480,1-2 0,0-10 0,-3-14 0,3-9 0,-6-3 0,-1-11 0,1 0 0</inkml:trace>
  <inkml:trace contextRef="#ctx0" brushRef="#br0" timeOffset="23635">13032 5377 8162,'19'-12'-2338,"-6"6"2608,-8 0-270,-5 6 719,0-5-449,0 3 899,-5-3-989,3 5 180,-3 0-630,5 0 270,-6-6 90,5 5-180,-5-5 0,6 6 90,0 0 630,-5 0-450,4 0 449,-5-5-89,6 4-180,0-5-180,0 6-180,6 0-180,0-5-270,28-8 360,-10 0 180,22-16-90,-25 20 180,8-24-180,-15 28 180,4-27 0,-17 17-90,-2-15 0,-12 16-90,-20 5 0,-6 7 629,-11 13-314,2-1 0,2 4-45,2 14 134,18 2 1,5 2-674,5 0 358,2 8 1,6-1-539,13-7 224,11 3 0,3-2 45,5-4-180,12-4 0,2-4 1,-6-5-496,7-4 1,1-2 44,-8-9 810,14 5 0,-17-39 0,-4-9 0</inkml:trace>
  <inkml:trace contextRef="#ctx0" brushRef="#br0" timeOffset="24115">13647 5193 7533,'-30'-18'2069,"-12"-1"-2339,8 0 270,-18 1 270,30 6 179,-12 5-629,20 1 90,2 6 0,6 0 720,17 11-360,-3-2 450,21 30-361,-14-10-269,9 14 1080,4 20-991,-14-29 1,0 3-315,8 20 1,-2 2 179,-9-18 0,-1-1-225,0 6 0,-4-7 90,-6-17 1169,-16 6-179,-21-43-631,7 11-89,-3-12 0,4-2-90,11 2-270,-33-7-90,35 11-1708,-18 5-2520,21 7 3869,6 1 629,8 5 0,28-9 0,15-5 0,-1 1 0,1 1 0</inkml:trace>
  <inkml:trace contextRef="#ctx0" brushRef="#br0" timeOffset="24832">13857 5488 10231,'5'-31'-90,"18"-5"450,-1 11-225,6 4 0,2 0-225,0-6 225,-2 5 0,1-2 1034,4-20-719,-1-7-270,-20 13-720,-30 9 450,-4 22-90,-41 13 180,26 2 629,-1 13 1,1 3-450,7-5 135,2 12 0,5 5-675,14 22-629,-2-4 89,22-14 1,7-6 179,5-11-225,17-1 1,5-4 405,-5-10-361,22-1 1,1-3 585,-8-4 1,-8-10 0,-1-7-1,3-17 1</inkml:trace>
  <inkml:trace contextRef="#ctx0" brushRef="#br0" timeOffset="25049">14632 5180 7533,'7'-47'4137,"-18"3"-3687,1 37 629,-35 1-719,27 0-90,-14 15 0,-3 4-90,10-2-180,-16 23 0,2 4 180,13-9-630,-4 11 0,4 5-1169,17 12 584,11-14 1,7 0 765,14 18-586,4-30 0,4-5 406,9-7 449,13-1 0,13-23 0,-28 1 0,1 0 0</inkml:trace>
  <inkml:trace contextRef="#ctx0" brushRef="#br0" timeOffset="25482">15088 5230 7533,'13'-44'4947,"-2"7"-5577,-22 7 270,3 16 91,-15-2 269,4 14-630,-17-3 360,9 10 90,-26 19 450,30-8-90,-2 12 0,-1 1-180,5-5 404,0 7 1,1 1-225,5-3 450,1 4 0,6 2 449,34 18-719,-14-1-450,31-28 0,10-14-180,-15-18 0,0-5 90,9 6 0,1-4 0,0-24 1,-5-4-1,0 6 449,-15-4 1,-3 1 90,-6 12 630,-13-10-721,-13 33 271,-33 24-360,16 0-225,-8 10 0,1 2-45,2 2-495,7 3 1,3 1 404,6-4-4587,18 26 4767,15-47 0,19-14 0,9-9 0,1-10 0,0 0 0</inkml:trace>
  <inkml:trace contextRef="#ctx0" brushRef="#br0" timeOffset="26532">15518 4356 7533,'12'-19'3598,"1"-15"-1709,-1 12-1530,0-8-808,11 18 539,-13 12-450,17 45 450,-24-4 0,-3 5-45,6-3 0,-1 3-162,-5 5 0,-2 6 1,-2 1 296,-3 4 0,-1 1 0,0-2-343,4-13 1,2-2 0,-3 3 72,-4 21 0,-2 4 0,4-15 0,6-6 135,-4-16 0,4-4-765,12-16 630,-2-11 810,14-31 0,4-16-91,-6 5 1,0-4-331,2 0 1,3-4 0,-2 3-300,2-5 0,-2 5 198,14-13-738,-10 37 909,-9 28-818,6 31 359,-12-5-450,-2 31 540,-11-39 0,-9 8 0,-4 0 0,-3-4 449,-11 9 1,-4 0-360,-4-5 315,4-2 0,-2 0-45,7-9 0,1-1 809,-15 14 180,22 6-1439,54-35 90,1 6 0,13-18 0,3-7-180,0 1 60,-10-1 0,7-4 0,-6 1 120,-11 2 0,1-2-180,12-4 0,6-2 1,-6 0-53,-13 4 0,-1-1-398,30-16 1,-4 0 269,-18 6 360,-5-1 0,-8-4 1619,-24-8-1439,1-2 989,-28-17-1259,4 33 630,-27-15-540,18 30 450,-38 4-360,35 12 359,-6 5 1,2 4 90,11 6-1305,1 8 1,3 3 584,13 4-1484,8 3 0,5 1 944,16 1-1182,16 0 1,6-3 1361,11-7 540,-11-13 0,8 1 0,-3-9 0,0-17 0,0-7 0,0 5 0,0 0 0,0 1 0</inkml:trace>
  <inkml:trace contextRef="#ctx0" brushRef="#br0" timeOffset="26665">16995 5328 7533,'-54'17'0,"1"-1"0,0 0 0</inkml:trace>
  <inkml:trace contextRef="#ctx0" brushRef="#br0" timeOffset="42666">2202 10325 7533,'0'19'-1170,"0"-7"631,0-1 539,0-9 270,-5 3-1,3-5 1,-3 6 360,-1-5-450,5 5 269,-4-6 541,0-6-900,3-1 540,-3-5 89,5-6 181,-5-1-721,3 5 991,-3-8-541,5 20-269,0-15-180,0 16-720,0-5 271,-6 17 269,-1 36 0,1-4-984,-5 21 1,-1 4 983,8-34 0,-1 1 120,-4 21 0,-2 8 0,2-7-30,1-16 0,2 0 149,1 7 1,1 4 0,1-7-60,-3 11-90,6 2 450,0-30-450,0-18 90,6 6-720,-5-22-179,5-11-541,-6-4-89,5-14 180,-4 9-720,5-4 1439,-6 11-899,6 1 899,-5 5 964,4 6 0,1 7 0,1 7 0</inkml:trace>
  <inkml:trace contextRef="#ctx0" brushRef="#br0" timeOffset="43133">2154 10571 7533,'0'-33'-1350,"0"4"1890,0 12 0,0 3 449,-6-9-629,-1 9 540,-10-15 89,8 14-90,-7-13-719,14 14 900,2 1-451,13 13 361,17 35-720,-3-5-1,-3 14 1,-2 3-270,6 5 90,-4 13 0,-2 2-90,-8-34 0,0 1 0,2 13 0,3 8 0,-2-8-90,12 14-90,-1-4 1,1-6 89,-6-21 449,33 4-359,-33-39 0,29-31 0,-30 1 495,4-22 0,-1-10-225,-12 10 0,-3-1-429,6-5 1,-2-3 98,-7 10 0,-1-2 0,-2 8-120,-3-9 135,3-7 0,-3 2-45,-6 26-450,-8-19-719,-11 43 899,9 3-2428,-6 22 2788,19-3 0,8 21 0,7-3 0</inkml:trace>
  <inkml:trace contextRef="#ctx0" brushRef="#br0" timeOffset="43765">3040 10842 7533,'-6'-19'3058,"5"-10"-2608,-5 19 89,6-17-359,0 19 450,6-10-450,-5 11-360,5 1 270,-1 6 90,-3 6 180,3 17-540,-5-1 0,0 36-180,0-12-495,0 7 1,0 0 584,0-4-315,1-5 1,4-5-1035,7-18 1259,-4-2 360,19-3 0,-6-20 0,16 3 0</inkml:trace>
  <inkml:trace contextRef="#ctx0" brushRef="#br0" timeOffset="44266">3556 10842 7533,'-16'-30'4407,"1"3"-4137,-10 8 540,2 3-631,10 15 1,-5-5-539,11 12 449,-10 6-450,9 7-360,-15 11 540,9-4 0,-14 21 180,18-24 90,-17 33 90,19-33 900,-10 35 89,11-13-899,1-5 90,23-6-181,-8-27-538,31-7 539,-18-7-540,30-27 180,-29 10 45,3-9 0,-1-2-45,-3 3 135,-4-3 0,-1-3 945,2-14-451,-6 11 721,-8 8-1,-21 49-989,11-6 90,-17 40-90,21-25-1530,-4 43 1171,5-32-2687,2-1 1,1-1 2415,4-3-1529,5 14-281,6-26 551,-4 0 1187,15-7 1,-3-17-1,10-9 1</inkml:trace>
  <inkml:trace contextRef="#ctx0" brushRef="#br0" timeOffset="44882">3852 10952 7533,'-11'-41'3418,"8"18"-1799,-8-11-450,11 21 0,0 1-719,0 5-360,0 7-180,0 29 180,0-6-1079,0 41 179,0 4 630,0-18 0,-1-8 1,2-6 89,5-18 269,1 22-179,-1-32 360,11-3-360,-9-17 90,15-34-315,-10 9 0,-2-1 225,10-25 135,-9 15 0,0 5 45,0 19 450,-5-27-360,-2 41 179,-5-6-449,0 32 0,0-6-90,0 35 1,0-27-361,6 38-450,6-11 451,2-4-91,8-1 450,-2-28 450,5-16-90,-6-4-1,4-44-179,-9 15 450,-2-3 0,-1-1-1,-3-1 811,8-17-4113,-14 33 3213,3 3 809,-5 11-899,0 5-990,6 12 630,-5 3-1259,16 32 1259,-9-17-1349,10 29 809,-6-24-1798,1 1 3186,4 0 0,2-13 0,5 7 0</inkml:trace>
  <inkml:trace contextRef="#ctx0" brushRef="#br0" timeOffset="47498">4688 10251 7533,'0'-45'1619,"0"9"-1349,-5 18 719,4-10-809,-4 17 360,5-16-91,-6 25-359,5 2 0,-5 7 180,6 33-90,0-15-270,-2 20 0,-1 10 0,2 10 0,1 2-459,-1-7 1,2 4 435,-1-12 1,2 5 0,0 0-1,0-7 113,4 5 0,0-2-82,-1 3 0,0 3 0,3-8 172,4-15 0,0-5 0,4 19 180,17-55-90,-29-9 89,23-32-179,-19 10 135,4-1 0,-1-1-135,-3 1 405,4-3 0,-2 1 674,-7 7-809,8-14 2046,-11 33-2226,0 13 556,6 18-736,-5 3 450,16 31-990,-9-22-90,2 4 1,3 0-271,6 7-269,5 19-1619,7-5 2788,-5-21 0,-7-27 0,-8-29 0</inkml:trace>
  <inkml:trace contextRef="#ctx0" brushRef="#br0" timeOffset="47949">3248 10608 7533,'-24'-18'2248,"-6"-1"-1258,10 0-990,2 1-360,12 11 360,12 1 0,6 6 0,7 0 0</inkml:trace>
  <inkml:trace contextRef="#ctx0" brushRef="#br0" timeOffset="48949">8959 10300 9422,'-20'-6'1349,"8"22"-1439,-4 49 90,13-6-45,-5 6 0,0 7 45,7-10 0,1-2 45,-4-9 0,2 0-720,6 14 1,3-12-226,1-34-359,21 14 629,-14-33 630,8-17 0,-16-36 0,-4 14 0,0 0 0</inkml:trace>
  <inkml:trace contextRef="#ctx0" brushRef="#br0" timeOffset="49365">8909 10374 7533,'-9'-36'494,"1"0"1,0-12 404,1-2 1,3-2 0,15-12-811,-8 24 1,2 0 630,18-18-540,-10 38 270,5-3-270,22 16-270,-15 7 0,11 11 0,2 6 90,-7 7 0,12 8 0,-1 4-90,-10 1 180,7-2 0,2 5-270,-11 4 0,-3 2 0,1 0 0,-2 1 405,-3-1 0,-5 1 0,-15 1 0,-6-4 134,-6 0-134,-9 0 0,-3-2-135,-3-5 0,-11 1 0,-3-2-180,5-12 225,-9 3 0,0-3-225,4-9 0,-6-4 0,-3-5-989,-9-11 899,-12 2-1889,28-19 1799,20 20-1529,14-14 1799,7 14 0,28-5 0,14-2 0,1 2 0,0 0 0</inkml:trace>
  <inkml:trace contextRef="#ctx0" brushRef="#br0" timeOffset="50032">9968 10793 7533,'12'-26'1259,"-5"-14"-989,-2 23 359,-5-17-539,-5 21 720,-13-11-450,-2 16 0,-10-8-1,-17 14-179,12-3 135,-4 3 0,-3 4 135,-24 14-360,31-10 0,1 4 89,-6 13 1,4 5-539,1 13 359,-1 8-360,25-2 0,50 2 270,-19-13-135,21-8 0,9-6-135,16-6 360,-30-6 0,0-2-45,11-14 0,-4-5-44,-10-6 44,2-12 0,-2-5 45,-6-2 0,-8-5 0,-2 1-90,-3 3 629,-9-32-359,-12 52 1619,-22-11-1529,13 28 1079,-29 28-899,29-16-1080,-2 22 1,1 5-1,3 5 135,17 3 1,4 0-226,4-3-1034,20-8 0,7-6 1754,0-13 0,13-9 0,6-4 0,-11-8 0,0 0 0</inkml:trace>
  <inkml:trace contextRef="#ctx0" brushRef="#br0" timeOffset="50515">10522 10817 10231,'0'-48'3148,"0"-8"-2968,-12 9-450,-12 12-719,-25 51 899,8 8-225,8 6 0,3 4 495,7 7-360,-1-6 0,3 0 540,11 0 180,-12 28-450,26-39 0,14 21 0,4-30-180,41 2 180,-32-11-135,6-15 0,0-4 45,-7-3-45,8-14 0,-2-3 45,-10-4-90,3 5 0,-2 0 90,-12-1 0,3-3 360,-13 1-360,-5 18 1439,-16-4-360,-15 59-1169,-4-18 0,13 16 1,3 2-181,6-8-900,2 39 541,11-45 269,5 21-1439,18-26 899,0 0 225,9-8 1,4-4 494,2 0 180,21-7 0,-25-30 0,0-12 0,2-5 0,0 0 0</inkml:trace>
  <inkml:trace contextRef="#ctx0" brushRef="#br0" timeOffset="50717">11161 10128 7533,'13'-25'2338,"-1"-15"-539,-5 22-359,-7-9-1261,-1 65 1351,-5 26-1396,6-29 1,0 4-569,-2 26 1,-1 1 523,2-31 0,0 2-180,-1 25 0,-1 12 0,3-5-1885,4-16 0,3-4 1,-2 1 1494,-2 7 0,-1 1 1,3-3 479,7 15 0,5-15 0,2-30 0,5 1 0</inkml:trace>
  <inkml:trace contextRef="#ctx0" brushRef="#br0" timeOffset="69481">2904 12528 8252,'-27'-20'2519,"10"3"-1170,18-1-989,5 10 539,-6-14-539,0 19-180,-6-19-270,0 19-90,-28-13-809,-1 14 719,-13-3-135,12 14 0,1 4 136,-13 3-457,-7 15 0,0 2 726,-4-2 419,17 3 1,-5 8 0,5 0-1516,5-1 0,3 3 1276,4-4 0,0 5 0,5-2 269,4 7 1,7-3 0,3 10 45,11-18 0,5-4-226,8-3-44,3 0 0,3-2-45,10-2-45,4-10 0,2-1 45,-4 3-315,14-12 0,0-4 135,-10 2-279,8-5 0,4-2-1700,12-10 1709,0 2-2788,-2-9 3058,-36 6 0,-15-6 0,-14-1 0</inkml:trace>
  <inkml:trace contextRef="#ctx0" brushRef="#br0" timeOffset="70067">3077 12552 7533,'-13'-19'2428,"-5"-10"-2158,10 14 1169,-8-30-629,14 17-360,2-4 269,7 10-539,0 43 180,-1 33-360,-6 4-756,-2-12 1,0 7 0,0-4 665,-1-8 0,-1 0 45,1 22 0,-1 4-45,-2-7 0,1-3-1175,4-12 0,1-1 1265,-4 9 0,2 2-135,5 0 0,5-4-224,23 7 269,-10-27 0,3-9 90,21-19 539,-14-31 1,-5-12-225,-10 1 0,-3-2-136,5-3 1,-1-2 270,-4-10 0,-2 3 360,2-3 899,0-10 1023,-13 52-1922,-7 50-900,3-2 0,1 3 90,2-2 0,2 2-1754,3 13 0,5-2 1484,10 1-1934,3-7 1,2-2 1753,6-5 402,1-8 0,1-3 48,-3-9 0,12-3 0,-17-13 0</inkml:trace>
  <inkml:trace contextRef="#ctx0" brushRef="#br0" timeOffset="70568">3667 13279 14819,'-7'-14'629,"2"-3"-449,27 5 0,-11-2 45,17-5 0,5-1-315,10-15-315,-7 3 0,0-1 225,4-9-90,-12-9 630,-44 14-360,0 15 180,-26 0 630,-16 49-720,20-14 179,2 19 1,3 3-180,6-9-90,-3 26 360,6 10-720,22 0-225,15-4 1,14-2-1350,17-22 0,6-5 806,-12 3 0,3-7 363,15-20 1,-6-10 764,-21-3 0,-2-14 0,-2-7 0,13-24 0</inkml:trace>
  <inkml:trace contextRef="#ctx0" brushRef="#br0" timeOffset="71136">4123 13229 7533,'-13'-24'2248,"7"4"-808,0-3-811,6-1-629,0 8 90,0-6-180,6 16 270,-5-1-1169,10 2-361,-10 5 541,10 10 719,-9-7 989,3 13 451,-5-14-1170,0 3 899,0-5 630,6 0-180,-5-5-899,5-2 269,-6 0-809,0 1 90,0 6-180,0 6 0,0 17-540,-11 32-45,6-14 1,1 0 494,-2-4 0,0-1-180,2 1 0,2-4 91,2-8 538,6-1-89,1-23 0,10-24-90,-3 0 180,-2-13 0,-1-2-91,3-1-1515,1-9 0,-1-1 1516,-5 9 449,8-8 1,-1 1 539,-6 14-899,13-13 0,-11 35-180,-5 16-180,9 30 270,-8-11-450,10 22 90,0 1-2249,12 5 450,-8-5 4202,7-3-5461,-12-19 3148,3-10 0,-1-20 0,-1-22 0</inkml:trace>
  <inkml:trace contextRef="#ctx0" brushRef="#br0" timeOffset="72865">15875 12921 7533,'0'20'270,"0"-2"359,0 5-629,0-14 450,0 18-270,0-24 0,0 8 2338,5-11-809,8-16-449,11-21-2597,-5 1 1,-1-2 1291,-4 5 0,0-1-225,9-26 1,-1 0 26,-11 25 0,0-1-87,7-16 0,4-8 0,0-1-53,-5 12 1,-1-2 0,0 1 0,0 0-171,4-8 1,1 1 0,-2 0 552,-2 1 0,-1 0 0,-3 11 360,3 0 1529,-14 38-1440,3 2 2108,1 16-2287,1 2-2592,16 45 2322,-8-14 0,-2 4 0,-2 2 2195,-4 6-2285,-3-2 0,0 10 1,-1-7-135,-2-15 0,-1 1 134,1 6 0,1 10 0,0 0 0,-1-10-45,-1-10 0,0-2-345,0 10 0,0 5 1,0-8-241,0 6-2068,0 20 2248,0-44-1259,0-8 1439,0-13 1143,-6-5 1,-12-16 0,-8-5-1</inkml:trace>
  <inkml:trace contextRef="#ctx0" brushRef="#br0" timeOffset="73066">16220 12848 7533,'-45'-32'4677,"-13"-3"-1259,29 9-1169,4 6-2069,21 9 899,33 6-719,-7 3-90,47-3-90,-32 5-1755,9 3 1,1-1 1484,1 0-3103,-1 8 0,0 2 3193,1-2 0,0 14 0,2 8 0,-11-6 0,-1 1 0</inkml:trace>
  <inkml:trace contextRef="#ctx0" brushRef="#br0" timeOffset="73533">16786 12909 7533,'-33'33'1844,"9"0"0,2 1-1665,6-1 541,-1 12 0,0 1-450,4-7-2876,6 1 1,1-1 2155,1-15 196,16 22-376,-3-33 944,15-17-404,-9 0 135,-1-26 0,-3-7 45,-2 3-135,0-8 0,0-8 1709,2-17 0,-2-1-209,-3 25 1,0-1-946,1-12 0,0-7 0,-1 12 993,-5-1-1054,0-12-538,5 29 89,2 37-1889,38 44 629,-19 8-339,3-4 0,-1 0 1239,-7-4 323,2 12 37,-17-36-2177,0 1 3616,-6-18 540,-16-16-1799,6 3-501,-18-10 771,14 6-180,-4 0-1529,6-12-3239,5 4 4048,7 0-969,23-1 1419,10 13 0,5 1 0,6 2 0,1 2 0,0 0 0</inkml:trace>
  <inkml:trace contextRef="#ctx0" brushRef="#br0" timeOffset="73932">17130 12798 7533,'7'19'809,"-1"5"630,-6-10 1800,0 14-2700,0-13 451,-11 35-361,2-8-359,-5 19 0,-1 5-810,9-24 1,3-2-676,-3 11 1,6-12 1394,8-29 239,9-44 1,4-35 0,-3 2-195,-1 8 0,-1-3-372,0 5 1,2-7 0,0-2-1,0 8 657,1 5 0,-1 4 0,0 2-151,3-14 1,-1 5 45,0 10 0,1 9 944,2 19-1439,-3 54 270,-7 1 0,-2 6-90,0 5 0,-3 1-945,-1 4 1,-2-2 134,-1-7 0,-2-3 1576,-13 22 313,-47-30-1169,29-13-765,-12-23 1,4-5 494,26 7-4767,-22-5 5037,25 6 0,23 0 0,14 0 0</inkml:trace>
  <inkml:trace contextRef="#ctx0" brushRef="#br0" timeOffset="74649">17918 12072 7533,'-31'-34'1889,"11"0"-900,-3-10-539,16 14 899,2 18-899,5 6-90,0 6-181,0 0 541,-6 38-181,-4-3 1,-3 6-390,2 2 0,1 6 0,-2 1-1371,-2 6 1,-2 2-1,2-2 1356,0 9 0,3 0-15,2-13 0,1 2 0,3-7-2141,3 19 2021,1-25 0,2 1-988,17 15 898,2-34-457,33 23 367,-24-37 1353,7 3 1,2-8-635,-5-23 1,-1-6-360,28-2-45,-25-17 0,-7-4 2250,-8 5-2025,-5-11 0,-6 0 989,-13 6-1259,6 10 0,-7 6 2723,-41 20-2363,22 19-74,-14 16 0,2 11-1905,24 4 0,3 2 1214,-13 0 0,6 0-2596,25 4 1,9-2 1741,5-2 450,31 2-404,-1-14 1,3-4 1122,-19-10 0,3-4 0,6-2 0,8-1 0,3-1 0,-3-3 0,4-6 0,1 0 0,0 1 0</inkml:trace>
  <inkml:trace contextRef="#ctx0" brushRef="#br0" timeOffset="75366">19001 12540 7533,'-6'-15'1709,"5"5"-1395,-8 35 1,-4 17 45,3-5 0,-1 2 44,-1 7 1,-1 3 315,-6 18 0,3-2-630,7 2-90,-1-26 0,4-5 359,11-8-89,2-39 90,16-41-360,-8 7-180,2-16 0,0-4-382,-9 30 0,-1-2 352,4-22 0,2-9 1,-2 6-1376,-4 9 0,1 2 1555,0-2 0,2-4 1,0 2-106,2-12 0,1 3 39,-1 14 1,2-1 545,-1 5 0,2-1 0,-2 5-271,9-20 586,0 30 0,1 7-496,-7 13 541,29 23-900,-23 4 270,-1 14 0,-1 5-90,0 4 179,-4 15 1,-3 2-90,-4-2-90,-3 7 0,-1 0-180,-5-2 135,1-19 0,-2-1-135,-16 15 702,7-19-567,-16-1 0,-4-3-135,4-11-45,-10 3 0,-1-6 45,7-14-359,-28-2 449,36-7 2838,-12-11-3018,20 10-316,2-9-2022,2 11-91,8-1 1980,-3 2 629,15 10 0,26 24 0,16 10 0</inkml:trace>
  <inkml:trace contextRef="#ctx0" brushRef="#br0" timeOffset="77199">19603 12810 7533,'14'0'1079,"-3"0"90,-11-10-359,0 2 539,0-15-1349,0 14 450,0-2-1350,-5 11 631,3 0-361,-20 17 450,8 14 180,-11 3 450,2 24-270,15-29 89,8 10 1,5 1-180,5-11 0,29 21 0,0-44 135,1-10 0,3-3-135,14-7-90,-19 6 0,-1-3 180,0-11 0,-4-1 90,7-2-1,2-5 1,1-3 0,-2-7 360,3-9-181,-16 1 361,-16-12-360,-10 18-630,-20-5 270,1 35-540,-28 28-719,18 22 854,8-7 0,1 1 405,-1 26-45,13-18 0,6 0-405,24 21 90,3-4 45,0-28 1,5-7-946,2-13 1,0-3 719,21 12 450,2-13 0,-54-21 0,-6-5 0</inkml:trace>
  <inkml:trace contextRef="#ctx0" brushRef="#br0" timeOffset="77369">19690 12429 7533,'-5'-50'2878,"3"13"-2878,-3 19 0,21 18 0,4 7 0</inkml:trace>
  <inkml:trace contextRef="#ctx0" brushRef="#br0" timeOffset="122649">2252 9279 7533,'7'26'1799,"-2"-9"-900,-10-11-269,4-28-360,-5-11-270,12-6 45,-4-2 0,2-3-180,5 5 0,0-2-35,-2-4 1,0-5 139,3-2 0,2-6 1,0 2-1185,-1 7 1,-1 1 0,2-1 1213,0-2 0,1 0 0,0-2 0,1-6 0,-1-2 0,1 11-88,12-12 268,-11 3 0,0-1 360,10 0 179,-6 3-809,-6 23 494,-3 34-135,2 39 361,2 20-450,4 7 693,-9-6 1,-1-1-784,1-4 135,0 6 0,-2 4-1329,-5-17 1,-2-2 1192,3 0 1,-1 0 45,-1 13 0,-2-2 45,1 10-675,5-1 1,1 1 404,0-27 0,2 0-630,0 15 1,3-4-2070,12-7 1541,-10-26 1248,0-20 0,-30-65 0,4 27 0,-1-1 0</inkml:trace>
  <inkml:trace contextRef="#ctx0" brushRef="#br0" timeOffset="122832">2548 8971 7533,'-35'-10'2293,"1"1"1,-28-14-1934,30 9 539,10 2-899,60 1-1259,10 10 899,11-5 360,-7 6 0,2 0 0,-11-2 0,2-1 0,2 0 0,-1 1 0,1 0 0</inkml:trace>
  <inkml:trace contextRef="#ctx0" brushRef="#br0" timeOffset="123282">3052 8233 7533,'-11'-46'0,"3"21"1529,-10-20-1349,11 31 2068,-4 2-1708,9 23-90,2 42-270,2-2 0,3-7 0,1 4-135,-3-6 0,1 3-859,1 2 0,2 6 1,-1-3 768,-2 5 0,0 2-45,1-7 0,1 6 0,0 0 0,-1-7 0,-1 0 0,0-1-120,6 8 0,3 5 0,-2-10 210,6 6 306,22-6-216,-29-52 90,17-34 225,-16 0 0,-3-7-225,3-12 0,-1-2-288,-1 4 0,-1 0 243,-1-8 0,-3 5 2102,-2 12-708,3-4-21,-10 74-1418,3 0-1854,-3 19 0,-1 4 1584,5 3-1932,7 7 1,4 0 1751,7-12-220,5-4 0,2-4 310,4-18 244,35 2 0,-27-41 0,23-10 0</inkml:trace>
  <inkml:trace contextRef="#ctx0" brushRef="#br0" timeOffset="124050">3754 8824 7533,'0'-31'2608,"-6"11"-1169,-1-9-1259,-5 21 1709,0-8-1709,5 36-270,1 13-720,5 7 1,2 4 359,-1 19 90,0-12 1,0-4-1,0-16-180,0 31 1080,6-46-540,-5 2 720,10-47-541,-4-1 91,2-23 0,-1-8-180,0 16 0,-2 0-90,0-8 0,0 0 270,3-8 0,-1 8 90,-6 17-1,15-20 361,-16 62-900,5 8 180,-6 10-360,0 17 180,0-12-1606,2 10 0,1 1 1607,4 0-943,-1 9 1,1-1 851,5-10-384,-1 3 1,1-2 473,3-15 403,25-22-133,-29-22 360,3-20 0,-1-6 269,-6 1-179,-3-4 0,-1 1-91,2 10 226,-4-1 0,-2 4-226,1 17 2460,-5-10-2819,4 28-360,-5 23 0,6-7-2068,0 47 1618,6-21-109,-2 1 0,4 2 829,4-9 0,6-1 0,9 8 0,6 0 0,5-3 0,0 0 0</inkml:trace>
  <inkml:trace contextRef="#ctx0" brushRef="#br0" timeOffset="124398">4209 9032 7533,'0'-62'3058,"-3"25"0,0 2-2698,2 0 899,12-16-1349,-2 37 180,20-10 90,-15 17-989,26 2 809,-17 5-1170,34 0 361,-34 0-630,22 0 1708,-30-11 1,3 3 450,-18-21-450,-12 14 1169,-24-8-270,-9 21-719,6 4 89,8 16 1,6 9-765,14 6 1,4 4-406,-9 5 0,3 0 540,10-4 0,6-2-2865,9 1 0,5-5 1426,6-8 127,10 1 0,2-5 1042,-3-11 360,36 2 0,-36-43 0,-2-13 0,11-3 0,0 0 0</inkml:trace>
  <inkml:trace contextRef="#ctx0" brushRef="#br0" timeOffset="124832">4886 8073 7533,'0'-37'2158,"0"11"-269,0 3-1439,0 16 630,0 1-721,0 17 181,0 30-540,0-4-1131,-2 20 1,0 17-1,0-9 951,1-25 0,1 2-68,-1 18 1,1 15 0,0 0 0,1-16 157,-1-19 0,1-3-240,4 13 0,1 5 0,0-13 870,-4-11-270,9-10-270,-11-34 180,0-23-720,-3-1 0,-5-3 2236,-4 7 0,-6 2-1246,-10-3 0,-6 12 764,-7 34 1,0 17-631,6 9 1,5 6-405,1 3 0,11 2-180,24-3 0,10-6 180,9-11-135,15-11 0,12-7-2069,14-19 0,2-6 2024,-19 7 0,-2-4 0,18-17 0,-10-7 0,-26-17 0</inkml:trace>
  <inkml:trace contextRef="#ctx0" brushRef="#br0" timeOffset="125965">8946 8528 7533,'-8'41'269,"0"-1"1,0 4 0,-1 4 0,0 0-210,0 0 0,-1 0 0,2-1-330,0 21 0,4-8 450,1-9 180,20-69-45,-7-22 0,-3-7-225,3-22-1022,-1 14 1,1-9-1,-2 7 1067,-7 16 0,0-1-45,4-6 0,1-9 0,1 0 0,-3 8 90,-2-1 0,-1 1-1,3-11 1,2-7 0,1-1-197,2 0 0,1-1 1,-1 6 150,-1-2 1,2 2 105,3 2 0,4-2 0,4 19-222,17 22-107,13 5-152,3 35 241,1 14-386,-21 5 0,-1 2 296,15 8 45,-23-2 0,-4 0 2056,-3-10-2011,-14 12 0,-7 3 135,-7-14 0,-3-2-45,2 10 0,-7-2-777,-17-7 0,-4-6 507,-6 4-728,2-16 0,1-4 998,5 0-366,-26-8 6,41-10-810,-7-8-2248,27 0 4302,4 0-974,21 8 0,36 27 0,-20-8 0,0-1 0</inkml:trace>
  <inkml:trace contextRef="#ctx0" brushRef="#br0" timeOffset="126148">9438 8405 7533,'-31'23'6926,"12"-8"-6027,-3 30-719,20-21-585,-7 11 1,1 4 404,7-1-990,-5 21 630,23 4 360,14-20 0,-5-19 0,4-4 0,5-13 0,-1 1 0</inkml:trace>
  <inkml:trace contextRef="#ctx0" brushRef="#br0" timeOffset="126582">9759 8454 7533,'0'-33'8545,"5"-1"-8005,18 15-720,-1 5-180,36 3 270,-23 11 90,13 0-900,4 0 1,-6 0 629,0 0-360,-12 6 540,-27 1 450,-13 10-270,-2-3 1259,-26 20-1259,12-17 899,-4 8 1,0 0-720,-2-1 314,-2 9 1,2 2-854,-1-4 314,5 6 0,1 0-225,3-1-90,2 28 0,18-30-719,24 13 449,-3-32-450,37 7 721,-23-21-631,0-2 1,0-3 539,1-4-2159,21-21 2069,-35 14-1618,7-9 2068,-22 18 0,-40 11 0,-15 8 0</inkml:trace>
  <inkml:trace contextRef="#ctx0" brushRef="#br0" timeOffset="126782">9820 8737 7533,'-18'-48'7825,"16"3"-6026,3 1-360,35 4-1259,19 14 0,-1 7-2204,-3 11 0,0 5 2024,-3 8 0,1 4 0,-1 5 0,10 19 0</inkml:trace>
  <inkml:trace contextRef="#ctx0" brushRef="#br0" timeOffset="127449">10620 8491 7533,'23'-35'5487,"9"-4"-5038,0 1-269,4 6 0,3 1 90,-9 12 0,1 1-495,4-7 0,0 2-45,22 0-180,-41 16-719,0 13 90,-49 29 719,14-4 90,-19 5 0,-4 1 360,4 0-517,-11 3 0,1 1 427,8 1 839,7-12 1,-7 5-1,6-3-117,10-2 0,2-2-542,-12 5 0,3 1 809,8 11-719,33-30 90,5 3 0,15-13-1,6-5 271,30 0-1080,-21-5-315,2 2 1,-4-1-45,-17-3-2070,36 2 1620,-41 5 1835,4 0-2645,-9 0 2250,-15 0 0,-28 11 0,-13 2 0</inkml:trace>
  <inkml:trace contextRef="#ctx0" brushRef="#br0" timeOffset="127648">10645 8528 7533,'-33'-38'6656,"10"13"-6116,18 8-271,5 16 181,21-10-2069,12 10 1349,7-4 270,0 8 0,5 5 0,1 0 0,4 3 0,-3-1 0,1 1 0,0-1 0</inkml:trace>
  <inkml:trace contextRef="#ctx0" brushRef="#br0" timeOffset="128149">11272 8504 11041,'-13'-20'1079,"2"-8"-359,11 7-540,0-3 179,-5 6-449,-13 11 90,3 7-90,-15 17 1,-2 11-1,4 6 0,1 3 180,-2-1 0,0 2-265,0 6 1,7-2 354,14-2-270,2 0 0,6 0-540,23 0 450,-1 12 180,41-46 90,-26-13 45,9-21 0,-1-6-45,-5-1-613,-2-13 1,-2-2 792,-8 8-972,-7-4 1,-1 1 971,-5 5 525,-6 4 0,-2 3-525,-7 18 450,-6-1-1,-11 27 755,2 3-2104,-30 38 1,27-16 1867,-3 9 0,2 2-3307,11-2-360,4 2 1,3-2 2428,7-8 0,39 15 0,9-28 0</inkml:trace>
  <inkml:trace contextRef="#ctx0" brushRef="#br0" timeOffset="128448">9525 8196 7533,'-5'-47'685,"1"1"1,8 10 0,5 2 0,6-4 0,4 1 0,5 8 0,0 1 0</inkml:trace>
  <inkml:trace contextRef="#ctx0" brushRef="#br0" timeOffset="155665">16810 7901 7533,'0'-25'-180,"0"6"1619,-5-5-629,3 11 988,-3-10-1258,5 9 630,5 1-991,-3 8 811,8 32-720,-8-3-1,-1 35 1,-2 17-270,-5-21 0,-3 3 0,1 3-369,2-2 1,0 4 0,1 2 0,0-1 210,-2 1 1,1 0 0,-1-2-1,2-3 98,1 3 0,2-4 0,3-5-210,6 6 1,4-12-1260,4-8 809,3-34-1529,-2-23 2249,3-9 0,12-23 0,7-7 0</inkml:trace>
  <inkml:trace contextRef="#ctx0" brushRef="#br0" timeOffset="155981">17241 8638 7533,'37'-40'5127,"-11"-5"-3958,-8-1-809,-12 11 809,-12 12-809,-1 9-180,-5 2-450,-12 7 180,-23 32-90,17-6 0,0 3 135,1-2 0,1 4 45,-6 22 0,5-1 0,6-11 45,4 4 0,4-1-45,8-11 630,18 35-1260,26-21-90,-5-15 1,4-5-1170,5-10 0,0-6-455,24-2 2344,-13-15 0,-17-23 0,3-13 0</inkml:trace>
  <inkml:trace contextRef="#ctx0" brushRef="#br0" timeOffset="156382">17462 8762 8702,'0'-25'3958,"0"12"-3598,0-4 539,0 11-359,5-12-540,8 4-765,18 4 1,6 2 494,6-4-270,12 7 0,3-2 450,-18-6 0,-2-3 720,3 1 0,-4-3 44,-7-6 1,-6-1-45,-8-8 1528,-49-12-1708,-8 28-135,-8 19 0,-3 6-45,-12 6-91,26 12 1,-1 11 0,8-5-719,3 5 359,0 9 0,7-1-1529,25-17 764,12 2 1,8-2 314,31 0-361,-5-11 1,2-3 720,-15-7 1,-1-3 89,4-5 0,2-4 180,8 0 0,-1-8 0,-12-11 0,-1-5 0,16-7 0,1 1 0</inkml:trace>
  <inkml:trace contextRef="#ctx0" brushRef="#br0" timeOffset="157015">18964 7974 7533,'-24'-61'3598,"10"16"-3598,-15 4 180,15 22 989,-31-5-180,-1 21-809,-7-1 0,15 20 0,3 8 90,-8 23-835,7-6 0,1 2 565,17-11 0,2 2 270,-11 26 0,4 0-360,6 7-90,8-15 0,2 7 0,5-4-630,10-7 1,8-3-421,4-2 1,7 2 0,4-8 149,11-4 1,3-9 899,-1-6 1,0-8 179,1-8 0,-6-9 0,-7-18 0,20-13 0</inkml:trace>
  <inkml:trace contextRef="#ctx0" brushRef="#br0" timeOffset="157432">18890 8602 7533,'-5'19'1079,"-2"10"1170,-11 7-1080,4-1 270,-4 11-899,11-25 539,2 8-719,5-21 0,5-3-360,2-12-540,17-43-359,-4 6-181,3-15 1,1-3 809,-8 27 0,2 2 135,14-14 0,0 7 225,-2 15 0,15 15-45,-5 22 0,0 3 225,5-8-1471,10 10 0,-2-2 1560,-23-13 1260,21-2-989,-42-7 629,13-22-899,-21 7 90,-6-29-270,-3 27 0,-21-21 0,14 30-270,-25 3 0,18 18 661,-4 16 1,0 8-2191,10 4 0,4 4 899,-3 9 1,5 0 359,4-11 0,8-2-899,18 8 0,10-5 1259,1-13 0,4-6 0,16-1 0,3-6 0,2-10 0,0-1 0</inkml:trace>
  <inkml:trace contextRef="#ctx0" brushRef="#br0" timeOffset="157849">19666 8602 7533,'26'-19'2069,"2"-10"-810,-22-13-1259,7 12 1259,-6-38-269,-2 44-271,-16-12-539,3 25-270,-32 33 0,10 8 0,-1 6 135,-3 8 0,1 4-135,-3 8 0,5 0 180,13-18 0,6-1 270,6 31-720,19-39-270,28 7 630,11-35 90,-5-9-180,-2-11 180,-21-21 0,2 17-45,-8-11 0,-1-1-45,4 4 270,-7-6 0,-5 0 1529,-7 7-810,-9 0-3867,-12 53 1529,5 13-630,3 13 900,11-14 1079,5 1 0,30-3 0,12 9 0</inkml:trace>
  <inkml:trace contextRef="#ctx0" brushRef="#br0" timeOffset="158398">20072 8565 7533,'0'-26'3238,"0"-2"-899,-6 3-990,-1-1-989,0 7-91,2 8-359,5 16 270,0 13-1079,-6 24 809,5-6-1349,7 26 719,2-33 630,10 1 450,5-19 450,19-49-226,-16 5 1,0-4 314,0-8 1,-1-1-226,-6 4 1,-3 3-405,-4-2-270,-6 36-990,-12 28 811,5-1 179,-10 13-720,9 1-1619,2 29 1620,7-25 134,5-3 0,5-7-44,27-20 1708,-3 6-764,-10-28 0,1-9 1394,-3-3 0,-2-4-900,-3-2 1,0 0 89,4-1 1,-4 3 1169,-11 4-1799,-2 12 179,-11 28-449,0 0 360,5 47-90,-3-26-1664,5 14 0,2 0 1394,0-8 0,5-9 0,6-5 0,13-18 0</inkml:trace>
  <inkml:trace contextRef="#ctx0" brushRef="#br0" timeOffset="170868">17351 9943 7533,'-17'-30'0,"3"15"2968,-14-18-1799,2 19-989,5-11 0,-1 7-90,4 0 180,-13 10-900,-13-3 360,6 16-269,-14 24 359,23-6 180,-2 13 0,-1 2 450,2 1 134,-5 11 1,2 2-225,8-5 314,-4 9 1,2 1-135,16-5 224,-3 7 1,6 2-540,18-25 0,2-2-136,-8 4 1,3-2-135,23-7 0,2-7 45,-6-7-900,7-3 1,2-1 450,5-4-1710,9 3-1619,15-8 3778,-16 3 0,18-26 0,-17-7 0</inkml:trace>
  <inkml:trace contextRef="#ctx0" brushRef="#br0" timeOffset="171298">17451 10005 7533,'0'-36'269,"0"1"1,0-5 0,0 5-180,0 6 2878,0-11-2338,0 32 899,0 2-719,5 46-585,-4-8 0,-1 6-166,1 7 1,2 6 0,-2-2-231,-1 3 0,0 1-69,-1 8 0,0 5 1,3-5-481,5-5 0,2-3 45,3 3 1,3-4 404,12 10 270,18-84 630,-23-40-405,-6 23 0,-2-2 179,-7 1 1,-2 0 1934,6-24-450,-15 42-1709,8 33 252,-9 8-702,10 44 270,2-35-1619,9 12 0,2 0 1079,0-6-1844,11 9 1,4-1 2383,2-12 0,31-11 0,-10-29 0</inkml:trace>
  <inkml:trace contextRef="#ctx0" brushRef="#br0" timeOffset="171636">17955 10583 7533,'-7'-26'4317,"2"3"-3147,5 5-1,5-1-809,12 0-180,15 1 89,12 11-1078,21-9 269,-22 8 225,-8-5 1,-2-3 224,-4-4 0,17-27 539,-31 24-269,2-17 180,-23 16-180,0 3 719,-40-7-89,-12 36-450,-2-4-225,27 11 0,3 5 1394,-13 22-1745,9 9-413,-2-1 449,24 10-1079,7-27 449,27 31-629,22-29 90,3 8-225,7-29 0,0-5 1574,-10-2 0,8-14 0,2-8 0,5-19 0</inkml:trace>
  <inkml:trace contextRef="#ctx0" brushRef="#br0" timeOffset="172018">18520 10521 10591,'0'-27'5487,"17"-5"-5487,-8 23-360,37-19 450,-12 2-360,21-11 0,-22 11-90,6-8 91,-24 13 808,3-9-269,-13 11 540,-16-4 719,-13 9-720,-20 2-269,-12 23-225,19 5 0,2 5-135,-13 14-90,21-12 0,2 6-990,0 29 1,14 3-586,22-26 1,6 0 180,-5 26 0,8-6 1034,13-36 0,6-9 270,9-6 0,-5-8 0,-4-20 0,18-8 0</inkml:trace>
  <inkml:trace contextRef="#ctx0" brushRef="#br0" timeOffset="172815">19074 10190 7533,'-38'-20'3778,"3"-3"-2969,16 9 181,-21-9-91,28 15-719,-15-3-450,27 22 360,5 3 809,2 43-629,4-19-270,-2 13 0,0 1 0,5 0-720,-2 14 1,0-1 629,1-14-135,-6 4 0,-1-3-494,-1-28 1798,-10 10 900,-30-50-720,0-23-899,-9-1-540,16-7 270,21 28 90,1 6-899,12-3 719,1 13-1799,32-13 449,2 12 1,3 1 1169,-10 0 0,4-1-60,17-2 0,7-3 1,-4-3-666,0-9 1,-3-2 1114,-9 9 0,1 0 0,-4-6 464,10-23 1,-18-5 2833,-37-14-2788,1 0-210,-51 22 119,19 33 134,-13 13 0,-5 10-313,-3 17 0,3 12-1110,12-9 1,1 5-1,10 3-420,9 4 1,9 2 0,12-3-1440,29 14 1,16-10 2389,-4-15 0,6-12 1,19-12-1,1-13 1,-27-5-1,0-1 1</inkml:trace>
  <inkml:trace contextRef="#ctx0" brushRef="#br0" timeOffset="173268">19972 10399 7533,'-10'-30'539,"2"9"1980,-21-2-810,9 16-720,-11 2-539,7 5 1079,-23 27-989,6 13-360,-2 6-135,19-2 0,8 2-945,12 23 675,-3-31 1,4 0-91,16 0 0,8-7-2204,30-10 720,2 3 1799,-18-17 0,0-9 0,4-16 0,0-7 0,9-3 0,0 1 0</inkml:trace>
  <inkml:trace contextRef="#ctx0" brushRef="#br0" timeOffset="173668">20305 10460 7533,'0'-49'3418,"0"11"360,-5-9-3329,3 25 631,-9-17-720,4 29 179,-11-7-899,0 23-449,-24 34-360,3 13 854,19-22 0,1 2-315,-3 15 1,5 1 629,9-9 0,6 0-135,6 5 0,3-1 45,6 10-135,19-38 0,3-10 225,-10-11 495,13-5 0,-1-3-316,-13-15-1335,10-3 0,-1-2 1785,-14-10 91,8 0 0,-3 0 719,-20 5-810,-5-3-359,-15 37-1349,-18 49-2519,19 14 899,10-13 1,4 1 2698,9 13 0,19-36 0,8-8 0,1-17 0,1 1 0</inkml:trace>
  <inkml:trace contextRef="#ctx0" brushRef="#br0" timeOffset="174316">20797 9710 7533,'-24'-7'4587,"10"1"-3148,4 34 270,4 22-1259,5 10-2171,-5 2 0,1 2 1721,4-28 0,0 2 0,-3 24 0,-3 11 0,2-3-343,1-19 0,1-2 0,2 1-47,1 6 1,1 1-1,2-6-15,-2 6 0,7-15 226,22-30-1,0-47 450,-4-13-91,-1-8 811,-13 9-810,-6 21 0,-6 2 539,0 6 720,-6 0 3124,-6 10-4293,4-3 627,-20 17-717,18 1 90,-7 5-180,0 33-180,15-24-989,-3 40 899,11-39 90,6 8-1169,17 4-271,15-12 1081,-3 8 44,-4-22 0,0-4 135,-6 2 90,14-8 1,1-7-271,-2-16 944,-7 8 1,-2-4 359,-11-7 1,-6-4-1,-3-5 1,-4 0 225,7-29-900,-18 11 1439,-34 43-1439,9 15 674,-10 17 1,2 10-2205,2 29 1305,12-26 0,3 0-2023,5 26 449,28-13-900,25-1 1065,-9-16 1,3-1 778,2-7 1,1-4 674,1-3 0,3-5 0,9-9 0,3-5 0,6-2 0,0 0 0</inkml:trace>
  <inkml:trace contextRef="#ctx0" brushRef="#br0" timeOffset="177632">8700 12466 7533,'0'-19'180,"0"-4"89,0 9 181,0-9 720,0 9 718,0 2-1438,0 7 180,-5 10-450,3 7 0,-3 45-90,5-11-1,0-10 1,0 4-360,-2 10 1,-2 4-1787,1 12 0,0 2 1921,-1-3 0,1 3-435,0-8 1,1 3-1,1-8 394,1-17 1,0-2-814,5 26 0,1-4 539,-3-21 450,19 8 0,-19-66 0,8-7 0</inkml:trace>
  <inkml:trace contextRef="#ctx0" brushRef="#br0" timeOffset="177865">8663 12712 7533,'-11'-68'1979,"8"16"-1710,-3 16 1,1 0 1259,22-22-809,9 29-90,23-6-496,-10 21 1,0 4-224,17 3-181,-2-2 0,0 1 0,-2 7 180,-13-2 0,-1 0-1079,15 3 989,-18 0-2699,22 11 2879,-39-8 0,-18 30 0,-34-6 0</inkml:trace>
  <inkml:trace contextRef="#ctx0" brushRef="#br0" timeOffset="178050">8615 12823 7533,'-33'7'4227,"4"-2"-4047,22-5-90,45 0 135,5 0 0,7 0-225,13-1 0,4 2 0,-13 7 0,2 4 0,-2 1 0,-5 1 0,1-1 0,-1 1 0</inkml:trace>
  <inkml:trace contextRef="#ctx0" brushRef="#br0" timeOffset="178449">9267 13045 7533,'-36'-30'4587,"-2"-2"-4317,-6 1-90,7 6-450,1 18 450,16 8-450,-20 39-180,24-15-45,-4 13 1,0 3 314,5-3-2830,2 8 0,3 0 3549,3-8 1140,1 20-869,17-12-361,19-10-359,-6 6-90,26-24 270,-17-18-270,27-23 90,-19 1-270,-5-11 0,-3-2 180,-3-4-90,-3-1 1,-2-1 89,-10 6 1848,1-12-1308,-32 44-450,1 6-270,-15 55 886,18-24 1,5 3-1876,9 5 0,5-1 179,4 26 990,24-31 0,0-41 0,4-10 0,4-3 0,1 0 0</inkml:trace>
  <inkml:trace contextRef="#ctx0" brushRef="#br0" timeOffset="178665">9685 12552 7533,'-16'-35'4947,"1"13"-4048,-10 15-539,13 17 180,6 26 0,6 12-540,0-4 0,0 0-2019,0 7 0,0 1 2109,0-9 0,0 1-1035,2 7 1,2 2-1199,4 0 0,1 0 1918,1 6 0,1-2-270,1-14 0,0-5 495,12 15 0,-11-47 0,5 8 0</inkml:trace>
  <inkml:trace contextRef="#ctx0" brushRef="#br0" timeOffset="179148">10103 13192 7533,'0'-38'4587,"-6"-8"-4137,0 24 359,-1-18-539,-3 25 900,3-19-1170,-22 24-90,-4 21 90,0 12-630,9 14 0,3 2 181,-1-1 224,1 18 0,1 0 405,5-18-315,5 11 0,3-2 405,7-18-270,17 28 90,-8-34 0,26 6-90,-15-24 90,5-10 989,9-24-899,-18 6 134,7-9 1,0-4-45,-2-18-135,-2 20 0,-2 0 315,-4-15-3418,-2 24-91,-16 58 3059,3 5 0,8 10 0,5 4 0,3-7 0,0-1 0</inkml:trace>
  <inkml:trace contextRef="#ctx0" brushRef="#br0" timeOffset="179531">10461 13413 7533,'-42'6'5756,"8"6"-4946,-8 2-360,23 4-91,8-6-179,16 1-180,2-7-449,11 0 179,-5-12-1619,38-39 1394,-29 8 0,-2-8 555,0-9 0,0-8 0,-4 3-633,2-6 1,-6-3 512,-5 2 0,-4-5 1,-2 8-1403,-3 13 1,-1 4 1730,3-14 1,-2 1-45,-5 6 0,-2 5 2114,1-21-1080,-3 23 0,-1 5 181,-2 6 179,2-4-1080,7 30-223,10-7-496,7 15 3123,24-4-3033,-8 5-1440,9 2 1,0 1 900,2 4-1125,9 4 0,6 6 1754,-4 9 0,-4 9 0,-6 11 0,-3 8 0,-13-11 0,0 1 0,0 0 0</inkml:trace>
  <inkml:trace contextRef="#ctx0" brushRef="#br0" timeOffset="179884">10374 13315 9512,'-14'-19'5486,"3"-15"-5126,11 18 1529,22-30-1799,-5 30-270,34-13 450,-5 23-3598,11 19 0,2 6 1529,5-4 1799,-14 9 0,-2 3 0,-8-3 0,-1 8 0</inkml:trace>
  <inkml:trace contextRef="#ctx0" brushRef="#br0" timeOffset="180448">10817 13328 7533,'-7'-20'5307,"-4"-14"-2789,10 7-1079,12-10-2338,31 18 224,-9 12 1,4 3-181,7 5 1,-1-2 404,-4-5 0,-3-4 1979,14-11 630,-33-32-990,-34 11-719,-5 0 0,-35 24-810,5 46-45,19 2 1,3 8 44,5 17 0,6 4 270,7-13 0,6 1-225,8 14 0,14-4-495,17-20 1,5-6 629,-15 0 1,2-4-1770,23-1 0,0-13 1229,-7-24-343,7-21 1,2-15 552,-18 5 0,-2-6 0,0-2 510,-3 4 0,1-2 0,-2-1 0,-1 1-193,2-7 0,-2 0 1,-3 1 761,0-6 1,-3-1 0,-2 9-166,-6 14 1,0 2 1484,7-24 0,-2 5-270,-8 25 2731,-2-2-1741,-13 59-2362,-2 9 0,0 6-1012,3 10 1,4 7-915,1 5 0,3 7 0,2-4 1634,3-17 0,1-3 0,3-1 1,3 5-1,2-1 0,3-7 0,10-8 1,-1 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0:54:55.88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16145 12601 7533,'-20'-13'-900,"4"-3"990,11 9 0,3-11-180,-3 4 90,5-4 90,0 6-90,0 0 180,0-1-180,0 1-164,5 5 265,2-4-15,10 10 194,25-5-84,-13 6-153,10 3 0,2 0 128,3-2-130,16 5 1,11-1-783,-13-2 1,3-1 0,-1 0 765,-5 1 0,-1-1 0,2 0 5,10 0 0,3 0 0,0 0-33,-11-2 0,2 1 1,-1-2-1,-3 1 118,-2-2 1,-3 0 0,6 0-7,4 1 1,8 0-1,2-1 1,-2 1-1,-10-1-75,-8 0 1,-5 0 0,2-1 0,19 0 0,4-2 0,-7 2 60,-6 3 1,-5-1-1484,0-2 1,0 0 1347,2 1 1,5-1 70,5 1 1,7-1 0,-5 1-215,-20 0 0,-3-1 1,6 1 175,2 1 0,7-1 0,4 1 1,0 0-1,-2 1-7,-2-1 1,0 1 0,0 0-1,-1 0 1,-2 1-222,2 0 0,-2 0 0,1 1 0,3-1 219,-2 0 1,5 0-1,3 0 1,-2 0-1,-5 0 1,-8 1-34,18 4 1,-2 1 24,-14-5 0,8 1 0,3-1 0,-3 0 0,-8 1-126,13 3 1,-1 0 114,-3-2 1,8-1 0,3-1 0,-4 1-141,-9 0 0,-1 0 0,0 1 1,-2-1 175,-4 0 1,-2 0 0,1 0 0,2 0-48,9 0 1,4-1 0,-2 1 0,-5 1 512,-7 2 0,-5 0 1,4 0-464,3-2 0,4 0 1,1-1-1,-3 0-22,7 1 0,-2 0 0,0 0-29,5 0 0,0 0 1,-4-1 92,-14-1 1,-3 0 0,0 1-54,2 0 1,0 2-1,-3-1-258,6 2 1,-3 0 262,-2-2 0,6-1-83,1 1 0,9 1 1,1-1-1,-9 0 90,-3-3 1,2 0-4,-2 1 1,10 1 0,4 0-1,-3-1 1,-9-1 243,10 0 1,-2-2-196,-7 2 1,5 1 0,1 0 0,-6-1 197,14-1 1,0 1-266,-14 3 1,6 2 0,0 0 0,-4 0-65,2-1 1,-3-1 0,-1 2-6,-2 2 0,-1 1 0,1-2-20,10 0 0,2-1 0,-3-1 37,10 2 1,-5-1 40,-11-2 0,1-1 106,-1-1 0,4 0 1,-9-1-128,16-1 158,0 3 0,0 0 23,-7-2-162,1 3 0,-1-2 168,-12-8 774,2 6 0,-1-1-510,-11-10 317,25 4-615,-45 0 207,10 1-395,-20 1 846,-1-2-918,6 0 3067,-6-4-3081,1 10 600,10-10-468,-9 4-346,37-5 378,-26 0 102,26 5-135,-31 1-38,4 1-317,-5 3-3082,-1-3 3487,-5 5 43,-2 0-34,1 0-65,0-6 89,6 5 67,6-10-113,1 4 0,6 0 0,0 2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0:58:19.11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20649 3766 6363,'14'0'810,"3"-6"-720,-16 5 360,10-10-360,-9 4 179,9-5 1,-10 5 90,4-4 90,1-1-90,-5 3 269,5-7-449,-6 9 180,-6-5-360,5 5 0,-10-4-90,4 10 360,-11-5-270,4 6-450,-20 0 450,-21 0 0,-4 6-831,8 4 0,-7 5 1,6-1 964,16-4 1,1 1-75,-11 7 0,-6 3 0,9-4-150,4-2-45,1 12 0,1 2 46,-7-3 89,10 4 0,-2 9-180,-4 18 0,4 2 180,11-24 0,3 4-268,2 8 1,0 10-1,1 2 1,4-9 132,3-2 0,4 2 67,5 7 1,2 10-1,2 0 1,0-10 67,-1-5 0,4-2 90,11 13 0,6 5 0,-1-13 180,12-3-91,5-7 1,7-4 1187,-11-19 1,3-4-1143,24 5 0,1-4-45,-19-8 0,-1-3-45,10 0 0,2-5 404,4-7 1,2-8-240,-14-3 0,1-4 0,0 0-211,1 4 1,0 0 0,1-6-68,-2-7 1,2-6 0,-1-3-1,-4-1-461,1-8 1,-3-3-1,-1-2 349,-3 4 0,1-2 0,-2-2 0,-3 2 60,0-4 0,-4-1 0,-5-3-195,-6 3 0,-4-5 0,-3 0 1,-3 3 44,-6-4 0,-5 3 0,1-1 210,3-4 0,0 0 0,-6 1-30,-10-2 0,-6 1 0,0 11 270,3 19 0,-3 4-91,-10-7 1,-6-3 0,3 8 90,-13 0-225,-10 3 0,1 4-1484,14 13 540,-15-7 1174,46 28 1,33 30-1,6 18 1</inkml:trace>
  <inkml:trace contextRef="#ctx0" brushRef="#br0" timeOffset="870">20366 4369 8972,'7'-14'360,"-1"-2"-90,-6 9 449,0-6-539,0 6 719,0 7-359,0 51-540,-3-16 0,0 3-45,0 3 0,0 2-2056,-3 19 1,-1-3 2010,-5-6-225,9 0 0,0-3-45,-8-13 450,9 3-360,2-62-179,2-2 44,5-25 0,2-5 135,-1-5 178,-1 14 0,1-8 0,0 1 451,0 5 1,0 0 0,1 2-315,0-13 0,2 0 225,-1 9 0,0-1 0,5 8 809,27-13-809,-6-1 314,-3 36 1,2 6-405,0 7 315,2 6 0,1 2-405,5 6 89,-5 6 1,-1 3-360,-2 0 270,-6 11 0,-5 2-449,-10-4 1828,-9 12 1,-10 5-1695,-13-11 1,-6-2-1299,4 7 0,-2-2 1433,-6-6 0,-3-3-90,-5 2 0,-3-2 405,-5 2 0,-2-2-569,-6 2 0,1-2 523,12-3 1,4-3 1350,-5 4-1171,34-9 2151,22 15-2510,1-14 180,15-1 0,4 0 0,3 6 90,9-6 0,0 2-1170,-8 4 450,23 4-2878,-28-1 1619,-18-3 2387,5 16 1,-66 1-1,17-16 1,-1 1-1</inkml:trace>
  <inkml:trace contextRef="#ctx0" brushRef="#br0" timeOffset="2133">23714 4221 7533,'31'-25'539,"1"-1"1,11-16-360,-8 6-360,-27 16 180,3-14 900,-27 2-631,-32-6-89,4 12-90,-4 15 0,-1 5-90,-2 6-90,8 5 0,-7 3 0,1 2 135,-9 7 0,1 4-281,13-7 0,0 0 0,0 5 266,-5 7 0,1 5 0,7-3-30,10-6 0,3 2 60,-8 14 0,-3 7 0,6-4 30,-5 15-30,15-4 0,0 10 0,6-6 165,7-18 0,4 2-16,1 18 1,1 9 0,2-9-255,4-20 0,3-1 15,6 12 0,5 6 1,8-6-61,25-2 0,6-6 45,-9 5 0,6-4-722,7-17 0,7-6 0,-7-5 767,-19-5 0,1-6 330,20-5 0,7-4 0,-9-2-447,-22 1 0,-2-3 567,18-11 0,7-8 0,-8 0-271,-18 5 1,-3-4 180,8-13 0,3-6 0,-7 3-270,-8 9 0,-4-3-60,0-15 0,-1-9 0,-5 6-165,-7 15 0,-5-1 135,-2-18 0,-3-9 0,-3 9 179,-1 16 1,-7 0 90,-10-15 0,-9-7 0,-3 8-180,-10 6 0,-2 6-120,14 8 0,-1-1 0,-2 6-285,-25 0 0,5 9 45,14 5 91,-23 7-3150,44 6 991,12 12 2269,8 1 69,22 10 0,20 35 0,-14-19 0,0-1 0</inkml:trace>
  <inkml:trace contextRef="#ctx0" brushRef="#br0" timeOffset="2750">23541 4455 7892,'0'14'990,"-5"2"-810,3-15 449,-8 26-269,9-16 630,-4 35-810,5-25 179,0 26-449,2-11 0,1-1 180,-2 6-540,4 0 1,0-4 359,-3-20-1529,3 17-900,-5-26 2519,-5 2 0,-35-31 0,-13-6 0</inkml:trace>
  <inkml:trace contextRef="#ctx0" brushRef="#br0" timeOffset="2933">23172 4677 7533,'-19'-40'3418,"2"-5"-2789,10 29 990,23-12-1259,1 14 404,17 1 1,5 3-495,7 1 90,12 0 0,9 2-1140,-19 7 1,0 2-1,0 0 646,1-2 1,0 0-1,-1 2 1,22 5-1,-7 3 1,-28 0-1,0-1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1:29:45.70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10386 10817 7713,'-14'7'989,"3"-2"-809,11-5 0,-5 0 1079,3-5-899,-3 3 0,5-8 539,5-8-719,-3-3 0,9-3 180,-4 1-180,5 9-90,1-20 90,-1 17-450,-5-33 90,-2 32-270,-5-22 0,-22 21 1,6 5-271,-47 4 450,20 10 225,0 6 0,-7 4 45,-7 4 0,-2 4 180,-2 7 0,-2 5-278,16-7 0,-1 2 1,4 1 142,-9 14 0,7 1-1230,13-11 0,3-1 1365,-11 23-192,21-22 0,1 2 147,1 4 0,1 1-45,-2 1 0,0 2 0,0 16 0,4 1-1,9-19 1,3 0-1125,5 12 0,2-2 1035,6 8 1801,18-11-1711,-3-24 630,12 9-540,-4-17 373,13 4-103,-7-16-180,-3 3 0,4-2-405,6-8 0,2-5 135,12-3 0,-1-3 135,-15 4 0,-3-3 1377,4-10 1,-5 1-1153,-11 9 134,-3-11 1,0-2-225,1 5 224,-5-7 1,-3-7 225,-4-2 0,-4-4-181,2-23 1,-6-3-135,-9 11 0,-2 3-316,2 0 1,-6 7-1709,-21 7-5217,-6 12 5037,17 15 1799,-14-1 0,41 10 0,-2-1 0</inkml:trace>
  <inkml:trace contextRef="#ctx0" brushRef="#br0" timeOffset="1235">9402 9993 7533,'-19'0'1349,"7"0"-719,0-6-451,11 5 541,-4-10-540,5 9 270,0-3-270,0 5-90,0 0 539,0 5-269,-6 13-180,5-3-180,-5 19 0,6-19 180,0 9 180,0-12 179,0-5-449,0-1 180,0-6-270,0 0 270,-5-6-720,3-6 360,-3 3-989,5-2 809,5 11 90,19 0 450,3 0-360,4 0 1439,37 0-269,-24-5-541,24 3 900,-16-19-899,-14-16-270,-5-21-270,-10 1-1786,-18 3 0,-5 0 1786,0-2-495,-5-9 1,-1-1-1116,4-3 1341,-9 1-475,5 17 654,5 42-2069,-10-8-90,9 23 3165,-3 17-1635,5-7 1007,0 35 1,5-6 0,2 24 0</inkml:trace>
  <inkml:trace contextRef="#ctx0" brushRef="#br0" timeOffset="2068">9944 10018 8162,'0'-14'2249,"0"3"-1889,0 5 180,-17 5-181,-14 6-269,-14 20-315,9-1 1,0 6-136,4 11 0,6 5 45,9-1 0,5 0 180,0-8 0,11-4 90,29-6 1,8-9-46,7-17 314,8-10 1,2-5 135,4-15-45,-6-2 0,-3-7-180,-17-1 0,-9-3-180,-11-1 0,-6 1 45,0-21 0,-46 25 269,-6 36-538,-21 2 359,17 7-630,-16 11-1799,68 7 630,13-5 1709,21-2 0,22-18 0,10-6 0,-1-1 0,1 0 0</inkml:trace>
  <inkml:trace contextRef="#ctx0" brushRef="#br0" timeOffset="2301">10448 9635 7533,'-33'-12'2608,"-1"0"-1618,25 16-810,9 21-180,9 4-180,9 13 0,4 6-720,-8-8 1,0 0-1632,5 8 1,-1 0 2305,-5-9 0,-3-1 225,3 26 0,-29-5 0,5-19 0,0-1 0</inkml:trace>
  <inkml:trace contextRef="#ctx0" brushRef="#br0" timeOffset="2500">10288 10066 7533,'12'-54'2069,"-5"14"269,20-23-899,6 28-989,7-2 180,17 15-540,-28 21-1260,34 1 1080,-33 6 180,17 7-3688,-18 10 2789,-8-3 809,8 5 0,-10 9 0,5-1 0</inkml:trace>
  <inkml:trace contextRef="#ctx0" brushRef="#br0" timeOffset="3050">11088 9808 9602,'-8'36'-135,"-1"-1"0,0 14 0,-10 8 0,-2 0-135,5-8 45,1-5 0,1-2 45,7-10-90,2-13 1530,10-63-901,4 0 1,0-8-150,-2 0 0,-1-4 0,2 2-447,3-12 1,2 0 476,-2 10 0,1-3 0,-1 9 300,6-17 44,0 14 1,5 8-315,10 22 450,22 41-451,-27 6 1,-2 6-225,-2-2 0,-2 3 45,4 14 0,-5 0-899,-3 0 629,6 15 652,-17-31-112,-23-22-990,-20-2-2338,-26-16 2428,10 3 181,1-5 359,16 13 0,-13 35 0,17-12 0,1 0 0</inkml:trace>
  <inkml:trace contextRef="#ctx0" brushRef="#br0" timeOffset="6584">9303 9845 7533,'-41'-19'1889,"9"7"-1709,26-5-91,5 3 91,-5-5-360,6 1-89,0 6-1,6-6 450,-5 10-90,5-8 179,-1 14-89,-4-9 270,5 5-360,-6-1 0,0 1 540,0 1-181,0 3 271,0-9-540,0 10 0,0-5-180,0 6 90,0 0 809,0 22-359,0 28-495,-2-4 0,-2 6-90,1 8 0,0 1-1568,-1-12 1,1-1 1567,0-6 0,0-4-45,-2 10-90,3-19 270,-3 22 450,5-40-181,0 10-752,11-53 1,5-18 0,7 8 0,1-13 0,0 0 0</inkml:trace>
  <inkml:trace contextRef="#ctx0" brushRef="#br0" timeOffset="7133">9291 9882 7533,'0'-25'-1350,"0"6"991,0-10 359,0 14 1259,-5-19 720,3 14-360,-8-5-360,3 13-989,0 6 90,-4 6 0,10 0 629,-11 0-1169,11 0 450,-4 0-270,5 0 270,5 11-270,-4-3 180,11 16 0,-11-5 89,26 44-494,-16-28 1,0 2 269,4 2 0,1 0 45,2 5 0,-1-2-90,3 10 0,0-6 809,-4-2-809,-10-29 270,1 3-90,-2-13-180,-5 1 180,6-5-90,-5 5 90,5-12-1440,-6-1 901,16-43-2584,-6 39 2044,8-32-2339,-13 49 2878,-5-6 360,6 0 0,12-16 0,8-4 0</inkml:trace>
  <inkml:trace contextRef="#ctx0" brushRef="#br0" timeOffset="7950">9746 9587 8702,'-5'-27'2429,"-2"9"-1980,0 8-269,2 9 90,-1-10-360,5 9 360,-5 13-180,6-1 180,-5 40-90,-2 13-135,-6-1 0,-3 3-45,9-16 0,-2-1 45,-5 6 0,-1-3 45,-3 14 89,5-30 1,-5 28-180,11-39 90,-4 10 0,10-27 270,-4-2 270,5-5 179,0 0-5756,0-5 4947,0 4 0,-5-27 0,-2 0 0</inkml:trace>
  <inkml:trace contextRef="#ctx0" brushRef="#br0" timeOffset="27882">5340 13106 2869,'-29'-18'360,"14"10"1205,-2-3-1565,23 11 689,6 0-689,29 0 180,27 0-180,-33 1 0,3-2-516,13 0 0,8-1 0,-4 0 561,-4 1 0,2 0-27,-4 0 0,9-2 0,3 1 0,-1-1 0,-8 1-582,0 2 0,-5 0 0,3-1 564,4 0 0,5-1 0,-1 1 0,-5 0-96,11 0 1,-1 2 185,-12-2 0,2 1 0,4 1-23,5-1 1,5 2-1,2-1 1,-1 1-448,-3 1 1,0 0 0,0 0 0,-1 0 356,0 0 1,0 0-1,-1 1 1,-1 0 34,0 1 0,1 1 0,-4 0 0,-9 0 522,-7 1 1,1 0-627,15-1 1,13 2 0,0 0 0,-12-1-58,-10 0 1,-3 1 581,10-2 0,4 1 1,-11-2-460,-3 0 994,-36-5-661,-5 0 410,-17 0 0,19 11 1,-5 2-1</inkml:trace>
  <inkml:trace contextRef="#ctx0" brushRef="#br0" timeOffset="33851">9734 13069 6183,'-7'-19'-359,"7"1"449,1 6-90,5 5 180,-1-9-180,-3 13 0,3-8 89,-10 6-89,3 3 0,-9-3 0,10 5 0,-4-6 0,5 5 0,0-4 0,0-1 90,0 5-90,0-5 90,0 6 0,0 0 90,-6-5-180,5 3 90,-5-3-90,6 5 90,0 0 540,-87-6-630,71 10 0,-30-7 0,11 2 90,58 12-90,3-9 90,11 6 0,7 0-1,9-6 1,2-1 0,-8 5 0,1-1 90,12-4 0,-6-2 90,-13-5-90,-4 5-90,-20-4-90,-23-1-270,-6 5 0,-24-5-180,2 6 271,-3 0 89,14 0 90,16 0-90,-9 0 90,13 0-90,-25 0 90,19 6-90,-48-5 0,-7 5 90,23-3 0,-1-1 45,2-1 0,1-1-45,-27 6 0,37-1 180,13-3-489,40-3 1,35-1-1,11 0 1,-12 1 0,-3 5-1,2 1 1,10-5 0,1 1-1,-1 0 1,0-1 0</inkml:trace>
  <inkml:trace contextRef="#ctx0" brushRef="#br0" timeOffset="46016">10792 13118 7533,'0'-19'180,"0"1"89,-5 6-359,3 5 270,-3-4-90,-1 5 0,5-1-180,-4-4 810,5 9-630,0-9 360,0 10-360,0-5 89,0 1-89,0-2 0,0 0-539,0 2 898,0 5-359,0-5-90,0 3 540,0 24 359,5 18-629,-4 2 0,-1 6-135,3 3 0,0-1-90,-3-10 0,0 0 0,-2 6 0,-2-2 45,-3 2-540,1 5 360,0-21 0,12-25-1349,6-17 360,2-7 809,-2 0 270,-1 1 0,-9-5 0,3-4 0</inkml:trace>
  <inkml:trace contextRef="#ctx0" brushRef="#br0" timeOffset="46550">10842 13069 5824,'-7'-19'2698,"2"1"-2068,-1 11-450,5-4 359,1 10-89,18-5-450,-4 6 270,15 0-270,-10 0 360,28 11-90,5 9-360,-6-5 0,-1 12 90,-36-19-90,7 4 270,-14 5 269,-2-3-449,-7-1 180,-22 9-90,7-19 0,-14 13 180,-5-14-180,-4 8-180,-5-8-180,13 3 90,14-5-449,16 0-811,1 0 991,6 6-901,11 1 1350,3 5 0,32 6 0,6 1 0</inkml:trace>
  <inkml:trace contextRef="#ctx0" brushRef="#br0" timeOffset="47417">11384 13463 7533,'20'0'-900,"-4"0"1170,-11 0 90,-3-5 359,9-2-179,-10-6-270,4 6 90,-5-4-180,0 5 359,-5-7-359,-2 1-90,-5 5-90,0-3 180,-1 8-360,-9-9-180,1 10-359,-15-5 449,10 12 90,-9 6 270,14 2 270,-8 14 180,21 4-540,-3 6 359,28 10-179,8-21-180,3-4 90,33-23-90,-18-17-90,8 2 180,-6-20 180,-36 21 90,13-26 0,-20 29 269,3-28-449,-5 35 90,0-17-90,0 19-990,0-3 720,0 5-269,0 16 179,0 5-360,6 21 0,1-4 540,4-6-2608,2-3 1978,-1-16 630,-5-1 0,9-12 0,-2-6 0</inkml:trace>
  <inkml:trace contextRef="#ctx0" brushRef="#br0" timeOffset="47850">11690 13500 7533,'14'-26'3328,"3"3"-2789,-16 10-808,5 6 179,-6 2 180,0 5-540,0 0-90,0 11 360,0-3-269,0 15 359,0-3 0,0-2 1259,11-5-989,3-19 450,21-18 89,-8-15-269,3 7-990,-17 3 450,-8 22-90,-5 2-90,6 16 91,-5-9-181,10 20 360,-10-14-630,10 21 360,-4-8-719,11 3 359,-5 0 270,5-11 360,-6 5 0,23-11 0,5-1 0</inkml:trace>
  <inkml:trace contextRef="#ctx0" brushRef="#br0" timeOffset="48866">12195 13155 6633,'5'-19'-809,"-3"1"1618,3 6 181,-5-6-631,0 5 361,11-16-540,-8 14 360,19-14-91,-3 16-359,-3 0-90,11 8-180,-14 16 1,1 19 179,2-7 179,-14 22 1,3-30-180,-5 14 180,-5 6 90,-13 16-270,9-5 180,-18 12-180,13-20 180,-6 0 90,3-8-270,10-17 270,1-13-450,1-13-180,-2-5 450,-6-2-180,6 8-1259,-25-15 1259,3 21 629,-20-16-269,7 39 0,21 14 270,10 20-91,45 5-449,19-12-810,-14-24 1,2-5 630,13-1-1800,-4-3 1979,-41-6 0,-43-14 0,-21 1 0</inkml:trace>
  <inkml:trace contextRef="#ctx0" brushRef="#br0" timeOffset="49666">13057 13229 7533,'0'-30'629,"0"15"-179,0-12-270,0 24 0,0-13-270,-6 9-180,5-6-270,-16 1 540,9 5-90,-10 1 0,6 6 180,-17 6 180,13 1-90,-12 0 180,10 9-90,-7-2-270,-1 5 180,-15 21-90,3 5 0,0 7-642,7-4 552,19-18 90,7-11-126,5 21 36,0-23 0,11 34 989,41-24-449,4-1-180,-9-20 0,1-6-270,5-8 639,-6-10-369,-2-22-360,-9-12 0,8-1-71,-28 17 0,-4-2-739,0-19 495,-15 19 1,-3 0 314,-4-14-1080,-42 7 811,22 37 89,-11-3-1170,13 11 721,13 6 179,-3-5-539,2 21 989,13-12 0,-14 45 0,11-1 0</inkml:trace>
  <inkml:trace contextRef="#ctx0" brushRef="#br0" timeOffset="49916">12922 13377 12120,'13'0'360,"9"16"-1440,3 16-269,2 2 674,-6 0 1,-1 0 674,6-3 0,-6 5 0,1 2 0,17 14 0</inkml:trace>
  <inkml:trace contextRef="#ctx0" brushRef="#br0" timeOffset="151363">8663 17204 10051,'-7'-38'2519,"7"2"-2339,2 17 1619,9 18-1709,-15 9 90,2 49-1,-3-13 1,-2 7 0,2-4-270,3-1 0,1-2-468,-3 24 0,4-11 468,6-35-899,22-15 989,-12 5 0,20 6 0,-11 1 0</inkml:trace>
  <inkml:trace contextRef="#ctx0" brushRef="#br0" timeOffset="151826">8971 17585 7533,'34'-12'4915,"-17"-22"0,-7-10-4523,-8 11 0,-4-6-1156,2-7 1,-2-14-1,1-7 1,0-2-1,0 6 1,1 11 853,-1-10 0,6 1 47,5-1 1,4-14 0,4-3 0,3 13 0,0 25-497,22 23-586,8 12 1,11 6 0,-12 6-135,-10 17 494,1 4 1,-10 9 584,-33 13 0,-18-2 0,-30 1 0,9 3 0,0 1 0</inkml:trace>
  <inkml:trace contextRef="#ctx0" brushRef="#br0" timeOffset="152025">9156 17007 7533,'54'38'0,"0"-1"0,-10-7 0,1 0 0</inkml:trace>
  <inkml:trace contextRef="#ctx0" brushRef="#br0" timeOffset="152453">8762 16896 7533,'-31'-11'0,"72"9"0,23-9 0</inkml:trace>
  <inkml:trace contextRef="#ctx0" brushRef="#br0" timeOffset="153016">9550 17462 9871,'6'-19'6477,"-1"1"-6028,1 12-269,12 0-270,8 1 90,6 4-1349,14-5 630,-12 6 719,24 5 0,8 1 0,-17-4 0,2-1 0,5 3 0,0-1 0,0 1 0</inkml:trace>
  <inkml:trace contextRef="#ctx0" brushRef="#br0" timeOffset="154358">10792 16982 7533,'7'-52'4407,"-1"32"-4497,-1-18 270,-3 38 45,4 42 0,-1 20-675,-4-15 90,-2 4 0,0 13 1,-3 2-721,1-2 1,0 7 0,-2-11-1,-3-35 7197,-7-51-6027,5 62 0,3 29 0,13-26 179,24-57 1,19-36 0,5-16 0,-11 2 233,-19 16 1,-7-6 0,-2-1 0,3 4 0,7 6-437,18 5 0,9 7 1,-1 2-1,-15-5-907,-17-23 1,-13-3 0,-5 35 119,-9 70 1,-8 45-1,1-2 149,5-24 1,1-3 0,0 5 480,-4 8 0,-2 10 0,6-11 0,18-29 2968,41-53 1,5-10-2520,-24 40-1618,34-5 0,-3 6-1260,-40 31 2519,-4 2 0,4 11 0,1-9 0,-3-21 0,2-3 0,11 11 0,0 0 0</inkml:trace>
  <inkml:trace contextRef="#ctx0" brushRef="#br0" timeOffset="155457">11703 17573 11400,'5'-23'2249,"-3"8"-2069,9-8 0,-4 16-360,23-6 0,7-2 90,0-1 180,12-11 0,-7-9-45,-35-1 0,-7-1 135,13-25-1170,-72 36 1,-6 30 1678,60 41 1,18 25 0,-13-10-465,-41-21 0,4 0-106,41 25 1,19 9 0,9-32-180,5-53 0,7-26 1,-7 4-121,4-3 90,15-22 0,-13 23-1439,-43 52 1079,5 4 2429,42-16 0,11-8-1530,-20 1-269,24-18 0,-7-8 540,-43 6-1080,0 15 270,0 5 90,12 39 0,9 14 0,8-26 0,7 0 0,-2 12 0,0 0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1:35:14.77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17253 11593 7533,'-8'47'1966,"0"1"0,2 8 0,1 10 0,0 2 0,0-6-1525,0-5 0,0-3 0,0 3-1048,1 8 0,-1 10 0,2-13 0,6-34 247,3-35 360,-1-33 0,-10 15 0,-1-21 0</inkml:trace>
  <inkml:trace contextRef="#ctx0" brushRef="#br0" timeOffset="720">17192 11679 7533,'-25'-21'4915,"70"3"0,17-4-5031,-21-20-1571,8 30 1,19 8-1,1 3 1,-20 0 1686,-11 1 0,13 11 0,-17 0 0,-72-11 0</inkml:trace>
  <inkml:trace contextRef="#ctx0" brushRef="#br0" timeOffset="1064">17180 12060 7533,'34'-20'4915,"0"1"0,16-10-4662,5 22 0,12 9 1,-22 8-1,-33 15 0,36-6 1,1 0-1</inkml:trace>
  <inkml:trace contextRef="#ctx0" brushRef="#br0" timeOffset="2034">17893 12220 7533,'-18'-41'2203,"-14"25"1,-4 14-1934,1 46 0,0 10-225,-4-34 0,7 3-165,21 30 0,13 13 0,12-29-240,30-75 0,12-16 585,-18 50 0,1 3-585,11-26 1,-11 9-91,-28 34 225,-9 20 0,3 0 225,34-12 0,-14-31 0,22 3 0</inkml:trace>
  <inkml:trace contextRef="#ctx0" brushRef="#br0" timeOffset="2588">18422 11691 8162,'25'-16'1889,"-11"11"540,8-22-540,-14 79-1620,-12-4 1,-5 14 0,-2 3 0,3-8-270,6 10 0,-1 0-23,-7-2 1,-4 8 0,1-1-1,6-14-337,6-7 1,7-23-7197,12-37 7556,-8 45 0,-5-86 0,-19 57 0</inkml:trace>
  <inkml:trace contextRef="#ctx0" brushRef="#br0" timeOffset="3733">18988 12183 9062,'-36'-37'719,"0"0"1,8 11-585,-9-7 0,2 11-225,22 29 180,1 6 239,10 32 1,8 23 0,0-5-285,-3-15 0,-2 1 165,-3 18 0,-3 7 0,-3-17-300,-6-20 90,-21-35 404,27-36 1,11-6-494,9 15 178,7-30 23,20 46 1,20 12 0,5 1-1,-10-7 428,0-19 0,-3-7 929,9 7 0,4-3 0,-24 0-1379,-35-10-90,9 64 0,10 32 0,7-13 0,23-33 0,11-6 0,-11 16 0,0 0 0,-1 0 0,1 0 0,0 0 0</inkml:trace>
  <inkml:trace contextRef="#ctx0" brushRef="#br0" timeOffset="9124">17499 13709 6094,'-1'-27'1978,"2"9"-1888,6-12-270,-1 19 270,-6 5-90,0 5 0,0-5 1664,-11 48 0,-6 37-990,9-20 1,-1 8 0,1 3 0,-1-7-615,-2-2 0,-1-4 0,1 3-735,2 6 0,1 9 1,2-13-1,7-35 226,6-38 449,27-46 0,-43 32 0,9-29 0</inkml:trace>
  <inkml:trace contextRef="#ctx0" brushRef="#br0" timeOffset="9702">17057 13869 6993,'-2'-41'1439,"-2"18"-810,33 3 1,27-4 0,13 0 0,-1 2-1,-16 6-854,-11 6 1,1 1 224,13-3 0,17-4 0,3-1 0,-13 2 0,-27 5 0,-28 6 0,0-4 0</inkml:trace>
  <inkml:trace contextRef="#ctx0" brushRef="#br0" timeOffset="10363">17733 14324 7533,'0'25'539,"0"-6"361,-5 10-360,3-20-960,29-34 0,23-32 0,-6 3 1184,-15 8 1,1-1-675,2 4 0,6-5 0,0 5 0,-9 15-90,0 19 0,-29 53 0,-3-5 0,0 0 0</inkml:trace>
  <inkml:trace contextRef="#ctx0" brushRef="#br0" timeOffset="10834">18238 14103 7533,'0'-25'0</inkml:trace>
  <inkml:trace contextRef="#ctx0" brushRef="#br0" timeOffset="11434">18324 14054 8702,'-33'53'1349,"20"0"-1304,-8-7 0,8 1-45,22-4 0,14-15-405,27-56 1,8-15 314,-21 40 0,0-2 30,5-32 0,1-14 0,-11 12 150,-11 21 1529,-8-22-1574,-17 77 0,-5 12-225,-1-32-1125,11 50 1,9-1 405,3-51 899,37 23 0,-39-43 0,11-2 0</inkml:trace>
  <inkml:trace contextRef="#ctx0" brushRef="#br0" timeOffset="12497">18791 14287 9332,'-8'-12'539,"4"5"-449,22 2 540,39 5-810,-1 0-90,9-7 0,-1-2 270,-8-1 0,-9-3 0,-10-8 90,-40-27-90,6 16 0,-49 7 0,-14 10-90,10 21 1379,-9 17 1,-8 13-1,34 1-1289,72-2 0,37 1 0,-25 3 0,-63 11 0,3-4 0,72-27 0,-1 0 0,1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1:35:49.69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19185 9218 7263,'27'-31'2383,"1"0"1,16-8-2204,-44 59 30,1 28 0,2 21 0,-1-2-210,-2-20 0,0-2 0,1 4-55,0 2 1,1 4 0,-1 0 0,1-4 144,-2 24 0,0-13-82,0-17-8,0 18-1080,0-39-179,0-27-1440,-6-17 2699,5-14 0,-38 4 0,-2 19 0</inkml:trace>
  <inkml:trace contextRef="#ctx0" brushRef="#br0" timeOffset="847">18755 9254 7533,'-46'25'1933,"83"-46"1,4-5-1394,-39 22-31,42-15 1,35-6 0,-12 9-420,-11 16-144,-3-2 0,20-1 0,7-1 0,-4-4 0,-15-2-4475,-4-15 0,-3-1 4529,12 15 0,15 5 0,-10-2 0,-35-5 0,-47-15 0,-43 49 0</inkml:trace>
  <inkml:trace contextRef="#ctx0" brushRef="#br0" timeOffset="5364">18841 11531 6813,'-35'-7'3328,"8"1"-3058,27 17-120,3 28 0,2 20 0,-2-1-30,-7-7 0,-2-1 0,2 2-990,6 17 1,3 4-1,-5-8 870,-11 0 0,6-19 0,16-35 0,2-32 0</inkml:trace>
  <inkml:trace contextRef="#ctx0" brushRef="#br0" timeOffset="5833">18656 11703 7892,'55'-25'159,"1"-1"0,0 1 0,0 0 0,-9 11 1,-2 3-1,3-2 0,12-10 0,7-6 0,-2 1 1,-11 8-1,-14 10 0,0 1 0</inkml:trace>
  <inkml:trace contextRef="#ctx0" brushRef="#br0" timeOffset="6165">18668 11912 7713,'-7'-13'260,"51"6"1,38 8 0,-11-1 0,-35-4 0,1-1 0,20 3 0,1 0-1,0 0 1,-1 0 0</inkml:trace>
  <inkml:trace contextRef="#ctx0" brushRef="#br0" timeOffset="7030">18570 13365 7533,'-8'16'2338,"3"-1"-2248,12 42-405,-6-10 0,-3 12 1,0 1-1,0-8 270,1-3 0,-1 0 67,-1 8 1,0 12-1,0-7 1,1-23-23,2-27 0,0 9 0</inkml:trace>
  <inkml:trace contextRef="#ctx0" brushRef="#br0" timeOffset="7500">18570 13476 7533,'47'-29'2098,"1"1"1,-1-1 0,5-5-4557,5 14 0,20-1 1,-1 2-1,-19 7 872,-11 7 1226,23 4 0,-18 7 712,-51 1 0,-16 5 1,-4 0-1</inkml:trace>
  <inkml:trace contextRef="#ctx0" brushRef="#br0" timeOffset="7744">18397 13820 7533,'63'-4'0,"0"1"0,0 0 0,0 0 0,0-1 0,0 2 0,0 0 0,0 0 0,0 0 0</inkml:trace>
  <inkml:trace contextRef="#ctx0" brushRef="#br0" timeOffset="8685">18509 15740 7623,'0'-30'305,"-5"56"1,-5 40 0,-2 18 0,2-1 0,3-24-576,4-23 0,0 1 270,-4 24 0,-5 25 0,0 2 0,5-18 0,8-40 0,11-47 0,1-10 0</inkml:trace>
  <inkml:trace contextRef="#ctx0" brushRef="#br0" timeOffset="9001">18509 15751 7533,'16'-42'4947,"27"4"-6992,9 21 0,21 1 1,4 2-1,-13 2 1325,-9-1 1,-1 2 494,8 1 0,11 0 0,-5 1 0,-22 5-45,-23 4 1,-20-17 0,1-3 0</inkml:trace>
  <inkml:trace contextRef="#ctx0" brushRef="#br0" timeOffset="9414">18349 16134 12120,'39'-16'1259,"1"1"1,9 0-1410,0 5 0,11 0 0,0 3 150,-1 6 0,0 3 0,1-1 0,2-3 0,-1-2 0,2 1 0,4 5 0,-1-1 0,1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1:36:21.21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18644 15629 7353,'7'-41'3328,"-2"23"-2609,-5 13-539,0 21 449,-2 21 1,-1 19 0,0 6 0,0-6-390,0-5 0,1-3 0,-1 3-218,0 2 0,0 3 1,0 0-1,0-6-652,-5 20 1,5-24 539,7-41 0,-8 16-1259,37-48 629,-21 21-128,22-21 0,-33 31 0,-2-3 0</inkml:trace>
  <inkml:trace contextRef="#ctx0" brushRef="#br0" timeOffset="716">18693 15653 6723,'-19'-12'3328,"-4"-5"-3148,14 8 810,9-7-361,53 20-1807,7-6 1,15-2 0,-7 0 1132,-13 4 0,1-1 0,-3-1 0,8 0 0,-1-2 0,-11-1-110,-8-3 1,-7-1-386,17 1 90,-2-3 450,-66 11 0,-9 0 0,-18 0 0</inkml:trace>
  <inkml:trace contextRef="#ctx0" brushRef="#br0" timeOffset="1572">18656 16035 7533,'-19'-7'2788,"23"-4"-2068,6 10 809,58-10-1484,-4 11 0,10 4-45,-12 1 0,4 1 0,-7 1 0,0-3 0,-8 3 0,-17 3 0,0 1 0</inkml:trace>
  <inkml:trace contextRef="#ctx0" brushRef="#br0" timeOffset="5499">18926 13623 7443,'6'-36'2608,"-5"20"-2428,5-6-360,-6 22-269,0 0 1168,0 11-90,-7 36 1,-2 7-630,5-7-544,-5 15 0,2-1 814,7-17-97,-6 1 0,-2 9 1,0-4-84,2-13 0,1-1-1575,-4 37 1,5-10 1214,7-44-809,15-13 90,-1-13 989,-3-6 0,26-5 0,-1-1 0</inkml:trace>
  <inkml:trace contextRef="#ctx0" brushRef="#br0" timeOffset="6085">18509 13721 7533,'-25'-23'359,"11"14"4049,36-24-4228,-8 29 90,36-13-90,-29 17-1170,36 0-180,1-2 1,12-3 0,-8 1 944,-14 1 0,1-2-315,7-6 1,10-4-1,-4-1 1,-17 2 539,-15-3 0,2-37 0,-59 41 0</inkml:trace>
  <inkml:trace contextRef="#ctx0" brushRef="#br0" timeOffset="7124">18964 11543 7533,'-13'-41'2428,"28"-4"-2338,-15 11-45,11 71 0,0 25 0,-11-19 0,-5 5-450,1 9 0,0 11 1,-1 0-1,0-11 45,0-8 0,0-5 225,-4 22 1,2-15 134,7-45 0,11-17 0,3-9 0</inkml:trace>
  <inkml:trace contextRef="#ctx0" brushRef="#br0" timeOffset="7712">18509 11629 7083,'-19'-5'2339,"1"-13"-1620,33-3-449,32 1 0,26 0 0,3 3-270,-14 8 0,3 2 0,1 1 0,-1-3 0,-2-4 0,0-3 0,-1 1 0,-2 1 0,5 4 0,-1-1 0,0 0 0</inkml:trace>
  <inkml:trace contextRef="#ctx0" brushRef="#br0" timeOffset="8865">18841 9599 7533,'-20'-24'-180,"8"9"450,12-8-180,1 17 449,21-22-1078,-12 12 808,8 2 360,-15 45 1,-10 31 0,0 1-720,0-3 0,0 2 1,0-1 89,3-1 0,0 0 0,3-5 0,-1 11 0,6-28 0,28-88 0</inkml:trace>
  <inkml:trace contextRef="#ctx0" brushRef="#br0" timeOffset="9547">18349 9672 7533,'-42'-12'899,"24"0"-1349,-4 5 1035,56-3 0,33-2-780,-18 1 0,11-2 0,7-2 0,2 0 0,-1 1 0,-7 1 195,8 1 0,-4 2 0,0-1 0,3-2 0,-9 0 0,7-2 0,0-1 0,-2 0 0,-8 2 0,-13 3 0,-8 2 0,-1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1:36:54.79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4271 8171 7533,'65'-14'179,"-26"-11"1,4-9 0,1 6-791,18 10 0,1 0 670,-5-16 1,0-10 0,-7 9-833,-16 16 0,-3 3 862,9-13 1,-11 17-648,-34 53 1,-22 32 0,0-8 557,12-31 0,-3 2 90,-5 8 0,-7 11 0,-4 5 0,2-5 0,2-12-45,-5-6 0,0-3 344,-18 24 1,-4 9 0,37-27-570,35-42 0,20-16 0,15-13 0,12-8 0,6-6 1,5-2-1,-1 2 0,-3 5 0,-9 7 0,-11 13 120,19 8 0,-10 13 0,9-7 85,-7-12 1,15-12 0,6-4 0,-2 0 0,-9 7 0,-17 13-1,-24 18 35,-30 36 0,-29 21 0,-9 4-217,6-19 1,-8 4 0,-4 2 0,-4 0 0,0-1 0,3-2 276,1-3 0,-2 1 0,0-1 0,1-3 0,4-3 0,6-4 104,-15 12 1,5-2-15,-9 12 0,-3 6 0,37-27-408,48-42 0,32-22 0,18-13 0,2-2 1,-12 6 129,-9 8 1,-3 1-1,0-1 1,6-5 67,-14 7 0,3-3 0,3-1 0,2-2 0,1-1 0,0 0 0,-1 1 0,-1 1-52,10-7 1,7-8-1,3-1 1,-5 3 0,-9 10-1,-16 15 1,-21 19-93,-34 36 1,-34 30-1,-11 12 1,11-7 0,33-27 202,56-35 1,22-18 0,-24 17-48,-53 27 1,-32 21 0,-18 13 0,-7 4 0,7-6 0,19-13 0,32-23 326,38-25 1,25-17-1,15-11 1,3-5-1,-7 3-465,-9 0 0,-2-3 0,0-2 1,5-1-1,8-2-54,-18 10 0,7-2 0,4-2 0,3-1 0,3 0 0,1 0 0,0-1 0,-1 1 1,-3 1-1,-3 2 0,-5 1 0,-5 3 198,18-13 0,-2-4 0,-7 5 0,-9 14 0,-12 22 606,-12 36 0,-16 27 0,-9 9 1,-6-11-536,-18-7 1,-9-6 0,28-8-517,32-21 0,23-5 0,15-4 0,8-5 1,3-3-1,-5-2 0,-12-2 269,-1-4 1,-8-6 0,3-2-1,10 0 533,-9 4 1,9-1 0,6-1 0,5 0 0,2 0-1,0 1 1,-1 0 0,-3 1 0,-6 2 0,-8 1-179,8-1 1,-7-1 0,-3 3 0,-1 6 0,5 8-738,-7 9 0,1 11 1,2 7-1,0 2 0,2 1 1,-1-5-1,1-8 0,-1-11 578,2-14 1,1-10 0,1-7-1,-1-4 1,0 0 0,1 5-1,-1 7 26,4 7 0,5 2 1,2 4-1,-3 2 0,-8 2 1,-10 3-1,-17 1 1105,-1 37-887,6-52 0,19-15 0,14-11 0,6-5 0,2-2 0,-7 4 0,-12 9 17,8 3 1,-8 6 0,10-7-182,-17-1 1,8-6 0,5-3-1,2-2 1,2 1 0,-2 2 0,-3 6-1,-6 6-1036,6 8 1,-1 6 0,-4 4-1,-5 2 1,-7-2 1733,2 2 1,8 2-772,-21-4 0,11 1 0,8 0 0,8 0 0,7 1 0,4 0 0,3 1 0,2 0 0,1 0 0,-1 0 0,-2 1 0,-4 0 0,-6 0 0,-5 0 0,-9 1 0,-8-1-360,16 7 0,-16 0 0,-1 2 0,13 3 330,-7-3 0,10 1 0,10 3 0,6 1 0,3 2 0,0 1 0,-2 0 0,-4 1 0,-9 0 0,-10-1 0,-13-1 0,-16-1 579,-23 23 0,1-4-574,21-25 1,14-2 0,13-1 0,10-3-1,8 0 1,5-2 0,4 0 0,1-2 0,-1 0-1,-3 0 1,-7 0 0,-7-1 0,-10 1 289,21 7 1,-15-1 0,2-3 0,19-5-18,-33-5 1,8-2-1,8-2 1,5-2-1,5-2 1,4 0-1,3-2 1,3 0-1,0-1 1,1 0-1,-2 1 1,-1-1-1,-3 1 1,-3 1-1,-5 1 1,-6 2-1,-7 1 1,-7 2-1,-8 2-188,24 5 0,-19 4 1,14-2-610,-10-5 0,13-1 0,7-3 1,7 1-1,1-2 0,-1 2 1,-4-1-1,-8 3 0,-11 1 0,-14 2 504,4 3 0,-14 11 315,-6 23 0,-2 19 0,-9 2 0,-13-18-186,-42-6 50,-2 0 1,-6 6 0,29-18 0,59-38 0,25-16-90,-1 4 0,4 0 0,-19 6 0,1-1 0,14-2-240,-18 7 0,10-3 0,7-2 0,7-1 0,3-1 0,2-1 0,0 1 1,-2 1-1,-3 2 0,-7 2 0,-7 3 0,-10 4-660,12 0 1,-12 5-1,7 1 810,7-1 0,16-2 0,4 0 0,-7 3 0,-20 6 0,-29 7 0,-34 6 0,-24 8 0,-18 4 0,-14 4 0,-8 3 0,-3 0 0,2 0 0,7-1 0,10-4 0,-1 0 0,1 1 0,-1-1 0,1 0 0,-1 1 0,1-1 0,-1 0 0,1 1 0,-1-1 0,1 0 0</inkml:trace>
  <inkml:trace contextRef="#ctx0" brushRef="#br0" timeOffset="114686">30704 5563 7173,'18'-47'3868,"-10"22"-4119,-5 49 0,-3 35 1,0 16-1,-2 0 1,1-19 340,1-14 0,-3 2-532,-2 8 1,-3 17 0,-2 11 0,0 3 0,0-7-1,3-14 1,3-22 441,3-11 0,-14 32 0,6-17 0,40-95 0</inkml:trace>
  <inkml:trace contextRef="#ctx0" brushRef="#br0" timeOffset="115835">30200 5636 7533,'61'-8'431,"1"0"1,0 0 0,0-1 0,0 1-1,-1 0 1,1 0 0,0 0 0,0-1-1,8 0 1,4-1 0,1 0 0,-4 0-1,-8 1 1,-13 2 0,-17 1-432,-11-1 0,-21 1 0,-39 23 0,33-2 0,-32 15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1:44:21.9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30331 7588 24575,'0'62'0,"0"-17"0,1-6 0,-2 4 0,1 11 0,-1 1 0,-6-1 0,0 1 0,2 8 0,-2-1 0,-6-1 0,-1-7 0,1-5 0,-1-1 0,12-29 0,1 10 0,1-4 0,0 17 0,0-26 0,0 0 0</inkml:trace>
  <inkml:trace contextRef="#ctx0" brushRef="#br0" timeOffset="2100">30374 7799 24575,'29'0'0,"3"0"0,5 0 0,12 0 0,4 0 0,-7 0 0,3 0 0,-1 0 0,16 0 0,-5 0 0,-12 0 0,-6 0 0,-4 0 0,-29 0 0</inkml:trace>
  <inkml:trace contextRef="#ctx0" brushRef="#br0" timeOffset="4379">30359 8141 24575,'60'0'0,"1"0"0,0 0 0,-1 0 0,-4 0 0,1 0 0,-5 0 0,-11 0 0,6 0 0,-14 0 0</inkml:trace>
  <inkml:trace contextRef="#ctx0" brushRef="#br0" timeOffset="92391">29704 9901 24575,'41'0'0,"-4"0"0,1 0 0,-6 0 0,2 0 0,20 0 0,-1 0 0,7 0 0,-6 0 0,-20 0 0,-8 0 0,13 0 0,4 0 0,4 0 0,-19 0 0,1 0 0,-16 0 0,14 2 0,-10 0 0,6 4 0,-11-2 0,14 5 0,-5-5 0,1 0 0,-11-2 0</inkml:trace>
  <inkml:trace contextRef="#ctx0" brushRef="#br0" timeOffset="93844">30123 10023 24575,'0'9'0,"0"28"0,0 13 0,0-4 0,0 4 0,0-23 0,0 25 0,0-12 0,0-2 0,0-25 0</inkml:trace>
  <inkml:trace contextRef="#ctx0" brushRef="#br0" timeOffset="95441">29561 12194 24575,'55'0'0,"0"0"0,-6 0 0,2 0 0,-1 0 0,-3 0 0,-2 0 0,0 0 0,22 0 0,-17 0 0,-39 0 0</inkml:trace>
  <inkml:trace contextRef="#ctx0" brushRef="#br0" timeOffset="97242">29776 12336 24575,'0'46'0,"0"-1"0,0 1 0,0 16 0,0-6 0,0 5 0,0-23 0,0-10 0,0-18 0,0 12 0,0-2 0,-2 16 0,1-20 0,-2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02:50.9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3548 12485 24575,'-46'0'0,"20"0"0,6 0 0,20 0 0,-21-21 0,16 16 0,-15-15 0,20 20 0,0 0 0,0-21 0,0-4 0,0-1 0,0 5 0,-21 1 0,16 15 0,-15-16 0,20 1 0,0 15 0,0-16 0,0 1 0,0 15 0,0-16 0,0 1 0,0-6 0,0 1 0,0 4 0,0 21 0,0 21 0,0 4 0,0 21 0,0-14 0,0 3 0,1 10 0,-2 2-1131,-9 5 0,-1 3 1131,9-5 0,2 3 0,-3 1-985,-6 3 0,-2 1 0,0 1 985,3-3 0,1 0 0,-1 1 0,-3 6 0,-2 2 0,1-4 0,4-12 0,0-3 0,-1 0 0,-5-3 0,-2 0 0,5-1-330,9 16 0,-1-4 330,-18-16 0,1-4 0,15 12 0,-16-5 0,21-36 1813,0 16-1813,0-21 3178,0-21-3178,0 16 886,0-15-886,0 20 0,0-41 0,0 30 0,0-50 0,0 56 0,21-16 0,4 1 0,21-6 0</inkml:trace>
  <inkml:trace contextRef="#ctx0" brushRef="#br0" timeOffset="594">3410 12393 24575,'-26'-26'0,"-15"5"0,36 1 0,-26 15 0,29-36 0,-8 36 0,10-36 0,0 36 0,0-36 0,10-5 0,13 15 0,-8-10 0,47 41 0,-32 0 0,12 0 0,3 0-868,7 0 868,2 6 0,-1 9-747,-24 6 1,-2 4 746,29 8 0,-4 5 0,-30 7 0,-3 2 0,15-1 0,-4 1 0,-21-1 0,-3 0 0,15 15 0,-31-20 0,-11 4 0,0-5 0,-12 11-885,-1-5 1,-9 8 0,2-6 884,3-8 0,0-3 0,-6 9 0,-5 0 0,7-14 0,-3-2 0,5-5 0,10-8 0,-2-3-293,-18 3 1,-9 0 0,9-10 292,-9-28 323,18 20 0,6-3-323,14-16 1255,21-1-1255,0-4 2828,0-1-2828,21 6 193,4 20 1,20 0 0,8 0-1,2 0 1,0 0 0</inkml:trace>
  <inkml:trace contextRef="#ctx0" brushRef="#br0" timeOffset="1049">4354 13014 24575,'-25'-20'0,"-16"15"0,36-16 0,-16 21 0,21 0 0,0 0 0,0-20 0,21-6 0,4 1 0,21 4 0,-13 10 0,1 2 0,17 4 0,6-6 0,4 1 0,-22 9 0,1 2-2262,6-1 1,5 0 0,-5 0 2261,-6 0 0,-3 0 0,10-2 0,-7 4 0,-14 19 0,-6 4 0,-20 21 0,-24-17 0,-14 0 0,-2 0 0,-3 4 0,1-1 0,-1 1 0</inkml:trace>
  <inkml:trace contextRef="#ctx0" brushRef="#br0" timeOffset="1300">4308 13406 24575,'-51'26'0,"-10"-6"0,55-20 0,-14 0 0,20-20 0,20 15 0,6-16 0,20 1 0,-20 14 0,35-14 0,-10 0 0,-16 17 0,2 0 0,2-7 0,-1 0 0,-4 9 0,1 2-298,6-1 1,0 0 297,-5 0 0,0 0-1573,8 0 0,-1 0 1573,8 0 0,-5 20 0,-26 6 0</inkml:trace>
  <inkml:trace contextRef="#ctx0" brushRef="#br0" timeOffset="1861">5022 12646 24575,'-25'-26'0,"4"6"0,21 20 0,0 0 0,21 0 0,-16 0 0,36 0 0,-16 0 0,32 20 0,-23-8 0,1 2-820,-5 8 1,1 2 819,23 1 0,0-4 0,2 5 0,-2-4 0,0-3-823,-3-14 823,-6 12 0,-3 7-5969,-1 22 5969,2-16 0,-32 11 0,-11-20 0,-11 4 0,12 7 0,-4 3 0,-20-5 0,-5 1-6,4 14 1,-4 0 5,-16-4 0,-4 0 0,12 5 0,1 0 0,-10-9 0,3-2 0,16-1 0,0-2 0,-8-8 0,2-2 550,6 24-550,6-20 6235,20-5-6235,0-42 0,0-5 0,0 1 1657,0 4-1657,0 21 0,0 0 0,-21 41 0,-4 11 0</inkml:trace>
  <inkml:trace contextRef="#ctx0" brushRef="#br0" timeOffset="2894">6796 12646 24575,'46'-21'0,"-20"16"0,-5-25 0,-21 7 0,0 7 0,0-25 0,-21 36 0,16-15 0,-36 20 0,15-21 0,1 16 0,-16-15 0,36 20 0,-36 0 0,15 0 0,1 20 0,-6-8 0,0 2 0,0 32-208,-2-29 0,0 2 208,19 11 0,2 4 0,-9-4 0,1 1 0,12 3 0,1 4 0,-15 16 0,0-1 0,7 3-382,0-16 1,-3 5 0,10-2 381,25 12 0,2-2 0,-25-4 0,2 2 0,21-4 0,10 2 0,0-7 0,-3-12 0,1-4 0,14 9 0,4-3 0,1-6 0,4-11 0,2-20 0,5-10 0,-6-1 0,-10 3 0,-2-5-492,6-7 0,2-8 0,-7-1 492,-6-11 0,-8-2 0,-8 6 0,-1 0-978,6-5 1,-1 2 977,0-17 0,-17 8 0,-1-1 0,10 15 0,-3 1 0,-14-18 0,-11-1 0,-5 11 0,-4 0 0,6 5 0,-1-2 0,-2 4 0,-12-1 0,-1 1 0,9-2 0,1-2 0,-1 9 306,-25 3-306,16 8 0,3 5 0,7 18 955,4 0-955,21 0 1417,0 21-1417,21 4 0,-9 7 0,1 3 0,10 1 0,0 0 0</inkml:trace>
  <inkml:trace contextRef="#ctx0" brushRef="#br0" timeOffset="3127">6889 13153 24575,'35'0'0,"-3"9"0,0 2 0,9 5-1057,-8-7 0,1 5 1057,-1 10 0,0 3 0,3-3 0,0 3-807,11 17 1,-2 4 806,-7-3 0,-4 2 0,-8-1 0,-6 0 0,-10 0 0,0 1 0</inkml:trace>
  <inkml:trace contextRef="#ctx0" brushRef="#br0" timeOffset="4085">8962 13061 24575,'0'-26'0,"0"5"0,0 21 0,0-20 0,0 15 0,41-16 0,-10 1 0,30 16 0,6 3-1173,-6-20 1173,-6 18 0,11 5 0,-8-1 0,-15-1 0,-1 0 0,5 0 0,4 0 0,-6 0 0,-6-1 0,-6 2 0,13 20 0,-46 4 0,-26 21 0</inkml:trace>
  <inkml:trace contextRef="#ctx0" brushRef="#br0" timeOffset="4427">8916 13360 24575,'-26'0'0,"6"0"0,20-20 0,0 14 0,0-14 0,20 20 0,26 0 0,6 0-1616,0-8 1,3-5 1615,-17 1 0,1-1 0,15-1 0,5 2 0,3 0 0,-2 4 0,-20 7 0,0 2 0,5-1 0,5 0 0,-7 0 0,13 0-811,-10 0 1,-5 0 810,-15 0 0,-47 41 0,-4-16 0,-1 1 0</inkml:trace>
  <inkml:trace contextRef="#ctx0" brushRef="#br0" timeOffset="4729">8962 13729 24575,'-51'0'0,"92"0"0,20-21 0,-8 19 0,10 3 0,-5-5-1519,-2-16 0,1-1 1519,-6 13 0,7 2 0,0 1 0,-8-2 0,3-7 0,-3 3 0,4 11 0,4 7 0,-22 6 0,-31 18 0,-7 2 0,-1 1 0</inkml:trace>
  <inkml:trace contextRef="#ctx0" brushRef="#br0" timeOffset="7903">11312 13061 24575,'-26'0'0,"6"0"0,-1 0 0,16 0 0,-15 0 0,20 0 0,0 0 0,-10 0 0,7 0 0,-7 0 0,10 0 0,0 0 0,-21 0 0,16 0 0,-15 0 0,20 0 0,0 0 0,-21 20 0,16-15 0,-15 16 0,20-21 0,0 0 0,-21 0 0,16 20 0,-15-15 0,20 16 0,0-21 0,0 0 0,20 0 0,6 0 0,-1 0 0,16 0 0,-36 0 0,46 0 0,-17 0 0,2 0-560,-4 0 1,2 0 559,30 0 0,0 0 0,-25 0 0,-1 0 0,23 0 0,1 0 0,-14 0 0,-2 0-184,7 0 1,-3 0 183,-13 0 0,-2 0 0,0 0 0,-4 0 0,-5 0 0,-6 0 0,1 0 0,-16-21 0,15 16 1098,-20-36-1098,0 36 388,0-15-388,0 20 0,0 0 0,0 41 0,0-31 0,-9 22 0,-2 7 0,6 10-2262,-13-10 1,-7 5 0,6-4 2261,9 21 0,-9-6 0,-6 8 0,8-17 0,11-25 0,-5 39 0,2 2-572,9-31 572,0 15 0,0-25 0,0-21 6501,20 0-6501,-14-21 0,35-4 0,-16-1 0,1-15 0,15 36 0,-16 5 0,21 26 0</inkml:trace>
  <inkml:trace contextRef="#ctx0" brushRef="#br0" timeOffset="8560">12879 12646 24575,'0'-26'0,"0"6"0,0 10 0,0-13 0,0-13 0,0 10 0,0 6 0,0-1 0,0 16 0,0-15 0,0 20 0,0 0 0,20 0 0,-15 20 0,16 26 0,-21 16-983,-10-10 0,-1 6 983,9 4 0,-1 4 0,-9-14 0,-3 2 0,1 3 0,7 0 0,2 5 0,0-1 0,-4-5 0,-4-2 0,-4-4 0,1 2 0,0 11 0,1 3 0,0-11 0,2-16 0,1-6 0,-9 13 0,21-25 0,0-21 0,0 0 0,21 0 0,-16 0 1966,36 0-1966,-36 0 0,15 0 0,-20 0 0,21-41 0,4-11 0</inkml:trace>
  <inkml:trace contextRef="#ctx0" brushRef="#br0" timeOffset="9167">12879 12646 24575,'-11'-40'0,"1"1"0,5-2 0,-16-21 0,42 37 0,-16-1 0,16-15 0,-21 36 0,20-16 0,16 1 0,13 15 0,7-16 0,-23 28 0,0 7 0,4 8 0,-2 2 0,16 7 0,-18-12 0,-4 3 0,-4 19-4989,1-11 4989,-4-1 0,-3-1 0,-14-5 0,15 7 0,-18 2 0,-4 3 0,3 2 0,-2 3-247,-6 18 1,-6-4 246,-13-3 0,6-9 0,-6-2 0,-6-13 0,-2-2 0,8 0 0,1 1 0,-7 8 0,-3-7 0,1-23 0,1-3 0,-8 20 0,-1-17 0,0-8 0,1-17 4830,-5 16-4830,5-15 0,36 20 0,-16-21 652,21 16-652,0-15 0,21 20 0,4 0 0,11 8 0,5 4 0,2 1 0,-1 0 0</inkml:trace>
  <inkml:trace contextRef="#ctx0" brushRef="#br0" timeOffset="10335">13708 13360 24575,'-26'-26'0,"6"6"0,20 20 0,0-21 0,0-4 0,0-1 0,0 6 0,0 10 0,0 7 0,0-7 0,0 10 0,0 0 0,20 10 0,-15-7 0,16 27 0,-11 2 0,0 3-1138,16 21 1138,-13-2 0,0 0 0,7-3 0,-8-9 0,-3 3 0,-8-9 0,3 0 0,16 6 0,1-3 0,-16 10-3,3-10 1,4-6 2,9-23 0,-16 31 0,15-62 0,-20 16 0,21-36 1137,-16 6-1137,15-8 0,1-4-1162,-19 14 1,1-1 1161,18-10 0,-1 1 0,-15-3 0,23-6 0,6-3 0,-19 14 0,0 0 0,8-11 0,0 2 0,-5 14 0,-5 8 0,-10 12 0,7-4 0,10 20 0,-15 0 0,36 0 0,-15 0 0,5-9 0,5-3 0,-1 1 0,1-3 0,10-9 0,0 0 0</inkml:trace>
  <inkml:trace contextRef="#ctx0" brushRef="#br0" timeOffset="11352">15321 12876 24575,'46'-25'0,"-21"4"0,-4 1 0,-21 15 0,0-16 0,-21 21 0,16-20 0,-15 15 0,-1-16 0,16 1 0,-15 14 0,-1-14 0,-4 40 0,-1-14 0,5 35 0,1-36 0,-26 36-645,21-19 0,-1 2 645,-7 1 0,-1 1 0,0 5 0,2 4 0,7 10 0,-2-3 0,-12-14 0,2 1 0,21 18 0,3 3 0,-14-15 0,3-1 0,21 6 0,1 2 0,-18 3 0,-1 2 0,17 10 0,3-1 0,-10-18 0,2 1 0,14 17 0,10-5 0,11-10-131,-10-8 0,4-2 131,23 5 0,-6-12 0,3-2-1266,-3-8 0,3-3 1266,2-2 0,6-2 0,-5-2 0,-5-3 0,1-4-693,26-4 1,-2-9 692,-30-7 0,0-2 0,23 6 0,-2-5 0,-22-19 0,-2 0 0,15 22 0,-3-1 0,-25-21 0,-4-3 0,10 19 0,-5 1 0,-15-7 0,-6-3 0,3-8 0,0-1 0,0 6 0,0-1 0,1-11 0,-2-2 0,-7-4 0,-4 2 0,0 10 0,-2 1 0,-6-14 0,-6 1 0,-6 7 0,-2 6 54,8 18 0,0-1-54,-1-16 0,-2 2 0,-5 24 0,4 1-79,10-31 79,-42 26 2323,57 20-2323,-15 0 1601,20 0-1601,0 20 161,0 6 1,-9 31 0,-3 14-1,4-22 1,-1 1 0,0-1-1</inkml:trace>
  <inkml:trace contextRef="#ctx0" brushRef="#br0" timeOffset="11634">15321 13452 24575,'0'26'0,"0"-6"0,0-20 0,0 0 0,0 21 0,0 4 0,7 7 0,6 3 0,23 16 0,-14-17 0,5-1 0,19-4 0,5-2-2298,-14-3 1,3 1 2297,9 0 0,6 1 0,-6-1 0,-7 1 0,-2-1 0,18 10 0,-8-3 0,-25-6 0,-4-6 0</inkml:trace>
  <inkml:trace contextRef="#ctx0" brushRef="#br0" timeOffset="36767">17924 2879 24575,'26'0'0,"-6"0"0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04:02.4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20942 2004 24575,'0'-26'0,"0"-15"0,0 36 0,0-15 0,-31 20 0,24 0 0,-24 0 0,-10 0 0,31 0 0,-31 20 0,41-15 0,0 16 0,0-21 0,0 20 0,0-15 0,0 36 0,0-15 0,-6 13 0,-2 12 0,1-3 0,4-5 0,1 4 0,-2 8 0,-3 12 0,1 0 0,3-11 0,2-8 0,2-4 0,-3 5 0,-1 3 0,8-14 0,15-15 0,6-44 0,-3-9 0,0-9 0,0-15 0,0 1 0</inkml:trace>
  <inkml:trace contextRef="#ctx0" brushRef="#br0" timeOffset="543">21357 2879 24575,'0'26'0,"0"-6"0,0-20 0,0 0 0,0-20 0,0 15 0,0-36 0,0 15 0,0-30-217,0 22 0,0-1 217,0-6 0,0 0-818,0-4 0,0-2 818,0 4 0,0-2 0,0-1 0,0 2 0,0 0 0,0-1-1062,0-2 0,0 0 1,0 1 1061,0-17 0,0 3 0,0 2 0,0 3-267,-1 17 0,2-1 267,9-15 0,0 1 0,-9 15 0,3 4 0,17 9 0,-1-1 158,-18-13 1,1 6-159,28 26 0,-20-29 0,1 0 0,24 26 0,10-31 0,0 41 0,-13 10 0,1 0 0,17-5 1334,-5 16-1334,-5-1 0,-15-15 3419,-1 16-3419,-4-1 719,-1-4-719,-15 7 0,16 8 0,-45-1 0,-14 6 0,0 13 0,-1-1 0</inkml:trace>
  <inkml:trace contextRef="#ctx0" brushRef="#br0" timeOffset="794">21357 2165 24575,'-46'0'0,"20"0"0,6 0 0,20 0 0,0 0 0,41 0 0,-11 0 0,16 0 0,-5 0 0,-25 0 0,48 0 0,-23 20 0,-7-19 0,-2 4 0,-6 36 0,15-36 0,-18 39 0,0 14 0,13-7 0,-1 0 0</inkml:trace>
  <inkml:trace contextRef="#ctx0" brushRef="#br0" timeOffset="1372">22025 2879 24575,'25'51'0,"-4"-10"0,-21-41 0,-21 0 0,-4 0 0,-1 0 0,6 0 0,20 0 0,0-20 0,0-26 0,0-6 0,0 6 0,8 12 0,4-3 0,1-9 0,0-3-919,-4 7 1,-1-2-1,0-3 919,4-12 0,-1-3 0,-3 4 0,-7 1 0,1 1 0,7 6 0,3-3 0,-3 5 0,-6 4 0,0 1 0,7-14 0,0 2 0,-9 17 0,-2 4 0,1-12 0,21 5 0,-16 36 0,36-36 0,-16 36 0,21-16 0,0 21 0,-20 0 2756,15 0-2756,-15 0 0,20 0 0,0 0 0,0 21 0,-21 4 0,-4 1 0,-1 15 0,-35 5 0,-5-11 0,-6 2 0,-7-7 0,1 1 0,0 0 0</inkml:trace>
  <inkml:trace contextRef="#ctx0" brushRef="#br0" timeOffset="1577">22094 2303 24575,'-13'26'0,"3"-6"0,20-20 0,13-20 0,13 15 0,-4-6 0,3 1-277,0 9 1,1 2 276,0-1 0,0 0 0,-1 0 0,-3 0 0,-7 0 0,-4 21 0,-21 4 0</inkml:trace>
  <inkml:trace contextRef="#ctx0" brushRef="#br0" timeOffset="1835">21172 1819 24575,'-25'0'0,"4"-20"0,21 15 0,21-16 0,4 21 0,22-20 0,7 16 0,9 3 0,-18-6 0,1 0 0,-1 0 0</inkml:trace>
  <inkml:trace contextRef="#ctx0" brushRef="#br0" timeOffset="2244">23292 2441 24575,'0'-51'0,"0"10"0,0 41 0,0 0 0,-10 0 0,7 0 0,-11 32 0,-3 18 0,5 1 0,-1 1 0</inkml:trace>
  <inkml:trace contextRef="#ctx0" brushRef="#br0" timeOffset="2394">23177 2787 24575,'0'-38'0,"16"2"0,9 0 0,0 10 0,1 1 0</inkml:trace>
  <inkml:trace contextRef="#ctx0" brushRef="#br0" timeOffset="3160">24490 2395 24575,'0'-46'0,"0"21"0,0-16 0,-10 36 0,7-16 0,-7 21 0,10-20 0,0-6 0,0 0 0,0 6 0,0 20 0,0 20 0,0 27 0,-10-4 0,-1 6-1469,9-1 1,-1 1 1468,-7 8 0,0-1 0,9-19 0,2-3 0,-1 0 0,0-1-119,0 23 119,10-21 0,0-1 0,-5 7 0,27-16 0,8-9 0,24-16 0</inkml:trace>
  <inkml:trace contextRef="#ctx0" brushRef="#br0" timeOffset="3617">24997 3248 24575,'0'-46'0,"0"-1"0,10 12 0,0-1 0,-7-17 0,-1-2-2230,9 3 1,-1-3 2229,-8-2 0,-3-5 0,0-1-468,1 14 0,0-1 0,0 0 1,0-1 467,0 2 0,0-1 0,0 0 0,0 0 0,0-1 0,0-1 0,0 1 0,0 3 0,0-6 0,0 3 0,0 2 0,0-11 0,0 2 0,0 2 0,0 5 1370,0 0-1370,-3 16 0,6 3 0,28 7 0,-24-27 0,44 24 0,-26 0 0,-3 0 0,8 2 0,11 6 0,0-1-622,-10-4 622,15-1 1833,-5 6-1833,-15 20 2796,20 0-2796,-3 8 0,1 4-6468,12 14 6468,-20-5 0,-5 4 0,-11 21 8,-15-9 0,-10 3 0,-30 6 0,-12 2 1,13-5-1,0 0 0,0-1 0</inkml:trace>
  <inkml:trace contextRef="#ctx0" brushRef="#br0" timeOffset="3784">24997 2257 24575,'-26'26'0,"-15"-6"0,36-20 0,-15 0 0,40 0 0,6 21 0,20-16 0,-10 5 0,5 0-3392,5-8 0,2-4 3392,4 1 0,4 2 0,4 4 0,7 3 0,0 0 0,-18-2 0,0 1 0,-1-1 0,1 0 0</inkml:trace>
  <inkml:trace contextRef="#ctx0" brushRef="#br0" timeOffset="4710">26195 2833 24575,'25'0'0,"-4"0"0,-1-20 0,-14 14 0,24-24 0,-7 7 0,-7 7 0,4-45 0,-20 51 0,0-31 0,0 0 0,0 30 0,-20-29 0,15 19 0,-47 16 0,24-16 0,-28 21 0,23 8 0,-1 5 0,-13 7 0,2 6-379,17 9 0,0 2 379,-25-1 0,3-1 0,20 22 0,6-26 0,2 2 0,1 28 0,37-5 0,9 1 0,-11-17 0,3-4-531,13 2 1,6-9 530,-3-15 0,1-8 0,1-4 0,2-4 0,9 5 0,0-6 0,-4-15 0,-2-4 0,-4 8 0,-3-3 0,-3-16 0,-4-1 0,0 9 0,-6-16 0,1 15 0,-16 1 717,-5 4-717,-5 21 0,-16 0 0,21 0 1102,0 21-1102,0 4 0,0 1 0,0 15 0,0-36 0,21 36 0,4-36 0,1 15 0,35-20 0,-30 0 0,15-20 0,-5-6 0,-18-15 0,0-5 0,2 17 0,1 2 0,-1-7 0,-4 1 0,0 3 0,-21 27 0,0-7 0,-21 20 0,16-7 0,-15 27 0,20-4 0,8 14 0,4 7 0,1 2 0,0-1 0</inkml:trace>
  <inkml:trace contextRef="#ctx0" brushRef="#br0" timeOffset="5221">27116 2787 24575,'0'46'0,"0"-12"0,0-1 0,0-3 0,0 11 0,41-41 0,-10 0 0,2-17 0,1-7 0,12-6 0,-34-6 0,1 5 0,28 26 0,-36-10 0,36 55 0,-15-14 0,10 20 0,-6-22 0,4-2 0,-4 1 0,1 0 0</inkml:trace>
  <inkml:trace contextRef="#ctx0" brushRef="#br0" timeOffset="5786">28222 1727 24575,'-20'-25'0,"15"-16"0,-16 36 0,21-16 0,0 62 0,0-10 0,2 10 0,-4 5 0,-8-11 0,0 2-1286,7 17 0,1 4 1286,-9-4 0,1 0 0,9 3 0,2 1 0,-1 4 0,0-1 0,0-12 0,0-1 0,0 9 0,0-1-293,0-19 1,0-3 292,0 12 0,0-5 0,0-36 0,0-5 0,-10-5 2487,7-36-2487,-27 36 670,24-15-670,-35-1 0,-5 16 0,12-5 0,-3 0-290,1 7 0,0 6 290,3 5 0,-1 4-64,-10-1 1,1 4 63,15 6 0,0 4 0,-18 4 0,5-2 0,16 1 0,11 10 0,7-4 0,7-24 0,-2 29 0,4 4 0,19-12 0,-10 3 0,3-2 0,32-6-21,-3-14 0,1-4 21,13-8 0,-14 0 0,1 0 0,-10 2 0,-2-4 0,19-18 18,-11 19 0,-13-3 0,-45-24 0,-20-6 1,-3 9-1,0-1 0</inkml:trace>
  <inkml:trace contextRef="#ctx0" brushRef="#br0" timeOffset="6719">24720 1912 24575,'16'-46'0,"-1"-1"0,0 1 0</inkml:trace>
  <inkml:trace contextRef="#ctx0" brushRef="#br0" timeOffset="7636">29835 2626 24575,'0'-26'0,"0"-15"0,-21 36 0,16-15 0,-36 20 0,16 0 0,-21 0 0,13-2 0,-1 4 0,-17 18 0,18-8 0,-1 2-787,0 7 0,2 4 787,6-2 0,1 0 0,-4 0 0,1 0 0,-15 13 0,33-6 0,4 4 0,-14 27 0,17-25 0,6 0 0,5-3 0,4 0 0,3 3 0,6-5 0,12-14 0,3-3 0,-4 8 0,-2-4 0,16-18 0,15 0 0,-30-20-345,3-1 0,-1-4 345,-8-26 0,-12 8 0,-5-1 0,-7 8 0,-2 0 0,2-5 0,-2 0 0,-9 6 0,-1 1 0,6-22 0,-13 21 0,-5 3 0,-2 1 758,12-2 0,0 5-758,-8 23 0,21-16 0,21 21 0,-16 21 0,31 0 0,10 4 0,-8 11 0,1 0 0</inkml:trace>
  <inkml:trace contextRef="#ctx0" brushRef="#br0" timeOffset="7993">29881 2787 24575,'26'26'0,"-6"-6"0,-20-20 0,0 20 0,10 27 0,-7-17 0,0 11 0,4 0 0,14-10 0,-16 15 0,36-26 0,-36-40 0,36-6 0,-16-20 0,-13 13 0,2 0-373,8 7 1,-3 1 372,-16-10 0,-1 3 0,19 6 0,-21 6 0,0 20 0,20 0 0,-15 0 0,16 0 745,-21 0-745,20 41 0,6-10 0,-4 0 0,2 4-637,-1-1 0,0-1 637,-1-7 0,2-1 0,8 0 0,2-4 0,2-11 0,0 0 0</inkml:trace>
  <inkml:trace contextRef="#ctx0" brushRef="#br0" timeOffset="8568">31194 1912 24575,'-25'0'0,"4"0"0,21 0 0,0 0 0,0-21 0,0 16 0,0-15 0,0-1 0,0 16 0,0-16 0,21 1 0,-16 15 0,15-16 0,-20 21 0,0 0 0,0 62 0,-20-47-349,15 41 0,5 11 349,-10-35 0,-1 3-1260,3 7 1,-1 9 0,1 3-1,2-4 1260,4-2 0,1-2 0,-3 3 0,-6 4 0,-4 5 0,-1-1 0,3-5-261,2-6 0,3-4 0,-2 3 261,-2 3 0,-1 5 0,0-2 0,1-6 0,-3 5 0,2-2-137,0 20 1,4-9 136,8-33 483,0-5-483,0-21 4841,0 0-4841,20 0 266,-15 0 1,57 0 0,-11 0 0</inkml:trace>
  <inkml:trace contextRef="#ctx0" brushRef="#br0" timeOffset="9067">31240 2971 24575,'11'44'0,"-1"-1"0,15 14 0,-13-24 0,2 0 0,8 1 0,-3-6 0,-14-18 0,13 21 0,5-1 0,3-25 0,6-10 0,2-10 0,4-27 0,-4-8 0,-7 10 0,-3-2 0,0-11 0,-7-2 0,-15 10 0,-4 3 0,2-14 0,0-11 0,0 67 0,20 26-2262,-15 16 1,-6 14 0,3-6 2261,8-14 0,0 0 0,-6 16 0,-5 8 0,-2-3-1418,-7 5 0,0-1 1418,7-14 0,3 1 0,-3 3 0,-4 0 0,-3 4 0,-2 1 0,0-3 0,-1 8 0,-2-2 0,-3 0 0,-3 3 0,-4 0 0,0-4 0,1-13 0,0-3 0,0-1-467,2-1 1,1-1 0,-2-6 466,-10-3 0,-1-9-159,-17 0 159,16-28 0,3-12 0,13-12 0,2-4 0,-14-1 0,-2 0 1675,13 1 1,-1-2-1676,-13-6 0,2-1 0,18 14 0,2-1 0,-10-13 0,3-2 0,16 5 0,1 1 0,-11 3 0,6 2 0,31-10 0,13 3 0,2 6 0,-1 0 0</inkml:trace>
  <inkml:trace contextRef="#ctx0" brushRef="#br0" timeOffset="9621">32484 2879 24575,'26'0'0,"-6"-20"0,-20 14 0,-20-14 0,15 20 0,-16 0 0,21 0 0,0 41 0,0-10 0,0 15 0,0-5 0,0 5-6784,0 5 6784,0-16 0,0-4 0,0-5 0,0 36 0,0-11 0,0-5 0,0 0 0</inkml:trace>
  <inkml:trace contextRef="#ctx0" brushRef="#br0" timeOffset="10077">33014 3340 24575,'-25'25'0,"4"-4"0,21-11 0,-10-7 0,7 7 0,-7-10 0,10 0 0,0 0 0,0-10 0,0-13 0,10-34 0,-8 23 0,-1-3-1187,2-5 0,1-5 0,-1 3 1187,-2-8 0,-2 1 0,0-4 0,2-2-832,5 11 0,2-1 0,-1 1 832,-5-15 0,1-3 0,2 7 0,2-4 0,1 5 0,3-5 0,-1 4-82,-9 0 0,3 7 82,16 9 0,-20-23 0,21 48 0,4-25 0,7 17 0,3 2 0,16-8 3001,-5-11-3001,-5 20 0,-36 16 0,36-15 0,-36 20 2986,36 0-2986,-15 0 234,0 0-234,14 0 0,-34 20 0,14 6 0,-20 20 0,0-14 0,0 2 0,0 2 0,0 0 0</inkml:trace>
  <inkml:trace contextRef="#ctx0" brushRef="#br0" timeOffset="10351">32968 2672 24575,'-13'25'0,"3"-4"0,10-21 0,0 0 0,10 0 0,13 0 0,13 0 0,10 0 0,0 0 0,-13 0 0,1 0 0,17 0 0,-17-17 0,-1-7 0,-10-2 0,0 1 0</inkml:trace>
  <inkml:trace contextRef="#ctx0" brushRef="#br0" timeOffset="10618">32577 2534 24575,'-21'-26'0,"16"-15"0,-16 36 0,21-16 0,41 21 0,11 0 0</inkml:trace>
  <inkml:trace contextRef="#ctx0" brushRef="#br0" timeOffset="53552">18638 10481 24575,'0'-26'0,"0"6"0,21 20 0,-16 0 0,15 0 0,-20-21 0,21 16 0,-16-16 0,15 21 0,-20-20 0,0 15 0,0-16 0,0 21 0,0 0 0,0 21 0,0 4 0,0 22 0,-8-5 0,-4 3-1960,-1-8 1,0 2 1959,5 7 0,1 4 0,-3-2 0,-12 1 0,3 2 0,14 7 0,6 7 0,-2-4 0,-10 4 0,1-2-289,8-13 0,3 1 0,0-4 289,-1 1 0,0-6 0,0 14 0,0-30 0,0-6 0,0-20 0,0 0 3714,0-41-3714,0 31 1072,0-41-1072,0 28 0,0-13 0,0-10 0,0 20 0,21 6 0,4 20 0</inkml:trace>
  <inkml:trace contextRef="#ctx0" brushRef="#br0" timeOffset="54044">18293 10711 24575,'25'-26'0,"-4"6"0,-42-1 0,16 16 0,-15-15 0,20 20 0,-21-21 0,16 16 0,-15-36 0,40 36 0,26-15 0,16-1 0,-20 19 0,5-1-821,11-16 1,7-3 820,-17 14 0,6 2 0,0 1 0,-5-1 0,15-7 0,0 0 0,-12 6 0,6 1 0,-3 1 0,-13 2 0,4 3-133,-1 0 0,-3 0 133,-16 0 0,15 21 0,-36-16 0,15 16 0,-20-1 0,0-15 0,0 16 1618,-20-21-1618,15 0 0,-36-41 0,15-11 0</inkml:trace>
  <inkml:trace contextRef="#ctx0" brushRef="#br0" timeOffset="55114">18592 12922 24575,'-20'-46'0,"15"0"0,-16 21 0,21 4 0,0 21 0,0-20 0,0 15 0,0-36 0,0 35 0,0-14 0,0 20 0,0 0 0,0 41 0,0 2 0,0 6-2038,0 1 0,0 2 2038,1-2 0,0 4 0,-3-4 0,-8 4 0,0 0-1812,7-3 1,3 4 0,-3-5 1811,-7-3 0,0-2 0,9 13 0,2-9 0,-1-23 0,20 15 0,-14-36 0,14 15 0,-20-40 0,0-6 0,21-20 0,4 0 0</inkml:trace>
  <inkml:trace contextRef="#ctx0" brushRef="#br0" timeOffset="55452">18592 12968 24575,'0'-35'0,"0"-1"0,0-10 0,0 5 0,-20 36 0,15-16 0,-16 1 0,21 15 0,0-36 0,0 35 0,0-14 0,21 20 0,-16-20-6784,36 14 6784,-16-14 0,21-1-29,0 16 29,0-15-2264,-13 19 1,1 2 2263,17-11 0,-18 8 0,1 1-521,22-9 521,-7 10 0,-11 0 0,0 0 0,14 0 0,-6 0 0,-5 0 4232,-36 10-4232,15-7 0,-61 27 0,-10-4 0</inkml:trace>
  <inkml:trace contextRef="#ctx0" brushRef="#br0" timeOffset="55701">18592 13199 8191,'-33'6'0,"0"1"0,2 3 5063,-10-10-5063,41 0 2818,0 0-2818,41-10 0,-31-13 0,28 15 0,6 0 0,-19-12 0,1-1 0,17 7 0,6 3 0,-6 2 0,3 0 0,-2 1 339,14-4 0,-3 4-339,-7 5 0,-1 6 0,2 4 0,-6 6 895,-12 13 1,-14 26-1,-9 13 1,-9-19 0,-1-1-1,0 0 1</inkml:trace>
  <inkml:trace contextRef="#ctx0" brushRef="#br0" timeOffset="56285">18638 14834 24575,'-25'-25'0,"4"4"0,21 21 0,-20 21 0,15 25 0,-16 5-2237,20-5 0,2 5 2237,-10 5 0,-2 3 0,3-9 0,-1 2 0,0 0 0,-3 2 0,0 1 0,0 0 0,3-5 0,1 0 0,2-2 0,0 12 0,2-5 0,3-11 0,2-6-1210,-1 8 1210,0-25 0,0-21 0,0 0 0,10-21 0,-7-25 0,27-5 0,-26 4 0,-3-3 0,10 8 0,-1-1 0</inkml:trace>
  <inkml:trace contextRef="#ctx0" brushRef="#br0" timeOffset="56620">18546 14972 24575,'0'-25'0,"-20"-37"0,14 32 0,-14-16 0,20 5 0,0 36 0,20-16 0,-14 21 0,35-20 0,-16 15 0,1-16 0,14 19 0,2 4 0,-7-2 0,7-1 0,3 2 0,-10 9 0,-3 1 0,19-6 0,-17 5 0,-1 0 0,3-10 0,-13 21 0,7-16 0,-24 15 0,14 1 0,-20-16 0,-28 30 0,-16 12 0,0-9 0,-1 0 0</inkml:trace>
  <inkml:trace contextRef="#ctx0" brushRef="#br0" timeOffset="56851">18546 15502 24575,'-26'0'0,"6"21"0,-1-16 0,6 15 0,-8-20 0,13 0 0,10 0 0,31-20 0,-3 15 0,-3-15 0,6-1 0,24 17 0,-2 3-3043,-12-20 3043,8 19 0,4 4 0,-19-2 0,-2 0 0,25 0 0,-12-4 0,-3 8 0,-21 23 0,-6 8 0,1 3 0,1 0 0</inkml:trace>
  <inkml:trace contextRef="#ctx0" brushRef="#br0" timeOffset="57706">18776 17000 24575,'-25'-52'0,"4"11"0,21 41 0,0 0 0,0-10 0,0 8 0,0-9 0,0 11 0,0 11 0,0 53 0,0-18 0,0 17 0,0 2-1224,0-9 1224,0-9 0,0 7 0,0-7-6378,0 15 6378,0-14 0,0 1 0,0 15-1132,0-23 1132,0-8 0,0 1 0,0 12 0,0-21 0,-20-45 0,-6-31 0</inkml:trace>
  <inkml:trace contextRef="#ctx0" brushRef="#br0" timeOffset="58061">18247 17092 24575,'-47'0'0,"22"0"0,4 0 0,1 0 0,15 0 0,-16-21 0,42 16 0,9-23 0,6-5-1205,0 16 1,5 3 1204,4-3 0,4-2 0,0-1-1667,-2-1 1,-2-1 0,4 1 1666,-2 4 0,2 2 0,1 0 0,-1 0 0,11-3 0,-1 1 0,1 1-475,2 0 1,-1 1 0,-2 5 474,7 8 0,-4 4 0,-4-2 0,-4 0 0,-14-2 0,-8 4 0,-6 19 0,-31 4 0</inkml:trace>
  <inkml:trace contextRef="#ctx0" brushRef="#br0" timeOffset="90778">23615 7141 24575,'0'-43'0,"0"1"0,0-14 0,0 15 0,0 36 0,-21-36 0,16 36 0,-16-16 0,21 21 0,0 0 0,0 21 0,0 4 0,-9 8 0,-2 1-777,6 7 777,-5-10 0,-1 2 0,0 4 0,2 3 0,7 16 0,-1 5-742,-9-14 0,-5 2 0,5-1 742,9 16 0,1 0 0,-11-20 0,-3 0 0,4-2 0,8 2 0,3-1 0,-10 14 0,1-1 0,9-19 0,2-3 0,-1 12 0,0-5 0,0-15 0,0 0 0,0-6 689,0-20-689,0-20 2314,0-6-2314,0-20 0,21 20 0,-9-14 0,1-2-580,13 7 580,-15-28 0,-2-2-1253,12 19 1253,-18-6 0,-1-1 0,18-9 0,-11 22 0,-2-7 0,-2 1-1259,-3-15 1,1-1 1258,8-1 0,-2-2 0,-7-2 0,-4 4 0,2 19 0,0 1 0,0-15 0,0 3 0,0 4 0,0-11 471,0 57-471,0-15 1115,21 20-1115,-16 20 2764,16-15-2764,1 31 0,-4 10 0,-7 11-1426,6-20 0,7 5 0,-4 2 1426,-9 0 0,-5 1 0,3 1 0,5 5 0,3 1 0,-2-1 0,-2 9 0,-1 3 0,0-15 0,2 4 0,-1 0 0,0-5-974,0 9 0,2-2 974,2 2 0,2 4 0,1-7 0,2-2 0,2-10 0,22 5 0,0-25 0,0-42 0,0 16 0,-21-39 0,-3-14-2361,1 13 0,0-2 2361,-7-5 0,-2-4 0,2 3 0,7-1 0,0 0-492,-6-1 1,-2-4-1,-1 4 492,0 1 0,-3 1-222,1-10 1,-3-2 221,-4 16 0,-2-2 0,-1 5-552,-1-1 0,1 2 552,4-14 0,-2 0 1362,-8 1 0,-2 8-1362,3 20 0,-7-11 4573,10 41-4573,0 0 2802,10 20-2802,-7-15 0,26 23 0,13 6 0,-3-9 0,-1 1 0</inkml:trace>
  <inkml:trace contextRef="#ctx0" brushRef="#br0" timeOffset="91261">24582 7855 24575,'-46'0'0,"20"-21"0,6 16 0,20-15 0,20 20 0,-14 0 0,35 0 0,5-21 0,5 16 0,-9-4 0,3-2-318,-9 0 0,0 1 318,10-2 0,0-2-719,-10-4 1,-1 1 718,6 6 0,-5-1 0,-8-19 0,0-2 0,-5-1 0,-17-2 0,8-4 0,-8-1 0,-28 15 0,-7 6 590,-4-11-590,-3 5 0,-5 11-2651,-4 30 1,3 11 2650,-15 5 0,23-9 0,2 2 0,-9 17 0,36-5 0,5 4 0,-11-1 0,1 2 0,7 10 0,6 0 0,6-17 0,3-1 0,-1 1 0,3-2 0,8-5 0,3-3 0,21 22 0,-14-22 0,2-7 0,17-12 0,-5 16 0,-1-27 0,3-9 0,-4 3 0,1-1 0</inkml:trace>
  <inkml:trace contextRef="#ctx0" brushRef="#br0" timeOffset="91801">25665 7670 24575,'0'-33'0,"0"-23"0,0 25 0,-21-10 0,16 21 0,-56 15 0,51-16 0,-52 42 0,48 8 0,3 8-4916,-13 5 1,2 3 4170,9 1 0,0 3 745,-7-2 0,-4 3 0,7-9 2353,6 0-2353,-2 3 0,-4 9 0,6-7 0,11 11 246,8-11 0,5 0-246,12 10-324,21-33 324,1-43 0,-1-9 0,-22-6 0,-2-6 1748,1 6 1,0-2-1749,1-17 0,-2-5 0,-6 13 0,0-1 0,-2 2 0,0-2 0,-2 2 0,0-13 0,-4 11 456,-8 32-456,0-6 0,-8 54 0,-4 26 0,-2-1 0,-2 6 0,-1 1-672,5-14 1,-1-1-1,0 2 1,0 0 671,1 5 0,1 1 0,0-1 0,-1-6 0,-9 10 0,1 1 0,12-12 0,2 5 0,1 2 0,-1-4-838,-2-1 1,-1-3 0,0 3 837,0-2 0,-2 4 0,0-2 0,1-6-1202,0 10 0,-6-14 1202,-30-17 0,21-4 0,-16-42 0,15-4 0,-5-18 0,-4-1 0,3 21 1,2-1-1,6-18 0,0 0 0,-28 6 1105,49 4 0,1-2-1105,-18 9 0,-1-2 0,18-27 0,1 1 0,-18 17 724,20-25 1,47 46 0,18 9 0,-18-2-1,0-1 1,0 1 0</inkml:trace>
  <inkml:trace contextRef="#ctx0" brushRef="#br0" timeOffset="92286">26448 7809 24575,'-23'-34'0,"0"1"0,-2-8 0,4-2 0,21 32 0,0 11 0,0-20 0,0-26 0,-20-5 0,15 5 0,-16 25 0,21 21 0,-51 61 0,25-19 0,-2 3 0,-5 1 0,-4 2 0,5-1-279,5 8 0,2-2 279,-10 2 0,9-3-3300,33-15 1,1-2 3299,-23 16 0,56-10 0,-15-41 0,17-17 0,1-7 0,-9-7 0,15 10 0,-7-4 0,-36-16 0,27 10 0,4-4-777,-22-13 0,-1-1 777,18 4 0,0 3 0,-19 8 0,-2 4 5829,8-1-5829,-20 26 0,-20-16 0,15 21 0,-16 21 0,1 15 0,8 7 0,-2 3-1341,-9-13 1,0 1 1340,9 10 0,3-1 0,-10 3 775,19 8 1,4-1-776,-2-12 0,9 23 0,3-5 0,-7-38 0,30-19 0,12-12 0,-9-17 0,0 0 0</inkml:trace>
  <inkml:trace contextRef="#ctx0" brushRef="#br0" timeOffset="92485">27070 6795 24575,'0'-46'0,"0"20"0,-20 6 0,15-1 0,-16 16 0,21 5 0,-20 26 0,16 14 0,3 7-1723,-10-10 0,1 3 1723,9 4 0,2 6 0,-1-1 0,-6-3 0,-2 0 0,2 3 0,3 1 0,3 3 0,0 2 0,-2 2 0,-3-6 0,-2 1 0,0 2 0,0 0 0,2 1 0,2 8 0,1 0 0,-1 0 0,1 0 0,-1 0 0</inkml:trace>
  <inkml:trace contextRef="#ctx0" brushRef="#br0" timeOffset="92685">26863 7647 24575,'10'-59'0,"0"1"0,-7-1 0,0 5 0,7 18 0,0 0 0,-9-8 0,-2 1 0,11-8 0,8 15 0,8 6 0,11 13 0,8 8 0,3-1 0,7 3 0,0 3 0,4 8 0,0 4 0,3 1 0,-8-3 0,0 1 0,1-1 0,-1 1 0</inkml:trace>
  <inkml:trace contextRef="#ctx0" brushRef="#br0" timeOffset="93270">27554 7947 24575,'-25'-51'0,"25"10"0,25 41 0,1 0 0,15 0 0,-36 0 0,41-7 0,10-7 0,-15-11 0,3 14 0,-1-4 0,-20-16 0,-5 1 0,8 9 0,-21-43 0,-10 28 0,-33 11 0,-11 4-1599,11 7 1,-1 3 1598,-7-2 0,0 5 0,12 4 0,1 8-2863,-7 25 1,3 4 2862,4-18 0,3 16 0,9 10-1915,26 11 1,10 1 1914,1 3-854,1-7 1,6 7 0,1-13 853,17-12-358,-1-11 1,8 2-1,-8-3 358,1 7 1014,11-13 1,-2 0-1015,-24 7 0,14-34 0,7-13 0,1 2 0,1-1 0</inkml:trace>
  <inkml:trace contextRef="#ctx0" brushRef="#br0" timeOffset="93719">28844 6749 24575,'0'-33'0,"0"-1"0,0 4 0,0-11 0,0 41 0,-20 0 0,15 0 0,-36 41 0,36-11 0,-6 1 0,1 5 0,9 6 0,2 3 0,-6 6 0,0 5-1361,4-9 0,2 4 1,-1 2-1,-3-1 1361,-6 10 0,-3-2 0,3 2 0,6 3 0,4 1 0,-5-3 0,-8-7 0,-4-3 0,4-5 0,9-3 0,0-3 0,-8-6 0,2-6 0,9-9 0,0-21 0,0-21 0,-21 16 0,10-33 0,-3-6 0,-32 19 0,24-18 0,-2 1 0,-18 29 0,-3 11 0,-12 2 0,13 0 0,1 5-4539,-3 26 4539,0-8 3769,21 33-3769,32-21 0,6 2 0,-10-1 0,4-1 0,32 0 0,4-3 0,-12 14 0,8-32 0,9-3 0,8 11 0,1-3-1569,-6-15 0,0-2 1569,2 11 0,-4-6 0,-14-23 0,-6-9 0,7-26 0</inkml:trace>
  <inkml:trace contextRef="#ctx0" brushRef="#br0" timeOffset="94534">29950 7094 24575,'0'-33'0,"0"-3"0,0 11 0,0-16 0,0 15-8503,0 1 8503,0-16 1627,0 36-1627,0-16 0,0 1 0,0 15 0,0-16 0,0 21 6739,0 0-6739,0 21 137,0 4-137,21 21-6784,4 0 6784,-14-13 0,4 1 0,14-6 0,3 5-1513,-8 20 1,-3 11 0,6-9 1512,20-15 0,3 2-759,-19 6 1,-1 13-1,-3-1 1,-2-9 758,1-8 0,-1-2-376,4 5 0,2 4 0,-9-2 376,-17 0 0,0-4 0,20-7 0,1-3 0,-3 12 2475,-7-25-2475,4-21 3700,-20 0-3700,0 0 5534,0 20-5534,0-15 0,-27 31 0,-17 10 0,-1-7 0,0-1 0</inkml:trace>
  <inkml:trace contextRef="#ctx0" brushRef="#br0" timeOffset="94853">29743 8477 24575,'32'-57'0,"1"1"0,-1 0 0,-13 13 0,-2 1 0,6 1-1473,6 5 1,6 1-1,3 0 1,-2-2 1472,3-7 0,1-3 0,0 0 0,0 1 0,-2 2 0,-1 2 0,1-1 0,2-5 0,-2 2 0,2-6 0,1-2 0,-1 0 0,-2 3 0,-4 6 0,4-8 0,-6 6 0,3-1 0,0-2 0,3-5 0,-2 6 0,-7 16 0,2 12 0,-7-11 0,-7 3 1746,-17 24-1746,20-16 950,-15 1-950,36 15 0,-15 5 0,20 25 0</inkml:trace>
  <inkml:trace contextRef="#ctx0" brushRef="#br0" timeOffset="95420">31563 7417 24575,'0'-51'0,"0"10"0,-41 41 0,10 0 0,-3 0 0,2 0 0,6 0 0,-15 0 0,-5 41 0,-5-10 0,16-1 0,3 6 0,13-4 0,2 3 0,-5 5 0,1 1-538,3-4 0,0 1 538,-7 18 0,4 5 0,16-15 0,6 1 0,-2-1 0,-9 8 0,4-1 0,15-9 0,7 1 0,0-6 0,2-8 0,0-6 0,10 4 0,6-1 0,4-5 0,13-18 0,-16 6 0,2-2 0,7-15 0,-1-8 0,-6-1 0,-2-6 0,2-9 0,-3-9 0,-8-5 0,-4-8 0,-3 5 0,-4 3 0,-5 1 0,3-21 0,-5 0 0,-7 17 0,-2 7 0,1-6 0,-20-2 0,-11-8 0,0 14 0,-10 11 0,9 3 0,-6-4 0,1 10 0,-8 18 0,3 8 0,-15-4 0,12 0 0,3 0-6251,17 0 6251,4 21 0,52 0 0,20 4 0,0 10 0,0 1 0</inkml:trace>
  <inkml:trace contextRef="#ctx0" brushRef="#br0" timeOffset="96128">32093 7463 24575,'-26'-26'0,"6"6"0,20 20 0,0 0 0,-21-20 0,16 14 0,-15-14 0,20 40 0,0 6 0,9 5 0,2 5-427,-8-1 0,-1 1 427,9 4 0,-1 2-1076,-9 13 1,-2 0 1075,0-12 0,2 1 0,4 5 0,4 5 0,-3-3 0,-3 1 0,-1-2 0,9 13 0,-1-3 0,-9-24 0,-2-3-571,1 23 571,0-30 0,0-6 0,0-20 0,0 0 0,0-41 0,0-10 0</inkml:trace>
  <inkml:trace contextRef="#ctx0" brushRef="#br0" timeOffset="96607">32277 7555 24575,'0'-51'0,"-2"10"0,4 0 0,18-10 0,-12 6 0,0-2 0,2 10 0,3 2 0,3 0 0,-1 4 0,-10 5 0,43 7 0,6 7 0,-33 10 0,27-4 0,6 1 0,-8 5 0,-11 0 0,2 0 0,-1 5 0,-1 1 0,1-7 0,-5 4 0,-5 28 0,15 15 0,-36 5-352,6-18 1,-2 1 351,-16 1 0,-6-4 0,-13 0 0,-5 12 0,-5-4-1539,-15-29 1539,8 19 0,-1 4 0,-7-8 0,5 1-168,16-4 0,-1-3 168,-21-14 0,17 5 0,-1 0 0,-21 1 0,14 12 0,27 12 475,-4 12-475,20-1 0,9-14 0,2 2 0,-5 2 0,4 0-18,18 11 0,8-2 18,3-9 0,4 0 0,-12-3 0,1 2 0,2-6 172,22-12 1,1-1-173,-9 22 0,-4-4 0,7-29 0,-10 15 0</inkml:trace>
  <inkml:trace contextRef="#ctx0" brushRef="#br0" timeOffset="118983">18983 6035 24575,'0'0'0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06:57.6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13846 7901 24575,'-25'0'0,"4"0"0,1 0 0,14 0 0,-14 0 0,20-21 0,0 16 0,-20-15 0,14 20 0,-14 0 0,-1 0 0,16 0 0,-36 0 0,36 0 0,-25 0 0,27 0 0,-7 0 0,10 0 0,0 0 0,0-21 0,0 16 0,0-15 0,0 20 0,0 0 0,10 0 0,13 0 0,33 0 0,-11 0 0,2 0-727,0 0 0,4 0 727,-5-4 0,6-2 0,3 0 0,-3 1-1899,8 3 0,-1 1 0,-2-1 1899,-3-4 0,-2-3 0,1 4 0,5 1 0,0 4 0,-10 4-794,8 16 794,-9-19 0,-2 3 0,1 37 0,-25-36-3511,-21 16 3511,0-1 3856,0-15-3856,0 16 816,0-21-816,0 0 0,0-21 0,0 16 6784,0-15-6784,0 20 0,0 0 0,0-21 0,0-4 0</inkml:trace>
  <inkml:trace contextRef="#ctx0" brushRef="#br0" timeOffset="800">13593 8384 24575,'-26'0'0,"6"0"0,20 0 0,-21 0 0,16 0 0,-15 0 0,20 0 0,0 0 0,20 0 0,-15-20 0,36 15 0,-36-16 0,46 21 0,-2 0 0,-10 0 0,4 0-1027,12 0 0,3 0 1027,-1 0 0,3 0 0,-5-1 0,4 1 0,-4 1 0,9 9 0,-2 1 0,-12-9 0,1-3 0,-9 5 0,9 16-166,-19 2 0,-2-3 166,-5-8 0,1 30 0,-6-41 0,-20 0 0,0 0 0,0-21 0,0-4 2016,0-1-2016,41-15 92,-30 36 1,30-36-1,-41 15 1</inkml:trace>
  <inkml:trace contextRef="#ctx0" brushRef="#br0" timeOffset="2083">14699 7509 24575,'0'-25'0,"0"4"0,0 21 0,0 0 0,0-20 0,0 14 0,-21-14 0,16 20 0,-36 0 0,36 0 0,-16 0 0,21 0 0,0 0 0,-20 0 0,15 0 0,-16 20 0,21-14 0,0 14 0,0-20 0,0 0 0,21 0 0,4 21 0,22-16 0,-13 23 0,-2 5 0,-1-2 0,15-10 0,0 4 0,-13 26 0,2-37 0,7 0 0,2 21 0,1 10 0,-6-7 0,7 3 0,-12-6 0,4 6 0,-8-15 0,-9-21 0,-16 16 0,16-1 0,-21-15 0,0 16 0,0-21 0,0 0 0,20 0 0,-15 0 0,16 0 0,-21 0 0,0 0 0,20 20 0,-15-14 0,36 14 0,-36-20 0,16 20 0,-21-14 0,0 14 0,0-20 0,0 0 0,10 0 0,-7 0 0,7 0 0,-10 0 0,0 0 0,-10 0 0,-34 21 0,14-9 0,-1 1-807,-21 13 807,9-5 0,-8 3 0,2 2-1480,12-2 0,3 1 0,-2 1 1480,-7 2 0,-1 2 0,-3-1 0,-10 1 0,-3-1 0,11-1 0,22-5 0,3 0 0,-20 1 0,1-2 0,2 3 0,36-4 0,-16-21 0,21 0 624,0 0-624,0 20 4623,0-15-4623,-20 16 0,15-21 0,5-21 0,25-4 0</inkml:trace>
  <inkml:trace contextRef="#ctx0" brushRef="#br0" timeOffset="6457">8570 8431 24575,'-25'25'0,"4"-4"0,1-21 0,15 0 0,-16 0 0,1 0 0,15 0 0,-16 0 0,21 0 0,0 0 0,-20 0 0,15 0 0,-16 0 0,21 0 0,0-21 0,0 16 0,0-15 0,0 20 0,0 0 0,0-21 0,21 16 0,-16-16 0,56 21 0,-30 0 0,0 0 0,4 0 0,8 0 0,1 0 0,-1 0 0,1 0-1158,13 0 0,2 0 1158,-7 0 0,-2 0 0,-4 0 0,0 0 0,1 0 0,-2 0 0,-7 0 0,-4 0 0,12 0 0,-25 0 0,-21 0 0,0 0 0,0 21 0,0-16 2316,0 36-2316,0-36 0,0 36 0,0-36 0,-21 16 0,16-1 0,-16 26 0,21 5 0,0-5 0,0 16 0,-20-11 0,15 0 0,-16-24 0,1-3 0,15-1 0,-16 13 0,21-10 0,0-6 0,41-40-6784,-30 15 6784,18-12 0,3-7 0,-6-32 0,-3 13 0,0 1 0</inkml:trace>
  <inkml:trace contextRef="#ctx0" brushRef="#br0" timeOffset="7490">9860 7855 24575,'0'-26'0,"0"6"0,0 20 0,0-21 0,0 16 0,0-15 0,0 20 0,0-21 0,0 16 0,0-36 0,0 36 0,0-26 0,0 29 0,0-9 0,0 11 0,0 0 0,21 0 0,-16 0 0,16 0 0,-21 0 0,0 0 0,-21 92 0,8-60 0,0 0-688,0 27 0,1 5 688,2 1 0,-1-2 0,0-18 0,2 2 0,6 9 0,3 7 0,-2-5-861,-8-1 1,-1-1 860,4-5 0,-1 3 0,3-6 0,3-8 0,-1-3 0,-8 8 0,1-3 0,10 4 0,0 0 0,0-20 1251,0-6-1251,0-20 369,0 0 0,21-61 0,-8 22 1,-1 1-1</inkml:trace>
  <inkml:trace contextRef="#ctx0" brushRef="#br0" timeOffset="8373">9976 7716 24575,'-13'6'0,"3"9"0,10-36 0,-21 1 0,16 15 0,-15-26 0,20 29 0,0-9 0,0 11 0,20-20 0,-15 15 0,26-16 0,-29 21 0,29 0 0,-26 0 0,36 21 0,5-16 0,6 26 0,-17-11 0,-4 3 0,-5 18 0,15 5 0,-36 16 0,15-32 0,-18 2 0,-4 3 0,2 11-224,-8-13 0,-4 0 224,-14 19 0,-4-18 0,-6-2 0,-1-7 0,2-4 0,-16 15 0,14-13 0,2-2 0,7-6 0,1 5 0,-2 1 0,-18 4 0,22 1 0,4 15 0,21-15 0,21 20 0,4 0 0,-4-13 0,5 0 0,12-8 0,0 1 0,-11 18 0,0-1 0,22-17 0,-1 0 0,-20 12 0,-4 0 0,-1-12 0,0-3 448,18 13-448,-36 5 0,15-36 0,1 36 0,-37-36 0,11 16 0</inkml:trace>
  <inkml:trace contextRef="#ctx0" brushRef="#br0" timeOffset="9501">11220 8914 24575,'-13'51'0,"3"-10"0,10-41 0,0 0 0,0-20 0,0-6 0,10-10 0,-7-7 0,21 4 0,3 1 0,-17 2 0,19-4 0,3-2 0,-6-4 0,-3 22 0,0-3 0,-10-5 0,0-2 0,9 0 0,-3 1 0,-14-18 0,15 5 0,1 25 0,-16 1 0,36 15 0,-36-16 0,15 21 0,-20 0 0,0 0 0,0 21 0,0-16 0,0 36 0,0 5 0,0 5 0,10-8 0,1 1-611,-9-8 1,1 0 610,6-1 0,2 1 0,1 20 0,-3-4 0,-4-16 0,16 25 0,-21-51 0,0-7 0,20 7 0,16-61 0,-7 19 0,1 0 0</inkml:trace>
  <inkml:trace contextRef="#ctx0" brushRef="#br0" timeOffset="10310">12602 7993 24575,'0'-26'0,"0"6"0,0 20 0,0 0 0,-20 0 0,14 0 0,-34 0 0,14 0 0,0 0 0,6 20 0,-1-15 0,6 36 0,-8-15 0,6 6 0,3 2 0,9-3 0,-12 23 0,-7 5 0,1-20 0,0 1-1464,11 0 1,3 4 0,-1 0 1463,-4 2 0,-2-1 0,5-3 0,10-3 0,2-1-613,-1 27 0,0-2 613,0-29 0,0-1 0,-1 12 0,2-1 0,20 12 0,5-10 0,-5-12 0,4-1 0,-4-6 0,4-3-239,23 2 0,1-6 239,-11 1 0,4-23 0,8-8 0,-9 1-1450,-5 4 1450,6-23 0,3-5 0,-10 19 0,-3-3 0,-5-39 0,-3-6 0,-1 34 0,0-3 0,-3-16 0,-2-11 0,-5 5 0,-8 1 0,-2 1 0,7 7 0,2-3 0,-3 0 0,-7 2 0,-3 0 0,0 2 0,1-11 0,0 1 0,-2 7 0,-1-1 0,-2 4 0,-7-3 0,0 5 1404,6 6 1,-3 3-1405,-32-9 0,16 36 0,-22-15 988,22-1-988,-16 16 555,36-15-555,-16 20 1938,21 0-1938,0 0 0,62 0 0,-24 0 0,1 0 0</inkml:trace>
  <inkml:trace contextRef="#ctx0" brushRef="#br0" timeOffset="12766">12994 7094 24575,'0'-33'0,"-10"-3"0,7 11 0,-7 4 0,-11 21 0,16-20 0,-15 15 0,20-16 0,0 21 0,-21 0 0,16 0 0,-15 0 0,20 0 0,0 0 0,0 21 0,20 25 0,-7-17 0,0 3 0,-1 12 0,1 2-821,3-6 1,-1 2 820,-6-1 0,-3 4 0,2 2-877,4 2 1,0 2 0,0 2 876,-5-3 0,-1 2 0,-1 1 0,2 0-730,3 1 0,2 1 1,-1 0-1,-3 1 730,-4-2 0,-4 1 0,0 0 0,1 1 0,4 5 0,1 3 0,0-2 0,-2-1 0,-2-9 0,-2-2 0,0 1 0,-2 1 0,-1 11 0,-2 3 0,-1 0 0,-1-5 0,1-2 0,-2-3 0,-3 0 0,-1-8 0,-2 2 0,-1-2 0,0-4 0,-9 17 0,-1-5 0,-3-3 0,0-3-530,4-5 0,2-1 530,-1 7 0,-1 1 0,2-13 0,-2 2 0,4-3 0,4 1 0,1-2 0,-9 10 0,7-12 1065,17-30-1065,0 16 2157,0-1-2157,0-15 848,21 16 0,4-42 1,21-4-1</inkml:trace>
  <inkml:trace contextRef="#ctx0" brushRef="#br0" timeOffset="13666">8962 7141 24575,'0'-36'0,"0"13"0,0-29 0,0 42 0,0-51 0,-20 56 0,-6-16 0,0 1 0,-15 15 0,16-16 0,-1 21 0,-5 21 0,8 4 0,-12 21 0,12-19 0,-1 3-1926,1 13 1,0 3 1925,1-4 0,-2 3 0,2 3 0,-1 4 0,2 2-894,3 2 0,2 2 0,-1 2 894,0-9 0,-2 1 0,2 1 0,3 3-594,6-4 0,3 2 0,1 1 0,1 1 0,-3-1 594,-1 0 0,-3 1 0,1-1 0,1 1 0,1 1 0,4 1 0,2 0 0,0 1 0,1 0 0,0-2 0,0-3 0,-1 0 0,0-1 0,2 0 0,0 0 0,3 10 0,0 1 0,3-2 0,4-3 0,8 3 0,4-3 0,2-1-355,-3 0 0,1 0 1,3-5 354,2-12 0,3-3 0,2-2 0,5 1 0,3-3 0,3-3 0,7-4 0,3-4 0,2-1 0,-6-5 0,0-1 0,0 1 0,0 0 0</inkml:trace>
  <inkml:trace contextRef="#ctx0" brushRef="#br0" timeOffset="20750">17302 7371 24575,'0'-46'0,"0"20"0,0 6 0,0 20 0,0-21 0,0 16 0,0-15 0,0 20 0,0 0 0,-21 0 0,16 0 0,-25 0 0,27 0 0,-28 0 0,6 20 0,-1-15 0,-15 36 0,16 5 0,-7-21 0,-3 2-635,9 4 0,1 4 635,-8 10 0,-1-3 0,-12 4 0,24-7 0,0 8 0,0-7 0,-5-18 0,2 2 0,8 15 0,4 8 0,-3-5 0,-6-14 0,3 0 0,15 34 0,3 4 0,-9-27 0,0-1 0,8 12 0,4 2 0,-2-7 0,0 0 0,0-5 0,0 2 0,-2 14 0,4 0 0,8-18 0,0 1 0,-10 28 0,5-6 0,36-25 0,-28 11 0,0-2 0,33-17 0,-23-1 0,0 2-569,23 17 569,-20 0 0,15 1 0,-36-1 0,36 0 0,-36-21 1232,36-4-1232,-15-21 0,-1-21 0,-4-4 0</inkml:trace>
  <inkml:trace contextRef="#ctx0" brushRef="#br0" timeOffset="21583">18339 7993 24575,'20'-46'0,"-15"0"0,16 20 0,-1-15 0,-15 36 0,16-15 0,-21 20 0,10-21 0,-7 16 0,27-36 0,-25 15 0,16 1 0,-21 4 0,0 21 0,0-10 0,-21 8 0,6-9 0,-28 11 0,7 0 0,10 11 0,-15-9 0,-2 23 0,-1 1 0,3-15-511,3 4 0,-6 7 0,3 2 511,4 9 0,3 1 0,-5-7 0,1 2 0,0 14 0,-1 1 0,-4-10 0,2-2 0,17-7 0,2 2 0,-24 21 0,4 1 0,17 5 0,3-7 0,3 3 0,16-14 0,1 0 0,-9-2 0,1 3 0,9 18 0,2-2 0,-1 3 0,10-14 0,5 6 0,1-10 0,15-2 0,11-1 0,3 1 0,-19-12 0,-1-4-284,32 0 284,-26 12 0,2-2 0,28-25 0,-25 6 0,0-2 0,-3-7 0,0-4 0,1 2 0,-1 0 0,18 0 0,-17 2 0,-1-4 0,13-18 0,0-6 0</inkml:trace>
  <inkml:trace contextRef="#ctx0" brushRef="#br0" timeOffset="23017">18961 8615 24575,'0'-26'0,"0"6"0,0-1 0,0 16 0,0-15 0,0 20 0,0 0 0,0-21 0,0 16 0,0-15 0,0 20 0,0 0 0,20 20 0,-15 6 0,5 14 0,1 7-1412,0-10 1,-2 2 1411,-7 17 0,1 1 0,12-5 0,1-2 0,-5-2 0,1-1 0,4 6 0,4-3 0,3-14 0,0-1-38,-9 1 0,-2-5 38,8-6 0,-20 16 0,0-36 0,0 16 0,0-21 2810,0-21-2810,0 16 89,0-15-89,0 20 0,0-21 0,0 16 0,21-36 0,-16-5 0,15-5 0,-8-3 0,-3 1 0,-4 6 0,13 17 0,5-4 0,-1-12 0,2 0-462,2 17 0,-1-3 462,-8-10 0,-3-6 0,1 5 0,8 5 0,-5 4 0,-15 0 0,-1 2 0,19-14 0,-21 20 0,51 5 0,13 21 0</inkml:trace>
  <inkml:trace contextRef="#ctx0" brushRef="#br0" timeOffset="23894">20020 8338 24575,'26'0'0,"-5"0"0,-21 0 0,0 0 0,20-20 0,-15 15 0,16-26 0,-21 29 0,0-50 0,0 42 0,0-31 0,-21 62 0,16-16 0,-14 27 0,-3 7 0,-3-5-862,12 23 1,0 3 861,-8-32 0,1 1 0,16 32 0,3 6 0,-20-18 0,1-1 0,16 4 0,3 3-2071,-6 2 0,-1 4 0,2-7 2071,5-15 0,2-1 0,7 28 0,5-4 0,12-16 0,7-21 0,3-4 0,16 4 0,-18-11 0,1-7 0,0-16 0,-2-3 0,9 7 0,12-22 0,-1-7 0,-6 3-113,-1-9 0,-3-7 113,-18 11 0,-2 0 0,12-3 0,-1-3 0,-6-13 0,-3 0 0,0 11 0,-2 0 0,0-11 0,-3-2 0,-6-1 0,0 3 0,0 16 0,-1 1 0,1-8 0,-5 5 6102,-8 16-6102,-21-16 0,16 36 0,-15-16 0,20 21 0,-21 21 0,16 4 0,-5 6 0,0 5 0,8-2 0,4 4-2621,-2 18 0,0 0 2621,0-18 0,0 1 0,0 26 0,0-2 447,0-30 1,0 1-448,0 13 0,0 7 0,0-4 0,0-4 0,0 0 0,-3 10 0,6 0 0,14 2 0,7-8 0,6-14 0,3-2 0,1-7 0,-9-27 0,6 0 0,-18-26 0,-3-9 0,8-4 0,0 1 0</inkml:trace>
  <inkml:trace contextRef="#ctx0" brushRef="#br0" timeOffset="24523">21403 7855 24575,'-21'-46'0,"16"20"0,-36-15 0,16 15 0,-1-9 0,6 12 0,20 12 0,41 11 0,-11 11 0,2 6 0,3 9 0,-2 5 0,1 5 0,-4-1-1910,0 5 1,-1 2 1909,3 5 0,1 5 0,-1-2 0,3 2 0,-3 3-1380,-12-5 0,-2 8 1,-1 1-1,-1-3 1380,3 0 0,-2-2 0,-1 5 0,-6-8 0,0 6 0,-1 1 0,-2-2 0,-2-7-1113,-3 18 0,-4-3 1113,-2-4 0,-1 4 0,-7-4 0,-7-12 0,-4-4 0,-1 2 0,0 12 0,-1 1 0,-3-2 0,-8-6 0,-4-3 0,3-1 0,10-5 0,2-1 0,-5-1-289,-4-6 0,-7 0 0,1-2 0,4-4 289,-3 3 0,1-1 0,-4 7 0,-4 3 0,6-9 0,-6-6 296,21-4 0,20-53 1,10-18-1,8-1 1,-1 0-1</inkml:trace>
  <inkml:trace contextRef="#ctx0" brushRef="#br0" timeOffset="34233">15758 8292 24575,'-25'0'0,"4"0"0,21 0 0,0 0 0,0-10 0,0 8 0,-20-9 0,15 11 0,-16 0 0,21 0 0,0 0 0,-20 0 0,15 0 0,-16-20 0,21 15 0,0-16 0,0 21 0,-20 0 0,15 0 0,-16 0 0,21 0 0,0 0 0,21 0 0,25 0 0,-16 0 0,10 0 0,2 0 0,9 0 0,9 0 0,3 0 0,-23 0 0,0 0 0,22 0 0,-7 0 0,-24 0 0,10 0 0,-20 0 0,-16 0 0,15 0 0,-20-20 0,0 15 0,0-16 0,0 21 0,0-20 0,0 15 0,0-16 0,0 21 0,0 0 0,0 21 0,0-16 0,0 36 0,0-16 0,0 11 0,-20 8 0,15-9 0,-6-2 0,1 1 0,10 17-6784,0-5 6784,0-5 0,0-36 0,0 16 0,0-21 0,21 0 0,0-26 0,4-10 0,10-2 0,1 0 0</inkml:trace>
  <inkml:trace contextRef="#ctx0" brushRef="#br0" timeOffset="73574">4124 14258 24575,'-26'0'0,"6"0"0,20 0 0,0 21 0,0-16 0,0 15 0,0-20 0,0 0 0,-21 0 0,16 0 0,-15 0 0,20 0 0,0 0 0,-21-20 0,16 15 0,-15-16 0,20 21 0,0 0 0,-21-20 0,16 15 0,-15-16 0,20 21 0,0 0 0,-11 0 0,9 0 0,-8 0 0,10 0 0,0 0 0,0-20 0,0 15 0,10-16 0,-8 21 0,9 0 0,-11 0 0,0 0 0,20-20 0,-15 15 0,16-16 0,-1 21 0,-15 0 0,16 0 0,-1 0 0,-15-20 0,36 15 0,-15-16 0,20 21 0,0 0 0,0 0 0,6-1 0,4 2 0,-11 9 0,2 1 0,-3-9 0,4-2 0,-5 3 0,0 5 0,-4 4 0,8 9 0,-7-1 0,-9-10 0,10 31 0,-41-41 0,0 0 0,21 0 0,-16 0 0,15-20 0,1-6 0,-16 1 0,15 4 0,-20 21 0,0 0 0,0-20 0,0 15 0,0-16 0,0 21 0,0 0 0,0 21 0,0 4 0,0 21 0,0 0 0,0-13 0,0 1 0,0 17 0,1-18 0,-2 1 0,-9 6 0,0-4 0,5-2 0,-16 17 0,21-31 0,0-15 0,24-37 0,14-28 0,-13 13 0,1 0 0,-1 1 0</inkml:trace>
  <inkml:trace contextRef="#ctx0" brushRef="#br0" timeOffset="75018">5990 13844 24575,'0'-39'0,"0"9"0,0 30 0,0 0 0,0 20 0,0-5 0,0 9 0,0 6 0,0-4 0,0 5 0,0 4 0,0 0 0,0 2-1029,0 19 0,0 1 1029,0-18 0,0-2 0,2 7 0,-4-1 0,-8-9 0,0-1-302,4 28 302,-4-25 0,0-2 0,10 1 0,0 6 0,0-36 0,0 36 0,0-35 2023,0-6-2023,0-6 337,0-35-337,0 36 0,0-15 0,0 20 0,20-51 0,-7 19 0,0 0 0</inkml:trace>
  <inkml:trace contextRef="#ctx0" brushRef="#br0" timeOffset="75763">6128 13936 24575,'-20'-46'0,"-6"20"0,1-25 0,4 43 0,21-43 0,0 26 0,0-1 0,21-15 0,4 15 0,1-20 0,15 21 0,-16-16 0,7 37 0,3 3 0,16-20 0,-13 20 0,1 2 0,10-1-879,7 0 879,-23-1 0,0 2 0,19 20 0,-17-11 0,-4 5 0,-17 18 0,-2 1 0,29-3 0,-36 30 0,15-35 0,-20 20 0,-20-11 0,-6 9 0,1-29 0,-14 26 0,-4 0 0,-14-25 0,11 24 0,0 2-1295,-10-17 1295,33 1 0,-8 15 0,-15 5 0,15-16 410,8 1 1,5 0-411,18-6 0,0 22 0,21-1 0,6-27 0,2-3 0,4 7 0,23 5 0,1-4 0,-21-14-2112,4 3 0,8 4 0,-8-6 2112,-4-11 452,4 10 1,2 0-453,4-5 0,-21 16 0,1-1 0,20-14 0,-65 30 0,-23 9 0,-10-6 0,1-1 0</inkml:trace>
  <inkml:trace contextRef="#ctx0" brushRef="#br0" timeOffset="77412">9722 14212 24575,'-25'0'0,"4"0"0,21 0 0,0 0 0,0-20 0,0 15 0,41-36 0,-31 36-520,52-16 520,-31 20 0,4 2 0,11-1 0,7 0 0,-3 0-929,4 0 1,2 0 928,-5 0 0,8 0 0,-1 0 0,-6 0 0,9 0 0,-4 0 0,-10 0 0,2 0 0,-4 0 0,-2-2 0,-10 4 0,-12 19 0,-21-16 0,0 15 0,0-20 472,0 0-472,0 21 1905,-21 4-1905,8 17 0,1 3 0,-14 12 0,14-19 0,4 0 0,8 6 0,0-8 0,20-11 0,10-34 0,7-12 0,11-11 0,1 0 0</inkml:trace>
  <inkml:trace contextRef="#ctx0" brushRef="#br0" timeOffset="79060">11542 13775 24575,'26'0'0,"-6"-21"0,-20 16 0,0-15 0,0 20 0,0-21 0,0 16 0,0-15 0,0 20 0,0 0 0,0 20 0,0-15 0,0 25 0,0 12 0,0 14 0,0 3-1262,0-2 0,0 4 1262,0-5 0,0 5 0,0-4 0,0 4 0,0-5 0,0-12 0,0-1 0,0 11 0,0-3 0,0 11 0,0-11 0,0-10 0,0-41 0,0-41 0,21-20 0,-8 8 0,-1 1 0</inkml:trace>
  <inkml:trace contextRef="#ctx0" brushRef="#br0" timeOffset="79518">11681 13683 24575,'0'-36'0,"0"0"0,0 0 0,0 5 0,0 6 0,0-16 0,20 15 0,6 1 0,30 4 0,-7 21 0,-12-2 0,2 4-799,-3 18 1,0 1 798,0-17 0,0 2 0,-2 24 0,-2 2 0,14-7-3845,-20 1 3845,-3 6 0,-5-3 0,-13-18 0,16 30 0,-21-1 0,-21 1 0,8-7 0,0 2 0,-12 20-463,-4-22 1,-4-2 462,8-6 0,-1 0 0,-9 6 0,-1 2 0,3 0 0,-1-1 0,-5-8 0,1 1 0,10 6 0,2 2 516,-3 1 0,2-3-516,7-1 0,20 30 0,0-46 3872,20 8-3872,16 8 0,13-5 0,7-1 0,-10-4-210,-3-19 1,1-4 209,12 2 99,-23 10 0,1 0-99,8-9 0,-2 3 0,-11 15 0,-2 3 0,10 0 0,-2 2 0,-15 12 0,1 0 0</inkml:trace>
  <inkml:trace contextRef="#ctx0" brushRef="#br0" timeOffset="80044">12648 14604 24575,'26'-26'0,"-6"6"0,-20-1 0,0-4 0,0-1 0,0 6 0,21 9 0,4-12 0,1 8 0,7-14 0,-5-3 0,-17 1 0,17-1 0,5-3 0,-15 2 0,0 0-336,6 6 1,1 3 335,10-22 0,-12 12 0,-5 6 0,-13 18 0,16-52 0,-21 57 0,0-15 0,0 20 0,0 41 0,0-31 0,0 52 0,0-37 0,0 18 0,0 1 0,0-8 0,5 12 0,3 12 0,-1-14 0,-2-23-430,3 33 1,5 0 429,7-30 0,-14 20 0,22-27 0,5-13 0,-2-47 0,2 3 0,0 0 0</inkml:trace>
  <inkml:trace contextRef="#ctx0" brushRef="#br0" timeOffset="81180">14123 13729 24575,'-21'-26'0,"16"6"0,-15 20 0,20 0 0,-21 0 0,16 0 0,-16 0 0,21 0 0,-20 0 0,15 0 0,-36 20 0,15 6 0,-7 2 0,0 0 0,2 0 0,-1-4 0,3 3 0,14 7 0,4-1 0,-15 3 0,3 13 0,5 4 0,13-2 0,-6-7 0,2 4 0,15 8 0,8 1 0,6-2 0,6-3-540,6-2 0,8-5 540,-1-14 0,6-3 0,4-10 0,13-12 0,5-13 0,-1-7 0,-16-6 0,0-5 0,-1-4 0,-1 0-735,-2 4 0,-1 1 0,-1-4 0,-5-5 735,0-12 0,-4-8 0,-5-1 0,-6 1 0,-10 1 0,-6 0 0,1 3 0,6 6 0,2 2 0,-8-1 0,-16-5 0,-8-1 0,-4 5-64,-3 4 0,-8 7 64,-9 5 0,-8 3 0,0 3 0,-8-6 0,-2 8-644,5 13 0,-3 7 0,6 4 644,1 4 0,9 7 0,-8 30 0,53 1 0</inkml:trace>
  <inkml:trace contextRef="#ctx0" brushRef="#br0" timeOffset="86767">19398 13683 24575,'26'0'0,"15"0"0,-36-21 0,16 16 0,-21-36 0,20 15 0,-15 1 0,16 4 0,-21 1 0,0 15 0,0-16 0,0 21 0,0 0 0,0-20 0,0 15 0,-21-16 0,16 21 0,-36 0 0,16 0 0,-22 0 0,14 10 0,0 1 0,-18-6 0,7 13 0,1 5-1686,-9 2 1686,25-3 0,-2 2 0,-2-1 0,-2 0 0,-8 10 0,0 1 0,13-8 0,0-1 0,-15 2 0,4 2-582,26 3 1,0 0 581,-19 0 0,-2-2 0,3 21 0,10-21 0,1 2 0,8 1 0,4 0 0,3 23 0,-6-13 0,1 1 0,8-10 0,4-1 0,19 28 0,-11-25 0,5-3 0,16-1 0,5-7-738,15 0 738,1-2 0,3-5 0,-15-15 0,-3-1 0,-2 10 0,2-3 0,21-17 0,-3-5 0,-17 8 0,9-4 0,3-2 0,-15 1 0,-3-1 0,19-14 0,-18 2 0,1 0 0</inkml:trace>
  <inkml:trace contextRef="#ctx0" brushRef="#br0" timeOffset="87392">19652 14212 24575,'-39'0'0,"9"-20"0,30 15 0,0-36 0,0 36 0,0-16 0,0 21 0,0 0 0,20 0 0,-4 41 0,7-31 0,-7 27 0,-2 8-3392,-1-8 0,0-2 3392,0-2 0,0 0 0,-3 1 0,0-4-622,11 1 622,-16-26 0,36 36 0,-16-36 0,21-5 0,-20-25 0,-6-11 0,2-5 0,-3-3-622,-8-2 622,20-7 0,-1-1 6168,-25 3-6168,6 8 0,-1-1 0,-11 7 0,2 2 0,19-16-5576,-15-11 5576,16 57 0,-42 26 0,-4 30 0</inkml:trace>
  <inkml:trace contextRef="#ctx0" brushRef="#br0" timeOffset="89211">20689 13821 24575,'0'-46'0,"0"20"0,0 6 0,0-1 0,0 16 0,0-15 0,0 20 0,0 0 0,0-21 0,0-5 0,0 1 0,0 4 0,0 21 0,0 0 0,0 21 0,-21 4 0,-4 22 0,-1-22 0,-15 16 0,15 15 0,1-2 0,10-5 0,-1 10 0,6-8-492,7-18 1,1 0 491,-5 14 0,-1 6 0,2-4 0,5-2 0,2-2 0,-3 8 0,4 1-3230,18 6 1,1-4 3229,-11 5-1162,41-34 0,1-13 1162,-37-14 0,42-4 0,9-12 0,-22-29 0,-1-8 0,-4 25 0,3 3 0,-3-6 66,-1-14 1,-4-5 0,-3 1-67,-6 12 0,-2 0 0,-5-1 1152,-2-21 1,-6 0-1153,2 10 0,-4 1 0,-6 1 0,-4 7 2868,2 14-2868,0 6 0,0 20 0,0 0 501,0 20-501,0 6 0,0 13 0,0 9 0,0 9 0,0 4 1456,-1-1 1,2 2-1457,4-13 0,2 1 0,2-5 0,1-6 0,6-4 0,15 5 0,4-3 0,-9-12 0,-1-4 0,21 4 0,-19-39 0,-2-13 0,-6-11 0,0 0 0</inkml:trace>
  <inkml:trace contextRef="#ctx0" brushRef="#br0" timeOffset="91509">24536 14028 24575,'-26'0'0,"6"0"0,20 0 0,0 0 0,-10 0 0,7 0 0,-7 0 0,10 0 0,0 0 0,10-20 0,34-6 0,-15 13 0,3 0 0,2 2 0,4 2 0,25 7 0,2 4-914,-25-2 1,2 0 913,10 0 0,7 0 0,-6 0 0,-13 0 0,-1 0 0,21 0 0,-2 0 0,-7 0 0,-6 19 0,-3 3 0,-11-12 0,10 31 0,-41-41 0,0 0 0,0 41 0,0-31 0,0 29 0,0 4 0,0-12 0,1 11 0,-2 3 1827,-20 6-1827,19-17 0,-1-1 0,-18 2 0,46-42 0,12-14 0,1-6 0,1 1 0</inkml:trace>
  <inkml:trace contextRef="#ctx0" brushRef="#br0" timeOffset="92992">26863 13153 24575,'26'-46'0,"-6"20"0,-20 6 0,0-1 0,0 16 0,0-16 0,-20 21 0,14 0 0,-35 0 0,36 0 0,-15 21 0,-1-16 0,-4 36 0,-21-15 0,0-1 0,20 16 0,-15-25 0,18 13 0,0 6-815,-2-6 1,-1 3 814,-3 9 0,-2 6 0,4-2-1223,1 5 0,1 2 1223,1-4 0,-3 6 0,1 0 0,5-5-1996,3 6 0,3 0 1996,1-7 0,-1 5 0,2 1 0,4-4 0,6 0 0,4-3 0,1-1-277,-3-1 1,0-1 0,3 0 276,1 2 0,3 0 0,5-7 0,15-5 0,5-7 0,-6-2 0,3-4 0,12 3 0,-3-7 0,-11-11 901,15 14-901,-16-20 0,21-20 0,0-6 0</inkml:trace>
  <inkml:trace contextRef="#ctx0" brushRef="#br0" timeOffset="93541">27738 13360 24575,'0'-26'0,"0"6"0,0-1 0,0 16 0,-20-36 0,-6 36 0,-6-7 0,-2 4 0,-17 28 0,-6-1 0,-4 8 0,20 6 0,3 7 0,-3 0-417,3-11 1,-2-1 0,1 2 0,2 6 416,4 7 0,2 8 0,1 3 0,2-1 0,1-3-647,1-4 0,2-2 0,1 0 0,2 3 647,2 2 0,0 3 0,2 1 0,3-1 0,6-2 0,6 19 0,9-4 0,3-4 0,1-16 0,2-4 0,4-2 0,17 16 0,7-12 0,-3-29 0,0-8 0,8-6-732,0 0 732,1 0 0,-15-17 0,2-7 0,2-2 0,0 1 0</inkml:trace>
  <inkml:trace contextRef="#ctx0" brushRef="#br0" timeOffset="94859">27646 14120 24575,'0'-46'0,"0"21"0,0 4 0,0 21 0,0 0 0,21 0 0,-16 0 0,15 0 0,-20 0 0,0 0 0,-20 0 0,15 0 0,-16 0 0,21 21 0,0-16 0,0 36 0,-20-36 0,15 56 0,-16-51 0,18 29 0,6 4 0,-3-12-946,0 3 0,0-1 946,0-8 0,0 16 0,0-26 0,0 8 0,0 8 0,0-26 0,0 16 0,0-21 0,0 0 1892,0-21-1892,0 16 0,0-15 0,0 20 0,0 0 0,0 20 0,0-15 0,0 16 0,0-1 0,0-15 0,0 16 0,0-21 0,0 0 0,0 20 0,0-15 0,0 16 0,0-21 0,0 20 0,0-14 0,0 14 0,0-20 0,0 20 0,0-14 0,0 14 0,0-20 0,0 0 0,0 21 0,21-16 0,-16 15 0,15-20 0,-20 0 0,0 0 0,0-20 0,0 15 0,0-16 0,21 21 0,-16 0 0,15-20 0,-20 14 0,0-14 0,0 20 0,0 0 0,21 0 0,-16 0 0,15 0 0,-20 0 0,0 0 0,21-20 0,4-6 0,1-20 0,-5 0-2264,-1 10 2264,6-8 0,5 6 0,4 0-271,-8 9 0,-3 1 271,1-4 0,-4-2 0,0-28 0,-21 52 0,-21 31 0,9 17 0,-1 0 0</inkml:trace>
  <inkml:trace contextRef="#ctx0" brushRef="#br0" timeOffset="95993">28545 13844 24575,'0'-59'0,"20"3"0,-15 30 0,16 6 0,-21 20 0,0 0 0,-21 0 0,16 20 0,-24 14 0,-3 9 0,26 5 0,2 4-585,-26 0 1,-2 3 584,21-7 0,4 4 0,0-3 0,-8 1 0,4 2 0,12 9 0,8 6 0,1-6 0,2-6 0,7-5 0,6-7 0,7 0 0,-2-11 0,21-6 0,-1-33 0,-2-7 0,-15 4 0,-4-18 0,4-12 0,-3 5 0,-4 13 0,-1-2 0,5-14 0,2-8 0,-2 0 0,-4 4 0,-3-1 0,0 0 0,1-4 0,0-1 0,-5 0 0,-8-3 0,-4 0 0,0 4 0,5-3 0,-3 5 0,-9-11 0,0 36 0,0 40 0,0 15 0,0 7 0,-1 5 0,2 6 0,4 0 0,4 6 0,-3-2-1041,-4-8 1,-1-1 0,1-2 1040,7 10 0,3-5 0,-1-7 0,-2-3-1618,-4 15 1618,36-25 0,-36-11 0,16-45 0</inkml:trace>
  <inkml:trace contextRef="#ctx0" brushRef="#br0" timeOffset="96478">29743 13153 24575,'25'-26'0,"-4"-15"0,-21 36 0,20-15 0,-15 40 0,24 3 0,4 10 0,-22 5 0,-7 9 0,-2 7 0,1 4-361,3-8 1,2 4-1,0 4 1,0 3-1,-1 2 1,-1 0-1,-4-1 1,-3-2 360,-5 0 0,-4-1 0,-2 1 0,-3 0 0,0-1 0,-1 0 0,1 0 0,1-1-418,2 6 1,1 1 0,1 1 0,-1-2 0,-1-3 0,-3-2 0,-3-6 417,-7 5 0,-4-1 0,-2-5 0,-1-10 0,0-15 0,-13-20 0,3-9 0,-4 22 0,41-40 0,10-6 0</inkml:trace>
  <inkml:trace contextRef="#ctx0" brushRef="#br0" timeOffset="104267">17256 10342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09:10.0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18869 1105 24575,'-21'-25'0,"16"4"0,-16 21 0,21 0 0,0 0 0,-20 0 0,15 0 0,-16 0 0,21 0 0,0 0 0,21 0 0,-16 0 0,15 0 0,1 0 0,5 0 0,20 0-486,-21 0 486,16 0 0,-15 0 0,10 0 0,7 0 0,-7 0 0,-2 0 0,-1 0 0,-3 0 0,32 0 0,-57-20 0,15 15 0,1-16 0,-16 21 0,15 0 486,-20 0-486,0 0 0,-20 0 0,15 21 0,-16-16 0,21 15 0,0-20 0,0 0 0,0 21 0,0-16 0,0 56 0,0-50 0,0 50 0,0-56 0,0 36 0,0-15 0,0-1 0,0-4 0,0-21 0,0 20 0,0-15 0,0 16 0,21-62 0,4-10 0</inkml:trace>
  <inkml:trace contextRef="#ctx0" brushRef="#br0" timeOffset="1410">19744 967 24575,'-26'0'0,"6"0"0,20 0 0,0 0 0,0 21 0,0 4 0,0 17 0,0 3-6784,0 12 6784,0-24 0,0 0 0,0 29 0,0-32 0,0 16 0,0-25 0,0-1 0,0-15 0,0 16 0,0-21 6784,0 0-6784,0-21 0,0 16 0,0-15 0,0 20 0,0 0 0,0-41 0,0 31 0,0-52 0,-1 29 0,2 0 0,9-4 0,0-3 0,-9-18 0,4 3 0,15 23 0,1 3 0,-16-35 0,23 34 0,5 4 0,-2-5 0,2 7 0,0 7 0,-7 17 0,15 20 0,-15 6 0,20 0 0,0-6 0,-21 0 0,-4-14 0,-21 24 0,0-27 0,0 7 0,0 11 0,-21-16 0,-4 36 0,-21-36 0,20 15 0,-15 1 0,15 4 0,1 1 0,5 6 0,-1-3 0,-5-18 0,1 30 0,4-21 0,21-15 0,0 16 0,0-1 0,0 6 0,21 20 0,4-21 0,21 16 0,-20-15 0,15 20 0,5-10 0,-15-13 0,-11-13 0,-45-10 0</inkml:trace>
  <inkml:trace contextRef="#ctx0" brushRef="#br0" timeOffset="5676">20320 1474 24575,'26'-26'0,"-6"6"0,-20 20 0,0 0 0,0-21 0,0 16 0,0-15 0,0 20 0,0 0 0,0-21 0,21-4-548,-16-1 548,15-15-17,1 16 17,4-21 0,-13 11 0,2 3 0,27 1 0,-36-30 0,36 35 0,-36 1 0,15 4 0,-20 21 0,0 0 0,0 21 0,0-16 548,0 56-548,-1-25 0,2 0 0,9 1 0,1 3-3384,-9 25 1,1-2 3383,18-7-714,-22-10 1,2-5 713,19-15 0,-15 4 0,16-27 0,-21-24 0,0-7 0,8-17 0,4-7 0,1 3 0,0 1 0</inkml:trace>
  <inkml:trace contextRef="#ctx0" brushRef="#br0" timeOffset="6492">21126 1059 24575,'0'-25'0,"0"4"0,0 21 0,0 0 0,-20 0 0,15 0 0,-16 0 0,-20 21 0,31 4 0,-21-4 0,1 4 0,26 7 0,3 3 0,-20 0 0,1 2-646,16 8 0,2 2 646,-9-11 0,2-1 0,17 6 0,4-5 0,-6-8 0,10 0 0,9-4 0,7-20 0,2-3 0,22 19-212,-13-17 1,1-6 211,1-4 0,-3-6 0,-13-5 0,-1 0 0,6 5 0,-2-2-596,-7-23 1,-9 4 595,-11 24 0,11-29 0,-1-4 0,-12 12 0,2-1 0,0-2 0,-4 0 0,-2 1 0,1-18 0,-4 18 0,-2-1 308,-3-1 1,-5 4-309,-43 0 0,22 3 0,-1 5 0,1 19 0,-2 5 0,-7-1 0,1 0-6026,-8 3 6026,17-1 0,1 6 0,-13 33 0,41-31 0,10 31 0</inkml:trace>
  <inkml:trace contextRef="#ctx0" brushRef="#br0" timeOffset="8593">22370 1198 24575,'-25'0'0,"4"0"0,21 0 0,0 0 0,0-21 0,0 16 0,0-16 0,0 21 0,0 0 0,21 0 0,4 0 0,1 0 0,15 0 0,-8-9 0,1-2 0,22 6 0,3-6 0,0 1 0,-6 10 0,-13 0 0,-3 0 0,-11 0 0,-6 0 0,-20 0 0,0 0 0,0 21 0,0 4 0,-20 1 0,15 15 0,-16-15 0,21-1 0,0 16 0,0-15 0,0 20 0,-20-21 0,15-4 0,-16-21 0,21 0 0,0 0 0,21 0 0,4 0 0</inkml:trace>
  <inkml:trace contextRef="#ctx0" brushRef="#br0" timeOffset="9243">23292 806 24575,'0'-26'0,"0"6"0,0 20 0,-10 0 0,7 0 0,-28 7 0,-10 6 0,6 13 0,-2 4 0,-11 11 0,0 4 0,12-2 0,10 13 0,6 3-475,-6-13 1,-5 5 0,3-1 0,10-8 474,12-4 0,12-4 0,26 7 0,16 0 0,-5-11 0,8-12 0,1-1 0,11 2 0,-9-14 0,-18-24 0,0 0 0</inkml:trace>
  <inkml:trace contextRef="#ctx0" brushRef="#br0" timeOffset="10700">23615 1059 24575,'0'26'0,"0"-6"0,0-20 0,0 0 0,0-20 0,0 15 0,0-16 0,0 21 0,0 0 0,0-20 0,0 15 0,0-16 0,0 21 0,0 0 0,-21 0 0,16 21 0,-36-16 0,29 35 0,-2 2 0,-18-34 0,-2-1 0,7 31 0,3 6 0,-22 2 0,22-21 0,7 1 0,11 20 0,-14-5 0,40-15 0,-14-1 0,55-4 0,-30-21 0,2 0 0,0 0 0,-7 0 0,15 0 0,-36 0 0,36 0 0,-36 0 0,16 0 0</inkml:trace>
  <inkml:trace contextRef="#ctx0" brushRef="#br0" timeOffset="11440">23845 1336 24575,'25'-26'0,"-4"6"0,-21 20 0,0 0 0,0 20 0,10 6 0,-7-1 0,27 16 0,-24-36 0,14 36 0,1-36 0,-16 16 0,15-21 0,1-21 0,-16-4 0,36-1 0,-36-35 0,36 30 0,-35-5 0,-7 6 0,1 24 0,-26 12 0</inkml:trace>
  <inkml:trace contextRef="#ctx0" brushRef="#br0" timeOffset="12221">24490 1013 24575,'-13'0'0,"3"0"0,10 0 0,-21 0 0,16 0 0,-15 0 0,20 21 0,0-16 0,0 15 0,0-20 0,0 21 0,0 4 0,0 21 0,-21 1 0,18-15 0,1 2 0,-10 2 0,4 0 0,15 0 0,6-1 0,-1 1 0,2-5 0,11-5 0,0-40 0,2-13 0,-2-9 0,-2-5 0,-2 3 0,0-3 0,-1 2 0,7-9 0,-8 4 0,-19-2 0,-26 25 0,1 62 0,-16-10 0,36 0 0,5 5 0,-11-3 0,1 0 0,10 18 0,0-18 0,0 1 0,0 22 0,21-28 0,4 3 0,21-31 0</inkml:trace>
  <inkml:trace contextRef="#ctx0" brushRef="#br0" timeOffset="12792">24813 852 24575,'46'-20'0,"-21"-6"0,-4 0 0,-21-15 0,0 36 0,0-15 0,20 20 0,-15 0 0,16 41 0,-1-11 0,-17 2 0,-1 3 0,19 2 0,-1 3-3392,-16 7 0,-3 0 3392,10-5 0,-1 3 0,-6 10 0,-4 5 0,-4-6-241,-6-10 0,-1-1 241,10 3 0,3 5 0,-8-4 0,-20 12 0,-9-8 0,0-17 0,-2-2 0,-1 15 0,-1-7 0,5-26 0,2-2 0,-9 29 0,36-36 0,-16 16 0</inkml:trace>
  <inkml:trace contextRef="#ctx0" brushRef="#br0" timeOffset="14424">26310 1151 24575,'-13'0'0,"-17"0"0,24 0 0,-35 0 0,36 0 0,-15 0 0,20 0 0,0 0 0,0-20 0,20 15 0,16-16 0,-4 10 0,5 2 0,24 6 0,1 1-380,-22-8 0,2-1 380,18 3 0,8 1 0,-7 2 0,-11 2 0,-2 1 0,-3-5 0,2-1 0,-4 2 0,0 5 0,-9 2 0,-8-1 0,-6 0 0,-81 0 0,22 0 0,1 0 0</inkml:trace>
  <inkml:trace contextRef="#ctx0" brushRef="#br0" timeOffset="14809">26402 1382 24575,'-46'0'0,"21"0"0,4 0 0,11 0 0,-13 0 0,7-21 0,-4 16 0,51-36 0,-3 36 0,28-15 0,-23 8 0,1 3 0,1 6 0,1 1-787,10-8 0,0 0 787,0 8 0,1 4 0,-1-2 0,0 0 0,-5 0 0,0 0 0,4-2 0,-1 4 0,-1 8 0,-4 0 0,12-5 0,-13 13 0,-14 5 0,-40 3 0,11 20 0</inkml:trace>
  <inkml:trace contextRef="#ctx0" brushRef="#br0" timeOffset="15422">27070 898 24575,'-25'0'0,"4"0"0,21 0 0,0 0 0,21 0 0,4 10 0,21-7 0,-20 7 0,14 9 0,2 3 0,-6 9-328,7 0 1,1 4 327,-20 0 0,-2-3 0,24-1 0,-32-1 0,-2 1 0,8-5 0,-20 20 0,-20 0 0,-27 0-607,23-23 1,-3 0 606,-15 5 0,-3 0 0,9-4 0,1 1 0,-1 3 0,0 0 0,-8-4 0,1-2 0,11 2 0,2-2 614,-18 4-614,17-6 0,31-20 0,0 0 0,10-82 0,-3 31 0,-1 0 0</inkml:trace>
  <inkml:trace contextRef="#ctx0" brushRef="#br0" timeOffset="385943">26448 8960 24575,'0'0'0</inkml:trace>
  <inkml:trace contextRef="#ctx0" brushRef="#br0" timeOffset="388076">27209 10250 24575,'0'0'0</inkml:trace>
  <inkml:trace contextRef="#ctx0" brushRef="#br0" timeOffset="470294">20020 10089 24575,'26'0'0,"-5"0"0,-21 0 0,0-20 0,0 14 0,0-14 0,0 20 0,0 0 0,0-21 0,0 16 0,0-15 0,0 20 0,0 0 0,0-21 0,-21 16 0,16-15 0,-16 20 0,21 0 0,0 0 0,0 41 0,-20 10 0,15 10 0,-6-8 0,1-1-3392,10-18 0,0-1 3392,0 11 0,0 4-879,0 1 1,0 4 0,0-7 878,0-12 0,0-1-5,0 24 1,0-6 4,0-31 0,0-20 0,0 0 5474,0-20-5474,0 14 3937,0-14-3937,0 20 2,0-21 1,0-9 0,0-6 0,0-13 0,0 1 0</inkml:trace>
  <inkml:trace contextRef="#ctx0" brushRef="#br0" timeOffset="470959">19790 10158 24575,'-25'0'0,"4"0"0,21 0 0,-20-10 0,14 7 0,-14-7 0,-1 10 0,16 0 0,-15 0 0,20 0 0,-10 0 0,7 0 0,-28 0 0,26 0 0,-15 0 0,20 0 0,0 0 0,20 0 0,-4 0 0,14-9 0,4-2 0,7 6 0,1-6 0,3 1-1511,-9 9 0,-1 2 1511,0-1 0,2 0 0,17 0 0,-1 0 0,4 0 0,-12 0 0,-3 0 0,-17 0 0,27 21 0,-24-16 0,8 15 0,-16-20 0,-20 0 0,0 0 0,0-20 0,0 15 3022,-20-16-3022,-6 21 0,0 0 0,6 0 0,10 0 0,-3 0 0</inkml:trace>
  <inkml:trace contextRef="#ctx0" brushRef="#br0" timeOffset="473683">19974 11195 24575,'26'0'0,"-6"0"0,-20 0 0,0 0 0,0-21 0,0 16 0,0-15 0,0 20 0,0 0 0,0-21 0,0 16 0,0-15 0,0 20 0,0 0 0,0 20 0,0 6 0,0 20 0,-9-4 0,-2 3 0,8-12 0,1 0 0,-9 23 0,1-2 0,10 8 0,0-8 0,0-1 0,0 4 0,0-12 0,0-3 0,0-17 0,0-4 0,0-21 0,0-21 0,0 16 0,0-36 0,0 36 0,0-36 0,0 36 0,0-36 0,0 15 0,0-20 0</inkml:trace>
  <inkml:trace contextRef="#ctx0" brushRef="#br0" timeOffset="474228">19698 11195 24575,'-26'0'0,"-4"0"0,27 0 0,-7 0 0,10 0 0,0 0 0,0-21 0,0 16 0,0-15 0,10 20 0,13 0 0,13 0 0,10 0 0,-14 1 0,3-2 0,0-8 0,1-3-1244,10 0 0,0-1 1244,0 1 0,1-2 0,4-8 0,0 3 0,-13 16 0,-2 1-662,4-9 1,-3 1 661,9 10-5521,-20 0 5521,15 0 0,-36 0-1378,15 0 1378,-20 0 1351,-20 0-1351,15 21 0,-16-16 0,-7 22 0,-5 7 0,-6-8 0,1 0 0</inkml:trace>
  <inkml:trace contextRef="#ctx0" brushRef="#br0" timeOffset="475537">19974 12208 24575,'26'-51'0,"-6"-10"0,-20 56 0,0-16 0,0 21 0,0 0 0,0 21 0,0 4 0,-9 8 0,-2 1 0,6-4 0,-6 20 0,1 3 0,10 3-220,0-11 1,0 2 219,0 2 0,0-1 0,0 1 0,0-3 0,0-12 0,0-1 0,0 13 0,0-10 0,0-31 0,0 36 0,0-36 0,0-5 0,0-5 0,0-36 0,0 36 0,0-57 0,0 52 109,0-51 1,0 35 0,0-20 0</inkml:trace>
  <inkml:trace contextRef="#ctx0" brushRef="#br0" timeOffset="475994">19790 12208 24575,'-25'-20'0,"-16"-6"0,35 1 0,-14 4 0,-1 21 0,16 0 0,-15 0 0,20 0 0,0 0 0,20 0 0,6-20 0,0 15 0,3-14 0,3-3 0,19-4 0,-6 9 0,2-2-470,-1-3 0,1 1 470,10 2 0,-2 2 0,-22 3 0,1 2 0,18 0 0,1 4 0,8 8 0,-10 0 0,-10 0-425,-41 20 425,0-15 0,-15 27 0,-11 8 0,1-8 0,-1 0 0</inkml:trace>
  <inkml:trace contextRef="#ctx0" brushRef="#br0" timeOffset="476751">19974 13268 24575,'0'-26'0,"0"-4"0,0 27 0,0-7 0,0-11 0,0 16 0,0-15 0,0 20 0,0 0 0,0 20 0,0-4 0,0 48 0,0-24 0,0 2 0,0 3-272,0 1 0,0 1 272,0 1 0,0 1 0,0-2 0,0-2 0,0-9 0,0-5 0,0-6 0,0-4 0,0-21 0,21-21 0,-16-4 0,15-21 0,-20-1 0,-8 15 0,-4-2 0,-1-2 0,0 0 0</inkml:trace>
  <inkml:trace contextRef="#ctx0" brushRef="#br0" timeOffset="477094">19629 13314 24575,'-46'0'0,"20"0"0,6 0 0,20 0 0,0-21 0,20-4 0,6-11 0,10-7 0,-5 23 0,2 4 0,8-10-911,-2 12 1,10 1-1,-9-1 911,1-11 0,18 11 0,4 2 0,-26 1 0,-2 1 0,3 9 0,1 2 0,11-1 0,-3 0 0,2 0 0,7 21 0,-10-16 0,-20 16 0,-26-21 0,-26 0 0</inkml:trace>
  <inkml:trace contextRef="#ctx0" brushRef="#br0" timeOffset="535416">23292 4975 24575,'0'-25'0,"0"4"0,0 21 0,0 0 0,0 21 0,0 4 0,0 8 0,0 1 0,0-3 0,0 14 0,0 2 0,0-14 0,0 13 0,0 5 0,0-14 0,0-2 0,0 16 0,0 10 0,0-55 0,0 14 0,0-20 0,0 0 0,0-20 0,0-6 0</inkml:trace>
  <inkml:trace contextRef="#ctx0" brushRef="#br0" timeOffset="535845">22992 4975 24575,'-51'0'0,"10"0"0,41 0 0,-20 0 0,15 0 0,-16 0 0,21 0 0,0 0 0,21 0 0,25 0 0,5 0 0,-19 0 0,3 0 0,19 0 0,-1 0-2477,-2 0 2477,11 0 0,2 0 0,-3 0 0,-15 2 0,0-4 0,-10-8 0,0 0 0,8 8 0,-1-1 0,8-18 0,-5-20 0,-25-10 0</inkml:trace>
  <inkml:trace contextRef="#ctx0" brushRef="#br0" timeOffset="539204">23223 9052 24575,'25'0'0,"-4"0"0,-21 0 0,0 0 0,0-20 0,0 15 0,0-16 0,0 21 0,0 0 0,0 21 0,0-16 0,0 36 0,0 5 0,0 5 0,0-8 0,0 1 0,0-8 0,0 0 0,0 0 0,0 0 0,0-2 0,0-2 0,0 4 0,0 7 0,0-27 0,0 4 0,0-40 0,0 15 0,4-26 0,2-10 0,7-23 0</inkml:trace>
  <inkml:trace contextRef="#ctx0" brushRef="#br0" timeOffset="539812">22854 9052 24575,'-20'26'0,"15"-5"0,-16-21 0,1 0 0,15 20 0,-16-15 0,21 16 0,0-21 0,0-21 0,21 16 0,4-36 0,21 36 0,0-16-3392,-12 10 0,-1 2 3392,-2 4 0,30-16-2438,-15 1 2438,-12 17 0,4 1 0,13-9 0,0 1 0,-14 10 0,0 0 0,13-10 0,-2 0 0,3 5 0,4-8 0,-3-5 0,-16-5 0,-5 5 0,0 0 0</inkml:trace>
  <inkml:trace contextRef="#ctx0" brushRef="#br0" timeOffset="542695">23292 13199 24575,'0'-26'0,"0"6"0,0-1 0,0 16 0,0-15 0,0-1 0,0 16 0,0-15 0,0 20 0,0 0 0,0 41 0,0-31 0,0 51 0,0-45 0,0 48 0,0-3 0,0-15 0,0 0 0,0-10 0,0 0 0,0 20 0,0-5 0,0-15 0,0 6 0,0-2 0,0-14 0,0-1 0,0-4 0,0-21 0,0 0 0,0-21 0,0 16 0,0-36 0,0-5 0,0 10 0,0 0 0</inkml:trace>
  <inkml:trace contextRef="#ctx0" brushRef="#br0" timeOffset="543170">22946 13199 24575,'-46'0'0,"21"0"0,4 0 0,21 0 0,0 0 0,21 0 0,25 0 0,5 0 0,-9 0 0,3 0-1817,7 0 0,-2 0 1817,-11 0 0,2 0 0,4 0 0,4 0 0,-5 0-181,-5 1 1,-1-2 180,18-9 0,0-1-1330,-18 9 1,-4-1 1329,0-8 0,-1 2-4580,13 9 4580,-21 0 0,-25-21 0,-25-4 0</inkml:trace>
  <inkml:trace contextRef="#ctx0" brushRef="#br0" timeOffset="546562">23292 17230 24575,'0'36'0,"0"0"0,0 8 0,0-1 0,0 18 0,0-8 0,0 4 0,0-3 0,0 0 0,-1-5 0,2-1 0,8 2 0,2-13 0,-5-32 0,14-10 0,-20-41 0,0 0 0</inkml:trace>
  <inkml:trace contextRef="#ctx0" brushRef="#br0" timeOffset="547012">23085 17276 24575,'-26'0'0,"6"0"0,-1 0 0,16 0 0,-16 0 0,21 0 0,0 0 0,21 0 0,5 0 0,20-20 0,-5 16 0,5 2 0,-4-8 0,3 0-1635,-1 8 0,3 3 0,-3 0 1635,0 0 0,-1-2 0,23-9 0,-4-1-812,-5 6 812,-23-5 0,-2 0 0,9 10-4891,-36 0 4891,16 0 0,-42 20 0,-4 6 0</inkml:trace>
  <inkml:trace contextRef="#ctx0" brushRef="#br0" timeOffset="584513">26633 13268 24575,'0'-26'0,"0"6"0,0 20 0,0 0 0,0-10 0,0 7 0,0-7 0,0 10 0,0 0 0,0 10 0,0-7 0,0 7 0,0-10 0,0 0 0,0 20 0,0 6 0,0 20 0,0-3 0,0 1 0,0 12 0,2 8 0,-4 0 0,-19-7 0,19 3 0,-1-3 0,-18-23 0,19 5 0,4-7 0,-2-27 0,0 16 0,0-21 0,0 0 0,0-21 0,0 16 0,0-25 0,0 6 0,0 9 0,0-26 0,0 36 0,21-36 0,5 16 0</inkml:trace>
  <inkml:trace contextRef="#ctx0" brushRef="#br0" timeOffset="585262">26356 13406 24575,'-36'0'0,"-7"0"0,27 0 0,-25-20 0,36 14 0,-15-14 0,20 20 0,-21 0 0,16 0 0,-15 0 0,-1 0 0,16-20 0,-15 14 0,20-14 0,0 20 0,-21 0 0,16 0 0,-15 0 0,20 0 0,0-21 0,0 16 0,0-15 0,0 20 0,0 0 0,20-21 0,-15 16 0,36-15 0,-15 20 0,20 0 0,-9 0 0,3 0 0,-4-5 0,2 0-918,22 3 0,3 1 918,-14-4 0,-1 0 0,-3 5 0,2 0 0,19-10 0,-4-1 0,-11 6 0,13-6 0,-2 2 0,-21 9 0,-7-8 0,-2-5 0,-6-12 0,-6-1 0,-20 6 0,0 20 0,0 0 1836,-20 0-1836,15 0 0,-36 20 0,36 6 0,-16-1 0,21-4 0,-20-1 0,-6 6 0</inkml:trace>
  <inkml:trace contextRef="#ctx0" brushRef="#br0" timeOffset="629388">26771 2004 24575,'0'-26'0,"0"6"0,0 20 0,0 0 0,-21 0 0,16 0 0,-15 0 0,20 0 0,0 0 0,0 20 0,0 6 0,0 20-6784,0-21 6784,0 16-1874,-21 16 1874,16-24 0,-6 13 0,2 0 0,9-15 0,0 2 0,0 0 0,0-7 0,20-6 5856,-15 1-5856,16-16 0,-21 15 0,0-20 0,0 0 0</inkml:trace>
  <inkml:trace contextRef="#ctx0" brushRef="#br0" timeOffset="629796">26356 2211 24575,'-36'0'0,"-7"-20"0,7 14 0,10-14 0,6 20 0,20-10 0,0 7 0,41-7 0,-21-11-6784,44 16 6784,-28-15 0,-10 20-1564,24 0 0,2 0 1564,-11 0-66,0 0 1,5 0 65,6 0 0,-2 0 0,-15 0 0,2 0 0,12 0 0,6 0 0,-3 0 0,4 4 0,-4-8 0,-13-16 0,-1-10 0,-3-2 0,-4-2 0,0 0 0,0 0 0</inkml:trace>
  <inkml:trace contextRef="#ctx0" brushRef="#br0" timeOffset="630461">26725 3017 24575,'0'46'0,"-21"0"0,18-13 0,1 1-4916,-8 2 1,0 0 4170,8 0 0,4-1 3512,-2 22-2767,0 7 0,0-44 0,0 21 0,0-41 0,0 0 0,0-51 0,0-13 0</inkml:trace>
  <inkml:trace contextRef="#ctx0" brushRef="#br0" timeOffset="630835">26310 3155 24575,'-33'0'0,"17"0"0,-4-20 0,71-6 0,-17 3 0,6 0 0,6 13 0,6 3 0,-1-1 0,9-14 0,3 3 0,-14 15 0,6 4 0,-1 1 0,-8-3 0,0-9 0,-2 1 0,3 8 0,3 3 0,-9 0 0,5-1 0</inkml:trace>
  <inkml:trace contextRef="#ctx0" brushRef="#br0" timeOffset="631511">26725 4031 24575,'20'-39'0,"-26"68"0,-3 24-1229,11 7 0,6 9 0,-3-6 0,-6-4 1,2-5-1,12 2 0,0 1 0</inkml:trace>
  <inkml:trace contextRef="#ctx0" brushRef="#br0" timeOffset="632120">26402 4077 24575,'-46'-21'0,"10"16"0,64-36 0,15 23 0,18 4 0,8 1 0,-4 2 0,-7 1 0,-1 2 0,1 0 0,2 1 0,-3-1 0,3-1 0,1 2 0,-4 1 0,-5 5 0,-2 10 0,-1-1 0,1 1 0</inkml:trace>
  <inkml:trace contextRef="#ctx0" brushRef="#br0" timeOffset="632680">26909 5206 24575,'0'-46'0,"0"40"0,0 33 0,0 23 0,0 1 0,0 8 0,0-2 0,1-8 0,0-1 0,-3-2 0,-4 19 0,-8-23 0,-12-47 0</inkml:trace>
  <inkml:trace contextRef="#ctx0" brushRef="#br0" timeOffset="632965">26540 5206 24575,'-25'-26'0,"-16"-15"0,36 36 0,33-6 0,26 1-2126,-6 8 0,10 2 0,1 2 1,-4-2 2125,-5 1 0,-2-1 0,5-1 0,4 1 0,10-1 0,2-1 0,-9-4 0,-16-5 0,2-35 0,-3 22 0,-1 0 0,1 0 0</inkml:trace>
  <inkml:trace contextRef="#ctx0" brushRef="#br0" timeOffset="633483">26863 6265 24575,'0'-25'0,"0"4"0,0 1 0,0 15 0,0-16 0,0 62 0,0 10 0,1-7 0,0 7 0,-3-2 0,-8 3 0,-1 0 0,10-1 0,2 1 0,-6-11 0,-15-10 0,20-16 0</inkml:trace>
  <inkml:trace contextRef="#ctx0" brushRef="#br0" timeOffset="633830">26494 6311 24575,'-25'-25'0,"4"4"0,21 21 0,41-20 0,10 15 0,-10-7 0,6-5 0,-1 5-1954,9 9 0,2 1 1954,-6-10 0,2-3 0,-1 1 0,14 1 0,-4 0-111,0-8 1,-6-4 0,-17 3 0,-6-2 0,8-22 0</inkml:trace>
  <inkml:trace contextRef="#ctx0" brushRef="#br0" timeOffset="634289">26817 7233 24575,'-51'0'0,"-11"0"0,57 20 0,-15 6 0,40-1 0,-15 16 0,16 5 0,-21 6 0,0-9 0,0 1 0,0 7 0,0 5 0,0-33 0,0-13 0</inkml:trace>
  <inkml:trace contextRef="#ctx0" brushRef="#br0" timeOffset="634629">26402 7279 24575,'0'-26'0,"0"6"0,0-1 0,21-4 0,25-1 0,-4 4 0,8 3 0,-6 15 0,4 5 0,-2-3 0,10-12 0,1-3 0,-1 4 0,5-2 0,-7 0-526,-5-5 1,-6-1 0,-2-2 0,-10 0-1,-16 2 1</inkml:trace>
  <inkml:trace contextRef="#ctx0" brushRef="#br0" timeOffset="635222">26817 8223 24575,'0'-46'0,"-21"0"0,16 0 0,-15 20 0,20 6 0,0 20 0,0 41 0,0 10 0,0-2 0,0 4 0,0-5 0,0-1 0,0-6 0,0 0 0,0 13 0,0 0 0,0-15 0,0-2 0,0 2 0,0-6 0,0-13 0,0-45 0</inkml:trace>
  <inkml:trace contextRef="#ctx0" brushRef="#br0" timeOffset="635589">26356 8223 24575,'-25'-25'0,"-6"4"0,38 21 0,-14 0 0,58-20 0,-9-3 0,8 0-1696,-4 9 0,8 1 0,1 1 0,-5-1 1696,-7-2 0,-3-1 0,5 1 0,10 4 0,6 3 0,0-2 0,-10-2-364,-2-10 1,-6-2-1,7 0 1,-3-3-1,-16-6 1,0 0-1</inkml:trace>
  <inkml:trace contextRef="#ctx0" brushRef="#br0" timeOffset="636549">26725 9191 24575,'0'-52'0,"0"12"0,0 19 0,0 16 0,0-16 0,0 21 0,0 0 0,0 21 0,0 20 0,0 14 0,0-3 0,0-4 0,0 2 0,0 11 0,0 7 0,0-13 0,0-6 0,0-19 0,0-60 0,0-9 0</inkml:trace>
  <inkml:trace contextRef="#ctx0" brushRef="#br0" timeOffset="636947">26402 9052 24575,'36'0'0,"0"0"0,13-18 0,6-11 0,5 5 0,-6 12 0,4 4 0,1 1 0,-2-5-1402,0-5 0,1-4 0,-5 0 0,-12 4 1,5-4-1,-51 21 0</inkml:trace>
  <inkml:trace contextRef="#ctx0" brushRef="#br0" timeOffset="638544">26679 14212 24575,'-26'0'0,"6"0"0,20 0 0,0 0 0,0 41 0,0-10 0,0 1 0,0 3 0,0 11 0,9 0 0,2 5 0,-8-1 0,-1 0 0,9-7 0,-1 1 0,-9 13 0,-2-12 0,1-35 0,0 31 0</inkml:trace>
  <inkml:trace contextRef="#ctx0" brushRef="#br0" timeOffset="638918">26356 14397 24575,'-56'0'0,"28"-21"0,-24-4 0,47-22 0,-15 22 0,61-16 0,-4 26 0,8 4 0,13-1 0,4-1 0,-14-1 0,2-2 0,0 5-231,7 6 0,0 5 0,-2 0 231,10-2 0,-4 4 0,-6 6 0,-8 9 0,-6 29 0</inkml:trace>
  <inkml:trace contextRef="#ctx0" brushRef="#br0" timeOffset="639414">26771 15364 24575,'0'-26'0,"0"6"0,0 0 0,0 14 0,0-14 0,0 20 0,0 41 0,-10-8 0,-1 6 0,8 22 0,1 6-2180,-8-6 0,0-2 2180,9-6 0,2-4 0,-1-15 0,0-1-913,0 12 0,0-3 913,0-6 0,0 25 0,0-81 0,8-11 0,4-5 0,1-13 0,0 1 0</inkml:trace>
  <inkml:trace contextRef="#ctx0" brushRef="#br0" timeOffset="639749">26402 15318 24575,'-46'-26'0,"10"6"0,-7 20 0,27 0 0,-4 0 0,51 0 0,-3 0 0,28 0 0,-4-10 0,4-1 0,-7 9 0,4-1-223,4-9 1,6-4 0,-4 3 222,-13 10 0,-2 3 0,-1-2 0,5-4 0,1-3 0,-10 4 0,2 5 0,-26 0 0</inkml:trace>
  <inkml:trace contextRef="#ctx0" brushRef="#br0" timeOffset="640281">26725 16424 24575,'25'51'0,"-12"9"0,-5 3 0,-8-2 0,0-16 0,0 6 0,0-4 0,0 2 0,0-3 0,0 2 0,0-14 0,0-29 0,0-36 0</inkml:trace>
  <inkml:trace contextRef="#ctx0" brushRef="#br0" timeOffset="640633">26448 16470 24575,'-46'-21'0,"0"-4"0,21-1 0,4 6 0,42 20 0,-16 0 0,56 0 0,-30 0 0,27-10 0,12-1 0,-23 9 0,1 1 0,0-1-2262,5-4 1,1-3 0,-2 4 2261,-5 3 0,-2 3 0,-1 0 0,12 2 0,-15-6 0,-31-18 0,5-5 0</inkml:trace>
  <inkml:trace contextRef="#ctx0" brushRef="#br0" timeOffset="641215">26771 17276 24575,'25'-26'0,"-30"55"0,-10 24 0,7-2 0,1 10 0,0 5 0,-2-3 0,-2-1 0,-3 0 0,2 0 0,3 0 0,6 2 0,2 4 0,3-7 0,0-16 0,3-4 0,5-73 0,1 0 0</inkml:trace>
  <inkml:trace contextRef="#ctx0" brushRef="#br0" timeOffset="641533">26356 17575 24575,'-38'-15'0,"-1"0"0,6-13 0,2-29 0,54 27 0,22 0 0,5 3 0,-2 10 0,7 4 0,1 1 0,-2-2-319,4-9 1,-3-1 0,6 4 318,-9 12 0,6 2 0,1 3 0,-6 1 0,-14 1 0,4 1 0,3 0 0,0 0 0</inkml:trace>
  <inkml:trace contextRef="#ctx0" brushRef="#br0" timeOffset="649345">26494 10158 24575,'-25'-10'0,"4"7"0,21-7 0,0 10 0,0 0 0,-20 10 0,15 34 0,-16 17 0,19-6 0,4 3-1870,-2-9 0,0-1 1870,0-2 0,0 0 0,0 9 0,0-2-315,0-19 1,0-2 314,0 5 0,0-5 0,0-1 0,0-10 0,0-16 0,0 15 0,0-40 0,0 15 0,21-36 0,4 5 0,-2 6 0,0 1 0</inkml:trace>
  <inkml:trace contextRef="#ctx0" brushRef="#br0" timeOffset="649755">26448 10296 24575,'-25'0'0,"4"0"0,1 0 0,15 0 0,-16 0 0,1 0 0,15-20 0,-16 15 0,21-16 0,0 21 0,0-20 0,0 15 0,21-36 0,4 36 0,21-26 0,-20 28 0,35-7 0,-10 10-1075,-6 1 0,3-2 1075,-2-9 0,0 0 0,1 9 0,-2-3-328,-14-17 1,-1 1 327,15 17 0,-5 0 0,-20-17 0,42 20 0,-78 0 0,11 0 0</inkml:trace>
  <inkml:trace contextRef="#ctx0" brushRef="#br0" timeOffset="650163">26540 10619 24575,'-46'0'0,"21"-21"0,4 16 0,1-36 0,15 36 0,-16-15 0,21 20 0,41 0 0,10 0 0,-17-10 0,4-1 0,17 9 0,-2-1-2326,3-17 2326,-12 18 0,-1 4-1325,3-2 1325,-10 0 0,7-21 0,-7-4 0</inkml:trace>
  <inkml:trace contextRef="#ctx0" brushRef="#br0" timeOffset="650750">26494 11287 24575,'-25'0'0,"4"0"0,21 0 0,0 41 0,0 0 0,0 11 0,0 6 0,0-5 0,0 1 0,-2 7 0,4-4 0,8-11 0,1-20 0,-6-47 0,5-17 0,0-1 0</inkml:trace>
  <inkml:trace contextRef="#ctx0" brushRef="#br0" timeOffset="651112">26494 11333 24575,'-23'-36'0,"0"0"0,18-10 0,29 4 0,19 2 0,8 18 0,10 7 0,1-4 0,-18-3 0,1-3 0,-1 1 0,-1 3 0,15-3 0,0 5 0,-25 16 0,-33 23 0,-39 6 0,1-1 0</inkml:trace>
  <inkml:trace contextRef="#ctx0" brushRef="#br0" timeOffset="651456">26494 11494 24575,'-46'0'0,"41"0"0,-10 0 0,56-20 0,8 10 0,14 3 0,-6-2 0,-12-4 0,2 1 0,16 2 0,8 3 0,-13 3 0,-2 4 0</inkml:trace>
  <inkml:trace contextRef="#ctx0" brushRef="#br0" timeOffset="652119">26586 12208 24575,'-25'-25'0,"4"4"0,6 54 0,0 32 0,4 1 0,7-16 0,2 0 0,-2 4-2126,-5 2 0,-3 6 0,0-2 1,4-6 2125,7 14 0,2-13 0,-1-14 429,21-61 1,-16-6 0,15-20 0</inkml:trace>
  <inkml:trace contextRef="#ctx0" brushRef="#br0" timeOffset="652443">26494 12254 24575,'-25'-20'0,"61"-12"0,30-3 0,-8 14 0,8 4 0,-6-1 0,3-8 0,-5 6 0,-7 22 0,0 1 0</inkml:trace>
  <inkml:trace contextRef="#ctx0" brushRef="#br0" timeOffset="652818">26448 12600 24575,'-46'0'0,"102"-10"0,-13-3 0,7-3 0,1 1 0,3 2 0,3 0 0,1-2 0,-6-1 0,-1-1 0,1 0 0,0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23:38.9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18280 7375 24575,'0'0'0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38:00.88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1760 750 6813,'0'-20'-270,"0"-2"360,0 21-90,0-10 270,0 4-270,0 0 90,0 2 90,0-1 0,0 5 449,0-10 181,0 4-450,0 0 0,0-4 719,0 5 180,0-1-719,-5 2-360,3 5-180,-3 5 450,5 13-271,-6 2 1,5 10 180,-5 17-180,1-6-540,3 13 135,0-15 1,-1 3-46,2 3 0,2 0 45,-2 2 0,2-2-944,4 20-630,2-43 1439,6-27-540,-6 4 91,9-11 809,-14 6 0,25-34 0,-6-6 0</inkml:trace>
  <inkml:trace contextRef="#ctx0" brushRef="#br0" timeOffset="434">2042 283 7533,'-13'-38'1889,"3"19"-990,31 53-629,-5-1-45,-1-2 0,0 2 494,14 26-494,-18-28 0,-1 7-68,-1 9 1,1 10-1,-1 2 1,-2-8-1436,-1 2 1,-2 0 1277,2 12 0,-1 7 0,-7-12 135,-10-24 0,-4-5 54,0 1 0,-1 0-234,-11 8 1,-4-2-406,-9 3 0,-3-2 45,4-5 0,1-3-674,2-5 0,5-3 1079,9-1 0,42-33 0,20-2 0</inkml:trace>
  <inkml:trace contextRef="#ctx0" brushRef="#br0" timeOffset="9133">3236 677 6813,'12'-20'1169,"-5"3"-809,-1 10 720,-6-9 89,0 8 90,-6-10-449,5 5-91,-10 1-359,9 5-360,-3 7 90,0 7 0,4 16 270,-4-2 179,2 19 1,0 10-90,-2 6 0,-2 4-301,-1-6 1,-1 2 0,1-2-790,1 10 0,-1-6 730,-4-12 0,2-6-378,8-4 468,-3-16-180,-1 3 90,5-10 0,-5-6-360,1-2 910,4-5-730,-5 0 569,6 0-1649,0-5 1,0-13-270,0 3-1080,6-14 1800,-5 15 269,10-3-989,-10-1 809,10 4 630,-9 2 0,20-27 0,-2-1 0</inkml:trace>
  <inkml:trace contextRef="#ctx0" brushRef="#br0" timeOffset="9600">3236 652 7443,'7'-26'1619,"-2"-8"-360,1 3-719,6-2-360,2 3 629,15 12-179,8 11-450,-3 7 270,18 18-361,-30-3 811,18 25-540,-25-18 359,13 29-539,-20-22 540,3 34-361,-27-31 1,-6-1-180,2 23 0,-18-14 0,-3-6-180,9-5 45,1-10 0,-1-2 135,5 0-360,-4-10 0,-8-1-360,10-12-1528,-8-6-1440,25-2 3508,46 2 0,10-2 0,9 1 0,-6 4 0,0-1 0,0 1 0</inkml:trace>
  <inkml:trace contextRef="#ctx0" brushRef="#br0" timeOffset="10684">3802 1427 13199,'6'-17'1260,"17"-19"-1350,-2 3 0,2-1 0,18-17-135,-11 9 0,-2 0 225,-1 1-90,8-14 0,-21 24 90,2 7 0,-14 12 0,3 5 0,-5-4 0,0 10 0,0-5 0,0 6-809,0 0 719,0 6 90,0-5 539,6 5-179,-5-6-90,5-6 90,-1 5-900,2-10 810,0 10 0,-2-5 539,1 1-449,-5-2-270,5 0-450,-1 1 180,-3 6 270,3 0 0,1 6 360,-5 1-180,5 5 629,-1 12 181,1 34-511,-2-13 1,1 6 0,-2-3-570,1-4 0,-1 1-585,3 27 1,-1-10-856,-3-42 271,3-2 809,-5-13-1079,0-5 90,6-5 989,-5-2-1349,10-6 1709,-4-4 0,0-13 0,-2-9 0</inkml:trace>
  <inkml:trace contextRef="#ctx0" brushRef="#br0" timeOffset="12367">4984 763 7533,'0'-25'449,"0"1"-89,0 5-180,0 1 0,0 11 180,5-10 0,-3 14 179,3-18 541,-5 13 89,6-4-269,-5 6-541,5 6-179,-6 0 180,0 6-90,0 1-90,0 16 0,0 3 0,0 10 269,-6 6 1,1 3-270,2 9 0,-5-11 0,-3 7 0,2-1-1627,4 13 1,1-2 1266,-5-8 0,0-1 90,5 4 0,3-9 0,1-26-719,0 3 539,0-16-3688,0-1 3958,11-23 0,8-14 0,12-20 0</inkml:trace>
  <inkml:trace contextRef="#ctx0" brushRef="#br0" timeOffset="14183">4775 763 8432,'-6'-14'1259,"5"-2"-809,-4 14 270,5-3-1,5 0-539,-4 3 630,16-3-630,-9-1-270,15 5 270,-4-4-450,22 5-1529,15 0 1079,-13 0 271,7 0-1261,-25 0 1710,6 0 0,-10-11 0,-5-3 0</inkml:trace>
  <inkml:trace contextRef="#ctx0" brushRef="#br0" timeOffset="14717">4763 1427 7533,'-20'0'1439,"-3"6"-450,-2-5-629,10 5-180,-1-6 180,16 0 539,0 0 1,11-6-450,-3-1 89,21-5-359,-14 6 0,14 0-270,-5 6 360,13 0-1439,12 0 449,-11-1 0,2 2 720,-3 4 0,-1 1 0,2-3 0,-2 2 0,17 13 0</inkml:trace>
  <inkml:trace contextRef="#ctx0" brushRef="#br0" timeOffset="19899">2548 1255 7533,'-14'-7'1169,"-3"-4"-629,10 5-630,1-1 0,0-9 0,12 13 180,-5-14 0,10 10 90,-10-5-90,16-6 269,-14-1-269,8 0 0,-11 7 0,0 1 0,0 4 0,-6-5-90,-17 5-90,-37 23 180,26 7 0,1 3-90,-3-5 0,3 2 90,7 17 0,6 0 0,1-5 90,16 2 0,4 1-180,2-7 90,31 9-90,10-40 0,-9-1-90,11-16 90,-27 9-270,5-20-270,1 7-269,-6 2 449,-1 8-180,-11 16-629,9 13 1169,-2 3 0,21-18 0,3-13 0</inkml:trace>
  <inkml:trace contextRef="#ctx0" brushRef="#br0" timeOffset="20200">2744 714 7533,'-19'-19'0,"1"6"1619,6 2-810,6 21 181,11 25-810,8-1 0,4 2-1,6 26-1162,-5-27 0,-2-2 983,-3-1 0,-1 4-180,5 12 180,-8-8-270,7 13-899,-15 7-810,-6 4 1979,-2-29 0,-5-1 0,-14-2 0,-6-4 0,-4-4 0,0 1 0</inkml:trace>
  <inkml:trace contextRef="#ctx0" brushRef="#br0" timeOffset="20867">2338 2350 7533,'0'-35'-855,"0"0"1,0-30 2293,0 10-1169,0 21 539,-6-5-539,-1 25 809,-5 1-719,6 8-180,-5 5 90,10 0-90,-10 5 0,9 2-90,-9 22 0,10 4 0,-10 27-90,5-10 0,0 1 90,-1-14 0,0-1-303,0 10 0,1 1 258,1-11 0,-1-2-224,-1 9 268,1 3 1,0 0-90,-1-8 360,-3 14-90,8-40-180,-3-6-180,5-17-90,0-3 270,0-10-809,0-18 539,5 9-180,2-32 180,5 24-135,2-7 0,1-1 45,1 7 572,3-1 1,2 6-213,0 22 180,9-1-180,-11 27 719,-3 18 1,-3 10-495,-5 4 0,-1 2-612,2 4 0,0-1 297,-5-8 0,-3-5 180,-6 1 90,-13-1 0,-4-1-360,-4-4 0,-3 4 0,0-8-540,9-24-89,-14-2-540,18-12 269,-2-2 450,13-4 271,5 6-1081,0 0 811,5-1 732,2 6 0,39-20 1,8 0-1</inkml:trace>
  <inkml:trace contextRef="#ctx0" brushRef="#br0" timeOffset="21168">2658 2018 7982,'0'-26'3418,"11"36"-2698,19 51-315,-6-3 0,-2 9-435,-9-5 0,-3 7 0,0-5-242,2-17 0,-1-2 0,-6 1 32,-10 17 0,-7 2 1,1-11 59,-1 5 0,-12-9 0,-2-3 0,4-12 90,-14 7 0,11-19-90,1-9 177,-1 3-1526,-10 1 1529,13-4 0,4 9 0,19-4 0</inkml:trace>
  <inkml:trace contextRef="#ctx0" brushRef="#br0" timeOffset="27866">3729 2400 7533,'0'-19'1349,"0"1"0,0 5-1079,0 1 90,0 5 179,0-4-359,0 10 360,-5-5-360,3 1-180,-3 4 360,5-5-810,0 6 990,0 17-360,0-8 359,0 47-269,0-24-225,-5 15 0,-1 8-225,2 7 0,-1 1 118,-1-14 0,0 1-163,-1 22 1,3-8 134,2-27 180,-3 9-180,5-28-810,0-11 720,0-1 90,0-6-899,0 0 359,5-6-865,-3-1 865,9-5 630,-4-6 0,5-45 0,-6 23 0,1 0 0</inkml:trace>
  <inkml:trace contextRef="#ctx0" brushRef="#br0" timeOffset="28149">3692 2388 7533,'-32'-50'3238,"13"17"-1889,8-1-629,22 15 89,3 0-629,5 1 450,21 6-630,-6 5 0,21-4-90,-19 13 0,-1 0-180,9-6 90,13 10 90,-27-1-1529,12 7-360,-8 2 540,2 3 1439,-23 1 0,-57 12 0,13-11 0,0 0 0</inkml:trace>
  <inkml:trace contextRef="#ctx0" brushRef="#br0" timeOffset="28383">3754 2584 7533,'-39'7'7106,"20"4"-5847,37-4-1079,5 5-630,46-5 315,-35-1 0,1-1 135,27-4-1979,6 5 180,-31-6 1799,12 0 0,-20 5 0,-1 2 0</inkml:trace>
  <inkml:trace contextRef="#ctx0" brushRef="#br0" timeOffset="29899">4738 2867 5914,'0'19'1079,"-6"-6"-899,5-8 629,-10 0-629,9-3 180,-3 9 180,5-10 449,-6 5 91,5-6-361,-5 0-449,1 0 360,4 0-91,-5 0-449,6 0-449,0 0 449,0-11-1,6 8-89,12-30 0,24-16-179,-12 5 224,-4 6 0,-1 3-1261,-5 6 1036,5-12 180,4 5 0,-9 9 0,-1 2 90,-8 36 90,-6 22 90,-3 12-270,9 14 0,-4-25 226,5 18-3104,12-13 2878,1-7 0,18-41 0,0-27 0</inkml:trace>
  <inkml:trace contextRef="#ctx0" brushRef="#br0" timeOffset="30300">5611 2252 7533,'-24'-25'3778,"0"12"-3599,4 13 181,-3 24-630,3 20 90,8-10 1,0 4-1,-1 12 0,1 4 0,5-7 0,1 3 0,1 1-1401,1 4 1,2 1 0,1-3 1445,0 11 0,3-5 45,2-10 0,5-6-1349,13-2 1439,10-14 0,17-2 0,8-14 0</inkml:trace>
  <inkml:trace contextRef="#ctx0" brushRef="#br0" timeOffset="30633">6116 2498 7533,'-12'-13'2698,"5"2"-1618,-4 22-631,10 13-269,-10 20-225,7-1 0,1 3-45,-4 12-55,1-17 1,1-1-755,4 14-1,-5-3 271,6 11-1620,0-7 1889,0-28-507,0-5 867,0-22 0,-5-38 0,-2-10 0</inkml:trace>
  <inkml:trace contextRef="#ctx0" brushRef="#br0" timeOffset="30933">5956 2498 7533,'-33'-26'4767,"-6"-8"-2698,24 13-990,8-9-719,37 0-270,0 10 90,17 2-360,-6 7-810,26 4-134,-26 3 0,1 2 944,-7 1 0,1 2-495,6 0 1,-5 4 314,-12 7-1439,15 6 1439,-28-10 360,-10 25 0,-37 6 0,-14 4 0,10-3 0,1-1 0,0 0 0</inkml:trace>
  <inkml:trace contextRef="#ctx0" brushRef="#br0" timeOffset="31132">5809 3039 7533,'-27'20'1799,"4"-2"899,10-6-1349,18-5-1169,3-2 1709,44-10-1529,-18-4 0,2 0-180,31-6-765,-6-4 0,2-2 585,-15 9 0,-2 2 0,6 0 0,-1 1 0,-10 7 0,-1 0 0</inkml:trace>
  <inkml:trace contextRef="#ctx0" brushRef="#br0" timeOffset="31966">6792 2757 8162,'-18'-13'3508,"6"6"-2878,6-4-630,6 10 0,0-5 270,0 12 90,0 6 89,6 18-359,-5-2 450,15 29-450,-8-16 450,21 19 359,-3-16 540,16-35-1529,8-40-1124,-21-10 0,-3-5 1034,-5 11 0,-2 0-1844,6-16 0,-5 6 1575,-10 21-541,12-16 990,-15 28 0,-11 21 0,-5 6 0</inkml:trace>
  <inkml:trace contextRef="#ctx0" brushRef="#br0" timeOffset="33483">7630 2560 6633,'0'-14'1799,"5"-8"-1439,-3 19 180,3-13 179,-5 9-359,0 1 540,0-11-271,0 3-269,0-5-360,-5 6 180,3 2-180,-9 5 0,10-1-180,-10 2 90,-2 5-180,-11 0 0,-24 22 540,19-2 0,1 3-135,-2 4 0,2 5 90,-7 26 0,6 6 134,12-14 1,5 1-315,2 17 0,8-2-625,10-20 0,5-4 400,19 18 0,4-36-1079,10-7 989,-15-16-315,4 1 1,3-4-1575,16-21 2159,3 6 0,-26-11 0,-4-5 0,11-21 0</inkml:trace>
  <inkml:trace contextRef="#ctx0" brushRef="#br0" timeOffset="33850">8061 2067 7713,'30'10'1843,"1"16"1,2 12-1185,-9 4 1,-3 6 0,1-1-1066,12 10 0,-4 5 525,-10 2 1,-5 7 0,-10-2 30,-12-16 0,-6-2 0,0-1-375,3 18 0,-6-1 195,-9-11 0,-7 1 0,2-12-59,-13 0-1,3-7 0,-1-1 270,1-4-398,-3-9 1,-1-2-3021,-1 6 3238,-8-4 0,48-13 0,18-11 0</inkml:trace>
  <inkml:trace contextRef="#ctx0" brushRef="#br0" timeOffset="40183">2166 4208 8702,'0'-27'2519,"0"0"-1980,0 15-539,0-2 360,0 1-450,0 2-899,-5 16 359,-24 13 765,2 6 0,-2 6 224,-12 12 1,0 4-180,-2 6 0,4 2-135,10-3 0,7-1-90,7-15 0,8-3 45,25 10-90,-3-25 90,13-10 0,-8-1-180,4-1-629,39-9-1,-25-1 1,2-2 539,3-2 0,-1-3 270,-4 3 0,-5-6 0,-3-36 0,-12-2 0</inkml:trace>
  <inkml:trace contextRef="#ctx0" brushRef="#br0" timeOffset="40532">2448 3692 7533,'-5'-57'3238,"15"24"-2429,20-14-584,0 61 0,3 10 45,16 0 0,-9 28 0,-8 8 89,-14-7-739,2-7 0,0 2 425,-12-2 0,-3-3-657,8 26 791,-9-7 1,-3 3-1709,-3-24 1,-1 0 1483,0 11 0,-1-2 45,-4-12 0,-2-3 31,0 3 1,-4 2 58,-13 15 0,-5-1 0,2-9 0,0-1 171,-4 6 1,-1-6-1612,-12-7 1170,22-19 871,13-12-781,7-6 934,10 0 0,24-17 0,10-4 0</inkml:trace>
  <inkml:trace contextRef="#ctx0" brushRef="#br0" timeOffset="43416">3864 3925 7803,'0'-13'1439,"0"-9"-450,0 14-539,0-4 180,0 12-1,0 34-449,-4 4 0,-3 8-210,4 1 0,1 3 0,-1 2-374,-2 7 0,-2 1 1,1-1 133,2-1 0,-1 0 0,2-6-180,-1 2 1,1-8-630,3-1-1260,7-68 1979,5 5 360,-5-21 0,4 3 0,-4-9 0</inkml:trace>
  <inkml:trace contextRef="#ctx0" brushRef="#br0" timeOffset="43749">3815 3839 7533,'7'-58'0,"-2"6"1709,-5 22-540,11 3-809,8 9-270,2 6 809,35 40-719,-30-10 135,6 14 0,-1 4-135,-4 1-45,-5 1 0,-3 4 89,-7-1 1,-3-1-180,2-6 0,-4 1 225,-13 9 0,-10-2-180,-10-12 0,-4-4 90,-21 9-270,6-15 0,0-7-180,-9-13-3238,-3-11 3508,32 8 0,88-8 0,-13 11 0,0 0 0</inkml:trace>
  <inkml:trace contextRef="#ctx0" brushRef="#br0" timeOffset="44466">4541 4664 7533,'-13'-5'1979,"-9"3"-1530,19-3 631,-14 5-721,16 0-448,-5 0 538,6-6-269,0 5 0,0-16 0,0 15-90,6-15 0,1 5-90,5-2 0,1-3 180,4-7-450,13-12 540,3-10-180,-9 16 0,0 0-90,9-10 270,2-6-1,-10 20 1,-11 13-180,-3 8 90,-11 18 180,0 4-270,0 2 90,0 1 0,5 14-90,-4-12-450,5 8 180,0 4-900,-5-18 541,10 13-1,-5-11-1079,7-5 720,-1 5-631,5-11 1530,3-1 0,21-28 0,4-6 0</inkml:trace>
  <inkml:trace contextRef="#ctx0" brushRef="#br0" timeOffset="45549">5365 4196 9242,'-20'-6'1349,"4"0"-360,10 1 451,0 4-1261,-1-11 901,1 11-810,6-4 0,0 5 359,-5 0-449,3-6-180,-3 5 180,5-5-270,0 6 90,0 0 0,5 0 90,-3 0-180,9 0 0,6 0-90,20 0 180,3 0-1221,2-1 1,10-2-1,-5 2 1176,-12 0 0,1 0 45,33-2 0,0 1-676,-31 1 0,-5 2 496,15-1-45,-12 0 0,-2 0 225,-6 0-316,6 0 496,-22 0-180,-5 0 359,-1 5 2565,-6-3-2564,0 3 1465,-6 1-1645,5-5 402,-10 10-42,-1 12-1,-2 5 91,-3 14-900,10-11 180,-4-1 270,9-5-899,-3 0-1260,5 5 719,0-10-808,11-2 448,3-7 1620,16-10 0,18-17 0,9-12 0</inkml:trace>
  <inkml:trace contextRef="#ctx0" brushRef="#br0" timeOffset="46184">6953 4036 0,'42'-35'1140,"-14"13"2169,0-12-2769,-16 20 1291,-5-4-842,-1 0-269,-6 5-90,0-5 238,-34 12 0,-9 5-868,8 1 1071,-14 3 0,-5 7-1431,13 10 1,0 6 44,-12 9 0,-2 5 375,18-9 0,-1 1 0,2 1-150,1 0 0,2 2 0,6 1-135,4 12 0,9 1-135,7-8 0,8 0 90,8 3 1,7-3 314,9-5 0,5-4-45,-10-5 0,8-3-360,17-7 0,16-3 0,3-3 1,-12-1-533,-7-1 0,-1-2 802,5-1 0,9 0 0,-1-2 0,-11-3 141,13-8 1,-8-33-1,-23 17 1,-1 0 0</inkml:trace>
  <inkml:trace contextRef="#ctx0" brushRef="#br0" timeOffset="48999">2055 5710 7533,'-14'-14'1709,"-2"-2"-1349,15 14 359,-10-3-359,10 0 270,-5 3-810,1-3 270,3 10-90,-3 2 179,10 5 91,2 6 0,10 12-270,-3 14 0,4 12-180,-6 6-101,0-1 101,1 1 180,-6-17-90,-2-10 0,-5-11 270,0-5 0,0-6-90,-5-7-450,-2-19 450,-6-11-360,1 3 90,0-2-270,-6 5 1,-12-6 359,8 9 191,-12-2 79,15 17 0,-11 11 899,-1 14-539,-1 13 180,2 11-1,11 1 1,7-1-450,6-5-90,17-8-270,3-11 450,21-7-720,-7-11 270,7-1-90,1-6-360,7 0-719,8-11 629,-2 2-1618,4-20 898,-13 9 1350,2-5 0,-22-4 0,-9 4 0</inkml:trace>
  <inkml:trace contextRef="#ctx0" brushRef="#br0" timeOffset="49316">2375 5476 7533,'-14'-48'3867,"9"4"-2247,28 43-1441,-6 6 361,39 31-360,-26 16-1471,-3-13 0,-1 1 1380,-12-5 1,-2 0-135,1 1 0,-3 1 133,-6 3 1,-1 3-89,0 6 0,-1 2 0,-6 14 0,-3 0-629,2-12 0,-3-2 539,-3-3 0,-3-2 0,-6-6 0,-1-3-90,-7 12-924,-6-5 0,-1-2 1104,4-11 0,-16 9 787,18-29-1237,14-10-752,-2 5 1202,11-6 0,23 5 0,4 2 0</inkml:trace>
  <inkml:trace contextRef="#ctx0" brushRef="#br0" timeOffset="52816">3667 5649 7533,'-14'-28'3418,"-2"1"-2519,9 25 361,-5 2-721,0 40-179,5 8-180,1-7 0,1 3-512,4-4 1,1 1 106,-3 4 0,0 1-45,3 1 1,0-1-226,0-1 0,0-2 315,0 25 0,0-15-809,0-16 719,0-11-449,0-3-451,0-16 181,0-1 629,6-6 573,-5-6-933,5-1 720,-1-5 0,2-28 0,5-6 0</inkml:trace>
  <inkml:trace contextRef="#ctx0" brushRef="#br0" timeOffset="53133">3642 5673 7533,'-5'-55'1259,"3"10"540,13-13-1439,-1 29-90,19-5 269,-10 21 91,17 6-270,2 7-90,6 18 89,3 8 1,-3 22-180,-5 3-135,-17-8 0,-4 3-135,-3 11 45,-4-22 0,-5 0 135,-23 11-90,2-17 90,-11 3 0,-5-2 0,0-5-90,-7 0 0,-4-5-630,-16-17 630,4 1-719,9-11-1,33-9-1978,-1 2 2698,12-5 0,35 2 0,20 4 0</inkml:trace>
  <inkml:trace contextRef="#ctx0" brushRef="#br0" timeOffset="53632">4627 6030 7533,'-45'0'2338,"9"-5"-1618,19 3-90,5-9-91,5 10-179,1-10 90,12 4-270,1-6 0,10 7 269,13-5-269,-3 4-90,9 1 270,5-5-180,-7 4-315,4 4 0,-1-1 135,2-7-1009,24 9 470,-21-3-631,-8 5 541,7 5-1,-16 2-449,-6 6 449,-1-1-449,-11 6 629,-1-5 90,-6 5 423,-6-6 0,-22 0 0,-11 0 1,-5 1-1,0 0 0</inkml:trace>
  <inkml:trace contextRef="#ctx0" brushRef="#br0" timeOffset="53849">4615 6141 7533,'-37'0'4497,"11"0"-3867,30 0-270,1 0-181,29 0 91,-3 0-90,-4 0-540,42 0 360,-21 0-1124,-9 2 0,1 1-1305,21 4 2429,1 11 0,-31-2 0,-1 3 0,1 4 0,-1 0 0</inkml:trace>
  <inkml:trace contextRef="#ctx0" brushRef="#br0" timeOffset="54250">5009 5784 7533,'-13'-19'0,"6"1"1529,2 11-630,5 2 1,11 5-630,-3 0-1,10 5 271,10 7-360,-6-4 90,14 14-180,5-8-90,-12 11 90,17-6-540,-3 15 360,7-1-225,-21-12 0,-2 2 136,23 19 628,-14 0-269,-16-3 0,-20 3 630,-25 6-1,-13-3-719,9-17 0,-2-1 0,3-2 0,-2-1-225,-14 4 0,-1-1-270,14-6 1,1-2 314,-30 11-1260,31-14 631,17-14 269,-1 3-1259,1 0 450,5-4 1259,2 5 0,32-17 0,8-2 0</inkml:trace>
  <inkml:trace contextRef="#ctx0" brushRef="#br0" timeOffset="54791">6633 5649 7533,'-30'-43'3418,"9"21"-2159,-18-5-1439,17 26 90,-14-5-450,-10 12 91,-12 11 194,15-1 0,-5 5 374,1 8 1,-3 6 0,3 1-486,9-5 1,1 0 0,1 3 694,-4 7 1,-1 2 0,9 0-150,6 6 0,11-1-183,10-4 1,10-2 2,6-3 0,8-3 45,7 2 0,4-3-196,-2-11 0,3-3-29,3-1 0,3-4 45,4-6 1,1-3 89,-6-2 0,2-3-495,13-2 0,7-2 1,-6-1 134,-6-1 0,-1-1 405,6-3 0,5-2 0,-7 0 0,-14 0 0,-3-1 0,6-4 0,0 0 0</inkml:trace>
  <inkml:trace contextRef="#ctx0" brushRef="#br0" timeOffset="57735">1760 7642 7533,'-19'0'989,"6"0"-809,2 0 540,10 0-271,-10 0-89,10 0-90,-5 0 90,12 0-180,0 0 179,18 0-179,2-5 180,11-2-180,16-11-270,-12 4 90,7-9-90,-24 9 180,-6-3-180,0-6 0,-4 2-90,-2-15-90,-12-1 270,-12 10-269,-13 4 179,4 17-630,-24 12 630,11 6 0,-15 7-90,12 1 990,-10 19-1,19-5-449,-13 21-325,27-22 235,-3 6-90,16-13 0,-5 6-90,12-7 90,6 3-270,35 4-90,-5-5-225,-6-14 1,0-3 44,14 1-810,-6-9 541,-3 3-900,-4-16 1529,1-2 0,-1-28 0,-7-5 0</inkml:trace>
  <inkml:trace contextRef="#ctx0" brushRef="#br0" timeOffset="58065">2350 6879 9062,'-12'-13'1439,"5"2"-1259,1 11-180,6 0 360,33 33 1169,-3 2-1349,-5-7 0,0 0-2035,10 14 2124,-10-1-44,-2 4 0,0 3-180,-7-14 0,-1 1-45,7 21 0,-4 4-284,-8-7 1,-7 1 328,-5 10 0,-7 4-444,-3-8 1,-5 4-1,-2-4 159,-1-9 0,-3-3 1,1-3-97,-7 13 1,-1-8-205,-15-5 1465,27-32-1194,4-1-285,-4-5-615,0 4 1259,10-4 0,-8 0 0,10-2 1</inkml:trace>
  <inkml:trace contextRef="#ctx0" brushRef="#br0" timeOffset="64715">3864 7285 7263,'0'-14'899,"-5"-7"451,3 7-991,-9-5 91,10 1-270,-4 11 180,5-4-180,0 10 269,0-10-449,0 9 360,0-3-270,0 5 270,0 16-90,-6 43-90,5-7-225,-4 7 0,-1 8-45,0 1 0,-1 1-1032,3-17 0,-1 1 0,0-2 1122,-1 14 0,0-4-124,3-16 0,1-11 124,2-20-2069,0-3 1169,11-44-809,-9 19 1709,15-37 0,-10 3 0,5-16 0</inkml:trace>
  <inkml:trace contextRef="#ctx0" brushRef="#br0" timeOffset="65116">3815 7174 7533,'-7'-46'1979,"1"12"-1440,6 23 181,11 4-540,-2 0 359,25 1-359,-12 12 270,29 12-270,-22-3-45,3 4 0,-1 2 45,0 1-45,-2 2 0,-1 3 134,-1 8 1,9 12 0,-23-15-180,-2-7 180,-11 3 180,-11-7-91,3 4-179,-21 3-180,9-13-180,-32 25 1,11-24-91,-19 13 180,27-17 0,-2-5-180,11-2 180,4-5-180,-3 0-449,5 0-1170,4 0-990,7 0 2879,8 0 0,34 0 0,5 0 0</inkml:trace>
  <inkml:trace contextRef="#ctx0" brushRef="#br0" timeOffset="65866">4861 7544 7443,'-28'-7'1799,"1"2"-1080,20 5-539,1-6 180,0 5 90,6-5-270,0 6 449,0-5-449,6 3 630,11-9-720,-2 4 90,8 0 179,6 2-314,4 4 0,6 2-1831,13-1 0,3 0 1786,-5 0 0,0 0 0,5 2 0,0 1-1349,-1 3 0,-2 1 269,-9-3 1,-1 0 899,5 2 0,-4-1-1349,-3-5 1529,-33 0 0,-1 0 0</inkml:trace>
  <inkml:trace contextRef="#ctx0" brushRef="#br0" timeOffset="66315">4935 7790 7533,'-26'0'-270,"3"-6"630,10 5 179,-10-10-449,13 9 1260,-12-9-271,21 5-719,1-6 629,29 5-449,27 1-360,-1 6-225,-7 3 0,1 0-135,1 4-450,5 0 1,5 3-136,-3 5 0,0 0-494,8 2 0,-2-1 973,-11-3 0,-4 0 286,15 9 0,-50-21 0,-2 5 0</inkml:trace>
  <inkml:trace contextRef="#ctx0" brushRef="#br0" timeOffset="67048">5587 7359 7533,'-26'-14'1979,"3"-7"-1620,10 12-359,6-9 180,-4 12 0,10-5 0,-5 9 0,6-3-90,0 5 0,0 0 90,6 0 359,12 16-269,19 10-180,-10 1 0,2 1 0,17 8-315,-10-5 0,-3-1-134,-8-6 89,8 4 0,0 1 90,-14-6 135,10 0 0,-2-1 45,-10-7 0,12 14 0,-17-21-90,-5 3 360,-1-6-270,-6-3 90,0 3 270,0-5 989,0 0-270,-11 6-1079,2-5 180,-14 16 0,9-9-360,-9 15 0,-13 13 90,8-8 135,-7 2 0,-4 3-135,6-3 0,1-3 45,-1-2 0,0-1-630,0 1 1,3-5 494,9-13-899,-8-2-990,21-16 2069,-3 3 0,28-27 0,3 2 0</inkml:trace>
  <inkml:trace contextRef="#ctx0" brushRef="#br0" timeOffset="67732">5230 7273 7533,'0'-27'2158,"-6"-1"-2068,5 27 0,-5-5-449,6 6 1078,-5 0-809,3 0-90,-8 6-629,-8 11 629,-2-1 90,-5 7-270,-4-5 90,-24 23 180,9-11 180,-2 4 0,0 0-180,2-4 495,-4 5 0,-1-2 224,10-8-179,-3 0 0,-1 1 90,2 5-271,-2-9 91,19 5-630,19-25 270,5 9-90,0-10 1,5 5 89,2 5 0,5-9 89,1 15 271,4-5 630,19 24-630,4-2 179,9 14-909,-12-22 460,-7 2 270,6-3-990,-9 1 389,3-3 1,3 0-1918,9 12 1123,-12-14 1,0 0-405,13 9 1439,-17-11 0,19-18 0,-5-8 0</inkml:trace>
  <inkml:trace contextRef="#ctx0" brushRef="#br0" timeOffset="70017">6657 7285 7533,'-6'-14'1349,"1"-2"-719,5 15-540,-6-4-1,5 5-268,-5 0 358,6 5 181,0 7-90,0 18-180,0 14 90,0 17-45,0-24 0,0 0-263,0 3 0,0 1 38,1 5 0,-2 0-90,-1-2 0,-1-1 90,2 1 0,0-2-360,-4 27 181,5-26 179,0-14-1799,0-22 1889,5-7 0,-3-51 0,3-16 0</inkml:trace>
  <inkml:trace contextRef="#ctx0" brushRef="#br0" timeOffset="70300">6423 7273 7533,'-25'-33'2158,"2"4"271,11 12-1979,5 3 359,12-9-269,14 9 0,13-9-540,15 9-496,-7 2 496,13 1-989,2 9 899,13-9-405,-25 10 1,0 1-271,-4-1 0,-1 2 135,2 1 1,-2 3-900,13 7 989,-14 1 540,-14 10 0,-44 8 0,-8 13 0</inkml:trace>
  <inkml:trace contextRef="#ctx0" brushRef="#br0" timeOffset="70575">6338 8048 7533,'-9'-7'4767,"16"2"-4497,14 5 270,14 0-181,-3 0-134,6-2 0,4-1-45,-5 2 0,2 0-3251,15-2 1,1 1 2980,-17 2 1,-1 0-1126,3-1 1,-3 2 1428,4 4 1,-6 2 0,-24 5 0</inkml:trace>
  <inkml:trace contextRef="#ctx0" brushRef="#br0" timeOffset="92507">12048 947 7533,'-19'-12'0,"1"0"1349,11 5-540,-4-4-359,10 10 450,-5-10-541,6 10 271,0-16-450,0 14 0,6-13-180,6 9 270,12 0-180,13-4 90,-4 4-270,3 1 0,-1 0 180,9 1 0,7 4-360,3-5 0,-4 12 0,-12 0 270,-3 6 270,-21-5 0,-3 15 90,-22-1-181,-8 16-89,-7-6-90,-10-1-179,-6 6-539,15-15 1,-2 2 807,-5 4 0,0 1-90,-19 18-216,2-5 621,23-15 0,2 0-226,-5 0-44,3 3 0,5-2-45,15-18-90,-3 13 270,11-15-540,5 5 90,8 1 957,1-6-1047,4-2 244,5 1-333,8-5-3573,13 5 3662,-6-6-90,-7 0-719,8-6 179,-10-1-179,19 0 269,-6 2 810,-15-1 0,2 5 0,-17-5 0</inkml:trace>
  <inkml:trace contextRef="#ctx0" brushRef="#br0" timeOffset="93157">12663 455 7533,'-26'-33'449,"8"5"-89,7 21 90,10-4-270,-5 9-270,12-3 180,0 5 0,7 5 0,5 2 270,-4 6 89,15 10 1,2 8 0,18 18 269,-24-19 1,0 2-594,4 4 1,-3 2 278,-2 5 0,-4 0-315,-3-8 0,-2 1 584,-3 25 1,-6-1-1226,-12 7 506,1-17 0,-4-1 45,-21 6 180,4-11-180,1-12 0,-2 0 0,2-2 0,-2-1 0,-7 5 0,0 0 0,5-6 0,2-1-2564,-1 1 1,2-3 2023,5-2-1079,-1 10 1619,22-32 0,22 10 0,4-4 0</inkml:trace>
  <inkml:trace contextRef="#ctx0" brushRef="#br0" timeOffset="106315">14497 763 8072,'13'-14'1619,"4"-2"-809,-10 9 809,21-16-90,5-8-449,11-19-361,-13 5-1348,-24-3-181,-32 22 360,-3 8 180,-13 13-1079,-11 5 944,15 5 1,-1 1 314,-26 2 45,17 5 0,4 3 135,19 4-270,-27 16-180,42-10 180,-13-2 0,20-1 180,-3-9-270,10 42 1,24 5 448,-5 4-134,0-20 0,3 1 135,-7-8 0,-1 0-180,-2-4 0,-1 0 225,-3 13 0,-3-4-135,-5-13 719,-5 17 1,-5-22-630,-2-6 1799,-27 10-720,-17-20-989,3 7 270,-15-16-630,36-5-360,-8-13-1529,15 3 1169,8-8-3237,12 16 3327,12 2 720,13 5 0,28 0 0,12 0 0</inkml:trace>
  <inkml:trace contextRef="#ctx0" brushRef="#br0" timeOffset="106784">14607 1416 7533,'-19'0'1079,"1"5"-539,6 1-360,0 1 1888,0 21-1708,5-17 270,2 45-900,5-32 90,0 23 270,0-28-270,0-2 180,5-4-270,-4-6 180,5-2-179,-1-10 628,-3-2 181,14-33-270,-8-1-45,0 5 0,1 0-167,4-16 121,-6-2 271,4-4-614,-4 10 344,5-18 270,6 6-361,-10 14 91,9-2 180,-5 12-270,1 21-90,10-1 180,-14 21-2249,18 18 1799,-17-1 203,13 14-113,-5-1 270,-10-13 534,2 12-714,-4 2 180,-5-13 0,5 11-180,-6-16 989,-6-4-629,-6 4 270,-1-6-181,-5-5-89,6-2-270,-6-5-270,-7 0-1439,-6-11 1619,10 9-989,0-14 629,19 14-1708,-9-3 2158,10 5 0,23 0 0,11 0 0</inkml:trace>
  <inkml:trace contextRef="#ctx0" brushRef="#br0" timeOffset="107407">15321 1366 9242,'-13'-13'2293,"21"-23"1,11-5-2114,1 6-1199,2-9 1,3-2 838,9 4-270,-1-14 360,0 9 500,-5 6-320,-15 18 170,-1 15-260,-5-3 90,-2 6 0,-5 3 738,0-3-649,6 15-89,-5-1-180,5 8 180,-6 1-90,5 12-90,2-2-539,5 34-1530,6-8 1350,-5 3 809,1-21 0,7-8 0,28-22 0,-14 1 0,0 0 0</inkml:trace>
  <inkml:trace contextRef="#ctx0" brushRef="#br0" timeOffset="108391">16232 738 7533,'-12'-19'1169,"5"7"-449,-4 1-271,4-1-269,-6 3 270,1-7-270,-11 20 0,-3 41-225,9-4 0,3 7-195,5-3 0,2 4 0,3 1-60,3 0 0,3 2 1,3-4-61,4 15 0,13-18 720,23-37 0,5-23 404,-6-33 1,-5-14-526,-9 21 1,0-1 0,-4 4-555,-5-1 1,-2 18-1607,2 57 0,-4 24 1831,-12-13 0,4 3 226,25 8 1,13 3 0,-6-17 582,-9-25 600,9-40 0,9-24 1,-13-2-1545,-25-2 0,-9-8-1097,3-8 1,0-14-1,-1 3 1,-6 20 1321,-10 9 0,-1 12 0,16 85 0,0 1 0</inkml:trace>
  <inkml:trace contextRef="#ctx0" brushRef="#br0" timeOffset="108918">16957 1181 10321,'-12'51'1079,"-1"0"1,0-1-1,1-4 1,7-21-1080,20-59 0,14-40 0,-2 5-225,-10 10 0,5 14-405,19 23 1,-3 19 269,-21 29 360,-41 17 0,-5-3 0,25-29 0,-30 8 0,-1-1 0</inkml:trace>
  <inkml:trace contextRef="#ctx0" brushRef="#br0" timeOffset="110432">13463 1243 7533,'-14'0'1529,"3"-6"-810,6 5 361,9-15-1080,-8 13 0,15-13 360,-4 9-1,11-6-269,-5 1 360,21-17 0,-17 7-450,6-8 90,-18 13-90,-5 10 90,-11-4 0,3 9-630,-26-3 540,12 5-180,-13 0 0,10 0 0,-5 5 90,4 2 180,-4 11-90,5-4-90,0 4 90,1-1-90,5-3 90,-4 9-90,9 13-3302,2-13 3302,6 17 360,6-16-270,11 8 180,-2-6 0,14-3-180,-4-5 90,16-4-90,-2 3-180,4-10 0,-12-2 3572,-8-5-4381,-5 0 449,1 0 180,-6 0 360,9-11 0,-2-24 0,11-17 0</inkml:trace>
  <inkml:trace contextRef="#ctx0" brushRef="#br0" timeOffset="110732">13647 726 7533,'-19'-26'1709,"7"3"-450,1 5-989,10 9 270,-5-2-451,6 17-1168,17 23 2158,3 11-899,-1-8 0,-1 3-1675,8 22 1585,3-2-90,-10-7-1644,-6-16 1,-1 1 1553,7 27-45,-7-7 0,-1 0-261,-3 15-9,-1-15 0,-3-1 45,-9 8 90,0-21 1,-3-1-181,-11 7-360,-11 3 451,4-16 9,-15-2 170,8-6 180,-4-5 0,-4-1 0,3-5 0</inkml:trace>
  <inkml:trace contextRef="#ctx0" brushRef="#br0" timeOffset="111559">13020 2560 7533,'-14'-40'2518,"3"6"-2698,11 27 450,0 2-180,0 16-90,5-4 270,2 17 90,0 6-270,4 3-90,-4 9 90,0 0 180,-2 19-1445,-5-3 1085,6 9 180,-5-1-360,2-27 1,0 1 179,-5 8 0,-2-1 0,4-5 0,-1-1 0,-2-4 0,0-2 180,3 7 90,0-16-180,0-9 270,-5-17-270,4-12 180,-5-7 0,6-11 89,-5 4-718,3-10 89,-3-6 360,5 8-2398,0-29 2398,0 38-459,0-20 639,0 26-90,0-6-90,0 6 0,0 7 0,0 6 3121,5 12-3300,13 23-91,3 7 0,0 6 180,-5-7 0,-1 1 180,9 14 0,-3 0-180,-13 6 0,3-13 180,-11-7 1269,-6-6-1179,-28-10 0,10-2-90,-17-18-90,17-7-90,5-5 90,0 0-630,1 0 360,6 5 90,5-4 1,-3 9-1081,8-9 1260,-3 4 0,43-16 0,9-2 0</inkml:trace>
  <inkml:trace contextRef="#ctx0" brushRef="#br0" timeOffset="111907">13598 2388 7533,'-13'-21'4317,"2"10"-4047,16 18 450,8 27-361,0-5 1,5 18-180,-6-4-90,12 22-4161,-4-4 3981,-8-20 0,1 1 90,5 21-93,-14-18 1,-3 6 0,0-3 2,2-2 0,0-1 60,-1 1 0,-1 2 0,-4-1-150,-10 14 0,-2-6-1034,-3 12 1214,-1-19 0,-3-3 0,-2-3-1669,-1-10 1669,1-7 2209,-1-8-1310,-11 1-629,15-9-90,-8 2 0,11-11-990,4 5 1134,-4-4-414,6 4 1217,0-5-1127,0 0 3482,5 0-7080,-4 0 3598,10 0 0,1-5 0,7-1 0</inkml:trace>
  <inkml:trace contextRef="#ctx0" brushRef="#br0" timeOffset="116948">14546 2658 7263,'-20'-19'-90,"3"6"90,17 2 630,-5 5-91,3-6-269,-3-1 0,5 1 90,0 0 0,0-1 179,0 6-179,0-4 0,0 4 0,0 0 269,0-3-449,0 9 0,0-10 0,0 10 0,0-5-270,0 6-180,0 0 90,-6 0 180,-1 6 0,0 0 0,-9 23 0,2 14 0,-5 20-417,10-19 0,1 2 417,1 4 0,1 0-135,2 6 0,2 1 180,0-2 0,4 0-360,2-4 0,4-3 144,3-12 0,2-2-189,19 19 1,10-29 89,-9-11 360,8-19 0,-15-13 180,4-12-91,-11-6-269,-1 5 450,0-14 468,-10 17-558,13-33-270,-18 37 528,8-20-78,-5 31-270,-5 2 180,5 6-900,-6 23 450,5 14 0,8 19 0,-2-16 0,2 0-530,4 0 0,3 0 485,4 4 0,2-2 0,0-6 0,3-3 225,4-3 0,2-5-423,27-2 1682,0-28-1169,-18-4 764,-19-16 1,-4-6-495,1-3-225,-7 7 0,-2-3 584,5-29-449,-4 16-315,-5 12 0,0-3 135,3-26 90,-5 7-450,-2 13 0,-4-1 0,-18-20-540,2 4 271,-10 23-1,7 34-1979,0 0 732,5 6 618,1 6 931,7 0 148,5 7 0,27 21 0,7 5 0</inkml:trace>
  <inkml:trace contextRef="#ctx0" brushRef="#br0" timeOffset="117415">15628 3274 7982,'-7'-20'1799,"2"8"-539,0-5-901,4 15 631,-4-15-540,5 11-270,0-1-270,0 1 270,0 6-540,-6 6 360,5 12-90,-5 8-90,1 16-90,3-9 90,-3 2-1169,-1 1 359,5 2-359,-5 6 810,6-7 89,0-13-540,0 0 990,0-16 0,0-8 0,0-14 0</inkml:trace>
  <inkml:trace contextRef="#ctx0" brushRef="#br0" timeOffset="117748">15482 3274 7533,'-6'-25'1979,"-1"-11"-1620,0 20-179,2-11 990,-1 20-361,5 0-179,-5 1-360,6 6 179,0 0-449,6 0 270,1 0 180,10 0-270,-9 0 90,8 0-360,2 0-450,3 0 360,15 0-180,-5 0 270,-5 0-989,14 0 539,-24 0-1798,24 0 1528,-20 0-359,-1 6 449,-2-5 720,-16 10 0,-23 12 0,-11 10 0</inkml:trace>
  <inkml:trace contextRef="#ctx0" brushRef="#br0" timeOffset="117998">15420 3556 7533,'-20'6'2608,"2"-5"-2068,6 5 359,5-6-719,2 0 540,5 0-1,0 0 721,16 0-1440,-6 0 359,35-11-3751,-11 3 3482,10-5-1169,-8 8 359,-6-1-1079,7 5 270,1-10 1529,4 9 0,-5 19 0,0 10 0</inkml:trace>
  <inkml:trace contextRef="#ctx0" brushRef="#br0" timeOffset="118560">16736 2880 7533,'-24'-7'1889,"10"-4"-810,-3 10 0,11-5-629,-1 6-450,2 0 180,-1-6-180,5 5-90,1-4 360,12 5-90,2 0 0,9 0-90,1 0 180,19 0-450,-7 0 0,1 0 90,18 0 0,10 0-630,-30 0 181,13 5-361,-12 2 1,21 5-181,-24 1 540,-2-1-899,-8 0 1439,-16 0 0,-23 6 0,-11 1 0</inkml:trace>
  <inkml:trace contextRef="#ctx0" brushRef="#br0" timeOffset="118878">16724 3138 7533,'-38'-7'4677,"13"1"-4227,25 6 89,19 0-179,2 0-225,14 3 0,2 0-135,-1-2-510,7 4 0,12 1 1,-7 0-570,18 2 584,-8-2 0,0 1-2653,8 9 3148,-25-13 0,-11 8 0,-26-11 0</inkml:trace>
  <inkml:trace contextRef="#ctx0" brushRef="#br0" timeOffset="119397">17228 2719 7533,'-1'-24'2473,"37"36"1,12 12-2564,6-1-150,-7 6 0,7 9 0,-6-1 15,-7-2 1,-2 2-1214,-1 5 1,2 5 0,-5-6 1707,-5-11 0,-9 2 1604,-13 23 0,-22 1-1994,-25-23 0,-18-6 0,3-1-499,4 5 1,0-1 378,0-4 0,-4 1 1,8-2-3091,10-1 0,8-3 3330,6 0 0,-4 6 0,7 2 0,26-4 0</inkml:trace>
  <inkml:trace contextRef="#ctx0" brushRef="#br0" timeOffset="121226">18828 2597 7533,'11'-25'1529,"-8"11"360,8-2-540,-5 3-719,-5 0-271,5-5-179,-6 12 90,0-6-450,0 6-269,-17-12 269,7 9-360,-57-7 180,0 14 315,26 1 0,-1 2-540,-2 9 1,6 4-46,4 13-179,0 32 719,27-24 90,1 7 270,28 13 134,-1-20 1,2 2-270,9 20 0,0 3-452,-2-10 0,-3-2 317,-4 0 0,-5-2 0,-5 4 220,-8 20 499,-16-22 1,-3 12 629,-32-12-629,10-21-540,-11 2-1,6-22 1,13-7-270,-2-7 180,7-5 523,9 0-343,-9-6 71,4-1-1960,0-6 989,7 12 271,1-4-1440,9 16 90,-3-10 1709,16 9 0,41 13 0,-16 0 0,0-1 0</inkml:trace>
  <inkml:trace contextRef="#ctx0" brushRef="#br0" timeOffset="121633">19197 3372 7533,'7'-30'1799,"4"4"-1440,-9 1 901,3 2-990,-5 9 269,0-4-179,-5 6-90,3 0 360,-9 5 89,-1 2-629,-7 5 270,-11 0-180,4 5-90,-26 29 180,22-9-1742,1 5 1,0 3 1471,2 1-270,-3 8-8,12 5-711,12-2 629,6 0-2056,12-4 1607,7-16 269,11-6 270,7-1 0,1-12-719,10 0 2188,-4-6-1649,5 0 450,1-6 0,-11-11 0,3-5 0,3-5 0,1 0 0</inkml:trace>
  <inkml:trace contextRef="#ctx0" brushRef="#br0" timeOffset="123575">13007 4910 13110,'0'-14'-540,"0"3"450,0 11 180,0-5-180,0 4 90,0-4-90,0 5 90,0-6 0,0 5-180,0-5 180,-5 6 0,3 0-90,-3 0 90,5 0 0,0 0 0,-6 0-90,5 0-180,-5-5 270,1 3-90,-1-3 0,-1 5 0,-4 0 270,10 0-180,-10 0 0,9 0 0,-3 0-90,-1 0 0,0 0 0,-12 0 90,4 5 0,-9 2-89,-2 11 89,5 1 359,-26 21-269,23 0 0,-12 15-90,17-11 0,11-7 90,2 9 0,5-6-90,5 3-90,2-1-90,11-22-269,17 20-1,10-24-899,17 7-2673,-1-17 3032,-16-6 361,2 0 629,-21-6 0,15-22 0,-3-12 0</inkml:trace>
  <inkml:trace contextRef="#ctx0" brushRef="#br0" timeOffset="123917">13315 4418 7533,'-7'-21'3148,"2"0"-2339,10 14-89,13 11 0,14 9-540,11 25-1,-18-13 1,0 4-382,0 6 0,-1 4 382,-1 6 0,-2 3-225,-1 6 0,-3 3-180,-5 6 0,-5 2 90,-5 2 0,-4-2 90,-3-10 0,-4-3-135,-2-3 1,-3-3 44,-5-4 0,-3-1 180,3-5 0,-1 1-431,-7 6 0,-1-2 521,3-9 0,1-2-282,-20 19 237,7-18 90,12-7-1709,8-12 270,4-5-810,7 4 2069,0-9 0,12 8 0,1-3 0</inkml:trace>
  <inkml:trace contextRef="#ctx0" brushRef="#br0" timeOffset="127923">14522 4763 7533,'-27'-40'1529,"4"11"-1439,16 23 1349,-4 1-1169,10 4-360,-5-4 450,0 15-450,5 4 270,-15 32-90,13-10-1,-13 17-89,15 6-363,-5-17 363,6 23-270,0-5 180,6-12-90,1 16-965,10-15 875,2-9 180,0 1-270,16-17 270,-19-4 180,18-8-90,-9-6-90,1-12 630,10-17-450,-11-4 90,11-27 257,-10-2-437,-1 9 90,-8 6-270,-10 29 712,-1 6-532,-6 6 720,0 55-630,5-8-270,0-3 0,3 2-1471,3-8 0,2-4 1381,13 13 180,10-1-99,-10-26 459,4-3-90,11-4 719,4-18-179,11-13 449,-7-27-1343,-29 13 0,-3-2 894,8-20-271,-8-4 181,-4-7-270,-7 16-270,-3 14 0,0-1 93,-3 1 1,0-1-184,-3 1 0,0-1-180,-2-8 0,-2 2 0,-7-16 180,3 17 260,-6 23-1249,9 12-1350,-5 0 4472,8 6-2133,5 17 0,27 8 0,8 19 0</inkml:trace>
  <inkml:trace contextRef="#ctx0" brushRef="#br0" timeOffset="128597">15605 5377 5824,'-20'-6'2878,"2"1"-2698,12-1 90,0 5 90,0-5 179,0 6-179,-1-5-90,1 3-90,6-3 270,-5 5-181,3 0 181,-3 0-270,5 5 0,-6 2 0,5 11 0,-5 1 90,6 6-450,-5 16 180,-2-13-315,1 11 0,0 2-674,0 9 57,2-10 0,2-2 752,2 1-359,0-5-91,0-21 270,0-1-539,6-6-1,0-6 91,6-6 1094,-5 0 1,15-50 0,-1-11 0</inkml:trace>
  <inkml:trace contextRef="#ctx0" brushRef="#br0" timeOffset="128864">15543 5390 7533,'0'-37'989,"0"11"630,0-14-449,0 19-991,0-9 631,0 17-540,0 2-90,5 10-90,2-5 90,5 6-3662,22 0 3662,-16 0-810,22 0 180,-16 0 0,3 0 91,-3 6-91,5 1-540,-9 0 271,5 4-810,-2-5 899,-9 1 3572,-1 4-2942,-8-4 0,-44 22 0,-9 3 0</inkml:trace>
  <inkml:trace contextRef="#ctx0" brushRef="#br0" timeOffset="129048">15592 5476 7533,'-32'7'3418,"8"4"-2879,11-10-179,2 5 180,10-6-180,1 0-180,7 0 0,5 0-1,23 0 91,-1 0-855,0-3 1,3 0-5776,16 2 6360,2-5 0,2 1 0,-5-2 0</inkml:trace>
  <inkml:trace contextRef="#ctx0" brushRef="#br0" timeOffset="132514">16551 5132 8072,'0'-20'1440,"-5"2"-991,3 6 181,-3 6-450,5-5 270,0 10-91,0-5 271,0 0-270,5 5-270,2-4 90,6 5 179,16 0-808,14 5 449,4-4-360,-12 7 0,-1 1 360,13-1-855,9 6 1,3 0 269,-22-6 1,0 0 20,12 4 1,-2-1 113,5-4-359,-32-2-1,14 1 810,-24-5 0,-27-1 0,-23-7 0</inkml:trace>
  <inkml:trace contextRef="#ctx0" brushRef="#br0" timeOffset="132807">16601 5377 7533,'-44'-5'2698,"7"4"-2518,18-4 540,3 5-361,14 0 1,2-6 0,13 5 0,11-5-180,2 1 0,4 3 0,17-9-3752,5 10 3482,5-5 0,2 6-1179,-20-2 0,-1-1 1089,13 2 64,-12-2 1,-2 0-514,0 3-1,16 0 90,-18 0-179,23 6 449,-31-5 1341,14 4-1071,-15-5 0,-6 0 0,-9 0 0</inkml:trace>
  <inkml:trace contextRef="#ctx0" brushRef="#br0" timeOffset="133397">17143 5033 7533,'-7'-33'1259,"1"10"-360,1 7-539,-2 13 90,0-13 90,-4 14-360,9-3 89,-3-1-89,5 5 180,0-5-360,0 6 0,0 0 180,5 0-90,8 6 90,6 1 90,6 11-90,10 1-90,-7 0 89,7 4-268,6 2 89,-12-5-630,28 14 180,-17-8 360,4 0-270,2 8-179,-2-2 539,1 0 90,-14-7 179,-14-14-179,-17-6 90,0-3-180,-6 3 630,5-5-270,-10 0 179,-1 6 1,-24 6-630,7 7 0,-11 1 270,15-3 0,-16 1 0,1 7-360,-20 6-75,26-5 345,-6-3-540,16-5 360,-2-10-630,1 3 271,13-11 269,1 0 0,10 0-1709,-10 0 1529,9-5-644,-3-2 1004,5-5 0,-17-23 0,-3-4 0</inkml:trace>
  <inkml:trace contextRef="#ctx0" brushRef="#br0" timeOffset="133914">16897 4922 7533,'13'-27'899,"4"6"-899,-16 15 0,5 5 1709,-6-5-270,0 6-989,-6 0-180,5 0 90,-16 0-450,9 6 360,-21 6-540,8 1 270,-8 5-630,-7 0 360,9-4 0,-9 9 270,6-10-3188,-1 10 3008,-6-3 0,0 5 516,-17 16-156,26-19 0,-1 1 90,-3 2 0,1 0-135,3 0 0,1-2 494,-10 8-359,18-6-270,8-13 360,11 5-180,0-9-270,5 10 180,8 0 180,12-5-90,17 16 89,3-9-89,15 10 90,-15-10-180,3-3 180,-5 1-1170,6 1-359,2 1 3107,-7 3-3917,-15-9 540,-11 9 1529,-11-15 0,-18 14 0,-9-8 0</inkml:trace>
  <inkml:trace contextRef="#ctx0" brushRef="#br0" timeOffset="135638">19111 4627 7533,'6'-14'1619,"-5"3"-810,5 6-269,-6 3 539,0-8-629,0 8-270,0-3 450,0 5-540,0-5-720,-6 3 0,-12-3 360,3 5-89,-30 5 89,16 2-3122,-18 5 3212,10 0 180,-6 1 92,6 3 1,-2 2 312,5-5 0,0 3-270,-7 6 0,2 3-472,10 2 1,5 0 157,3 3 89,5 15 90,21-31-450,24 26 360,-11-17-45,10 2 0,0 2-45,-5 6 360,29 3 2771,-25-6-2861,14 0-90,-9-3 180,5 3-90,-6-6 180,21 17-270,-22-12 135,-2 0 0,-4-1 134,-9-5 1139,-4 28-958,-18-35 114,-5 13 965,-39 0-1079,13-13-270,-27 7-90,24-15 0,1-5-180,-12-1-529,15 1 0,3-1 440,4-2-613,7-5-17,14 3-1440,-1-9 1080,15 10 1169,13-4 0,22-8 0,12-2 0,7-2 0,1 0 0</inkml:trace>
  <inkml:trace contextRef="#ctx0" brushRef="#br0" timeOffset="136382">19456 5452 8342,'-31'5'2699,"6"7"-2789,13 13 90,5 8 0,3 4 180,2 20-225,-1 2 0,1-2-315,7-5 90,-3 17 270,3-61 450,-5-4-181,5-35 1,1-16-180,-3 2 0,5-8 0,3-12 0,-3 8-90,-4-12 135,6 10 0,2-2 0,-5 17 0,4 7 135,26 2-630,30 39 360,-18 27 45,-16 21 0,-9 6 45,-10-3 989,-14-13 1,-11-8-1710,-22-33 0,-5-6-269,-6 19-91,4-32 1,8-4 539,25 15 1,1 2-1980,6 5 1979,6 0 450,1 0 0,24 2 0,10 1 0,3 1 0,0-1 0</inkml:trace>
  <inkml:trace contextRef="#ctx0" brushRef="#br0" timeOffset="136842">19972 5476 7533,'-11'-14'2248,"4"-2"-1708,2 15 180,-1-5-91,5 1-359,-5 3-270,6-3 720,16 5-900,-6 0 270,18-6 450,3-6 269,7-18-404,-13 7 0,-1-3 404,14-26-584,-19 22 0,-2 0 135,3-8 89,3-3 91,-10 4 90,5-2-540,-6 8 0,-5 7 0,4 17-990,-4 2 810,5 5-809,1 16 809,-1-6-3572,-5 30 3932,-2-13-90,-5 43-270,0-26-983,2-1 0,-1 9 0,2-7-97,3 12 405,-4-5 1,3-8-675,6-27 1439,-4-17 0,16-38 0,3-10 0</inkml:trace>
  <inkml:trace contextRef="#ctx0" brushRef="#br0" timeOffset="138109">21118 4824 7533,'0'-25'539,"0"6"-359,0 2 90,0 4-90,0 1 0,5-1-180,-3-4 90,3 3 0,1-4 0,-5 12 0,4 0-180,-5 6 450,0 0-181,5 0-89,-3 6 0,3-5 0,0 10 270,-3-10-270,3 4 90,1-5 719,1 0-719,5 0 180,-5 0 270,4 0-360,-10 0 629,16 0-719,-9 0 0,4 0 270,0 0-270,-11 0-91,4 0-89,-5 0-449,-5-5 449,-2 4-1170,-33-15 451,-12 13 449,-7-8-2100,-5 11 2100,26 5 720,-21 7-1664,24 5 1,2 2 1393,-17 10 0,-1 12-90,39-17-450,6 6 450,11 29-90,9-26-90,10 23 0,12-26 45,-2-3 1,3 1 44,-3-2 0,1 1-432,2 2 0,-1-3 522,16 4 777,-21-5 0,-3 0-1047,5 7 405,-8-4 0,-5 3 135,-14 6 629,-23-6-809,2-6 3935,-37 3-3485,11-18-630,-19 6 350,22-16-260,-14-5 0,18-2-180,-14-11-1349,22 5-630,14 0-1259,24 8 3328,19 5 0,5-2 0,5-2 0,4 1 0,0 0 0</inkml:trace>
  <inkml:trace contextRef="#ctx0" brushRef="#br0" timeOffset="138411">21524 5390 7533,'0'-26'5127,"-11"3"-3778,8 16-1169,-8 1 90,6 23-270,3 3-90,-3 18-900,-1 26-719,5-15 450,-5-3 0,1 1-270,3 2 1529,-3-11 0,5-7 0,11-19 0,3-4 0</inkml:trace>
  <inkml:trace contextRef="#ctx0" brushRef="#br0" timeOffset="138725">21437 5353 7533,'-24'-23'0,"-6"8"4137,4-9-2428,1 17-1079,12 2-270,2 5 449,10 0-269,-4 0 360,21 5-631,32 2-764,-12-3 1,4-1-316,16 0 1,0 0 44,-16-3 1,-1 0 539,-3 0 0,-2 0-2384,12-6 1710,-28 5-450,4-5 1349,-29 12 0,-24 11 0,-10 5 0,-3 5 0,0 0 0</inkml:trace>
  <inkml:trace contextRef="#ctx0" brushRef="#br0" timeOffset="138925">21289 5760 7533,'-24'12'4767,"11"-6"-3328,7 5 0,13-10 495,25 2 0,9 0-1304,13-3-930,-8-2 0,7 0 0,-1 0-2174,5 1 1,-2 1 2473,2-4 0,-7 8 0,-7 30 0,-54 13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48:17.88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20145 1440 9242,'-14'0'1619,"3"0"-1259,11 0 449,-5 0-629,3 0 180,-3-6-180,5-1-90,5-10-90,8-13-90,1 2-180,6-13 0,5-8 135,-2 1 0,0-2-97,2-4 0,2-3 112,-3 4 0,2-2 0,-2 3 120,1-3 0,-2 2 45,6-11 0,-2 3-45,-11 22 0,-2 6 0,8-2 0,-20 29-90,9-5 90,-5 10-180,-5-5 15,10 12-15,-4 6 360,0 1 270,15 38-226,-17-18 1,0 4-315,7 10 0,-1 2 135,-7-9 0,-1 2-495,2 9 1,0 0-586,-4-14 1,-1 0 89,4 7 1,-2-1 584,-8 18 360,-5-15 0,-20-29 0,-7 4 0</inkml:trace>
  <inkml:trace contextRef="#ctx0" brushRef="#br0" timeOffset="217">20441 1219 7533,'-21'-14'3778,"-12"-8"-2429,13 19-720,-1-14-449,5 16-539,16-5 359,0 6-1350,16 0 361,16 0-180,-4 0-720,34 0 1439,-38 0 450,39 0 0,-30-9 0,1-3 0,11-2 0,-1 1 0</inkml:trace>
  <inkml:trace contextRef="#ctx0" brushRef="#br0" timeOffset="500">20920 800 7533,'-25'-14'2428,"2"3"-1528,16 11-361,1 0 1,6 0-450,0 22-180,0-11 0,0 45 180,0-26-360,0 7 0,0 1 91,0 5-406,0 4 0,0 3-314,0 7 359,0 10-449,0-27 539,0-32 450,11-2 0,-3-46 0,9-13 0</inkml:trace>
  <inkml:trace contextRef="#ctx0" brushRef="#br0" timeOffset="800">21105 689 7533,'-5'-25'2428,"3"11"-899,-9-2-989,10 15-450,-5-4-90,12 32 270,-5 24-405,5 0 0,-1 7-15,-5-11 0,-2 4 0,0 0-360,3 5 1,1 2-1,-1-2-30,-1-6 1,-1-1-1,2-4-450,4 8 1,3-9 989,6-3 0,8-63 0,-3-19 0</inkml:trace>
  <inkml:trace contextRef="#ctx0" brushRef="#br0" timeOffset="1467">21487 1108 8342,'-13'-14'2339,"6"8"-1440,2 41-1348,5 22 449,0-2-45,2-17 0,1-3-225,4-6-270,6 18 90,5-32 360,-5-4 1,10-40-91,-9 6 270,-2-11 0,-1-6 89,-1 2 1,-1 0 45,4-8 0,-1 1 135,-5 6 0,0 4-630,4 0 450,-6 35-810,-3 30 450,9 31-90,-8-23 0,0 1 90,5 2 1,2-2 538,14 12-359,-9-22 270,8-29 0,-17-18 0,23-41 90,-16 16 0,1-3 179,7-8 1,1 0-135,-9 11 0,0 4 134,5-2-809,-13 48 270,-5 14-539,6 36-631,1 2 1,1-11 0,1 1 719,-1 18-360,0-31 1,0-2 809,-1 3 0,17-17 0,2-3 0</inkml:trace>
  <inkml:trace contextRef="#ctx0" brushRef="#br0" timeOffset="2034">22201 1219 10321,'20'-7'360,"18"-4"-630,-10 4 90,4-6 90,-3 1 0,-12-6 270,-8 5 0,13-16 180,-19 14 899,8-25-179,-28 18-361,-9-2-449,-1 13 0,-29 27-450,26 10 180,-7 1-270,15 8 0,15 0-90,1 27 135,8-24 1,6 0-361,5 4 0,6-3-719,9-8 0,5-6 224,1-6 1,2-8 1079,-1-14 0,-2-10 0,-1-11 0,-4-8 0,-3-13 0,0 1 0</inkml:trace>
  <inkml:trace contextRef="#ctx0" brushRef="#br0" timeOffset="2434">22618 1156 9961,'-12'-13'2969,"6"2"-2610,1 11 1,5 22-450,0 5 0,0 12-1169,0 23-180,10-14 359,4 8 1350,5-26-360,10-35 360,-9-10-90,1-12 0,-1-3 270,8-7 179,-2-6 1,-1-1-90,-2 1 314,1 1 1,-2 3 1124,-8 14-1620,4-2-269,-12 34-180,-6 43-1439,11 16-675,-2-14 1,1 1 988,2-12 1,2-3 1214,-1 1 0,4-14 0,30-61 0,-21 8 0,0-1 0</inkml:trace>
  <inkml:trace contextRef="#ctx0" brushRef="#br0" timeOffset="3868">26495 750 7533,'-36'-24'1439,"15"5"-1529,-13 7 0,15 1 270,-39 4 0,19 0 0,-4 1 134,-15 2 1,-3 1-180,5 4 0,4 4-360,14 2 0,7 5-584,4 31 944,37-9 0,9 4-90,0 13 0,1 3 179,6 7 1,-1-1-1451,-5-11 0,-3-3 1226,-4-8 0,-3-1 180,-2-1 0,-3-2 630,2 22-810,-7 6 1349,-24-22-540,-19-32-809,7-11 0,-2-5 0,1-4 0,3-4 0,-22-16 2992,16 8-3891,26 8-2699,2 13 809,28-7 2789,1 10 0,39 2 0,16 1 0,-25-1 0,0 1 0,0-1 0</inkml:trace>
  <inkml:trace contextRef="#ctx0" brushRef="#br0" timeOffset="4200">26606 1108 7533,'-47'-20'1439,"12"27"0,-3 7-1304,-5 4 0,1 5-90,2 0 0,5 7 180,2 16 0,14 4-495,27 18-135,12-25 0,9-3 405,3-12 0,4-9 315,1-8 0,0-11 404,0-12 1,-5-10-270,-15-9 0,-4-6-675,5-13 0,-6-2 0,-19 0 0,-9 3-225,-3 15 1,-4 5 179,-22-3-2879,11 42 3149,27-1 0,46 30 0,16 1 0</inkml:trace>
  <inkml:trace contextRef="#ctx0" brushRef="#br0" timeOffset="4635">27160 1169 7533,'0'-38'4497,"0"2"-4047,-6 17-270,5 7 0,-10 6 629,-51 12-449,31 7 0,-2 2-270,-8-2 0,0 3 89,-2 17 1,7 4 0,6 5 0,-5 17-629,18-28-3893,16 16 4252,-5-13 500,33 25-1175,5-33 1,9-7 764,19-2 0,5-12 0,0-17 0,0-11 0,-19-4 0,-1 1 0,1 0 0</inkml:trace>
  <inkml:trace contextRef="#ctx0" brushRef="#br0" timeOffset="8050">31135 1022 7533,'-13'-14'0,"7"-3"539,-5 10-539,4-5-180,0 5-359,-4 2 539,9 10-90,-3-3 90,5 3 0,0-5 270,0 6-180,5-5 359,-3 4-359,3-5 630,1 6 719,-5-5-1169,5 5 270,-6-6 629,0 0-1349,5-6 270,-3 5-360,3-5 180,-5 6-270,0 0 360,0-5 180,0 4-90,0-5-180,0 6-90,0 0 270,0-5-180,0 3 90,0-3 0,0 5 180,0 0-180,6-6 0,-5 5 0,4-5 90,-5 6-270,0 0 180,0-5 0,0 3 0,0-3 360,0 0-180,0-2-180,0 0 90,6-4-90,-5 10 0,5-10-360,-6 4 90,0 0 270,0-4 180,0 10-180,0-5 180,5 6-180,-3 0-180,3-5 90,-5 3-180,0-3 270,0 5 180,0 0-180,6 5 180,-5-3-180,5 3 180,-6-5 1169,0 0-1439,-11 6 90,-3 12-269,-11 13 179,11-4-180,3 19 90,11-30 0,6 24 180,6-26 90,7-7-90,1-9 540,3-32-450,-15 12 90,2-14 179,-4 6-269,-5 10 270,5-4 360,-12 1-361,-17 8-89,-4 13-180,-4 7 0,7 24-630,12-5-539,5 24 270,18 9 988,15-4 181,7-18-180,3-24 1709,-12-33-1619,-10 6 360,2-25-900,-14 20 270,3-8 90,-16 10-540,3 0 270,-10 1 90,5 6-989,-10 5 809,8 2-630,-24 10 451,22 2 89,-12 5-1349,17 17-720,22-2 2429,-1 5 0,28-20 0,11-7 0,-1-2 0,-1 0 0</inkml:trace>
  <inkml:trace contextRef="#ctx0" brushRef="#br0" timeOffset="8616">31725 1452 7533,'-12'-26'3598,"-11"9"-3149,8 11 361,-25 17-360,13 13-810,-10 14 270,18 1-810,14-9 721,6-12-91,10-11-90,1-2 0,12-10 900,8-18 539,-11-5-899,-5-3 450,-16 7 269,-11 6-629,-25 10-1169,-10 3-2969,-5 23 3868,21-3 0,36 14 0,14-10 0</inkml:trace>
  <inkml:trace contextRef="#ctx0" brushRef="#br0" timeOffset="9118">30618 1514 7533,'-37'0'1079,"11"0"720,2 5-180,23 7-629,8 2-811,7-2 631,15-6-810,-14-6 450,13 0-630,-14 0 180,3 0-360,-4-6-809,5-11 629,-10-15 810,-3-11 0,-33 15 269,-12 12-269,1 28-719,-1 23-631,42 5 810,-4-1-539,31-11 809,7-21 0,-2-8 0,5-3 0,5-3 0,0 0 0</inkml:trace>
  <inkml:trace contextRef="#ctx0" brushRef="#br0" timeOffset="11267">21351 2313 7533,'-14'-26'2698,"3"9"-1708,6 17-451,3 17-359,-3 4 180,-1 20-180,5 3-225,-4-9 0,-1 2 45,5 18-582,-10 9 222,10-27 90,-4 11 180,-1-14-809,5 29-540,-5-27-180,6 6 1259,0-24-270,0-13 630,0-5 0,-5-27 0,-2-8 0</inkml:trace>
  <inkml:trace contextRef="#ctx0" brushRef="#br0" timeOffset="11584">20982 2486 7533,'-45'-12'449,"4"5"1081,11-4 269,10 4-1440,2 0 271,23-4-450,3 9 0,16-9 539,17-1-269,12-7 0,6-3-450,-19 10 0,3 0-26,11-3 1,8-2 0,-2 4-245,-8 5 0,-2 2 1,-1 1-586,13-5 1,0 0-286,-5 5 1,2 2 0,-10-1 1139,-4-2 0,8-5 0,-50-2 0</inkml:trace>
  <inkml:trace contextRef="#ctx0" brushRef="#br0" timeOffset="12367">26274 2388 7533,'-12'-25'2158,"5"5"-1258,1 8-540,6 1-90,0 10-270,0-5 179,-5 23 1,3-8-90,-9 42-180,10-21 45,-9 18 0,-2 6-899,4-5 0,1 1-1,-3 18 1,0 1 134,3-16 1,3-5 809,10 12 0,1-82 0,5-32 0</inkml:trace>
  <inkml:trace contextRef="#ctx0" brushRef="#br0" timeOffset="12601">25954 2461 7533,'-25'-25'2428,"0"-5"-1528,12-1-810,2 5 629,22 2 451,24 1-181,22 8-1079,-20 6 0,2 1-327,1 4 0,-1 2 417,25 2-1214,-7 6 0,0-1 854,6-2-630,-8 2 1,-1 1 989,-3 0 0,15-5 0,-3 4 0</inkml:trace>
  <inkml:trace contextRef="#ctx0" brushRef="#br0" timeOffset="13468">21253 3655 7533,'-25'-7'1709,"6"1"-1260,-5 18-269,16 1 45,-5 19 0,-1 10-225,3 10 0,2 4-90,1-8 0,2 2 0,-1-2-1451,-2 14 0,2-4 1496,6-12 0,2-4-1214,4 22 270,13-27 719,-8 4 0,11-30 270,-14-16 0,0-46 0,-2-16 0</inkml:trace>
  <inkml:trace contextRef="#ctx0" brushRef="#br0" timeOffset="13685">20920 3839 7533,'-34'-35'3508,"22"2"-3059,-10 2-89,35 7 810,22-4-631,27-5-359,-8 0 0,-23 18 0,2 1 90,8 4 0,5 3-1290,2 0 1,5 0-1,-1 1-160,11-1 0,2 1 1180,-3 2 0,4 0 0,-5 1 0,2-3 0,-2 1 0,-9 0 0,1 0 0,-1 1 0</inkml:trace>
  <inkml:trace contextRef="#ctx0" brushRef="#br0" timeOffset="14367">25941 3667 7533,'-7'-13'1259,"-4"1"-989,10 12 90,-5 0-91,6 0-179,0 6-90,0 17-179,-5 32 89,-2-6 224,-1 10 1,-1 6-450,-1-9 1,1 1-226,3-9 0,2 2 1,0-4 115,-1 6 0,5-9 0,12-9 0,7-49 1</inkml:trace>
  <inkml:trace contextRef="#ctx0" brushRef="#br0" timeOffset="14669">25843 3716 7533,'-19'-31'2608,"6"12"-3237,8 2 1978,27 5-360,21-7-809,-9 9 0,2 1-540,8 2 0,-2 2-2037,17-1 2217,-7 6-719,-11 0 179,-1 0-359,9 0 629,-17 0 90,-9 0-449,-5 0 629,-10 0 180,8 0 0,-36 6 0,-2 1 0</inkml:trace>
  <inkml:trace contextRef="#ctx0" brushRef="#br0" timeOffset="14851">25818 4074 7533,'-14'-7'2428,"14"-4"-1798,41 9-540,2-9-90,16 5 0,8 0-1215,-5-1 1,0 0 1214,-1-1 0,-3 4 0,-7 6 0,-10 7 0,-18 11 0</inkml:trace>
  <inkml:trace contextRef="#ctx0" brushRef="#br0" timeOffset="15567">21118 5021 7533,'-6'-20'0,"5"8"2158,-5 1-1258,6 5-270,0-1-91,0 23-719,-5 50-495,-3-5 1,-2 8 194,1-9 0,0 3 1,1 1-61,-1-2 0,0 0 1,1-1 89,1-5 0,1-2 1,1-6 449,-1-1 0,7-18 0,15-35 0,4-49 0</inkml:trace>
  <inkml:trace contextRef="#ctx0" brushRef="#br0" timeOffset="15784">21142 5070 7533,'-12'-40'1619,"5"6"-180,2 16-989,5 10-91,0-8 1,5 9 450,24-11-720,-6 4-180,39 2-585,-28 18 1,1 5-901,15 1 1,0 3 1574,-11 2 0,-4 4 0,0 9 0,-8 3 0,-9 26 0</inkml:trace>
  <inkml:trace contextRef="#ctx0" brushRef="#br0" timeOffset="15967">21166 5341 7533,'-38'-12'5846,"14"5"-5486,35 1-1439,10 6 134,18 0 1,3 0 494,10 0 326,1-2 0,9-1 0,-10-2 1,4-1-1,3-1 0,-4 1 1,-1-1-1,1 1 0,0-1 1</inkml:trace>
  <inkml:trace contextRef="#ctx0" brushRef="#br0" timeOffset="16700">25880 5107 7533,'0'-26'3148,"0"3"-3328,0 16 90,0 2 180,0 5 0,0 0-90,-5 27 630,-2 12-630,-5 13 45,2-7 0,2 2-1035,-1 16-796,3-26 0,1 0 1067,5 15 359,0-26-90,0 15-719,0-19 449,6 6-89,-5-15 719,5-7 90,-1 0 0,-9-39 0,3-8 0</inkml:trace>
  <inkml:trace contextRef="#ctx0" brushRef="#br0" timeOffset="16950">25597 5094 7533,'-14'-50'3508,"3"13"-2609,22 8-719,-2 21 540,19-8-361,-13 9 1,14 0 450,1 2-450,2 5-360,3 0 0,1 0 0,12 0-810,2-3 1,-1 0 629,1 2-810,2-4 1,-1-1 629,0-1-701,-13 4 1,0-1 1060,23-7 0,-20-7 0,5-7 0</inkml:trace>
  <inkml:trace contextRef="#ctx0" brushRef="#br0" timeOffset="17800">21105 6399 7533,'-19'-19'539,"-5"7"1,11 12 719,-16 45-584,18-7 0,2 6-765,-4 21 0,1 6-453,6-16 0,2 2 0,2-2 48,3 15 0,3-5-829,0-13 1,1-6 963,7-1-1079,4-38 1439,-2-18 0,5-48 0,-10 17 0,0-1 0</inkml:trace>
  <inkml:trace contextRef="#ctx0" brushRef="#br0" timeOffset="18051">21043 6497 7533,'-20'-45'1799,"4"15"-990,38 3 181,5 18-810,6-15-1,1 15 1,4 1-1080,0-2 1,2 0 404,11 3 1,1 1 179,-11-1 0,-2 3-1124,30 15 989,-46-9 450,11 21 0,-44-10 0,-4 11 0</inkml:trace>
  <inkml:trace contextRef="#ctx0" brushRef="#br0" timeOffset="18283">21093 6744 7533,'-39'0'2608,"14"0"-2698,14 0 270,22 0 540,36 0-855,-10-2 0,3-2-495,8 1 1,0 0 494,-10-1 0,-1 1 135,4-2 0,-3 4 0,10 23 0,-11-9 0,-1 1 0</inkml:trace>
  <inkml:trace contextRef="#ctx0" brushRef="#br0" timeOffset="19234">25793 6350 7533,'0'-25'1439,"-5"1"-1619,4 4 270,-5 3 360,12 10-450,-5 2 90,4 5 449,-5 5 91,-16 40-450,7-12-135,-6 9 0,1 2 45,6 4-150,-2-6 0,-2 8 0,1 0-345,2 15 0,1-1 315,-4 4 0,0-1-90,3-7 1,7-12-901,7-26 720,2 0 1,5-22-91,1-11 450,5-8 0,1-35 0,6-10 0</inkml:trace>
  <inkml:trace contextRef="#ctx0" brushRef="#br0" timeOffset="19500">25757 6301 7533,'0'-33'2788,"0"-7"-2788,5 31 810,19-19 359,19 20-719,20-5-360,-5 8-360,-15 4 0,0 2-1799,24 10 1484,-32-8 1,0 2-586,16 13 811,-31-11 359,-2 10 0,-39 2 0,-8 12 0</inkml:trace>
  <inkml:trace contextRef="#ctx0" brushRef="#br0" timeOffset="19668">25843 6559 7533,'-40'6'4227,"1"0"-3417,30 6-1,26 23-1034,15-24 1,8-5-946,11 10 1,2-3 587,-4-8 1,-1-5-1,5-1 1,-3-3-1,14-2 1</inkml:trace>
  <inkml:trace contextRef="#ctx0" brushRef="#br0" timeOffset="46200">30987 2338 7533,'-14'-7'989,"3"1"-359,6 1-450,3 4 359,-3-10-539,5 4 180,0-5-90,11 0-270,-3-6 90,10 4 90,-5 2-90,4-5 540,2 4-450,-6-1 270,-2-2-180,-5 14 0,-5-3 540,5-1-181,-6 5-359,0-5-180,0 6 450,-6 11 270,-1 19 179,-10 37-584,5-16 0,-1 4-180,3 5 0,0 0-211,-2-11 1,1-2-330,6 4 1,3-5 404,-4-9-1709,6 26-450,0-47 1979,0 6-359,6-22 269,-5 0-180,10-6 600,-9 0 0,9-29 1,-4-4-1</inkml:trace>
  <inkml:trace contextRef="#ctx0" brushRef="#br0" timeOffset="46566">30581 2375 7533,'-32'-19'1349,"13"6"900,8 2-720,38-6-720,10 4 1,4 0-585,-8-3 0,1 0 89,30 0 1,-1 2-1038,-2-5 393,-7 5 0,12-2 0,-4 1-2128,6 0 1,-1 0 2127,-13 2 0,2 0 0,-5 2 330,11-2 0,-26 10 0,-54 19 0,-13 4 0</inkml:trace>
  <inkml:trace contextRef="#ctx0" brushRef="#br0" timeOffset="62767">30618 3569 7533,'-19'-13'1079,"1"7"-899,11-5 630,-4 9-181,10-3-899,-5 5-269,6 0 808,6 22 271,-5 27-360,2-9 0,-1 2-135,-1-7 0,-2 3 0,-3 25 0,-3 3-45,-2-17 0,-1-2 0,3 5 0,-1-1-290,-4-5 1,2-8 379,9-16-180,-4 7 0,5-17 90,0-5-360,0 4 90,0-15 91,0 8-1,0-20 219,0 7-1299,5-19 721,-4 13 179,10-8 360,-10 10 0,16-21 0,-3-5 0</inkml:trace>
  <inkml:trace contextRef="#ctx0" brushRef="#br0" timeOffset="63532">30593 3642 7533,'-25'-17'1709,"6"3"-540,7-4-989,6 6 629,12 0-629,-5 5 360,38-10-450,-25 15 270,53-15-1440,-16 16 811,3-5 89,-3 12-900,-15-5-1258,25 16 1888,-23-15-135,0 7 1,-4-1 584,-16-7 0,-6-6 0,-27-9 0</inkml:trace>
  <inkml:trace contextRef="#ctx0" brushRef="#br0" timeOffset="63849">30568 3950 7533,'-38'-7'2428,"14"2"-1438,13 5 719,38-6-1170,2 5-494,6-2 0,6 0-225,6 3 1,-1 0 224,-8 0 0,0 0-1710,17 0 1,-2 0 1664,-9 0 0,-5-2 0,2-1 0,16-4 0</inkml:trace>
  <inkml:trace contextRef="#ctx0" brushRef="#br0" timeOffset="75250">30864 3680 7533,'0'-14'-90,"0"-3"270,-5 11 89,3-7 181,-3 1-270,5 5 90,0-4 180,0 4-450,0-5 360,5-6 179,2-1-359,0-5-180,-2 10-540,-10 8 450,-2 13-809,-27 33 584,2 2 0,-3 6 195,3-8 0,-1 2 1,2-1 58,3-2 1,2 0 0,0 0 105,-17 16 0,7-7 585,20-8-540,-6-10 180,38-30 89,27-46-269,4-4-125,-12 13 1,2-4 168,1-7 1,1-3-45,4-1 0,-2-1-180,-4-2 0,-3 3 135,-3 12 0,-16 13-314,-31 21 89,-8 25 0,-3 11 135,1-4 0,-2 3 0,-22 20 0,3 1 45,8 6 0,-7-4 0,1 0-501,8 4 501,12-23 0,2-1 90,0 15-90,16-25-360,13 12 360,7-26 237,28-14-282,-8-14 0,1-7 90,13-13 0,1-2 90,-11 5 0,-1 0-285,7-5 0,-6 3 240,-15 6 992,12-2-633,-15 5-179,-6 9 450,-7 3-91,-29 40-629,-10 34-225,10-11 1,2 5 180,5 5 0,6 2-361,10-8 0,6-4 315,10 11-90,36-29 540,-23-32-180,28-18 45,-33-3 0,-3-3-135,19-15 0,-6-8 180,-27 24-90,-1 13 179,-6-8-269,-33 21-270,-19 36 90,3-8 90,18-4 0,6 3-449,5 9 269,2-12-1889,5 24 1709,8-18 360,16-4 0,46-24 0,-17-7 0,0 0 0</inkml:trace>
  <inkml:trace contextRef="#ctx0" brushRef="#br0" timeOffset="77774">31824 3594 7533,'-13'0'-630,"2"0"630,5 0-90,5-6 180,1 5 270,12-5 0,-4 1-91,8 3-179,-14-3 0,3 5-180,-5-6 90,0 5 0,0-5 0,0 6 720,0 0-270,5 0-270,-3 0 0,3-5-90,-5 4-90,0-5 89,0 6 271,0 6 450,-11 28-810,3-4 269,-3 15 1,-1 2-180,-1-1 135,-2 13 0,1 1-926,4-7 701,1-15 0,1 1 90,3 12-900,-2 0 450,0-4 91,-4-6 179,10-29-990,-5-1 630,6-10-359,0 5 449,0-6 702,6 0-1602,-5 0 1260,10-6 0,2-11 0,6-9 0</inkml:trace>
  <inkml:trace contextRef="#ctx0" brushRef="#br0" timeOffset="78333">31368 3729 7533,'-19'0'449,"1"-6"181,11-1 360,13-10-811,2 3 361,10-4-360,-6 11 0,-5 2 629,15-6-629,-12 8 720,35-13-271,-7 9 1,2 2-270,26-4-1311,-12 0 0,9-3 1,-5 1 770,-13 3 0,1-1 202,5-1 1,9-3-1,1 1 1,-9 1-832,2-1 0,-4 2 779,-3 0 0,1 0 0,-3 1-690,-5 2 1,-3 2-2519,26-8 3238,-16 6 0,-36 18 0,-39 10 0</inkml:trace>
  <inkml:trace contextRef="#ctx0" brushRef="#br0" timeOffset="93015">31812 3999 7533,'-14'-13'539,"-2"-3"-988,14 14 359,-3-3-450,5-1 270,0 5 90,0-5 1080,0 6-1,0 0-359,-6 0 0,5 0-1,-10 0-179,9 0 360,-9 0-271,10 0 1,-5 0 630,6 0-901,6 0 1,-5 0 810,27 0-181,27 0-809,-5 0 45,3-2 0,2-1-360,-9 2 1,-1 0-181,4-2 0,-1 1 0,-9 7 1,-6 1 224,-5-3-360,-33 19-1259,-9-14-90,-5 9 1979,7-10 0,7-29 0,5-12 0</inkml:trace>
  <inkml:trace contextRef="#ctx0" brushRef="#br0" timeOffset="106415">32045 3680 7533,'-13'-20'1349,"-4"-3"810,10 4-810,-5 0-809,-17 7-360,7 12-136,-16 16 1,-3 7-45,-5 9-327,5-3 0,-8 7 1,2 1-64,6-1 0,3 1 0,-1-2 360,3-5 0,-1 0 0,3 0-375,-21 25 1,26-9-434,60-24 703,11-24 0,9-11 555,1-2 0,4-5 0,0-4-852,6-5 1,0-4 0,-2 0 551,-12 5 0,-3 1 0,0 0 29,4-3 1,0 1 0,-10 2-599,-2-10 269,-43 23 225,-32 26 0,-17 16 554,8-5 1,-3 3 0,2 1-1563,-8 8 1,4 0 1097,11-8 0,7-1 495,-2 15-450,21-19-900,21 23 1465,32-34-1060,4 0 1,6-5-226,18-16 0,4-9 60,-21 5 1,1-1-1,-2-1-869,21-8 0,-7 1 1349,-16 3 0,-19 10 0,-38 28 0,-37 22 0</inkml:trace>
  <inkml:trace contextRef="#ctx0" brushRef="#br0" timeOffset="106915">32759 4332 7533,'-37'2'2278,"0"1"1,-7 2 0,10 3-1020,23 0-359,-16 8-541,26-14-808,1 3-631,23-5 1260,-7 0-90,29-16-2429,-23 1 810,9-16 990,-14-4 2787,-15 7-1888,-9 4 1439,-23 13-1349,8 11-540,-18 5 90,25-3-3778,-2 14 3418,17-13-2788,28 14 3148,-5-16 0,14 0 0,5-2 0,-5-3 0,-1 1 0</inkml:trace>
  <inkml:trace contextRef="#ctx0" brushRef="#br0" timeOffset="107243">32981 3827 7533,'-13'-26'2698,"1"-2"-1708,5 14 988,18-15-898,4 19 179,37-22-1079,-16 22 0,17-8-180,0 2-546,-7 2 546,9-5 0,-1-4 90,-20 4 90,7 0-90,-22-10-180,-7 14 314,-6-8 135,-22 5-898,-33-1 539,1-1-563,-18 8-516,18 6 629,14 5 0,-3 2-1169,-10 4 0,-1 1 1394,7-2 0,1 1-810,-2 5 1,4 3 1034,6 6 0,25 22 0,9 4 0</inkml:trace>
  <inkml:trace contextRef="#ctx0" brushRef="#br0" timeOffset="107867">31221 5760 7533,'-20'-21'2428,"2"-1"-1168,12 20-451,-5-9-359,10 10 1169,-4-5-1169,5 6-180,0 0-540,10 0 90,9 0-630,2 0 540,2 0 270,1-5-1978,-4-7 1258,4-7 180,-6 0 270,-11-5 900,-2 11-270,-5-5-450,-5 6 1079,-7-6-809,-7 10 810,0-3-361,1 5-179,0 5-90,4-5-450,-9 6 450,14 11-2159,-2-8 1799,22 30 0,47 0 0,-18-5 0,-1 0 0</inkml:trace>
  <inkml:trace contextRef="#ctx0" brushRef="#br0" timeOffset="108194">31467 5279 7533,'-40'-26'3688,"6"3"-2699,27 16 0,13-4-359,29-1-450,7-7 0,17 0 360,-4-5-46,0 3 1,6-4-724,-17 5 0,2-1 0,1-2 49,12-9 0,1-2 1,-4 1-1528,2 0 1,-6-1 1616,-10-1 0,-12 2 0,-23 7 655,-20-5 1,-12-1-71,-9 8 0,-9 4-585,-7 0 0,-8 0 0,1 6-436,8 8 0,0 4 0,1 3-734,-15-2 1,9 6 1302,5 12 1,92-19-1,30-7 1,-24 3-1,1-1 1,0 0-1</inkml:trace>
  <inkml:trace contextRef="#ctx0" brushRef="#br0" timeOffset="115955">31024 6818 7533,'0'-20'989,"0"8"-449,0 1 989,0 4-899,0 1 989,0 0-90,0 6-1349,0 6 359,-5 6-359,3 1-180,2 22-180,7-19 90,5 18-359,0-20 179,0 4-90,1-11 360,-1-2 0,-5-5 0,4 0-90,-9-5 90,9-13 630,-5-19-91,1-3 451,-1-2-181,-17 17-629,8 13 0,-13 1 90,9 10-1889,-6-5 1349,1 12-3868,5 1 4138,7 10 0,29 13 0,11 9 0</inkml:trace>
  <inkml:trace contextRef="#ctx0" brushRef="#br0" timeOffset="116281">31233 6485 7533,'-37'-29'6476,"17"13"-5307,20-29-89,15 23-451,15-8 181,11 1-900,4 4 0,-15 6 0,1 0 0,14-6 0,-12 5 0,-3 0 90,1-2 360,4-19-270,-24 15-270,-16 1 720,-13 2-450,-8 10 0,-6-5-270,-6 11 0,-3 1-450,-12-6 523,15 8 0,3 1-3041,1-3 3148,27 6 0,45-10 0,17-4 0</inkml:trace>
  <inkml:trace contextRef="#ctx0" brushRef="#br0" timeOffset="123981">31775 2375 7533,'31'-14'-180,"-1"-8"270,-6 14-6200,-4-10 6020,-2 12 1499,0-5-1499,-5 4-450,27-11 360,-22 4 270,21-9 90,-25 9 679,-2-14-589,-6 18 270,-6-23-450,0 24 3662,-11-20-3483,8 15 91,-14-9-270,11 9 180,-7-3-180,1 4-90,-1 1 90,1 0-90,-5 0-180,-14-1 0,10 6 0,-19 2 180,20-1-90,-16 5 0,-17-5 270,11 6-90,-12-5 90,2-2-180,17-5 0,-19 5 180,1-9 0,6 7-90,1 1 0,-1-1 0,-5-4-461,13 10 1,-2 0 370,-25-14 0,17 14 0,-7-8 0,-2 1 90,4 7-150,9-2 0,-7-1 0,6 1 60,-15-2-90,11 3 0,-8-1 0,7 1 0,-18-2-300,21 2 1,-6-1 0,7 3 299,-23 0 180,24-3 0,-2-1-135,-12 3 0,3-1 180,22-2 0,0 0-45,-21 2 0,-2 1 0,14-3 0,4 1 90,-23 4-135,20-4 0,-1-1-90,4 5 0,2 1 135,-29-6-45,26 3 0,-2 1-225,-2 1 0,1 1 0,-24-6 225,25 5 0,-3 2-270,-4 2 0,0 0 90,14-3 0,-4 1 22,-7 1 1,-8 1 0,-2 0 0,5 0 157,-15 0 0,2 0-75,4 0 0,-3-1 0,3 0 60,10 0 0,2 0 0,4-1 15,0 0 0,1-2 0,-12 1 0,-2 0 179,2 1 1,0-2-90,-3-1 0,-2-1 75,12 1 0,-1 0 0,0-1-90,-1 0 0,0-1 0,0-1-1,1 1 1,0 0 0,2 0-705,-16-2 0,2 0 585,11 2 0,-2 1 119,1-1 1,-4 0 0,4 1-165,7 2 0,-3 0 45,-14-2 0,-8-1 0,7 0-45,14 3 1,2 1-1,-11-3 0,-3 0-397,0 3 0,-1 0 307,-3 0 0,-4 0 75,12 0 0,-2 0 0,2 0-490,-12 0 0,4 0 460,1 0 0,5 0 90,15 0 0,1 0 120,1 0 1,-3 0-121,-13 0 0,-3 0 90,-1 0 0,-2 0-120,13 0 0,-1 0 0,0 0 180,2 0 0,-1 0 0,4 0-150,-12 0 0,4 0 45,5 0 0,1 0 45,-1 0 0,-2 0-90,-14 0 0,-5 0 30,21 0 0,-2 0 0,1 0-120,-15 0 0,1 0 0,-4 0 0,5 0 180,-5 0-225,23 3 0,-3 0-45,-13-3 0,2 1 180,23 5 0,-2-1-60,-5-3 0,-5-3 0,-2 2-347,-6 2 1,-2 1 0,5 0 451,-1-3 0,0-1 75,-5 2 0,-5 0 0,8 0 289,14-2 1,4 0-275,-8-3 0,1 0 495,8 2 0,1 1-540,-23-6-1402,1 1 1312,18 3 90,-18-3 744,21 4 0,0 2-744,-20-1-180,20 0 0,0 0 180,-32 0-177,21 0-3,-8 2 0,-1 1-90,-3 4 30,16-1 0,-6 0 0,5 0-30,-15 2 210,15 0 0,-6 0 0,8-2-1820,-11-3 1790,8 5 0,2 0-90,7-7 1961,-21 10-1871,18-9-1260,-12 3 1440,16 1-180,0-5 191,0 10-551,-21-4 270,15 0-180,-16 4-89,0-4 359,11 0-180,-17 3-1147,16-3 1147,5 0 1697,-4 4-1562,2-3 0,-6 2-75,6 2 0,-3 3 0,-1 0-239,-10 0 1,-3 0-1,1 2 449,6 1 0,2 1 0,2-2-120,4-4 0,1-1 0,6 0 307,7 4 0,3-2-187,-34 6 931,29-5 0,-3 4-1066,-10 4 0,-3 3-45,6-4 0,-2 2 1,3-1-42,-5 7 1,2-1-140,-8 5 0,5 0-903,4 17 1084,-4-4-1,17-6 2002,22-18-1912,-1 2-27,1 17-153,5 14 180,7 2-225,17-8 0,5-2 135,5 0 180,-2-8 0,7-1 58,2-10 1,7-4-119,11-3 0,9 0 0,0-2-60,-3-1 0,1-1 0,7-2 30,-11-5 0,8-1 0,3-1 0,0-1 0,-4-1 0,-7-1 30,2-2 0,-7-2 0,8 0-45,3 1 0,12 1 0,5 0 0,-2 0 0,-7 0 0,-14-1 60,-3 1 0,1 0-7,-2-2 1,12 0-1,9-1 1,4 0-1,1 0 1,-4-1-1,-7 0 16,-1 0 0,-4-2 0,-1 1 0,-1-1 0,3 0-39,-5 1 0,0 0 0,0 0 0,2 0 0,2-1 0,2 0-27,-1 0 1,4-1 0,2-1 0,2 0 0,-1 0 0,-2 0-1,-4 1 1,-6 0-497,15-1 0,-8 0 1,-2 0-1,7 0 508,-6 1 0,3-1 0,2 0 0,2 0 0,0-1 0,-1 1-23,-9-1 1,0 1 0,1-1 0,-1 1 0,1-1 0,1-1 0,1 1 123,-4-1 0,1-1 0,1 0 1,0 0-1,0-1 0,1 1 1,0 0-1,1 1-113,4 0 1,0 0 0,1 0 0,0 1 0,1-1-1,0 1 1,2 0 0,0 0-171,-8 1 1,3-1-1,2 0 1,1 1 0,-1-1-1,0 1 1,-2 0 0,-2 0-1,-4 1 1,-4 0 145,16 0 0,-6 0 0,-4 1 0,-2 1 0,1 0 422,7 2 0,-4 1 0,2 0 0,7-1-296,-13-2 0,6 0 0,3-1 0,2-1 0,-2 0 0,-2 0 0,-4-1-54,0 0 0,-6-1 0,0 0 0,4-1 0,10 1-9,-18 1 1,6 1 0,4 0-1,5-1 1,2 1 0,3-1-1,0 1 1,1 0 0,-2-1 0,-1 1-1,-3-1 1,-4 1 0,-5 0 259,15-2 0,-6 0 0,-3 1 0,-2-1 0,1 1 0,2-1 0,4 0-225,-7 1 1,2 0 0,3 0 0,0 0 0,2-1 0,-1 1 0,1 0 0,-1 0 0,-2 1 0,-2-1-23,1 1 0,-1 1 0,-1 0 0,0 0 0,-1 0 0,0 0 0,-3 0 0,0 0 0,-2-1-25,10-1 0,-3 0 0,-2-1 0,0 1 0,2 0 0,4 0-51,-8 2 0,4 0 0,2 1 0,2-1 0,0 1 0,0 0 0,-1 0 0,-4 0 0,-2 0 140,8-1 1,-3 0 0,-3 0 0,0 0 0,2 0 0,2 1-207,-6 0 1,3 1 0,2 0 0,0 0 0,0 0 0,-2 0 0,-3 0 0,-3-1 137,9 1 0,-3-1 0,-4 0 0,0-1 0,0 1 736,0 0 0,2 1 0,-2-1 1,-5-1-1,-7-5-637,10-12 0,-8-3-180,-2 12 0,-4-5-90,5-24 0,-16-6 765,-31 1-451,-24 7 1,-14-5 0,2 5 90,8 8 0,-7 3-48,-17 1 0,-18-1 1,-6 0-1,2 3 0,12 6-222,-1 3 0,1 4 0,3-1 0,-9-2 0,4 2 0,15 8 0,1 17 0</inkml:trace>
  <inkml:trace contextRef="#ctx0" brushRef="#br0" timeOffset="124575">22483 3310 7533,'-27'-27'0,"-1"1"0,-3-19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50:51.11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4221 9587 7533,'14'-7'90,"-3"1"0,-11 1 0,5 3 629,-3-3 91,3-1-451,-5-1-89,0 0 90,0-3-180,0 9 0,0-10 90,6 9-90,-5-9 359,5 4-359,-1 1 0,-4 0 270,5 1-270,-6 3 180,0-3-181,0 5 91,0 0 90,0-6-180,0 5-90,0-5 90,0 6-90,0 0 180,0-5-1,0 3-269,-6-3 0,0-1 0,-7 5 90,6-5-180,-4 6 180,-7 0-90,-2 0-90,-16 0-89,5 6-3213,-17 6 3392,14 2 0,-13 4-113,-1 5 158,15-5 0,-2 1-1917,-26 15 1872,25-13 0,3-1 90,0 5-335,2 0 1,0 2 334,-1 10 727,-3 3 1,2 1-728,9 1-939,3-7 1,3 0 848,10 5 0,-8 2 1688,14 15-1328,-3-26-1314,10 32 864,2-35 180,5 7 319,5-16 41,8 10-181,7-14 541,27 14-630,-17-21 135,-4-2 0,-1-1 44,-1-5-179,16 0-853,12-6 673,-24 5-990,-2-4 1,-3-1 630,-13 5 179,12-10-4048,-3 10 3419,-9-5 809,6 6 0,-10 6 0,1 1 0</inkml:trace>
  <inkml:trace contextRef="#ctx0" brushRef="#br0" timeOffset="769">4959 9931 7713,'-26'-7'1529,"3"2"-1259,11 5-91,5 0 271,-4-5-90,10 3 539,-10-3 91,4-1-91,0-1-359,1 0 809,12-9-269,23 8-766,17-4 1,7 0-1080,-3 7 1,4 2 764,15-2 0,6-1 0,-14 7 0,-7 15 0,-19-6 0,0 0 0</inkml:trace>
  <inkml:trace contextRef="#ctx0" brushRef="#br0" timeOffset="1187">4971 10152 7533,'-50'-5'7375,"9"3"-7600,72-4 0,45-5 1,14-1-1,-12 3 225,-18 6 0,-5 1 0,5-1 0,-6-3 0,6-3 0,0 0 0,-3 1 0,-11 2 0,0 2 0,-1 1 0</inkml:trace>
  <inkml:trace contextRef="#ctx0" brushRef="#br0" timeOffset="1805">5476 9624 7533,'-31'-7'2608,"6"-4"-809,2 4 0,67 5 0,18 19-1664,-40 22 0,-10 19 0,-4 6 0,1-7 15,5-5 0,-1-3 0,-5 4-1043,-1 9 0,-3 9 0,-7-4 0,-10-13 938,-33-5 0,0-17-1125,30-16 1076,49-54 1,-8 23-1,2-8 1,-1 0-1</inkml:trace>
  <inkml:trace contextRef="#ctx0" brushRef="#br0" timeOffset="2635">6867 9501 7533,'4'-47'4227,"-1"13"-3417,9 34-540,-1 45-540,-4-24-450,0 30 720,-7-55 0,-18 7 0,-8-14 0</inkml:trace>
  <inkml:trace contextRef="#ctx0" brushRef="#br0" timeOffset="4344">5440 9759 7533,'6'-30'-180,"0"4"360,-6 1 90,-6 13 1529,-11-16-900,1 18 630,-7-25-1169,16 22 1439,-4-11-900,32 44-809,1-3-90,10 27-135,7-4 0,6 5-360,1 6 1,-1 0 539,-5-10 0,-2-2 180,6 9 0,-22-14 45,-78-49-450,20 5-225,-8-10 0,-3-12 15,18-5 0,3-7 1,2 2 389,-5 2 0,0-1 239,2-1 1,-1-3 0,4 12 570,2 14-630,-6 15 90,21 16-90,12 12 179,14 1-89,24 13 270,-4-7-450,3-1-90,-11-11 0,9 4-45,-7-5 0,2 0-405,26 10 405,-25-7 0,-1-1-225,7 5 90,-10 0 900,-13 5-270,-8-10 449,-22-2-719,3-12-450,-10-17-89,6 2-181,-6-14 270,10 15-270,-3-14 360,5 19 270,5-7-180,-5 10-179,6 0 269,6 0-90,0 5 90,1 2 180,4 0 449,-9 3-449,3-3 180,-5 0 0,0 4-270,-5-4 0,-2 16-450,-16-2 270,-3 20 135,-5-9 0,-13 8 0,-1 1 0,8-7-45,6-3 0,0-1-119,-18 17 0,-6 7 1,14-17 208,23-25 180,12-5 0,1-7-720,10-13 270,-4 6-90,21-21 90,4 8 90,7-6-180,11-8 1,2 1 269,-8 9 222,1-5 1,2-3-223,-9 8 0,-2 1-90,4-8-1606,0 4 0,-5 2 1696,-15 6 810,-3 7 179,-16 6-629,3 6 719,-25 0-539,-6 16-810,-28 10-45,23 3 1,2 2 134,-18 12 1786,26-18 0,-1 2-1651,-4 7 0,1 0 315,-7 7-990,6-3 1,14-11 234,43-40 0,12-11 1,15-12-1,-14 7 1,1-1-1,-1 0 1</inkml:trace>
  <inkml:trace contextRef="#ctx0" brushRef="#br0" timeOffset="5152">6805 9635 8162,'-20'-12'1529,"-2"0"-989,21 0 450,-5-6-271,12-1 91,1-6-361,0 6 91,3 7 540,-3 12-721,-1 12 450,6 38 1,-2 12-630,-7-20 0,-1 2-436,3 9 0,2 5 0,-3-3 436,-5 2 0,-3-3-180,-2 2 0,-1-1-45,2-8 0,-4 0 494,-2 9 1,-12-11 90,-18-34 0,-5-11-1530,-22 8 405,15-31 1,6-10-405,10-9-4318,14-5 5307,32 24 0,17-17 0,24 21 0</inkml:trace>
  <inkml:trace contextRef="#ctx0" brushRef="#br0" timeOffset="5442">6411 9722 8342,'-18'-31'2457,"1"-1"1,45-8-1,26-4 1,2 8-1987,-11 13 0,1 5 1,4 0-787,3-5 0,6-2 0,-1 2 1,-2 8 314,2 8 0,-2 7 0,-15 1 0,-16 2 0,2 8 0</inkml:trace>
  <inkml:trace contextRef="#ctx0" brushRef="#br0" timeOffset="7303">4036 11494 8522,'0'-19'2069,"0"7"-90,0-5-270,0 9-1259,0-5-271,-6 2-268,5 5-1,-15-1 0,-9-4 180,-34 10-1,18 5 1,0 3 0,4-4 0,1 3 0,-1 5 0,4 1-90,1 1 180,-3 4 45,6 2 0,-1 3-90,-3 9 0,1 1-45,1 0 0,3 2-636,-1 5 1,7-1 635,8 1-90,2 2 0,1-5 135,10-2 0,1 3 314,-5 26-224,7-19 0,7 1 405,5-7 0,7-4-91,17-2 1,9-5-1221,-4-11 1,4-4 0,0-2 680,7 1 0,1-7-90,-6-9 0,3-6 0,-5-1-905,-6-2 1,-3 0 994,1 1 0,-1 0-6512,25-9 6512,-48 21 0,-21 17 0,-21 12 0</inkml:trace>
  <inkml:trace contextRef="#ctx0" brushRef="#br0" timeOffset="12672">2498 13328 7533,'-19'0'1529,"6"-6"-90,-3 5-90,8-5-359,-9 6-541,10 0 271,1 0-630,6 0 360,0 0-540,6 6 90,1-5-450,10 16-180,-3-15 450,3 9-89,-10-5-91,4-5 270,-9 5-90,3-6 270,1 0-180,-5 0-90,4 0 360,-5-6 180,-5-1-270,-2 0 539,-11 2-449,-1 5 90,0 0 270,-4 5-270,9 2-1,-4 0-179,6 9 270,0 4-540,5 11-269,1 6 179,6-11 270,0-3-90,6-11-450,1 1 90,11-1-3301,1-5 3571,0-1 90,-1-6 450,-6-17-450,-6 7 359,0-19-179,-6 11-90,-6-7 90,0 6 3032,-6 1-3391,-6 11-451,-1 1 90,-6 6-1438,0 12 1168,11 7 900,3 7 0,50 31 0,-15-28 0,0 1 0</inkml:trace>
  <inkml:trace contextRef="#ctx0" brushRef="#br0" timeOffset="13149">2769 13893 7533,'-19'0'1709,"6"0"-1260,2 0 2790,-1 0-2520,4 0 810,-3 0-179,6 0-721,4 0-449,-5 6 0,6-5-180,0 16 0,0-9-540,0 10 360,11 0-359,-3 1 269,9-6-1709,7 9 1529,-15-19-269,19 8 449,-20-11 90,5 0 540,-2 0-270,-10-11 629,4-3-449,-5-10 540,0 5-91,0-4-179,-5 14 90,-2-7-361,-5 9 1171,-12 0-1081,9 1-359,-19 17-180,19-2 180,-8 14-1888,16-9 988,2 3-2248,5 1 989,5 1 2159,2 6 0,5-6 0,0-1 0</inkml:trace>
  <inkml:trace contextRef="#ctx0" brushRef="#br0" timeOffset="13651">2129 14140 7533,'-32'-12'4317,"13"5"-2788,2-4-1259,16 4 450,-4 0-270,5 1 269,11 6-539,-3-5 0,15 3-450,-9-3 270,10 0 180,0 3-630,-4-8 180,9 8-359,-10-9 269,1 10 0,-3-5 0,-4 1 180,-1 4 450,-5-5-180,-1 6 0,-12 0-180,5-5 360,-16 3-180,3-3 0,-5 5 450,-10 0-360,14 0 269,-13 0 91,8 0-360,2 0 0,0 0 0,5 5 90,6 2 629,2 16-2158,16 3 1169,-3 0-450,10-2 270,0-12-449,12 0 179,8-5 270,-5-1-1079,28-17 989,-46-3-359,24-5-1710,-61-5 2429,-11 21 0,1 14 0,-3 7 0,-2 9 0,-1-1 0</inkml:trace>
  <inkml:trace contextRef="#ctx0" brushRef="#br0" timeOffset="14822">4184 13241 7533,'-12'-34'2113,"1"0"1,-4-7-2114,-3-18 810,13 76-360,16 35 102,-9-11 1,-2 17-1,-2 10 1,-1 5-1,-1-2 1,-2-7-1,0-13-687,-12 12 1,-3-3-789,8 5 1,1 17 0,-2 1-1,-3-16 1,-4-34-1956,-39-67 2596,19-13 0,15-1 0,37 21 1,-6-31-1</inkml:trace>
  <inkml:trace contextRef="#ctx0" brushRef="#br0" timeOffset="15173">3717 13413 8792,'-1'-38'3276,"0"0"1,38-2 0,22 2-3260,-10 12 0,10 0 1,6-1-1,0 2 1,-6 3-1,-7 4 1,-4 1-1,1 2 1,2 0-1,17-4 1,-1 1-1,0 0 1,1 0-1</inkml:trace>
  <inkml:trace contextRef="#ctx0" brushRef="#br0" timeOffset="38057">7592 5046 7353,'7'-14'180,"-1"3"-270,-6 5 0,5-1 0,2 0 0,0 2 90,4-1-180,-9 5 180,9-4 0,-5-1-90,7 5 90,-1-4 90,1 5-90,-1-6 0,-6 5 0,10-5 270,-2 6 0,17-5-270,-11 4 90,9-5 0,-16 6 0,22-5-1,19 3-89,-14-3 0,2-1 0,25 5-45,-10-2 1,4 0-46,-12 1 0,0-1-270,4-1 1,0 1 359,-5 0 0,2-1 45,17-4 0,-3 0-45,6 5 60,-14-2 0,9-1 0,-11 1-60,7 4 90,-4-5 0,0 1-90,3 3 0,-24 0 0,1-1-1622,4 0 0,0 0 1712,26 2-90,-28-2 0,1 0-487,6 1 0,1-1 442,0 0 0,2-1-909,18-2 1,1-1 953,-12 4 0,-2 0-45,-2-3 0,-3 1 63,-12 4 1,-1 0-19,32-9 0,-14 9 0,4 0 0,-3-4 0,1 0 324,3 1 1,1 1-280,-9-1 0,-1 1-45,3 0 0,0 0 221,1 0 1,2 1-222,-9 1 0,2 1 0,1-1 89,-3 0 1,0-1 0,1 0-90,2 0 0,0 0 0,-2 0 90,11 2 0,-3-1-90,-5-2 0,-1 0-700,7 0 1,-3 1 699,-18 1 0,0 1 368,19-3 0,1 0-323,-7 3 0,-2 0-300,-4 0 0,0 0 300,6 0 0,-1 0-45,-8 0 0,-2 0 0,31 0 0,-17-3 0,2 1-45,-10 1 0,0 0 45,6-1 0,2-1 698,3 0 1,1 0-699,-5 2 0,1 1-204,8-3 0,0 0 204,-10 3 0,-3 0 45,-12 0 0,3 0-45,24 0 0,2 0 0,-19 0 0,-1 0 0,23 0 0,2 0-45,-16 0 0,0 0 45,3 0 0,2 0-30,-10 0 0,2 0 0,-1 0 30,0 1 0,-1-1 0,-1-1-37,11-1 0,-3-1 37,-3 3 0,-4-1 0,21-4 90,-1 5-90,-21-3 0,0 0 0,22 2 134,-23-2 1,2 0 987,-3 1 0,0-1-1033,8-1 1,1 1-84,-6-1 1,1 1-7,0 0 0,1 0 90,15 3 0,-1 0-45,-20 0 0,1 0-75,7 0 0,6 0 0,-6 0-75,-11 0 0,-2 0 15,8 0 0,2 0 0,2 3 0,-2 0 0,21-2 45,-22 4 0,3 1-90,12-2 0,-2-1 180,-20 3 0,-1 0-45,22-2 0,-2-1-90,1 2 270,7 1 0,-11-5-90,2 7 0,3 1 1077,7-7-1107,-25 5 0,6 2 0,-6-3-137,23-3 122,-26 5 0,2 1 0,15-3 0,0 0 0,-24 0 0,2 2-75,9-1 0,5 1 0,-3 0 30,1 1 0,0 1-150,1 0 0,4 0 0,-3 0 150,4 0 0,-1 0-90,6 2 0,-1-1 90,-13-1 0,-1-2 45,-2-1 0,1 0-90,3 2 0,0 0-597,-9-2 1,-1-1 821,24 0-90,-4 5-172,-17-10 0,0-1 442,21 11-316,-25-10 1,1-1 64,3 6 1,-1-1-20,18 2-90,-21-3 0,1-1 180,28 3-90,-22-1 45,9-1 0,1-1-45,-4 4-90,-5-4 0,0 0 0,12 2 90,-14 2 0,10 0-1588,-24 4 1498,-3-10 1493,-1 4-1493,8 0 90,-9 2 180,23 0-90,-29 4-90,18-9 0,-26 3-1,9-5 1,-10 6 1323,11-5-1413,-10 5 616,19-6-526,-17 5 3212,18-3-3482,-14 3-540,9 1 630,-14-5-2068,13 10 2158,-19-5 0,-69 1 0,18-4 0,0-1 0</inkml:trace>
  <inkml:trace contextRef="#ctx0" brushRef="#br0" timeOffset="40063">19887 4049 7533,'12'-33'-180,"0"-7"-270,1 31 450,-1-8 900,1 17-811,-6-5 451,-13 3-270,-46-9-135,-4 5 0,-4 0-135,10-1 0,0 1-378,-13-1 1,4 1 197,-1 1 270,9 0 180,-15 3-180,20-3 90,-2 5-91,18 0-89,5 0 90,6 5 666,1 2-936,6 5 90,6 6 0,-5 1 0,4 11 270,0 7-270,2 6 135,4-3 0,2 8 164,-1 14 1,0 9 0,0-3-180,0-18 0,0-3 0,0 6-12,-1 5 0,-1 6 0,0 4 0,1-1 0,1-5-86,2-5 1,1-4 0,0-1-1,-1 2-488,-2 9 1,-2 1 0,1 0 0,1-3 734,3 5 1,2-3 0,-2-4-45,-2 3 0,-2 1-196,-2-11 0,-2 6 0,0 2 0,2-2-149,1 7 0,1-1 0,-1 5 174,0-9 0,-2 5 0,0 1 0,1-2 0,0-6-369,1 4 1,0-6 0,0 0 643,0 9 1,0 1 0,-1-8-195,0-14 0,0 2-134,-2 8 0,-1 10 1,0 2-1,0-5-271,2-6 0,0-3 1,-2 6 520,-2 3 1,-1 7 0,-2 3 0,1-3 0,1-8-42,1 0 0,1-6 0,-1 1-60,-4 14 0,-1 3 0,4-11-15,4-17 0,3-6 0,-1-1 0,0-1 1315,3 13-1855,3-16 0,0 4 1124,0 27 1,1 3-540,-1-22 0,1 2-157,-3 3 0,-1 5 1,-1-7 156,-6 18-90,-6 2 1111,1-15-1111,5-21 775,1-13 304,6-8-1169,6-11-449,28 11 449,-4-9 832,20-3 0,22-3 0,8-2 0,-9 1-1342,-7-1 1,-3 1-1,3-2 501,-10 1 1,4-1-1,2 0 1,-3 1-1,-5 2 99,12-1 0,-4 2 0,-27 11 0,-40 22 0,5 15 0</inkml:trace>
  <inkml:trace contextRef="#ctx0" brushRef="#br0" timeOffset="65666">30876 4011 7533,'-13'-6'-1080,"2"0"1980,5 1-450,5 4 89,-10-10-449,9 10 270,-3-10-180,5 9-360,0-9 360,0 10-90,0-5-270,0 1 360,5 3-180,-3-3 180,3 5-180,-5 0 180,6 0 0,-5 0-180,10 0 89,-9 0 91,9 0 0,1 0 180,12 0-180,13 0-90,-4 0 0,8 0 90,7 0 90,15 5-270,-23-4 0,1 0-372,28 4 462,-8 1-270,-9-5 270,-12 5-90,-3-6 180,3 0 0,-23 0 0,6 0-180,-18 0 90,-5 0 821,0 0-731,-5 0 0,4 0-360,-5 0 0,6 5 270,0-3-90,0 3-90,0 1 180,0-5-180,0 10 90,0-5 0,0 12 0,6 7-90,-5 1 720,10 42-900,-10-7-613,0-15 0,1 6 0,0-3 838,-1-1 0,-2 2 45,-2 0 0,-1 6 0,-1 1 0,1-8 0,-1 2 0,0-2-30,-2 9 0,-1 7 0,0 1-263,4-13 1,2 1 0,-1 0-1,0-2 383,-3 8 0,-1-2 0,2 2-90,2 8 0,1 3 0,-1-6 270,-6 6 0,1-11-90,7-8 0,-7 5 0,-1 0-2247,6-11 2157,-4-9 0,-2 1 269,3 21-269,-1-22-630,4 0 1,1-1 359,2-5 90,0 31-180,0-38 270,0 15 90,0-30 1318,0 2-1498,0-11 1985,0 0-2255,5 0 4112,-3 0-3842,3 0 900,-5-6-1,0 5 361,0-5 539,-5 6-1260,-2 0 631,-28 6-720,12-5-630,-16 7 0,-2 1 270,2-1-2821,-2 1 1,1 0 1741,6-2 359,-7 4 720,27-10 0,47-45 0,-5 14 0,-1-1 0</inkml:trace>
  <inkml:trace contextRef="#ctx0" brushRef="#br0" timeOffset="72616">25781 4147 7533,'7'-14'-360,"-2"-8"450,1 14-180,-5-4 180,5 1 0,-1 10-360,-3-4 90,3-1 90,1 5 0,-5-5-90,16 1 270,-15 3-90,9-3 180,-5-1-180,-5 5 180,10-16 0,-9 14-90,3-13 180,-5 9-270,0 1 539,0-11-539,0 9 180,-5-4-270,-2 1 90,-5-2 90,-1 0 0,1 0-270,5 3 180,-4 8 0,9-8 90,-9 8-90,4-9 0,-5 4 0,0 0 90,-6-4-90,5 4 0,1 1 90,-5-6 0,-2 6-90,-2-1 90,-7 1-90,14 1 0,-15 4 0,3-4-90,0 5 90,-2 0 90,8 0-90,2 0 0,-6 0 30,-16 5 0,-13 4 0,6-2 150,-7-1-591,4 2 0,-7 2 0,13-1 411,18-2-119,-20 5-61,23-5 180,-17 4 90,15-4-360,-11 11 180,-8-5 0,-11 16-751,19-13 0,0-1 751,-14 13-188,2-1 0,1 2 368,1 1-90,10-4 0,2 1 0,-3 5-90,7-2-77,10-11-13,-14 15 90,12 4 0,-13 18 90,10 1 0,6-3 0,-4 12 180,9-24 0,1 15 192,2-3-372,5-17 0,2 5 0,1 1 90,-3-5-45,5 10 0,2 1-45,-1-9 0,0-1 0,0 1 0,6 5 0,6 16 90,2 1-1911,9-6 1821,-9-7 90,9-12-244,2 10 244,-5-19 0,0 4 0,0 0-180,-4-3 90,19 13 270,-5-14-270,-3-7 90,4-3 0,1-1 0,-1 4 44,16-3 1,2-2-45,-3-6-90,-5 1 0,1 0 270,7-5 1182,0 1-1362,0-2-135,-3-4 0,1-2 135,13 1-135,-10 1 0,-2-2-45,-2-4 135,-13 2 0,4-1-45,6-7 0,0-1 0,-9 5 0,2-1-45,24-11 0,-1-2 225,-8-1-45,4-5 0,0-3 135,-4 0 89,-4-6 1,-3-2-90,-12 1-976,-3 0 0,-2-1 1156,-12-3-270,8-18 1938,-11 10-1893,-5 13 0,-2-1 45,2-28-180,-3 11 0,-3-3-15,-2 5 1,-3-4-46,-1-4 0,-1-5 0,-1 4 59,1-2 1,-3 0 120,-1-2 0,-2-4 0,0 9-514,2 19 1,0 3 348,-2-19 0,-1-2-360,-7-2 0,0 4 432,12 22 0,-1 0-927,-12-25 1,-3 7 809,-2 24 0,-20 9 0,-11 6 0,-2 7 0,-1 1 0</inkml:trace>
  <inkml:trace contextRef="#ctx0" brushRef="#br0" timeOffset="86988">3815 3163 7443,'14'0'90,"-3"0"-360,-11 0 270,0 0 0,-6 0-270,-1 0 360,0 0-90,2 0-180,-1 0 270,5 0-180,-5-6 0,6 5 270,0-5-180,0 6 540,0 0-360,0-5-1,0 3 451,0-3 90,0 5 89,0 0 540,-5 0-1079,3 0-90,-3 0 0,5 0 90,0 0-90,-6 0-270,5 0 90,-4 0 90,5 0 180,0 0-90,-6 0 0,5 0-180,-5 0 179,1 0-269,4 0 360,-4 0-360,-1 0 0,5 0 0,-10-6 1,4 5 89,0-5-90,-9 1-90,2 4 180,-17-5 0,0 6-90,-6 0-90,0 6 90,1 6 90,10-4-90,3 9 0,5-10-180,4 11 270,1-5 0,8-1 0,5-1 0,0-4-90,0 11 270,5 1-180,-3 6-90,9-6 720,-4 20-450,5-16 90,-5 19-91,4 4 1,-9 6-1201,3 5 1111,-5-3-3083,0-1 3082,0-12-89,0 18-451,-2-18 1,-1 0 270,-4 18 180,4-19 0,-1 2-627,-5 5 0,1-2 627,5 9 90,-5-11 0,0 2-100,4-9 0,1-2-170,-4 15 803,-2-6 0,2 1-533,4 10-135,-2-17 0,-1 2-45,0 24-90,5 5 90,-5-6-1098,1-7 1098,4-17 1515,-4-8-1425,5-7 1570,-11 12-1030,-3 11-2246,-5 4 1796,1-7-90,6-19 1271,5 0-1361,-4-11 338,9 5-248,-9-6-90,10 6 0,-10-10 3025,9 9-2935,-3-10 1263,5 0-1263,0 4 206,-5-10-206,4 5 0,-4-6 90,5 5-90,0-4 0,5 5 0,1-6 0,6 0 539,1 0-359,5 0 360,6 0-630,24 0-90,-12 0-630,1 0 1,-1 0 539,-4 0 90,20 0-1439,-27 0 90,10 0 270,-7-6 1259,12 5 0,-19-16 0,3 4 0</inkml:trace>
  <inkml:trace contextRef="#ctx0" brushRef="#br0" timeOffset="88158">960 3950 7533,'-14'0'989,"-2"-5"-719,9 3-90,0-3 0,1 10 180,1 8-181,4 1-179,-5 3 360,6 6-270,6 9 90,0 23-135,3-22 0,0 2-135,-1 0 0,-2 0 0,7 32-360,-2-13 271,-10-4-271,4 4-90,-5-25 0,0 4-269,0-32 809,0 4 0,-5-32 0,-2-7 0</inkml:trace>
  <inkml:trace contextRef="#ctx0" brushRef="#br0" timeOffset="88453">910 3852 7533,'-13'-37'1439,"2"5"-270,33 2-989,10 6-270,20 7 0,7 4-45,-16 2 0,0 1-212,21 1 0,-3 0-552,2-2 930,-4 21 1,-64 3-1,-8 19 1</inkml:trace>
  <inkml:trace contextRef="#ctx0" brushRef="#br0" timeOffset="88684">886 4208 7533,'-23'31'1889,"19"-11"-1709,-6-2-1,22-12 271,11-6-270,9-6 0,12-1-360,-7-6 0,3-3 180,-2 3 0,1-1 0,13-4 0,0-1 0,-2 4 0,-1 0 0</inkml:trace>
  <inkml:trace contextRef="#ctx0" brushRef="#br0" timeOffset="89285">1648 4221 8162,'-16'-41'2339,"-4"12"-2519,-11-1-539,-27 52 808,10 19-134,20-13 1,0 2 223,-13 23 1,17-16-90,5 5 180,1-3-90,11 8-90,1-14-270,6 8-90,6-20 0,6 2 1,7-16-1,6-2-180,22-38 540,-7 3 45,2-22 0,-1-5 45,-21 26 0,-2 0 134,7-14 1,-5 3 944,-14 6-359,-23 22-900,2 25-1035,1 21 1,3 7-225,9-3 0,3 0 1259,-1 12 0,8-6 0,38-11 0,6-21 0</inkml:trace>
  <inkml:trace contextRef="#ctx0" brushRef="#br0" timeOffset="89635">2019 4258 7533,'-6'-19'3598,"-6"-10"-3239,-2 20-89,-10-13-180,0 21-90,3 1-270,-13 23-719,8 26 809,0-7 90,8 10 0,7-33 0,10 10 810,6 19-720,4-11-810,24-4 1,6-3 629,-13-14 180,18-2 0,1-11 0,-16-32 0,18-11 0</inkml:trace>
  <inkml:trace contextRef="#ctx0" brushRef="#br0" timeOffset="90043">2313 3791 7533,'-19'-13'3238,"-4"1"-2698,15 5 89,-3 29-359,11 6-90,6 32 180,0 7-1050,0-20 0,0 6 1,0-1-211,4 14 1,-1 1 149,-3-7 1,-2 4-1,0-8 750,2-9 0,-7-10 0,-22-9 0,-10-50 0</inkml:trace>
  <inkml:trace contextRef="#ctx0" brushRef="#br0" timeOffset="90218">2240 4418 7533,'-14'-46'1619,"1"0"0,3 4 0,2 4-450,8 1-539,7 11-270,17-3-720,-4 15-1349,38-4 90,-10 11 1619,-12 5 0,0 4 0,-4 13 0,-2 5 0,1 3 0,0 0 0</inkml:trace>
  <inkml:trace contextRef="#ctx0" brushRef="#br0" timeOffset="90570">2732 4147 7533,'-25'-38'4767,"1"8"-4137,10 12 449,-13 11-899,17 2 0,-13 5-270,0 16 0,8-1-630,-8 37 271,16-17-496,10 8 1,4 1 764,3-5-495,8 4 1,3-1-46,7-6 360,9 11 540,4-11 540,-14-15-181,3-4 721,-12-11-541,-11-6 990,-23-6-629,-6 0-721,-26-1-718,-13 1-2250,19 17 1761,-4-3 0,50 27 0,10-3 0</inkml:trace>
  <inkml:trace contextRef="#ctx0" brushRef="#br0" timeOffset="93208">3433 5550 7353,'0'-14'-180,"0"3"180,0 6 90,0 3 0,-5-3 180,3-1-270,-3 5 180,5-4 359,0-1-269,0 5-180,0-5 270,0 1-90,0 3-90,0-3-1,0 5 1,-6-5 0,5 3-90,-10-3 90,10 5-360,-10 0 180,-1 0 0,-2 0 0,-3 0-90,4 0 180,1 0-90,5 5 90,-4-3 180,-2 3-270,5 0 90,-3-3 0,6 3 90,3-5-90,-9 0-90,10 0-180,-5 0 270,6 0-180,0 6-90,-5-5 90,3 16 90,-3-15 0,5 31-90,0-16 180,0 18-90,0 1 0,0-3 90,-5 9 0,-2 17-90,1-11 45,-2 0 0,-1 2-2336,1 8 2291,-1-18 0,0 2 0,-3 18-517,0-18 0,0 0 517,3 16 0,-3-22 0,1-4 180,5-7-180,-1-6 0,-3-1 180,8-6 1773,-3-5-1863,5-2 1641,0-5-561,0 0-990,5-5-90,-3 3 269,8-3 91,-3 5-450,5-6 180,0 5 90,12-4-900,-9-1 360,14 5-1619,-5-10 360,13 10 1529,-4-4 0,19-1 0,-7-1 0</inkml:trace>
  <inkml:trace contextRef="#ctx0" brushRef="#br0" timeOffset="94834">910 5944 7533,'0'-21'719,"0"-1"-359,0 15 0,0 0-270,0-4 629,0 5-539,0-1 0,0-4 270,0-1-270,-5 4 0,4-3-360,-5 11 0,-27-6 0,20 5-3302,-32-5 3392,14 17-90,4-2 90,-8 14 90,-6 1 0,12 2 0,-18 5 180,10 10 0,5-7-180,-4 14 180,6 5-1137,9-12 1047,-1 12 270,9 6 1527,6-22-1797,2 20-2397,5-30 2396,0 2 1,5-4 90,13 16-90,2-17-629,5 10 1178,9-22-729,-12-5-1349,41-2 270,-31-5 1367,25 0-1008,-20-5 810,-4-2 0,2-22 0,-10-4 0</inkml:trace>
  <inkml:trace contextRef="#ctx0" brushRef="#br0" timeOffset="95668">1009 6313 7533,'5'-25'1259,"-3"11"-1079,3 3 539,-5 6-449,0 4 90,0-10-180,-5 10 90,3-5-180,-3 6 90,-1 0 0,5 0-270,-5 0 90,1 0 0,4 0-180,-4 0 90,-1 0 90,0 0-450,-12 6 360,4 0 90,-10 7-180,16-1-90,-30 28 90,31-21 1,-25 32 179,30-31 0,-3 5-90,5 3 0,5-13-180,7 19-540,35-8 540,-21-5 180,35-5 1,-50-21 358,16-2 1,-20-16-360,5 8 900,-5-30-270,-1 21-271,-6-17 181,0 12-90,-6 8 270,-6-24-271,4 27-269,-3-16 270,5 16-180,5 5-180,-5-5-90,6 11-540,6 1 540,-5 6 0,10 0-359,-4 6 179,11 1 90,-4 11 0,4-5 270,0 21-180,-5-18 450,5 30-180,-6-30-90,-5 13 0,4-11 90,-10-5-90,4 5-180,1 0 90,-5-10-90,10 8 90,-9-14-180,9 3 180,-4-10 0,5-8 0,6-11 0,-5-8-90,5 7 90,-6-4 270,6-7-270,-10 13 809,9-22-719,-16 35 450,10-12-450,-9 21 180,3-4 89,-5 5-179,0 0-270,0 5 90,0 8 0,0 0 0,0 5 90,0-1-989,6 3 89,0 15-629,12 9 899,-4-4-1438,9-5 1528,-10-17 450,5-11 0,0-18 0,1-9 0</inkml:trace>
  <inkml:trace contextRef="#ctx0" brushRef="#br0" timeOffset="96343">1821 6239 8342,'-5'-13'1709,"3"2"-899,-9 5-630,10 5 539,-5-10-539,6 9 90,-5-3 90,3 5-450,-3 0-90,-6 0-450,3 5 540,-4-3-269,-4 14 808,7-8 91,-20 27-270,9-2 90,-5 15-360,13-4-90,2 15 90,14-29-180,-3 10 0,11-33-810,22 4-359,-5-15 630,19 2 719,11-16 0,-12-12 0,-14 11 0,0 0 0</inkml:trace>
  <inkml:trace contextRef="#ctx0" brushRef="#br0" timeOffset="96523">2117 6424 7533,'12'-13'0</inkml:trace>
  <inkml:trace contextRef="#ctx0" brushRef="#br0" timeOffset="220699">15161 17056 7533,'-56'-24'2518,"12"-6"-2158,14 15-1169,18-7 269,12 20 540,7-3 0,16 21 0,3 5 0</inkml:trace>
  <inkml:trace contextRef="#ctx0" brushRef="#br0" timeOffset="224406">22459 4147 7533,'-19'0'-1170,"1"-5"1260,6-2-90,5-6 90,-4 1-90,9 0 0,-3-6 180,5-1-180,0 0 0,0-10 0,0 14 0,0-13 0,0 8 90,0-10 0,0-1 0,0-1 0,0 8 0,0 0-90,0 11 180,-6-5-90,-6 11-90,-2 2 90,-14 5 180,-4 0-3662,5 0 3392,-8 0 179,17 0 1,-35 5-270,17 2-90,-18 5 180,19-5 0,3 4-89,1-4 89,-5 5 89,-6 0 1,3 1-90,3-2 0,1 1 0,-1 3 3392,-16 8-3302,16-5 0,3 7-3572,-4 1 3482,12-2 90,-3 16-336,2-6 201,8-3 0,-1 4 81,1-3 1,-1 4-37,-2 3 0,-2 5 0,3-2 0,1 0 0,0 2-244,-3 1 0,-3 4 0,3-5 244,8-10 0,1-1 0,-10 18 0,-1 3 0,5-7 0,0 0-45,0 6 0,0 1 45,-3-1 0,3-2 0,8-15 0,1-2 2899,-13 30-2899,11-25 90,0 19-90,0-17 0,3-3 0,0-1 0,-5 6 0,-1 5 0,1 1-2126,-1-3 2126,3-6 0,1 1-179,-1 25-282,6-26 1,0 1 460,0-2 0,-1 1 116,-4 22 0,-1 1-116,4-18 0,1-1-90,-3 9 0,2-1 90,2-9 0,1-3 0,-2 10-1553,0 10 1643,-4-9-90,10 4 570,-5-17 0,1 0-570,4 13 0,-2-16 0,1 0-180,2 18 1367,0-1-918,5 15-269,1-17 394,1-2-214,9 5-180,-7-17 2581,3 16-2761,5-4 270,-15-7 734,15 12-644,-10-5-180,5 8 45,-3-22 0,0 1-225,4 33 270,10-7-549,-14-11 279,7-13-20,-3 9 470,6-6-360,11 20 0,-10-21-90,3 3 360,-5-7 0,-4-13-180,9 12-90,-3-15 180,-2 6 363,0-6-453,5 4 0,-8-9 0,9 4 270,-6-6-270,1 0 206,16 6-386,-2-9 180,15 7 0,-21-15 0,8 4 0,-6-5 0,-1 0-90,29-5 90,-26 4-45,2-9 0,2-2 405,6 2-360,19-18 90,-22 14-90,14-15 0,-23 14 45,0-5 0,-1 0-45,-4 4-45,4-8 0,0-3 45,0-6 360,15-22-360,-8 6 90,-3-1-90,0 7-45,-12 13 0,0 1-45,8-12 90,-5 4 0,0-1 0,10-16-45,-11 15 0,-2 0 225,6-13-90,-6 13 0,0-3-90,0-7 0,-2 0-1651,-1 7 0,1 0 1651,2-7 0,-1 0-45,-6 7 0,-1 2-2005,8-23 2050,-5 20 0,-1-3-181,-5 4 0,1 1 181,2 8 0,1-1 90,2-31 0,0-2-90,-2 16 0,0 0 30,-5 0 0,1-3 0,-2 4 15,3-1 0,-2 3 0,-4-5 0,-1 1 0,2 0 0,1 2-45,-3 8 0,0-3 30,2-11 0,-1-6 0,0 6 105,0 9 0,-1-2-75,-1-15 0,0-8 0,-1 9 30,-1 17 0,0 3-90,1-21 0,-2-1 45,-1 14 0,-1 2-45,2 12 0,0-1 45,-3-14 0,-3-2-135,2 4 0,-2 3 45,0 10 0,0 0 0,0-7 0,-3 0-156,-4 7 1,-1 2 200,2 2 0,-1 0-180,-12-10 0,-1 3 180,-8-6-450,8 16 1,-3 2-1620,-21-16 2394,4 10 1,13-8 0,1-5 0,7 7 0,0-1 0</inkml:trace>
  <inkml:trace contextRef="#ctx0" brushRef="#br0" timeOffset="226801">29129 4135 6903,'-7'-20'-360,"-10"3"630,15 5-180,-15 0 180,10-6 0,-21-2-360,6 1 270,-19 1-90,-23 6-270,8 6-1516,11 2 0,1 2 1696,-8 2-269,8 7 0,1 2 179,-2 6 45,-5 6 0,-2 4 45,21-5 0,1 0 0,-13 3 0,0 4 0,0 12 0,3 2 0,12-12 0,1 0 45,-6 13 0,2 4 45,8 2 0,4-1-45,4-6 0,3-1 1270,-2 2 1,4 2-1316,6 3 0,3-3 0,1 12-45,7-14 0,2 0 897,6 14-897,11-15 0,6 0 180,1-5 0,3 1-75,-2-5 0,3 2 0,3-4-327,5-2 1,4-3 0,-2-2 311,11 5 0,1-6 89,7-4 1,-2-7-90,-13-7 0,-3-3-1505,-9 0 0,-1-2 1370,1 2 0,0-2 135,-4-2 0,0-5-39,3-5 0,1-3-51,5-6 0,0-2 45,-9 0 0,-2-2-45,3-7 0,-2-4 0,1-7 0,-2-4 225,1-2 0,-2-4-415,-10 10 1,-2-3 0,-2 0 503,0-10 1,-6 1-45,-3-6 0,-5 2-90,-6 20 0,-2 2 0,2-1 0,-4 3-1073,-34-19 1028,11 9 459,-16 5 1,-7 1-460,15 17 0,-2 2-177,-2 1 1,-4-1 0,-1 4-154,-1 6 0,0 3 0,2 2-49,-5-1 1,2 2 198,-8 1 0,4 3 684,2 6 0,12 13 0,2 7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56:01.93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25239 7630 6903,'-11'-14'-90,"4"-2"-180,2 9 450,5-6-90,0 6 180,0-4-180,0 10 270,-6-10-270,5 5 899,-10-1-809,9 2 630,-9-1-361,10 5 451,-5-10-540,1 9 179,4-3-359,-10-1 0,9 5 180,-3-5-180,5 6 539,-6 0-539,5 0 180,-5-5-90,6 3 90,0-3-180,0 5 449,0 5 1,-5 13-450,3-2 90,-9 34-360,10-25 224,-1 16 1,-2 2 135,-1 3 45,5 8 0,-1 6 45,-7 1 0,-1-3-409,8-9 1,0-1 227,-7 21 1,0-8 0,6-23 540,-3 25-540,5-42-180,0-3 0,0-13-360,0-5 360,0 0-1432,0-11 1342,5 3-3598,2-21 2429,0 14-270,4-13-360,-10 14 1889,4-4 0,1 0 0,0-1 0</inkml:trace>
  <inkml:trace contextRef="#ctx0" brushRef="#br0" timeOffset="535">25129 7618 7533,'-7'-40'2608,"1"0"-2248,6 27 1799,0-11-720,12 5-1169,-4 5 899,15-2-989,-9 9 899,15 1-719,-14 0 360,19 6-540,-19 0 449,25 6-629,-24-5 180,29 15-180,-23-8 180,24 21 0,-23-14-360,11 19 270,-21-19 90,5 19-90,-11-18 0,4 7 719,-16 6-539,-12 4-90,1 5-180,-14-11 0,-2-2 0,6 3 45,-16-1 0,-1-2-45,10-3-45,-4-4 0,0-2 135,9-2-90,-29-2-270,28-7 90,-7-5-1799,24-5 1530,7 4-1440,5-10 1439,0 10-3418,11-5 3868,-3 6 0,26 6 0,-2 1 0</inkml:trace>
  <inkml:trace contextRef="#ctx0" brushRef="#br0" timeOffset="1412">25695 8011 7982,'0'-13'1080,"0"2"-630,-5 11 539,3-6 270,-3 5-449,-1-10-450,5 9-1,-5-3 1260,6-1-539,6 0-720,-5-1-90,10 2 269,2-1-179,6-1 0,11 0-180,-4-4-270,4 10 180,6-4-450,-4 5 90,5 0-1529,4 0 1169,-8 0-1618,-2 0-181,-2 11 2429,-21-3 0,-13 15 0,-16-4 0</inkml:trace>
  <inkml:trace contextRef="#ctx0" brushRef="#br0" timeOffset="1958">25633 8171 11311,'-20'-5'3867,"4"3"-2517,54-9-1260,5 5-675,19 2 0,4 1 135,-1-2 90,-10 3 1,-4 4-181,-18 3-3687,15 2 3507,-27 5 720,7-5 0,-32-7 0,2-7 0</inkml:trace>
  <inkml:trace contextRef="#ctx0" brushRef="#br0" timeOffset="3148">26089 7618 7803,'-12'13'2068,"5"-2"-1798,1-11-180,6 0-270,0-5 270,0-2 90,0 0-90,0 2 720,0 5-720,0 0 989,-5 0-449,3 0-1,-3 0 271,5 0-630,0 0 629,11 16-719,-3-7 90,37 42-90,-26-26-360,26 21-360,-13-5 0,-1 3 270,-10-11 1,0 1 628,10 10 1,-4-2-270,-10-2 0,-17-35 0,0-5-899,0-5 449,0 3 540,11-3 539,3 5-269,-1 0 629,-13 11-719,-30 8-360,1 7 120,-6-2 0,-10 4 0,2-1-210,-2 6 0,1-2-1319,-13 5 1,2-2 1363,20-9 1,9-6 44,13-12-360,1-1-1079,5 0 539,1-6 540,6 0 270,0 0 119,11-6-1469,-2 5 811,3-4 629,-1 5 0,2 5 0,6 2 0</inkml:trace>
  <inkml:trace contextRef="#ctx0" brushRef="#br0" timeOffset="4218">26962 7802 8342,'-18'-12'450,"6"-1"-360,1 6 270,9-4-360,-9 10 90,4-10 359,1 5-449,-6-1 90,6 1 0,-7 6-180,1 0 270,-1 0-90,1 0 90,-5 0 180,-2 11-180,-6-3-90,6 10 0,-5 0 180,5 1-1,-5 11-269,-1 2 0,1 10 180,4 2-90,2 10-3032,11-3 2942,2-7 270,5-9 44,5 7-134,2-3 0,11 10-180,2-7 270,4-16 359,6 3-449,2-15-270,-6-2 180,3-6 450,-5-6 3459,7-6-3549,6-1-90,0-16-112,0-3-69,-11 0 1,3-3-90,-10 5 180,6-8-270,-1-5-90,1 1 90,-6-7 270,10-17-270,-21 23 0,-1-1 0,11-28 90,-13 2-360,-5 27 180,-5 0 180,-2 0 0,-11 6-90,4 6 450,-9 7-270,4 6-990,-11 0 540,4 5-539,1 2 359,7 5-90,-5 0-269,3 11-810,-5-3 359,2 15-269,9-10 270,2 11-450,6-10 1709,6 3 0,17-10 0,3-1 0</inkml:trace>
  <inkml:trace contextRef="#ctx0" brushRef="#br0" timeOffset="4544">26877 8048 14099,'18'19'2339,"1"4"-1980,5-3-179,-5 4-899,4-5-2519,13 26 2248,-2-15-629,3 13 1619,-14-20 0,-10-10 0,-1-1 0</inkml:trace>
  <inkml:trace contextRef="#ctx0" brushRef="#br0" timeOffset="5185">27578 8208 7533,'0'-14'2518,"0"-2"-1798,0 9-91,0 0 91,0-4-180,0 10 89,6-5 181,11 17-270,-2 3-181,8 11-89,-5 10-270,-4 4-539,-2 21-181,-12-19-989,-28 16 720,-6-24-361,-16-1 451,2-9 899,21-11 0,-13-16 0,15-4 0</inkml:trace>
  <inkml:trace contextRef="#ctx0" brushRef="#br0" timeOffset="6628">28218 7741 7533,'21'-32'1439,"-5"7"-809,-16 7-541,0 12 271,-5-5-180,3 10 90,-3-5 90,5 1-90,0 4 179,0-5 361,0 12 809,0 33-1259,0 3-270,0-6 0,0 1 269,0 30-404,0-31 1,0 1-2012,-3 18 0,0-1 1876,2 11-315,-1-12 1,4-5-1935,10-18 1709,-4 6-89,8-25 269,-14-17-179,9-1 719,-10-5 0,10-5 0,-4-2 0</inkml:trace>
  <inkml:trace contextRef="#ctx0" brushRef="#br0" timeOffset="7185">28144 7765 7533,'0'-31'1439,"5"1"-809,-3 10 1079,9-14-720,-4 12-629,5-13 539,6 15-179,-4 3-1,9 10-359,1-4 180,8 10-180,10 1-270,2 7 90,-6 5-90,-2 0 89,5 6 1,-1 1 0,14 11 0,-10 2 0,-7 5 0,-13-12-90,-11-1 90,-8 4-540,-5-5 540,-11 17 270,-8-8-630,-23-1-90,-3-1 360,-4-10-270,-5-3 180,14-4-540,-13-7 270,15 0-539,1-6 629,12 0-2788,13-11 2968,17-3 0,47-21 0,-16 16 0,1 0 0</inkml:trace>
  <inkml:trace contextRef="#ctx0" brushRef="#br0" timeOffset="10933">29400 7876 8072,'6'-14'1080,"0"-2"-810,-6 14-90,0-3 449,0 5 91,0-5-540,0 3 629,0-3-629,0 5 989,0-6-899,0 5 900,0-10-811,0 10 181,-6-10-270,5 9 90,-4-9 0,5 10-360,0-5-720,0 1 630,0 3-899,-6-3 809,5 5-450,-5 0 540,6 5 180,0-3-180,0 9 450,0-4-180,0 0-90,0 9 90,0-13 89,6 13 1,-5-14-180,16 8 0,-15-8-90,20 3 90,-19-5 0,13-5-90,-15 3 0,4-8 0,-5 8 0,-5-9 0,-1 10-360,-17-4 360,8 10-90,-14 7-180,15 2-89,-4 14 179,11-12 90,2 12 90,5-9 180,11 1-90,-3-3 629,21-10-359,-20-1 809,19-17-899,-20 2 90,5-14 0,-8 4-810,-5-11 360,0 9-809,-11-7 809,8 20-2879,-19-3 1080,14 11-89,-10 11 1978,11-3 0,24 37 0,10 2 0</inkml:trace>
  <inkml:trace contextRef="#ctx0" brushRef="#br0" timeOffset="11650">29400 8233 11490,'-14'0'3239,"3"0"-2160,5 0-719,5 0 269,-5 0-719,6 0 1,0 0-1,-5 0-180,3 0-90,-3 5-809,5-3 899,0 8-540,0-8 630,0 3-359,0 1 539,0-5 539,5-12-89,-3 7 0,3-23 359,-10 19-809,3-5 90,-9 8 0,5 5-270,-6 11 90,5-3-809,-4 37 359,15-15 450,-8 12-90,15-18 360,-4-12-270,-1-5 1080,5-2-810,-4-5 89,0-11-179,4 3 180,-10-10 630,-1-10-450,-7 11-450,-5-12 269,0 23-718,0 0 359,5 6-630,-15 11 180,13 8 271,-9 2 89,12 2-180,6-11 0,0 1 90,0-7-539,0 5 359,6-9 180,1 3 270,16-5 0,8-16 0,13-5 0</inkml:trace>
  <inkml:trace contextRef="#ctx0" brushRef="#br0" timeOffset="13335">30519 7728 7892,'0'-19'1440,"-6"-4"-901,5 15 181,-4-9-450,-1 10 180,5 1-450,-4 0 89,0 1 91,3 4-90,-3-5 180,-1 6-270,-1 0 180,-5-5 0,-1 3-90,1-3 90,0 5-360,-1 0 270,1 0-360,-6 0 180,5 0-180,-10 5 270,9 2-270,-9 11 270,3 1-90,-10 5 270,4 6-90,-9 13 540,9 18-270,10-21 0,2 1-91,6-2 1,2-2-90,-5 31-90,11-32 360,5 10 179,13-1-539,8 12 90,0-13 225,7-19 0,2-5-315,-1-4-45,-1-3 0,3-3 45,0-4 0,-2-6 0,11-11-270,19-2 90,-34-18 180,1 0 584,-7-16 1,0-3 314,11-8-719,-12 7 0,-5-2 809,-5-1-899,-8 14-180,-5-12 0,0 20-45,-7-3 0,-2 0-314,-7-9-46,-10 5 0,-5 3-1754,-17-4-3687,-3 9 2787,28 25 3059,24 20 0,6 49 0,-4-27 0,0 0 0</inkml:trace>
  <inkml:trace contextRef="#ctx0" brushRef="#br0" timeOffset="13602">30495 8024 7533,'-25'5'3957,"6"2"-1348,12 27-1530,19 5-629,8-7 0,3-2 0,12 10-91,-7-16 1,2-3-810,19-1 181,9 5 269,3-7 0,-12 5 0,-6 3 0</inkml:trace>
  <inkml:trace contextRef="#ctx0" brushRef="#br0" timeOffset="39563">24883 7396 7533,'-26'12'-450,"-3"1"540,16-1 90,-5 0-90,11-5 0,7-2 269,7 1-179,0-5 450,4 5-450,-4-12 540,0 0-451,-2-1 91,0-9-180,-3 13-90,3-25 90,-5 19-3842,0-15 3572,0 7 0,0 3-90,0-9 90,0-13 0,0 7 180,-3-6 0,1-3 90,0-6-90,-3-11 0,5 21-180,5 15 3572,2 5-3482,0 3-90,4 11 90,-5 0 90,1 0 90,15 0-180,-12 0 270,24 6 90,9-5-181,-13 5 181,37-1-270,-48-4 180,48 5-360,-37-6 90,29 0-90,-27 0 90,4-6 90,16 0 0,-15-1-90,0 1 0,1 1 0,3 3-45,-6-3 0,0-1 45,6 5 0,7-5-180,-2 6 180,-17 0-90,7-2 0,1-1 90,2 1-180,4-1 1,0 1 179,-1 2-45,-1-3 0,-1 1 45,3 0-45,-8 0 0,0-1 45,4 3 90,20 5-90,-25-3 90,29 8-90,-33-8 224,6 1 1,1-1-225,1-2 90,-1 0 0,1 0-90,-3 0-1561,5 0 0,0 0 1561,-7 0-76,9 0 1,1 0 75,-6 0 90,16 6-302,-12-5 482,-14 5-91,30 5-179,-26-9 90,3 6 0,0 1-90,-4-2-90,33 5 90,-34 0 90,28 1-90,-28-7-402,28 5 402,-23-9 180,20 3-180,-21-5 2744,7 6-2924,-19-5 180,2 5 270,0-6-270,-7 0 848,7 0-848,-11 0 43,17 0-313,15-6 703,24-6-343,-9-2-180,-6 2 90,-23 1 359,33-1-359,4-8-225,-21 13 1,1 1 134,21-5 90,2 11-90,-40 0-540,32 5 630,-39-3 0,34 9-180,-28-4-90,29 5 270,-30-5-179,41 4 358,-22-10-269,21 5 90,-25-6-269,-2-6 269,-4-1 0,-10 0 0,2-4 0,-22 10 0,-1-4 90,-6-1-90,0 5 719,0-10-359,0 9-270,0-3 0,-6 5-90,5 0 180,-5 0 90,1 0-90,3 5 629,-9 19-629,10-13-450,-5 23 0,1 3-449,4-20-406,0 22 1,2 0 764,0-21-629,5 22 989,-1-21 0,2 0 0,5-1 0</inkml:trace>
  <inkml:trace contextRef="#ctx0" brushRef="#br0" timeOffset="40563">25462 5710 7533,'0'-26'90,"0"8"90,-6 13-1,5 5 181,-5 0-180,6 0 180,0 5 0,0 2-270,0 5 359,0 6-359,6 1 90,-5 33-180,5 2-45,-6-13 0,0 2-94,-3-2 0,0-1 49,0 3 0,-1 0-90,-2-3 0,0 1-225,-1 3 1,1-3 314,0 7-270,0-9-180,6-33-89,0-6 277,0-6-7,0-1 359,6-5 0,0-17 0,7-3 0</inkml:trace>
  <inkml:trace contextRef="#ctx0" brushRef="#br0" timeOffset="41004">25462 5722 7533,'0'-46'0,"0"10"180,0-17 359,0 21 361,5-3-361,2 14 181,11 3-360,1 13-90,5 10 179,17 35-269,-12-8-315,-4 9 0,-3 4-44,-8 4 179,-1-13 0,-4-1-90,-13 15 359,-3-1-359,-20-10 1,-9-2 89,-15 8 0,9-16 0,0-6-270,-2-12-360,9-27 180,21 1-179,3-10 179,11 2-1079,5 15 449,8-3 1080,12 11 0,22 11 0,11 2 0</inkml:trace>
  <inkml:trace contextRef="#ctx0" brushRef="#br0" timeOffset="41520">25622 6227 7533,'0'51'1619,"0"-4"-810,0-21-629,0-8-180,5-13 360,-4-10-450,15-7 90,-13-7-360,19-22 360,-19 12-180,12-13 0,3-1 180,-7 13-45,1-6 1,5 5-136,11 23-90,11 7 0,4 2 990,19-4-676,-21 7 1,-5-4 315,-14-18 270,-39-17-450,-4 6 0,-5-6 179,-24 6-179,19 19-270,-7 21 0,2 11 1,4 34-1,10-22 0,5 3 0,9 16 0,16 1-540,23-10 0,10-2-944,-6 3 0,3-4 1574,6-2 0,1-15 0,10-35 0,-43-16 0</inkml:trace>
  <inkml:trace contextRef="#ctx0" brushRef="#br0" timeOffset="42238">26200 6165 7353,'-6'-31'3058,"5"6"-2698,-5 13 90,6 23-1260,-5 26 360,3 20 360,-3-10 90,5 14 0,0-43-359,27 11 269,-14-40 180,32-26 179,-30-10 181,3-18-270,-13 36 0,-5-4-450,-5 32 180,4-4-90,-4 5-90,-1 21 180,5-4 270,-5 24-90,6 1-90,6-13 90,0 5-180,1-27-90,9-7 180,-8-7-45,14-25 0,2-8-44,5-21 538,-3 2 1,-3-1 809,-5 6-989,-7 9-450,-22 83 180,9-16-90,-4 12 0,1 6-269,5 21-1,0-6-3122,0 9 2852,0-38 270,5-3-1798,8 0 1348,0-13 810,5 6 0,6-49 0,2-7 0</inkml:trace>
  <inkml:trace contextRef="#ctx0" brushRef="#br0" timeOffset="42497">26704 6116 7533,'0'-14'2788,"-6"3"-2698,5 17 450,-4 12-720,5-3-180,0 30 90,0-16-90,0 13 91,0-17-991,5-2 1260,-4-9 0,10 14 0,-4-1 0</inkml:trace>
  <inkml:trace contextRef="#ctx0" brushRef="#br0" timeOffset="43462">27062 6104 8522,'7'-14'900,"-2"-3"-541,-5 11 1,0-12-360,0 10 0,0-8-90,-11 3 270,3-1-540,-21-4 180,14 12 1,-9 0-1,17 6 90,-4 6 0,4 0 270,0 12-180,-3 7 180,9 1 359,6 26-359,-2-22 90,13 22 90,-9-20-270,11 15 0,-10-7 90,3 13-180,-22-14 179,-13-8-268,2-13 268,-23-18-358,28-1 89,-12-10-90,11 4-540,-1-11 360,6 10 180,-3-3-1169,14 5 270,2 5 1079,18-5 0,46 12 0,-22-3 0,0 1 0</inkml:trace>
  <inkml:trace contextRef="#ctx0" brushRef="#br0" timeOffset="43929">27085 6363 6993,'20'-25'90,"-2"11"1259,5-8-899,-8 14 90,14-10-360,-16 11 179,11 1-359,-11 1 0,5 4 450,0-4-270,7-6 360,0-14-450,0 8 449,-13-21-269,-23 18 0,-9-6-630,-17 8 90,6 18-269,-5 18 89,10 2 360,2 10 90,11-5 720,-9 32-181,18 3-404,-5-24 0,2-2-45,12 20-180,7-24-450,2-17-989,31 4 540,-20-16-91,21-1-269,-21-7 501,-5-5 0,2-11 0,-3-3 0</inkml:trace>
  <inkml:trace contextRef="#ctx0" brushRef="#br0" timeOffset="44379">27689 6116 7533,'-6'-27'899,"5"-1"-899,-4 22 2519,5-1-1620,0-4-629,0 10-180,0-5-270,-6 6 90,-1 0 90,0 0-90,-9 0 90,7 6-90,-8-5-270,-1 10 181,5-4 179,-22 16-90,19-8 449,-19 8-269,27-5 0,-8-5-90,15 5 0,-4-6 360,15 12-360,10-4 90,0 5-90,9-13 90,-5 4-90,-3-13 90,2 14-270,-6-10 270,3 5 0,-1-5-180,-7 4 0,-12-10 90,-6 10-360,-12-9 270,-2 9-1259,-15-10 90,8 10 179,-14-10 721,20 4-451,-2-5 810,11 0 0,-1-5 0,1-1 0</inkml:trace>
  <inkml:trace contextRef="#ctx0" brushRef="#br0" timeOffset="44593">26827 5919 7533,'0'-38'-900,"0"8"271,6 18 629,6 6 0,29 6 0,12 0 0</inkml:trace>
  <inkml:trace contextRef="#ctx0" brushRef="#br0" timeOffset="46179">30162 7249 7083,'-13'-7'-450,"2"-4"180,11 9 360,0-9-90,5 4 0,2-5 0,5 0 90,1-1-90,-6 6 540,4-3-270,-10 8 539,5-3-179,-6 0-180,5 3-360,-4-3-90,5-1 90,-6-1-180,0-5 90,5-6 0,2-1-90,0 0 180,4-10 0,-10 9 269,4-10-179,-5 10 270,0-3-270,0 15-180,0-8 0,0 14 0,0-9 0,0 10-90,0-5-90,0 6 270,6 0 90,0 0-180,7-5 180,5 3 0,1-3 180,16 5-271,-7 0 46,20 0 0,5 0-45,15 0-1921,-3 0 0,1 0 1786,-30 0 0,-2 0-45,2 0 1,0 0-263,-1 0 0,1 0 172,2 0 1,0 0 89,-3 0 0,1 0-90,14 0 0,-3 0 180,-1 0 0,18 0-90,-39 0 0,-13 0 360,-12 0-270,-1 0 899,-10 5-179,-2 8 3581,-6 6-3761,-11 6-270,10-6 603,2-7-963,7 4 90,4-7-540,0 9 450,2-12-449,16 5 359,-3-9-1439,26 9-900,-1-10 2519,10 5 0,-22-6 0,-11 0 0</inkml:trace>
  <inkml:trace contextRef="#ctx0" brushRef="#br0" timeOffset="50037">30310 5697 7533,'0'-18'270,"0"5"179,0 3-269,0 3-90,0 0 270,0 1-90,0 1-90,0 3-180,0-3 359,0-1-89,0 5 90,0-10-270,0 10 90,0-10 90,0 4-180,0 0 180,0-4-360,-5 10 0,3-4 180,-14 5-180,7 0-90,-25 5-90,12 2 180,-13 5-180,-1 11 180,9-8-90,-9 14 180,-4-4-90,11 0 0,-18 11 270,16 1 0,-6 12-180,0 2-787,17-7 967,-2-9-91,15-5 181,0 2 90,2-1-180,10-6 0,-3-8 0,14 1-180,-8-4-90,10-2 0,-1 5 0,-3-15 0,9 14-540,-3-9 271,-1 6 179,-1-1 158,5 1-518,-3-1-1349,10 0 1889,-10-5 0,8-1 0,-2-6 0</inkml:trace>
  <inkml:trace contextRef="#ctx0" brushRef="#br0" timeOffset="50595">30544 6055 7533,'-13'-25'270,"6"11"89,2-2 91,5 9 180,0-6-720,0 7 180,-6-11 0,5 15 0,-15-9-90,2 11 90,-10 6-270,-6 6 180,-2 7 0,-10 11 0,9-10 359,-3 9-89,12-10-90,5 6 270,-4 5-270,15-4 0,-3-2-270,16-6 180,2 6-270,10-15 90,-3 13-360,37-10 270,-25-4 0,26 3-179,-22-11 359,1-5 0,-5-7-90,-2-2 90,-7-9 0,-9 4-90,3-6 629,-11-5-449,0 4 900,-11-15-810,3 19 179,-15-6 271,-18 10-540,11 4-180,-17 1-90,28 8-1079,7 5 629,7 5-89,5 2-451,5 0 451,-4 4-541,16-4 1260,-9 6 0,26 4 0,-1 2 0</inkml:trace>
  <inkml:trace contextRef="#ctx0" brushRef="#br0" timeOffset="51335">30654 6055 7533,'-13'-19'1529,"-3"1"-1349,15 5 0,-5 6 0,6 2 89,0 5-359,0 5 270,0 8-180,0 6 90,0 11 0,-5-9 0,3 7-90,-9-3 90,4 6-180,0 12-90,-4-11 0,10 4 90,-5-11-359,6-12 269,6-2 180,-5-11-90,10 0 0,-4-11 180,11-2-180,1-17 90,0 4 90,-1-4 90,0 0 0,-10 4 179,14-15 1,-14 8-90,10-4 0,-11 18 180,-2-3-181,-5 19-269,0-8-179,0 11 89,0 0 270,0 11-270,6 3 90,-5 10 0,5 6 0,-6-9-360,0 2-90,5 0 450,-4-8-899,10 8 179,-4 1-539,0-9 1259,15 14 0,-2-26 0,17 1 0</inkml:trace>
  <inkml:trace contextRef="#ctx0" brushRef="#br0" timeOffset="51796">31183 6055 8522,'-25'-7'1349,"7"1"-1259,13 6 180,-1 0-270,-1 0 90,1 0 180,-5 0-270,4 0-90,-11 0 90,4 6 0,-4 1 90,6 5 0,0 0 180,-6 6-90,5-4 0,0 4 89,2 5-179,4 3 90,0 0-360,2-3-1259,43 28-630,5-29 1079,-4 0 1,1-5 989,6-18 0,10-39 0,-23-6 0</inkml:trace>
  <inkml:trace contextRef="#ctx0" brushRef="#br0" timeOffset="52132">31442 5685 7803,'-24'-19'1169,"5"7"270,6 7-1619,8 15 90,5 37 90,0 2 0,-1-3 0,0 9 0,-3-2-135,-4 7 0,-2 0-366,7-11 1,1 2 0,-2-4 320,-11 1 0,8-7 180,38 7 0,-12-60 0,34-13 0</inkml:trace>
  <inkml:trace contextRef="#ctx0" brushRef="#br0" timeOffset="52565">31504 6190 7533,'-7'-14'3778,"-15"-13"-3149,18 34-1438,-13-4 269,17 23-360,17 20 271,-8-17 269,25-7 0,5-9 1440,-3-23-676,5-8 1,-2-7-225,-11-19 899,-10-11 1,-2 3-451,-8 27-808,3-36 448,-17 67-1618,-1 44-180,-5 6 1304,8-22 0,1 2 225,-3 10 0,7-7 0,15-17 0,5 22 0</inkml:trace>
  <inkml:trace contextRef="#ctx0" brushRef="#br0" timeOffset="53049">32106 6116 7713,'-48'-33'1709,"0"-1"0,12 5 0,6 7-1619,3 17-2339,20 54 2519,6-26-270,-3 35 270,26-18-1,-13-12-269,14 14 360,0 16 540,-24-37-4228,-24 1 2968,5-26-1439,-18-13 1799,54 17 0,21 11 0,20 3 0</inkml:trace>
  <inkml:trace contextRef="#ctx0" brushRef="#br0" timeOffset="53282">32267 6177 7533,'-18'-35'5397,"9"19"-6387,-2 32 91,11-1-451,0 41 541,0-36 809,-5 38 0,4-27 0,-4 21 0</inkml:trace>
  <inkml:trace contextRef="#ctx0" brushRef="#br0" timeOffset="53805">32464 6165 7623,'0'-26'1529,"0"3"-1169,0 16 359,0 2-809,-5 5 0,-2 5 90,0-3 540,-10 20-180,3-2-270,1 6 269,-4 8-269,10-14 90,0 5-539,2-7-631,32 38 630,-3-33 360,0 6 0,5-7-3122,32-38 3302,-25 5-270,9-23 93,-21-2 177,-15 13 165,7-34 105,-27 34 629,-30-23-899,-7 31 3566,-7-1-3116,-14 21-630,43-4 265,-19 10-1345,38-4-1506,18 11 2047,-1-5 539,35 5 0,17 11 0,-18-13 0,1 0 0</inkml:trace>
  <inkml:trace contextRef="#ctx0" brushRef="#br0" timeOffset="54351">32783 6276 7533,'-19'0'539,"2"0"-539,4 0 180,7 0 360,0 0 0,6 0 89,0 5 541,0 2-811,0 6 1,0-1-180,0 0 180,0 6-90,6-4-270,-5 9-90,10-10-270,-4 5 0,5-11-90,6-1 1,1-12 89,6-12 180,4-7 270,-7-5 0,-1-5 314,2 0 1,-1-1-425,-2 6 0,-1 0 199,4-20 991,-17 32 719,-12 15-1709,-1-1-990,-5 38 540,5-5-539,1 35-181,6-23-89,0 12-91,0-21 132,0 9-671,0-19 1709,0 7 0,-27-45 0,-8-6 0</inkml:trace>
  <inkml:trace contextRef="#ctx0" brushRef="#br0" timeOffset="54529">32352 5956 7533,'-53'-23'989,"23"8"-449,-4-3-630,45 7 90,-1 4 0,46-5 0,-3 0 0</inkml:trace>
  <inkml:trace contextRef="#ctx0" brushRef="#br0" timeOffset="66751">5156 9021 7713,'0'-20'1349,"0"2"-899,0 12 179,0-5-89,0 4 539,0-11-359,0 10-1,0-8-359,0 9 360,0-6-270,0 7 269,0-5-719,0 9 180,0-3 90,0-1-90,0 5-630,-5-5 90,-2 34 180,-5-5 450,-6 36-1831,6-15 0,-1 1 1561,-7 21 150,8-22 0,1 7 0,0-4-235,0-5 1,1-1 174,-3 19 0,1 0 45,6-20 0,0-4 200,-5 23-245,9-27-90,-3-14 179,5-13 2805,0-5-3074,0 0 725,0-5-2344,0-13 1856,0 3-1226,0-14 719,5 16-1079,-3-5-1530,3 0 2969,1-1 0,6 11 0,8 4 0</inkml:trace>
  <inkml:trace contextRef="#ctx0" brushRef="#br0" timeOffset="67501">5205 8946 6633,'-6'-32'2159,"-5"3"-810,10 22-1169,-5 2 0,6 5 540,0 0-91,6 11-449,-5-9 270,15 31-270,-13-22 180,13 29-1,-4-15-179,-3 18 270,7 1-360,-15 5 0,10 0-90,-9-5 270,3-2-270,-5-10-90,6-8-180,-5-6 360,10-11-630,-9-2-359,14-21 449,-2-4 180,5-23 0,4-6 450,-10 9-270,5-1 90,-5 0 0,1 9 0,0-3 135,-5-1 0,-1 0-1651,6-5 0,0 3 1696,-2-12 0,-5 15 719,4 5-359,-9 9 269,3 3-539,-5 13-360,0 5 270,0 5 3482,0 2-3662,0 5 270,0 12-90,6 13-90,-5 19-180,2-20 0,0 2-1606,0 7 0,-1 1 1516,-1-9 0,0-1 45,1 5 0,1 0-474,0-3 1,0 2 383,0 9 0,1 1-917,-1 5 0,0-1 1142,1-9 0,-2-3-180,-2 17-873,5-29 1502,-3-5 1178,3-12-1537,1-2-90,-5-11 676,5 0-1576,-6-11 720,0-2-2608,5-28 2518,2 12 1059,-1-7-2768,0 8 3776,-1 13-1797,-4-3 0,5 24 0,-6 7 0</inkml:trace>
  <inkml:trace contextRef="#ctx0" brushRef="#br0" timeOffset="67996">5833 9414 7533,'-7'-19'719,"2"1"-359,-1 6 0,5-1 899,-4 7-719,5-5-180,-6 9 539,5-9-269,-5 10-720,6-4 360,-5 5-810,3 5 450,-9 7 0,4 13-450,-5 1 91,5 10 359,-4-5 90,10 11 180,-10-14-1,10 6-179,-4-9 180,10 6-270,7 1 0,7 3-179,11-20 179,-9 7-90,8-20 540,-5-2-181,-3-7-89,2-6 990,-5-16-900,-5 8 90,5-21-2943,-5 0 2943,-6 3 90,-2-9 36,-5 0 143,0-3-89,-11 1-270,3 13-90,-10 13 270,0 17-1080,-1 2 3502,-17 22-6740,3 3 3148,8 11 810,3 10 0,37-2 0,0 10 0</inkml:trace>
  <inkml:trace contextRef="#ctx0" brushRef="#br0" timeOffset="68850">6411 8787 7533,'-5'-32'2158,"3"13"-538,-14 3-991,8 42-359,3 24 0,4 16-270,0-2 0,1 7 0,2-3-76,1-9 1,2-2 0,-1 1 164,0 11 1,0 1 0,0-17 0,3-16 90,-2 2 360,-5-39 0,0-12-270,-11-46-450,-2 24 0,-23-23 0,9 44 856,-19 24 313,16 31 1,4 8-810,-5-1 389,17-3 1,3 9 0,9-11-390,21-8-1,2 27-898,13-46 629,-14-10-1619,10-1 450,22-17-1440,-26-3 2699,14-11 0,-2-7 0,-17-18 0,2 11 0,-1 0 0</inkml:trace>
  <inkml:trace contextRef="#ctx0" brushRef="#br0" timeOffset="69314">6571 9463 7533,'7'-39'3193,"0"-1"0,4-28-2743,-11 54 1079,-5 9-1844,-5 39 0,2 15 315,-2-12-930,4 11 1,3 10 0,12-19-690,39-35 4587,12-37-2249,-31 4 1,-6-7 89,1-22 1,-15 11 360,-20 39-1260,3 29-1260,0 17 1,4 7-1170,8-1 1,3-2 2203,-5-4 1,5-5 314,33 6 0,-13-79 0,15-13 0</inkml:trace>
  <inkml:trace contextRef="#ctx0" brushRef="#br0" timeOffset="69710">7125 9291 7533,'-16'-67'9830,"-32"55"-8866,4 32-2404,8 19 1,8 8 314,22-11 1,8 0 1394,8 29-180,28-13-45,-4-38 0,2-5 1574,2 11 450,-36 26-1799,-29-16-855,-8-8 1,-3-3-5263,-10-1 5847,22-6 0,20-5 0,19-1 0</inkml:trace>
  <inkml:trace contextRef="#ctx0" brushRef="#br0" timeOffset="70545">8221 8885 6993,'-11'-30'2968,"8"15"-2608,-8-1-180,11 16 540,-11 10-541,8 4 181,-13 38-270,14-21-90,-3 27 90,-1-5-90,5-5-90,-2 2 0,0 4 135,6-14 0,0 1-405,-3 10 1,1 2-91,8-6 0,-1-4 180,-5 5 0,13-9-89,-14-33 89,3-6-90,-5-16-180,0 6 181,0-19-1081,0-6 991,0 6 449,0-12 0,-4 1 0,-3-5 0,0-5 0,0 1 0</inkml:trace>
  <inkml:trace contextRef="#ctx0" brushRef="#br0" timeOffset="70863">8171 8860 7533,'0'-49'0,"0"11"2069,0-9-900,11 14-360,-2-3 451,19 11-631,-2 2-269,0 15 90,3-3 90,1 11 89,19 11-539,-8 2 360,16 17-540,-18 7 90,4 7-4382,-11 5 4203,-8-11 89,-17 4-742,-2-6 383,-5 8 179,-11 5 90,-8-5-90,-19-7 180,11-12-180,-7-7 0,4-6-269,-3-5 269,-9 3-90,5-8 2932,6 3-3742,6-5 34,12 0 416,8 0 720,5 0 0,22 11 0,5 3 0</inkml:trace>
  <inkml:trace contextRef="#ctx0" brushRef="#br0" timeOffset="71253">8700 9352 7533,'-24'-5'2608,"-6"-2"-2248,-7-5-360,10 5 2159,-8 2-1709,21 5-91,-4 0-269,1 5-629,3 7 179,2 2 270,1 9-90,10-9-810,-5 9 361,6-4-630,6 33 449,11-9 810,-2 12-180,10-25 0,6-3 270,1-10 0,1-4 0,23 17 2429,11-42-810,-52-26-360,3-18-720,-19 19 1,-4 1-360,-3-17-585,-10 11 0,-3 3 135,-8 2-629,-14-9 809,19 39 0,28 41 0,10 19 0</inkml:trace>
  <inkml:trace contextRef="#ctx0" brushRef="#br0" timeOffset="72069">9032 9402 7533,'7'-14'2788,"-1"3"-2158,-6 11-450,-6 0 0,0 11 89,-12 14 91,5 13-270,-5 11-90,13-11 0,3 1-450,-4 17 315,5-17 1,2-2-136,5-4 180,1-4 180,5-22 90,0-2-90,0-21 359,12-10-359,-4-29 135,-5 24 0,0-1-336,-2-4 0,-1-1 336,0-3 0,0 0 0,-2 5 0,0 0 314,7-31 181,-10 16 0,-2 19-1,-5 13-179,0 12-450,0 6 311,0 6-401,0 12 180,0-3-270,0 14 90,0-5-539,0 13 449,6 7-720,-5-11 360,5 1 1,-1-4 179,-3-3 270,3 3-810,1-1 271,1-14 179,-1 8-1439,11-10 1799,-9-7 0,26-33 0,-1-14 0</inkml:trace>
  <inkml:trace contextRef="#ctx0" brushRef="#br0" timeOffset="72513">9377 9525 8792,'-19'-7'2519,"1"2"-1530,11-1-449,2 5-270,5-4 89,5 5 1,2-6-450,17 5-360,18-5 360,-6 1-1079,27-2 989,-35 0-359,30-15 628,-35 18-89,11-24-179,-16 15 1618,-5-33-1079,0 21-91,-8-20 271,-16 25 0,-2-4-540,-17 5 0,-2 7-90,-10 12 180,14 12 0,-6 1-180,9 32-270,5-20 180,4 11 0,3 2-90,5-7 0,2 11 1,7 1-1,22 1 180,-7 11-3572,24-21 2942,-19-20-1978,31 9 1978,-17-15 720,13 3 0,-24-49 0,-6-10 0</inkml:trace>
  <inkml:trace contextRef="#ctx0" brushRef="#br0" timeOffset="72931">9808 9451 7533,'0'-19'2428,"0"1"-269,-5 1-1349,4 8 269,-5-2 450,6 6-1169,0 3-270,0 8-720,0 18 720,0 9-1979,6 15 900,-5-15-1080,15 14 1889,-13-31 270,18 11-90,-13-31 989,27-35-449,-19 6-360,-1 2 0,-1-3 494,-1-1 1,-3 1-315,5-12 674,0-2 1,-1 0-226,0 9-179,-2-7-90,-6 35-900,-6 33-630,0-1 271,0 22-2474,-1 5 0,2 1 1663,4 3 1530,-1 0 0,5-7 0,4-30 0,5-5 0</inkml:trace>
  <inkml:trace contextRef="#ctx0" brushRef="#br0" timeOffset="73454">10399 9180 8702,'0'-30'5577,"0"10"-5397,0-3 0,0 16-90,0 1 89,0 1-89,0 3 0,0-3-180,0 5 0,-11 5 810,-30 24-1080,-2 5 225,15-12 0,1 0 45,2 8-179,9 4-541,53 15 810,-5 5 90,-5-23 0,2-2 180,12 2 809,-22-2-719,-7-9 989,-12-2-899,-17 0-270,1-11-180,-18 4-180,14-10-540,-16 10 91,16-4 629,-14 5 0,24 1 0,-6-1 0</inkml:trace>
  <inkml:trace contextRef="#ctx0" brushRef="#br0" timeOffset="78168">12059 8725 7533,'0'-13'719,"-5"-4"720,4 5-1079,-4 3 810,0-7-721,-2 9-719,-6 0 181,6 1 268,-4 6-358,10 6-91,-10 1 0,4 5 810,-21 22-271,6-5 91,-8 14-180,6-13 720,-6 22-631,8-15-1605,-2 10 0,3 3 1516,10-4-40,0-1 0,-1 8 1,2-4-52,8-10 1,2-2 0,-6 21 0,1-2 180,5 2 270,11 1-1080,-3-22-2529,10 10 2529,-6-30 360,0-4 1001,1-6-3250,26-2 2523,2-10 1,-5-10 0,1-4 0,-3-4 0,0-1 0</inkml:trace>
  <inkml:trace contextRef="#ctx0" brushRef="#br0" timeOffset="78867">12430 9229 7533,'0'-31'3778,"0"1"-3059,0 11-539,0 6 90,0 8-180,-6 5 0,5 0 270,-10 0-720,4 0 270,0 0-90,-10 0 270,9 5-90,-15 2 0,9 6 270,-4-1 0,-5 6-91,3 12 1,-5-8 0,2 17 90,9-18 90,-4 20-270,12-19 90,1 28-180,5-32 180,10 33-90,-7-35-90,24 18 0,-23-20 179,29 4-179,-29-11 180,18-2-180,-15-5 90,0 0 0,4 0 180,6-16 0,-2-10-450,8-2 180,-10-6-180,-6 20-180,-2-9 360,-5 15-269,0-8 89,0 15 180,0-5-540,6 12 270,-5-5-629,5 21 629,-1-13-2069,2 25 2339,11-8 0,12 6 0,8-2 0</inkml:trace>
  <inkml:trace contextRef="#ctx0" brushRef="#br0" timeOffset="79370">12736 9549 11400,'-13'-12'2249,"3"0"-1619,10-11-630,0 8 540,5-41-540,2 24-1811,-4-15 0,0-3 1901,2-2 89,-1-11 1,-2 1 741,-1 7-516,5-6 0,-1 3-135,-3 18-46,2-6 1,3 2-494,5 12 269,-4-14-1170,20 22 181,-8 11 4187,6 1-4008,8 6 91,-19 6-408,20 6 317,-20-5-449,19 21 270,-25-13-1080,13 31 1349,-20-18 720,3 13 0,-32 23 0,10-25 0,0-1 0</inkml:trace>
  <inkml:trace contextRef="#ctx0" brushRef="#br0" timeOffset="79618">12774 9193 7533,'-25'5'1799,"1"2"180,4 5-810,3-5 720,10 4-1439,2-10 629,10 5-719,2-6 0,5 0-181,17 0 1,4 0-180,-1 0-1529,19 0 1079,-33 0-2968,27-6 2879,-25 5 539,16 1 0,-16 18 0,3 8 0</inkml:trace>
  <inkml:trace contextRef="#ctx0" brushRef="#br0" timeOffset="80118">13143 9390 8072,'-14'12'2249,"3"6"-1979,11-10 270,11 19-181,-3-12-269,10 5 630,-6-4-450,-5-15 629,10 5-539,-14-12 989,13-28-674,-11 0 0,-3-6-271,2-19 1,-1-6-75,-1 16 0,0 0 0,-1 2-478,0-7 0,-2 4 283,1 7 0,0 7 45,0 11 0,0 0 270,0 1-630,6 4 180,-5 3-360,21-18-90,-7 12 270,15-23 386,11 9-476,-12 4 180,11 3-720,-15 12 361,0 6-1350,-1 5 1349,-4 2-1979,8 10 450,-13 2 630,3 16 1349,-12 9 0,-26 13 0,-9 8 0,-2 6 0,0 0 0</inkml:trace>
  <inkml:trace contextRef="#ctx0" brushRef="#br0" timeOffset="80329">13205 9143 7533,'-25'7'2698,"6"4"-1079,1-4-899,11 5 89,1 1-269,17-6-180,-2 4-90,14-10-90,2 5-90,17-6-990,3-6 180,15-1-1798,-9-5 2518,-7-1 0,-9-15 0,-10-5 0</inkml:trace>
  <inkml:trace contextRef="#ctx0" brushRef="#br0" timeOffset="80944">13759 9205 7533,'-18'-25'4227,"4"6"-3777,-4 7-900,0 37 1,2 15-901,-2 22 1215,2-14 0,4 3-1439,12-5 0,5-6 726,3-9 0,31-7 0,1-39 0</inkml:trace>
  <inkml:trace contextRef="#ctx0" brushRef="#br0" timeOffset="81285">13930 9316 11041,'-20'20'2608,"20"-9"-2563,3-39 0,4-16 45,16-2-2339,-21-17 1,8 12 2248,46 57 0,-16-7 0,-2 37 0,1 1 0</inkml:trace>
  <inkml:trace contextRef="#ctx0" brushRef="#br0" timeOffset="81882">14275 9168 10141,'-20'-29'360,"-2"69"-360,31 26 90,-4-29 0,4-3 270,17-8-181,-7-54 1,-2-14 180,3-6 584,-7 3 1,-3 4-765,-3 19-270,-1 22-450,-6 11-90,11 33 1,5 1 719,-4-29 540,44-23 719,-39-26 0,-5-11-1214,4 0 0,0 3 225,0-3-2924,-9 85 1,-3 19 2113,4-13 450,-5 10 0,6-2 0,18-25 0,1 1 0</inkml:trace>
  <inkml:trace contextRef="#ctx0" brushRef="#br0" timeOffset="82635">14928 9193 9152,'-6'-20'2159,"-1"8"-1530,0 7-89,2 5 359,-1 0-989,5 0 270,-10 0-90,4 11-360,0 35 1,2-7-451,5 19 180,5-33 180,2-13 181,5-7-361,1-10 360,-1-7 90,1-7-270,10-33 720,-8 20-270,1-1 0,2-2 450,2-16-450,0 10 1888,-4-4-1078,-14 37-360,3-3 269,-5 11-449,-5 11-180,3 19-180,-3 15-90,5-5 180,0-1-540,0-14 90,0 1-1439,5 9 1080,2-8-1620,11 3 630,-5-11 1079,-1-2-989,5-4 1619,-9-6 0,15-24 0,-3-10 0</inkml:trace>
  <inkml:trace contextRef="#ctx0" brushRef="#br0" timeOffset="83128">15358 9119 8252,'6'-33'2699,"0"10"-720,-17 12-1260,3 15-629,-9-3 90,4 17-810,7 6 630,-5 8-719,9 5 179,-3 0-179,16 11 359,-3-19-270,15 5 360,-9-22 360,8-5-180,-2-2 720,10-21-450,-4-10 449,4-23-449,-16 3 0,2 4 180,-9-10-180,0 22-270,-2-16 270,-5 15 0,0 11 180,0 2-1,-5 13-269,3 5 270,-9 38-180,4 5-180,1 0 0,0 4-224,3-4 1,0 2 402,0 6 1,1 1-357,-1 0 0,0 1 357,3 5 0,-1 0 0,-4-4 0,-1-1-315,3-2 0,-1-3 135,-9 20 90,1-20 180,-6-23-450,-23-18 270,11-9-1080,-16-16 1,-1-17 629,23 12-720,-8-7 1,2-2 1079,7 2 0,-1-20 0,1-8 0,8 6 0,-1-1 0</inkml:trace>
  <inkml:trace contextRef="#ctx0" brushRef="#br0" timeOffset="83302">15075 9045 7533,'-24'-6'3058,"-1"5"-1439,5-10-899,-8 10-1170,13-10 180,-8 10-1889,16-5 2159,2 12 0,21-10 0,4 2 0</inkml:trace>
  <inkml:trace contextRef="#ctx0" brushRef="#br0" timeOffset="83520">14140 8860 7533,'-19'-26'1889,"1"3"-3239,11 16 91,1 2 1259,6 5 0,11 16 0,3 4 0</inkml:trace>
  <inkml:trace contextRef="#ctx0" brushRef="#br0" timeOffset="85380">16466 8762 7533,'0'-21'989,"0"0"-629,0 14 90,0-5-91,0-1 1,-6 6-180,5 2 180,-5-1-270,6 5 270,0-5-270,0 6-180,-5 0 0,3 0 90,-3 6 0,5-5 180,0 5 179,0-1-179,0 2 180,0 6 90,0-1-90,0 6-90,0 6-181,-6 8 271,5 16-809,-5 2 404,6-15 0,0 2-146,0 3 0,0 1-214,0 2 0,0 2-45,0-1 1,0-2 179,0 21-989,0-4 539,0-27 91,0-1-811,0-8 721,0-10 179,0-1 540,6-17 472,-5-3-472,5-15 0,-6-2 0,0-23 0,0 7 1349,-6-12-1079,-1 21 899,-5-14-719,6 17 629,-5-6 1,10 11-721,-10 11 271,9 0 90,-3 2-451,5 10-179,5-5-90,7 12 180,18 6-539,19 7 359,-8-5-4022,17-3 3842,-31-11 0,4 0-1755,-3-11 1845,-7-3 90,3-5-269,5-26 179,-14 15 359,9-34-179,-18 14 45,0 11 0,0-1-739,-6 2 1,1 0 693,9-26 180,-8 12 1007,8 27-918,-8 11 1598,3 3-2137,-5 11 90,0 0 0,0 17 2859,0 14-2679,0 36-90,-5-12-45,1-13 0,1 2 50,-4 20-185,2-29 1,0 0-1,4 30-90,-5-15 270,6-1-540,0-5 270,0 4-359,0 1 89,11-4 360,-9-14 180,14-9-180,-9-26 0,11-8 0,-4-14 270,4-6 0,-6-3 1336,1-2-257,-1-12-629,-5 9 270,4 5 89,-10 22-539,5 8-270,-6 5 90,5 5 180,2 8-450,5 6-360,16 27-90,16-5 225,-19-15 1,2-2-136,34 5 16,-29-16 614,2-8-90,-9-10 90,1-2 539,10-27-89,-10-6 539,-2-21-539,-12 10-360,-6 14-90,-6 14-540,-11 11 270,3 5-270,-26 13 315,6 27 0,1 7-404,-11 0-121,18 1 0,3 9 1,9-7-421,18 5-37,-4-11 0,3-3 217,27-5 810,-1-16 0,5-9 0,4-20 0,4-8 0,-3 7 0,0 0 0,0 0 0</inkml:trace>
  <inkml:trace contextRef="#ctx0" brushRef="#br0" timeOffset="86108">18582 9057 7533,'-19'-14'809,"1"3"451,6 6 359,-11 4-1260,2-4 631,-20 15-630,14-7 179,-31 30-359,28-22 0,-27 28 360,13 4-540,10-8-630,5 12 630,24-28-1709,30 2 0,10-3 630,2 0 1079,16 0 0,3-2 0,5-3 0,-22-7 0,0 0 0</inkml:trace>
  <inkml:trace contextRef="#ctx0" brushRef="#br0" timeOffset="86838">18914 9094 7533,'-40'-13'1948,"0"-1"1,-4 3 0,4 11-1409,-3 46-360,13-18-990,-8 28-1438,31-15 1168,6 5 721,2-1 988,33 6-359,6-29 0,4 2 1079,14-24-449,-29-19-91,6-12-2235,-25-9 0,-7-1 1426,-3 4-405,-9-9 1,-6 4 314,-1 24-360,-19-11 271,27 18-1981,-8 10 1710,14 1-539,-3 7-1,49 16 990,-22-8 630,41 2 3169,-32-17-3439,1-6 2290,-8-1-1481,-6-4 631,-5 4-1440,-6 0-90,3 2-270,-9 5 90,4 11-90,-5 8-405,0 17 0,0 3-224,0 9 44,0-1 0,0-2-134,6-17-451,6 6 1260,13-49 135,-3-14 0,-2-7-180,-2 2 0,-1-3 854,2-8 1,2-6 0,-4 7 269,7-16-45,-9 15 1,-1 16-406,-9 39-539,-5 23-1439,-3 6 0,1 6-1305,3-2 0,2-1 1916,-4 0 1,3-3 0,21 14 0,3-23 0</inkml:trace>
  <inkml:trace contextRef="#ctx0" brushRef="#br0" timeOffset="87869">19826 9045 7533,'-20'-14'0,"2"-2"449,-5 4-359,8-2 1080,-30-9-451,27 9 271,-21 1-630,30 8 269,-7 21-629,14 0 90,2 19-90,7-9 90,6 4 180,5 22-90,-5-4-90,-1-7 0,-1 2 0,-3 15-1078,3 3 1078,-11-25 180,0-11 0,0-8 269,-22-10-539,6-12 270,-19-14-90,10-7 540,-5-10-630,15 21 717,-7-7-1616,21 21 629,1-4-360,17 10 91,15 2-1,22 5 90,10-5-125,-23-6 0,2-2 125,1-4 0,0-2-234,-5-2 0,-2-1 414,-3-1 0,-2-3 630,27-21-557,-29 3 1,-3-2 1095,14-17-2007,-21 13 0,-7 1 1288,-13 10 1108,-5-2-299,-7 17-18,-2-1-791,-4 7 646,-6-5-17,-18 20 2403,6-1-3122,-16 22-90,27 2 90,0 5-180,13 0-2969,7 5 1260,5-14-1349,10 17 2249,15-18-1530,19 15 2339,12-16 0,6-19 0,-1-15 0</inkml:trace>
  <inkml:trace contextRef="#ctx0" brushRef="#br0" timeOffset="88388">20453 9119 7533,'0'-19'1349,"0"1"-989,0 6 0,0-1-91,0 1 91,-5 0 989,-2-1-1079,-6 7 90,1 0 360,-6 12-540,4 0-180,-9 7 179,4 10 1,0-3-539,1 10 359,0 6-270,-1 2-3302,5 12 3392,3-12 90,11-3-555,0-4 465,0-11 0,6 9-179,6-15 89,13 3 540,1-10 3160,4-13-2980,6-18-270,-15-4 719,19-18-449,-19 7 786,3-9-517,-6 4-89,-11 7-540,-2 18 0,-5 3-270,0 20 90,-5 8 90,-2 8 0,-5 10-90,-11 11-539,8-6 269,-9 12 180,6 7 90,-1-13 90,0 12 630,-4 6-91,4 5-134,6-24 0,1 1-91,5-6 1,0-2 225,-4 16 0,11-13-270,0-22-1,6-4 91,6-15-180,-3 4-540,7-10 180,-3-1-989,11-13 180,2-6-2339,4-1-1234,-5 2 2853,-6 11 90,-1-4 1619,-6 14 0,-11-1 0,-2 10 0</inkml:trace>
  <inkml:trace contextRef="#ctx0" brushRef="#br0" timeOffset="88852">20772 9143 7533,'-5'-31'2878,"-2"12"-629,1 2-720,1 16-1169,-1-5-180,5 12-450,-10 1 90,9 16-360,-9-2 450,10 14-1169,-10-4 539,10 7 1,-5-2 359,6-9 630,0-4-270,0-6 270,0 2 269,11 1-89,8-8-270,1-12-90,3-7-90,1-16 360,18-31 0,-1 5-1785,-13 13 0,-2 1 1695,-6-3 89,2 8 721,-15 1-810,6 14 1439,-6-13-810,-2 19-539,-5-1 180,-11 48 2669,3-12-4828,-5 38-810,8-10 1350,5-12 1079,4-2 0,8-7 0,36-23 0,-12 2 0,-1 0 0</inkml:trace>
  <inkml:trace contextRef="#ctx0" brushRef="#br0" timeOffset="89924">21241 9242 7533,'-25'-6'629,"16"5"1800,43-5-2159,-12 1 180,34 4 809,-9-15-1079,-10 7 0,11-3-1080,-3-21 810,-32 15 270,14-34-90,-32 30 90,-8-12 360,-23 9-271,-20 16-269,8 21-89,2 17-721,28 30 810,11-25-90,2 29 270,16-11-90,-3 0 180,21 5 269,19-19-449,-17-10 135,3-12 0,-1-11 495,1-32-540,10 15-90,-8-33-180,-23 25 180,4-5-180,-5-4-720,7-2 540,-5 3-269,-4 0 539,-10 21-900,0 7 180,-5 12 451,3 2-271,-3 9 450,5-10-270,5 11 90,19-16 540,9-13 90,5-11-180,-8-8-2223,-1-16 2493,-14 23-90,3-12 89,-13 12 451,-5 15-630,0-14 89,0 14 181,0-3-450,0 15-1439,0 21 1323,0 24 26,17 4 0,9-31 0,17-27 0</inkml:trace>
  <inkml:trace contextRef="#ctx0" brushRef="#br0" timeOffset="90230">22274 8676 7533,'-25'5'1259,"12"2"1979,-4 33-3283,15-7 0,3 8-2367,0 8 0,2 10 0,1 2 0,-1-7 2187,-2 4 0,2-2 135,2 11 0,2 5 0,-3-22 305,-4-31 0,-5-39 0,-2-16 0</inkml:trace>
  <inkml:trace contextRef="#ctx0" brushRef="#br0" timeOffset="90365">22225 8984 7533,'-9'-21'5037,"6"4"-5037,31 15 0,16 4 0,3-4 0,4-1 0,3 0 0,0 1 0,0 0 0</inkml:trace>
  <inkml:trace contextRef="#ctx0" brushRef="#br0" timeOffset="90845">22778 8590 9512,'0'-14'1259,"0"-3"-899,0 16 719,6-5-269,12 17-451,-3-2 541,14 14 89,1 13-269,2 14-931,-10-15 1,-1 4 75,-4 5 0,-3 3 225,-2 5 0,-4 2-585,-3-1 1,-5 0 359,-10 1 0,-3-4-1042,-9 15 1087,-14-8-14,6-25 104,-7-6-90,-1-9 180,1-11-1889,12-6 1439,8 0 90,5 0 270,5 0 0,7 0 0,7 0 0</inkml:trace>
  <inkml:trace contextRef="#ctx0" brushRef="#br0" timeOffset="138466">13057 12392 7892,'-7'-19'630,"1"7"-720,6 1 630,0 10-450,0-10 0,0 9 90,0-3-90,0 5 449,0-6-359,0 5 540,0-5-450,0 6 269,0-5-179,0 3 180,0-3-360,0 5 90,0-6-270,0 5-90,0-5 0,0 6 0,0 0 270,0-5-270,0 4 270,0-4 1349,0 5-1619,0 5 180,0-4 269,0 4 91,0-5-450,0 6 180,0-5-180,0 5 180,0 5 0,0-3-180,0 26 90,0-12-135,0 16 0,0 3 135,0 6-90,1 15 0,-2 2 0,-4-4 90,5 2 0,-1 2 45,-5-23 0,1-3-90,4 1 0,0-1 45,-4 19-90,5-38 989,0-6-899,0-8 360,0-5 449,0-11-809,0 3 90,0-15-180,0 14-90,0-12 0,0 18 90,0-13-1259,0 9 1079,0 0-360,0-4-269,0 10 629,0-5 180,5 6-180,-3-5 450,3 3-180,-5-3 90,0 5 179,0 0-359,0-6 0,0 5 0,0-5 0,6 6-359,-5-5 269,4 3-360,-5-3 270,0 5-5577,0 0 4228,0 5 1529,0-3 0,17-2 0,4-7 0</inkml:trace>
  <inkml:trace contextRef="#ctx0" brushRef="#br0" timeOffset="140484">13094 12479 7533,'-25'-7'539,"6"-4"451,-4 9-630,14-3-270,-7 5 719,14 0-269,-3-6-360,5 5 719,5-10-89,8 4-630,1-5 1079,26-6-540,-7-1-719,11 6 450,8 2-720,-23 11 270,7 0-90,-8 0 0,-7 5-179,20 13 89,-19-3 90,12 19 90,-21-8 180,0 0 90,-8-3-270,-5-5 89,-5-5 1,-8 22 0,0-19 180,-27 35-180,17-28-270,-18 18 90,5-17 0,15-4-90,-35 3 270,36-15-90,-25 3-90,26-11 180,0 0-449,-4 0 269,14-5-450,-2-2 270,11 0-1349,6-4 810,1 10-990,11-5 1079,-4 6 360,3 0 360,6 0 0,9-4 0,6-3 0,8 0 0,-1 0 0</inkml:trace>
  <inkml:trace contextRef="#ctx0" brushRef="#br0" timeOffset="141051">13734 12737 7533,'-33'-14'1799,"9"3"269,13 5-718,4 5 449,1-10-1080,17 10-539,-2-5 360,31 1-360,-18 4-90,30-4 90,-23 5-540,33 0 180,-26 0 90,12 0 0,-18-6-720,6 5 181,2-5-720,6 6-1800,-2 6 2340,-16 0-450,-8 7 539,-13-1 720,-5-6 0,-60 28 0,22-17 0,1 0 0</inkml:trace>
  <inkml:trace contextRef="#ctx0" brushRef="#br0" timeOffset="141368">13734 13007 7533,'-25'-12'2518,"0"5"-1708,6 2 539,7 0-449,6 3-91,6-9-179,11 5 359,3-7-629,11 6-180,-6-4 270,10 4-91,-3 0-179,16-4 0,-9 10-270,-3-5 90,4 6-719,-6 0-1,19 0-629,-9 6-630,16 1 1079,-20 5 271,2-5-1710,-2 4 2339,-18-4 0,7-11 0,-17-4 0</inkml:trace>
  <inkml:trace contextRef="#ctx0" brushRef="#br0" timeOffset="141912">14140 12528 7533,'-5'-20'2698,"-2"3"-629,0 4-1349,1 7-271,6 0-89,0 6 270,11 0-450,-8 0 89,14 0 1,0 6 180,4 0-180,25 12-90,-18-4-360,19 9 180,-10 2-540,18 12-89,2 1 269,-6 4-90,-5 1 270,-31-10 360,1 2-90,-16-16-180,-16 4 270,7-3-90,-20-1 0,-1 10-90,-8 2-1696,10-9 0,1 0 1696,-13 11 0,-1 1-2358,0-10 2358,12 2 0,-12-1-90,6-2 0,13-9-720,-12-2 1,20-6 2447,2-6-3437,6 0 3842,12-6-2043,6-1 0,24-5 0,9 0 0</inkml:trace>
  <inkml:trace contextRef="#ctx0" brushRef="#br0" timeOffset="142737">15222 12490 7533,'-17'-24'1979,"-7"-6"-1620,3 15 451,-8-7-630,15 20 0,-3-3 629,-23 5-539,10 11-180,-29 14-90,32 2-180,-2 7 0,2 0 0,7-1 135,-7 10 0,-2 4 45,14-12 0,3 1 270,-6 22 0,10 6 119,20-11 1,11 3 0,-3-6-435,-9 0 0,7-6-621,19-5 1,12-3 0,-7-16 755,0-26-891,8-17 1,11-11 0,-10 1 800,-23 9 0,-2-1 30,13-10 0,4-6 0,-8 4 466,-5-24-136,-4-3-90,-15 16 0,-3 0-90,-2-19 149,-20 12 1,-8-10 0,1 10-150,8 20 0,-4 2 29,-10-16 1,-6-4 0,3 14 60,0 18 270,-27 5-900,35 16 1425,-7 0-3943,11 11 5649,10-3-6639,-3 16 2854,11 0 1014,6 2 0,0 42 0,0-31 0,0-1 0</inkml:trace>
  <inkml:trace contextRef="#ctx0" brushRef="#br0" timeOffset="143026">15149 12921 9422,'-13'-14'3238,"7"3"-2968,0 11 89,6 0 361,6 11-540,0 3-180,12 11 360,2 11-630,-1-14-540,6 13 1,6 2 809,7-13 0,1-3 0,-12 3 0,-1-3 0,27-7 0</inkml:trace>
  <inkml:trace contextRef="#ctx0" brushRef="#br0" timeOffset="143488">15813 12971 7533,'0'-41'7465,"11"18"-7375,-2-6 180,19 34-720,-2 53-359,-6-23 89,-13 18 1,-8 1 359,-7-20 0,-15 29-269,-2-27 539,-1-9-1350,-26 19 91,11-29 1349,-2 5 0,19-34 0,19-1 0</inkml:trace>
  <inkml:trace contextRef="#ctx0" brushRef="#br0" timeOffset="144218">16724 12528 7533,'-7'-20'809,"-4"3"1620,-1 4-1979,3 7-91,-2 0 91,6 6-90,4 6 180,-4 11-181,5 4-89,-6 9-90,5 0 360,-4 34-630,5 3 15,0-17 1,0 3-106,-3-3 0,0-2-230,2-8 1,1-2 229,-3-2 0,0-1-90,3 24 180,0-24-180,0 12 91,6-22-901,-5-6-359,10-7 809,-10-12 369,10-12-1898,-4-24 2304,-1 8 0,-2-24 0,-2-8 0,-2 3 0,0 0 0</inkml:trace>
  <inkml:trace contextRef="#ctx0" brushRef="#br0" timeOffset="144568">16674 12479 7533,'-5'-44'1439,"4"12"-899,-4 9-271,5 11 91,0-6 630,11-1 179,2-1-629,12 8-181,-6 1 1,4 10 180,2-4 89,21 16 1,5 5-450,8 2-225,2 6 0,-2 4-694,-12-1 919,0 14-180,-19-15 0,-4 1-360,-4 10 225,1-5 0,-4-1-45,-22-4-444,4 9 534,-17-11-161,-6-1 431,-24 6-180,2-9 0,7-6 0,1-1 0,-10-1 45,9-6 0,-3-2-45,-22 1-630,7-11 0,1-1-1438,1 3 2177,16-8 1,76 5 0,27 1-1,-17 1 1,1-1 0,0 1-1</inkml:trace>
  <inkml:trace contextRef="#ctx0" brushRef="#br0" timeOffset="146934">18299 12404 12210,'-7'0'360,"2"6"-360,5-5-180,0 16 90,5-9 180,-3 10-90,3-6 90,-5 6 90,0-4 90,0 9-180,0 7 359,6 8 1,-5 22 0,4 3-753,-5-5 483,0 1 90,0 1-360,0 4 225,0-22 0,0 1-225,0 21 270,0-4-270,0-23 360,0-12-180,0-13 0,0-7-1,0-5 1,0-5-596,0-7-1114,6-18-1168,-5 8 2248,5-7 540,-1 22 0,-3 7 0,3 7 0</inkml:trace>
  <inkml:trace contextRef="#ctx0" brushRef="#br0" timeOffset="147685">18274 12835 8342,'-12'-14'1260,"6"3"-901,0 6-179,6 4 270,0-5-270,0 6 180,6 0-180,-5 0 269,9 0 1,-8 0 450,9-5-541,-10 4 451,10-5-630,-9 6 180,9-5-181,-4 4 181,5-5-90,0 1-270,1 3 360,10-9-270,-3 10-180,48-5-90,-33 6 90,33 0-270,-9 0 0,-4 0 270,6 0-719,2-5 719,-39 3-90,22-9 0,-38 10 90,3-5-449,-16 6 269,3 0-1979,-14 0-449,8 6 2248,-5-5 450,8 5 0,-1-6 0,-1 0 0</inkml:trace>
  <inkml:trace contextRef="#ctx0" brushRef="#br0" timeOffset="148501">18374 13007 8162,'-14'-7'630,"3"2"-450,11 5 0,-6 0 0,5 0-180,-5 0 1169,6 0 4228,0 0-5217,6 0-180,-5 0-90,5 0 360,5 0-90,8 0-180,1 0 90,9 0-90,1-5 0,-3 3 90,14-3-90,-15 5-180,10 0 90,-10 0-270,31 0 360,-25 0 0,19 0-360,-20 0 450,5 0-90,-8 0-90,-5 0 0,-17 0-90,-1 0-719,-3 0 449,3 0-1709,-10 0 900,3 0 539,-3 0-539,5 0 1259,0 0 0,-6 0 0,0 0 0</inkml:trace>
  <inkml:trace contextRef="#ctx0" brushRef="#br0" timeOffset="149905">19579 12614 8162,'-5'-19'810,"3"6"-630,-3 3-90,5 3 0,0 0 90,0-4 179,0 4-269,0 0 180,0-4-90,0 10-270,0-10 0,0 9-90,0-3 270,0 5 0,-5 0-360,3 0 270,-9 0-90,-1 0 90,-2 0 0,-4 5 0,6-3 450,-6 9-360,10-10 90,-9 5 180,0 5-270,-4 2 0,-3 1 90,0 8-180,11-14-90,-5 15 90,-5 2 0,8-5 179,-8 15-179,10-15 450,1 10 90,5-5 0,1 10-271,6-13 181,0 23-270,0-23 0,6 8 90,1-1 180,21 8-450,-11-8 0,22 21 539,4-22-449,-13-3 180,6-14 0,1-5-450,-6-6 450,28 0-495,-21-14 0,-1-5 45,9-11 120,-10-3 0,4-10 0,-8 4 150,3-18 90,-5-1 0,-4 2 90,-19 15 134,-4 6 1,-1 0-135,-7 0 180,-7-5 0,-5 0-180,-12 2 89,1 8 1,-3 1-270,-3 5-809,-18 6-4858,19 11 4407,7 7-1528,10 13 2698,16 0 0,0 38 0,0 2 0</inkml:trace>
  <inkml:trace contextRef="#ctx0" brushRef="#br0" timeOffset="150175">19603 12872 10141,'19'43'2608,"0"-1"1,-3-2-2519,14 4 0,8 2-4674,-2-14 0,-1-5 3504,6 5 1080,-1 0 0,-7-13 0,-23-29 0,6-5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59:57.87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31725 4627 8162,'-7'-14'1080,"-4"3"-900,10 11 0,-5-5-1,6 3 1,0-3 360,0 0-270,0 3-90,0-3-540,0 0 270,0-2 450,6 0-270,-5 1 0,5 6 269,-1-5-269,-4 4 450,11-5-270,-11 0-180,10 5-180,-10-5 270,5 6 0,-6 6 359,0 12-359,0 19 0,-6 24-90,5-2-953,-7-2 1,-1 1 682,7 3-270,-7 8 1,1-1 269,7-15-711,2-3 0,3-2 532,4-13-2050,16 12 2139,-10-34-719,-2-2 989,-1-11 0,-15-16 0,3-4 0</inkml:trace>
  <inkml:trace contextRef="#ctx0" brushRef="#br0" timeOffset="283">31393 5180 7533,'-56'-29'1799,"18"8"-1170,15-2 451,17 16-1170,6 1 629,16 1-359,-6 3 450,40-8-450,-20 9 0,24-5-45,-15 6 0,2 0-405,7 0 0,2 0-1050,2 0 0,0 0 1320,-3 0 0,-4 0 90,10 0-90,-6 0 180,6-5-2948,-5 4 2768,16-11 0,-19-5 0,6-10 0</inkml:trace>
  <inkml:trace contextRef="#ctx0" brushRef="#br0" timeOffset="750">31406 4947 7533,'-14'-12'-450,"-3"5"1889,16 1-1169,-5 6 629,6 0-809,6 6 1080,6 6-900,2 7 449,26 28-539,-17-17-90,14 15 0,5 6-1215,-13-14 1,-2 1-537,8 9 1,-2 0 760,-8-13 1,-3-2-720,8 25 1619,-9-32 0,-9 20 0,-13-26 0</inkml:trace>
  <inkml:trace contextRef="#ctx0" brushRef="#br0" timeOffset="967">31406 5476 7533,'-13'-31'2788,"6"6"-809,34-20-1529,-2 15-544,0 6 0,3 0 274,2 0 0,-1 1-540,19-10-330,-4 6 1,8-5-1,-6 4 555,-14 7 1,-1 1 134,15-3 0,6-1 0,-9 3 0,0-4 0,15 1 0</inkml:trace>
  <inkml:trace contextRef="#ctx0" brushRef="#br0" timeOffset="1995">31664 8700 7533,'-26'-6'1439,"2"6"-1619,18 23 1169,-5 15-1259,9 20 1,2 6-181,-3-26 0,1 2-1267,1 7 0,1 5 0,1-8 1447,4 11 270,-3 15 0,14-21 0,-2 7 0</inkml:trace>
  <inkml:trace contextRef="#ctx0" brushRef="#br0" timeOffset="2231">31368 9119 7533,'-43'-12'1889,"6"-1"269,7 1-1618,16 5-90,3 1-90,17 1 89,1 4 181,21-10-360,32 4-225,-14 1 0,8 0-765,12 1 1,8 1-1,-6 0-270,-8 1 1,-3 0 377,-1 1 1,3 0 0,-11 0 611,0 2 0,-80 28 0,-8 5 0</inkml:trace>
  <inkml:trace contextRef="#ctx0" brushRef="#br0" timeOffset="2437">31393 8897 7533,'-34'-33'3957,"1"5"-2607,53 21-721,7 7-854,8 9 1,3 5 89,2 5 0,2 6 135,4 4 0,3 6 0,-7 2 0,-2 16 0,-5 5 0,-3-10 0,0 1 0,0 0 0</inkml:trace>
  <inkml:trace contextRef="#ctx0" brushRef="#br0" timeOffset="2632">31429 9365 7533,'-14'-47'3643,"53"-2"0,17 4-3688,-28 26 0,3 1-665,23-11 0,9-4 1,-3 3-11,-2 4 1,-3 2 629,1 1 0,-1 1 90,1 1 0,0 1 0,3-3 0,0-1 0,5-2 0,1 0 0</inkml:trace>
  <inkml:trace contextRef="#ctx0" brushRef="#br0" timeOffset="3287">31467 10965 7533,'0'-25'1709,"0"6"-1709,-6 1 0,5 12 539,-5 6-269,1 6-90,3 34-180,-3-10-1035,4 31 1,2 8 629,-1-30 1,0-1 404,0 24 0,0 1 0,-2-18 0,-2-2 0,1-5 0,-1 0 0</inkml:trace>
  <inkml:trace contextRef="#ctx0" brushRef="#br0" timeOffset="3523">31085 11273 7533,'-38'-6'0,"2"-1"1079,23 0-539,2-4 1169,11 10 0,38-16-1259,-12 14-91,39-13 181,0 15-579,-26-4 0,4-1-366,23 5 1,7 1-1006,-18-1 1,2 1 0,-1 1 1409,13 3 0,-5 4 0,-12 1 0,-14 7 0,-31 15 0</inkml:trace>
  <inkml:trace contextRef="#ctx0" brushRef="#br0" timeOffset="3763">31233 10990 7533,'-25'-18'1979,"11"9"-2339,3-2 180,17 11 3058,28 28-2518,-4-16 0,9 18 0,3 7-1530,0-5 1,-2 0-1586,-2 4 1,-2 1 2754,4-4 0,-5 5 0,-11 13 0,-5 6 0,3 3 0,0-1 0</inkml:trace>
  <inkml:trace contextRef="#ctx0" brushRef="#br0" timeOffset="3935">31183 11445 7533,'-6'-39'2068,"0"0"1,1 3 0,11 2-3806,31 4 0,20 3 1,-4 3 1601,-9 3 0,2 0 112,3-1 1,7-3-1,1 1 1,-7 5 127,2 3 0,-1 3 0,10-6 1,8-4-1,-2 2 0,-10 4 1,1-1-1,0 1 0</inkml:trace>
  <inkml:trace contextRef="#ctx0" brushRef="#br0" timeOffset="22667">19136 10990 7533,'0'-14'0,"0"-3"0,0 10 270,-5 0-181,3-4-89,-9 5 360,4-1-360,1 1 90,0 1 90,6 4 270,0 1 0,0 12-360,0 1 269,0 5-269,0 0 450,11 18-360,-3-7-540,10 28 270,-5-1 90,-1 8-1322,-5-8 783,-1 2 269,-6-30 0,0 13-180,0-5-269,-6 2-181,5 1 540,-10-4 360,9-16 0,-25-1 0,-1-5 0</inkml:trace>
  <inkml:trace contextRef="#ctx0" brushRef="#br0" timeOffset="22945">18668 11617 7533,'-13'-33'1439,"2"4"-809,22 12 269,41-2-719,-13-1 179,27 5 1,4 2-180,-12-2-618,-3 3 0,10 0 0,-9 2-282,4 0 610,-6-1 1,0 0-1870,5 4 1709,-28 0 270,14-4 0,-49 5 0,-4-7 0</inkml:trace>
  <inkml:trace contextRef="#ctx0" brushRef="#br0" timeOffset="23286">18878 11026 7533,'-26'-20'-360,"8"-2"270,12 21 899,1-5-359,3 6-360,-3 6 0,10 1 540,13 21-540,3 0 180,20 19-310,-19-14-50,12 3 270,-4-1-90,-3-7 180,20 18-90,-20-19-900,9 9 360,-11-6 181,-1-4-451,-5 4 270,-1-11-90,0 10-269,-10-9 359,3 11 0,-11-12 360,-6 4 0,-50 7 0,19-11 0,0 0 0</inkml:trace>
  <inkml:trace contextRef="#ctx0" brushRef="#br0" timeOffset="23477">18914 11801 7533,'-24'-12'989,"11"0"-269,-4 5-271,16-4 541,-5 4-540,6-11 539,27-12-629,-9 3-225,21-5 0,12-4-375,-10 6 0,3-2 0,1 1-1311,3-2 1,1 0 0,0-1 1550,1 0 0,-1 0 0,-1-1 0,-8 3 0,-1-1 0,-2 0 0,7-12 0,1-1 0</inkml:trace>
  <inkml:trace contextRef="#ctx0" brushRef="#br0" timeOffset="28917">13069 4750 7533,'0'-14'-360,"0"3"180,0 11 180,0 0 90,6 0-90,1 0 0,10 6 90,-3-5-90,3 5-90,-4-6 90,-1 5 0,0-3 0,1 3 0,5-5 270,-10 0 90,19 0-270,-17 0-90,13 0 179,0 0-89,19 6 0,-6-5-90,10 10 0,17 1-45,-25-3 0,2 1 45,3 2 0,5 1-906,5-1 1,6 0 0,-6-1 905,-10 0 0,0 0-60,14 3 0,7 0 0,-7-2 15,-15-4 0,-2-1 45,14 7 0,-1 1-45,-16-8 0,0-1 45,16 9 0,0-1 45,-11-7 0,-1 1-90,8 6 0,2 1 45,3-3 0,-2 1 90,-14 0 0,0 0-567,14-1 0,3 0 612,-2 5 0,1 0-1163,3-3 0,0 0 1028,0 4 0,1 1 120,-9-6 0,1 0 0,2 2-589,1 1 1,2 0 0,-2 1 498,-6-4 0,-1 1 0,3 0 37,18 5 1,4 1-1,-8-2-67,-15-4 0,2-1-137,9 4 1,11 3 0,1 0 0,-10-3 136,-1 1 0,-1-2-23,-8-1 1,6 2 0,0 0-1,-5-3 111,-4-1 0,-3-1 0,-3-1-88,7 3 0,1-1-30,-2-1 0,3 0 0,-4 0 30,-1 1 0,-3-1 0,4 0 0,3 0 97,13 3 0,4 0-97,-19-1 0,0 0 0,2 0 0,9 0 0,2-2 0,0 2 0,3 3 0,1 1 0,0 0-30,-3-1 0,0-1 0,0 1 0,1 0 0,-1 0 0,-1-1 0,-9-1 0,-2 0 1,-2-1 29,17 5 0,-4-2 0,-11-5 0,-3 1-45,0 1 0,-1 2 45,-1-4 0,3 2-30,5 1 0,6 3 0,3 0 75,-6-1 0,3 0 0,0 1 0,-1-1-45,-6-3 0,-2 0 0,1-1 0,1 2 44,13 3 1,4 2 0,-3-1 0,-9-3 90,-1-1 0,-4-2 151,13 4 1,2 1-287,-22-4 0,1 0 0,-2-1 0,5 2 0,-1-1 45,15 6 0,4 1-15,-13-2 0,3 1 0,-5-1-75,-1-1 0,3 2 67,0 1 1,8 5-1,0 0 1,-6-2-53,-12-3 0,-4-1 0,1 1 186,12 3 0,1 1 0,-3-1-156,1 3 0,-3 0-45,4 2 0,1 1 468,-1-2 1,3 2-424,-8-4 0,3 2 0,-4-2 435,6 3 1,-2-1-346,5 1 0,-1 1-90,-8-2 0,-2-1-313,-3-4 1,0 0 357,7 4 0,-2 0-45,-10-9 0,0 0 368,16 9 0,1 0-323,-17-10 0,2 2-45,15 7 0,8 4 0,-7-2 45,-13-5 0,1-1-68,1 1 1,8 2 0,0 1-1,-6-1 23,10 11 0,-3-1-30,-10-12 0,2 0 0,-4 0-15,3 8 1,-5-3-46,16 9 355,-6 0-445,1 0 796,-1 0-706,0 5 180,-9-3 0,2 4 90,-8-6 0,0 1-31,-2-2 1,1 2 0,-2-4-150,-2-2 0,0 1 30,0 4 0,2 5 0,0-2 909,5 1 1,2 3-805,-5-6 0,5 6 0,-1 0 0,-3-5 22,6 5 0,0-3-157,-2-2 0,3 1 0,-7-6 90,7 7-45,-14-17 0,0 0-405,20 23 360,-7-13 0,2 8-90,-6-6 0,-5-10 90,1 4 461,-2-11-731,5 15 270,-7-12 945,2 8-945,-7-12 10,-4 5 260,-5-8-181,3 8 91,-11-16 1275,1 4-1095,-1 2 0,-1 0-180,-4-1 270,4-1 89,-5-4 1,0 22-450,0-13-810,11 19 360,-2-16 181,8 0-811,-4-1 181,10-1 539,-2-3-1079,20 9 899,-14-9-1619,14 15 2069,-26-14 0,-9 30 0,-20-5 0</inkml:trace>
  <inkml:trace contextRef="#ctx0" brushRef="#br0" timeOffset="30036">24981 10546 7533,'0'-35'-1439,"6"13"1439,0-1-90,7 12 0,27 4 90,-16 0-90,45-4 90,-39 4 0,33-5 0,-29 5 0,0-1 0,1 0 0,14 0 180,16-10-180,-32 11 90,1 1-90,-20 6 179,3-5-179,-10 3 180,4-3 90,-4-1 0,0 5 0,-1-10 0,-6 5 179,5-7-179,-3 7 540,9-16-450,-10 12-180,4-14 179,1 12-179,-5 0 90,10 0-360,-10 0 180,4-1-270,1-5 90,-5 4 0,10-9-90,-10 10 0,5-10 91,-12 14-541,-11-13 450,-15 14-3392,-11-4 3482,-1 6-90,2 6-146,8 4 1,-2 3 235,-2 2 0,-2 1 45,-2 3 0,1 1 0,3 0 0,-1 2 45,-11 9 0,2 2-280,17-9 0,0 0 280,-17 10 0,-2 3 135,4 4 0,4 0-90,13-13 0,-1 1 135,-17 17 0,1 1-46,20-16 1,2 0 45,-2 9 0,3 0 0,-9 12 0,14 0 2416,7 18-2507,10-25-44,-2-4 0,0 0 45,3 1 0,0 7 0,6-5-180,1 5 436,22 10-76,9-7-180,-6-15 0,3-2-45,-6-8 0,1-3 45,10 4 0,1-3 217,13 1-397,-21-5 0,0-1 180,16 0 0,6 3-180,-20-12 0,2-3 135,9 1 0,1 0-472,-7-3 0,-1 0 382,7-1 0,1-4 0,10-13 0,-1-3 45,-16 6 0,0-2 0,6-5 0,3-5 0,-6 1 0,-11 4 0,-2-2 0,4-8 0,4-5 0,-7 1 0,-6 6 0,-4-5 180,4-21 0,0-11 0,-7 8-180,-11 18 0,-4 0 60,1-6 0,-2-5 0,-4 8 120,-23-18-46,0 25 1,-3 2-90,5 8 0,-2 0 45,-23-12 0,-3 3-360,18 17 1,-2 3 44,-29-7 0,0 5 259,28 9 0,0 6 0,-16 7 0,1 8 0,-12 15 0</inkml:trace>
  <inkml:trace contextRef="#ctx0" brushRef="#br0" timeOffset="74518">4565 8627 7263,'7'-14'2878,"10"-2"-2248,-9 3-270,4 5 449,5-14-449,-14 19 180,13-19 449,-9 14 90,10-9 900,8-12-1349,-10 12-270,-4-17-1260,-34 32 451,1-8-541,-41 37 540,32-10 360,1-2 0,-4 5-45,-13 15 1,-4 4 493,-2 1 1,-2 1-585,17-12 1,-1 1-1,1 1 555,1 2 0,1 1 0,7-4-150,-6 12 494,4 4 1,4 0-46,11-1-539,0-12 0,4-2 90,11-1 720,1 17-181,28-6-359,-2-15 0,5-3-360,7-7 0,5-7-945,15-9 1,0-6 269,-15 0 1,-1-3-1373,12-5 0,-2-2 2047,12-3 0,-13 18 0,-17 9 0</inkml:trace>
  <inkml:trace contextRef="#ctx0" brushRef="#br0" timeOffset="75001">4959 8946 7533,'-7'-13'1349,"2"-3"-360,-1 9 2429,0-6-2698,-1 7 719,2-5 450,21 9-1709,-7-9 0,31 10 180,-7-5-630,16 6 90,-10 0-450,-3 0 1,1 0-7107,8 0 7736,10-1 0,-11 8 0,-39 16 0,4 10 0</inkml:trace>
  <inkml:trace contextRef="#ctx0" brushRef="#br0" timeOffset="75296">5046 9119 7533,'-26'-5'5037,"-3"-8"-4228,20 5 3329,-2-9-3149,33 5-629,0 4-270,18 1 0,1 3 0,-5 4-675,3 0 1,0 0-496,-1 0-1078,-4 0-361,28 0-3661,-32 0 5550,12 0 630,-18 0 0,-23 5 0,-2 2 0</inkml:trace>
  <inkml:trace contextRef="#ctx0" brushRef="#br0" timeOffset="75852">5365 8676 7533,'-12'-25'3957,"5"12"-2607,1 2-991,6 5 1350,0 5-359,17 12-631,-2 4-89,21 20-450,-15-14-180,7 2 270,-3-11-360,11 6 180,-2-4 90,1-2-270,1 5 90,-9-15 0,9 15-630,-1-16 360,-2 10 90,9-10 90,-21 10 90,1-10 270,-15 10-90,0-4 0,-2 6-90,-27 21 270,-17 11-585,3-6 0,-1 1 45,9-10 0,0 1-270,-17 11 1,0 2-91,18-12 0,0 0-270,-8 1 1,2-2 270,-10 11 269,25-25-360,13-17-180,5 0 810,5-6 0,19-22 0,9-12 0</inkml:trace>
  <inkml:trace contextRef="#ctx0" brushRef="#br0" timeOffset="77076">6669 8577 8252,'-11'-52'4138,"4"26"-3418,2-19 1528,21 71-1708,-7 37-450,0-29 0,0 2 0,-5 6 0,-3-2-90,-1 8 180,0-5-46,-7 9 1,-2 1-45,0 4 60,-13-11 0,-8 7 0,4-11-60,0-11-900,-22-13 1,1-14-810,28-24 1619,-4-11 0,6-1 0,21 10 0,4-7 0</inkml:trace>
  <inkml:trace contextRef="#ctx0" brushRef="#br0" timeOffset="77339">6263 8725 7533,'-15'-40'3276,"-1"-1"1,38-9 0,26 6-5152,3 26 0,16 8 0,8 4 1,0 1-1,-11-2 1875,2-7 0,-7-1 0,4 3 0,12 1 0,12 2 0,-15 2 0,-41 6 0,-55 8 0</inkml:trace>
  <inkml:trace contextRef="#ctx0" brushRef="#br0" timeOffset="81284">3901 10177 7892,'-20'0'1889,"3"0"-1709,12 0 720,3 0-1,-3 0-719,5 0 4587,0 0-3597,5 0-810,2 0-91,5 0 181,1 0-180,-1 0-180,11 0-90,-8 0-90,25-5 0,-13 3 180,16-3 0,-6-1 90,-1 5-90,-4-5-90,-8 6 180,11 0-540,19 0 540,-4 0-180,3-5 0,-19 3 0,-19-9 0,8 10 90,-16-4-90,4-1 0,-10 5 0,5-4 90,-6 5-1440,0 0 1440,5 0-90,-3-6 270,3 5 0,1-4-180,-5-1 0,5 5-540,-6-5 270,5 6 0,-3 0 1,3 0 448,-5 0 361,0-5-270,0 3-180,0-3 0,0 16 359,0 2-539,0 12 0,0 5-719,-5 29 629,3-26-90,-3 23-1349,5-32 1259,0-3-90,0-3-1709,0-7-449,0-4-361,0-1 1440,5-6 1439,-3-1 0,-2-4 0,-7 5 0</inkml:trace>
  <inkml:trace contextRef="#ctx0" brushRef="#br0" timeOffset="82331">5279 9968 7083,'-7'-25'989,"2"12"-719,5-3 180,0 3-90,0 5-180,0-9 989,0 5-449,0 4-361,0-9 1,0 16 0,0-10-180,0 10 539,0 1 91,11 23-630,-8-7 629,13 46-629,-9-30 90,-3 11 0,-1 5-180,0-12 0,0 0-1366,-3 14 1,0-1 1455,0 20-270,-3-30 0,0-2-90,-4 15 360,-5 4-90,5-8 0,-15-17 720,7-6-91,-15-7 2552,5-11-3182,-5-7 811,-12-18-2159,8-3 899,-7-9-1619,21 5 1439,3 6-2428,4-9 1259,6 12 450,-4-7 1259,10 17 0,17-11 0,12 4 0</inkml:trace>
  <inkml:trace contextRef="#ctx0" brushRef="#br0" timeOffset="82795">4910 10041 7533,'-24'-17'3148,"10"3"-2339,3-3-359,11 4 270,5 1-540,2-1 269,0 1-179,4 5 0,-4-3 450,5 3-1,6-5-539,-5-1 1169,16-5-359,-3 5-450,11-5 269,-5 11 1,14-4-1,-5 5 1,1 0-1260,18-2 450,-12 2 0,2 1 270,-8 4 0,-1 2-3239,-6-1 1,0 0 2653,2 0 0,-2 0 315,11 0 0,-32-28 0,10-6 0</inkml:trace>
  <inkml:trace contextRef="#ctx0" brushRef="#br0" timeOffset="85971">3458 11580 8252,'-19'-7'1350,"6"-4"-811,2 10-179,10-5 270,-4 6-271,-1 0-179,5 0 270,-5 0 90,1 0-270,3 0-1,-3 0 181,5 0-180,-6 6 0,5 1-450,-5 0 180,6 4 180,6 1-630,-5-4 180,10 8 270,-9-14-359,9 9 179,-10-10 90,5 10-630,-1-10-179,2 10 809,0-9-90,-2 3-270,-5-5 360,0 0 180,-5-5-180,-2 3 0,-5-3 450,-1 5-180,-10 0 359,-8 0-179,9 0 270,-11 5-810,30 2 180,-8 6-720,11-1 361,0-5-1170,11-2 809,-3-5 180,10 0 540,0 0 0,29-22 0,11-5 0</inkml:trace>
  <inkml:trace contextRef="#ctx0" brushRef="#br0" timeOffset="86450">3741 11912 8612,'-13'0'2069,"-4"0"-1170,10 0-359,0 0-180,-4 0 270,10 6-541,-10 0 271,9 1-180,-3 4-180,5 7 0,0-3-180,5 8-899,13-11 629,-2-5 360,7-1 180,-11-6 0,-5-6-90,-1 5 90,-1-10-90,-4 4 630,4-16-91,-10 14 1,-2-8-270,1 17 180,-11 0-91,9 0-1078,-10 0-990,6 6 360,-1 1-181,6 5 1530,2 0 0,5 11 0,0 3 0</inkml:trace>
  <inkml:trace contextRef="#ctx0" brushRef="#br0" timeOffset="86851">3077 12195 7533,'-14'0'1889,"-2"0"-1080,9-5-449,0 4-90,1-5 0,6 6 89,6 0 1,1 0-180,5 0 180,11-5-360,-8 3 180,8-9-180,-5 5-90,-4-1 0,4-4-450,-6 4 180,0-6-89,-5-4 449,-1-2-90,-6 0 90,-6 1 90,-1 11-90,-16-4 0,8 9 629,-19-3-809,19 5 270,-8 5 0,16 2-2069,1 11 1530,6-4 449,6 4 0,44-1 0,17 2 0</inkml:trace>
  <inkml:trace contextRef="#ctx0" brushRef="#br0" timeOffset="88862">4344 11801 7713,'-7'-13'179,"1"2"-268,6 11 268,0-5-89,0 3 0,0-3 90,0 5 3058,0 0-3148,-5 0-180,4 0 270,-5 0-180,6 0 180,0 0-90,-5 0-90,3 0 90,-3 0 180,5 0 0,-6 0-180,5 0 359,-5 5-179,6-3 360,-5 3 539,4-5 1,-10 0-721,10 0-269,-4 0-270,5 0 270,5 0-180,2 0 0,21 0-270,11 0 270,0 0 0,5 0-180,7-2 1,-1-1-833,-3-1 1,-2 1 966,-3 0 0,-2-1-494,24-13 629,-16 15-180,1-9 270,-26 5 539,-12 5-719,-4-5 540,0 6 1302,-1 0-1662,-6 0-360,0 0 0,5 0-90,-3 0 91,3 0 179,-5 0 179,0 0-268,5 0 178,-4 6 91,5-5 90,-1 16-180,-4-15 630,5 31-450,-12-11-91,5 20-718,-10-5 179,5-5 270,-1-8-1169,2 0 269,-1-10-269,5 3 629,-5-10-179,6-2-2159,0-5 2428,6 0 540,-5 0 0,15-11 0,-2-2 0</inkml:trace>
  <inkml:trace contextRef="#ctx0" brushRef="#br0" timeOffset="89753">5869 11518 7623,'13'-19'1079,"-1"2"-449,-5 10 539,4-4-809,-4 4 269,0 0 361,4-4-91,-10 4-539,10-5 0,-9 5-180,3-4 0,-5 10 0,0-10-90,0 4 89,0 0 1,0-4-180,0 10 360,-11-10-540,-19 10-269,-15 6-1,-17 14 270,12 7-5,6 3 0,-4 5 485,11-5 0,-1 3 0,0 0-450,0-1 0,0 0 0,1 2 390,-2 6 0,2 3 0,6-6 29,-12 18-134,28-21 0,7 2 225,12 15-270,10 2 359,19-14 1,9-6-270,-9-15 0,4-4-240,6 0 0,5-1 0,-4-3 95,-4-3 0,2-6-1804,23-11 0,10-7 0,-11 3 1769,-28 8 0,-1-2 0,11-8 0,5-3 0,-20 0 0,-27 1 0</inkml:trace>
  <inkml:trace contextRef="#ctx0" brushRef="#br0" timeOffset="123584">13376 3483 5824,'0'-14'0,"0"3"0,0 11 0,0 0 0,0-6 0,0 5 0,0-4 0,0 5 0,-5 0 0,4 0 0,-4 0 180,-1 0-180,5 0 90,-10 0-1,10 0-89,-5 0-179,1 0 89,3 0 90,-3 0-90,5 0 90,0 0 180,-6 0-90,5 0-90,-10 0-90,4 0 90,-6 0 0,7 0 0,-6 0 0,11 0 90,-4 0-90,-1 5 89,5-4 1,-5 5-90,6-6 0,-5 0 90,4 0-90,-4 0-180,5 0 270,-6 6-269,0-5-91,-7 10 450,1-4-1,-1 5 181,1-5-270,-1-2 90,1-5 0,5 0 0,2 5 0,-1-3-270,5 3 270,-5-5-90,1 0-270,3 0 450,-8 0-180,9 0 89,-5 0 1,6 0 0,-5 0-90,4 0-180,-5 0 180,6 0 360,0 0-90,0-5 0,0 3-270,0-3 359,6 5-359,0 0 90,6-5-90,0 3-180,1-3 360,16 5-360,-13 0 90,40 5-270,-31 2 45,14 1 0,1 2 46,-7 4-1,10-5 0,4-1-540,19 5 720,-1-6 90,4-2-180,-48-10 0,9 3 90,-24-3-899,0 5 809,-6 0 90,-6 16 0,-23 16 0,-11 18 0</inkml:trace>
  <inkml:trace contextRef="#ctx0" brushRef="#br0" timeOffset="124128">13647 3458 7533,'-39'-21'-270,"5"10"0,27 13-180,1 9-179,6-10 539,6 10 90,-5-10 0,10 5 0,-9-6 0,9 0 0,-4 0 0,5 0 359,-5 0-89,4 0-90,-10 0 360,10 0 359,-4 6-629,-1-5 0,-1 4 270,1-5-360,1 0 0,0 0-180,4 0 0,-10 0 179,10 0-268,7 0 178,-3 0 1,9 6-90,-7-5-90,8 5-89,22 5 269,-17-9-270,15 14 90,-20-9-90,-4 6 0,-3-1 90,-7-5 180,-26 26 270,-6-16-360,-12 19 180,-8-13-180,10-9 0,-6 4 134,3-4 1,-2 1-45,-26 12-45,20-6 0,-1 0 45,-12 5-1529,7 8 1169,22-18 270,8 7 0,35-27 0,10-4 0</inkml:trace>
  <inkml:trace contextRef="#ctx0" brushRef="#br0" timeOffset="125972">15026 3310 7533,'0'-31'2428,"0"6"-1798,0 2-450,0 15 1079,0-9-1169,0 11 360,0-1-630,0-4-90,-6 10-180,-1-5 360,-5 6-719,-16 0 269,-17 16 675,2 4 0,-3 3 90,5 2 0,1 3-539,-12 7 0,2 3 494,18-8 0,2 1 44,-5 6 1,4-2-135,-3 14 45,12-17 0,4-2 45,10-2-538,-3 23 358,16-27 89,2 10-89,16-11-89,9-2 89,17 3-405,-7-13 0,0-4 315,10 0-585,-4-1 1,-1-1-1125,1-4 1799,3 5 0,-22-12 0,-24-1 0</inkml:trace>
  <inkml:trace contextRef="#ctx0" brushRef="#br0" timeOffset="126518">15247 3667 8162,'-14'-13'3149,"3"-4"-2790,11 16 451,6-10-1,17 4-629,-6 0-270,28-4 180,-23 10-449,19-4 89,-4-1-1259,6 5 1169,-4-5-630,7 6-3301,-13 6 2852,-2-5 1439,-8 5 0,-37-1 0,-8 1 0</inkml:trace>
  <inkml:trace contextRef="#ctx0" brushRef="#br0" timeOffset="126788">15186 3839 7982,'-19'0'1170,"6"0"-990,8 0 0,5 0 179,0-5 181,0 4-90,5-5 179,8 0 181,22 0-630,-6-1-180,28-4-180,-17 10 90,20-4-360,-21 2 1,0 0-901,17 2 451,8-5 359,-34 6 540,0 0 0,-9-11 0,2-3 0</inkml:trace>
  <inkml:trace contextRef="#ctx0" brushRef="#br0" timeOffset="127296">15605 3569 7533,'-14'-7'1169,"3"-4"0,5 10-809,5-5 0,-5 1 90,12 3-91,6-3-269,2 5 90,14 0 90,4 5-180,1 2-90,24 11-135,-23-6 0,1 0 135,3 4 0,1 0 180,1-1 0,-6 1 360,-2 20-450,-28-16 270,-17 4-91,-16-12 1,8 0-540,-25 11 270,0 4-180,-9 9-180,21-11 1,2-2 269,-4 6-900,-9 11 181,31-26-630,7 3-630,19-10 2069,3-2 0,47-32 0,-2-7 0</inkml:trace>
  <inkml:trace contextRef="#ctx0" brushRef="#br0" timeOffset="128385">16564 3372 7533,'0'-19'180,"0"-5"-90,0 16 1079,0-14-360,0 14 1,0-15-450,0 15 89,0-9-269,0 16 180,5-5-360,2 6 270,6 6-90,-1 12 0,-5 2 449,4 27-3661,-4-2 3302,0 6-88,-2 13-272,-5-7 0,-5 12-1032,-2-14 1122,-6-12 90,-5-8-540,-1-9 90,-11 5 90,10-18 2883,-14-2-2883,13-11 135,-4 0-225,-3-6-1717,7 0 1898,-3-6-91,6-1-450,6 7 1,-1-5 719,6 9 0,18-25 0,10-1 0</inkml:trace>
  <inkml:trace contextRef="#ctx0" brushRef="#br0" timeOffset="128620">16269 3433 7533,'-12'-19'0,"5"1"2518,1 1-2428,12 3 3058,28-15-1978,13 14-856,-9 3 1,3 1-405,18 4-540,-6 4 1,1 1 9,-18 2 0,0 0 620,10-1 0,-1 2-2219,14 4 2219,-22-3 0,-6-2 0,0-7 0</inkml:trace>
  <inkml:trace contextRef="#ctx0" brushRef="#br0" timeOffset="132068">13217 4677 6813,'-7'-14'270,"2"3"-180,5 11 90,-6 0 90,5-6 449,-10-1-539,4 0-90,0 2-90,1 5 90,1 0 0,4 0-90,-5 0 180,6-6 270,17 5-360,-8-4 0,31-1 89,-7 5-134,0-2 0,4 0 45,-3 2 0,4 2-210,13 2 0,7 2 0,-4-2 165,-3-1 0,2-1-75,4 2 0,5 2 0,-8-2-440,-15-3 0,-4 0 380,3 1 0,-5-2-90,-8-5-89,-8 5-451,-16-4 90,-1 5 361,-1 0 89,-10 0 670,4 5-1209,-17 2 449,9 5-578,-8 1 0,-6 4 0,-3 2 0</inkml:trace>
  <inkml:trace contextRef="#ctx0" brushRef="#br0" timeOffset="133344">13918 4566 7533,'0'-14'-1170,"0"-3"1080,5 11 180,-3-12 360,3 9-360,-5-7 90,0 9 180,0-5-270,0 5 0,0 2 719,0-1-269,0 5-450,0-4 90,-5 5-270,3 0 0,-3 0 0,5 0 180,0 0 180,5 0-180,2 0 90,17 5-91,2 7 1,16 2 0,19 9-135,-28-13 0,3-1 135,15 6 0,1 1-90,-14-3 0,-2-1-1175,29 7 1175,-36-8-90,-17-5 0,-6 1 360,0-1 0,-12 0 0,0-1-270,-6-3 1265,0 3-1175,-1-5 180,-4 6-180,3 1 0,-4 0-90,0 4-270,-12 6 90,-19 9 90,8 0 90,0-2-450,7-7 360,12-3-3572,-8 3 3482,12-10 1,5 4 89,1-9-450,0 9 270,0-4-539,0 5 629,5 0 2852,1-5-3212,6 4 540,0-10 0,27-1 0,7-7 0</inkml:trace>
  <inkml:trace contextRef="#ctx0" brushRef="#br0" timeOffset="136168">15001 4688 7263,'-14'0'629,"-2"0"-539,9 0 90,0 0 0,2 0-90,5 0 0,-5 0 180,4 0-90,-5-5 0,6 4 180,0-10-181,0 10-89,0-5-180,0 6 180,0-5 0,0 3-180,0-3 180,0 5 0,6 0 0,-5-6-90,9 5 90,-8-5 90,8 6 90,-3-5-270,0 3 180,4-3-180,-10 5 180,10-6-270,-9 5 0,3-4 180,6 5 0,-2 0 0,9 0-90,-6 0 0,0 0 90,11 0 0,9 0-90,6 0 0,15 0 90,-18 0-180,33 0 0,-31 0 90,22 0 90,-28 0-90,-6 0 90,3 0-90,-13 0 0,3 0 89,-7 0 1,-10 0-90,5 0 0,-6 0-269,0 0 89,0 5 180,0-4-90,0 5 90,0-6 180,0 0 89,6 0-89,-5 0-180,4 0 0,-5 0 90,0 0 0,6 0-90,-5 0 0,5 0 90,-6 0 0,0 0-180,0 5 90,0 2 90,0 6-90,0-1 180,0 6-180,0-10 180,0 8-90,0-3-90,0-5-180,-6 19 180,-1-17 0,1 13 0,-6-5-90,6-5-360,-7 16 1,1-8 269,5-2-540,1-3 450,12-15-1169,12-1 1169,-3-1-180,8-10 450,6-1 0,-2-18 0,16-9 0</inkml:trace>
  <inkml:trace contextRef="#ctx0" brushRef="#br0" timeOffset="136963">16281 4455 7533,'0'-19'-360,"0"1"720,0 5 89,0 1 91,0 0-450,0 5-90,0 2 270,5 5 0,2 0-180,0 0-90,4 0 270,1 5-180,-3 2 269,13 16-269,-20-8 90,15 14 0,-10-5-90,0 3 180,-2 3-3572,-5 0 3392,0-4-461,0 4 281,0 0-1996,0-4 2176,-5 10-90,-2-11 180,0 5 0,-15 12-270,12-19 2086,-13 16-1996,0-14-90,8-5 180,-14 4 0,15-17 460,-9 4-280,4-10 3302,-1-1-3662,-3-7 0,10-5 180,-5 5-629,6-15 359,0 18-450,5-18 270,1 21-1079,1-15 360,3 13 809,-3-8-360,5 11 630,0 0 0,11-6 0,3-1 0</inkml:trace>
  <inkml:trace contextRef="#ctx0" brushRef="#br0" timeOffset="137252">15974 4516 7533,'0'-31'180,"0"6"989,11-4-360,-3 20 451,20-13-811,-7 15-89,9 0-90,-5 2 90,32 5-4702,-2 5 4522,13 2 0,-15 0-872,-15-2 0,0 1 512,3 1 180,-5-2 0,1-3 0,6-13 0,7-10 0</inkml:trace>
  <inkml:trace contextRef="#ctx0" brushRef="#br0" timeOffset="148605">13253 5735 7623,'-18'-7'449,"6"1"-269,1 6-180,9 0 270,-3 0-180,5 0 6386,0 0-6026,11 0-630,-9 0 180,15 0 90,-11 0-180,7 0 0,4 0 90,-3 0-270,15 0 91,-8 0-91,8 0 0,13 0 90,2 0 45,-8 0 0,1 0 45,16 0-90,12 0 360,-27 0-360,-1 0 630,-12 0-270,-7 0 899,-11-5-809,-2 3 989,-5-3-899,0 5-360,0 0 270,-5 0-90,3 0 450,-14 0-451,13 5-808,-14 2 269,11 11-270,-7 7 361,1 6-181,5-5 180,1-2-450,6-1 361,0-8-631,0 19 540,0-25 181,0 14-1,0-22-180,6 4-1619,6-5 1709,-4 0 1,9 0 359,-10-5 0,0-7 0,-2-8 0</inkml:trace>
  <inkml:trace contextRef="#ctx0" brushRef="#br0" timeOffset="149401">14398 5697 7533,'7'-18'1259,"4"5"-270,-9 3-629,3 3-180,0 0 270,-3 1 719,3 1-269,0-2-541,-4 0 271,11-4-630,-11 10 0,4-10 180,-5 9 0,0-3-90,0 5 0,0-6-90,0 5-270,0-5 180,-5 6-630,-18 0 541,7 0-1,-18 0-270,9 6 450,-2 1 450,-24 16-540,20-2 629,-15 9-179,22-11-180,-1 4 180,-1 2 0,0 2-450,0 6 180,-1 7 0,3-1 0,17-14-1,-4 20 91,11-20 180,21 22-360,-4-17 90,18 10-450,-10-28 180,5-5 1,1-1-3303,18-1 3302,-10-3 90,9 3-1290,10-16 1020,-21 3 360,27-10 0,-70-16 0,0-6 0</inkml:trace>
  <inkml:trace contextRef="#ctx0" brushRef="#br0" timeOffset="158538">29891 8688 7533,'-25'0'-1260,"1"-5"1260,13 3 90,4-3-270,-4 5 180,9 0 0,-3 0-179,-1 0-1,5 0 180,-5 0 0,23 5 0,4 2 0</inkml:trace>
  <inkml:trace contextRef="#ctx0" brushRef="#br0" timeOffset="159601">29843 11051 7533,'-19'-14'3418,"1"-2"-3238,11 14-900,1-3 450,6 5 270,6 0 0,33-11 0,14-2 0</inkml:trace>
  <inkml:trace contextRef="#ctx0" brushRef="#br0" timeOffset="161002">29744 5218 7533,'-26'0'-68,"3"0"1,32-11-1,6-3 1</inkml:trace>
  <inkml:trace contextRef="#ctx0" brushRef="#br0" timeOffset="172433">26212 7297 7533,'45'-24'0,"0"-1"0,0 1 0</inkml:trace>
  <inkml:trace contextRef="#ctx0" brushRef="#br1" timeOffset="173650">26200 11888 8523,'-30'-18'451,"4"4"-475,1 7-200,13 9-612,17 10 864,14-5 1,15-17 0,8-7 0,3-4 0,1 0 0</inkml:trace>
  <inkml:trace contextRef="#ctx0" brushRef="#br1" timeOffset="184789">30089 10521 25474,'19'-18'-3928,"-2"5"3151,-5 2-179,-5 10-978,-1-4 1491,-6 5-766,0 0 347,0-6 610,0 5 1139,0-16-368,0 14 374,-11-18 245,3 18-1738,-26-19 1225,17 14 54,-38-15-2245,30 14 764,-14-2 0,-2 0-850,3 3 736,-10 0 0,-1-1-144,4-4 952,-6 5 0,-6-1 2,0-4 1,2 1-48,10 1 1,-2 1 145,-4 2 0,-3 0 0,7 1-171,-8-5 201,-9 6 0,-8 0-28,8-3 1,-3 0-1137,4 4 0,-4 1 0,4-1 1126,13-1 0,3 0 1,-2 0-33,-18 1 1,-4 1-1,10 1-166,20 0 1,0-1 137,-17 1 1,-9-1 0,9 0 19,17 1 0,0 0 19,-16-1 0,-7 0 1,8-1 41,22-1 1,-1 0 35,-17 0 1,-7 0 0,0 0 4,9-2 1,2-1-1,0 1-220,-19 1 1,-2-1 229,6-1 0,-3-1 0,9 2 31,19 4 1,1 0-45,-15-2 0,-8 0 1,7 0-1,16 0 0,-1-1-47,-18 1 1,-9 0 0,9 1-11,21 1 1,-1 0 1,-19-3 1,-10-1-1,10 1-2,-14-1 40,15 1 1,-9-2 0,9 1-10,16 1 1,1 1 55,-21-2 0,-8 0 0,8 0-67,18 1 1,2 1-3,-25 0 0,-2 0 12,18-3 1,0 1 17,-20 4 1,-1 0-47,12-5 0,1 0-2,-9 5 0,1 1-40,18-2 0,1-1-942,-14 0 0,-1 0 957,8 2 0,0 0 19,-1-2 0,-1 1 608,-4 2 0,4 1-673,-9 0 62,12-1 0,-8-1 1,7 0-31,-18 3 32,19-1 0,-8 0 0,7 0-42,13 2 1,2 0 5,-33 0 1,0 0-4,24 0 1,0 0 25,-3 0 1,-5 0 0,4 0 6,1 0 1,0 0 4,-9 0 1,-4 0-1,7 0 5,19 3 1,1 0 12,-16-2 0,-6-2 0,8 2 1,-12 5 53,16-3 0,1-1-71,-10 0 53,13 3 140,-2-5-405,0 0 182,10 0 20,-5 0 447,-10 0-521,2 0 124,-17 0 1912,12 0 2591,8 0-2558,6 5-2129,-16 1 1,-4 1 1919,-6 6-949,6-7 0,-2 0 286,22 3 1,2-1 538,-32 0-1653,19 1 0,-3 0-200,3-3 1,-4 0 208,-9 3 1,-6 2 0,4-2-133,5-1 0,-1 0 191,7 0 1,-8 2 0,2-1 0,9-1-25,7-1 1,2-1-9,-8 2 0,-4 0 1,6 0 1461,-20 5-1492,20-5 0,-2 2-9,-4 4 0,1 0-20,15-5 1,-2-1-24,-9 4 0,-6 3 0,7-2-46,-21 2-1110,8-1 1,1 1 1164,2 4 4,20-10 1,-1 1-1596,-30 13 1467,18-4 175,9-7 1,-2 1-71,-18 17-212,2-4 173,21-9 0,4 1-246,1 3 18,-15 2-580,5 0 728,12-2-236,-12 3 165,6 5-54,13-14 1608,-12 14-1695,4 1 102,8-2 1686,-12 23-2150,14 0 34,7-5 75,2 1-193,11-23 2885,0-4-3176,0 3 211,0 13 55,5-3 56,2 16 624,16 4 288,3-7 79,6 4 407,9 2 37,-14-18 103,9 2 40,-6 4-12,1-7 104,11 16-590,-9-16-142,-4-4 0,0-2 60,6-2 40,13 21-104,4-16 62,-22-4-1643,14-2 1,3-1 1717,-7 5-395,13 1 1,2 0 416,-4 0-77,-16-12 1,1 1-13,23 11 268,-12-9-227,7 5-38,0-2-75,7 2-9,-8-4 0,2 0-47,-14-4 1,1 1-32,4-1 1,5 1 0,-4-2-122,1-2 1,-3 0 94,8 4 0,-1-1 706,-11-7 0,-4 0-484,23 8-183,-13-7 0,6 1-459,-2-4 0,5 1 1,-3 0 537,11 4 1,-1 0-95,-13-7 1,2 0 0,-5-1 26,3 4 1,-5-1 214,24-6-190,-20 5 0,7 2 0,-6-3-298,-9-4 1,0-1 347,22 4 0,2 1-61,-13-3 0,-2-1 271,-11 2 0,2-1-275,13 1 0,6 1 1,-7-1-107,-11-1 1,1 1 84,12-1 0,7 1 0,-8 0 506,-15-1 1,-2 0-537,15 1 0,3-1-47,13 1 1,-2-2 70,-22-2 0,1 0 17,8 1 0,6 1 1,-4 0-15,-3-1 0,0-1-15,-7 2 1,4 0 0,-4-1 10,7 0 0,-2-2 17,2 1 0,-2 0 45,18 0 61,-1 0-23,-23 3 0,1 0-138,6-2 0,-1-1 89,-3 3 0,-2 0-82,3-3 1,-3 0 120,11 0-122,5 0 24,-16 0 0,5 0 38,17-3 0,1 0 16,-13 3 0,1-1 69,5-2 0,5-1 1,-5 0-43,-9 1 1,-1-1-62,0 1 0,4-2 0,-5 1-2,0 1 0,-4 0 0,-3 0 0,-3 0 132,20-2-182,-9 3 100,4-3-20,-6 5-87,-14-3 0,1 0 107,1 3 0,3-1-96,18-5 1,4 1 43,-7 4 1,5 0 48,-5-2 0,8-1 0,0-1 0,-6 1-14,12 0 1,0 0 70,-17 0 0,5-1 0,-1 1 0,-8-1-141,4-1 1,-5 0 89,3-1 1,-2 2-102,-10 1 1,1 1-23,21-3 0,0 1 77,7-2-69,0 1 0,4-1-162,-13-1 1,-2-1 199,-1 2 1,0 0 214,3-1 1,-3-1-268,-14-1 1,-3 2 58,21-1-72,-21-2 0,-1 0 43,4 3 77,5-3 1,5-1-27,-8 2 1,0 1 382,4 2 1,2 0-462,19-7 1,-5 1 983,-7 9-976,-10-4 0,11-3 1,0 0-1,-11 2 374,15-2-383,-7 4 1,9-1 0,-13 0-1654,-15-3 1526,13 10-3,-11-7 1,0-1 113,9 1 17,-5 0 1,0-1 195,8-4-260,-10 1 36,-5 3 1,0 0-35,-1-5 80,4 3 0,0-1-324,-9-1 506,14 0-244,21-14-94,-13 5-812,-13 7 1,-1-1 896,6-8-223,-5 10 0,0 0 68,10-8 158,-13 7 1,2 0 49,0-5 1,-3 0-193,16-14 253,-7-3 1,0-3-181,-14 15 1,-5-4 326,-10-20 0,-8-9 1,-2 6 49,0 16 1,-5 1-159,-9-15 1,-8-5-1,-3 7-177,-7 8 0,-5 4-18,-10-10 1,-5-1 9,-2 5 1,-8 3 65,10 11 0,-5 1 1,-2 2-1,4 5 1,4 7-1,3 5 1,-3 0-1,-4-1 1,-1 1-1,1-1 1,0 0-1</inkml:trace>
  <inkml:trace contextRef="#ctx0" brushRef="#br0" timeOffset="249804">16220 14779 9422,'6'-25'1619,"0"7"-990,-1 13-449,-3-1 90,3 5 630,1-10-91,-5 4-449,5 0 449,-1-4-449,-3 9 540,3-14-540,-5 14-181,0-15-89,0 16-90,0-10 0,0 10-90,-5-10 90,3 9-629,-14-3 539,7 5-540,-19 0 450,7 0-269,-20 0 89,-3 11 450,4-8 0,-11 13-270,7 2 450,-1-3 44,-5 11 1,-3 3-45,20-10 0,-1 0-780,-17 7 0,1 2 690,-5 13 180,7-15-270,24-1 0,-1 2 0,-20 9 0,15-5 0,2 2 90,-12 12-90,-3 4 45,17-14 0,1 0-46,-6 9 91,7 2 0,2-1-90,8-6 180,12 2 0,4-3-180,7-13-164,11 4 0,5-2 344,5-11-1,11 2 1,4-2-90,0-7 90,14-3 0,1-1-450,-5-5 180,-12 0 0,1 0-1169,25-6 539,-24-1 360,-2 1 0,-1 0-2428,-5-1 1169,10-4 1529,-18 9 0,-31-3 0,5 5 0</inkml:trace>
  <inkml:trace contextRef="#ctx0" brushRef="#br0" timeOffset="250969">16355 15223 7892,'-14'-13'2519,"-2"7"-1709,14 0 359,-3 0-449,5 5-1,5-10-449,2 10 539,6-5 91,10 1-360,-3-2-91,10 0-89,-5-3-180,0 8-180,5-9 180,-4 10 0,42-10 0,-29 9-90,-5 0 0,3-1-360,32-3 450,-24 5-1425,-6-2 1,-2 1 884,-5 2-3778,15 0 3689,-31 0 449,6 11 0,-49 2 0,-8 12 0</inkml:trace>
  <inkml:trace contextRef="#ctx0" brushRef="#br0" timeOffset="251297">16392 15506 7533,'-26'0'2698,"3"-6"-2158,10 5-90,6-5 1349,2 1-1080,5-2 1350,22-11-1619,-6 5-90,20-5 539,-1 6-719,-7-1 0,40 6-720,-13-4 495,-6 10 0,3 1-810,-4-3 1,-1 0-46,-6 3 1,1 0-271,6 0 1,-3 0-450,-3 0 1619,21 0 0,-47 0 0,6 0 0</inkml:trace>
  <inkml:trace contextRef="#ctx0" brushRef="#br0" timeOffset="251913">16995 14915 7533,'-44'-37'4137,"13"11"-2967,8 3-811,16 16 451,-4-4-450,9 10 719,2-5-629,2 6 90,20 6-360,-13-5 179,31 21 91,-7-2-270,10 12-315,-6-9 0,2 0 180,-9-3 0,1 0-622,18 7 0,3 1 172,-8-3 1,0-1 89,-1-2 0,1-1-435,3 7 0,-4-2 750,5 3 450,-8 10-180,-35-25-180,-10 4 346,-13 5-166,-2-8 44,-8 7 1,-2 1-225,-7 1-90,-10 9 0,-3 2 0,-2 2 180,17-12 0,-6 4 0,3-2-45,0-3 0,2-1-45,-11 11 0,2-2 0,-11 6-810,9-2 91,27-23 1434,2-2-1165,13-11 104,10 0-104,2-5-40,11-2 400,12-11 0,3-3 0,5-4 0,7-4 0,0-1 0</inkml:trace>
  <inkml:trace contextRef="#ctx0" brushRef="#br0" timeOffset="252640">18385 14890 7533,'-17'-42'4047,"3"15"-3237,2 9-450,6 25 629,12 50-809,-5-17 0,5 2 0,-1 7 179,-4 10 1,0 1-363,3-7 0,-3 5 205,-6-5 1,-4 8-1,-2-1 1,3-9-114,2-4 1,-2-3 60,-6 5 0,-4 3 0,0-14 120,-8-17 90,-11-3 0,0-18-765,2-10 0,0-3 315,-10-4-2159,-14-12 181,36 17 538,11 0 271,5-6 1259,7-1 0,17-6 0,9 1 0</inkml:trace>
  <inkml:trace contextRef="#ctx0" brushRef="#br0" timeOffset="252855">17820 15124 7533,'-15'-39'3463,"1"-1"0,8 7-2744,0-8 1,13-1 606,29 19 1,19 7 0,9 3 0,-5 0-1147,4-1 0,0 1 0,4-1-252,-14 3 0,4-2 0,1 0 0,0 2 0,-3 2-2386,6 3 0,-1 3 1,-3 2-1,-9 0 2387,-4 1 1,-5 0-1,17 0 1,-10 0-1,-28 0 1</inkml:trace>
  <inkml:trace contextRef="#ctx0" brushRef="#br0" timeOffset="253579">19247 15469 9422,'0'-21'3957,"0"5"-3507,0 16 1259,0 11-899,0 25-945,-4 8 0,-3 7-990,-6-1 1,-4 1-1,-6 12 1,-10-10 1124,-24-29 0,1-13 0,20 0 0,-14-47 0</inkml:trace>
  <inkml:trace contextRef="#ctx0" brushRef="#br0" timeOffset="254656">20195 15432 8252,'-20'-7'1979,"2"2"-1619,12 5 270,-5 0 359,9 0-629,-9 0 180,10 0-91,-5-6-269,12 5 450,6-5-1,18 1 91,14-2-360,18-11 0,-11 10-136,2-6 1,3 0-574,-13 9 0,2 1 439,23-5 0,-2 0-1016,-22 3 1,-4 1 970,-4 4 0,-2 1-1043,19-6 998,-23 12-180,21 1 90,-42 11 865,8-5-595,-17 11 1975,-11-11-986,-14 32-899,8-26 527,-10 21-977,21-22 90,-1 1 90,-4 6-899,10-12-1080,-5 9 1260,6-19-1620,11 8 900,-3-11-360,15 0 1799,-4-6 0,39-11 0,-26 4 0,1 0 0</inkml:trace>
  <inkml:trace contextRef="#ctx0" brushRef="#br0" timeOffset="255196">21905 14964 7533,'-7'-26'1439,"2"9"1169,5 11-1258,16 28-541,5 22-449,5-2-180,-11-5 0,-2 0-90,1 4 45,-6 7 0,-4 8-76,-6-8 1,-5 2 0,0-1-640,-5 20 0,-3-1 880,0-11 0,-1 1 0,-3-9-120,-2-14 0,-2-4 224,-6 8 1,0-4-225,-7-7 257,-10 8 282,10-18-359,9-6-810,-3-5 360,1-1-719,8-6 269,-4-6-266,8-1-992,10-5 88,2 0 1710,5-1 0,11 6 0,2 2 0</inkml:trace>
  <inkml:trace contextRef="#ctx0" brushRef="#br0" timeOffset="255451">21425 15223 7533,'-48'-43'8275,"19"10"-6746,6 3 270,46 13-585,16 6 1,6 4-1036,-10 2 1,2 1-2008,27-4 0,-1 0 1828,5 1-1050,-23 3 1,6 0 0,-4 0 824,-9 1 0,1-1 309,16 3 0,9-1 0,-7 0 0,-10-3 0,-2-1 0,23-1 0,1 0 0</inkml:trace>
  <inkml:trace contextRef="#ctx0" brushRef="#br0" timeOffset="256263">23591 15223 7803,'-19'0'1079,"1"11"-629,11-3-91,-4 15 541,4 18-540,1-6-91,0 6 1,1 5-1173,4-3 0,1 3 993,-3 13 0,0 1-46,3-13 1,0 1-27,-1 23 1,2-5 161,5-8-225,-4-13 0,2-4-585,8-18-269,0-16-91,-5-7-1348,-1-18 2338,-1-3 0,-3-20 0,3 3 0</inkml:trace>
  <inkml:trace contextRef="#ctx0" brushRef="#br0" timeOffset="256640">23566 15543 9332,'-14'-19'4947,"20"1"-3868,23 7 1,12 4-721,15-1 1,8 2-750,-7 1 0,3 1 1,-2 1-1668,12-1 1,-4 2 1561,-9 2 0,-8 0 515,-8 0-20,-5 6 0,-53-5 0,-2 5 0</inkml:trace>
  <inkml:trace contextRef="#ctx0" brushRef="#br0" timeOffset="256904">23616 15764 7533,'-25'-7'3957,"6"-4"-3507,6 10-90,8-4 2338,16 5-1888,19 0-707,25 0 0,6 0-13,-24 0 0,0 0-600,13 0 0,6 0 1,-9 0-219,15 0-936,0 0 0,3 0 1664,-23 0 0,-1 0 0,9 2 0,-3 1 0,12 3 0</inkml:trace>
  <inkml:trace contextRef="#ctx0" brushRef="#br0" timeOffset="259145">24933 15776 7443,'-14'-7'809,"-3"-4"-719,16 10 0,-5-5 0,1 6-180,3 0-90,-3-5 90,-1 4 720,5-4-360,-5 5 719,6-6-89,-5 5-271,4-4 721,-5 5-541,6 0 181,0 0-271,0-6-269,0 5-180,6-5 90,23 1-181,-1 3-89,20-9 90,-10 7 0,-1 1-540,15-4 315,-3 1 0,1 1-44,3 4 133,-14-2 1,-2 0-134,5 3-1,4 0 180,-21 0-1,-11 0-178,8 0 89,-14 0 0,9-5-180,-4-2 90,4-5 90,-3 6 0,4 0 180,-11 1-180,4 3 0,-10-3 269,5 5-269,-1 0 540,-3 5 0,3 7 269,-5 7-179,-5 11-630,-2-3 630,-11 25-990,9-22 360,1 4 0,0 0-1170,1-4 631,0 11-810,2-12 719,5-14-2158,5 8 1708,2-16 1080,5-2 0,28-54 0,-17 18 0,0 0 0</inkml:trace>
  <inkml:trace contextRef="#ctx0" brushRef="#br0" timeOffset="259928">26914 15420 7533,'19'-28'3598,"-2"-5"-3059,-10 31 91,4-14 809,-10 3-1079,-1 5-90,-12-9-180,-1 16 90,-10-5-540,3 6 270,1 0 180,-20 0-450,15 0 270,-17 0-90,11 6-359,-18 6 404,15-3 0,-2 1-257,-9 8 0,0 0 437,6-5 0,0 1 135,2 6 0,1 1 45,-4 1 0,1-1-135,-18 18 329,19-12 1,-4 4 0,4-2-151,7-4 1,1 1 90,-6 11 0,-2 4 0,5-4 0,-5 15-46,9 0 1,6-1-3148,14-7 3373,-3 20-260,17-28 0,4-2-10,11 11 89,16 14-179,-2-39 0,5-6 0,23-5-270,-5-4 0,13 0 0,-6-4-234,-9-5 0,3-4-450,-9 2 1,8-2-1,4-1 1,-3 0-1,-8 0-171,14-8 0,-3-1 795,-1 2 0,4-1 0,-10 1 150,-15 2 0,-7-2 0,17-25 0,-15-4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4:04:46.22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3741 8676 7533,'12'-25'2428,"1"6"-1978,-1 7 989,5-10-1079,-3 12 899,10-24-899,-11 19 719,10-19-899,-9 19 180,4-19-180,-12 24 180,5-17-180,-9 24-90,3-8 90,-10 11-810,-8 0 90,-27 16 270,9-6 45,-2 9 1,-2 2-46,0 1 180,-5 8 0,-1 3 180,-8-2-90,7 3 0,-3 6 479,6-4 1,0 3 0,3-2-531,0 1 0,2 2 231,-2 7 0,-2 5 0,11-9 90,12 1 89,5-3 1,4-3-90,11-13 899,18 36-899,5-43 225,8-2 0,3-4-315,6-6 359,14-7 1,1-4-630,-11-1 225,16-8 0,0-1-495,-18-1-855,4 1 1,-4 1-225,-17 2-3148,21 5 4587,-37 7 0,-7 12 0,-15 7 0</inkml:trace>
  <inkml:trace contextRef="#ctx0" brushRef="#br0" timeOffset="771">4417 8873 8612,'-13'-20'3328,"-3"3"-3058,15 4 1439,1-4-1349,7 9 1079,16-20-1079,-3 18 269,15-13-449,-3 11-90,-1 5 450,33-4-810,-32 10-3212,26-5 3482,-29 6-1169,-2 0 629,3 6-179,11 1-1350,-18 0 989,17 3-2428,-16 3 2879,-3-5 629,-4 8 0,-39 2 0,-11 8 0</inkml:trace>
  <inkml:trace contextRef="#ctx0" brushRef="#br0" timeOffset="1085">4442 9107 7533,'-19'0'2158,"-4"0"-1708,10-6 1349,-5 5-899,5-5 359,7 1-719,0 3 269,17-9-539,3 5 90,32-7-360,-16 1-45,9 2 0,1 2-135,-1 0-720,1 0 1,0 0-1226,7 1 1585,8 0-1799,3-4 1350,-16 10 359,11-5-117,-16 6 1,-6 0 0,-1 0-1</inkml:trace>
  <inkml:trace contextRef="#ctx0" brushRef="#br0" timeOffset="1625">4947 8577 7533,'-23'-30'1079,"14"10"-89,-14-3-1,22 10-449,-10 6 269,10-4 271,-5 10-271,6-5-449,0 1 449,6 3-629,1-3 450,16 16-450,-3-8 0,10 13 90,6-3-90,-3 1-46,1 2 1,2 2 45,7-2-135,-11 1 0,0 0 225,22 8-1762,-13-5 412,12 9 271,-5-4 359,-9 6 180,-1 6 630,-21 0-540,-23 5 450,-14-6 0,-6-1-90,-7 16-135,3-18 0,-2-2 224,-11 10-174,-7-3-5,22-13 0,0 0 1728,-27 13-2448,17-13 450,2-15-540,23-10-629,2-10 180,11 1-810,5-8 660,2 4 1319,5 1 0,17 5 0,3 2 0</inkml:trace>
  <inkml:trace contextRef="#ctx0" brushRef="#br0" timeOffset="2343">6375 8516 7533,'-3'-42'2608,"-1"0"1,-2-12-2519,6 37 90,0 29 67,1 30 0,1 26 1,0 6-1,-1-14-292,0-13 0,-1 3 135,0 1 0,-1 13 0,-1 7 0,-1-1 0,-1-9 0,-2-16 539,-16 18-584,0 5 0,-9-20-1799,-11-62 0,0-17 1754,-6-3 0,20-5 0,11-3 0,32-8 0</inkml:trace>
  <inkml:trace contextRef="#ctx0" brushRef="#br0" timeOffset="2567">5919 8627 7533,'48'-36'614,"-1"1"0,1-1 1,-1 0-1,11 9 0,7 1 1,2 3-1,-2 3 1,-7 4-1,2 3 0,-6 5 1,3 3-1,-1 4 0,0 1 1,0-1-1,0 0 1</inkml:trace>
  <inkml:trace contextRef="#ctx0" brushRef="#br0" timeOffset="5401">3679 9993 7623,'-7'-21'0,"-4"-1"809,10 15-269,-4 0 629,-1-3-899,5 3 899,-5 0-989,6 2 0,0 5-180,0 0 180,6 0 180,-5 5 449,16 24-539,-9-6 0,4 15 0,-1 3-90,-2-1 45,0 16 0,-2 2-46,-5-6 46,0 16 0,1 2-871,-3-9 736,-2-12 0,-1 1-675,-10 15 945,-1-22-135,-2-5 0,-2-3-46,2-10-2715,-19 20 2536,17-31-1133,-2-2 1313,-3-7 30,-12 1-30,11-11-1259,-32-12 989,38 0-1350,-27-33 451,30 27-360,-13-29 269,14 30 656,2-18-1285,6 25 720,6-8 1623,0 5 1,17 4 0,3-4-1</inkml:trace>
  <inkml:trace contextRef="#ctx0" brushRef="#br0" timeOffset="5650">3212 10226 7533,'-52'-38'6026,"16"2"-2428,58-5-3058,3 13-180,28-8 89,-10 18 1,6 2-540,13-3 0,3 0-2126,-5-1 1,2 0 2215,5 2 0,-2 1-1260,-18 4 1,2 2-1130,1 3 1,6-1 0,-5 2 2388,2-1 0,-2 1 0,16 1 0,-9 6 0,-28 14 0</inkml:trace>
  <inkml:trace contextRef="#ctx0" brushRef="#br0" timeOffset="6728">2461 11851 7533,'-42'0'2518,"15"0"-2248,3 0 1169,13 0-1439,10 5 450,-5 2-450,6 0 540,17 4-810,-8-4 0,26-1 0,-15 0 180,5-6-90,-8 0 360,-4-6-90,-6 5-90,-2-9 90,-5 3 0,0-6-90,-5 6 270,-18-9-180,1 7 450,-25-8-181,4 10 361,-3 1-450,4 6-450,17 0 90,7 6 180,6 1-2339,10 16 630,4-13 180,27 17 989,-7-24 450,19 13 0,23-20 0,-25 4 0,-1-1 0</inkml:trace>
  <inkml:trace contextRef="#ctx0" brushRef="#br0" timeOffset="7351">2719 12368 7533,'-25'0'4497,"-4"5"-3867,21-3 179,-3 8-809,11-8 0,0 8-180,0-8-179,11 9 269,-3-15-720,15-3 540,-15-7-359,8-14 359,-14 13-270,3-19 360,-10 18 630,-13-7-540,3 17 0,-8 0 90,11 6-90,-1 6-809,-5 0 89,-1 17 810,5-2 0,-7 31 0,8 0 0</inkml:trace>
  <inkml:trace contextRef="#ctx0" brushRef="#br0" timeOffset="7680">2141 12540 7533,'-36'12'1304,"0"0"0,-16 2-944,41 2-270,17-14-180,0 9 180,12-10 0,7 5-90,0-6 0,27-11-90,-22 3 0,11-10-630,-1-5 630,-22 8-269,16-14 269,-27 20 360,-2-7-91,-5 4-268,-11-2 1168,-24-3-899,-1 4 180,-11 6 89,0 2 721,7 16-4139,-3 19 2969,23-7 0,61 11 0,25-21 0</inkml:trace>
  <inkml:trace contextRef="#ctx0" brushRef="#br0" timeOffset="8319">4233 11641 7533,'7'-40'3238,"-1"-1"0,1-11-2428,-2-13-1,-16 42-629,3 11 630,-54 16-721,22 10 1,-3 7-478,5 0 0,-2 4 1,-2 4 387,-5 9 0,-2 6 0,0 2 0,5-1-935,3 1 0,4 0 0,0 1 935,-11 5 0,1 1 0,19 4-173,26 6 1,19 4-1,16-15-165,7-30 1,13-11 0,5-4 0,-3 5-113,-3 10 0,-2 6 1,1-3-1,3-9-363,5-11 0,5-9 0,-3-4 0,-7-2 813,6-10 0,-10 0 0,6 6 0,-1-4 0</inkml:trace>
  <inkml:trace contextRef="#ctx0" brushRef="#br0" timeOffset="27128">31295 4763 7533,'0'-32'1709,"0"13"-1349,0 2 179,0 16 181,0-5-270,0 1-181,0 4 271,0-4 270,0 5-451,-5 10-89,3-1 450,-3 41-540,5-24-450,-3 16 0,0 6 45,3-11 0,-1-1-1010,-2 3 1,0-1 559,3-2 0,0-2-1743,6 30 1069,1-25 539,-2 2 1,2-3-1,5-13 810,-6 9 0,-16-34 0,-10-7 0</inkml:trace>
  <inkml:trace contextRef="#ctx0" brushRef="#br0" timeOffset="27417">31085 4996 7533,'-26'-40'1529,"-8"1"-900,25 31 721,-13-4-901,21 12 541,-5 0-810,6 6 719,11 6-539,-3 2 450,26 15-631,-17-14 361,39 25-360,-32-29-360,13 8 0,0 0 270,-5-10-1125,5 5 1,0 1-765,-7-1 810,4-3 0,0 1 989,-10 2 0,-28 31 0,-38 2 0</inkml:trace>
  <inkml:trace contextRef="#ctx0" brushRef="#br0" timeOffset="27651">31060 5304 7533,'-39'-13'4407,"0"1"-2428,41-11-1349,-4 3-181,30-11-224,3 2 0,3 1-315,17-5-1477,-10 3 0,7-6 0,-5 6 1612,-12 13 0,-1 0-900,26-22 1,3-1 1025,-14 17 1,-4 1 0,11-23 0,3 4 0</inkml:trace>
  <inkml:trace contextRef="#ctx0" brushRef="#br0" timeOffset="28469">31344 8824 7533,'-13'-20'899,"6"-3"181,2 15-451,5-3 541,0 5-631,0 5-269,0-5 180,0 6-450,0 0 450,0 17-91,5 4-359,2 21 360,6 7-1529,-1 7-450,0 0 359,-5 10 901,4-25-5192,-9 16 5551,3-29 0,-16 7 0,-3-10 0</inkml:trace>
  <inkml:trace contextRef="#ctx0" brushRef="#br0" timeOffset="28729">31221 8885 7533,'-32'-25'2158,"8"6"-538,-5 7-631,20 7-449,-13 5-91,20 0 451,2 10-810,7-1 90,5 8 269,6 1-538,-4-4-1,20 20-90,-12-12-540,30 24-135,-24-24 1,0 0 224,14 18 181,4-5-1980,-23-11 1889,-8-5 540,2 0 0,-55 15 0,-17-1 0</inkml:trace>
  <inkml:trace contextRef="#ctx0" brushRef="#br0" timeOffset="28903">31085 9304 7533,'0'-25'3148,"6"-5"-989,12-7-1170,2 9-449,16-11 629,17 2-809,0-3-180,-20 19 0,2 0-180,2 0 0,2 1-908,-1 1 1,0 0 502,9-4 0,0 2 405,-6 3 0,-2 4 0,23 2 0,-14 13 0</inkml:trace>
  <inkml:trace contextRef="#ctx0" brushRef="#br0" timeOffset="29638">31319 10928 7533,'-12'-26'3957,"0"3"-3237,5 16 1349,-4 7-2069,15 7 180,-2 27-180,10 5-540,0 23 180,-6-1-4484,2 0 0,1 0 4844,-1-1 0,-6-10 0,-8-9 0,-9-30 0</inkml:trace>
  <inkml:trace contextRef="#ctx0" brushRef="#br0" timeOffset="29926">31171 11014 7533,'-19'-25'2968,"-9"1"-2608,13 10 1169,-9 3-180,17 11 0,2 5-1259,5 2 0,0 6 90,5-1-225,15 22 0,5 5 225,8 4-1035,0 2 1,4 3-2204,6 1 0,-4-5 2608,-1 0 450,3-3 0,-17-10 0,-44-29 0,-3-3 0</inkml:trace>
  <inkml:trace contextRef="#ctx0" brushRef="#br0" timeOffset="30056">31085 11383 7533,'25'-49'4915,"2"24"0,5 0-4568,4-11 0,9-4-347,0 10 0,11-3 0,4-1 0,-1 2 0,-10 4 0,9-6 0,0 1 0,-8 4 0,0 1 0,0-1 0,0 1 0,0 0 0</inkml:trace>
  <inkml:trace contextRef="#ctx0" brushRef="#br1" timeOffset="44643">20908 9710 23130,'-7'-14'-7260,"1"-3"4986,6 16 657,0-5 540,0 6 2890,6 0-518,1 0-144,5 0-1151,6 0 1680,-4 0-88,9 0-463,20 0 0,4 0 860,1 0-2108,7 0 1,-2 0 208,-9 0-606,-9 0 0,2 0 516,22 0 0,-6 0 0,0 0 0,15 0 45,-25 0 0,3 0-90,4 0 0,0 0 45,-12 0 0,0 0 47,11 0 1,9 0-81,-1 2 0,10 1 1,2 0-1,-3 1-8,-8-1 0,-2 0 0,1 1 0,2-1-542,0 0 1,2 0 0,1-1 0,-2 1 0,-4 0 518,13 3 0,-6 0 1,-3-2 36,6-3 1,-2 0-261,-17 2 1,1 1 0,2-1 265,11 0 1,2-1 0,-1 0 1,-12 0 1,-1 0-1,-1 1-7,22 3 1,-4-1 27,-22-4 0,3-1-405,11 3 1,12 0 0,2 0-1,-9-1 428,-15-1 0,-4-1 0,5 1-70,15 0 0,8 1 0,1-1 0,-9 0 62,-13 0 0,-6-1 0,3-1 340,15 2 0,4-1 0,5-1-344,-10 1 1,5-1-1,2 0 1,-2-1-1,-4 1-25,-4-1 1,-5 1 0,1-1 0,4 0 30,-2 0 0,5 0 0,2 0 0,-2 0 0,-4 0 0,-10 0 340,11-2 0,-4 1-283,3-1 0,4 0 0,-3 1-48,9-1 1,-6 1-10,-13 0 0,-1-1 24,14-1 0,1 0 60,-6 4 1,-2 0 264,-15-4 1,2-1-347,14 3 0,8 2 0,-7-2-24,-11 0 1,0-1 1,2 2 1,8-2-1,0 1 1,-5 1 45,13 2 1,1-1-26,-15-1 0,5-1 0,1 0 0,-3 0-431,5 1 1,-3 0-1,-1-1 381,-3-1 1,-1 0 0,-2 0 44,8 1 0,-5-1 241,-15-2 1,0 1-296,10 4 0,4 1-916,5-5 0,3-1-167,11 3 1,-1-1 165,-16 1 0,4-1 449,2-1 1,9-3 0,1 0 0,-8 2-436,1 1 1,1-1 851,-10-1 1,10-3-1,1 0 1,-3 0-1,-11 2 38,-2 0 1,-1-1 366,4-4 0,9-5 1,0-1-1,-8 2 434,1 1 1,-2 0-475,2-2 1,3-1-1,-7 2 465,-11 5 0,-5 1 571,22-12-686,-12 7 1,1 0-804,-11 0 0,0 0 985,6 0 0,-1 1-1141,4-8-26,-13 4 1034,1 0-1006,-11-4-424,-6 3 121,-11-42-665,-2 22-290,-11-12 1,-4 1 687,-1 17 896,-16-14 1,-6 2-369,-1 19 351,1-5 1,-4 1 428,-18 5 74,29 8 0,1 0 812,-25-2-590,10-3 0,0 1 330,-7 4-555,12 1 0,0 0-153,5 5 0,2 0 87,-15-8-200,14 7 1,-2 1-139,2 0 1,0 1 74,-2 1 1,-3 1 4,-15-4 1,0 1-99,17 3 0,-3-1 3,-2 1 0,-5-1 0,2 0 39,-2 0 0,1 0-14,-20-2 1,0-1 20,20 1 0,1 1-30,-21-1 0,1-1-976,28 3 0,1 0 898,-18-2 0,0 0 2,9 1 1,3-1-1038,-25-3 1006,27 1 0,-3 0 656,-2 4 0,-1 0-550,3-2 1,-2 0-83,-21-1 0,0 1 72,19 2 0,-2 1-31,-4 1 1,-5 0 0,6 1 113,5 0 0,2 0-118,-21-3 1,-3 2 77,6 4 0,0 1-66,-2 0 0,-2 1-467,6 1 0,-4 1 0,4 1 444,12-1 0,2 0 0,-3 0-16,-5 0 0,-5 0 1,2 0-1,5 0 570,-8 0 0,0 0-583,3 0 0,-7-1 0,-1 1 0,6 1 15,7 0 0,5 2 1,-3-2-55,0 0 0,-3-1 1,-1 0-1,3 1 19,-6 0 0,2 2 1,-1-2 21,-1-1 0,0 0 0,-1 0-31,3 2 1,0 0 0,-1 0 33,0-2 1,0 0 0,2 1-14,-10 2 1,3 0 2,1-3 0,2 0-161,3 0 1,0 0 185,-3 0 1,-2 0 13,11-2 1,-3 0 0,0 0 20,4 2 0,1 0 0,0-1-73,0-3 0,2 0 0,1 1 127,-10 2 1,0 0-715,7-2 0,-2-1 0,5 0-245,8 1 1,1 0-30,-20 0 1,-1-1-76,12-2 0,3 1-784,-26 4 781,22-2 0,-1 0-18,3 3 0,1 0-953,-24 0 1907,22 0 0,-2 0 719,-1 0 1,2 0 252,11 0 1,-3 0-326,-10 0 1,-5 0 0,2 0 305,-2 3 0,-1 0-291,4 0 0,-3 1 0,1 1 307,-14 1 0,0 2-324,19 0 0,0 2 0,-1 0-179,-4 0 0,0 1 0,3 0-524,-12 4 1,1 2-21,9-2 1,-2 1 0,5 0 152,2 3 1,-1 0-149,1-2 0,-3-1 1,4 1-46,2 2 1,2 0 3,-18 3 0,0 2-35,6 4 1,1-1 72,-2-3 1,0 0 2,-5 7 0,0 2-97,0-4 0,1 2 57,18-2 1,0 3 0,2-1-143,-13 4 1,5 5 30,15 5 1,4 8 0,9-9-704,11 8 624,23-3 0,13 9 1,1-14-450,19-10 701,-6-8 1,13 6 0,1-1 0,-7-9 49,-5-10 0,1-4 463,16 9 1,8 2-1,-9-4-544,-17-8 0,-4-1 325,12 3 1,-2 0-140,13 3 1238,-17 1-1183,-4 5 1,-38 6 0,-6 7 0</inkml:trace>
  <inkml:trace contextRef="#ctx0" brushRef="#br1" timeOffset="47745">29498 4172 6004,'18'-25'692,"-5"6"-427,0 1-218,-8 6 96,-5 5 70,0-4-61,0 5-39,0-1 213,0 1-196,0 6-328,0 0 179,-5 0-39,3 0-87,-9 0 89,10 0-89,-16 0-270,15 0-1,-15 0 416,10 0-90,-10 0 180,3 0-90,-14-5 40,7 3 153,-31-14-39,11 7 67,-25-14-3543,21 10 3384,-3-5-39,-16 0 124,-2-1-51,23 6 1,-6-2 0,1 2 11,-16-2 1,2 1-160,-2-4 0,2 1 100,12 7 0,2 2-111,0-1 1,1 0 47,3 2 1,-5 0-33,-11 0 1,-8-1 0,3 0 28,0 1 1,-2 0 5,11 3 0,-6 0 0,-2-1 1,3 1-240,7-1 0,2 1 1,0-1-1,0 1 240,-1 0 1,0 1-1,0 0 1,0-1-2,-17-1 0,0-1 0,2 0 35,8 0 1,1 0-1,4 0-30,-7-1 0,1 0 35,7 1 0,-4-1 0,4 2-32,-3 1 0,-1 1 1,8 0 1,-6 0 0,-1 0 0,1 1 26,-12 1 0,0 2 1,0-2-58,2-2 0,-1-1 0,-1 0 29,13 2 1,-3 1 0,3-1 0,6 0-3,0-1 1,1 0 1,-11-1 0,-7 0 0,8 1-5,12 2 0,3 0 2,-14-1 1,-5-1 5,-1-1 0,-5 1 0,3-1 3,16 1 0,2 0 0,-3 1-616,-18-3 0,-3 1 0,7 0 660,8 1 0,4 1-2,-5-1 0,3 0 714,16 3 0,-1-1-758,-12-2 0,-7-1 0,0 0 32,2 0 0,-1-1 0,-1 2-226,-4 0 0,0 0 1,-1 1 222,-1-2 0,1-1 0,-2 3-33,11 2 0,-2 1 0,0 1 0,0 0 5,-3 1 1,1-1-1,-2 2 1,-2-1-39,3 1 1,-2 1 0,-2 0 0,0 0 0,1 1 77,-1 1 0,0 0 0,1 0 1,1 1-1,3 0 8,1 0 0,2 0 0,2 0 0,0 1 270,-1-1 0,-1 1 1,2 0-1,4 0-177,-19 7 0,5-2-1,5-4 1,2 1 3,6 3 0,-1 1-46,0-4 0,-5 2-81,1 3 0,-4 3 1,-2 0-22,0 0 1,-1 1 0,1-1 1,3 0 0,1 1 0,2-1-34,6-2 1,0 1 0,5-1-8,2 1 1,1 1 38,-12 5 0,0 1-44,11-5 1,3-1 81,2 2 0,2-1-86,2 1 1,1-1 29,-22 9-33,11 2 1,-1 1-52,13-12 1,1 1 46,-9 12 0,1 0 117,-8 7 810,11 1-926,6-6-103,9-7 119,-1-1 0,0 3-31,0 11-110,-13 19-1,20-16 132,1 3-102,2-14 935,10 3-947,-5-6-1049,6 24 1039,11-24 246,-2 21 391,9-37-330,11 15 149,-7-14 38,35 19 99,-5-13-255,-10-3 1,1-1 224,22 3-239,-6-2 0,3-1-152,-16-7 0,2 0 15,-4 1 1,4 2-1,-1-1-231,15 1 1,-1 0 237,3-1 1,1 0 35,-1 1 0,2-2-61,1-4 1,1-1 584,-21-1 0,0-1 0,0 0-528,0 0 1,0 0-1,1-1 32,3-2 0,0-2 0,1 2-5,-1 2 1,1 2 0,-1-2 31,1-2 1,-1-1 0,0 0-64,2 2 0,0 0 1,0-1 90,0 0 0,0-2 0,1 1-537,1 2 1,1 0-1,0 0 436,3-2 0,0 1 1,1-1 27,2 2 0,0 0 1,-1 0-96,-12-2 1,-2 0-1,4 0-12,4 0 1,6 0-1,-1 0 1,-6 0-860,9 0 0,0 0 905,-4-2 0,4 0 0,2 0-26,-11 2 0,2 0 0,-1-1 0,-2 1-145,3-2 0,-3 0 1,4 0 166,4 2 1,5 0 0,1 0 0,-5 0 0,-1 1 0,-3-1 1,0-1 7,2 0 0,-1-1 0,0 0 51,-1 2 0,0 0 0,0-1 4,3-2 0,0-1 0,0 0-33,-2 2 1,-1 0-1,4-1-7,0 1 0,3-1 1,1-1-1,-3 1-22,3-1 1,-2-1 0,3 2-39,-6 0 0,4 2 0,-2 0 1,-3-1 70,-2-2 1,-4 0-1,0 1-36,2 2 1,-1 1-1,0-1 32,-3-1 0,-1 0 0,0 1-66,2 0 0,0 2 0,0-1 51,-3-2 1,-1 0 0,1 0 274,1 2 1,0-1 0,0 1-277,-1-2 0,-1 0 0,0 0-89,1 2 1,0 0 0,-2 0 33,8 0 1,-3 0 5,-3 0 0,-1 0-46,-1 0 1,-1 0 48,1 0 0,1 0 12,16 0 1,-1 0-11,-18 0 1,-2 0-3,1 0 0,-2 0-24,12 0 80,-8-2 0,9-2 0,-4 0 50,-2 0 0,1-1 3,6 0 1,6-2-1,-8 2-5,-16 2 1,-2-1-50,19-5 0,-2 1 44,5 6-86,-17-6 1,4-1 85,16 3 0,1 0 251,-8-1 0,3 0-396,2 1 0,6 0 1,-6 0-37,-6 0 0,-3 0 92,-3 4 0,-3-2-92,-9-5 0,-3 1 37,22 0 50,3-5 0,0-3-31,8-4 32,-23 7 1,6-1-1,-4 0 74,-4-5 1,-1-1 116,19-1 1,-2-2-100,-21 3 1,-3-2 17,4-3 1,-4-3 92,1-24 364,-14 17 0,-9-3-513,-28-13 0,-10 1-42,8 16 0,-3 3 629,-19-12 1,-7 5-885,-5 14 0,-5 7-19,14 6 1,-2 3-1,-3 0 259,-1 0 1,-3 0 0,-3 0 0,0 1 0,-8 1 0,-2 0 0,0 1 0,-2-1 0,10 3 0,-1-1 0,0 0 0,1 0 0,-1 0 0</inkml:trace>
  <inkml:trace contextRef="#ctx0" brushRef="#br0" timeOffset="49731">26287 4516 7533,'-25'0'0,"5"6"719,-3 6-359,9 2 90,2 14-270,6-12 269,6 29-449,0-22 180,6 18-719,6-11 539,2-4-1170,20 15 1080,-18-19-758,24 17 0,-25-34 0,8 5 0</inkml:trace>
  <inkml:trace contextRef="#ctx0" brushRef="#br0" timeOffset="50028">26114 4590 7533,'-18'-43'0,"4"16"0,2-1-180,1 10 90,9 4 180,-3 2-90,5 7 0,5 5 180,-3 5 179,9 7-359,-10 13 90,10 18 0,2 1-90,-5 6 0,8-14-90,-3 11-89,0-18 179,5 12 0,-6-17-450,6 1 270,-4 0 0,3-6-540,7 9 541,-9-13-1,8 9 180,-11-6 0,-38-5 0,-9 5 0</inkml:trace>
  <inkml:trace contextRef="#ctx0" brushRef="#br0" timeOffset="50197">26027 5070 7533,'-19'-19'719,"7"-10"-179,7 9 180,32-32-451,-4 16 91,18-4 0,4 0-3816,7-4 3545,-13 11 1,-1 1-809,10 1-74,-9 7 1,4 1 792,-6 9 0,1 0 0,6-7 0,-2 1 0,17-5 0</inkml:trace>
  <inkml:trace contextRef="#ctx0" brushRef="#br0" timeOffset="50994">26287 8676 7533,'-38'-20'180,"18"8"-180,3 6 539,12 6-359,3 6-90,-3-5 0,10 27 0,-3-12-360,9 37 270,-5-25-270,1 13 0,4 6 270,-4-12-359,6 19-91,-1-7-90,0-7 270,0 8 270,-5-11 0,4-6 0,-4-1 0</inkml:trace>
  <inkml:trace contextRef="#ctx0" brushRef="#br0" timeOffset="51220">26126 8848 7533,'-33'-27'0,"10"-1"0,12 27 809,9-10 271,-3 10-990,5-10 89,0 9 1,5-3-629,8 5 359,0 5-180,16 8 180,-13 0-90,12 11 0,-3 0 90,1 2-989,15 26 899,-14-16-90,9 11 270,-7 11 0,-19-10 0,-5-12 0,0 0 0</inkml:trace>
  <inkml:trace contextRef="#ctx0" brushRef="#br0" timeOffset="51397">26126 9205 7533,'-40'-33'989,"0"-1"-359,32 15 539,3-22-809,17 12-135,9-5 0,5 0-45,16-3-409,-11 8 0,4-1 184,5 5 0,2 2-1993,7-5 1,3 0 2037,1 3 0,3-2 0,1 0 0,5-3 0,-1 1 0,-6 3 0,1 0 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4:07:13.85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31442 4615 7533,'-13'-47'3508,"2"13"-1799,16 34-1170,2 23 181,-1 16-810,5 0 90,-9 8-90,3 17 0,-5-19-135,3 6 0,0 1-44,-2-7-2912,4 4 1,1-1 2641,1-10 539,0 25 0,-2-37 0,-5 4 0</inkml:trace>
  <inkml:trace contextRef="#ctx0" brushRef="#br0" timeOffset="248">31245 5119 7533,'-34'-39'4767,"1"-1"-3328,54 10-1169,-10 8 45,23-2 0,6 3-46,-1 4-404,20-3 1,1 1 314,-5 4-1170,13 2 1,1 3-810,-15 3 719,7 2 1,-3 4-180,-23 7 1259,26 6 0,-80 13 0,-5 6 0</inkml:trace>
  <inkml:trace contextRef="#ctx0" brushRef="#br0" timeOffset="469">31368 4688 7533,'-19'-12'1529,"-9"-5"-720,18 8-89,-11-2 989,19 11-540,13 17-809,-2-2-180,42 32 0,-27-19-2416,15 4 1,2-1 2145,-3-1-216,9 8 1,3 3 0,-21-16-1,-2-1 1,15 16 0,-1-1-1</inkml:trace>
  <inkml:trace contextRef="#ctx0" brushRef="#br0" timeOffset="1485">31208 8479 8342,'13'52'1619,"-5"-18"0,2 0-1799,9 7 91,0 14-586,-2-12 0,0 0-44,5 10 719,-6-3 0,-2-1 0,-7 3 0,-9 8 0</inkml:trace>
  <inkml:trace contextRef="#ctx0" brushRef="#br0" timeOffset="1703">31036 9021 7533,'-19'-27'2428,"7"-1"1800,34-8-3778,-5 7-271,21 3 1,3 1 90,-1-3-4045,19 2 1,1 0 3864,-5-2-630,-14 10 0,7 0 1,-6 1 1601,11-5-1062,-5 6 0,-4-2 0,-15-1 0,6-5 0</inkml:trace>
  <inkml:trace contextRef="#ctx0" brushRef="#br0" timeOffset="1952">30913 8848 7533,'-26'-12'2518,"9"5"-1258,11 2-451,28-1-539,0 5 3,25-5 267,-3 1-90,6 3-540,-8-3 0,3-1-90,24 5-210,-13-1 0,8 0 1,-5 1-983,-13 0 0,0 2 1372,6-1 0,5 0 0,-4 0 0,2-3 0,-1 0 0,9 0 0,0-1 0</inkml:trace>
  <inkml:trace contextRef="#ctx0" brushRef="#br0" timeOffset="2685">31208 10780 7533,'-25'-8'5217,"1"20"-5127,18 10 90,0 25 179,6 7-449,0 0 135,0-20 0,0 3 90,4 0 0,3 4-135,4 24 0,3 2 0,-2-19 0,3-1 0,3 13 0,-1 0 0</inkml:trace>
  <inkml:trace contextRef="#ctx0" brushRef="#br0" timeOffset="2912">30901 10965 7533,'-33'-40'4317,"4"6"-3237,28 27 89,19 2-539,3 5-271,21 0 271,10 11-90,8 2-1651,-16-1 1,2 1 840,-3-1 0,1 0-1125,3 0 1,-1 1 944,-2 2 1,-2 0-1170,-5 0 0,-5 2 1619,6 19 0,-81 12 0,1-22 0,1-1 0</inkml:trace>
  <inkml:trace contextRef="#ctx0" brushRef="#br0" timeOffset="3067">30962 11445 7533,'-52'19'2428,"17"-7"-449,46-23-1529,11-9 149,10-7 1,11-8 0,1-1-121,-1-2 1,1-2 0,1 1-900,6-2 1,2 1 0,3-3 419,-9 6 0,4-2 0,2-2 0,-3 3 0,-5 5 0,0 3 0,-5 4 0,4-2 0,7-7 0,0 0 0,0 0 0,0 0 0</inkml:trace>
  <inkml:trace contextRef="#ctx0" brushRef="#br0" timeOffset="9566">22841 8749 7533,'0'-43'180,"0"17"-180,-6 9 90,5 12-270,-5 3 180,1-3-90,3 10 90,-3 2 359,5 22-359,0 10 225,-3 4 0,0 3-405,2 18-825,-5 2 1,1-1 554,3-5 45,-1 1 0,1-1-529,2-10 934,0 14 0,11-61 0,3-12 0</inkml:trace>
  <inkml:trace contextRef="#ctx0" brushRef="#br0" timeOffset="9818">22557 9156 7533,'-12'-55'4047,"5"26"-5486,18-4 270,4 32-270,37-15 1259,-22 13 0,10-3 0,-1 1 0,-6 5-270,7 0 1,-1 0 359,-8 0 90,26 6 0,-35-5 0,12 5 0,-26-17 0,3-3 0</inkml:trace>
  <inkml:trace contextRef="#ctx0" brushRef="#br0" timeOffset="10298">22618 8934 8252,'-7'-13'990,"7"24"-810,7-1 89,22 46-898,-7-37 494,3 13 0,2 3 135,2-6 0,-1 0 0,13 25 0,-18-25 0,-1 0 0</inkml:trace>
  <inkml:trace contextRef="#ctx0" brushRef="#br0" timeOffset="11133">22766 10879 7533,'-19'-20'0,"2"8"1349,10 7-540,-4 5-359,10 0-1079,-5 5 359,6 7-90,0 29 180,2 1 0,2 1 0,3 23-225,-2-3 1,2-2 314,5-9-45,-9-11 0,0 0-1953,14 19 1998,-15-19 90,7-1 0,-1-6 0,-7-24 0,5 14 0</inkml:trace>
  <inkml:trace contextRef="#ctx0" brushRef="#br0" timeOffset="11385">22595 11002 7533,'-27'-40'3238,"9"11"-6117,13 35 2700,10 7-181,2 17 180,6-9 180,15 30 180,0-21-1966,-7-1 0,0 1 1516,11 2 180,-8 4-2268,10-1 1908,-12-2 270,8-1 180,-1 2 0,-20-25 0,7 8 0</inkml:trace>
  <inkml:trace contextRef="#ctx0" brushRef="#br0" timeOffset="11560">22533 11407 7533,'14'-50'1888,"1"-1"1,18-7 0,10 5-2069,4 14 1,4 5-3056,8-4 0,1 4 3010,-6 9 0,0 2-855,9-4 1,-1 1 1222,-15 6 1,1-2 0,0-4 0,3-4 0,-3 0 0,8-9 0,1 0 0</inkml:trace>
  <inkml:trace contextRef="#ctx0" brushRef="#br0" timeOffset="18601">25622 8356 7533,'-26'-14'0,"2"-2"-360,6 15 630,10-5 179,-8 1-359,9 3 180,-5-9-270,5 10 90,-4-16 0,10 15-90,-16-15 90,15 10-360,-15-5 180,-1-6 180,3 10-270,-19-8 0,19 14 91,-24-3 89,22 5-90,-39 5 90,31-3 0,-11 10 0,-2 3-90,7 1 90,-9 11 0,0 4 0,9 4 0,-6 5 0,0 1 0,7 3-1741,-5 9 0,2 2 1741,8-7 0,7-8 0,-3 7 0,4-5-85,-5 19 115,7-16 0,-2 6 0,3-4-30,3-8 0,0 0-717,-4 14 0,-2 7 1,4-6 716,4-11 0,1 2 0,-2 2 0,-2 7 0,-1 2 0,3-8-230,2 1 0,0 0 185,-1 4 0,-2 8 0,0 0 0,2-7 45,1 0 0,1 1 0,-1 1 0,-1 8 0,0 1 0,1-9-45,1-3 0,-1 0 22,0 4 1,-1 9-1,0-1 1,1-9-68,0-9 0,1 0 90,1 5 0,0 10 0,0 2 0,0-4 30,0 2 0,0-2 0,1 0-60,1 1 0,2 1 0,-1-2 30,-1-5 0,0-1 0,1 0-30,2-1 0,2 1 0,-1-6 120,0-2 0,0 2-45,2 1 0,1 8 0,1-1 0,-2-8-10,-1-5 0,1-2 55,6 22 0,1 1 45,-6-24 0,0-3 55,10 24-100,-4-4 0,0 0-90,5-2 180,2 4 0,2-4-180,-2-22 45,6 0 0,1-5-45,-6-18 180,39 6-180,-32-21 180,39-24-90,-29 6-45,-1-15 0,-2-4-45,5 3 290,-10 1 0,3-8 1,-4 6-291,7-17-30,-4 14 0,6-7 0,-5 7 30,3-16 0,-5 18 0,4-4 0,-4 5 0,4-19 0,-6 19 0,5-6 0,-5 6 0,6-13 0,-7 12 0,3-7 0,-4 7 0,7-13 90,-8 9 0,3-7 0,-3 6-90,7-15 90,-8 14 0,2-7 0,-3 7 63,3-14-94,-9 14 1,2-7 0,-1 7-15,-5 13 0,0 1 15,2-15 0,0-7 0,0-2 538,-1-4 0,-1-2 0,0-3-553,-1 2 0,-1-4 0,0-2 0,-1 1-531,-2 13 1,1-1 0,-1 1-1,-1 0 1,0 2 507,0-4 1,-1 1 0,0 3-1,0 2 265,0-1 0,1 3 1,-1 0-228,-2-9 0,-1 0 0,1 2-1,0 8 1,1 2 0,0-3-571,-1-14 1,-1-3 0,-1 6 510,-2 2 0,1 5 45,1 10 0,0 0-415,-6-12 1,-2 1 414,5 19 0,0-2 42,-2-15 0,0-7 0,0 7-177,3 16 0,0 0-360,-1-15 0,-1-6 1,3 7 179,0-15 270,0 15 0,-1-3 0,-2 0 0,-1-2 0,-1-9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4:10:04.34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7482 4935 7443,'-7'-14'629,"1"3"-449,6 11 1170,0 0-631,28 0-269,17-11-225,-1-2 0,4-4-91,-2-4 1,-2-3-45,-5 2 0,-3-1 135,-1-6 0,-7 1-45,-12-1 540,6-18-630,-22 27 449,-16-9-539,6 21-629,-46-8 179,9 25 270,-11-1-45,18 12 0,1 6 45,-5 16 270,11-11 0,1 3-270,11 0 0,4-1-1678,-2 15 1768,8 9 404,11-25-134,6-1-90,11 16-90,-1-24-90,7 11 180,6-11-720,3-7-449,7 7-90,18-16-451,-27-7 1620,17-7 0,10-33 0,-24 17 0,0 0 0</inkml:trace>
  <inkml:trace contextRef="#ctx0" brushRef="#br0" timeOffset="531">8221 4799 7533,'-19'-19'3688,"1"2"-2519,5 4-989,1 6-180,-1 2-90,7 5-540,0 0 360,1 5-809,3 13 539,-3-3-629,5 25 899,0-24 0,0 24 90,0-25 720,5 13-540,-3-14 1169,14 4 181,-2-22-811,5-20-629,-1 0 180,-5-37-90,-7 42-90,5-38 90,-9 41-899,8-7 899,3 45-90,-6 1 315,5 20 0,-2 6-315,-7 4 90,5 12 0,1 7 269,-4-11 1,-3-1 90,-7 1 0,0-3-90,7-7 0,-8-8 539,-45-3-539,21-32-45,-5 2 0,-5-3 89,0-11 1,0-2-854,-29 3 179,10-9-2968,43-4 2698,21 13 630,8-14 0,33 0 0,13-9 0</inkml:trace>
  <inkml:trace contextRef="#ctx0" brushRef="#br0" timeOffset="1394">9021 5094 7533,'-19'6'359,"6"-5"1,8 5-180,5-6 630,5 0-91,24-33-629,-12 14 90,17-28 0,-10 6 0,-4-9-45,-4 13 0,-2 0-135,6-22 135,-8 13 0,-2 1 134,-1 0-179,2-20 270,-11 30 0,0 14 0,0 3-270,0 13 270,0 10-1080,0 8-359,0 33 809,0 7 0,2-16 0,1 0 180,0 0 0,1-1-659,9 16 479,-1-4-359,0-2 359,6-17 180,-5 6 180,5-23-90,0-1 809,1-25-719,1 4 90,3-20 90,-9-5 0,9 2-226,-11 0 0,0-4 1,4-1 0,0-1-521,0-2 1,-1-1 430,-2-1 0,-1 2 135,6-20 0,-1 5 90,-10 20 0,0 1-180,11-13-2603,-12 0 3143,0 25-180,-6 16-90,0 2-12,0 5 1001,0 0-695,0 5-564,-6 8-90,5 28 0,-4-11 3662,5 16-3752,0 11-3392,0-2 3662,0 8-270,0-11-1018,0 7 1198,0-15-1355,2-9 1,1-1 1084,-2 5-720,5-8-1390,0 3 2110,0-19 492,7 8-2201,5-5 1746,-4-10 296,3 3 0,12-16 1,3-2-1</inkml:trace>
  <inkml:trace contextRef="#ctx0" brushRef="#br0" timeOffset="1703">9869 4897 8432,'-12'-31'3238,"5"7"-2248,-4 11-1,10 2-989,-10 4-270,9 12-629,-3 3-1,5 27 91,11 4-360,8 21 809,2-19-450,13 6 450,-8-23 1260,17-10-900,-16-4 1979,2-20-1260,-17-15 541,-5-18-766,-11 4 1,-3-1-495,-3-5 270,-19-11-1170,5 38 631,-2 10-3329,2-3 3598,11 11 0,29 22 0,11 6 0</inkml:trace>
  <inkml:trace contextRef="#ctx0" brushRef="#br0" timeOffset="2695">10571 4332 7533,'-19'-13'1799,"-5"6"-1619,16 7 269,-14 40-224,14-1 0,3 3-180,-2-5 0,0 2-75,3 6 0,0 6 0,2-4 75,1 3 0,2-1-45,-2 6 0,2-1-360,1-4 0,1-8 360,-2-13 810,10-13-630,-10-24-90,4-15 90,-11-10 0,-4-2-90,1-2 44,1 1 1,-7 4 944,-23 16 1,-2 14-1260,5 17 90,-6-2 0,3 7 0,20 26-225,14-9 1,7 1-316,20 21 405,-7-27 0,2-1 225,26 11-360,15-40 1,0-13 359,-14-7 0,13-7 0,-4-8 539,-28-24 1350,-13 11-1709,-3 10-450,-21 58-179,10 14-451,12 31 91,31-17 1528,-5-35-134,-2-31 0,-2-16 944,-13-14 0,-6-5-1574,3 9 0,-2 7-3913,-4 19 1170,-7 72 2203,-4-20 0,2-1 585,10 17 0,22-23 0,6-3 0</inkml:trace>
  <inkml:trace contextRef="#ctx0" brushRef="#br0" timeOffset="3069">11223 4861 1774,'-5'-57'8365,"-13"24"-6162,-19-14-2653,-3 47 1271,4 8-2440,1 21-360,25 14 1619,-6-13-38,44 24 1,21 2 1386,-9-27 1,-1 0 955,-6 24 0,-12 1-3564,-20-6 1619,-62-23 0,30-30 0,47-16 0</inkml:trace>
  <inkml:trace contextRef="#ctx0" brushRef="#br0" timeOffset="3969">11986 4541 7533,'-19'-19'2338,"1"6"-2248,11 13 0,1 13 90,6 12-135,-1 18 0,-2 19 0,-1 5 0,2-11-315,0-8 0,1 1-315,0 9 1,-1 12-1,1-3 1,0-20 44,3-14 180,3-11-179,-5-33 269,0-3 270,0-27 0,2-10 0,1-3 0,-2-12-617,2 4 1,-1 0 526,-2-7 889,3 11 0,0-4 370,-3 0 1,1 1-406,5 2 1,-1 4-675,-4 16 0,0 7 180,4 9 449,6 18-539,14 10 90,6 12 0,4 6 203,-1 1 0,-1 5-968,9 16 0,-5 7 270,-10 3 1,-10 1 89,-12-9 0,-9-2-71,-8-3 0,-8-7-154,-27-5-629,-1-19-630,12-27 1619,16 6 0,35-13 0,21 11 0</inkml:trace>
  <inkml:trace contextRef="#ctx0" brushRef="#br0" timeOffset="4315">12392 4787 8342,'-19'-12'1170,"7"5"-631,1 2 810,-23 26-449,-8 18-720,-8 1-90,27-6 0,5 1 90,-1 11-450,11-7 0,4 0 270,9 9-1529,20 10 989,13-38-539,22 3 179,-2-21 630,-13-16 1,-2-6 448,8-23 181,-19 7 0,-6-6 359,-16-3 1,-8 0-3572,-13-24 3122,-4 4-1,-20 42 1,-4 12-899,-2 19 539,-18-9 90,48 40 0,38-21 0,13-3 0,4 10 0,0-1 0</inkml:trace>
  <inkml:trace contextRef="#ctx0" brushRef="#br0" timeOffset="4696">12749 4874 7533,'-19'-20'4587,"1"8"-4227,6 6-360,5 6 360,2 11-180,5-2-630,0 30 0,0-15 180,0 22-449,0-9-91,11 6 91,-8-4 89,18-4 630,-13-21 90,21-3 0,-19-22-2943,17-8 3213,-19-7-270,10-10 559,11-22-289,-13 14-839,1 5 1,0 2 928,-3 3-91,-2-7 901,-1 11 359,-9 10-1259,3 2 1856,-5 12-2126,0 23-109,0-7-161,0 24 180,0-14 2042,0 5-2761,6-2 359,-5-4-5217,37 39 5577,-24-26 0,15 7 0,4 1 0,6 12 0</inkml:trace>
  <inkml:trace contextRef="#ctx0" brushRef="#br0" timeOffset="5316">13192 5033 7533,'-7'-19'2428,"2"6"-899,5 2-1169,5 10-989,19-10 89,3 10 450,21-10-540,-15 5 91,30-23 449,-26 7 270,16-14-360,-23 1 809,-11 13 541,-7-24-541,-12 19 541,-29-20-361,1 25-89,-26 0 89,5 33-629,15 2-630,-17 29 450,40-14-495,-6 6 1,2 1 44,12-4-45,0 16 1,1 2 314,3-9-315,5 3 0,4 1-584,21 12-720,3 1 629,2-32 1,3-6 1169,-1-1 0,2-38 0,-1-16 0,-13-5 0,0 1 0</inkml:trace>
  <inkml:trace contextRef="#ctx0" brushRef="#br0" timeOffset="5701">13684 4885 8792,'-7'-20'3598,"2"4"-3328,5 16 90,0 0-91,0 11-538,0 8 448,0 7-1438,0 4 1079,0-6-1169,11 6 1169,-8-15-360,19 13 540,2-36 180,4 5 360,13-44-180,-21 17 134,0-15 1,0 0-225,-4 15 1259,2-14 0,-2 5-1169,-8 26-90,3-14-90,-16 32-450,3 8 270,-9 11-2159,5 30 450,-1-17-45,4 0 0,1-1 1754,2-6 0,2 10 0,1 5 0,0-9 0,0 0 0</inkml:trace>
  <inkml:trace contextRef="#ctx0" brushRef="#br0" timeOffset="6094">14459 4664 7533,'-25'-20'6566,"-20"-8"-5757,27 25-179,-38-8-1349,5 28-271,-2 3 540,5 12-2518,36 36 2159,24-28 1348,18 7 1,10-3-1,-1-23 1,2-4 224,2 7 1,3-2 1169,24-8 0,-5-5-1934,-22 5 1799,2 9-2294,-82-2 1,-23-1 269,27-8 0,-1 1 135,-24 6 0,11 1-4587,33-2 3687,-4-4 990,11 3 0,35-10 0,13-2 0</inkml:trace>
  <inkml:trace contextRef="#ctx0" brushRef="#br0" timeOffset="23481">3901 10780 8792,'-14'-7'180,"-2"2"-180,15 5-360,-5 0 360,6-6 0,0 5 180,0-5 180,0 6-90,0-5 539,0 4-539,0-5 0,0 6 809,0 0-449,0-5-270,0 3 359,0-3-719,0 5-539,0 0 449,0-6 90,0 5 180,0-5 449,0 1-179,0 4-180,0-4-90,0-1 89,0 5 91,0-5-180,0 1 0,0 3-90,0-3 90,0 5-270,0-6 270,0 5-360,0-5 90,0 6 180,0 0-180,0-5 180,0 4-360,0-5 90,0 6 90,0 0 540,6 0-270,-5 0 629,5 11-539,-6 3-90,0 5 0,0 10 180,0-3-270,0 10 224,-3 24 1,0 5-45,2 4-2101,-1 1 0,-2-1 1742,-1-8-1,3-4-94,-3-9 4,5 6 180,0-26 0,0 12 90,0-26-180,0-2 90,0-12 3391,0-1-3302,0-10 187,0-1-186,0-2-630,0-9 180,0 15 180,0-9-1439,0 5 810,0 3-1890,0-12 1710,0 18 989,0-8 0,0 11 0,0 0 0</inkml:trace>
  <inkml:trace contextRef="#ctx0" brushRef="#br0" timeOffset="24314">3913 10768 7533,'-19'-7'90,"7"-4"629,1 4-359,10 0 90,-10-4 0,9 5-91,-3-1-179,5-4 0,0 10 270,0-5 629,0 1-449,5-2-180,-3 0-91,3 1 91,-5 1-270,0 4 450,6-5-181,0 1-269,1 3 360,15-9-450,-13 4 90,20 0-90,-9-3 0,-1 8 360,20-3-271,-4 5 91,24 5-360,-19 2 270,1 0-90,-16 9-180,0-7 0,-6 8 180,15 12 0,-17-12 0,5 11 450,-16-4-450,-6-4-3392,0 10 3122,-6-5 270,0-1 90,-23 17-516,7-12 426,-13 12-2187,-12 0 2097,17-12 90,-2-5 0,-4-2 3267,-22 4-2728,-1-7-359,0-8-360,28-16 180,12-2 335,3-11-2314,14-1 3392,-3-5-3032,16 4 1529,2 8 0,56 6 0,-30 6 0,1 0 0</inkml:trace>
  <inkml:trace contextRef="#ctx0" brushRef="#br0" timeOffset="27747">4615 11359 6633,'-14'0'720,"3"0"-540,11 0 629,0 5-719,0-4 630,0 5-540,0-6 629,0 5-449,0-3 90,0 3 449,0-5-539,0 6 270,0-5-450,0 10-1,0-10-179,0 4 180,0-5 540,0 6-630,0-5 0,0 5-90,0-6 270,0 0-180,0 5 90,0-3-270,5 3 359,-3-5-89,3 0-360,-5 0 360,6-5-450,-5 3 91,10-14 179,-4 8-180,11-32 90,-4 17-45,3-13 0,0-2 135,-1 0 0,13-21 360,-6 2-1,-3 20-89,0-11 90,-4 25-270,-9 11 0,-1 5-270,0 1 0,-1 6 180,-3 0-270,3 0 270,1 0 0,-5 0 0,16 0 180,-14-5-180,8 3 180,-6-3 360,7 5-360,-3 5-90,2 2 629,-6 11-359,-3-5 630,8 33-631,-9-22-449,5 39 0,-6-34 180,0 17-1169,5-9 899,-4-10-2428,10 8 2338,-4-27-810,0 8 91,4-20 539,-4 8 450,11-25 0,1-38 0,-6 16 0,-1 1 0</inkml:trace>
  <inkml:trace contextRef="#ctx0" brushRef="#br0" timeOffset="28866">5686 10780 7533,'-7'-19'1259,"-4"7"-180,4 1-809,0 9 450,-4-3-540,9 5 0,-3 0-1,-1 0 1,-1 0 0,1 0-629,-5 0-91,4 5 450,-5 2 90,0 6 180,0-1-90,-6 6 90,4-5 0,-10 22-180,11-19 89,-5 18 271,6-9-270,0 1-90,5 4 450,-9 16 360,13 23-721,-8-13 181,13-18 0,1-2-495,-1-9 315,9 9 90,-4-12 0,5-5-90,0 4 270,33 7-91,8-8-359,6 1 225,-18-21 0,-3-4-135,-6 1 135,5-11 0,0-3-45,-7-2 90,-1-7 0,-1-3-90,-6-2 135,-1-5 0,-2 0-135,-9-4 89,1 5 1,0-3 180,-5-20-180,1 4-90,-2-18 90,-10 29 405,-2-7-225,-16-9-91,8 20 91,-14-22-180,15 28-270,-9 6 270,9 7-180,-9 0 270,-1-1-1170,9 6 451,-7-4-1350,15 16 899,-6-5 360,6 6 1,2 0-1350,5 0 899,0 0 990,0 22 0,0 38 0,0-15 0,0 0 0</inkml:trace>
  <inkml:trace contextRef="#ctx0" brushRef="#br0" timeOffset="29067">5796 11186 10951,'-8'6'5577,"-2"1"-4858,38 21-539,-12-6-1395,11 6 1,4 2 1124,4 0 90,-1 0 0,2 3 0,0-3 0,2 1 0,9 10 0,0 0 0</inkml:trace>
  <inkml:trace contextRef="#ctx0" brushRef="#br0" timeOffset="64930">2719 12306 7533,'-25'-6'2338,"-4"5"-1978,21-5 0,-9 6 0,10 0 89,0 0-449,2 0-89,-1 6 89,5-5 269,-27 33 1,-4 9-180,24-19-315,-18 17 0,10-5-44,29-29 179,16-2 359,-14-10-538,19-13 269,-25 4-270,13-21 0,-20 25-270,-8-17-359,-13 25 629,-1-4-630,-20 29 810,24-6-1349,-13 28 1439,22-29 0,45-3 0,17-21 0</inkml:trace>
  <inkml:trace contextRef="#ctx0" brushRef="#br0" timeOffset="65498">3064 12737 7533,'-31'26'1259,"0"0"0,-23 15-1798,70-23 359,-7-11 180,8 4 0,-5-10 539,1-1-629,-6-7 540,-2-5-360,-5-1 720,-5-5-271,-8 10 1,-1-3-270,-19 17-450,11 6 0,-3-4-1979,9 20 1170,20-24 89,3 12 900,7-16 0,31-33 0,1-8 0</inkml:trace>
  <inkml:trace contextRef="#ctx0" brushRef="#br0" timeOffset="66348">2425 12921 6311,'-41'6'2024,"0"1"0,-25 0-1467,71-2-377,-3-5-267,19 0-3,-6 0 50,21-11-140,-16 3-180,15-15 360,-25 9 317,17-9-317,-25 9 115,9-4 155,-33 6-270,11 5 270,-17 1 179,-1 17 1,-4 14-360,0-3 90,10 7-810,23-6 540,7-13-270,22 1 360,-13-18-179,18-6-181,-9-4 0,6-13 270,-10 8 270,0-7-90,-19 11 0,-2 10 0,-2-3-180,-14 11 360,3 0 89,-12 11-179,6-3-270,1 10 180,6-11-1439,-1 9 1349,6-7 0,46-30 0,16-15 0</inkml:trace>
  <inkml:trace contextRef="#ctx0" brushRef="#br0" timeOffset="75347">4024 12245 7353,'-7'-14'1349,"-3"-3"-989,8 16 449,-9-10-629,10 9 630,-5-8-181,6 9-449,0-5 270,0 1-90,0 3 270,6-9-271,-5 10 541,5-10-540,-6 10 89,5-5-269,-3 6 360,3 6-360,-5 1 360,0 32-271,0-9-269,-2 17 0,-1 3-90,1 4-90,-6 9 1,0-1 269,5-8-360,-3-2 0,1-2 180,5-13-630,0 15 1,0-38-91,6-3 271,0-11-991,1-11 1081,-1 3-1530,-1-16 1259,-3 16 720,8-14 0,-3 14 0,5-9 0</inkml:trace>
  <inkml:trace contextRef="#ctx0" brushRef="#br0" timeOffset="75730">3987 12220 7533,'-19'-19'2338,"1"-16"91,6 8-1979,5 1 989,12 4-1079,4 21 359,25-10-539,-18 10 990,41 1-901,-28 1 1,6 9 0,0 2-180,7 3 0,-8 3 0,1 5 360,12 26-450,-9-13 90,-11 20 89,-31-40 91,-19 29-180,0-28-360,-13 3 1,-3-1-361,-9 2 540,-9-2-1259,18-2-270,25-16 1619,2 5 0,28-6 0,12 0 0</inkml:trace>
  <inkml:trace contextRef="#ctx0" brushRef="#br0" timeOffset="78748">2695 13709 7892,'-13'0'1440,"-4"0"89,5 0-630,-2 0-899,-4 0 180,11 0-360,2 0-629,5 0 629,0 0 0,5 0 0,2 0 180,5 0 90,1 0 450,-1-11-360,-5 3 359,-1-10-269,-6 12 180,0-11-270,0 14 0,0-13 359,-6 14-1078,-1-3 449,-5 5-1170,5 0 271,1 5-810,6 2 1799,6 6 0,22 15 0,12 5 0</inkml:trace>
  <inkml:trace contextRef="#ctx0" brushRef="#br0" timeOffset="79180">2842 14041 10141,'0'19'1170,"0"-1"-991,0-6-89,0 1 0,0-1-449,6 1 179,-5-7 180,5-6 180,-6-6-91,0-1-89,0 1 450,-6-5-360,0 8-1439,-7-8 1349,1 17 0,-5 12 0,-3 8 0</inkml:trace>
  <inkml:trace contextRef="#ctx0" brushRef="#br0" timeOffset="79564">2375 14078 8792,'12'-7'360,"6"2"-270,-4 5-90,4 0 180,-6 0 0,-6-5-1,5-2-179,-9-6 90,-2 1 90,-2 0 0,-19-6 0,11 9-90,-13-7-90,5 9 90,5 1-1979,0 0 1889,8 6 0,65 0 0,-23 0 0,1 0 0</inkml:trace>
  <inkml:trace contextRef="#ctx0" brushRef="#br0" timeOffset="80502">4123 13476 7533,'-19'-14'1439,"1"3"-1259,5 5 0,1 5 0,5-5-1,-4 6-179,4 0 180,0 0 90,-9 0 0,8 0-180,-4 0 90,1 0-180,4 0 0,-5 6-90,-6 6 0,4 2 0,-15 15 180,3 2-90,-5 2 270,1 24-90,5-16 0,6 25-180,7-27 449,7 19-269,10-13-90,2 0 90,10 7-180,-3-24 0,15 13-90,-9-21-90,10-2 360,6-8-270,8-3 90,6-5-180,0-4-369,-8-10 549,-5-6-41,5-12 41,-4-13 270,-16 15 0,-1 0-90,5-17 269,-11 8 1,-2 0 270,1-18-136,-9 6 1,-3-3-360,-2 15 0,-1 1-135,-12-31 540,-10 10-271,8 34 458,-24-23-817,17 26 180,-9-5-1259,8 7 899,10 6-1619,1 5 942,6-4-1481,1 5 1888,3-1-1259,-3 2 989,5 5 720,5 0 0,-14 43 0,0 12 0</inkml:trace>
  <inkml:trace contextRef="#ctx0" brushRef="#br0" timeOffset="80699">4061 13807 10411,'60'32'3328,"-8"-2"-3328,3-11-900,-22-2 1,-2 0-554,6 5 1453,15 14 0,-45 15 0,-11 10 0,3 6 0,-1 0 0</inkml:trace>
  <inkml:trace contextRef="#ctx0" brushRef="#br0" timeOffset="96397">3987 14817 7533,'-6'-21'1619,"0"4"-540,6 12-719,0 3 1079,-6-8-1259,5 8 360,-4-3-360,5 5 809,0 0-629,5 5 90,-4 8 269,5 11 271,0 35-810,-5-20-91,-1 3 1,0 0 90,-1-5 180,-7 24 0,-1 8-315,2-14 0,0-1-317,0 8 0,0-2 227,2-10 0,-1-8 45,1-16-90,3-3-180,-3-10-359,5-7-1080,0 0-90,0-17 1079,0 8-1978,5-13 2158,-3 14-1525,9-9 2065,-10 10 0,16-26 0,-3-1 0</inkml:trace>
  <inkml:trace contextRef="#ctx0" brushRef="#br0" timeOffset="96847">3938 14940 7533,'-25'-48'2698,"11"19"-809,-2-38-989,25 25-1,-11-9 810,35 6-1169,5 35-90,25 5-450,-11 19 179,-14 5 1,-2 3 0,1 6-405,4 9 0,-2 0 46,-7-4 134,-7 1 0,-5 0 45,-13-7 180,-2 31-180,-16-28 179,-2 17-89,-23-12 450,-8-2-315,10-11 0,-4-1 0,0-7 0,-1-3 134,-25 7-539,26-12 1,2-6-1171,6-11 631,-6 8-3239,25-14 3238,11 16 271,11-10 449,-3 10 0,24-11 0,9-4 0,-1 3 0,1-1 0</inkml:trace>
  <inkml:trace contextRef="#ctx0" brushRef="#br0" timeOffset="97547">4775 15124 7533,'-21'-13'3328,"-6"-4"-2789,18 16 811,-13-10-990,13 9 989,-7-3-810,15 5 181,-5 0-540,6-6 540,16 5-541,-6-5-89,18 6 270,-3-5-180,1 4-270,26-10 270,-16 10-360,12-5-1079,9 6 629,-25 0-450,5 0 1,-1 0 90,-5 6-2249,20 0 3238,-30 12 0,-25 18 0,-18 9 0</inkml:trace>
  <inkml:trace contextRef="#ctx0" brushRef="#br0" timeOffset="97832">4738 15395 7533,'-20'0'899,"-2"-11"1530,8 3-1890,2-5 1530,6-9-1619,12 18 180,11-17-450,-2 14 179,14 0 271,1-4-450,-3 10-180,9-5-360,16 6-495,-18 0 1,2 0 135,31 0 269,-3 6-1781,-34-5 1062,-6 10 1169,12-4 0,-9 11 0,9 1 0</inkml:trace>
  <inkml:trace contextRef="#ctx0" brushRef="#br0" timeOffset="98332">5131 14976 7533,'-26'-19'1709,"8"7"-90,8 1-1259,9 5 1798,-4-7-1708,5 6 180,5 2-450,1 5 449,28 0-449,-10 0-90,28 5-90,-25 2 0,12 3 0,1 3-90,-4 8-90,7-4 0,-1 1-1382,-8 3 1383,8 7-504,-1-3 593,-13-4 90,2 2-245,-1 11 335,-20-16-180,7 21 360,-32-14 1355,-21 7-1355,-1 0 0,-3 0-180,10-13 0,-1 0 90,-21 18 0,3 0-90,12-8 0,3-11 0,2-1-180,11 1 0,-7-11-768,17-1-1750,5-12 1541,7-1 1067,7 0 0,44-36 0,-21 19 0,0 0 0</inkml:trace>
  <inkml:trace contextRef="#ctx0" brushRef="#br0" timeOffset="99151">6411 14841 7533,'-33'-57'5487,"14"29"-5487,-22-17 179,23 40-179,-4 16-449,-16 24 59,11 6 0,-2 10 0,2-3 480,1-8 0,4 5 269,5 15 1,1 15 0,4-1 0,7-15-847,13 9 606,-3-11 1,3 8 0,14-20 60,39-31 0,10-28-30,-23-16 0,-1-13 0,1 2-120,3 12 0,1 1 0,-6-8-161,-11-9 0,-4-9 0,-6-3 1,-9 5 85,-12-15 0,-11 3 0,3 4 0,-13 4 15,-15 16 0,-11 3 0,3 7-285,7 9 0,-2 8 315,-30 6 0,11 16 0,49 30 0,3 22 0</inkml:trace>
  <inkml:trace contextRef="#ctx0" brushRef="#br0" timeOffset="99395">6325 15210 11490,'30'18'2878,"1"0"1,0 4-2879,11-4 0,17 3 0,1 1 0,-15 0 0,-18 1 0,-2 2 0,23 6 0,-1 1 0,0-1 0</inkml:trace>
  <inkml:trace contextRef="#ctx0" brushRef="#br0" timeOffset="111630">12244 12971 7533,'-13'5'270,"-4"-3"-181,10 3 721,-5 0-630,6 2 1709,-5 0-1529,10 4 449,-5-10-629,6 5 90,0-6-180,6 0 540,0-6-720,6 5 180,11-32-90,-8 15 44,3-19 1,-1-5-134,-2 2 133,4-20 1,2-4-769,1 3 724,-6 8 0,3-10 0,-3 8 0,-4 16 0,-1 0 119,3-15 1,0-6 0,-2 8-120,2-8 315,-8 4 0,0 4-315,0 15 270,-1-31-180,7 34-360,2-3 90,15 14 90,-14 10-90,19 6 630,-8 23-180,-5 1 224,-8 20 1,-4 5-225,-8 5 404,2 20 1,0 3-686,-3-8 131,-2-10 0,1 8 0,-2-7-30,0-18 0,-1-1-270,0 31 0,1 3-765,5-8 1,2-5 854,-1-18 0,2 0-990,5 18 1,3-9 270,1-30 160,9 22-521,-15-33 91,8 22 1079,-14-19 0,-18 10 0,-11-6 0</inkml:trace>
  <inkml:trace contextRef="#ctx0" brushRef="#br0" timeOffset="111816">12405 12798 7533,'-48'-24'7016,"25"5"-6027,6-5-809,25 16-270,37-14-90,-20 19-675,14-4 1,2-2-45,-3 2-810,2 4 0,0 0 1709,2-3 0,27 12 0,-12 1 0</inkml:trace>
  <inkml:trace contextRef="#ctx0" brushRef="#br0" timeOffset="112129">13130 12048 7533,'-25'-34'6296,"2"1"-5756,10 32 899,6 6-1079,2 8 629,5 34-809,0-12-45,5 10 0,1 2 45,-3 5-1295,0-8 1,1 8 0,0-6 799,-1-11 0,-1 0 15,-1 17 0,-1 9 1,1-9-241,4 17 90,-4 1 1,-2-4 798,1-19-844,0-8 1,0-4 134,0-20-1709,6 2 1259,0-17 810,6-6 0,6-39 0,1-15 0</inkml:trace>
  <inkml:trace contextRef="#ctx0" brushRef="#br0" timeOffset="112930">13574 12737 7533,'-27'-14'2788,"-18"-8"-3328,28 19 810,-34-13 270,35 15 449,-35 12-899,33 15-180,-16 7-179,27 19 89,2-24 449,10 13-1708,13 6 360,8-12 539,11 8 1,11-20 269,-14-22 1439,18-29-764,-36-6 0,-5-6-271,3-2 1,-3-3-8,-3-8 1,-5-2 186,-7 2 1,-3 4-45,-1-9 90,-1 18 0,0 8-91,2 22 91,-4 21-270,15 18-180,-1 21 0,1 4 0,10 13-267,-5-15 1,0 1 311,0-7 0,0-3 45,-2-7 0,-1 2 30,2 13 0,1 7 0,-3-5-75,1-12 0,-6 2 1316,-10 12 0,-8 11 0,-6-2 0,-4-18-821,-15-19 0,-4-6-390,7 19 0,-1 6 0,-1-20 254,-16-38 1,6-17-45,8 1-585,4-7 1,4-5-2475,10-20 2519,6 29 0,5-2-2024,21-3 1,8 4 1843,7 9 450,1 1 0,7-1 0,19-2 0,7 2 0,-12 1 0,-1 1 0,0 0 0</inkml:trace>
  <inkml:trace contextRef="#ctx0" brushRef="#br0" timeOffset="113283">13759 12946 7533,'-18'-19'3598,"9"6"-1440,4 8-1798,12 5 630,38-6-1260,13-6-90,8-1 315,-19-4 0,-3 0-4246,1 0 4066,-13 2 0,0-4-765,16-22 810,-20-11 270,1 0 0,-24 11 1080,-26 1 1168,-29 17-1978,7-2 359,-5 27 1,0 14 179,12 20 1,5 6-945,-3-13 0,2 3 1409,0 19 1,8 0-1096,16-10-898,-3 7-990,38 9 989,-9-31-540,20 6 1,4-2 270,-2-14-271,9 0 1,4-3 1169,-13-7 0,-2-5 0,29-12 0,-11-10 0</inkml:trace>
  <inkml:trace contextRef="#ctx0" brushRef="#br0" timeOffset="113868">14534 12060 7533,'0'-37'270,"0"11"2158,0-2-1259,5 14-989,-3 1 180,9 8 450,-5 32-540,1-4 89,-4 21 1,-1 4-180,-2 11-629,0-13 0,0 2 539,-2 0 0,-1-2 45,0-6 0,-1 1-45,-2 12 0,0 2-90,0 4 0,0 1 180,2-2 0,1 0-315,0 6 0,1-3 90,1-19 0,2-4-135,4 15 270,-4-40 90,10-13-270,-4-30 180,0-10 0,4-9-270,-8 15 0,0-2 180,6 2 0,0-2-180,0-22 0,1 1 604,0 19 1,0 0-246,-1-13 1,-1 5 0,5 10 270,-6-4 180,9 27-361,-14 19-179,14 8 180,-3 43-3226,1 3 2821,-5-23 0,0 1 45,-3 28-388,0-22 0,0 0 478,-5 14-221,5 0 1,-1-1 220,-9-12 18,2-3 1,-3-5 71,-14-13 630,-1 4 2509,-8-22-2420,-31-22-3417,-2-11 1618,-2 0-2544,23-12 3534,33 29 0,34-17 0,15 13 0</inkml:trace>
  <inkml:trace contextRef="#ctx0" brushRef="#br0" timeOffset="114381">14964 13082 7533,'-26'-7'6566,"-13"-26"-6072,30-8 1,7-7-450,-8-10 0,9-3-1245,17 11 1,9 0 0,2 6 434,-2 6 1,5 11 764,24 17 0,3 18 0,-21 17 0,-3 9 0,7 6 0,-1 0 0</inkml:trace>
  <inkml:trace contextRef="#ctx0" brushRef="#br0" timeOffset="114847">15505 12626 7533,'-19'-29'3822,"0"-1"1,-51 32-4213,26 23 1,-2 15-1,12 5 749,24 1 1,10 3 0,-2 2-390,-18 7 0,-3 1 0,22-14-330,60-6 1,11-34 1348,-47-47 1,-10-21-1,4 27-7645,34 80 6656,-29-84 0,-5 4 0,-7 91 0,7 18 0,15-56 0,0 0 0</inkml:trace>
  <inkml:trace contextRef="#ctx0" brushRef="#br0" timeOffset="115046">15715 12798 7533,'-7'42'102,"0"-1"1,-4-35 0,13 35 0,14 23 0,5-13-1,26-12 1</inkml:trace>
  <inkml:trace contextRef="#ctx0" brushRef="#br0" timeOffset="115364">16134 12676 7533,'-6'-36'4767,"5"14"-90,-27-18-5007,10 68 0,-2 27 1,-2-11 59,-19-15-90,18 30 0,6 20 1,12-17 539,19-25-91,11 26-1168,23-50 0,6-15 400,10-26 1,-19 16-1,-5-4 1,-14-39 0</inkml:trace>
  <inkml:trace contextRef="#ctx0" brushRef="#br0" timeOffset="115531">15986 12417 7533,'-29'-27'0,"21"5"0</inkml:trace>
  <inkml:trace contextRef="#ctx0" brushRef="#br0" timeOffset="115981">16995 12921 7533,'-25'-19'3598,"17"2"-3329,4 10 181,38 1-1259,28 6 449,-26 0 0,0 0 360,32 6 0,-21-1 0,2 2 0,-6 2 0,0 1 0</inkml:trace>
  <inkml:trace contextRef="#ctx0" brushRef="#br0" timeOffset="116367">17757 12614 7533,'-21'-36'6116,"-29"3"-5666,-4 13-360,-1 10-360,21 39 90,26-2-1394,14 15 0,4 3 1124,2-3-45,18 12 1,2-1 944,-13-21-406,4 3 1,0-1-45,-10-7 2159,10 25-720,-14-23 990,-9 28-1529,-36-22-631,6-16 1,-3-2-90,-22 1 90,-2-12-90,38-6-360,1 0 180,5 0-2519,1-6 2160,6 5-1890,6-10-2339,28-7 4049,-5 3 539,19-8 0,-7-3 0,4-4 0,4-4 0,0 1 0</inkml:trace>
  <inkml:trace contextRef="#ctx0" brushRef="#br0" timeOffset="116760">18115 12109 7533,'0'-45'1979,"-5"4"-270,-2 22 629,0 7-1978,1 7 450,6 32-631,6-4-599,-2 19 1,0 14-1,0-2-120,0-5 1,0 3-856,-1 6 0,0 10 1,0 2-1,-2-6 765,0-4 1,-1-3-1,-1-1 480,2 0 0,-1 0 1,-1-4 104,-1 14 0,-1-13 45,2-24 0,-4 0 0,-6-29 0,8-18 1349,-13-30-899,9 5 674,-1 0 0,-2 0-494,-4 0 629,2-10 1,1-3 1168,3-7-1754,-1 19 1,6 3-315,31-12-1979,28 26 944,-13 17 1,3 3 404,-8 3 0,2 2 270,20 0 0,-1 4 0,-21 5 0,1 2 0,21 2 0,0-1 0</inkml:trace>
  <inkml:trace contextRef="#ctx0" brushRef="#br0" timeOffset="117494">18693 12872 7533,'-42'18'2968,"9"7"-3778,8 17 990,20 9-663,12-7 573,5-2 50,11-7-769,20-2 89,19-7 405,-24-26 0,0-5 45,19-12-90,-16-18 91,-18 5-1784,-9-19 1873,4 9 315,-14 2 0,-1 0 117,2-4-27,-6 5 0,-3-1-163,-3-3 28,-6-7 1619,-10 12-1080,3 16 91,-5 8-271,8 35 1639,10 6-2088,0 7 0,3 3-540,2 10-379,2 13 1,0 2 513,1-28 0,0 2 135,2 9 0,1 7 0,0-5 45,-3-6 0,-1 1 112,1 11 1,0 10-1,-1 2 1,-2-9 112,-6 6 0,-2-3-90,7 4 0,2 5 0,-10-14 1124,-13-21 0,-3-12-448,3-10 223,-39-13-315,22-23 1,-1-11-585,-2-7 0,0-3-1460,-1 1 0,3 0 920,12 2 0,8 1-269,4-13-567,6 18 656,5-18 360,1 27-179,12-3-4858,39-13 4317,-12 19 450,6 3 1,2 1 539,6-1 0,-5 8 0,3 0 0,-3-1 0,0 1 0</inkml:trace>
  <inkml:trace contextRef="#ctx0" brushRef="#br0" timeOffset="117793">19259 12356 7533,'-5'-61'2878,"-2"25"-90,0 2-809,1 29-1439,6 5 270,0 11-271,0 8-359,-5 12-540,4 18 450,-5-10-1079,6 9 449,0 11 540,-5-17-900,4 11 1,0 2 449,-4 0-1109,2-5 0,1 10 0,1-6-203,1-9 0,-1-1 1402,-3 15 1,2-3-1,13-4 360,-2-46 0,25-56 0,-17 13 0,-1 0 0</inkml:trace>
  <inkml:trace contextRef="#ctx0" brushRef="#br0" timeOffset="118111">19297 12959 7533,'18'-54'1709,"-6"9"2069,5 27-2339,-4 10-4611,23-3 3531,-9 11 861,15 0-1040,-17 5 0,6-3-360,-6 3 180,15-5-900,0 0 720,9 0-539,-12-5 89,-2-13-180,-8-13 6721,-8-29-5101,-14 6-91,-17 5 271,-24 25-271,-20 52-539,8-9 270,9 18 0,4 6-1260,11-6 630,2 9 0,4 0-989,11-7 224,15 4 1,6-2 404,9-15-1079,28 2 0,7-5 1619,4-15 0,-7-23 0,10-14 0,-3-3 0,-11-5 0,-1 1 0,0-1 0</inkml:trace>
  <inkml:trace contextRef="#ctx0" brushRef="#br0" timeOffset="119068">21757 12848 7533,'-19'5'1799,"-4"13"-1979,9-3 1079,1 8 181,3 11-900,9-11 89,-4 35-179,10-35-270,18 17 360,-7-32-270,27-36 0,3-21 450,-23 10 0,-2-4-330,4 4 0,2-3 0,-3-1 240,-5-3 0,-4-2 0,-4 5 629,-5 6 0,-1 2 361,17-45-1440,-22 80 180,0 25-630,0 34 1,0 6 449,0-10 90,1-1 0,4 0-990,13 11 541,2-38-181,16 22 1170,0-64-630,-2 6 495,-8-21 0,-1-9 224,-1-7 1,-2-2-270,-2 7 0,-1-2-1,3-15 1,-4 3 360,-4 7 270,-3-12-361,-5 34 181,-12 20-720,0 20-270,-12 38 90,5 1-1080,3-14 1,2 2 305,1 27-620,3-31 0,3-1-315,12 27 1889,2 4 0,15-48 0,7-4 0,2-1 0,-1-1 0</inkml:trace>
  <inkml:trace contextRef="#ctx0" brushRef="#br0" timeOffset="119485">22864 12589 7533,'-6'-26'5846,"-10"-8"-4766,2 24-810,-5-12 1169,-16 26-1619,-3 20-135,4 10 0,1 10-135,5 3 1,3 4 449,-2 8 0,6 0-202,12-15 1,6-2 336,5-4 0,8-5-854,27-4 988,2-49 1,8-22 0,-6 5-270,-11 18 0,-1-4 112,3-16 1,5-14-1,-4 2 1,-13 16 516,-16 17-1348,-27 31-91,2 18 630,-2 5 1,1 2-2250,10 3 1260,5-12 1169,1 34 0,39-34 0,8 18 0</inkml:trace>
  <inkml:trace contextRef="#ctx0" brushRef="#br0" timeOffset="119867">23087 12762 7533,'0'-32'2248,"5"-9"271,2 2-810,5 7-1259,-5 8 719,-1 30-989,-12 24-180,-1-1 405,-4 8 0,-1 5-1215,4-3 0,1 0 405,-5-2 1,0 0-1,8 5 0,1-5-314,-2-15-181,27 12 1080,16-58 315,1-10 0,2-6-749,-13 7 0,-1-2 463,-1-5 1,0-3 0,-4 7 150,6-7 854,-1-3 1,-2 1 1303,-7 5-1169,9-1-989,-33 44 270,-1 60-3509,-5 4 1890,8-32 0,1 1 417,-2 27 572,10-21 0,18 3 0,10 10 0</inkml:trace>
  <inkml:trace contextRef="#ctx0" brushRef="#br0" timeOffset="120400">23764 12724 7533,'-20'-19'5127,"8"18"-5037,6 20-270,6 9 180,0 2-1889,0 15-90,6 12 1709,1-2 270,0 2 0,14-38 0,-1-1 0</inkml:trace>
  <inkml:trace contextRef="#ctx0" brushRef="#br0" timeOffset="120950">24022 12810 7533,'0'20'180,"-6"-2"-1,5 0-179,-5-5 360,6 5 180,0 10 180,0-5 269,0 45-539,0-24-1607,-4 18 1,-3 1 1336,-1-5-45,-1 1 0,0-5-400,2-24 445,2 10 540,-1-44-540,11-4-90,-10-17-360,27-32 360,-12 18 0,2-1 0,0 0 2083,0-1-2173,0-18 180,6-1 558,-5 12-798,-1 7 0,2-8 0,0 4 60,3-3 0,0 1 180,-3 2 0,0-2 0,2 5-180,5 5 0,-1 7 0,0 1-270,9 35 360,-15 7 1160,4 29-890,-6 24-3268,-6-4 3178,0 4 478,-12-9-208,0-27-180,-17 17-90,13-28-1170,-17-7-629,19-12 3229,-10-18-2780,5-2-1484,6-21 406,7 13 1348,2-2 810,9 18 0,28 6 0,14 6 0</inkml:trace>
  <inkml:trace contextRef="#ctx0" brushRef="#br0" timeOffset="121359">24489 12774 7533,'0'-19'0,"6"1"0,-5 11 3058,10-15 0,-10 7 270,5-10-2968,-6 13 0,0 7-90,-6 16-450,-6 19 90,4-1-989,-9 33-1260,16 1 1259,-5-2 271,17 3 449,-2-44-359,36 2 359,1-48 630,1 14-270,-14-19 0,-5-6 899,-4-6-360,-4 6 1,0-3 0,-6 5 0,-3 2-360,3-15 449,-3 3 361,-11 38-900,0 7 180,0 7-630,-5 16 270,-2-2-1259,0 37-630,7 0 630,7 1 224,4-23 1,6-4-225,22 2 1349,0 3 0,13-46 0,-14-20 0</inkml:trace>
  <inkml:trace contextRef="#ctx0" brushRef="#br0" timeOffset="121600">25289 12146 7533,'-21'-19'2968,"5"6"-719,10 19-1170,5 29-899,-10-4-4252,10 21 5062,-9-21-361,8 12-190,-3-1 0,-1 3-439,-1 15-660,5-11 0,0 7 1,-1-8 389,-2 17 270,4-11 0,2 1 0,3-14 0,3-5 0,12-2 0,12 15 0</inkml:trace>
  <inkml:trace contextRef="#ctx0" brushRef="#br0" timeOffset="122293">25622 12835 7533,'-13'-19'3058,"-4"-15"-1439,-3 12-989,1-8-271,1 12 1,11 11-270,-14 2-90,11 5-180,-18 11 90,14-3-539,-26 42 269,22-12 180,-16 16-90,28-24 540,0-1-270,6-8 180,0 3-270,6 5 90,0-14 0,39 3 0,-19-13-3392,31-16 3302,-25-2 90,-1-6-930,21-27 930,-22 16-1025,-3 1 0,-2-1 1025,-4-2 0,2-4 338,-5 1-158,-10 13 3658,-2-2-3658,-8 19 1556,-14 21-1466,8-1-270,-10 26 90,6-13 1755,5 13-2205,1-4-1169,6-4 593,0 2-1582,11-5 1349,-2-9 539,14 2 630,-4-16 0,15-26 0,6-12 0,3-3 0,-1 0 0</inkml:trace>
  <inkml:trace contextRef="#ctx0" brushRef="#br0" timeOffset="122653">26175 12318 7533,'5'-24'0,"2"-12"1619,0 14-720,-1-7-359,-6 22 989,0 2-989,0 22-360,0-2 0,0 15-1,0 11-89,-6-7-90,5 14-179,-5 5-652,6 15-429,-2-24 1,-1 0 365,2-5 0,0-1 759,-4-3 0,-1 1-1394,3 3 0,0-2 989,-9 20 405,5-21 0,2-1-129,-2 1 264,-10 0 0,9-15 0,-16-4 0,11-17 462,0-12-462,2-23 270,10 6 1193,-10-18-1373,10-1 1259,-5 2-301,6-9 346,0 15 1,0 0-3978,6-23 3033,-4 25 0,2 2 179,9-11-1465,5 23 2275,-5 4-540,5 8-359,22 1-4588,1 21 4048,0 1 0,10 3 0,-5 2 0,-1 7 0,0 3 0,4 0 0,-1 0 0,1 0 0</inkml:trace>
  <inkml:trace contextRef="#ctx0" brushRef="#br0" timeOffset="123033">26495 12823 7533,'-31'0'4677,"11"0"-3867,4 22-451,14-11 1,-3 29-180,5-25-180,0 13-809,11 2 179,8 9-1529,2-7-3032,8 3 5191,-10-27 0,22-25 0,4-17 0</inkml:trace>
  <inkml:trace contextRef="#ctx0" brushRef="#br0" timeOffset="123617">26926 12810 7533,'7'-18'0,"-1"0"1079,-1 6 900,-4-6-1439,4 9 719,-10-7-899,4 14 359,-21 2-539,12 7-90,-40 27-3662,14 12 3572,-7 0-655,25-6 0,7 0 295,4-2 180,1 21-269,12-35-1,12 0 180,7-16 225,9-11 0,3-5 45,7-20 180,-7-3 0,-4-3 0,-7-9 1034,-2-13 0,-3 0-764,-9 22 269,6-12 1,-9 14-270,-19 42 2692,-4 26-3547,7 0 1,1 4 134,-1 4 0,3 1-620,6-9 0,1-2 531,4 18-271,22-17 540,-7-19 360,24 6-90,-13-27 269,3-16 1,3-9-45,1-7 0,-2-4-315,-1 4 0,-1-1 572,1-7 0,-6 6-123,-11 17 2175,-2-7-3074,-13 22-810,-16 23 181,-2 12-2429,-17 21 2069,-1 0-990,-1-10 2339,7-4 0,-25 12 0,23-21 0,0 0 0</inkml:trace>
  <inkml:trace contextRef="#ctx0" brushRef="#br0" timeOffset="123801">26754 12614 7533,'-54'-21'3328,"15"5"-5937,28 27 1800,10-3 359,-5 10 450,6-6 0,-5 6 0,-2 1 0</inkml:trace>
  <inkml:trace contextRef="#ctx0" brushRef="#br0" timeOffset="123996">24957 12085 0,'-64'-23'0,"64"18"0,-10-4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4:13:17.97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3101 8368 7533,'-7'-26'-450,"-3"3"540,8 11 540,-3-1-361,5 1-179,0 5 0,0-4 180,0 4-270,0-5 720,0-6-91,0 5-359,0-5-180,0 11 450,0-4-360,0 10 0,5-5 899,-3 1-899,3 3 899,-5-9-629,0 10-270,0-5 989,0 28-899,0-11 630,0 51-631,-2-20 1,-1 2-180,2-6 0,0 2-458,-4 19 0,-1-3 278,5-8 180,-5 11-90,1 5 90,4-26-270,-5 20 90,6-39-989,6-7-1,0-12-1978,17-29 1259,-8 6 1799,14-24 0,-10-11 0,-6 22 0,-1 1 0</inkml:trace>
  <inkml:trace contextRef="#ctx0" brushRef="#br0" timeOffset="1833">5119 8491 8072,'-14'0'630,"-2"0"-450,14 0-90,-8 0-180,9 0 0,-4 0 540,5 0-90,-6 0-91,5 0-89,-5 0 540,6 0-91,-5 6 91,3-5-360,-3 5 180,5-6-181,0 0-179,-6 0 180,5 0-180,-5 0 360,6 0 179,0 0-449,17 0-270,-8 0 90,14 0 0,-11-6 0,12 5 0,-4-5-90,27 1 0,-18 3-90,12-9 180,-11 10-180,-4-5-90,4 6 270,0 0-3662,-4-5 3482,4 3 90,-6-3 0,7 5 0,-6 0-90,0 0 270,4 0-180,-19 0 0,12 0 0,-21 5 0,10-3 3842,-10 3-3302,4-5-181,-5 0 361,6-5-720,-5-2 0,10-5 90,-10 0-180,5 5 0,-6-4 90,0 10 0,0-5 90,0 12-90,0 1 0,0 5 90,0 11-90,0-3-180,0 5 0,0 9-3662,-6-1 3572,5 0 91,-4 1-1351,5-15 1171,0 0 89,0-1-1709,5 0 720,2-10 629,5 3 2673,1-11-2043,-1 0 0,17-27 0,3-8 0</inkml:trace>
  <inkml:trace contextRef="#ctx0" brushRef="#br0" timeOffset="3401">6276 8122 9152,'-14'-13'1349,"4"-4"-1169,10 16 0,0-5 180,0 6-181,0-6-179,0 5 360,0-10-450,0 10 90,0-5 90,0 6-180,-6 0 90,5-5 0,-4 3-90,5-3 0,0 0 0,-6 3 1,5-3 178,-10 5-178,9 0 89,-14 11 0,13-9 0,-19 20 0,19-13 0,-13 8-180,9 1 180,-6-4 449,-4 26-449,9-17 90,-8 23 90,9 8 0,-6-7 0,6 19-90,2-17-716,-1 6 626,5-4 90,-2-14 0,0 2-270,9 27 90,1 2 0,11-9 90,6-26-1080,8-9 451,-1-7-1530,15-16 1619,-22-1 181,10-1 359,-11-10 0,-8-2 0,9-6 0</inkml:trace>
  <inkml:trace contextRef="#ctx0" brushRef="#br0" timeOffset="4412">6423 8319 8072,'-13'-7'1709,"2"2"-1439,11 5 270,0 5-360,0-3-90,0 19 90,0-11-180,0 18 180,0 2-90,0 3-90,0 4 0,-5 32-90,3-30-45,0-4 0,-1 0 315,3 13-90,0-14 0,0 7 0,0-22 0,5-1-90,-3-11 450,3-7-1,0-7-359,-3-5-180,3-6 90,-5 4 0,0-4 0,0-5 90,0 3 0,6-16 0,-5 5-180,4-12 180,-5 11-90,0-15-3572,6 9 3662,1-6-270,0 2 90,4 10 90,1-14 0,2 17 90,2-7 0,2-2 90,4 0 0,13-21 0,-15 34 179,9-3 3033,-9 13-3212,10-8-90,-11 16-90,4-4 90,-9 10 0,9-5 0,-9 6-90,4 6 90,-6 0-90,0 1 90,0 4-90,1-4 90,-1 16 0,1-8-270,-7 8 90,0-5 360,-6-4 0,0 20-450,-6-12 0,-6 24-270,-7-24 315,-3 8 0,-3 2 585,-22 5-315,25-10 0,0 0 1034,-29 20-899,29-20 450,-13 20-630,21-25 269,3 17-179,11-24-450,11 14 270,8-15-719,18 3 89,-4-4 1,8-6 449,-21-2-2519,15 1 990,-4-5 1709,8 10 0,-19 1 0,-11 7 0</inkml:trace>
  <inkml:trace contextRef="#ctx0" brushRef="#br0" timeOffset="5280">7063 8799 12660,'11'-32'899,"9"-31"-1034,-2 30 0,1 0 0,-5 2 1,-1-3 89,8-17 0,-2 1-45,-5 4 449,4-20 271,-7 43-270,-9 17-360,3 6 90,-5 6 0,0 0 180,6 23-1,1 15-89,0 8-225,-2-17 0,1 1-720,0 1 1,0 0-1125,7 23 1620,0-7-2160,-3-35 1619,-8-13 810,3-5 0,1-16 0,0-4 0</inkml:trace>
  <inkml:trace contextRef="#ctx0" brushRef="#br0" timeOffset="6157">7654 8257 7263,'-5'-31'1169,"4"12"-719,-10 2 180,4 16-1,-6-5-89,-10 12-450,-1 24 0,0 7 0,-7 1 179,3 20 1,5 9 315,15-20 0,8 1-286,4 4 1,6 3 0,9-14-75,24-19 0,7-14-225,-9 0 0,-1-13-30,-4-27 0,-1-17 0,-9 0-15,-12-3 0,-9 1 90,0 5 0,-10 4-990,-27 5 1,-5 8-2204,10 4 1529,-33-1 1619,67 38 0,27 6 0,6 2 0</inkml:trace>
  <inkml:trace contextRef="#ctx0" brushRef="#br0" timeOffset="6582">7962 7925 7982,'0'-19'3508,"5"12"-3328,2 9 630,16 32-1748,-2 13 1,2 15 0,-2-6 937,-3-11 0,-1 3-23,-1 5 1,1 11-1,-2 0 1,-7-8-242,-8 2 1,-5-4-7,5 0 0,-3 1 0,-11 5 1,-5-7-91,-8-9 0,4-15 0,-3-4-2158,-12-7 3205,13-13 1,9-5-1,9 0 1</inkml:trace>
  <inkml:trace contextRef="#ctx0" brushRef="#br0" timeOffset="7852">8602 8504 12570,'0'-14'1529,"0"3"-1349,0 5 629,38-1-449,-12-5-775,28 5 595,-19 2-395,-9 5-144,21-6-451,-24 5-1349,16-4 180,-8 5 720,-10 0-270,25 0 1529,-35 0 0,0 0 0,-25 0 0</inkml:trace>
  <inkml:trace contextRef="#ctx0" brushRef="#br0" timeOffset="8184">8615 8688 8252,'-20'0'3059,"8"0"-2250,6 0-629,6 0 270,6 0 179,6 0-539,7-5 180,6 3 90,16-3-810,-12-1 360,23 5-1259,8-5 180,0 6-271,-21 0 1,0 0 1439,17 0 0,-34-5 0,-14-2 0</inkml:trace>
  <inkml:trace contextRef="#ctx0" brushRef="#br0" timeOffset="8850">8971 8294 7533,'-7'-13'2158,"2"-10"-1798,-1 21-90,5-14 270,-5 14-360,6-8 0,0 8-1,0-9 181,0 10 90,6-5-270,-5 1 270,10 3-270,-4-3-1,6 5 91,-1 5-90,0-3 90,0 9 90,6-4-180,-5 5 359,22 11-269,-13-8 270,35 19-540,-26-19-90,7 5 0,3 0 0,-3-4 90,21 13-540,-13-11 361,-11-5-631,28 10 540,-27-9-270,16 10 1,-31-5 449,-3-6 180,-13 4-270,-10-11 90,-2 7 450,-6-6 0,1 9-181,-6-7 91,4 3-270,-9-1 0,10-4 360,-16 11 0,-3 3 0,-3 4-1787,-4 3 1,-3 1 2146,-3-1-180,-4 7-226,12-7 1,-1 1-675,10-6 1,0-2-586,-7 5 1,3-3-2204,1 0 2428,26-23 720,23 0 0,35-33 0,-18 12 0,1 1 0</inkml:trace>
  <inkml:trace contextRef="#ctx0" brushRef="#br0" timeOffset="10052">10608 8565 8882,'-13'-14'2249,"2"3"-1890,11 11 361,0 0-270,5 0 89,2 0-179,5 0 0,17 0-90,-8 0 90,26 0-360,2 0 270,-2 0-2011,-12 0 0,-1 0 1561,13 0 270,7 0-1679,11 0 1500,-28 0-1,9 0-90,-22 0 180,-11 0 0,-1 0 2871,-6 6-2601,-6 0 1479,0 12-1119,0-4-91,-6 10 271,5-5-540,-10 0 89,9-2-269,-3-4-270,5 10 270,0-8 0,0 8 0,0-16-90,0 4-1979,0-4 1530,5 0-4948,2-2 4857,0 1 540,4-5 0,-9 16 0,3-4 0</inkml:trace>
  <inkml:trace contextRef="#ctx0" brushRef="#br0" timeOffset="10917">12122 8343 7533,'12'-24'1979,"0"5"-270,1-5-720,-1 11 180,-5-5-629,4 11 180,-10-3-361,4 8 631,0-14-630,-3 13 269,3-14-449,-5 16 0,0-5-540,0 6 450,-5-5-629,-2 4 359,-10-5-810,-24 17 451,0 8 359,-14 7 45,26-7 0,-1 3 494,-7 8 1,0 0-45,6-6 0,1 2 314,-9 12 1,2 4-277,10-5 1,5 0-175,7 2 1,1 0-90,-3-4 0,7-1 90,17 5 0,8-4-180,7-4-1769,24-8 0,18 0 0,-6-6 1499,-19-7 0,2-4 270,10-2 0,11-1 0,-1-5 0,-15-8 0,-18-15 0,-6-6 0,18-14 0,-1 1 0</inkml:trace>
  <inkml:trace contextRef="#ctx0" brushRef="#br0" timeOffset="15882">16934 8294 7533,'-6'-19'2248,"5"1"-1888,-5 11 360,1-3-540,3 8 90,-3-3-181,5 5 91,0 0 0,0 5-180,0 2 90,0 0-180,0 9 360,5-2-180,-3 5 0,9-1 810,-10 11-721,10-7 181,-10 18-270,4-14-90,-5 10 360,0 23-180,-5-16-45,2-2 0,-1-1-1427,-8 1 1292,5 13-64,-4-7-206,10-7-179,-4 8 269,5-22 0,0-3-360,0-11 270,0-5 0,0-1-449,0-6 1552,5 0-3262,2-17 2443,10-9 1,-8-34 0,-4 26-1,0-1 1</inkml:trace>
  <inkml:trace contextRef="#ctx0" brushRef="#br0" timeOffset="16317">16945 8245 7533,'-13'-34'2698,"2"-5"-2158,11 31-180,6-4 179,0 1-179,7 10 0,-1-4 180,11-1-181,-2 5-179,3-5 360,16 6-360,-11 6 90,24 6-180,-20 1 90,2 11-180,6 11-270,-7 11 270,-2 4 45,-18-15 0,-7 0 45,-11 1-90,-8 7 0,-4-1-180,-9-9-1516,-11 8 0,-1-3 1426,5-13-205,-7 2 1,-1-3 294,8-15-135,-5 1 0,1-3 135,11-7-359,-26-17 269,37 8-1080,-4-31-898,18 18 3023,12-2 0,34 7 0,13 10 0</inkml:trace>
  <inkml:trace contextRef="#ctx0" brushRef="#br0" timeOffset="17083">17438 8873 7533,'-14'7'180,"-2"9"1079,9-3-629,0 7 89,-4-3-359,10-4 539,-5 5 91,6-5-630,0 0-180,0-8 809,6-10-539,1-24-1080,-1-22 405,-2 17 0,-2-2 135,-2-21-269,0-6 449,0 40-450,0-11 180,0 27 0,5 1-270,13 6 360,3 6-360,14 1 181,-9 0-811,31 9 720,-25-8 360,12 2 0,2-2 0,-6-6 0,-5-3 0,0 0 0</inkml:trace>
  <inkml:trace contextRef="#ctx0" brushRef="#br0" timeOffset="17570">17807 8811 7533,'-19'-7'989,"6"2"360,8 5 360,5 0-1349,5 0 180,13 0-450,-3 0 90,31 0-90,-29-6-90,39 0 0,-38-7 0,16 1-180,-21-1 90,4 1-90,-3-6 90,4-6 180,-11 3 90,-2-2 90,-5 11-270,0 0 90,-5 5-90,-13-9 0,-3 13-90,-3-8-90,1 11 360,-13 0-180,7 5 180,-28 13 89,33-3-89,-21 30-180,30-22-90,-3 29 180,13-24 0,5 2 0,0-7 90,5-4-90,2 0 90,28 21-180,-18-22-225,10 4 0,3 1-1034,9 2 989,6 2-1529,-4-10 630,-22-11 539,4-6 270,-3 0 360,-1 0 0,-1-28 0,-6-5 0</inkml:trace>
  <inkml:trace contextRef="#ctx0" brushRef="#br0" timeOffset="18197">18226 8737 7533,'-7'-33'3508,"-4"5"-3059,9 21 991,-3 1-1260,5 6 1349,0 0-1349,0 6 89,0 12-179,0-3-449,0 19 269,0-19 90,0 8-180,5 1 90,-3-4-360,9 27 0,-4-8 450,0-6-90,4-6 0,-5-25 0,1 3 270,3-5-270,-3-5 90,11-19 0,-10 3 90,15-26 90,-21 25 90,9-7 0,-5 12-270,-5 3 90,5 2 0,-6 6-90,0 6-180,0 44-270,0-17 90,11 27 450,30-86 1079,-12-15 1,0-5-1035,-4 14 0,-2 3 449,-1-3 1,-6 16-1214,-16 52-991,3 22 1,5 5-540,4-17 1,1-2 2158,-4 6 0,4-7 0,21-16 0,-15-41 0</inkml:trace>
  <inkml:trace contextRef="#ctx0" brushRef="#br0" timeOffset="18520">18791 8688 7533,'-12'-25'8095,"10"72"-13582,10 12 5487,-4-11 0,5-1 0,20 3 0,-3-42 0</inkml:trace>
  <inkml:trace contextRef="#ctx0" brushRef="#br0" timeOffset="19137">19234 8713 7533,'-22'-63'5487,"-27"45"-5577,11-8 239,23 55 1,6 27 0,4-4-105,6-6 0,2-1-180,2 28 0,-14-16 225,-40-47-90,37-28 0,12 0 0,38 22 0,0 0 0</inkml:trace>
  <inkml:trace contextRef="#ctx0" brushRef="#br0" timeOffset="19571">19308 8910 7533,'63'-29'6296,"-44"18"-6806,33-13 0,21-10 1,-15 4 869,-15-3 1259,4-34 0,-22 16-1889,-53 71 0,-23 28 0,2-14-89,-21-34-721,46 54 1,11 26-1,16-18 631,31-31 449,21-14 0,16-5 0,-28-13 0,-42-18 0,29-28 0</inkml:trace>
  <inkml:trace contextRef="#ctx0" brushRef="#br0" timeOffset="19753">18939 8442 0,'-35'-23'0,"0"1"0,23 12 0,-17-21 0</inkml:trace>
  <inkml:trace contextRef="#ctx0" brushRef="#br0" timeOffset="25366">26987 8307 10051,'-14'0'0,"3"0"0,11 0 2879,0 0-2160,0 5-89,0 24-450,0-6 0,0 18 89,0 6-89,0-17 0,-5 22-90,3-5 0,-3-11 90,5 10-180,0-10 0,0-14 0,0 6-809,0-10 719,0-9-630,0 2 630,5-11-1619,-3-11 1259,9 8-1619,-4-19 1620,0 19-811,4-13 1260,-10 14 0,5-8 0,-6 3 0</inkml:trace>
  <inkml:trace contextRef="#ctx0" brushRef="#br0" timeOffset="34116">2831 10005 7892,'-26'0'1799,"8"-5"-1349,7 3-270,9-3 180,-3 5-180,5 0-90,0 0 90,0-6 89,0 5-89,0-10 180,5 4-180,2-6 0,6-4 360,-1 9-181,0-8 451,6 3-270,18-17-360,-13 8 89,22-7-179,-3 17-90,-6 5-359,15 2 179,-13 16 90,-11-8 180,2 18-180,-22-13 90,-2 21 0,-5-8 0,-5 9-270,-8-6-90,-22 23 270,6-12-90,-12 13 315,17-18 0,2-2-225,-9 3 270,0 5 0,-1 2 360,-7 9-271,1-2 1,15-11 270,12-27-90,9 4 89,-3-4 181,16-1-810,-3 0 270,20-6 0,-7 0-270,9 0 180,16 0-180,-16 0 0,33 0-1709,-23 0-1439,26-6 3238,-25 5 0,-11-21 0,-26 1 0</inkml:trace>
  <inkml:trace contextRef="#ctx0" brushRef="#br0" timeOffset="37950">6596 10041 9691,'6'-25'1709,"1"-4"-809,5 10-270,0-6-361,0 12-89,-5-3 180,-2 9-360,1-6 450,-5 1-360,4 5 0,-5-4 90,0 10-450,-5-10 180,-1 9-90,-7-3 0,1 5 90,0 0 0,-17 0 90,12 5 90,-39 2 90,32 0-90,-34 9-90,31-13 540,-14 14 179,-12 6-359,16-7-90,5 4 0,1 0 0,3 0 44,2 11 1,1 1-315,1 1 135,8 4 0,4 0-45,6-8 270,23 34-270,-8-34-90,10 1 0,2-2 90,0-1-90,15 3-990,16-1 900,-18-23 0,2-2 90,31 12-3013,-4-23 0,-2-8 3013,-5-1 0,-1-12 0,0-7 0,-24 6 0,1-1 0</inkml:trace>
  <inkml:trace contextRef="#ctx0" brushRef="#br0" timeOffset="40584">17192 9821 7533,'-5'-25'809,"3"11"361,-9-14-811,10 19 991,-5-14-901,6 16-89,0-4 270,0 10-450,0-5 179,0 17-179,0-3 360,0 32-360,0-17 0,0 24-225,0-12 0,0 0-225,0 16 180,0 9 0,0 1-450,0-8-39,1 2 1,-2-2 488,-4-15-360,3 20-179,-3-17 449,-1-13-450,5 3 270,-4-21-1439,5-15 1350,0-2-1440,0-22 1889,0 13 0,5-45 0,2 7 0</inkml:trace>
  <inkml:trace contextRef="#ctx0" brushRef="#br0" timeOffset="40982">17130 9697 7533,'-18'-48'2878,"10"9"-2428,-3 2 1079,22 8 0,19 21-1349,-6-3 270,26 17-270,-28 6-1,14 1 361,10 27-720,-16-17 315,3 10 0,-3 2-315,-7-3-45,-2 4 0,-2 2 46,-6-3-181,0 29 360,-19-35-270,-13 17 90,-1-26 180,-9 0-270,-17 1-90,-13-13 270,0 4 270,-4-12-270,41-1 360,-12-10-809,20 4-1,2-5-2069,23-5 1890,4 8 719,20-7 0,5 14 0,7 2 0,5-2 0,1-1 0</inkml:trace>
  <inkml:trace contextRef="#ctx0" brushRef="#br0" timeOffset="41604">17561 10362 8342,'-14'20'3508,"-2"-3"-3148,14-17 540,-9 0-631,10 0 91,-4-6 450,-1-11-540,-1 1 179,0-23-89,2-5-270,5 9-180,0-16 90,5 41-360,2-12 180,5 21 90,6-5-539,12 6-181,20 6 630,-4 1-429,2 0-21,-18 4 271,-6-10 89,7 5 90,17-6 360,-18 0-360,15-17 810,-31 7 359,-2-29-629,-6 17 90,-18-19-91,4 20-89,-10-2 630,-10 0-720,11 13 449,-28-6-449,23 21 0,-19 8 0,21 1-90,-14 36 90,24-24-585,1 10 0,2 2 135,7 3 90,11 19 700,-3-27-520,26 12-540,-12-28-629,30 11 809,-24-15-1709,30-12-1169,-13-8 3238,-5-7 0,-7-9 0,-20 4 0</inkml:trace>
  <inkml:trace contextRef="#ctx0" brushRef="#br0" timeOffset="42263">18201 10104 7533,'-14'-21'4227,"-8"-7"-3327,14 26 1528,-5-10-2068,8 12-360,5 0 90,0 6 90,0 1-540,0 5 360,0 12-539,0-9 359,0 13 0,0-3-180,5 1-360,-3 21 91,9-24 269,-10 11 180,10-16 270,-9-5-360,9 5 810,-10-11 179,10 4-449,-10-15-90,5 2-90,-1-10 180,-3-6-90,9 5 90,-4-21-90,0 17-1,-2-17-3301,1 9 3212,0 5 0,1-9 90,-2 10-90,-5 5 0,5-2 90,-3 9-90,3 0-180,-5 2 3392,0 10-3212,0 2-270,0 11-90,0 6 180,0-3 90,0 8-90,0-5 0,0-3-449,6 18 359,-5-22-90,5 12 270,-1-17 90,2-6-180,0 0 270,10-12 0,-9 0-90,15-29 0,-4-4-45,-3 1 0,-2-2 134,1-9 361,2 8 0,-1 3-360,-12 7 1079,13-10-629,-17 29-1,0 7-899,0 10 450,5 35-270,-3-9-315,0 8 1,1 3-361,-1-8 1,2 2 764,5 29 0,10-16 0,15-48 0,21-11 0</inkml:trace>
  <inkml:trace contextRef="#ctx0" brushRef="#br0" timeOffset="42921">18803 10079 7533,'-6'-20'6476,"0"8"-5397,6 67-1079,0-24-930,-2 13 1,-1 11 0,3-7-4108,9 11 4632,-9-16 0,3-4 405,9-19 0,10-64 0,-1-4 0</inkml:trace>
  <inkml:trace contextRef="#ctx0" brushRef="#br0" timeOffset="43567">19062 10116 7533,'-35'-30'6026,"57"91"-6745,-18-20 449,18 22 0,3 4-3622,-7-1 4072,-12-13 2569,-23-46-2120,13-21-1618,37-39 629,7 22-510,9 7 1,15-2-1,-6 3 1230,-10 7 0,-2-4 839,1-12 1,2-8-1,-10 3-569,2-19 269,-41 0 1,-16 10-91,-18 39-269,-28 27-1215,39 14 1,7 8 1785,1 6 0,11-1-1921,22-4 1,12-5-46,8-10 1,6-7-495,5-6 0,0-7 1349,-5-3 0,-14-10 0,-35-18 0,-37-10 0</inkml:trace>
  <inkml:trace contextRef="#ctx0" brushRef="#br0" timeOffset="43733">19062 9832 7533,'-48'-28'0,"53"-5"0,2-16 0</inkml:trace>
  <inkml:trace contextRef="#ctx0" brushRef="#br0" timeOffset="45196">26889 10054 7533,'-18'-31'4407,"10"-5"-4137,2 16 719,24-15-809,-3 20 450,30-13-360,-27 19-135,17 0 0,2 2-315,-9 6 180,29-5-270,-21 12 180,-14 6-270,7 2-3302,-22 14 3393,-7-7-387,-7 3 476,-5 0-415,-12 6 415,4-8 180,-8 6 0,-2 0 0,-2-4 494,-7 10 1,0 0-315,7-3 45,5-6 0,2 2 135,0 4 179,11 1 1,3-2-180,22-17 270,30 4-361,-4-16-44,14-2 0,1-3-2114,2-4 2418,7-1 0,-2-6 0,-12-20 0,-13 12 0,0 1 0</inkml:trace>
  <inkml:trace contextRef="#ctx0" brushRef="#br0" timeOffset="49399">2794 11580 7533,'-6'-19'1349,"-1"-4"-450,0 9-539,2 1 450,5-3-1,16 8-89,16-10-270,19 12-270,-12 0-270,1 6 180,-5 0-1,-6 0-358,12 6-181,-6 0 360,-2 7-450,-1-1 540,-14 0 0,-13-5-719,-27 15 89,-16-2 540,-9 6 90,7-6 0,0 0 270,-15 7-180,-1 0 0,22-6-180,21-14 270,7 0 90,11 9-180,3-13-1,21 8-178,-9-11 178,32 0-178,-22 0 178,39 5-89,-39-3 0,11 9 0,-18-10 180,-9 5-180,-2-1 270,-1 13-270,-9 2 90,-8 5 990,-24 20-856,3-24 1,-2-1-180,2 6 0,0-1 225,-26 10 0,6-12-180,19-9 360,-30 4-720,35-11-1709,-5-2 1979,28-5 0,28-11 0,12-2 0</inkml:trace>
  <inkml:trace contextRef="#ctx0" brushRef="#br0" timeOffset="69553">25622 1255 6993,'-14'-19'810,"3"1"-541,11 6-359,0 5 0,0 2 90,0-1-89,0 5 178,0-5-89,0 1 0,0 4 0,6-5 0,-5 6 360,4 0-270,-5 0 2519,0 0-2519,0 6 90,0 0-90,0 7-1,0-1 541,0 28-540,0-15 0,-2 20 0,-1 5 90,2-2-225,-2 17 0,0 1-45,3-6 90,0-1 0,0-3 270,0-12-180,0 24-90,0-46 270,0 1-180,0-12 0,0-4-180,0 0 0,0-1 270,-5-6-91,3 0-448,-3 0 179,5-6-1349,0-1 1259,0-5 0,0 5-1799,0-4 1619,0 4 450,0-5 0,0-1 0,0 1 0</inkml:trace>
  <inkml:trace contextRef="#ctx0" brushRef="#br0" timeOffset="70021">25609 1230 7533,'-6'-39'2338,"11"5"361,14 21-2339,1 1 89,9 5-359,-4 2 90,1 10 90,4 2-90,17 16 0,-23-8-135,7 7 0,-1 1-135,-12-5-360,22 38 270,-32-38 0,3 27 180,-11-30 270,0 9 0,-11-7-270,-3-3-180,-10 3-270,-23 7 270,17-9 45,-7 0 1,0-1-136,6-1 0,-32 5 180,36-11 0,-3-2-720,1 1 721,14-5-1,-3 5-540,12-6 180,6 0-2068,17 0 2518,4 0 0,15-2 0,9-2 0,0 1 0,1-1 0</inkml:trace>
  <inkml:trace contextRef="#ctx0" brushRef="#br0" timeOffset="70383">26187 1588 10411,'-7'-14'2519,"2"3"-1440,10 5-719,2 5 539,22-10-629,-7 9-450,36-9 360,-23 10-675,2-2 1,1 0-766,5 3 540,-5 1 1,-1-2-450,-2-4-3802,6 4 4521,-17-4 668,-10 5-938,3 0 720,1 0 0,-26 5 0,-2 1 0</inkml:trace>
  <inkml:trace contextRef="#ctx0" brushRef="#br0" timeOffset="70561">26175 1821 6723,'3'-12'0,"6"0"0</inkml:trace>
  <inkml:trace contextRef="#ctx0" brushRef="#br0" timeOffset="70821">26200 1821 7533,'-20'-12'3238,"8"0"-1259,1 5-900,10-4 0,-4 4 810,5-5-989,0 5-630,0 1 269,5 1-449,7 3-90,24-3-90,9 5-1349,17 0 1169,-12 0-719,-12 0 0,0 0 539,6 0-720,19 0 1,-20 0 809,-16 5-2608,18-3 2608,-34 3 360,11 1 0,-55-5 0,-8 5 0</inkml:trace>
  <inkml:trace contextRef="#ctx0" brushRef="#br0" timeOffset="71566">26581 1391 7533,'-14'-21'2878,"3"-1"-899,11 21-1619,0-5-270,11 6 899,41 6-809,-18 0-225,21 9 0,3 5-225,1 14 180,-6-7 0,0 0 720,1 12-270,-13-9 89,-36-7 271,-34 7-630,-6 2 0,-7 2-450,-5 2 0,0 0-585,-2 5 1,5-1-1710,13-8 1,8-4 1805,12-2 0,34-20 0,10-20 0</inkml:trace>
  <inkml:trace contextRef="#ctx0" brushRef="#br0" timeOffset="72523">27652 1305 7533,'-13'-25'2878,"1"0"-2068,0 6 449,-22-4-1079,16 15-855,-16 16 1,-4 11 539,12 10 0,2 6 90,-10 9 0,0 3-24,7 5 0,6 4 204,5 6 0,13 1-75,18-19 0,8 0 0,-1-3 344,-2 9 1,5-7-90,25-3 0,6-20 494,-11-38 1,-2-14-675,-5 0 0,-2-4-45,3 0 0,-4-6 30,-14 2 0,-3-5 0,-5 0-300,1-15 0,-13-3 539,-17 7 1,-11-3 0,5 5-270,11-2 0,-5 7-1484,-28 1 0,5 25-3374,33 39 4768,6-1 0,11 48 0,3 2 0</inkml:trace>
  <inkml:trace contextRef="#ctx0" brushRef="#br0" timeOffset="72740">27677 1624 7533,'-14'-6'4227,"8"6"-2518,19 12-1484,26 22 0,7 6-225,-6-2 0,-1-4 0,8 7 0,-4-4 0,-6-4 0,-1-1 0</inkml:trace>
  <inkml:trace contextRef="#ctx0" brushRef="#br0" timeOffset="73252">28870 1711 7533,'0'-19'0,"0"6"899,0 2 181,0 4-721,0 0 1,0 29-270,0 12-180,-5 22 0,-8-1-899,-6 0-900,-5-10 1169,-1-8 181,12-19 539,-4-13 0,10-32 0,-5-8 0</inkml:trace>
  <inkml:trace contextRef="#ctx0" brushRef="#br0" timeOffset="73819">29350 1514 5824,'7'-14'5397,"-2"-2"-5038,-5 14-179,0-3 180,6-1-180,1 5 90,5-5-90,1 1 359,32 3-584,-9 0 0,3-1 45,-2 2 0,1 2 90,2-1 0,-3 0-2852,-2 0 2852,-21 0 90,-4 5-90,-10 2 539,-16 33-1798,1 6-765,5-4 0,1 1 495,-2 17-270,17-1 1709,6-29 0,35-27 0,11-6 0</inkml:trace>
  <inkml:trace contextRef="#ctx0" brushRef="#br0" timeOffset="74603">30408 1464 7533,'-17'-19'-450,"-2"-4"720,0 15 90,1-8-91,5 14 451,-4-9-450,3 10 180,-15-5-270,20 6 179,-24 0-179,24 6 0,-26 11 0,20-2-90,-9 8 180,7 6-180,9-7 180,-14 41-180,20-26-90,-15 17 89,16 3 91,-5-20-225,12 3 0,5 1-134,3-4 223,15-1 1,6-4 45,2-14 315,8 0 0,3-9 0,-15-23 0,-1-5-46,32 0-224,-33-4 0,-5-6 135,6-24-180,-1 10-45,-12-10 0,-2-2-1923,4 6 1968,-11 4 0,-2-2-360,-3-18 180,-9 27 0,-3-1-90,-1-5 0,-3 1 360,-15-15-180,1 30 0,-2 6-1979,-4 12 990,-9-7-1980,22 34 2969,11 3 0,-4 40 0,4 4 0</inkml:trace>
  <inkml:trace contextRef="#ctx0" brushRef="#br0" timeOffset="74818">30360 1661 7533,'-28'-7'4407,"6"2"-3777,22 16-360,0 3-360,28 38 0,-11-21-315,11 6 0,2 0 135,-2-7 270,12 8 0,5-2 0,-9-19 0,2-3 0,20 12 0,0 0 0</inkml:trace>
  <inkml:trace contextRef="#ctx0" brushRef="#br0" timeOffset="93384">31677 1267 7533,'0'-13'-270,"0"-4"630,0 16-180,0-10-1,0 10 181,0-4-90,0 5-180,0-6 0,0 5 180,0-5-270,0 6 450,0 0 179,0 16-359,0-6 630,-6 40-721,5-20 91,-4 4 0,-1 2-3482,-1 11 2762,-6 18 405,2-12 0,-1 0-564,4-17 0,1 1 459,-2 9 0,-2 3 1,2-5 59,-4 13 0,3-18 0,2-3-270,1 1-16,-4-5 196,10-8-89,-5-12-1,6-6-180,0-6 90,6-6 3094,-5 5-3004,10-10 223,-9 4-493,9-5 620,-5 0 0,1-11 0,-2-4 0</inkml:trace>
  <inkml:trace contextRef="#ctx0" brushRef="#br0" timeOffset="93786">31664 1636 7533,'-21'-13'2428,"-1"-3"-1438,21 9-181,-5 0-629,12-4 0,17 10 0,-1-10-3842,19 9 3662,-15-3-787,4 5 966,1-6-1330,11 5 1062,-8-5-91,13 6-1619,0 0 1439,-11-5-630,16 3 357,-26-3-176,15 5 359,-19 0 1169,1 0 0,-61 17 0,-17 3 0</inkml:trace>
  <inkml:trace contextRef="#ctx0" brushRef="#br0" timeOffset="94149">31627 1846 7803,'-19'-14'1709,"6"-2"-1530,8 14 1081,5-8-811,5 8 361,13-9-540,-3 10 90,9-5-180,-1 6-1,-3 0 181,16 0-720,-10 6 360,4-5-809,27 10 719,-24-4-1394,15-1 0,0 0 1484,-8 1 0,11-10 0,6-5 0,-15-2 0,1 0 0</inkml:trace>
  <inkml:trace contextRef="#ctx0" brushRef="#br0" timeOffset="95047">32525 1686 7173,'12'-19'1619,"-5"6"-1439,-1 8 0,-6 5 90,0-6-1,0 5-89,0-5 0,0 6 180,-6 0 90,5 0 0,-10 0-361,10 0 271,-5 0-180,6 0 180,0-5-180,0 3 90,0-3-180,6 5-90,-5 0 270,21-5-450,-18 4 90,18-5-180,-4 6 180,-3 0-90,13 0 0,-3 0 90,1 6-540,20-5 451,-17 9-451,34-8 450,-39 9-450,32-10 451,-39 5 538,12-6 1350,-28 0-269,-8 5-541,-17 13-899,3-3-1079,-7 31-451,19-18 451,-1 20 1079,15-16 0,18-8 0,10-6 0</inkml:trace>
  <inkml:trace contextRef="#ctx0" brushRef="#br0" timeOffset="95586">33252 1452 7533,'-25'-14'1709,"11"3"-540,-3 17-989,16 0 540,-4 23-541,5-7 271,5 41-270,-4-26-315,5 14 0,-1 1 315,-3-5-1698,3 6 1,1-3 1247,-5-13-360,2 6 1,0-1-1,-3-15-771,0 35 1401,-6-53 0,-6 2 0,-7-18 0</inkml:trace>
  <inkml:trace contextRef="#ctx0" brushRef="#br0" timeOffset="96012">33214 1514 7533,'0'-36'1619,"-1"1"0,8-9-1259,7-3-91,9 31 541,18 9-270,21 11-540,4 10-90,-25 8 0,-5 3 90,-2 11 450,5 21-450,-25-29 989,-1 18-360,-42-17 1,-8-3-450,8 11-750,-10-16 1,-12-1-1,7-5-1409,-9 0 1979,-14 3 0,94-40 0,8 5 0,-1 0 0</inkml:trace>
  <inkml:trace contextRef="#ctx0" brushRef="#br0" timeOffset="153916">6054 11482 7533,'-6'-14'1079,"-5"-3"-899,9 16 360,-9-10-540,10 10 359,-5-5-269,6 1 0,0 3 360,6-9-270,-5 5 90,10-7-270,-4 7 360,0-11-91,4 15 361,-10-15-360,10 16 360,-9-10-450,3 9 89,1-9 91,-5 10-180,5-5 0,-6 6-540,0 0 180,0 6 180,0 1 180,0 11 0,-11 28 0,8-9-45,-5 3 0,-1 1-2125,2 1 2035,2-9 0,-2 4-45,-2 10 0,0 0-90,1 20 90,-4 0 0,2-3 0,8-17-505,-4-3 0,1-4 595,5-16-180,0 10 90,0-22 0,0-5-359,6-1 1991,-5-6-2712,5 0 1818,-6 0-2447,0-11 180,0 2 1529,5-14 0,-4 4 0,4-5 0</inkml:trace>
  <inkml:trace contextRef="#ctx0" brushRef="#br0" timeOffset="154804">6054 11420 7173,'-12'-20'1529,"5"-2"-1169,2 15-180,5 0 719,0-9-719,0 13 540,0-14-540,0 16 539,0-10-539,0 9 630,5-8-451,-3 3 271,14-5-360,-13-1 449,19 1-629,-14 5 90,21-4-90,-9 10 0,21-5-90,-13 6 0,7 0-180,12 11 90,4 9 90,1 0-180,0 9-89,-25-16 179,3 16 0,-16-14 90,2 8 0,-15-10-90,4-1 540,-15 6-450,1-4 89,-14 9-89,4-10-89,0 5-181,-15 0 90,-10 12 90,8-13 0,-20 21-90,40-34 630,-23 23-270,23-24-180,-7 13 180,11-9-91,-1 0 181,1 4-180,5-4 90,1 0 90,6 3-90,-5-8 0,3 25-90,-3-21 449,16 27-269,-3-25 0,10 10-90,-5-1-90,4-3 720,19 20-631,-13-18-179,22 19-90,-24-22-1079,31 27 989,-28-22-1799,21 21 1440,-31-25 269,-1 4-2788,-2 5 2068,-10-8 990,4 30 0,-32 6 0,10-13 0,-1-1 0</inkml:trace>
  <inkml:trace contextRef="#ctx0" brushRef="#br0" timeOffset="155884">6904 12048 14009,'6'-13'630,"0"6"-450,12-20-360,6-6 90,2-9 0,1-4 135,-3 8 0,1 0 134,2-5 1,0 2 180,-5 9 0,-3 4-270,-4 7 270,1 4-270,-10 19 674,-2 29 1,-1 14-315,9 22-1890,-5-19 1,0 6 0,3-6-135,5-11 0,1-4 1574,11 29 0,19-107 0,-30 11 0,0 1 0</inkml:trace>
  <inkml:trace contextRef="#ctx0" brushRef="#br0" timeOffset="156940">7962 11555 7533,'-17'-30'2968,"-8"-1"-2968,10 11-90,-23 18 0,-7 14 270,6 26 0,2 8-180,-10-9 0,2 5 419,13 9 1,4 9 0,9-4-105,10-5 0,14 1 164,15 13 1,15 4 0,12-22-8,-1-38 0,11-16 1,2-9-1,-1 3-248,-4 5 1,1 1 0,-1-5 0,-3-7-90,8-15 0,-1-8 0,-6-7 0,-10-2-936,-11-15 0,-12-5 1,-5 10 844,-1 20 1,-9 3-112,-27-26 1,-14 10-384,-12 34 180,-2 7 0,-12 2 0,5 7 270,8 18 0,4-3 0,0-17 0,12-10 0,30-10 0</inkml:trace>
  <inkml:trace contextRef="#ctx0" brushRef="#br0" timeOffset="168684">16982 11407 7892,'-7'-18'2069,"2"0"-1889,5 11 900,0-9-901,0 13 451,0-19-270,0 19 360,0-19-361,0 14 271,0-10-450,0 12 180,0-5-360,0 9 90,0-3-180,0 5-360,-6 32 360,-5-1-1741,-4 23 0,-1 6 1831,3-23 0,-1 0 0,-1 13 0,-2 6 0,2-6-174,4-8 0,1 0 204,-4 13 0,0 8 0,2-9-30,4-17 0,1-2 314,-3 26 1,2-8-135,8-33-90,7-3 0,0-17 3129,4 0-3309,-10-6-2428,16-28 1708,-9 9-2600,9-16 3050,-10 18-1659,4 10 1299,-10-10 720,10 9 0,7-31 0,9-2 0</inkml:trace>
  <inkml:trace contextRef="#ctx0" brushRef="#br0" timeOffset="169256">17007 11432 7533,'0'-38'1799,"-5"-14"-810,3 29 900,-9-22-1349,10 35 539,-5-17-899,6 24 719,0-8-719,0 11 0,6 22-90,-5 11-90,5 12-90,-6-3 135,0 14 0,0 0 45,0-5-240,5 3 0,3 10 0,1-14-119,2-16 224,1 6 0,4-9-135,2-31-180,-5-5 90,5-7-270,0-24 361,-4 8-181,9-25 360,-4 4 180,0 3-360,-1-13 270,0-1-180,-4 7 0,4-7 359,-12 24 1,0 2-180,6-10 585,-8 8 0,-1 2-136,3 7 91,-6-2-360,0 23 90,0 0-1,0 6-449,0 6 90,0-5 0,5 15 270,2 9-3572,0 2 3392,-1 14 0,-1 2 270,-4 18 0,9-8-270,-8 12 134,1-16 1,-1 0-45,-2 19-300,-1-18 0,-1 7 1,0-4-1117,1 5 0,0-4 1146,-1-1 0,-1-2 180,3-6 0,0-10-180,0-22-630,5-2 2480,8-16-4279,6-13 720,0 3 900,-1-9-1800,0-4 2699,-9 17 0,7-11 0,-10 22 0</inkml:trace>
  <inkml:trace contextRef="#ctx0" brushRef="#br0" timeOffset="169637">17684 11814 7533,'-30'-32'4947,"15"13"-2159,-13 3-2068,25 14-270,-13 2-270,9 7-990,-4 33 810,4-15-450,-4 43 540,9-32-360,-3 11-1259,5 5 1259,0-16-269,5 17-91,13-11 450,-3-14-90,13 0-90,3-10 181,-4-9 988,8-4-179,1-28 1978,-3-21-2158,-11 11 0,-2-2-1525,6-24 1525,-3-5 179,-16 4-3546,-1 11 2917,-6-9-741,-17 15 651,2 16 90,-20-7-738,-2 26 378,-1-3 180,1 22-397,-10 8-1582,26 14 0,3 4 2934,-15-2 0,60 22 0,35-52 1</inkml:trace>
  <inkml:trace contextRef="#ctx0" brushRef="#br0" timeOffset="170406">18374 11235 7533,'0'-35'1079,"0"13"-449,0-7 1798,0 6-1258,5 14-631,1 3-89,1 36-270,-2-1 45,-3 9 0,-4 3-45,-3 4-225,2 14 0,-1 2 45,-8 0-60,8-16 0,0 7 0,0-7-1564,-8 11 1534,8-8 0,1 1-180,-3 17 270,-5-55-540,-3-1 91,-21-60 359,13 12 719,-17 14-449,24 19 990,-25 10-271,12 13-179,-14 14 89,11 12 363,17-13 0,3 3-948,3 4 1,3 0-225,0 21 135,13-19 0,6-6-674,8-11-451,37 12-1214,-22-35 1,0-4 1663,13 1-1349,-4-14 0,-3-5 1889,-6-7 0,12-19 0,-20 10 0</inkml:trace>
  <inkml:trace contextRef="#ctx0" brushRef="#br0" timeOffset="170785">18472 11962 7533,'7'-40'1259,"-2"6"1260,1 5-631,-5 7-1078,5-8 1888,-1 12-2248,-4 12 720,-12 60-3104,5-2 0,3 4 719,4 1 1,7-3 1394,6-10 0,6-10-270,21-23 929,-7-49 1,0-27 0,-7 6 1183,-16 25 1,-2 1-2249,19-25 0,-7 23-2833,-29 75 1394,0 13 0,4 5 1664,12-5 0,6-6 0,9-5 0,24-24 0</inkml:trace>
  <inkml:trace contextRef="#ctx0" brushRef="#br0" timeOffset="171548">19197 11728 7533,'0'-30'7286,"-5"15"-8546,-40 15 2070,12 15-91,-5 0 1,1 5 719,-3 28-1934,47-12 1,9 2 808,0-1 1,4-2 45,14 2 0,-4-1 1079,-19 22-1169,-56-7-3733,-2-29 0,-3-4 3463,-3 5 0,31-52 0,70-17 0</inkml:trace>
  <inkml:trace contextRef="#ctx0" brushRef="#br0" timeOffset="172246">20182 11321 7533,'-18'-36'6206,"-1"37"-7149,7 33 0,3 26 0,1 8 1,2-11 897,-4-8 0,3 3-322,3 7 0,2 16 0,0 3 1,3-7-1,1-20-2511,7 1 3057,3-5 0,-6-16 1,-22-54-1,-11-26 1</inkml:trace>
  <inkml:trace contextRef="#ctx0" brushRef="#br0" timeOffset="172513">19739 11593 0,'-25'-35'2054,"-1"1"0,4-2-114,-4 0 1,7-1 847,30-6-1528,26-2-901,4 1 800,1 21 1,11 2-1,4 3-1991,-5 3 0,4 3 0,1 2 0,-2 4-1857,8 5 1,-1 4 0,-1 0 2688,8-8 0,0 0 0,-25 17 0,-37 32 0,-19 7 0,-9-18 0,0 0 0</inkml:trace>
  <inkml:trace contextRef="#ctx0" brushRef="#br0" timeOffset="172865">20318 11801 7533,'-42'51'7375,"19"-18"-7195,-6 26 90,24-29-1619,29 6 0,17 8 0,-2-12 1169,14-13 1574,11-9 0,-12-18 720,-50-31 0,-13-11-1890,6-8 1,-5 5-45,-11 20 0,-5 10 360,-19 16-1530,10 29-1348,2-10 1659,61 39 1,29-40-1,-8 0 1,-1 0 0</inkml:trace>
  <inkml:trace contextRef="#ctx0" brushRef="#br0" timeOffset="173218">20822 11432 7533,'-11'-41'4407,"3"18"-3058,-10-6-989,11 29 720,-4 40-901,10-14-359,-4 14 1,-1 10-241,2 6 0,-1 7 0,2-5 240,-2-7 1,2 2-121,-1 13 0,2 8 0,2-19-150,7-23-269,5 7-810,11-44 1529,3-31 0,-5-5 0,1-8 0,0-12 0,0 1 0</inkml:trace>
  <inkml:trace contextRef="#ctx0" brushRef="#br0" timeOffset="173454">21056 11321 7533,'0'-49'5846,"0"22"-3327,-6 16 539,5 19-2923,-5 42 0,1 11 45,3-9 89,-1 8 1,-1 13 0,0-9-322,1-25 1,0 0-159,-1 14 0,-1 8 1,2-3-2040,-2 5 0,3-4 125,5-12 1,5-5 2123,12 7 0,12-82 0,-2-23 0</inkml:trace>
  <inkml:trace contextRef="#ctx0" brushRef="#br0" timeOffset="174196">21265 11962 9062,'0'-14'1169,"0"-8"-719,6 19 449,11-19-539,20 14-180,8-15-540,16-2 270,-22 5-539,2-14 179,-22 7 900,-6 2-91,-30 1 1,6 17 90,-34 2 0,12 5 0,-33 16-91,25-6-89,3 7 0,1 6-90,-4 26 0,-2-7-225,28-7 0,6-1-45,4-6 90,22 30 450,14-24-360,3 3 89,29-9-89,-33-19-630,11-2 1,3-3-3149,7-10 3688,-14 2 0,-2-4 0,2-22 0,-14-8 0</inkml:trace>
  <inkml:trace contextRef="#ctx0" brushRef="#br0" timeOffset="174588">21659 11949 7533,'-12'-14'4047,"5"-2"-3597,-4 15 2698,10-5-2698,-11 6 540,11 11-1080,-4 3 359,5 38-1258,11-10 539,-9 7-1079,26-9 0,-2-30 1079,7-10 720,8-26-270,-21-7 90,-3 0 0,0-2 630,4-15-271,-6 3 1,0 0 450,-2 3 629,4-17-1080,-16 46 181,5-3-1080,-6 12 1,0 23 179,0-8 180,0 15-450,0-12-1169,0 28 1079,0-21-809,0 17 0,0 0 1079,0-15-1349,5 35 1259,-3-41 91,3 13 359,1-8 0,6-12 0,6-4 0</inkml:trace>
  <inkml:trace contextRef="#ctx0" brushRef="#br0" timeOffset="175005">22225 11814 7533,'0'-32'4677,"0"-3"-1889,0 9-2248,0 7 360,-11 3-2160,-14 14 631,-13 13-721,0 15 1081,8 12 179,17-6 270,8-4 89,10-9 765,38 22 1,9 3-225,-13 2-541,3 0 1,-15-1-359,-45-19-181,-20-7 0,-6-4 180,-1 0-450,9-3 0,3 0 361,13 0 179,-9 0 0,70-32 0,10-9 0</inkml:trace>
  <inkml:trace contextRef="#ctx0" brushRef="#br0" timeOffset="177333">23271 11359 7533,'26'-45'1259,"-8"15"-1079,-7 13 719,-4 5-719,-1-2 0,5-4 0,-9 6 0,3 5-270,-5-4 90,0 10 0,0-5 0,0 6 180,0 0-90,0-5 90,0 4-180,-5-5 180,3 6-90,-9 0-270,10 0 270,-10 0 179,4 0-269,-11 0 180,-6 16-90,3-6 180,-13 18-90,14-8-90,-5 10 1079,-9 18-899,17-18 0,1 3-708,-6 13 1,0 5 527,2 6 0,3 3 0,3 6 0,4 0 45,2-13 0,3 2-540,8 16 1,5-4 404,7-6-765,-2-16 0,4-4-834,19 0 1599,13-13 0,9-15 0,8-16 0</inkml:trace>
  <inkml:trace contextRef="#ctx0" brushRef="#br0" timeOffset="182864">23714 11580 6363,'0'-14'630,"0"3"-450,0 6-90,0 4 0,0-10 90,0 9-90,0-3 90,0-1 629,0 5-539,0-5 809,0 1-719,-6 3 360,5-3-450,-5 5 89,6 0 451,0 16-91,-5 32-809,2-9 1,-1 5-496,-2 22 0,0 1-653,2-21 1,1-1 1147,-1 8 0,2-4-2424,8 6 1435,-5-20 1079,16 10 0,-3-53 0,10-1 0</inkml:trace>
  <inkml:trace contextRef="#ctx0" brushRef="#br0" timeOffset="183155">23985 11949 7533,'-13'-20'4137,"6"3"-2877,-4 17-451,10 0-629,-10 6-360,10 6 90,-5 2 180,1 4-1889,3 10 1619,-3-11 180,0 17-3418,3-4 1259,-3 3 2159,5-2 0,0-13 0,0-12 0</inkml:trace>
  <inkml:trace contextRef="#ctx0" brushRef="#br0" timeOffset="184282">24293 11593 7533,'-6'-27'2878,"-1"4"-2878,0 16-90,2 2 0,5-1 0,0 5 360,0-5 450,5 1 269,-3 3 90,9-8-449,1 8-270,18 2-180,-9 2 0,19 14-180,-14-2 90,0-1 90,3 9-270,-15-13 180,-2 3-360,-1-1 180,-10-4 180,5-1 0,-1 5-90,-3-9 0,3 3-90,-5 1 0,-5-5 180,3 4-90,-14 1 0,8 1-360,-32 16 540,17-8-90,-8 7 0,-1 1 0,2 0-90,-2 9 0,1 0 0,8-8 45,-1 7 0,2 0-45,13-13 359,-13 21 1,21-25-180,1 9 0,12-15-90,-4 3 989,19-6-899,-17-3 0,30 3 0,-18-5-270,19 0-1079,-15 6 179,9-5-1168,-14 5-271,2 5 2429,-11-9 0,-27 20 0,-6-8 0</inkml:trace>
  <inkml:trace contextRef="#ctx0" brushRef="#br0" timeOffset="184733">24699 11297 7533,'0'-35'5577,"10"18"-4408,10 11-675,7 34 1,4 20-675,-5 0 0,0 8 1,-1 0 149,-2-8 0,-1 1 0,-6 5-375,-4 9 0,-4 7 0,-7-2 1,-9-10 179,-26-1 0,-8-7 225,15-5 0,0 2 0,-2-12 0,-9-16 0,4-11 0,14-8 0</inkml:trace>
  <inkml:trace contextRef="#ctx0" brushRef="#br0" timeOffset="186867">27160 11555 7533,'-7'-19'1349,"-4"1"-989,10 6 269,-5 5-269,6-3-180,0 8 630,0-9-271,0 10 1,0-5-360,0 6 270,0 6-181,6 12 271,0 19-540,1-4 180,-1 25-180,-3-17 0,-1 1-315,2-4 0,-1 1 225,0 16 1,1 2-991,2-1 1,-1-4 719,-3 14 225,1-26 0,-1-6-764,-2-16 359,0-12 180,0 0-1259,6-1 1619,-5-3 0,26-24 0,0-13 0</inkml:trace>
  <inkml:trace contextRef="#ctx0" brushRef="#br0" timeOffset="187099">27529 11962 7533,'0'-25'2968,"5"0"-2428,-3 12 1708,3 2-1438,-5 11-720,0 5 0,0 2 90,0 5-450,-11 28-270,8-16 360,-13 34 180,9-25-1799,0 4 90,-4 4-360,10-20 2069,-5 14 0,39-33 0,9 2 0</inkml:trace>
  <inkml:trace contextRef="#ctx0" brushRef="#br0" timeOffset="187570">28008 11715 7533,'14'-35'2218,"0"-1"1,7 3 0,3 1-1860,-1 5 1,2 2 45,7 0 0,-1 6-45,2 11 449,31-4-719,-27 6 180,1 7 0,-2 4-270,-17 1 180,19 18-90,-36 7-990,-8 7 90,-14 0 1,-6-1 719,-7 3-90,-9 6 1,-6 4 718,7-12 1,0 0-180,-6 10 0,2 0-181,7-9 1,7-3 540,9 16-360,42-27-180,6-12-360,10-2 180,-5-11 0,23 0-1889,-9 0 989,10 0-1348,9 0 2248,-21 0 0,16 6 0,-22 1 0</inkml:trace>
  <inkml:trace contextRef="#ctx0" brushRef="#br0" timeOffset="198018">3101 13143 7533,'5'-19'180,"-4"1"-1,11 11 181,-6-9 180,1 13-180,-1-13-180,-6 14-90,5-3 449,-3-1-539,3 5 270,-5-4-180,0 5 180,6 0 90,-5 0-270,5 0 90,-1 0-90,-3 0 89,3-6-89,1 5 0,-5-5 0,4 6 0,-5 0 270,0 0-540,0 6 90,-5-5-180,-13 26 180,3-16-45,-9 16 1,-3 2 44,-3 1 0,-9 10 0,-2 1 0,-3 3 359,-2-1 1,0 0-90,2-6 45,15-11 0,0 0 405,-18 10 269,13-15-629,3 3 90,8-19-360,22-5 180,-4-5-180,5 3 90,5-3-180,-4 5-90,16 0 180,-14 0 270,24-6-90,-17 5 89,35-10-179,-16 4-270,35-11 91,-23 10 89,-3-3 0,-1 1 89,0 1-764,0 3 1,0 0 494,-7-5-809,11 9-1,-13-3-179,-12 5-270,13 0 90,-21 0 1349,3 0 0,-28 5 0,-3 2 0</inkml:trace>
  <inkml:trace contextRef="#ctx0" brushRef="#br0" timeOffset="198268">3200 13143 7533,'-6'-42'1349,"5"14"-90,-5-6-989,1 26 719,4-3 361,-5 11-990,6 0 629,0 27-719,-5-9-90,4 20 0,0 3-90,-10-1-1,7 13 1,1 2 90,-4-3-810,4 11 1,1 0 269,2-3-1529,4 4 0,3-2-1100,1-11 2989,-1-13 0,4-6 0,7-18 0,1-10 0</inkml:trace>
  <inkml:trace contextRef="#ctx0" brushRef="#br0" timeOffset="202870">7051 13155 7533,'5'-19'1079,"-3"1"-809,3 11 90,-5-4 269,0 10-269,0-10 90,6 10 0,-5-4 179,5-1-449,-6 5-90,0-5 0,0 6 1259,0 0-899,-6 0-360,5 0 0,-15 0 0,13-5 180,-24 3-540,17-3 0,-19 5 270,16 0-90,-5 0 0,-5 11 90,2-8 180,-14 18 0,14-12 0,-13 14-90,19-4 270,-19 11-360,19-9 629,-14 18-539,21-17 540,-14 30-540,19-29 449,-8 33-359,11-32-180,0 27 180,5-29-270,-3 13 360,20-6-180,-13-1-90,31 13 90,-18-15 0,35 4-180,-21-11 180,12-7-90,4-6 90,-17-6-225,10-5 0,2-1 45,-1-2 180,-3-5 0,1-3 90,6-15 180,-21 4 0,-2-1-271,12-13 541,-20 4 0,-4 0-270,-1 0 539,-7-5 1,-2-2-361,-5 0-89,-7-10 0,-4 0 179,-9 7 1,-5-9 0,-2 3-271,-9 15-224,-6 5 0,-2 3-225,-1 10 180,-1 9 0,0 4-4497,9 7 3057,-20 12 1350,25 13 0,11 12 0,5 6 0</inkml:trace>
  <inkml:trace contextRef="#ctx0" brushRef="#br0" timeOffset="206262">17451 13082 7533,'-7'-20'359,"1"8"-359,6 1 0,0 10-89,0-10 358,0 9-449,0-9 180,0 10-89,0-5 178,0 6 181,0-5-270,0 3 630,0-3-630,0 5 1169,0 0-269,0-5-181,0 3-539,0-8 270,0 8 360,0-3-541,0-1 181,0 5-270,0-4 450,0 10-450,0 2 179,-5 22-269,3-8-90,-9 26-90,4 7 0,-5 5-108,8-24 0,1 2-207,-2 6 0,-1-2-2710,-1 26 2980,4-29 0,-1 2-868,1 2 1,1-2 822,2 5-630,5 18 181,2-38 147,6-12 302,-7-2 1663,0-11-2292,-1 0 2086,-3-5-1277,9-8 0,-4-17 0,5-8 0</inkml:trace>
  <inkml:trace contextRef="#ctx0" brushRef="#br0" timeOffset="206687">17413 13131 7533,'0'-66'764,"0"19"1,0 4 134,0 4 0,8-1 1,1 0-360,0 4 989,25-21-1079,-19 40 629,25-10-719,-23 25 360,28 8-540,-23 2 269,29 32-269,-22-11-225,3 2 0,-1 2 225,-6 8-450,1-6 0,-2 0 270,-9 6-360,-5-6 1,-2 0 179,-3 6 0,-15 17 90,-4-25-90,-10-3-90,-18-7 90,14-9 90,-19 4 180,-11-11 90,19-2-45,-6-4 0,0-2 135,12-4 90,-35-7-360,46-2-360,-7-4 540,22 6-2789,12-1 2250,4 7-2520,25 0 2250,-12 6 629,13 6 0,0 4 0,4 3 0,4 3 0,0 0 0</inkml:trace>
  <inkml:trace contextRef="#ctx0" brushRef="#br0" timeOffset="207199">17770 13684 7533,'-13'19'3778,"1"10"-3419,5-19 1081,2 12-1261,5-21 811,5 5-900,-3-12 90,14-11 0,-8-4-360,5-9-90,3-17 270,-7 17-45,2-4 0,1 0 135,-4 9 180,14-37 0,-14 45-91,15-23-89,-9 32-180,20-3 90,-17 16-539,39 8 539,-31 0-540,31 5 450,-34-5-90,12-6-180,-3 4 540,-9-10-180,12-6 630,-26-9 629,3-22-359,-16-8-361,-2 5-179,-11 3 270,-7 13-450,-1 9 0,-4 2 359,-22 17-359,21 9 90,-4 2 0,1 4 180,6 12-270,-8 5-360,20-3 0,3 1 180,4 4-720,1 7 1,5 0 539,15-3-900,18 15 810,-2-26-854,3-14 0,1-1 764,-1 4-1259,26 2-630,-9-11 1799,-12-5 450,16-2 0,-26-21 0,4-4 0</inkml:trace>
  <inkml:trace contextRef="#ctx0" brushRef="#br0" timeOffset="207835">18484 13476 7533,'-5'-31'4857,"3"11"-3328,-3-4 180,5 17-809,0 2 89,0 5-269,0 0-361,0 16-89,0-6-540,0 30 270,0-7-1439,0 21 1169,-6-9 180,5-2-1079,-5-2-180,6 8 989,6-14 90,1-1 90,5-28 270,1-6-90,-2-11 180,2-2-180,4-28 270,-3 6-180,-2-7 90,5 1 270,-14 19 269,13-28-269,-9 26 449,0-11-539,-2 23 360,-5 6-270,-5 17-810,-2 8 270,0 7-450,-4 20 540,10-17-540,-5 7 91,6-2 269,6-18-270,-5 13-270,21-6 361,-12-13-1,18 7 810,-14-17-271,20-34 1,-17 15 0,17-33 225,-19 22 0,0-4 89,9-15 1,1-2-360,-4 10 0,-1-1 360,8-15 0,-4 6 1034,-9 15-1170,1 1 271,-16 29-270,0 24-270,0 13 180,0 2-1709,0 30-450,-5-31 944,4 10 1,0 1-226,-4-11 405,4 14 1,2-1-1035,-1-13 45,2 7 0,1-4 1754,-1-17 0,31-18 0,1-34 0</inkml:trace>
  <inkml:trace contextRef="#ctx0" brushRef="#br0" timeOffset="208033">19197 13426 10051,'-13'-19'5127,"-3"6"-1349,9 8-3238,0 5 719,2 11-2248,5 41-3509,0 4 4498,0-15 0,0 3 0,0-2 0,0-1 0,0 0 0,0 1 0</inkml:trace>
  <inkml:trace contextRef="#ctx0" brushRef="#br0" timeOffset="208825">19567 13438 7533,'-11'-30'4947,"9"10"-270,-26-25-3867,13 27-181,-10-11-1078,13 29 89,1 18 0,9 19 270,-3-9-135,11 26 0,4 9 1709,-2-14 1,-1 0-1081,2 6 1,-4-4-135,-6-2-450,-8-71-899,-2-15-181,28 12-224,30 17 0,8 4 1484,3-7-180,-10 9 0,8 1 0,-3-8 1019,-7-14 1,-3-9 0,-3 2 104,1-1 1,-3-1-1313,17-16 1,-17 0 726,-45 13 1170,-26 31 1,-6 13-1980,-11 34-45,10-14 0,3 6-899,16 9 0,13 4 314,16-4 1,11-1 1079,13 5 0,5-10 0,11-13 0,12-19 0</inkml:trace>
  <inkml:trace contextRef="#ctx0" brushRef="#br0" timeOffset="209006">19480 13082 7533,'-58'-36'0,"48"19"0,-7-5 0</inkml:trace>
  <inkml:trace contextRef="#ctx0" brushRef="#br0" timeOffset="211062">27516 13045 7533,'-5'-20'1259,"-2"-3"-539,0 10-1,-4-11-269,10 16 269,-10-19 1,10 22-270,-4-17 90,5 10-181,5 4 91,13-14-270,2 14 90,5-10-90,9 6-90,-7 5 90,10 1-3662,-1 6 3482,-5 0 90,6 0-90,-5 0-180,19 6 180,-4 1-360,9 11 90,-13 1 90,-24 6 90,-8-6-180,-11 4-89,-11-4-271,-3 0 270,-11-1-90,-10 0 1,2-5 179,-4 5-270,-15-5 540,17-7 3212,-13 5-3212,1-9 180,19 3-270,-14 1 630,12-5-270,10 5-180,-4-6 989,17 0-809,2 0-180,5 5 539,5 2-359,2-1-180,11 5 450,13 2-450,-4 0 180,14 5 0,1 6-91,-2-9-1740,-8 1 0,0 2 1741,4 2-360,16 5 90,-26-2 180,9 7-270,-14-3 180,-3 9-90,-18 0 180,-7-9-90,-11 9 0,-23-1 0,5-8 3392,-23 9-3212,5-6-90,21-16 0,-3-2-45,-3 1 0,-2-1 0,0-5 0,1-2-135,3-1 0,0-3-1709,-30-12 1529,33 3-2518,7-4 2788,27 1 0,27-17 0,7-12 0</inkml:trace>
  <inkml:trace contextRef="#ctx0" brushRef="#br0" timeOffset="230032">3163 14718 7533,'-7'-14'2698,"-4"-2"-2338,9 9 0,-3 0-90,5 2-91,0 5 181,0 0 360,-6 0-720,5 0 270,-16 0-270,15 5-360,-25 2 360,17 5-450,-24 6 270,19-4-180,-20 15 360,21-14-269,-15 13 179,21-14 90,-8 10 180,14-11-1,-3 10 1,10-9 0,8 9-180,0-9 180,5 4 270,16 10-360,-11-11 0,6 5 0,0 1 0,-6-7 0,22 35 0,-30-28 899,3 35-809,-13-30 629,-16 24-719,3-24 540,-31 7-450,21-21 360,-33 2-720,29-15 270,-24-1-180,18-6 90,-12-12-360,19 4-1169,-3-4 899,12 12-2068,5 0 1528,2 6 1170,16 0 0,46-5 0,-17 1 0,-1 1 0</inkml:trace>
  <inkml:trace contextRef="#ctx0" brushRef="#br0" timeOffset="230249">3089 14841 7533,'-45'-43'7465,"14"0"-6295,42 6-810,11 11 269,37-8-179,-1 13-1080,-6 6 1,2 0 388,-16 5 0,1 1 241,6 4 0,5 1 0,-2 1 0,5-3 0,0 1 0,-4 3 0,0 0 0,-1-1 0</inkml:trace>
  <inkml:trace contextRef="#ctx0" brushRef="#br0" timeOffset="233330">3335 14681 7533,'-7'-19'-180,"2"7"630,5 7 179,0-1-269,0-1 90,5 0-180,2-4-91,6 4 91,-6 0 270,9-4-360,-8 4 0,9 1 90,-4-5-90,-1 10-1,0-10-179,1 10 0,-1-10 180,1 9-539,-1-3 359,-6 5-270,5-6 0,-4 5 360,0-5-90,-2 6 360,-5 0-360,0 0 0,-5 0 0,-2 6-90,-5 1 0,-6 5-90,5 0 270,-5 0-360,0 0 270,-1 6 0,-1-4-360,-8 15 180,7-14 180,-9 13-225,2-2 0,-1 0 225,-10 13-90,0-1 1,-2-1-1863,-6 3 1952,21-17 0,-2 1 0,-4 6 0,-1-1-159,2-3 1,-2 2 202,-7 11 1,-1-1-45,7-13 0,0-3 90,6 4 0,1 0 90,0-1 0,1-2 0,-13 12 90,-9 12-180,5-11 180,16-14-90,-7 6 269,15-16-269,5-5 270,-2-1 1701,25-12-2241,-6-1 180,15-5-90,-1 0 90,-3 0 388,20-12 61,-1 4-449,0-5 90,23-9 360,-4 7-720,-4-5 180,2 9 0,-20 11-270,14-1 360,17 1 90,-8 5-90,0 2-90,6-1-2034,-11 5 2034,17-10-944,1 4 944,-13-5 89,7 0-89,4-1 90,-21 1-90,10 0-90,-23-1 2057,-5 1-2146,-6 5 1100,-6 1-1191,-13 1-269,-1 4 89,-11-4 180,11 5-809,-10 0-720,4 5 1349,0 2-180,-4 10 1,10-9 179,-5 9-540,6-5 631,0 2 359,0 4 0,17 5 0,4 3 0</inkml:trace>
  <inkml:trace contextRef="#ctx0" brushRef="#br0" timeOffset="233554">3532 14804 7533,'-43'-49'1709,"10"22"-810,-2 10-809,16 24 180,1 22 0,6-7-90,0 19-135,5-7 0,2 1 135,-8 18-270,9 14 0,1 2-719,-2-6 179,4 6 1,2-1-1734,4-11 2318,-2-13 0,1-1-1843,14 19 1348,1-10 540,0 2 0,4-56 0,-4-9 0</inkml:trace>
  <inkml:trace contextRef="#ctx0" brushRef="#br0" timeOffset="235347">3236 13082 7533,'-37'-13'1529,"6"12"-1259,-10 46-180,14-5-2702,0 15 0,2 5 2567,10-25 0,1-1 0,-9 15 0,-1 3-450,0 5 0,0-1 405,4-15 0,0 1 0,-7 16 0,0 2-45,5-7 1,2-4 178,6-14 1,1 0-135,-1 8 1,4-5 1059,5-18-430,16-4 474,13-16-564,4-5-180,18-7 180,14-24-630,1 2-3,-21 9 0,3-3 362,7-8 1,1 0 303,-11 10 0,2-4-528,2-3 0,8-6 0,0-2 0,-6 6-474,7 0 0,1-2 573,-7 4 0,8-7 0,3-2 0,-3 2 0,-7 8 36,9-5 0,1 3 89,-4 0 1,9-4 0,-1 2 0,-8 7 0,0 8 0,-2 4-240,-7 0 0,2 0 0,-3 6 185,4 10 0,-6 7-935,17 19 540,-27-3 1,-5 5-181,-1 36 495,-13-11 0,-2 2-90,-5-18 0,0-1 270,4 25 0,3-5 596,7-11-507,8-8 1,7-4 45,31-10-38,-27-8 1,4-4-413,15-12 0,0-7 374,-17 2 1,0-1-375,8-4 0,4-3 1,-3 1-1459,-2-2 1,-1-1 1517,-3 2 0,2-1 0,0-1-120,4-2 0,1-2 0,-3 1-337,9-6 0,4-1 374,-4 4 1,9-1 0,-1-1 0,-7 3-691,4-3 0,-3 0 743,4 1 0,4 0 0,-5 2 60,1 2 0,-6 3-508,-13 3 0,0 2 598,6 2 0,-1 2 436,-10 4 0,-5 3-526,14 12 672,4-3-492,-17 32 90,-13-11 1966,7 18-1966,-22 12 0,-1-11-136,-6-13 1,0 1-45,0 6 0,0-1 0,0 23 45,7 1 0,7 1 1202,3-29 1,5-2-1338,17 13 0,6-6 235,-6-20 1,7-8-206,16-9 0,11-7 0,-7-1-1549,-5-3 0,0-2 1549,2 1 0,7-3 0,1-3-210,-12-3 0,2-3 0,-1-2 0,-3 2-213,0 0 0,-3 0 1,5-2 356,-1 1 0,7-3 0,2 0 0,-2-1 0,-7 3-454,1-1 0,-6 0 1,2 1 511,-6 3 1,2 0-1,0 0 1,1-1-23,3-1 0,1-2 0,-1 1 0,-3 2-117,0 2 1,-4 1 0,7-1 205,1-1 1,8-2 0,2 0 0,-3 2 0,-9 2-90,12-1 0,-1 3 135,-1 3 0,8-1 0,0 2 0,-13 3-225,-12 5 0,-2 4 60,4 3 0,4 2 0,-6 4-240,-10 7 1,-4 3 134,-2 0 0,0 3-45,3 7 0,-3 2 0,3 8 0,4-1 0,3 1 90,-14-16 0,2-1 405,26 13 0,2-3-315,-21-16 0,2-3 389,15-4 1,9-4 0,-6-2-255,-8-3 0,2-4 0,10-3 0,12-3 0,2-2 0,-6-1 65,-1-3 0,-5-1 1,6-3-201,-10 3 0,3-1 0,3-2 0,0 0 0,-3 0 0,7-2 0,0 0 0,-2-1 0,-2 0-23,-6 2 1,-2-1-1,0-1 1,1 1-132,-4 1 1,3 0 0,0-1-1,-2 1 1,-4 1 93,10-2 0,-5 0 0,5-1-30,0 1 0,6-2 0,2 0 0,-2 0 0,-7 4 330,-1 1 0,-6 3 1,6 0-277,-1 0 0,7-1 0,2 0 0,-2 3 0,-6 5-203,8 6 1,-6 6 0,-1-1 238,0-4 0,-1 1 0,-3 9-150,-2 17 0,-4 10 0,-9 2-7,-7 7 1,-7 3 201,4 8 0,2 0-105,-4-17 0,4-2 0,-1-7 60,1-6 0,6-6 93,6-2 0,11-1 1,1-2-1,-5-3 132,13-2 0,5-5-11,-10-2 0,8-2 0,7 0 0,1-3 0,-1-1-214,-8-3 0,2-2 0,0-2 0,1 0 0,-2 0 0,0 1-28,-8 2 0,-1 1 1,0-1-1,0 1 1,1-1-1,2 0 2,2-2 0,5-1 1,1-1-1,0 1 1,-3-1-1,-4 2 0,-7 0-34,11-1 0,-8 1 1,5 0 29,-8 3 0,6 0 0,3-1 0,-1 2 0,-2-1 0,-8 1-90,8-2 0,-7 1 0,8 0 30,-7 2 0,8 0 0,3 1 0,1 0 0,-4 1 0,-8 0 0,9 2 0,-8 1 0,4 1 112,5 3 1,4 1 0,0 2-1,-4 1 8,5 3 0,-4 2 0,-4 1-30,-13-1 0,-3 0 0,2 1 120,12 3 0,2 2 0,-8-3 478,-14-5 0,1 0-568,23 2 0,10 2 0,-7-4 272,-14-5 1,5-2-49,-9-1 1,12 1 0,5-1 0,2 0 0,-5-1 0,-8-1 214,3-1 0,-8-3 1,10 1-381,-6 1 1,8 0 0,5 0 0,3 0 0,1 0 0,-2 0 0,-4 0-120,0-1 0,-1 0 0,-2 0 0,0 0 0,-1-1 0,0 2-24,6-1 0,-1-1 0,-1 2 0,2 0 1,2 1-157,-1 0 0,3 1 0,2 1 0,-1 0 0,-4 3 0,-6 1-587,-2 4 0,-4 3 0,-4 0 0,0 0 707,14 2 0,-3-1 0,-2 7-334,-2 7 1,-4 5 0,-10 3 108,-14 5 1,-7 1 314,-2-7 0,2-1 135,10 8 0,11-7 824,13-23 1,13-12-1,4-1-740,-10 3 1,4-2-1,1 0 1,1-2-112,-15 0 0,1 0 0,0-1 0,2-1 0,3-1-6,-4-1 1,4-1 0,3-1 0,0 0 0,-2 0-1,-3 0 1,-6 1 56,1 0 1,-6-1-1,0 1 1,8 0-199,2 1 1,6-1-1,5 0 1,2-1-1,1 2 1,0-1-1,-3 2-218,-4 0 0,0 0 0,0 1 0,-1 0 0,0 1 0,0 0 0,-2 1-88,7 1 0,-1 1 0,-1 0 1,-1 1-1,0 0 0,-1 0 255,-4-1 0,2-1 0,-1 0 0,-2 1 0,-6 2 1,-8 4-361,23 12 0,-21 10 707,-34 11 0,-4 5-257,15-3 0,4 0 404,0-1 1,4-4-1192,6-9 1,4-10 1325,0-13 1,13-8-154,-15-1 1,11-2 0,9-3 0,5-1 0,5-2 0,2 0-1,-1 0 1,-2 1 0,-5 1 0,-6 2-327,5 0 0,-6 1 0,-3 2 0,1-1 0,6-1 0,10-2-87,-21 3 1,5-1-1,5-1 1,4-1-1,3-1 1,2 1-1,3-2 1,1 1 0,0 0-1,0-1 1,0 1-1,-2 1 1,-2 0-1,-3 0 1,-3 2-1,-4 0 1,-5 2-334,23-2 0,-6 1 0,-5 2 1,-2 1-1,-2 0 0,3 0 0,2 1 120,-6-1 0,5-1 0,1-1 0,1 1 1,-1 1-1,-3 1 0,-5 2 0,-7 2 1,-9 4-63,39 13 1,-38 10 121,-71 25 365,-19-20 0,-14 0 0,22-8 0,33-13 0,-18 23 0</inkml:trace>
  <inkml:trace contextRef="#ctx0" brushRef="#br0" timeOffset="238420">6411 14570 7533,'0'-20'359,"0"-2"1,0 10-180,0-2 90,6 2 270,-5 1-360,4 4 0,1 0 179,-5-3-359,5 8 180,-1-3 180,-3-1-270,3 5-90,-5-5 270,6 6-180,-5-5 90,5 3-90,-6-3 179,0 5 451,0 0-450,-6 0-270,5 0 180,-5 0-270,6 0 180,0 0 180,-5 0-180,3 5 269,-3 13-179,-1 2 90,5 16-180,-5-5 180,1 12-240,-2 8 0,-1 14 0,0-6-668,3-13 1,-1 1 614,-2 3 1,-1 9-1,0 0 1,2-11-936,6-9 1,0-4 1002,-5 7 0,1-1-135,5 20-1120,0-27 1031,0 5-1,0-31-630,11 14 975,-9-19-3583,26-14 4004,-19 6-586,9-22 0,-7 9 0,-5-9 0</inkml:trace>
  <inkml:trace contextRef="#ctx0" brushRef="#br0" timeOffset="239086">6461 14607 7533,'-13'-42'899,"6"14"1,-4-16-630,10 27 359,1-17-269,1 20-90,10-4-90,-4 6 269,11 0-269,-4 0-3302,9-1 3212,-9 7 270,20-5 90,9 4-270,-1 0-1,-5 8 1,-1 3-360,1 5 180,3 5 0,1 6-45,-11 1 1,-1 1-91,0-2 0,0 1 45,-4 9 0,-4-2-433,-7-6 433,-3 12 3223,-11 7-3133,-17 5 0,7 5-3223,-18-16 3223,-2 0 0,2-19 0,-2 13-90,-10-6 90,17-13 343,-18 11-163,0-14-180,12 6 0,-17-1 540,3-5-1,-7 4-449,5-10 90,-1 10 0,25-4 180,-8 0 180,10 9-271,0-8 1,2 10 270,10 0-540,1-4 0,6 9 180,17 7-90,-8-8 90,36 17 0,-22-18-90,29 9-1,-2 0-89,-4-9 90,7 7-1169,6-3 2190,-17-4-1201,17 2-2854,-16 0 2404,-16-8 90,7 14-2634,-20-5 3084,-2 2 0,-34 15 0,-12-2 0</inkml:trace>
  <inkml:trace contextRef="#ctx0" brushRef="#br0" timeOffset="246168">16884 14632 7533,'-5'-25'0,"3"6"539,-9 1-179,10 6 90,-5 0-360,6 5 0,0 2 180,0-1-450,6 5 180,-5-10-90,10 9 899,-4-9-179,0 10 90,-1-5-361,-6 6 1710,0 0-1619,-6 0-540,5 0 90,-5 0-270,6 0-270,0 0 900,0-5-180,0 4-180,0-5 270,0 6-90,0 0-180,0-5 0,0 3-90,0-3 90,0 5-90,0 0-180,0-6 270,0 5 0,0-4 1799,0 5-1709,-5 11-90,-2-3 180,-11 42-270,4-13 180,-3 6 0,0 2-3482,-5 15 3302,5-19 0,-1 1 135,2 4 0,1-2-578,2-9 0,1-1 533,-1 7 0,1 0 45,0-4 0,1-3-45,3 4-568,-3 13 388,11-39 90,0-5 90,0-1 1593,5-17-1772,-3 2 1259,9-14-1350,-10 10-1245,10-11-464,-4 11 1079,-1 0 900,-1 2 0,12-17 0,4-12 0</inkml:trace>
  <inkml:trace contextRef="#ctx0" brushRef="#br0" timeOffset="246496">16822 14632 7533,'0'-60'899,"0"19"1620,0-11-1890,0 31 181,6-7-540,-5 14 180,10 1 89,-4 8-359,5 5 450,1 0-540,-1 0 269,6 22-269,1-6 270,0 31-180,-1-20-180,-12 14 540,11 13-360,-14-12-135,5-8 0,0 1 135,-6 22-900,9 6 630,-10-13 0,5-3-1349,-1-10 1169,-4-4-1079,5-3 90,-6-2 899,0-13-900,5 9 91,-3-12 270,3 0 899,-5 1 0,-11-12 0,-2-2 0</inkml:trace>
  <inkml:trace contextRef="#ctx0" brushRef="#br0" timeOffset="246713">16835 15026 7533,'-36'-11'2069,"9"8"179,-20-19-809,25 19 180,-1-13-719,17 9-90,6-5-810,6 5 179,1-4 91,22 5-180,-7-7-989,30 6 539,-24 2-1529,12 4 0,-1 2 1169,-4-1 720,8 2 0,-2 7 0,-10 15 0,15 14 0</inkml:trace>
  <inkml:trace contextRef="#ctx0" brushRef="#br0" timeOffset="247155">17203 14952 7533,'-13'-19'3778,"-3"7"-900,15 6-2518,-5 6 449,6 6-539,0 1-90,0 5-270,0 11-270,0 3 450,6 27-989,6 16-271,1-15 811,-1-2 89,-1-34-180,2-6 630,1-5 90,9-23-180,-9-1 0,4-18 269,-1-6 1,2-4-45,-6 12 0,-1-2 674,7-27-719,-7 22 989,-6 2-899,-6 35 90,0 3-630,0 8 90,0 16-719,5-5-451,-3 33 900,3-27-1978,6 43 1348,-8-45-2518,19 29 3508,-14-30 0,26-32 0,-1-25 0</inkml:trace>
  <inkml:trace contextRef="#ctx0" brushRef="#br0" timeOffset="247628">17721 14509 7533,'-5'-37'4947,"3"11"-3508,2 8-1169,2 13 90,19 38-630,-11-3-2081,7 25 1,0 5 1630,-7 2 480,-4-17 0,0 6 0,-2-4 173,-3-3 1,-2-2-69,1 8 0,0-1-45,0 19 270,0-33 180,0-17-270,0-28 90,0 6-180,-11-41 4112,-41 11-694,1 17-3224,5 41 1,4 11-15,6 12 225,19 12 0,18-1-315,47-21-3878,4-23 1,5-7 3562,-20-2 0,1-5 315,22-15 0,-8-4 0,-29 11 0,12-3 0</inkml:trace>
  <inkml:trace contextRef="#ctx0" brushRef="#br0" timeOffset="247835">18016 15124 7533,'4'-68'9830,"26"32"-6528,6-21-5371,12 46-1708,20 11 3777,-28 5 0,9 10 0,4 5 0,-14 3 0,0 0 0</inkml:trace>
  <inkml:trace contextRef="#ctx0" brushRef="#br0" timeOffset="248499">18988 15112 7533,'40'-34'1319,"0"0"0,-1 1 0,-46-16-4239,41 1 0,-10 9 3280,-88 30-719,14 15 0,2 5 449,2 3 2158,-10 27 0,14 13-1799,41-9 1,20 1-619,14-3 1,14 0-1,1-9 1,9-3-1,6-12 1,5-21-1,-1 0 1,0 1-1</inkml:trace>
  <inkml:trace contextRef="#ctx0" brushRef="#br0" timeOffset="248770">19567 14582 7533,'-11'-41'4272,"-1"-1"1,2 19-4093,-4 57 0,1 29-945,6-16 0,3 6 1,1 3-1,3-1 765,3 3 0,4 2 0,0-1 0,1-5 0,-4 26 0,12-22 0,49-50 0</inkml:trace>
  <inkml:trace contextRef="#ctx0" brushRef="#br0" timeOffset="248999">19714 15062 7533,'0'-46'7735,"6"12"-6475,-5 45-1890,4 37-450,-4-12 1,-2 4-1170,3 16 1,2-1 2248,3-11 0,4-9 0,15-8 0,11-52 0</inkml:trace>
  <inkml:trace contextRef="#ctx0" brushRef="#br0" timeOffset="249670">19997 15062 8252,'0'-25'3778,"0"1"-2069,0 18-809,0 0-720,0 6-360,0 55-2519,-2 2 1,-1 3 2563,0-16 0,4-2-900,8 10 1,4-20 135,11-81 944,-1 14 0,2-3-180,-5-10 0,-3-1 135,3-9 5666,2 0-4046,-15 54-991,0 1-269,-2 28-270,-5-1 360,6 23-720,1 16-450,-2-25 1,2 1-721,16 24 361,9-50 989,0-35 629,1-26 1,-3-9 225,-13 14 0,-2 1 494,6-6 0,-1 4-1324,-9 4 1144,-11 35 451,0 16-1530,-6-3-630,5 43 180,-5-14-2518,6 17 1439,6-18 1529,6 0 0,11-12 0,6 1 0,4 6 0,0 1 0</inkml:trace>
  <inkml:trace contextRef="#ctx0" brushRef="#br0" timeOffset="251335">20945 15087 8702,'0'-14'810,"0"-2"-631,0 15 1,0-10 0,0 10 0,0-10 0,0 9 90,0-3-450,0-1 540,0 5-180,0-4-180,0 5-90,0 0 450,5 0-181,-3 0-89,3 0 90,-5 0 0,0 0 0,6 0 0,-5 0 0,5 0-360,-6 0 270,0 0-180,0-6 90,0 5 90,0-5-360,0 6 90,0 0 0,-6 0 180,-1 0 90,-5 0-90,0 0-180,-17 6 180,13 0-180,-24 12-89,-2 23 269,6-16-90,-5 15-360,12-6 180,20-11 360,-2 7 270,18-19 90,11-16-91,1-2 181,-5 0-270,2 1 270,-10 1-271,1 4 91,-2-5-180,1 6-90,-5-6-90,5 5-90,-6-4-90,0 5 720,0 0-810,0 5 360,0-4-450,-6 5 360,5-6-180,-5 6-269,6-5 269,0 4-360,0 1-270,0-5-359,0 5 270,0-6 156,0 0 1,-10 5 0,-3 2 0</inkml:trace>
  <inkml:trace contextRef="#ctx0" brushRef="#br0" timeOffset="251668">20859 15026 7533,'0'-30'2968,"-5"9"-629,-2-2-1980,0 16 91,1-4-450,6 10 90,0-5 90,0 17-90,-5 8 0,4 29 90,-5-12-450,1 32 180,3-32 90,-6 9 0,0 1 90,5 1-90,-6 5 0,1-2 0,7-12-450,-5 31-269,6-52 269,6 5 90,-5-28-1529,16-17 1080,-9 6 809,10-23 0,0-2 0,1-15 0</inkml:trace>
  <inkml:trace contextRef="#ctx0" brushRef="#br0" timeOffset="252122">21043 15051 7533,'-17'-31'5846,"9"16"-5396,-3-1-360,11 32 0,5 16-225,-2 13 0,1 9-1921,2 8 1,0 0 1965,-3-13 0,1-3 45,0 6 0,3-21-675,5-52 540,2 10-135,5-20 1,1-7 583,9-22-1268,-2 9 0,-1 0 999,2-11 2501,-7 20 1,-2 5-1962,-10 19 359,7 2-989,-16 30-89,0 27-1,-5 15-1350,4-14 1,1 2 1080,0 17 334,1-20 1,5-3 114,17-3 0,14-20 0,14-20 0</inkml:trace>
  <inkml:trace contextRef="#ctx0" brushRef="#br0" timeOffset="252563">21672 15112 7533,'0'-25'0,"0"1"1799,0-1-810,0 6 2339,-6-4-2968,5 14 360,-21-7-181,1 31-269,-16 0-360,12 14 0,2 7-315,0-4 1,1 1 134,2-1 0,2 1-45,1 5 0,5-3 135,5-4 180,2 26 90,10-35-629,19 12 269,8-26 270,6-2-270,20-30-90,-12-25 270,-1 6 270,-5-14 720,-21 4 89,-5 27 450,-3-18-269,-28 65-721,13-11-1348,-18 48-1800,21-12 271,-5 16 719,17-13 1709,3-12 0,33-40 0,4-13 0</inkml:trace>
  <inkml:trace contextRef="#ctx0" brushRef="#br0" timeOffset="252786">22102 14681 7533,'5'-37'1259,"2"-16"-539,0 23 539,-2-10-719,-5 28-271,0 5 1440,0 7-1349,0 7 360,0 16-540,0-2-540,0 36 360,0-20-2596,1 23 1,-2 4 796,-4-5 1139,3-7 1,0 8-1,-1-8-397,-4 11 607,3-14 0,1 7 1,-1-8 449,-3 19 0,0-21 0,-3-3 0,-9-2 0</inkml:trace>
  <inkml:trace contextRef="#ctx0" brushRef="#br0" timeOffset="252964">22053 15395 7533,'-6'-49'90,"0"-1"0,2 13 0,1-2 854,-4-29 0,3-1 630,5 31 1,2 0 538,-4-21 1,9 6-1124,38 16-1080,7 31-360,10 14-1124,-22 3 0,-2 1 1574,5 2 0,-4 0 0,1 1 0,17 11 0</inkml:trace>
  <inkml:trace contextRef="#ctx0" brushRef="#br0" timeOffset="253385">22410 15223 9781,'0'-14'1170,"0"3"-990,0 11 2068,-6 0-449,5 17-1259,-10 14-1260,9 3-719,-3 12-2159,10-8 1799,2-6 1350,6-1 449,-1-19 0,22-23 0,5-10 0</inkml:trace>
  <inkml:trace contextRef="#ctx0" brushRef="#br0" timeOffset="254084">22766 15223 7533,'7'-20'1349,"10"-19"720,-15 27-1260,9-16-449,-11 28 90,-11 6-90,-8 1-270,-1 0 0,-3 3 719,5-8 1,-7 14-1,-6 14-809,10-7-585,21 24 1,11 1-316,12-15-90,22 6 1,7-10 899,9-45 765,-17-1 0,-5-6 224,-9-35 1440,-30 9-1530,-8 25-629,-10 18-2338,0 46 449,32-3 674,23-17 1,8-7 1258,-10-12 1,1-5 225,24-10 0,-3-10 1214,-24-14 0,-7-1-135,3 5-449,-2-5-1080,-27 48-180,-5 41-2519,-2 4-45,1-14 1,-1 0 2743,1 18 0,-21-34 0,0-26 0</inkml:trace>
  <inkml:trace contextRef="#ctx0" brushRef="#br0" timeOffset="254240">22778 14903 7533,'-42'-14'179,"15"3"1,4 22 0,17 3 0</inkml:trace>
  <inkml:trace contextRef="#ctx0" brushRef="#br0" timeOffset="254586">21068 14878 7533,'-7'-25'2069,"-4"1"-91,4 5-3956,0 6 358,7 8 451,2 5 1169,9 0 0,1 0 0,7 0 0</inkml:trace>
  <inkml:trace contextRef="#ctx0" brushRef="#br0" timeOffset="254752">20145 14657 7533,'-53'-24'0,"23"4"0,34-5 0,38 7 0</inkml:trace>
  <inkml:trace contextRef="#ctx0" brushRef="#br0" timeOffset="256947">24095 14940 7533,'20'-18'1079,"-8"4"-719,-7 2 719,1-10-539,-5 13-360,5-9 90,-6 12 89,0 1-179,0 4 90,0-10-180,0 9 0,0-3-180,-6 5 90,5 0-180,-5 0 180,6 0-360,0 0 360,-5 0-179,4 0 179,-10 0-90,9 5-90,-14 2 180,7 5-90,-14 6 180,10-4-180,-10 9 90,3 2 180,-4 0 0,4 6-90,-8 15 89,13-10-89,-8 22 90,11 3-180,5-14-485,1 18 485,6-27-90,0 4 180,0-10-90,6-2-90,11 0-180,-2-10 270,8-2-360,1-7 180,-4-9-1079,5 3 899,-7-5-504,-11 0 864,4 0 0,-15-11 0,2-3 0</inkml:trace>
  <inkml:trace contextRef="#ctx0" brushRef="#br0" timeOffset="257700">24341 15112 7533,'0'-30'1889,"0"-13"-990,0 15 1,6-7-541,-5 28 91,5-3 90,-1 8-360,-3-3 269,9 5 271,-5 0-540,7 0 0,-1 0 270,11 5-450,-8-3 0,14 8 0,-4 3 0,6 1-180,0 9 0,-6-15 180,-7 9-270,0-11 90,-5 7 90,0-7-450,-2 5 271,-10-9 269,-1 3 0,-7-5-180,-5 0-90,-12 0 270,-7 0-180,-13 6 180,6-5 270,8 5 0,1-1-90,9 2-180,-16 5 269,21-5-269,-1 4 90,16-4 90,0 11-270,16 1 180,-1 0-90,16-7-90,10 5 90,-2-4 0,-6 0 0,0-1 90,8 1 540,5 9-360,-26-13-360,-8 9 90,-6-1 180,-6-3 269,0 3 91,-17 1-270,2-4-540,-15 9 90,-6-9-360,-2 9 451,-17-4-361,10 1 180,-3-2 180,17-12-270,0 0-899,17-6-2069,3 0 2518,33-6 810,-5 5 0,35-15 0,-7 2 0</inkml:trace>
  <inkml:trace contextRef="#ctx0" brushRef="#br0" timeOffset="258080">24981 14854 7533,'7'-19'0,"-2"1"1709,1 5-810,1 6 990,5 7-1169,1 7-181,-1 6 631,0 15-361,6 11-179,1 22-450,0-14-291,-9-10 1,-2 0 290,-1 5 0,-3 0 0,-3 3-360,-3-6 0,-1-1 225,0-3 0,-1 1-360,-2-1 0,-1-1-134,-10 22-631,-8-5 271,-6-1 539,-1-20-90,3-12 90,-2-11-359,11-2-361,-20-5 451,24-5 179,-8 3-989,8-9 1349,8 10 0,2-5 0,7 6 0</inkml:trace>
  <inkml:trace contextRef="#ctx0" brushRef="#br0" timeOffset="261013">27258 14804 7533,'0'-19'359,"0"6"1,0 3 180,0 3-360,0-5 90,0 0-90,0 5-270,0 1 270,0 1-180,0 3 179,0-3-89,0-1 0,0 5 90,5-10-90,-3 9 90,3-3 90,-5-1 90,0 5 89,6-4-89,-5 5-270,5 0 990,-12 65-1170,-1-4 45,2-13 0,-2 2 45,1-11 0,0-1-270,-1 4 0,1-1-3021,-1 28 3246,2-29 0,0 3-1508,4 5 1,0-3 1372,-4 3-562,7-9 0,1-4 472,-1-22-989,14 4 899,-8-16 870,15-7 0,-3-18 1,5-15-1</inkml:trace>
  <inkml:trace contextRef="#ctx0" brushRef="#br0" timeOffset="261246">27615 15210 8342,'-12'-19'3418,"0"7"-2968,5 6 270,1 17-630,12 3 89,1 16-1078,0-9 449,3 7-1798,3 2 1888,0-2-990,5 13 1350,-6-21 0,6 9 0,1-10 0</inkml:trace>
  <inkml:trace contextRef="#ctx0" brushRef="#br0" timeOffset="261795">28144 14865 7533,'-12'-47'2968,"6"18"-1529,0-11-539,17 33-361,-3-10-359,15 16 0,-10-5 0,16 6 0,-8 0-90,20 11 0,-8 3-450,9 16 180,-5-4-90,-11 4 90,-3-11 90,-11 15-179,-5-6-1,-12 8 270,-9-5-900,-32 9 810,-6 0-434,15-13 1,0 1 928,3-4 0,0 1-46,-6 5 1,1 0-180,-8 17 315,18-18 0,6 0-226,9 4-96,4 3-173,15-17 270,2-6-360,16 3 270,-3-14-810,32 15 630,-22-16-1080,6 2 1,2 0-1169,10-3 539,19 0 1709,-18 0 0,-28 0 0,-11 0 0</inkml:trace>
  <inkml:trace contextRef="#ctx0" brushRef="#br0" timeOffset="262016">28624 15444 7533,'0'-37'809,"6"17"-809,1-2 0,21 10 0,-6 3 0,13-1 0</inkml:trace>
  <inkml:trace contextRef="#ctx0" brushRef="#br0" timeOffset="399519">15026 17536 6813,'-7'-13'1079,"-4"-4"-809,9 16 90,-3-10 450,5 4-630,0 0 359,0-4-449,0 4 360,5-5-360,-3 0 270,9-1-360,-10 1 0,10 0 90,-9 0 0,3-1-360,-10-10 180,-2 14-270,-27-19 180,10 26-1876,-11-7 1,-3 1 1965,-6 7-973,-12 5 1,-3 3 972,-7 2-359,20 3 1,-5 3 0,5-2 718,-21 3-814,0 6 0,3 1 634,11-1 134,4 1 1,1 1-225,11-3 241,3 5 0,0-1-241,6-2-45,1 8 0,2 1 45,-3-1 0,7 5 0,1 1 0,-6 0-45,5 8 0,1 2 45,-2-2 180,-1 8 0,1 2-90,6-3 134,-2 3 1,2-1-135,7-3 135,3 0 0,1 0 45,5-5-285,5-1 1,1 1 194,3-4 456,7-6 0,2-2-276,-2-5-90,9-3 0,1-1 0,-8-4 1398,32 21-1579,-28-17 664,19 5-843,-4-10-90,18 3 270,-9-10-270,-8-6 0,-1-1 180,6-1-270,0-4 1,0-2 179,1 1-135,-2 0 0,2 0 405,9 0 2696,8 0-2965,-2 0 178,-19 0 1,-5-4 0,0-3 90,7-6-90,1-7 0,0-1 90,1-8-45,2-7 0,0-2 45,2-6-694,-16 9 0,4-7 1,-5 4 558,-5 9 0,-1-2 195,8-16 0,5-9 0,-7 6-152,-10 13 1,-2-1 91,8-19 0,2-10 0,-6 8-135,-9 15 0,-4-1 74,0-13 1,-2-6 0,-3 8-75,-3 16 0,-5 1 75,-11-10 0,-8-5 0,2 8-300,-15-14 150,-4 24 0,-11-1 0,4 7-555,12 10 1,-2 5-496,-18 0 1,-9 2 0,8 5 494,13 6 0,3 4 585,-17 1 0,1 8 0,16 10 0,2 4 0,-1 1 0,-1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4:22:52.80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1735 4184 7533,'0'-19'0,"0"7"1169,0-10-719,0 12 269,0-19-449,0 21 180,0-8-180,0 15 269,0-5-359,0 6-180,0 0-359,0 6 359,0 1 629,0 21-359,0-6 0,0 41-270,0-26 180,1 8 0,-2 1-270,-4 5 135,1 6 0,1 1-135,-4-5 0,1 2 0,1-2 0,4-9-90,-2-8 0,0-3 180,3-5-450,0 0 181,0-15-271,0-6 270,0 4-360,0-10 361,6 5-1261,-5-1 541,4-3 989,1 3 0,6-21 0,8-5 0</inkml:trace>
  <inkml:trace contextRef="#ctx0" brushRef="#br0" timeOffset="486">1686 4074 7533,'-13'-20'899,"6"-3"540,2-7-1169,5 13 360,22-15-450,-11 29 180,39-8-181,-26 11 1,44 0-90,-31 5-135,8 8 0,2 3-45,-2 7-1606,3 10 0,1 3 1786,-6 1-1134,-3 5 0,-4 2 1044,-7-1-609,-10 6 0,-4 0 699,-8-4 45,-13 3 0,-4 1-45,-7-5-116,-8 0 1,-2-2 115,-2-5 646,-1-3 0,-3 0-556,-7 0-225,9-12 0,1-1 135,-8 3 1765,-9-12-1765,20-6-810,-14-6 270,20 0 2290,-7-6-2560,19-1 883,-2 1-1332,11 0 1272,6 6 0,17 6 1,10 0-1</inkml:trace>
  <inkml:trace contextRef="#ctx0" brushRef="#br0" timeOffset="1299">2719 4566 7263,'-12'-20'719,"5"8"91,-3 1-720,9 4 0,-10 0 0,9 2-270,-14 5 270,7 0-360,-20 5 360,14-3 0,-24 20 90,17-13 0,-25 36 0,20-27-1,5 13 1,3 0-90,4-12 45,3 14 0,2 1-45,9-10 90,7 45-90,2-45-90,31 32 0,-15-39-90,38 12 90,-32-23 630,33-11-271,-34-9 181,17-26-540,-25 11 180,-11-7 0,-3-2-270,-1 0 225,-7-6 0,-4 1-315,-1 6-90,-7-1 0,-3 2 0,0 12-269,-29-16 269,28 33-1349,-17 13 1259,25 2-1799,-2 32 2159,11-22 0,28 38 0,6-16 0</inkml:trace>
  <inkml:trace contextRef="#ctx0" brushRef="#br0" timeOffset="1786">2929 4664 7533,'-7'-33'1709,"-4"4"-1439,10 17 359,-5 5-449,6 2-450,0 5 720,0 16-450,-5-6 180,3 24-180,-3-19 0,-1 25 90,5-18 90,-5 24-90,6-24-180,6 23 90,1-28-270,11 22 270,-4-24-360,20 3 270,-13-13 90,20-21 135,-16-9 0,-2-3 405,7-12-226,-2 0 1,-5 1 225,-13 10 360,12-18-541,-21 27 271,4-3 269,-5 16-989,0 1-719,0 23 629,0-8-1349,6 31 1169,-5-18-1979,21 24 1800,-13-24-900,25 24 1079,-18-30 360,13 7 0,0-39 0,9-12 0</inkml:trace>
  <inkml:trace contextRef="#ctx0" brushRef="#br0" timeOffset="2366">3519 4074 7533,'-14'-27'899,"3"-2"-719,11 21 180,0-3-270,0 11 270,0 17-91,0-8 271,0 42-270,0-5-225,0-9 0,0 0-135,0 26-45,0-13 0,0-1-45,0 9-770,-2 11 0,-1-1 950,2-12-746,-2 0 0,1-3 566,2-18 450,0 0-360,5-24 450,2-22-90,5 3 89,0-31-359,-5 16 180,10-41 90,-15 29-225,9 0 0,0 0 45,-2 0 270,9-23-360,-6 36 1510,5-7-1420,-3 22-180,15 13 90,-20 8 270,24 32-180,-23-10 134,4 1 1,0 1-135,0 5-90,-5-2 0,0-2 270,-3-7 90,0 35-450,-12-49 1613,-11 21-1523,2-30-360,-25 2 270,24-11-540,-29-6 360,28-1-539,-17-5 539,26 5-1529,-8-4 1439,14 9 360,2-9 0,34-6 0,13-9 0</inkml:trace>
  <inkml:trace contextRef="#ctx0" brushRef="#br0" timeOffset="2701">4048 4110 7533,'-7'-34'3867,"2"7"-3507,5 43-90,0-1 450,0 43-540,0-27 134,-2 16 1,-2 2-45,-2-8-405,0 16 0,0 5 135,0-27 0,0-1-1268,-1 18 1,1-1 1177,0 12-879,2-27 0,2-2 610,2 1-991,0 11 541,6-26-451,0-2 1260,7-11 0,15-30 0,5-11 0</inkml:trace>
  <inkml:trace contextRef="#ctx0" brushRef="#br0" timeOffset="3132">4135 4725 8972,'-7'-13'1799,"2"2"-1799,5 11 180,16 5-270,-7-3-270,31 9 270,-18-5-270,30 1 90,-23-1 1,34-6 179,-39 0 314,10-10 1,-1-2-45,-14 1 0,9-13 0,0-3-90,-6-1 359,-6-4 1,-2-1-180,4-2 990,-11-23-901,-2 37 451,-16-8-630,3 22 360,-31 18-181,15 4-179,-4 12 0,-1 4-180,0 0-90,5 11 0,2 1-180,1-5-675,10 10 1,5 1 675,6-9-991,16 4 1,7-4 719,9-15-539,19-5 0,6-6 629,3-8 450,-12-5 0,4-8 0,-9-12 0,1-10 0,1-1 0,5-3 0,0-1 0,0 0 0</inkml:trace>
  <inkml:trace contextRef="#ctx0" brushRef="#br0" timeOffset="3969">6215 4627 8162,'-14'-7'1350,"3"2"-1171,5 10-268,5 2 358,-5 27-359,6 1 0,0 3 180,0 7-90,0-29 90,6 13 180,1-22-180,5-7-270,6-13 270,-4-6 0,26-33-90,-23 10 180,8-4 0,1-1-180,-5-9 315,-3 6 0,0 2-136,1 4 451,-7-19-450,-6 42 989,-6 3-899,0 13-360,-6 21-359,5-6 359,-5 35-90,6-16 90,0 35-540,0-28-629,11 32 809,-8-43-1619,25 36 1260,-13-38 809,10 13 0,14-29 0,1-9 0</inkml:trace>
  <inkml:trace contextRef="#ctx0" brushRef="#br0" timeOffset="4319">6682 4713 7533,'-6'-19'2608,"5"1"-2248,-5 6 90,23 0-270,-7-1 0,35 1-1,-22 0-179,11 3 0,1 0 90,-4-5 0,6 3 0,0-1 0,-7-2 180,22-14-180,-32 13 0,3-25 180,-16 24 0,-12-24-360,2 25 360,-30-14-540,0 16 809,-33 27-539,23-1-360,12 16 1,6 4 269,10 3-540,2 4 1,3 1 449,3 3-405,8 1 0,9 1 585,10-13 0,8-5 0,15 0 0,7-4 0,12-8 0,1 0 0</inkml:trace>
  <inkml:trace contextRef="#ctx0" brushRef="#br0" timeOffset="5049">7667 4590 7533,'-40'-20'-630,"-5"-2"630,30 21 630,-19-5-181,19 6 181,-20 6-270,21 0 90,-15 17-540,21-2 90,-14 25 0,14-23-180,-5 34 0,8-39-270,5 32 450,0-33 90,11 11-90,-3-21 360,15-7-180,-9-7 270,9-11 269,1-23-89,3-16-360,-8-2-46,-9 15 1,-4 2-225,-4 4 135,1-4 0,-1 4-405,-2 19 180,0-19-719,0 36 179,6 36 450,0-3 0,5 26 1,2 6-179,-6-29 0,0 1 508,3 23 0,0 10 0,-1-7-551,-2-16 1,0 2 512,-2 4 1,0 11-1,-1-1 1,0-7-24,0-1 1,-1-1 90,-2 11 0,-1 6 0,-1-11-180,-2-21 0,-1-3 540,-6 18 0,-4-7 179,-6-22 176,-27-6-895,13-25 315,-1-20 0,1-6-855,-3-5 390,10 1 0,-2-8 0,6 4 60,-3-20 0,5 19 0,-2-7 0,5 7 0,1-16-225,2 5 1,1 4 44,8 13-2429,17-14 2160,4 43 539,15-3 0,22 11 0,7 0 0</inkml:trace>
  <inkml:trace contextRef="#ctx0" brushRef="#br0" timeOffset="5582">8098 4541 7533,'-6'-30'989,"5"15"450,-10-12-1079,4 18 270,-5-9-360,-12 12 179,-7 11-539,4 3 0,-18 32 180,28-17-180,-17 35 0,20-30 90,-4 13-89,0 0 223,11-2 1,1 1-45,-6 12-315,12-10 1,5-4-136,4-18-90,25-2 630,-18-18-180,35-23 180,-34 1 45,11-8 0,0-2-46,-10 0 181,5-5 0,-1 0 0,-7 7 629,8-28-719,-16 42 630,-2-11-541,-5 25-808,-5 8 449,-2 2-1529,1 37 1349,0-20-1979,6 38 720,6-35 629,0 13 1,18-11 179,-10-9 630,26 8 0,9-48 0,-14 7 0,0 0 0</inkml:trace>
  <inkml:trace contextRef="#ctx0" brushRef="#br0" timeOffset="5966">8565 3999 8792,'-26'-13'2968,"8"8"-3238,12 11 450,1 34 90,3-10 0,0 16 0,-1 5-90,3 7-1659,0-11 1,0 7 0,0-5 1298,0-12 0,0 1-780,-1 18 1,-1 9 0,0-10 1091,1-18 0,1-3-1212,-2 34 1,-1-4 809,-3-22-2128,-1 4 2398,0-33 0,-4-8-212,2-41 0,0-15 212,-6 12 0,2-20 0,3 0 0,3 24 862,1-11 2376,6-2-1979,0 18 2862,6-26-3401,1 40-810,22-13 90,-7 16-630,41 6 720,-32 2-1304,13 4 0,2 2 1214,0-1 0,4-2 0,4-1 0,-13 0 0,1-1 0</inkml:trace>
  <inkml:trace contextRef="#ctx0" brushRef="#br0" timeOffset="6433">9057 4677 7533,'-26'0'2608,"9"5"-2698,11 2-270,12 16 360,-5-8-539,10 14 269,-4-16-1439,5 27 1349,0-17 360,-5 13 0,-7-13 0,-7-4 0</inkml:trace>
  <inkml:trace contextRef="#ctx0" brushRef="#br0" timeOffset="7134">9451 4664 7533,'-7'-19'2878,"-4"-5"-2698,4 16 90,-5-8-90,6 14-270,-11-3 90,9 5-810,-15 16 720,9 0-719,-10 24 629,16-12-180,-9 24 270,16-24-180,1 24 0,7-29 270,22 16-90,-13-29 180,35 0 0,-33-17 540,32-21-450,-33 6 270,17-35-270,-20 27 1079,-1-33-899,-3 34 899,-9-17-1079,4 30 0,-10-5-720,4 19 270,-4-3-449,5 10-1,0 13 450,0-3-270,0 25 361,5-18-271,7 24 270,2-19 90,20 15 180,-17-28 809,28 8-719,-23-20 810,24-24-720,-18 4 89,-2-12 1,-1-2-90,-1 1-1561,0 0 0,-3-1 1920,-12 9 288,14-17-1187,-17 32 360,1-3-1079,4 22-1,1 8 540,-4 2-989,14 24 900,-14-22-1800,10 29 2339,-11-30 0,-18 7 0,-10-17 0</inkml:trace>
  <inkml:trace contextRef="#ctx0" brushRef="#br0" timeOffset="7282">9315 4258 7533,'-46'-18'2968,"21"4"-2968,2 2 0,75-4 0,-12 9 0,0 0 0</inkml:trace>
  <inkml:trace contextRef="#ctx0" brushRef="#br0" timeOffset="8366">11272 4688 7533,'-6'-13'1709,"1"2"-1439,15 11-1,-2 0 1,26 0-180,-12 0 90,30-5-90,-23 3 90,34-20-270,-33 7-90,2-12 0,-1-3 180,-8-2-90,12-20 90,-29 28-90,0-1 270,-12-16-270,0 12 180,-29-17-90,12 26 0,-13 8 0,-2 6 0,5 6 45,-15 14 0,0 6 315,9 10-135,-9 12 0,4 8-270,27-14 0,3 1 0,-9 4 0,6 0-90,21 4 0,8-3 45,5-5-225,15-2 0,4-2 46,3-10-316,9 1 0,1-3 225,-4-6-495,9-5 1,0-2 854,-8-3 0,-4-22 0,-3-10 0,-17 0 0,0 0 0</inkml:trace>
  <inkml:trace contextRef="#ctx0" brushRef="#br0" timeOffset="8656">12059 3864 7533,'-20'-33'3238,"-1"10"-2698,19 17-451,-9 6 1,10 6 540,-4 23-360,5-1-45,-3 9 0,0 2-45,2 10-1652,-2 3 1,0 0 1112,3 0-262,0-5 0,0 10 0,0-9 711,0 8-1602,-1 9 1,2-1 162,5-17-1905,1 13 2935,5-27 319,0 1 335,1-20-335,-1 9 0,11-37 0,3-2 0</inkml:trace>
  <inkml:trace contextRef="#ctx0" brushRef="#br0" timeOffset="8901">12330 4418 8792,'-18'-14'2878,"6"3"-2518,6 16 0,6 13-180,0-3-180,-5 31-170,3-23-370,-3 18-2946,5 0 3396,0-12-899,0 17-2121,0-3 2840,0-9-899,5 7 89,-3-11 1080,14 1 0,-3-21 0,12-7 0</inkml:trace>
  <inkml:trace contextRef="#ctx0" brushRef="#br0" timeOffset="9555">12613 4467 7533,'-6'-26'1529,"0"8"180,1 7-1349,3 10-360,-3-5 180,5 12-91,0 1 181,-5 16-90,3-3 0,-3 11-270,0 10 90,3-13-450,-3 19 181,-1 1-181,5-7 90,-4 12 90,5-21 90,0-8-90,5-6 270,2-11-179,5-7 269,0-7-1,0-11 1,6-12 90,-4 3-270,-2-14 450,10-23-360,-12 24 180,4-3 0,0 1-647,0 12 557,3-16 66,-10 21 383,4 0 181,-9 6-540,3 7-360,-5 12 540,0 12-94,0 2-715,-5 31 179,-2-10-180,0 26 495,1-23-405,6 9 0,0-26 180,0 13-360,11-14 181,-8-1 269,14-2 90,-5-10 0,2-1 629,20-28-539,-18 6 0,18-26 360,-9-5-360,1 6-143,4-12 683,-5-1-1422,-1 13 1422,-4-7 269,3 2 1170,-15 23-720,-2 10-1529,-8 17 180,-9 36 180,10-13-240,-5 10-1064,3-1 0,1 2-1575,1 25 2159,0-23 1,2 1-856,4 1 1,2-4 1849,1-1-455,14 21 0,14-87 0,15-10 0</inkml:trace>
  <inkml:trace contextRef="#ctx0" brushRef="#br0" timeOffset="9758">13401 4418 10231,'-19'-7'3958,"1"12"-6297,12 20 2339,0 41 0,8-21 0,2 4 0,-1 13 0,1 0 0</inkml:trace>
  <inkml:trace contextRef="#ctx0" brushRef="#br0" timeOffset="10472">13807 4504 7533,'-20'-21'3508,"4"5"-3508,16 16 90,0 6 0,0 0-180,0 7 0,0 26 180,0-20 0,0 21-540,5-28 1259,7-16-719,7-9 0,1-13 90,-3-10 270,3-6 0,0-2-1,-1-1-404,10-7 0,-2 8-45,-16 33-765,19 27 1,0 13 225,-15 10 134,12 10 0,2 4 405,-13-17 0,0-3 0,7-8 0,3-1 0,2 1 0,0 0 0</inkml:trace>
  <inkml:trace contextRef="#ctx0" brushRef="#br0" timeOffset="11068">14632 4381 7982,'-6'-19'2969,"0"1"-2789,-1 6 179,-4-1 91,4 1-630,0 5-629,-20 1 449,-6 18 450,-1 1 0,-17 23 180,13 13-135,17-8 0,2 3-1,1-7 1,6 0-540,15 7 1,11-5 44,20-6 225,1-34 0,2-9 225,11-15-225,-12-9 0,-3-7 630,-9 0 0,-3 2-225,18-19 269,-20 16 1,-4 6-90,-8 25 359,-7-11-989,-12 39-809,-2 25-181,6-9 1,4 4-315,10 15 0,4 0 1484,1 16 0,17-37 0,6-10 0,20-16 0</inkml:trace>
  <inkml:trace contextRef="#ctx0" brushRef="#br0" timeOffset="11335">15272 3716 7533,'-33'6'3148,"-1"39"-2923,25-1 0,5 10-405,-6 3 0,0 5 0,1-1-219,3-13 0,2-2 1,-2 3-292,-4 21 1,-3 3-1,2-11 510,6-23 0,1-2-720,-6 28 1,4-5 966,11-17 1,-4-24 0,4-36 0</inkml:trace>
  <inkml:trace contextRef="#ctx0" brushRef="#br0" timeOffset="11515">15099 4480 7533,'-2'-40'1259,"-1"0"0,0-1 1,-1 1 1618,-2-29-1349,11 14-1799,24 32 0,10 5-585,-1 4 1,6 2 854,11-2 0,8 0 0,-3 1 0,-13 3 0,-1 2 0,1-2 0,11-1 0,0-1 0,0 0 0</inkml:trace>
  <inkml:trace contextRef="#ctx0" brushRef="#br0" timeOffset="11984">15543 4491 7533,'-14'-13'3328,"3"2"-2789,11 11-359,0 6 180,0 0-540,0 18-449,0 2 269,0 16 270,-6-15-4112,5 8 3753,-5-16-91,6 16-1619,0-2 1619,0 4 540,0-12 0,28-30 0,6-9 0</inkml:trace>
  <inkml:trace contextRef="#ctx0" brushRef="#br0" timeOffset="12666">15998 4528 8342,'0'-19'1889,"-5"7"-1619,-2 1 90,0 10-180,-15-10 0,18 10-1,-18-5-358,9 6-91,-5 0 270,-2 0-180,3 6 360,5 0-720,-6 12 450,4-4 0,1 4-90,-3 5 180,13-3-90,-8 27 0,11-24 180,0 17-360,11-4-89,14-3 269,8 4 360,20-25-91,-24-13 1,11-22 0,-27 2-180,5-9 630,0-22 719,-5-1-1079,-1-4 0,-6 10 539,-6 23-539,0 10 180,-6-2-270,5 14-1170,-4-3 361,-1 10 629,5 2-450,-5 5 90,6 12 0,0-4 91,0 10-271,0 6 450,0-9-90,6 9-270,6-6 180,2-4 91,9-2-1,13 0 90,-8-16 360,24-2-1,-8-30-89,-13-2 0,0-3-180,-5 6 0,0-3-167,5-14 1,-3-1 345,-1 1 91,2-9 1428,-12 9-978,-8 18-1,2-2-359,-11 19-1170,0 5-629,-6 11 2253,5-3-1174,-5 21-89,6-14 429,0 14-609,0-5-1080,0 8 1709,0 21 0,-43-12 0,16-14 0,-1 0 0</inkml:trace>
  <inkml:trace contextRef="#ctx0" brushRef="#br0" timeOffset="12817">15801 4283 7533,'-33'-21'0,"10"5"0,-10 10 0,-1-1 0</inkml:trace>
  <inkml:trace contextRef="#ctx0" brushRef="#br0" timeOffset="13233">13290 4405 7533,'-25'-12'719,"7"5"-449,7-3-1709,26-3 1169,-11 5-90,30-8 360,-19 14 0,25-14 0,-8 2 0</inkml:trace>
  <inkml:trace contextRef="#ctx0" brushRef="#br0" timeOffset="13402">12466 4160 7533,'-41'-46'959,"25"-17"1,37 11-1</inkml:trace>
  <inkml:trace contextRef="#ctx0" brushRef="#br0" timeOffset="19548">1673 7052 8792,'0'6'720,"-5"-1"-630,3-5 179,-3 0 1,-1 0 90,5 0-90,-5 0 270,6 0-451,-5 0 181,4 0-270,-4 0 90,5 0-270,-5 6 180,3-5-90,-3 5 90,5-6 4678,0 0-4408,5 0-90,-3 0 269,14 0-449,-8 0 90,26 0 0,-12 0 0,41 0 0,-21-6-225,4 5 0,1 1 225,9-6-450,-3 6 1,-2 0-91,-1 0 90,0 0 0,-2 0 180,-10 0-90,3 0 1,-2 0 718,-15 0 91,27 6-360,-41-5 180,11 5-180,-14-6 90,-1-11-270,5 3 179,-9-15-89,3 9-270,1-4 270,-5 11-90,5-4 0,-6 10-90,0-5-89,0 6-271,0 0 810,0 11-180,0-2 269,0 25-269,0-18 90,-6 40-180,-1-26-180,-1 10 0,-1 1 90,1 3 45,-4-1 0,2 0-45,7-6-540,-13 20 450,14-36-1259,-3-4 270,5-11-360,5-22 269,2 6-269,11-29-270,-5 22 1709,5-12 0,-6 12 0,1-2 0</inkml:trace>
  <inkml:trace contextRef="#ctx0" brushRef="#br0" timeOffset="21213">3052 7101 7803,'-7'-14'629,"-4"3"-449,10 11 180,-5-6-180,6 5 449,0-5-359,-5 6 0,3 0 90,-3 0-90,5 0-90,0 0 179,0 6-269,0-5 180,0 5-90,0-1-90,0-3 90,0 3 0,0-5 1439,0 0-989,5 0-451,2 0 91,0 0-90,10 0 0,-4 0-180,6 0 360,10 0-540,2 0-90,24 6-1426,-11-6 0,2 1 1471,-11 2 0,0 0 135,6-3 1,0 0-874,24 0 783,-17 0 1,11-6 179,-5-1-366,-20-5 276,2 0 180,-13-1 0,-10 1 0,5 5 360,-11-4-180,-2 10 2642,-5-10-2282,0 10 629,0-5-630,0 6 189,0 0-548,-5 0-90,3 0-270,-3 0-180,5 6 90,0-5 1,0 5-181,0-6 90,0 0-180,0 5 540,0-4 0,0 5-180,0-6 0,0 0 90,5 5 180,-3 2-90,3 5 90,-5-5 270,0 4 269,0 18 91,0-1-540,-5 15-450,-2-13 270,-5 17-540,0-17 90,5 21-270,-4-30-89,10 2 89,-5-10 180,6-7-89,0 0-990,0-6-990,6-11 2069,-5 8 450,10-13 0,-4 14 0,5-3 0</inkml:trace>
  <inkml:trace contextRef="#ctx0" brushRef="#br0" timeOffset="22235">4565 6535 7083,'0'-20'270,"0"2"269,0 1 451,0-2-91,0 0-539,0 1-180,0 11 0,0 1 90,0 1 180,0 9-181,0-3 181,0 45-360,0-15 270,0 16 0,0 9-300,-1-9 0,-2 4 0,2-3-308,0 9 0,0 2 8,-1 7 0,0 6 0,1-12 150,1 9-180,0-8 1,0-2-181,0-11-360,5-11-359,2-27 899,0-23 46,-1 1 224,5-17 0,-9 7 0,9-13 0</inkml:trace>
  <inkml:trace contextRef="#ctx0" brushRef="#br0" timeOffset="22917">4553 6411 7533,'-5'-24'449,"3"5"91,-3 1 450,10 11 179,24 2-180,11 5-629,10 0-1651,-9 2 0,-1 1 1471,10 4-14,14 5 0,4 5-32,-25-1 1,-1 1-45,8-2 0,-2 2 90,-6 4 0,-10 4 270,-20 12 90,-19 20-181,-23-12 316,-22-7 0,-4-2-406,6-4-412,-5 0 0,1-1 503,14-5 1210,4-12 0,2-3-1390,9 1-3973,-13-7 3793,42-5 0,17-21 0,8-12 0,8-1 0,0 0 0</inkml:trace>
  <inkml:trace contextRef="#ctx0" brushRef="#br0" timeOffset="30719">6867 6301 7083,'0'-21'1079,"0"-1"-719,0 21-270,0-4 360,5-1-270,-3 5-90,3-5 90,-5 1-1,0 4 1,0-5 0,0 6 180,0-6-90,0 5-180,0-4 270,0 5-91,0 0-269,0 5 360,-5 8-270,3 5 270,-9 29 0,10-12-360,-4 1 0,-1 9 209,0 19 1,0 11 0,0-6-595,1-7 1,0 3 240,1-10 0,-2 9 0,0 3 0,0-4 0,1-12 54,1-3 0,0-4 270,-1 13 0,-2 5 0,2-9-90,-2 4-249,3-12 0,2-4 248,2-12 707,0 16-706,0-30 359,0 2-449,0-11 1059,0-6-1148,0 0 565,-5-6-746,3 5-433,-3-15 523,5 13-989,0-13 179,0 9-1348,5-11 1798,-3 10 540,9-9 0,17-11 0,12-12 0</inkml:trace>
  <inkml:trace contextRef="#ctx0" brushRef="#br0" timeOffset="31367">6879 6805 8342,'-14'-14'2879,"3"3"-2430,11 11 451,0 0-360,6 0-361,-5 0 1171,32 0-811,1 0-269,11 0-135,-7 0 0,-2 0-135,3 0-90,9 0 0,1 0-90,-4 0-315,3 0 1,1 0-226,0 0 450,6 0-1529,-21 0 1350,-26 0-1710,3 0 1799,-11 0-90,0 0 0,-27 17 1,-7 4-1</inkml:trace>
  <inkml:trace contextRef="#ctx0" brushRef="#br0" timeOffset="31866">6879 7174 7982,'-19'-7'2519,"7"-3"-2069,1 8 449,9-3-719,-9 5 900,10 0-631,-5 0 91,6 0 0,0 0-360,6 0 539,12 0-539,-3 0 450,35-5-540,-19 3 89,10-1 1,3 1-629,2 2 314,8 0 0,0 0-495,-7 0 270,4 0 1,0 0-361,-13 0-360,5 2 1,-1 1 180,-10-1-1620,36-2 2519,-40-2 0,2-9 0,-19 4 0</inkml:trace>
  <inkml:trace contextRef="#ctx0" brushRef="#br0" timeOffset="33768">8442 6485 7263,'-7'-13'629,"2"2"-89,5 6-450,0 3 360,0-3-270,0-1 629,0 5-449,0-5-90,0 1 539,0 3-719,0-3 90,0-1 0,0 5-270,0-5 90,0 6 540,0 0-90,0 17-180,0-2-91,0 15-89,0 22 0,0-10-165,0-7 0,0 1 255,-6 26-1511,3-10 0,-1 3 1286,-2-15 0,0 3 165,1 9 0,1 6 0,0-7-75,1-12 0,0-2-495,-4 25 0,2-4-187,4-22 457,-4 3 0,5-26 90,5-6 145,-4-2-235,5-5 2413,-6 0-2863,0-5 623,6-2-803,-5-6 361,4 1-271,1-6-269,-5-1 359,10 0 630,-9 1 0,9 0 0,-4-1 0</inkml:trace>
  <inkml:trace contextRef="#ctx0" brushRef="#br0" timeOffset="34317">8368 6522 7533,'-19'-45'3418,"7"10"-2879,6 17-269,6 11 720,6-10-720,-5 15-91,21-15-89,-13 16 450,48-5-360,-14 7 0,5 4-45,4 2 0,3 4-1274,0-2 1,3 1-1,-6 2 959,-8 4 1,-3 1-1,22 3 0,-7 1 180,-19 5-90,15-1 90,-16 3 629,-15 9-449,3-3 90,-41 18 540,-5-30-271,-20 13 181,-11-11-1205,6-3 934,-7 8-89,19-22 0,-1-1 359,-29 17-314,17-15 0,-1-2-720,12 0 0,3 0 2310,-21 5-1906,32-9-4676,17 3 4587,12-5 0,39-5 0,15-2 0</inkml:trace>
  <inkml:trace contextRef="#ctx0" brushRef="#br0" timeOffset="47950">23812 5760 7533,'-19'0'-990,"1"0"810,12 0 450,-5 0-180,10 0-180,-5 0 180,6-11-90,6 2 0,1-9 90,10-5-90,-3 3 0,9-5 0,1-9 180,3 12 90,13-19-270,-23 20-90,10-2 0,-26 16 90,-12 34 0,-9-7-1741,-13 22 0,-4 6 1741,-7-2 30,6-5 0,-5 7 0,5-5-297,10-13 1,1 1 415,-17 17 1,-6 8 0,7-6-150,14-16 0,3 0 0,-7 10 0,-2 6 0,6-6 90,0 13-90,10-9 0,4-4 0,8-14 0,18 21 90,4-36-282,43 8 372,-21-16-180,13-3 0,2-3 0,-4-6-45,12-1 0,-1-1-45,-7-1-45,0-2 0,0 4 135,-3 10-90,-1-3 0,-37 50 0,-18-7 405,-11 17 0,-4 5 974,9-27 0,-4 1-1289,-3 5 0,-6 6 0,-1 2 0,3-7 166,-2 2 1,-1 2-145,0 3 1,-4 10 0,0 0-1,5-8-1382,0-2 1,2-1 1359,3-1 0,1 4 0,2-4 45,1-1 0,5-4-1255,4 15 1255,0-25 0,5-2-117,19 9 72,-1-16 45,17-8 0,5-4-45,3-7 90,16-3 0,1-4-90,-9-8 0,17-9 0,0-2 90,-16 0-135,8-3 0,-1 2 135,-17 11-900,24 24 810,-48 8-315,-11 24 1,-8 6 358,-4-21 1,-5 1-359,-5 9 1,-6 8-1,-2 2 1,2-6 493,-7 11 0,-5 1-126,7-12 0,-6 7 0,-1 2 0,0-1 0,6-7 390,1-3 1,4-4 0,-3 4-338,-4 4 1,-5 6 0,-1 2 0,3-2 0,6-9-108,-2 8 0,4-1 157,1-6 1,-3 5-1,2 0 1,8-9-50,3 22 182,14-15 1,9-8-201,11-20 154,34 6 26,8-27-180,-5-1 456,9-8 1,3-2-502,-33 5 0,2 0-201,17-2 0,7-2 0,-8 3 246,17 5-390,-23 7 0,7 3 1,-10 4-241,5 17 270,-21 4 0,0 10 1,-7-2 224,-10-4 0,-7 4-90,-5 8 0,-5 9 0,-2 2 0,0-8-45,-4 7 0,-5 1 144,-2-7 0,-6 11 0,-2 3 0,0-3 0,3-9 66,2-8 0,2-5 0,-4 5 24,-4 8 0,-4 9 0,-2 2 0,1-2 0,5-10-449,3-8 1,3-6-1,-1 2 395,-8 15 0,-2 4 0,1-6 315,-5 3 0,4-6 146,10-15 1,1-2 77,-8 14 1,3-5-270,7-10 1349,16-2-990,51-33-898,-13-6 269,4 6 0,0-1 0,-3-4 528,8 5-1068,-1 0-179,-8 11-181,10 19 540,-17-2 90,-16 15 1,-8 5 89,-8-12 0,-6 3 1189,1 2 0,-2 3 1,-6 4-808,-9 2 0,-7 3 1,-2 0-1,3-3-1031,-3 2-1,2-3 1,-2 1 859,-4 6 0,-1 1 0,4-9 555,3-10 0,8-15 314,19-22-539,-3-2 719,38-33-1348,-14 16 448,37-11-718,-28 24 668,9 10-309,-8 8-449,-10 6 269,5 11-539,-6 23 449,-5-10-110,-3 10 0,-3 2 291,-1-1-1360,2 3 0,2-4 1449,3-16-613,43-9 793,-6-47 0,-12-12 0,5-14 0,1-7 0,-1 0 0,-1-5 0,0 1 0,-1-1 0,1 0 0</inkml:trace>
  <inkml:trace contextRef="#ctx0" brushRef="#br0" timeOffset="50250">26397 6141 8342,'-14'-7'810,"3"2"-450,6-1 179,3 5-359,-3-5 0,5 6 0,-6 0 180,5 0-180,-5 0-180,6 0 449,0 0-269,0-5-90,0 3 90,6-3 0,1 5-90,5-6-90,-5 5 0,10-5-90,-9 6 0,15-5 180,-10 3 0,11-3-360,11 5 90,-1 0 270,14 0-180,11 0-1582,-11 0 1402,18 0 0,-6 5-658,-13-3 748,5 3-90,2 1 450,-24-5-90,4 10 90,-23-9 0,-9 3-90,3-5 1879,-5 6-1699,0-5 1621,-5 5-1622,3-6 451,-9 5-360,10 2 359,-16 21-539,15-11-540,-15 33-539,16-26 449,-5 11 180,6-12-1349,0-9-270,6 9 990,1-14 899,5 7 0,28-48 0,6-3 0</inkml:trace>
  <inkml:trace contextRef="#ctx0" brushRef="#br0" timeOffset="51196">27393 6313 7533,'-13'-7'-270,"-4"-4"1169,10 10 271,-5-10-990,5 9-1,2-3 271,0-1-360,4 0 0,1-7 0,6 7-3302,1-5 3302,3 10 180,-3-5-180,11 0 90,-4 5-90,9-10 89,-9 10 91,37-5-90,-25 1-45,18 4 0,2 0 45,-12-4-135,14 4 0,0 2 45,-15-1 90,29 5-90,-41-3 3392,2 9-3392,-11-4-90,-5-1 179,-2 6-179,-10-11 90,-2 10 360,-10 1-360,3-4 0,-4 8 180,6-3-450,0 1 0,-1 9-539,6-9 359,-4-2 0,10 4-809,-5-8 449,6 4-90,0-1-449,6-4 1259,6 6 0,40-6 0,14-2 0</inkml:trace>
  <inkml:trace contextRef="#ctx0" brushRef="#br0" timeOffset="52696">28587 5894 7533,'-7'-19'1169,"2"-4"-989,5 10 270,0-5-450,0 11 359,5-4-359,-3 9 270,9-3 90,-10 5 0,5 0 270,-6 11-451,0-3 271,0 37-360,0-14 90,-6 22-270,5 0 90,-10-1-360,9 10 225,-6-12 0,0 4-315,6-2 1,1 1 167,-5-6 1,1-1 101,4-3 1,2-8-451,-1-22 270,0 0-989,11-13 1349,3-23 0,5-21 0,-1-19 0</inkml:trace>
  <inkml:trace contextRef="#ctx0" brushRef="#br0" timeOffset="53337">28562 5833 7533,'-12'-14'1169,"0"-2"-809,5 14 359,-3-9-359,8 10 270,-3-10-360,10 10 89,2-10 451,16 4-630,-3 1 629,38-5-629,-21 9 180,27-3-2517,-4 5 2337,-6 0-225,-13 2 0,0 1-1155,12 4 931,7 11-1653,-17-5 1922,-12 10 90,-6-9-2049,-2 20 1869,-15-12 772,3 14-1222,-38 21 180,3-24 629,3-1 0,-5-1-494,-4-11 1,0-3-316,-11 16 315,9-18 0,-1 0 135,-27 13 90,7-18-90,-8 7 0,14-17 180,14 0-270,3-6 696,17-6-516,8-2 0,43-42 0,-14 26 0,0-1 0</inkml:trace>
  <inkml:trace contextRef="#ctx0" brushRef="#br0" timeOffset="56400">24034 6288 7533,'-19'0'-1080,"1"0"1080,11 0 0,2 0 0,5-5 0,-6 3 360,5-9-270,-5 10 90,6-10 90,0 10-90,0-15 179,0 13 721,0-14-720,0 16 899,0-10-809,0 10 719,-5-10-809,3 9-180,-3-3 90,5 5 179,11 0-89,3 0 90,27 0-270,-7 5-360,35-3 90,-26 3 0,10-5 90,-6 6-450,-19-5-449,35 5 719,-43-1-90,24-4 90,-42 11 270,4 0 0,-7 1 0,-16 5 270,3 0-450,-11 1 180,-10 22-90,13-18-990,-17 28-989,29-29 1170,-1 2-1,29-13 810,2-11 0,14-13 0,6-7 0,-1 0 0,1-1 0</inkml:trace>
  <inkml:trace contextRef="#ctx0" brushRef="#br0" timeOffset="57066">24858 5907 7533,'-7'-14'2069,"-3"3"-1350,3 22 450,-11 30-1079,5-4 135,1 11 0,0 1-225,-2 3 180,2 8 0,1 1-450,3-3 180,-1-8 0,1-1-360,7 8 1,1-11 269,1-18 270,10-33 90,-9-4 179,9-41-269,-10 18-45,4-15 0,1-3 45,1-2-90,-1-8 0,0 0 0,1 1 0,-1 9 0,2-9 0,0 4 540,4 1 0,2 2-181,5-17 1,6 7-135,3 26 0,4 14 225,31 39-315,-28 4 0,-2 5 44,12 26-134,-17-17 0,-5-2 45,-12-8 90,16 36-90,-25-37 0,-24 33-719,-23-17 718,-3-7-314,10-18 1,2-3-226,6-5 180,-16 0-90,21-2-629,5-5-1530,-8 6 1800,18-5 719,-6 16 0,43-15 0,7 9 0</inkml:trace>
  <inkml:trace contextRef="#ctx0" brushRef="#br0" timeOffset="58269">24895 7383 7533,'-5'-13'2248,"-2"-9"-1528,-6 19-180,7-2-540,-5 12 359,4 22-179,-5-2-180,5 15 180,-9 17-809,13-11 359,-8 6 0,0 1-540,8 0 540,-2-9 1,-1-1-901,6 10-449,11-3 1260,3-14 359,5-16 0,4-55 0,-4-7 0</inkml:trace>
  <inkml:trace contextRef="#ctx0" brushRef="#br0" timeOffset="58517">24822 7371 7533,'-13'-26'1799,"7"-2"-360,0 8-899,17 1 89,8 2 91,18-1-450,-4 10 89,8-9-481,-10 10 302,6 1 0,0 0-180,0 6 90,16 0-4053,4 0 3963,-4 6 0,-1-5-1439,-32 10 90,14 1 989,-19 2 360,3 31 0,-44-14 0,-14 1 0,-4 15 0,0 1 0</inkml:trace>
  <inkml:trace contextRef="#ctx0" brushRef="#br0" timeOffset="58685">24834 7691 7533,'-34'-13'3957,"6"1"-2697,72 12-1170,-17 0 90,38 0-900,-12 0-585,-2 0 1,5 0 1304,-6 4 0,2 4 0,-6 1 0,1 3 0,-2 2 0,7 12 0,0 0 0</inkml:trace>
  <inkml:trace contextRef="#ctx0" brushRef="#br0" timeOffset="60390">24981 9021 6273,'0'-14'0,"0"-3"0,0 16-90,6-10 90,-5 10 0,4-5 0,-5 6 90,6-5 90,-5 3 180,5-3-180,-6 5 90,0 0 270,0-6-181,0 5 181,0-5 0,5 1-450,-3-2 90,3 0-90,1-9-1,-5 13 91,5-8-90,-1 6 0,-3 4-180,3-5 90,-5 6-359,0 0 269,6 0 90,-5 0 179,5 0-179,-6 0-89,0 0 89,0-5 89,0 3-89,0-3-89,0 5-91,0 0 360,5 0-180,-4 0 0,5 0 89,-6 0-178,0 0-1,0-6 180,0 5-1,0-5-89,0 6 450,0 0 180,0 6-450,0 1 90,-11 32-540,2 15 0,-1 5-214,-1-18 0,1 2 484,1 9 0,1 6 0,1-8-449,1 18-136,-1-5 0,3-4 225,8-11-270,-2-4 1,3-15-270,8-43 899,16-8 0,-21-18 0,-6-9 0,6-2 0,1-1 0</inkml:trace>
  <inkml:trace contextRef="#ctx0" brushRef="#br0" timeOffset="60605">24993 9069 7533,'-24'-47'3148,"16"-4"-2429,9 6-269,13 10 90,14 11 269,-1 10-719,37-3-405,-23 12 1,0 3-46,-4 1 0,0 2 0,11 1 1,-5 3-991,-12 7-539,25 6 900,-45-5-74,11 0 0,-39 3 0,-4-2 1</inkml:trace>
  <inkml:trace contextRef="#ctx0" brushRef="#br0" timeOffset="60812">24970 9131 7533,'-32'5'1709,"2"2"-1349,16 11 899,41 1-945,5-10 1,6-4-720,21-1 1,7-2 404,-19-2 0,1 0 0,0-2 0,-1-1 0,1-1 0,-1 0 0,20 1 0,0-1 0</inkml:trace>
  <inkml:trace contextRef="#ctx0" brushRef="#br0" timeOffset="61339">25043 10559 7533,'-5'-39'1079,"-6"70"0,-2 19-1168,-3 13-541,9-9 0,0 16 1,1-1-1,3-17-90,3 0 495,-3 15 1,7-12 224,7-50 0,-16-38 0,4-8 0</inkml:trace>
  <inkml:trace contextRef="#ctx0" brushRef="#br0" timeOffset="61572">24747 10571 7533,'-29'-30'4587,"41"-7"-3867,11-1-720,35 14 0,13 5-450,-8 5 0,1 2 15,4 2 1,2 3-526,-18 2 1,1 1 0,-4 2 959,3 0 0,-3 2 0,8 4 0,-1 3 0,-15 4 0,0-1 0</inkml:trace>
  <inkml:trace contextRef="#ctx0" brushRef="#br0" timeOffset="62153">24970 11937 7533,'-13'-14'2608,"1"-2"-2338,-6 31-90,-1 44-90,3-6 0,1 7-210,8-14 0,0 2 0,1-1 75,-4 14 0,2-3-675,5-3 1,1-6 449,2-7-1079,11 16 539,-3-43 810,9 1 0,-15-27 0,-4-2 0</inkml:trace>
  <inkml:trace contextRef="#ctx0" brushRef="#br0" timeOffset="62334">24587 12035 7533,'-30'-30'0,"10"10"6116,-9-9-5756,27 21-450,32-7 0,18 2 225,-10 6 0,6-1-1670,12-4 0,13-3 0,3-1 0,-9 2 1415,-14 4 0,-4 0 0,4-1 120,12-4 0,7-3 0,1 0 0,-3 0 0,-11 3 0,-3 0 0,1 0 0,2-1 0,-1-1 0,0 1 0,0-1 0,0 1 0,0-1 0</inkml:trace>
  <inkml:trace contextRef="#ctx0" brushRef="#br0" timeOffset="63646">28206 7359 7173,'-7'-26'630,"1"8"-361,6 13 1,0 5 270,0-6-180,0 5 539,0-5-179,0 6 89,0 0-629,0 6 0,-5 1 0,3 5 180,-3 17-90,5-2-360,-6 26 180,5-13-630,-4 8 270,-1 11 180,5-17-539,-5 17 269,6-17-499,0 8 589,0-11-180,0 13-179,0-24 179,0 2 180,0-13-629,0-4 89,6 4 181,-5-8 629,5 7 0,-18-26 0,-1 2 0</inkml:trace>
  <inkml:trace contextRef="#ctx0" brushRef="#br0" timeOffset="63900">27837 7482 7533,'-33'-33'1439,"9"5"-90,13 15-719,10 1 1169,28-17-1439,-7 13 269,20-5 1,5 2-450,-6 4-1237,12-2 0,1 0 1147,-2 2-45,14 0 0,4 1-45,-32 7 0,1 1-720,11 1 0,7 1 1,-7 0 584,-12 1 0,-1 1-765,12 0 1,-1 4 899,20 9 0,-37 7 0,0 5 0,7 6 0,0 0 0</inkml:trace>
  <inkml:trace contextRef="#ctx0" brushRef="#br0" timeOffset="64602">28304 8971 7533,'-7'-26'0,"2"-3"809,-1 5-809,5 3 1170,-5-2-811,1 11 721,3 5-900,-3 2 269,5 5-269,0 0-180,0 5 90,0 18 0,-5-1 90,2 13 0,-1 4-450,-8 6-1876,5 12 1,2 1 1695,-2 1-1269,3-2 0,2 1 1269,2-2 270,0-20 1,0-1-181,0 2-270,0 4-719,6-9 899,1-5 450,-1-11 0,-6-49 0,-6-8 0</inkml:trace>
  <inkml:trace contextRef="#ctx0" brushRef="#br0" timeOffset="64819">27997 8946 7533,'-36'-28'2698,"14"17"-629,-7-28-1709,22 35 90,24-28-361,-1 28-178,25-18 89,18 15 89,-10-5-838,-12 8 0,3 1 479,4-3 0,1 1 180,-7 4 0,4 0 90,17-3 0,9-2 0,1 5 0,-15 8 0,0 4 0,2 2 0,3-1 0,4-3 0,0 1 0,1 0 0,-1 0 0,1 0 0</inkml:trace>
  <inkml:trace contextRef="#ctx0" brushRef="#br0" timeOffset="65384">28415 10448 7533,'-26'-26'1169,"9"8"90,0 13-809,9 5 270,-10 5-540,5 2-1,6 11-179,-4 12 0,4 2 0,1 11-719,-5 16 629,9-11-450,-3 3 1,0 2 269,3 0 225,-1-12 0,1-2-1574,7 10 581,2-10 588,5 3-270,0-12 720,-5-10 0,10-30 0,-3-12 0</inkml:trace>
  <inkml:trace contextRef="#ctx0" brushRef="#br0" timeOffset="65617">28292 10485 7533,'-13'-25'2069,"1"1"-1620,0 4 271,5 3 359,7-1-719,7 4 270,16-4-450,-3 6-1,11 5 1,-6 2 0,-1 5-270,23 0 270,4 0-630,-10 2 1,3 1-2777,9 0 1,-2 1 2910,-13 1 1,-1 2 314,14-1 0,-10 6 0,-23 24 0,2 9 0</inkml:trace>
  <inkml:trace contextRef="#ctx0" brushRef="#br0" timeOffset="65850">28169 10915 7533,'-19'-5'629,"6"4"-4130,19-15 3950,8 7-179,15-9 605,5 9 1,2 0-696,17-4-675,9 3 0,1 2-224,-3 1 539,-16 3 0,0 3 494,14 12-1843,-22 2 1529,11 12 0,-42 13 0,-8 9 0,2 3 0,-1-1 0</inkml:trace>
  <inkml:trace contextRef="#ctx0" brushRef="#br0" timeOffset="66235">28292 12048 7533,'0'-27'2608,"-6"-1"-2338,-1 20 450,0-3-361,-3 11 271,3 22-450,-5-6 0,5 25-270,-9 7 180,13-7-405,-5-8 0,-1 4-360,5 4 1,1 2 269,0 0 0,-1 1 315,1 1 1,1 1-1216,3 14 1,3-5 674,9-4 630,-6-6 0,0-17 0,0-66 0,-9-23 0</inkml:trace>
  <inkml:trace contextRef="#ctx0" brushRef="#br0" timeOffset="66455">28169 12072 7533,'-3'-68'4947,"17"17"-4497,19 16 359,23 17 1,18 7-810,-16 3 0,8 1 0,0 1 0,-6 1 0,-11 1 0,-5 1 0,2 1 0,17 1 0,-1 0 0,1 0 0</inkml:trace>
  <inkml:trace contextRef="#ctx0" brushRef="#br0" timeOffset="66608">28255 12343 11670,'43'-18'-570,"2"6"1,11 0-1,-5 1 570,-8 1 0,2 2 0,3 1 0,7 0 0,2 2 0,-6 2 0,10 7 0,-1-1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4:24:19.22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2019 4135 7533,'0'-20'0,"0"3"1439,0 5-1079,0 0 179,0-1-179,0 6-90,0-4-90,0 10 270,0-10-270,0 9 269,0-9-269,0 5 360,0-1-360,0 1-90,0 1 90,0 4-540,-6-5 450,5 12-180,-10 17 360,4 4-46,-5 17 1,0 4-225,-3 12-952,1-7 0,-3 9 0,3-6 907,5-14 0,0 0 15,-7 21 0,-3 7 0,4-8-15,6-23 0,1-2-1163,-4 32 0,1-7 1298,0-24-315,9 12 225,-3-42-900,10 3-809,-3-16 3391,9-2-4111,-4-16 2989,5 8 0,-3-18 0,0-7 0,1 3 0,-1 1 1</inkml:trace>
  <inkml:trace contextRef="#ctx0" brushRef="#br0" timeOffset="583">2019 4221 7533,'-7'-40'1979,"-4"1"179,9 14-1798,-3 10 0,10-1-270,-3 21 360,9 18-270,-5-1-1,0 15 1,0 5-180,1-5 0,-1 0 45,0 4 0,0 2-135,-1 5 0,2 1-270,2-10 1,0-1 449,-1 29-360,14-5 270,-13-48-180,14-14 180,-10-14-90,16-43-90,-14 19 180,2-16 0,0 0-90,-2 6 150,-3 3 0,0-8 0,-2 5 30,-2 6 0,-1 3-45,6-13 0,-3 0 225,-6 12 0,-1 6-90,3 11 719,-1-6-629,-3 24 90,9 10-180,-10 2-270,16 22 180,-15-7-90,15 18 449,-10 25-179,-1-13 0,0 6-30,-3-5 0,-1 3 0,0-2-508,1 10 1,0-1 177,-3-9 0,-1 2 0,2-7-900,4 15 900,-2-24 1,1-2-631,8 9-989,0-32-1889,6 1 3238,-4-22 360,3 5 0,1-21 0,2 2 0</inkml:trace>
  <inkml:trace contextRef="#ctx0" brushRef="#br0" timeOffset="950">2806 4639 7533,'-36'-23'6026,"-2"19"-5666,5-6 450,-1 45-990,15-1-360,5 26 450,3-21-450,11 7 1,5-1 179,8-8-180,3 10 0,9-4-449,38-19 629,-9 4 585,-10-35 0,-2-8-225,-12-3 989,17-28-89,-24-18 179,-9 19-539,-7 1 0,-2 1-1817,-5 3 1817,-7-14-500,-16 12-40,3 9 45,-14 11 0,-6 8-2204,-23 28 1619,27-13 1,2 5 539,2 19 0,14 7 0,37 13 0,4 17 0</inkml:trace>
  <inkml:trace contextRef="#ctx0" brushRef="#br0" timeOffset="1690">3581 3987 7533,'-19'-19'3238,"-5"1"-2698,16 11-91,-3 2 91,6 5-450,3 0 90,-3 5 180,5 35-180,0-14-46,-1 20 1,2 9-315,4 10 1,1 0-382,-5-9 0,1 1 471,1 1 0,1 3 1,0-9-1,1 13-360,-2 4 0,1-2 180,3-16 45,-4-11 1,-1-6 44,-2-23 539,0-16 271,-5-2-90,-8-17-540,0 9 1211,-27-30-941,0 22-270,-4-13 629,-19 24-359,27 12 0,-12 7 1079,-4 27-989,28-16 0,-22 27-334,27-14 154,6 2-900,2 19 450,11-23 90,22 17-1349,5-20 990,11-1-23,-2-13-877,-12-6 629,6-6-1079,18 0 1170,-7-6-91,24 0-629,-9-18 1079,-4 9-1622,1-14 1982,-22 16 0,0-5 0,-13-21 0,0-8 0</inkml:trace>
  <inkml:trace contextRef="#ctx0" brushRef="#br0" timeOffset="2034">3717 4824 7533,'0'-25'2518,"0"1"-899,-6 5 90,-1 1 360,-5 11-1619,-1 12-810,1 25-809,5 16 629,2-1-1349,21 12 1170,-6-34-900,40 17 1439,-31-32-360,31-21 0,0-12 810,-28-4-818,16-3 1,-5 0 457,-26 2 180,6 5 4227,-7-21-1798,-6 16-1800,-6-6 451,-12 36-1170,4 9-540,-4 30 540,11-16-5518,-4 35 5158,10-30 396,10 12 1,9 0 0,40-6 0,-11-3 0,0 1 0</inkml:trace>
  <inkml:trace contextRef="#ctx0" brushRef="#br0" timeOffset="2396">4381 4738 7533,'-5'-49'4915,"-1"1"0,-8-14-4311,1 10-244,-4 41-2069,-17 44 269,20-8 630,-4 8 1,4 3-360,14 5-495,21 16 0,7 0 1304,-5-11 959,9-9 1,7 5 0,-14-9 3448,-25-8-2249,-22 20-2249,-22-30 0,-10-5-1259,2 8 0,2 1 1709,7-7 0,14 3 0,33 14 0,31-17 0</inkml:trace>
  <inkml:trace contextRef="#ctx0" brushRef="#br0" timeOffset="3207">5600 4344 7533,'-25'4'4227,"6"32"-4497,1 1 210,12 21 0,5 20 1,1-8 59,-1-13 0,2-1 299,0 1 1,1 4 0,2-13-120,3-7 0,4-82 0,-10-15-383,0 3 1,1-17 0,-1-5-1,1 6 263,-1 1 0,0 2 0,2-5 353,1 12 1,0-7 0,2 0 0,3 6 0,2 10-414,10-7 0,10 21-60,11 35 0,10 18 0,-5 7 60,0 17 0,-4 8 90,-4-9 0,1 2 0,-8-3 0,-4 24 629,-50-29 1,-16-6-2339,-7-16 0,-3-6 809,3 9 1,0-3 809,-3-13 0,18 2 0,74 32 0,-13-12 0,0 0 0</inkml:trace>
  <inkml:trace contextRef="#ctx0" brushRef="#br0" timeOffset="3840">6116 4639 7533,'-68'6'6116,"16"17"-6026,17-15 0,3 6-540,9 34 1,11 5 269,11-12-1664,35 18 0,15-12 1934,12-50 45,-5 4 0,-6-13 2968,-32-48 0,-17-9-2563,1 6 224,-15-2 1,-8 9 314,-5 39-899,5-6-1799,5 18 1439,16 5-1979,11 5 1620,-3-3-631,21 8 271,2-3 449,29 5 0,-1 12 1484,-26-9 1,-4 7-91,-13 9 1,-6 5-900,-3-1 0,-4 0 45,-10 28-720,-4 0-269,9-34 719,2 1-989,18-30 899,-3-13 540,25-39 0,-24 15-136,5-9 1,3-5-1156,-4 0 0,-2 0 1380,0 9 1,-1 1 719,1-9 1,-2 10 449,-9 25-1169,-2-1-270,-5 43-990,11 35-1034,-7-21 1,0 2 3179,2-2 0,1 0-1246,3 17 0,7-8 0,27-19 0,-9 0 0,0-1 0</inkml:trace>
  <inkml:trace contextRef="#ctx0" brushRef="#br0" timeOffset="4838">6990 4824 7443,'-33'5'2698,"4"-3"-2068,23 3-180,17-5-271,4 0 91,36 0-270,-15 0 0,2-3 0,4-5-225,8-8 1,-1-3 224,-13 8 0,0-3 89,17-14 1,-10-5 990,-26-7 89,-12-21-809,-14 21-270,-16 14 0,-6 7 180,-17 9-360,-10-7-270,1 34 270,35-7-989,-12 35-271,26 16 1081,-4-10-46,22-3 0,8 0 675,16 1-270,-13-20 0,3-2 134,12-1 1,2-7 315,11-9-180,13 6 1169,-10-38-809,-25-11-1,3-23-89,-17 6-450,-8 18 0,-5 10 179,0 21-269,-5-5-3957,3 6 3507,-3 6-900,5 1 991,0 0-1,11 4 90,-3-4 360,10 0 90,-1 3 89,-3-8-89,3-2 360,7-13 269,8-33-314,-10 17 0,-1-1-405,7-23 539,-1-3 361,-26 46-721,5-7-718,-6 23 359,-6 1-540,5 38-1169,-5 8 270,6 12 269,6-7-1618,17-15 2338,-6-21-398,12 0 0,-1-39 0,5-4 0</inkml:trace>
  <inkml:trace contextRef="#ctx0" brushRef="#br0" timeOffset="5306">8356 4553 7533,'0'-26'4587,"-5"-8"-269,-30-14-3959,16 23-944,-22 12 1,-2 15-2024,15 48 2293,0-27 0,4 3-495,19 17 1,10-1 449,3-10-90,8 8 1,2-1 269,4-8 944,22 17 1,2 0 1124,-7-13-90,-12 0 0,-13-1-1080,-59-10-989,2-10 1,-3-3 89,9-4 0,2-1 90,-29 11-3958,24-10 4048,16 5 0,12-16 0,27-4 0</inkml:trace>
  <inkml:trace contextRef="#ctx0" brushRef="#br0" timeOffset="7220">1919 6215 6723,'0'-14'540,"0"3"179,-5 5-539,4 5 450,-4-10-360,5 4-270,0 1 90,0 0 0,0 1 449,0-2-539,0 0 810,0-4-720,0 10 0,0-5 180,0 1-90,0 3-90,0-3-1,0 5 1890,0 0-2159,-6 5 180,5-3 0,-4 9 90,5-4 0,-6 27-90,5-6 0,-5 29 0,1 5 90,3 4-877,-1-17 0,-2 8 1,2-8 516,2 15 225,-2-19 0,0 3-622,3-5 1,0-3 576,0 12 55,0-13 0,0-4 215,0-15 359,0 4-539,0-17 3089,0-2-2190,0-16 518,0 9-2137,-5-15 1238,3 16-2317,-9-16 1619,10 14-1349,-5-8 90,6 6 450,0 3-361,0-9 1350,0 10 0,17-21 0,4 2 0</inkml:trace>
  <inkml:trace contextRef="#ctx0" brushRef="#br0" timeOffset="7700">1883 6252 7533,'-25'-44'2698,"11"12"-1079,3-2-1259,11 19 360,17-14-540,-7 15 1169,35-9-360,22 15-809,-10-3 45,-5 17 0,-2 5-495,-11-2 45,1 12 0,-1 3 135,-9-1-135,-5 4 1,-3 4 224,-9 25 0,-7-8-270,-19-9 0,-8-4 90,-15-5 180,7-6 0,-2-2 0,-13-3 90,-14 5-90,22-16 180,1 1 0,1-2-180,10-5-180,-32 3-90,40-5 90,-7 0 90,12 0-1349,9 0-1889,-3 0 2248,10 6 1080,2-5 0,38 10 0,8-4 0</inkml:trace>
  <inkml:trace contextRef="#ctx0" brushRef="#br0" timeOffset="8252">2744 6596 7533,'-14'-13'0,"-2"1"2158,14 6 631,-3-11-2159,5 15 449,11-15-899,-3 16 270,32-10-450,-16 9 179,38-9 91,-31 10-855,5-2 1,1 0 224,0 3-1214,1 0 0,-1 0 1034,-7 6-1978,26 6 1618,-45 2 900,11 9 0,-60 19 0,14-16 0,0 0 0</inkml:trace>
  <inkml:trace contextRef="#ctx0" brushRef="#br0" timeOffset="8468">2695 6805 7533,'-42'-5'0,"20"3"4947,-6-9-4407,27 10 449,1-10-629,12 9 179,24-14-449,-2 14-225,6-9 1,1 0-136,4 8-495,19-3 1,2 1 404,-14 5-1879,8-1 0,-1 2 890,-17 5 1349,22 1 0,-25 21 0,3 5 0</inkml:trace>
  <inkml:trace contextRef="#ctx0" brushRef="#br0" timeOffset="8968">3261 6374 7533,'-13'-19'1619,"1"2"90,0-1-900,6 10 361,0-14-811,6 19 271,6-8-270,0 11-180,6 0 0,0 0 90,17 0-91,-7 5 91,14 2-450,5 11 270,-12-4-360,6 5 1,3 1-451,17 9 450,-15-2 0,-1-1 1,12 2 89,-10 6-210,-21-20 121,2 4 718,-2 10-269,-7-11 0,-8 6-90,-11-12 810,-6-4-361,-6 5 181,-18 6-720,7 1 180,-17 0-3323,9 4 3503,-1-3-270,-4 4 169,-1 1 11,13-5 0,0 0 90,-18 9-270,-11 7-90,17-7 0,15-14 0,-2 3-2069,17-8 1709,5-8-2968,7 3 6016,7-5-4757,5 0 2114,17-5 0,31-24 0,-19 9 0,1 0 0</inkml:trace>
  <inkml:trace contextRef="#ctx0" brushRef="#br0" timeOffset="10252">4479 6263 7533,'0'-25'1169,"0"7"-989,0 7 450,0 10-271,0-10 1,0 4-180,0 0-180,0-4 90,0 9-90,-5-3-90,3 0 90,-3 4 0,5-5-270,-11 6 270,3 0 90,-10 6 90,6 0 0,-11 12-180,8-4 180,-25 20-180,23-12 90,-11 8 90,-1 15-180,13-21 179,-1 6 1,-1 4 0,-1 16-45,12-16 0,0 1-45,-4 28 90,13-19 0,2-1-90,3 8-135,9-2 0,2-2 135,0-8-315,17-5 0,8-5 315,-8-20 0,3-8 315,22-12 0,3-13-196,-23 0 1,-2-7 0,-3-3-409,-2-2 0,-4-3 0,-3-2 424,2-21 0,-9 2-45,-8 19 0,-5 2-45,-4 1 0,-4-1 134,-3-6 1,-1 0-90,-2-19 57,-14 5 1,-7 4 212,-19 10-360,21 14 0,-3 3-315,-13 14 0,1 11-1394,-3 13-3418,-15 22 4227,37-4 810,33 34 0,11-21 0,-3-8 0,0 1 0</inkml:trace>
  <inkml:trace contextRef="#ctx0" brushRef="#br0" timeOffset="10487">4479 6658 7533,'-26'-6'5487,"3"5"-5218,16-4 361,1 15-450,17-2 180,14 21-180,3-8-540,9 4 0,5 2-1034,-5-4 0,0 0 1152,1-1 1,2 1-1468,10 9 0,-4-3 1709,-13-9 0,0 2 0,1 1 0,5-4 0</inkml:trace>
  <inkml:trace contextRef="#ctx0" brushRef="#br0" timeOffset="11469">5525 6768 7533,'-7'-40'5127,"2"12"-4677,5 22 359,11 1 91,-3 9-451,5-3-179,-2 12-180,-4 10 180,-1 3-360,0 0 90,-6 3 180,0-10-900,0 11-899,-11 13 270,-14 1 629,-19 0 361,10-19-991,-16-9 811,33-14 269,-6 9 270,12-10 0,37-12 0,3-9 0</inkml:trace>
  <inkml:trace contextRef="#ctx0" brushRef="#br0" timeOffset="12285">6350 6325 7533,'0'-19'1619,"-5"-4"-720,3 14 1,-3-7-1,5 9-179,0 1-810,0 0 180,0 6 90,0 6-180,0 6 180,0 2 539,0 36-539,0-18-180,0 7 0,0 2-90,0 2-495,2 15 1,1 3 494,-1-4-991,3 1 1,1-1 720,1-11-449,5 13-91,0-20 450,-5-8-179,3-13 629,-3-24 0,0-57 0,-4 20 0,-1 0 0</inkml:trace>
  <inkml:trace contextRef="#ctx0" brushRef="#br0" timeOffset="12636">6338 6227 7533,'-6'-26'1529,"5"-8"-1439,-5 19 899,6-8 1,11 10-181,-2 1-269,9 5 629,21 1-989,-14 6 45,20 6 0,5 5-225,3 9 45,-3-3 0,0 3-315,-16 4 0,-5 0 90,16 10-180,-5 18-269,-37-19 539,1 4 1079,-55-2-1079,18-14 180,-9-5 0,-2-3-270,7-5 90,-25 3-629,23-6-1,-4-3-989,11 3 990,14-5 269,12 6 450,6-5 0,28 15 0,6-2 0</inkml:trace>
  <inkml:trace contextRef="#ctx0" brushRef="#br0" timeOffset="13385">7753 6239 7533,'0'-20'1169,"0"-8"-989,0 20 540,0-5 89,0 3-359,0 3-90,0 0 359,0-4-359,5 10 270,-3-4-450,9 10 359,-10 7 91,5 51-540,-6-22-203,-3-2 1,0 3-68,-4 23-1774,-5-10 1999,5-18 0,1 2-360,0 0 1,0 1-92,-1 1 0,2 1 181,1 4 0,1 1-495,0-5 1,1-5-1,2 3-989,5-13 1170,2-32 136,5-2-226,-5 0 1097,4-4 0,1-28 1,8-15-1</inkml:trace>
  <inkml:trace contextRef="#ctx0" brushRef="#br0" timeOffset="13685">7802 6497 7533,'-19'-20'4227,"7"-1"-3237,6 14-361,6 0 181,0 1-450,0 6-180,0 0 89,17-5 1,-2 3 180,37-9-540,-22 10 225,9-1 0,1-2-1035,-2-1 405,8 4 1,0 0 314,-8-4 0,25-1 180,-37 5-3778,15-4 2519,-14 5 270,3 0 449,-17 0 540,-2 0 0,-54 16 0,-6 5 0</inkml:trace>
  <inkml:trace contextRef="#ctx0" brushRef="#br0" timeOffset="13931">7888 6608 7533,'-24'0'3598,"5"0"-1080,1 0-2158,11 0 180,7 0-270,18 6-630,40 1 360,-13 0 0,15-4 0,17-1 0,-7-2 0,-11-5 0,2-1 0,-2 3 0,0-1 0,-1 1 0,1-1 0</inkml:trace>
  <inkml:trace contextRef="#ctx0" brushRef="#br0" timeOffset="15168">9315 6301 7533,'-12'-14'0,"5"-3"1079,-3 16-89,8-10-181,-3 4 360,0-10-809,3 3 0,-3 2-90,5-5 0,0 9 89,0-15-179,0 9-180,0 2 90,0 7 180,0-1-360,0-1 270,0 0-90,-11 2 0,8 5-360,-19 0 360,14 5-270,-21 8 0,-2 17 0,-13 14 180,11-5 45,9-5 0,3 6 270,6 7 0,2 4 0,-1 12 0,3 3-1275,3-2 0,5-2 1005,4-19 0,5-2 90,5 4 0,6-5-315,27 0 135,-25-9 0,3-3 0,17-15 0,1-8 45,4-5 315,-1-12 0,2-5-180,-12-1 0,-3-4-159,3-5 0,-2-2 158,-4 5 1,-1-1 90,-2-9 0,0-2 135,2-2 0,-1 0-180,-5 3 0,-1-3-1,6-18 1,-5-1-45,-14 19 0,-2 0-135,7-5 0,-1-1 405,-8-1 0,-2 4-315,0 4 269,-5-1 1,-2 2-270,-7 11 900,-20-31-91,-10 29-719,9 1 1231,-10 10-1681,20 16-7016,-1 5 5847,1-3-2069,12 25 3508,8-16 0,16 50 0,3-8 0</inkml:trace>
  <inkml:trace contextRef="#ctx0" brushRef="#br0" timeOffset="15405">9328 6584 16168,'45'33'2428,"-19"-14"-2968,7 9 1,2 7 179,-7-3 0,0 3 360,10 9 0,0 0 0,-8-4 0,-2-1 0,-2-5 0,0 1 0</inkml:trace>
  <inkml:trace contextRef="#ctx0" brushRef="#br0" timeOffset="18068">27295 5796 7533,'-12'-19'0,"5"1"0,-4 6 1349,4 5-450,0-4-179,-4 10-360,4-5 0,-5 12-270,5-5 89,-3 10-269,9-4 180,-21 16 90,17-2-90,-17 9-90,15 11 0,1-12-90,-3 4 0,1 2-1962,5 2 2052,-13 27 0,9-15-57,1-12 1,0 4 11,0 14 0,0 1 45,-1-15 0,2 1 90,1 21 0,1-7-90,-3-23 90,6 17-90,0-43 0,0-1 629,0-28 1196,0 6-1735,6-36 0,-5 18-135,5-11 0,-1-2-45,-3-6 90,0 11 0,1-4 0,-3-7 0,0 2-347,5-17 347,-5-1 0,1 0-1627,10 6 1717,-8 22 0,1 0-16,5 4 0,0 3 196,-1-4-239,14-13-31,-14 44 0,26 18 0,-12-1-45,6 13 0,2 4-45,5 3 180,13 18-90,-1-7 408,-19-14-453,4 2 0,-1 0 135,-6 1 1664,9 16-1934,-23-16 270,-10-3 1142,-1 3-1232,-12-6 0,-7-5 0,-6-6-719,-10-2 449,7-10-899,-29-1 719,27-1-1439,-33-10 1079,40 9 832,-17-3 1,26 5 0,-3 0 0</inkml:trace>
  <inkml:trace contextRef="#ctx0" brushRef="#br0" timeOffset="18820">27775 6350 7533,'0'-25'809,"5"12"630,8-15-899,6 19 360,22-31-541,-12 24-4008,17-13 3829,-20 22 180,4-4 706,22 9-1156,-20-3-379,5 4 0,0 2 200,-13 4 89,21 2-1532,-25 11 903,-2-4 269,0 4 1237,-11 5 0,-40 9 1,-15 11-1</inkml:trace>
  <inkml:trace contextRef="#ctx0" brushRef="#br0" timeOffset="19134">27664 6535 7533,'-14'-7'1979,"3"-10"-1710,22 14 1800,25-13-5331,27 9 3262,-8 0 520,-8 1 0,2 1-970,-10 7 0,0 0 135,-3-2 0,2 2-1709,9 9 1,-4 1 2023,-13-2 0,0-16 0,-26-21 0</inkml:trace>
  <inkml:trace contextRef="#ctx0" brushRef="#br0" timeOffset="19757">28243 6129 7533,'-33'-20'2428,"9"8"-1078,19 1-811,27 9-269,-11-3-90,23-1 180,2 5-180,-8-5 179,30 12-179,9 6-315,-26 3 1,1 1 134,-3-4 0,-1 3-495,5 11 0,-5 0 315,-8-3-90,-5 5 0,-5 0 270,-12-10-135,-25 16 1,-9-1 314,1-12-1787,-9 2 1,-1-1 1696,5-10 0,4 1 180,-9-6-180,-1 5 0,-4 3-90,1-4 0,-2 0-315,-13 4 0,2 1-494,-5 2-810,46-18 4741,22-7-4741,34 0 1619,-18-4 0,32-1 0,-2-8 0</inkml:trace>
  <inkml:trace contextRef="#ctx0" brushRef="#br0" timeOffset="20421">29572 6079 7533,'0'-49'-1170,"0"16"2070,0 4-540,-5 17 359,-2-5-89,-11-3-540,-13 6 180,-18 9-180,8 17 0,-5 2-90,16 4 269,-18 22 1,-4 6-45,20-5 0,2 3-180,10-14 0,2 0 135,-1 10 0,4 1 90,7 16-181,9-10 1,9 2-45,12-5 0,10-4 45,14-2 0,8-11 180,8-15 0,2-13-180,-2-17 0,-5-9-1391,-14 2 0,-5-4 1346,-10 0 0,-4-1 225,0-17-642,-10 7 462,3-8 0,-16 11 90,5-22-180,-8 22 0,-2-1 45,1 2 0,-1 0 45,-8-30 90,-6 20-90,-1 18 180,-12-13-90,0 21-2699,-12-4 1800,22 17-1350,-1 7 2069,22 13 0,11 22 0,2 10 0</inkml:trace>
  <inkml:trace contextRef="#ctx0" brushRef="#br0" timeOffset="20605">29412 6338 11670,'41'17'1709,"-12"3"-2249,3-1 1,4 3 539,-6 1 0,-1 4 0,3 9 0,0 2 0,-3 2 0,0 1 0</inkml:trace>
  <inkml:trace contextRef="#ctx0" brushRef="#br0" timeOffset="22482">28169 7433 7533,'-26'-51'5307,"9"9"-5307,11 23 359,6 13 46,-2 54 0,-2 32-810,1-23 0,0 4-1285,0 6 1,1 7 0,0-8 1599,-1-8 0,0-3-676,2 11 1,2-7-315,5-17 1080,-5 21 0,16-79 0,-4-19 0</inkml:trace>
  <inkml:trace contextRef="#ctx0" brushRef="#br0" timeOffset="22768">27714 7482 7533,'-43'-25'1349,"15"12"1259,0-3-899,54 14-1349,-12-9 90,33 4 0,7 2-270,1-9-91,-5 5 1,11-1 0,-7 0-386,-12 3 1,-1-1 55,13-1 0,6-1 1,-7 1 239,-12 1 0,0 2-1260,13 1 1,6 1 0,-7 1 224,-13-1 1,-2 2 1034,23 2 0,-7 6 0,-23 11 0,-8 10 0</inkml:trace>
  <inkml:trace contextRef="#ctx0" brushRef="#br0" timeOffset="23535">28046 9180 7533,'-20'-7'1529,"-3"-4"-1259,10 10 359,-5-4-359,6 5 90,5 5 90,-4 18-180,4-1-91,0 19-358,-4 1 89,10 4-360,-2 4 0,0 4-135,2-13 1,2 1 449,1 8 0,2-1-450,1-9 1,2-5 314,7-6-450,4 5-179,-6-22 899,1-5 0,-1-2 0,-6-27 0,-1-5 0</inkml:trace>
  <inkml:trace contextRef="#ctx0" brushRef="#br0" timeOffset="23802">28046 9229 7533,'-7'-45'2428,"1"-12"-2158,6 34 90,0-11 270,11 10-271,3 9 91,5-13 90,26 3-540,-20 4-225,9 8 0,5 3-584,26 3 449,0 2-263,-5 5-636,-14 5 629,-12 2-1259,25 16 810,-31 3 1079,-4 6 0,-64 9 0,10-22 0,0 0 0</inkml:trace>
  <inkml:trace contextRef="#ctx0" brushRef="#br0" timeOffset="23988">27885 9476 7533,'-27'0'1079,"6"0"-89,21 0-901,21 0 1171,7 0-990,21 0-1,-8-6 1,0 1-90,11 2-570,-6-4 0,9-2 1,-4 3 209,-7 3 1,0 3-1,3 3 1,3 2-1,-3 4 1,2 8-1,-1 0 1</inkml:trace>
  <inkml:trace contextRef="#ctx0" brushRef="#br0" timeOffset="24702">27960 10559 7533,'-20'-20'629,"2"8"1080,1 6-989,8 12 89,-12 23-809,18-1 0,-13 37 0,9-24-89,0 18-541,2 6 270,5-4 45,0-9 0,0 1 136,0 4-676,7-6 1,2-5-31,0-15 525,14 15-892,-5-34 1252,-4 0 0,-2-32 0,-6-9 0</inkml:trace>
  <inkml:trace contextRef="#ctx0" brushRef="#br0" timeOffset="24954">27541 10694 7533,'-41'-34'3688,"12"-6"-2879,5 0 91,31 1-541,13 25 1,15-9 90,3 9-405,-4 0 0,3 0-448,24-7 133,-14 9 0,7 0 1,-5 0-248,-8 2 1,1 0 186,13 1 0,7 1 1,-7 2-927,-12 2 1,-3 1 1120,17-1 0,-1 2-225,12 2-1034,-21 5 0,0 1 1394,16 3 0,-18 15 0,-2 8 0,-15-2 0,0 0 0</inkml:trace>
  <inkml:trace contextRef="#ctx0" brushRef="#br0" timeOffset="25622">28169 12072 7533,'-25'-26'2428,"6"8"-1528,-4 24-450,9 24-857,2-1 587,1 17 212,9-9-392,-9 23-90,10-6-270,-4 5 0,-1 2 270,5 2-420,3-12 0,1 7 1,3-8-1380,9 7 1889,1-1 0,4-15 0,-5-42 0,1-10 0</inkml:trace>
  <inkml:trace contextRef="#ctx0" brushRef="#br0" timeOffset="25841">27689 12171 7533,'-43'-19'1889,"0"-1"0,-20-10 179,90-4-1529,9 13 1,11 1 0,0 1-992,4-4 0,5 1 474,1 2 1,10-1-1,2 0 1,-2 3-705,-9 5 0,-2 2 0,1 1 0,3-1 682,-1 2 0,2 0 0,2 0 0,0 0 0,-2 0 0,8-1 0,-1-1 0,-1 1 0,-1 0 0,-8 4 0,0 0 0,0 0 0,0 0 0</inkml:trace>
  <inkml:trace contextRef="#ctx0" brushRef="#br0" timeOffset="30684">31122 7863 7533,'0'-31'-1170,"0"12"1890,12 3-450,-4 9 359,20 0-539,-7 1 900,31 6-900,-17 0 179,17-2 1,4-1-851,11-4 611,-16 2 0,9-2 0,2 1-1205,3 0 1,3-1 0,-4 1 1114,-11 1 0,-3 1 0,4 0-143,1-1 1,6 0 0,-4 1 0,-10 1-158,14 2-90,-7-5 0,-5 1 180,-21 3-539,1-3 809,-29 5 0,-34 0 0,-12 0 0</inkml:trace>
  <inkml:trace contextRef="#ctx0" brushRef="#br0" timeOffset="31069">31664 7630 7533,'19'-53'1709,"-1"13"-1349,-12 35 179,0 5-899,-12 5 181,0 2 89,-34 16-90,4-3 0,-10 4 0,-13 5 0,6-2-254,11-6 0,-1 0 404,-10 5 0,-6 2 0,5-1-240,-1 0 0,1-1 270,-9 3 0,1 0-45,13-6 0,3 0 405,3-1 0,12-4-270,26-12 1169,61 0-989,-10-12-90,5 5 0,12 2 0,-6-2-90,-14-2 0,2 1-45,8 1 0,12 3 0,-1 0 0,-8 0-585,-5 0 0,-1 3 540,12 5 0,8 3 0,-6-2 0,-3-2 0,-2 0 0,-10 2 0,0 1 0,0-1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4:25:12.28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2756 4283 7533,'-12'-19'0,"0"6"1439,5 13-90,1 23-989,1-1 44,-1 18 1,0 5-315,-8 8 90,5-7 0,-1 9 0,1-7-90,1-10 0,0 0-150,-1 15 0,-1 7 0,0-8-210,-3 16 0,6-8 1,1-5-1,1-14-90,16 0 270,-8-29-630,13-6 451,-15-12-721,10-11 720,-4 2 270,0-19 0,4-14 0,-4-17 0</inkml:trace>
  <inkml:trace contextRef="#ctx0" brushRef="#br0" timeOffset="500">2831 4283 7533,'0'-25'0,"0"-10"0,-6 13 3957,5-1-3417,-10 17 360,10 17-720,-10-3 629,9 42-1169,-3-13 360,4 12 0,2 1-449,-1 2-1,2 8 0,1-1 180,-1-11-225,5 7 1,2-2 224,-1-15-450,21 19 630,-15-43-629,26-20 539,-23-14 495,3-12 0,-1-6-226,-4-18 1,5-4 0,0-1-252,-12 26 1,0-1 401,5-14 0,2-6 0,-3 7-240,-4 14 0,-1 0 0,4-11 0,1-7 0,-1 10 719,4-3 181,3-17-1,-12 51 91,-6 28-900,0 0 449,0 52-359,0-29 225,4 22 0,3 8-1170,-1-15 1,1 0 481,0 5 0,0 4 193,1-12 0,0 3 0,-2-1 45,-5 16 0,0-2-45,7-7 0,0 1-270,-6-11 0,-3 0 1,2-9 89,4-3-809,1 25 179,1-43-719,16-2 1619,-8-13 0,20-26 0,-9-6 0</inkml:trace>
  <inkml:trace contextRef="#ctx0" brushRef="#br0" timeOffset="850">3679 4738 7533,'-23'-25'0,"8"11"0,-14-2 3058,16 15-629,-16 12-2429,14 4 314,-1 17 1,3 4-135,5 4-585,-2 13 1,3 2 314,11-9-360,6 6 0,4-1 180,9-13-765,8-4 1,1-5 585,-2-14 1078,33-10-539,-40-18 1169,-1-16 1,-4-5-1080,-5-6 539,-5-15 1,-3-3-360,-5 4-180,-12-12 0,-5 2-360,-6 14 180,1 7 0,-2 7-900,-3 22 900,-8 25 0,64 27 0,-10-6 0,0-1 0</inkml:trace>
  <inkml:trace contextRef="#ctx0" brushRef="#br0" timeOffset="1467">4294 4233 7533,'-2'-39'0,"-1"-1"0,2-13 0,-4 15 0,-1 2 0,0 6-5661,-1-17 5661,1 28 1409,1 1 1290,3 11-1300,-3 2-1039,5 5 1619,0 11-1530,0 2 271,0 56-540,0-23 234,0-1 1,0 9-1,0-5-324,0-11 0,0 1-360,0 21 0,0 10 0,0-6-242,0-14 1,0 1-809,-2 14 1,0 8 0,0-9 2308,2-18 1,-1-3 359,-2 29 0,0-7-989,3-28-1079,0 3 359,0-35-1979,0-32 2519,-5-13-90,-2-7-135,-4 12 0,-1 2 45,-4 3 0,-18-22-90,19 32 3294,-30 2-3384,27 13 450,-38 21 989,33-1-495,-1 12 1,2 3-945,1 2-270,10 7 1,4 1-1,2-8 958,5 20-867,16-22 269,-1-4-450,37 14 180,-22-18-1709,9-3 0,1-4 2069,-1-6 0,-4-10 0,0-4 0,9-16 0</inkml:trace>
  <inkml:trace contextRef="#ctx0" brushRef="#br0" timeOffset="1836">4479 4935 7533,'-7'-33'2788,"-9"4"-1259,13 17 1260,-19 5-1980,19 2 450,-18 16-2158,7 40 719,1-16-720,6 12 1,3 1 539,4-9-899,6 1 0,4 0 719,5-4-809,32 16 719,8-37 1080,-7-10-450,-17-22 0,-4-7 630,-1-12-271,-1-23 1170,-8 5-809,-4 13-180,-7-7 1888,5-9-1888,-10 31 360,5-24-451,-6 41 811,-6-2-901,0 11-179,-1 0-1349,1 11 1079,1 3 180,4 10-2699,-4 17 181,5-12 359,10 23 1529,-1-30-1169,8 12 1709,6-4 0,14-22 0,7-5 0,9 5 0,0-1 0</inkml:trace>
  <inkml:trace contextRef="#ctx0" brushRef="#br0" timeOffset="2155">5255 4775 7533,'-24'-52'7915,"9"11"-6386,-19 23-1079,19 11-720,-19 13 90,19 2-719,-14 26 539,21-12-719,-2 24 449,10-18 360,10 7-1349,4 1 540,16 8 539,-9-13 0,0-1 360,8 11 360,-6-11 0,-1-4-270,-7-9 0,8 11 1709,-10-10-1349,-6-4-90,-2 3 1529,-21-4-1349,0-1 180,-14 0 269,-11 1-449,7-1-90,-8 0-450,-16 6 0,27-10-2249,-21 8 990,32-14 1439,8 3 0,51-21 0,16-4 0</inkml:trace>
  <inkml:trace contextRef="#ctx0" brushRef="#br0" timeOffset="2885">7088 4233 7533,'-5'-45'4227,"3"15"-3057,-9 79-1080,10-1 0,1 12-504,-2-6 0,-1 11 0,0 4 0,0 0 1,3-7-105,1-7 1,2-3 0,0-1 0,-1 3 404,-3 13 1,-2 5-1,2-4 1,4-14 112,11-10 0,-6-20 0,-28-33 0,4-13 0</inkml:trace>
  <inkml:trace contextRef="#ctx0" brushRef="#br0" timeOffset="3099">6546 4443 7533,'57'-29'237,"0"1"0,-1-1 0,1 1 0,0-1 0,-1 1 0,1 0 1,0-1-1,-1 1 0,3-2 0,-3 0 0,-2 1 0,-2 2 0,1 5 1,2 5-1,10 4 0,3 3 0,-1 6 0,-6 7 0,-13 8 0,-6 28 1,0 1-1</inkml:trace>
  <inkml:trace contextRef="#ctx0" brushRef="#br0" timeOffset="3461">7569 4836 7533,'-37'47'1844,"0"-1"0,11-1-2804,42 0 1,19 7-1,1-17 1230,17-33 359,3-20 1,9-13 0,-23-8 89,-38-23 1,-27-4-450,-8 20 0,-9 2 0,3 13-270,-13 11 0,5 49 0,91-1 0,0 0 0</inkml:trace>
  <inkml:trace contextRef="#ctx0" brushRef="#br0" timeOffset="3820">8380 4208 7533,'0'-40'2608,"0"0"1,0 9-2160,-16 74-427,6 5 1,1 16 0,-1 6-1,2-7-249,-1-1 0,2-3 1,-2 6-188,2-4 0,-3 8 0,1 0 1,2-5-1,2-14-36,3-9 0,2-6-547,0 26 1,6-11-803,13-35 1350,2-8 449,2-35 0,-8-9 0,-1-6 0,2-7 0,0 0 0</inkml:trace>
  <inkml:trace contextRef="#ctx0" brushRef="#br0" timeOffset="4036">8663 4147 7533,'-25'-11'8275,"7"4"-13306,7 70 5211,10-25-57,-5 18 0,1 2-123,3-4-15,-3 11 0,-1 2-30,3-33 0,-1 1-1208,-1 25 1,-2 10 0,1-5-322,2-11 0,0 0 1888,-1 3 1,1 5-1,2-12 1,8-3-1,1-21 1</inkml:trace>
  <inkml:trace contextRef="#ctx0" brushRef="#br0" timeOffset="4704">8861 4996 7533,'-14'-7'2069,"3"2"-1350,11 5-449,0 0 809,11 0-719,3 0 0,21 0-180,-8 0-45,11-2 0,3-2-495,22-13 360,-22 10 0,-1-1-90,13-21-270,-11-7 180,-21 7 0,8-28 0,-23 28 180,0-22 360,-17 12-180,3 7 90,-26 3 180,1 22-360,-5 1 269,2 6 91,1 11 180,-20 14-450,28-2 0,1 3-180,-23 21 180,20 1-990,22 14 720,1-23-90,9 5 0,5 3 0,4-13 0,1-2 135,0 1 1,2-2-451,6 0 0,4-4-45,13-1-899,22 4 360,-13-17 449,1-1 180,-18-12 450,0-6 0,12-34 0,-16 14 0,-1-1 0</inkml:trace>
  <inkml:trace contextRef="#ctx0" brushRef="#br0" timeOffset="5068">9488 4874 7533,'0'-20'2788,"0"8"-899,0 1-1529,0 9-360,0 2 360,0 18-360,0-3-90,0 25 0,0-24-630,6 46 540,-5-36-1169,16 31 1079,-15-36-449,25-4 988,-1-33-269,7 0 270,-3-25-135,-12 9 0,-2-1 675,1-12-361,3 2 1,-1 0-766,-9 2 1575,12-7 900,-15 7-810,0 25-1709,-2-6 360,-5 22-1079,0 11 629,0 3 270,0 5-809,6 4 586,1 1-2656,16 19 2430,-8-9 629,19 18 0,19-13 0,-18-15 0,1 1 0</inkml:trace>
  <inkml:trace contextRef="#ctx0" brushRef="#br0" timeOffset="5386">10313 4725 7533,'0'-46'5666,"-6"-10"-5216,-1 40 809,-5-24-179,-6 25-900,10-3 0,-3 12-630,5 18-450,-1-4 541,0 31-451,2-10 270,6 4 1,3 4-136,7 6 0,2 0 630,-5-8 1,0 0-91,13 18 0,-2-4 135,-9-12 719,12 26-359,-16-41-270,1 6 0,-2-15 809,-10-6-359,-2 4 360,-38-4-1170,-8 0 315,19-4 0,-2-1-630,-6-2 0,2 0 495,-2 0-758,-10 6 0,27 11 0,0 9 0</inkml:trace>
  <inkml:trace contextRef="#ctx0" brushRef="#br0" timeOffset="6301">1908 6855 7533,'-7'-14'629,"-4"-2"-89,4 9 180,0-6 89,2 1-449,-1 5 449,5 1-629,-5 6-90,6 0 90,0 17-90,0-2 540,6 43-720,-5-16-87,10 24 132,-10-28 0,0 0-1429,4 24 1474,-5-20 0,0 5-495,0 20 1,0 5 134,0-4 0,0-1 270,0-19 0,0-1 0,0-2 0,0 7 0,0-7-449,0-3 269,0-20-720,6 6 630,-5-27 360,5-12 0,-3-22 0,-1-9 0,1-11 0,1 1 0</inkml:trace>
  <inkml:trace contextRef="#ctx0" brushRef="#br0" timeOffset="6605">1919 6732 7533,'0'-27'2428,"0"-7"-2068,6 19 719,1-2 1,16 11-720,3 6 179,12 11 1,5 5-405,-3 5 0,1 3-135,4 1 0,-1 4 45,3 17 0,-8 5-90,-19-11 0,-5-1-642,3 0 1,-6 0 506,-13 30 0,-29-33 270,2-3-45,-3-8 0,-6-3-854,-29-6 809,0 6-1170,4-22 900,41 0-1888,-13-5 539,25-2 1619,-8 0 0,34 12 0,4 9 0</inkml:trace>
  <inkml:trace contextRef="#ctx0" brushRef="#br0" timeOffset="7119">2732 7383 7533,'-19'-6'3508,"1"-5"-2699,12 9-629,6-3 810,23-6-631,-2 8 181,15-13 270,27 9-451,-22-2 1,1 0-225,0 5 0,3 0 0,17-5 0,-4 2-1125,-6 5 675,-5-1 1,-3 1-1755,-14 2-360,16 5 990,-38 2 630,3 0 809,-16 10 0,-24 1 0,-11 14 0</inkml:trace>
  <inkml:trace contextRef="#ctx0" brushRef="#br0" timeOffset="7368">2719 7519 7533,'-38'0'1709,"-3"6"-810,26-5 450,-7 10-629,43-4-540,-16-1 314,33-1 1,13-4-225,-10-1 0,1 0-225,9 0 0,5 0-585,-6 0 0,4 0 1,-3 0-2336,13 0 0,-3 0 2875,3-1 0,-4 2 0,-17 2 0,-12 5 0,-21 5 0</inkml:trace>
  <inkml:trace contextRef="#ctx0" brushRef="#br0" timeOffset="7818">3212 7101 7533,'-27'-28'4857,"-1"1"-4137,38 26-810,-8-5 809,44 17-539,-16-3 135,22 6 0,4 1-135,-6 0-1549,10 2 0,-1 0 1369,-10-2 0,-14-4 0,2 1-238,1 0 1,0 0 147,1 0 0,0 1 90,-5 0 0,-3 1 270,20 9 0,-44-5 89,4-5-179,-10 5 1664,-1-5-1124,-12 4-71,-7 2-109,-28 17-270,12-9-968,-18 9 1148,-1-1-315,18-8 0,-2 1-180,7-7 0,1 0 134,-5 6 1,0-2-269,-18 5 269,12-3 89,-7-3-1528,2-1 1259,22-15-1889,-5 3 1440,24-11-1260,5 0-270,5 0 2288,2 0 0,33 0 1,7 0-1</inkml:trace>
  <inkml:trace contextRef="#ctx0" brushRef="#br0" timeOffset="8551">4602 6855 7533,'-12'-14'1169,"0"-2"-719,-6 9 539,-1 0-719,0 1-360,1 12 360,-11 6-180,7 7 0,-8 6 180,2 10 0,7-8-181,-4 15 91,8-16 180,4 26-628,6-11 358,1-1 0,1 2-1259,9 7 1214,-7-15 0,2 2 225,16 8 0,3-1-90,-5 12-135,10-2 0,4-4-45,1-13 0,8 11-1203,22-12 1383,-21-18-90,-2-4 0,0-5-90,4-19 90,4-2 180,-16-16 0,-3-5 90,7-11-136,-4-3 1,-3-3-640,-3-9 370,-3 0 0,-1-2 90,-12 23 0,-1 0 45,6-10 0,-3-3-45,-11-10 0,-3 4-135,-2-6 90,2 20 0,-3-5 0,-2 5 45,-2 9 0,-3 3 44,-2-6 1,-6 2 270,-9 6 0,-2 7-270,-3 8-1508,-17 11 1148,42 17 90,2 10-3868,1 7 3239,9-2-1080,-3 7 2093,5-4 1,4 6-1,3 6 1,0 7 0,0-1-1</inkml:trace>
  <inkml:trace contextRef="#ctx0" brushRef="#br0" timeOffset="8752">4578 7347 9602,'-14'35'3508,"8"-13"-2249,30 34-1169,2-29 0,2-2-1440,16 29 810,1-21 1,0-4-1170,-6-7 1034,-3-2 1,3 0-1215,17 1 1889,-9 3 0,21-22 0,-16-11 0</inkml:trace>
  <inkml:trace contextRef="#ctx0" brushRef="#br0" timeOffset="9030">5575 7494 14009,'19'36'-1529,"-7"-14"-810,-17 28 1440,-9-26 269,-7 13 0,-4 5 630,-3-11 0,-2-1 0,-7 13 0,-1 1 0,-2-8 0,1 0 0</inkml:trace>
  <inkml:trace contextRef="#ctx0" brushRef="#br0" timeOffset="10186">6448 7162 6903,'-19'-7'2429,"7"2"-2070,6 5 361,6 0 629,0 0-629,6-5 269,17 3-539,-6-3 0,44-1-270,-35-1 90,32-5-226,-23 6 1,-1 0 135,18-7-437,-3 6 0,1 2 347,14-2-360,-22 3 1,1 2 89,15 8 180,-10 1 180,-30 0-180,-7 20 90,-10-16-360,5 23 1054,-6-9-1504,-6 12 450,5-4-539,-10 2 539,10-16-900,-5 5 631,6-16-1350,-5 19 1619,3-17-1259,-3 13 1529,5-11 0,11 1 0,2-1 0</inkml:trace>
  <inkml:trace contextRef="#ctx0" brushRef="#br0" timeOffset="11201">7876 6904 7533,'-6'-14'2248,"5"-3"-1438,-10 11-450,9-1 0,-8-4-181,3 10 1,1-5 360,-22 1-360,6 4-180,-15-5 0,12 12-450,-14 11-3212,10 15 3662,-14 0-90,13 4 270,11-11-180,-9 32-1818,13 3 1908,5-22 0,2-1-90,2 23 359,5-13 0,2-2 0,5 10-269,-2-11 0,4-1 270,17 10 640,6-18-1270,1 6-528,20-16 618,-11-12 90,14-2 1543,-13-22 0,1-11-1273,-5-5 0,0-8 359,0-8 1,3-6 0,-6 1-1131,-2-2 1,-6 0 769,2-7 1,-7-1 719,-16 8 1,-5 3 49,4-9-769,-6-1 0,-3-1 461,-3 5-461,-11-2 0,-3 1 180,1 10-790,-1 2 0,-3 6 610,5 22 2396,-5-4-3386,-18 11-132,3 7-2206,6 7-2249,6 27 4047,25-10 1350,-3 17 0,9-1 0,3 4 0,0 6 0,-1 0 0</inkml:trace>
  <inkml:trace contextRef="#ctx0" brushRef="#br0" timeOffset="11368">7815 7211 9871,'-7'40'4678,"23"21"-5218,7-31 0,3-2 450,17 26 90,2-11 0,1-6 0,3-13 0,-10-4 0,0 0 0</inkml:trace>
  <inkml:trace contextRef="#ctx0" brushRef="#br0" timeOffset="12351">9365 6818 7533,'-12'-21'1529,"5"4"-270,1 17-899,1 0 180,3 6-91,-3 1-89,5 5 630,0 33-631,0-13 1,-1 7 0,2 3-1440,4 11 1215,-4-19 0,0 5-90,4 18 0,1 2 0,-5-23 0,-1 3-195,2 14 0,0 7 0,0-8 150,-2 17-270,0-10 0,0-4 90,0-13-1169,0 9 1079,0-30-1169,0-4 1079,0-11-2248,0-12 1978,0 5 945,0-10 0,5-29 0,2-13 0</inkml:trace>
  <inkml:trace contextRef="#ctx0" brushRef="#br0" timeOffset="12648">9291 7174 7533,'-7'-19'3058,"-3"2"-2428,8 10-181,-3-4 541,10 4-810,7-5 1259,35-1-1169,-11 1 44,14 5 1,3 2-135,0-8-1088,2 7 0,0 0 1087,0-1-899,-21 2 1,3-1 179,4 3 1,0 0-2879,27-10 2878,-30 7 0,-2 0-449,5-1 989,-29 1 0,-23 12 0,-9 1 0</inkml:trace>
  <inkml:trace contextRef="#ctx0" brushRef="#br0" timeOffset="12918">9353 7470 7533,'-7'-26'6026,"7"3"-5486,12 16 1619,23-4-1710,0 9-89,-1-3 0,1-1-180,8 5-540,2 1 0,1 0 360,0 1-945,-6 5 1,0-1-1118,0-3 533,2 9 1628,5-4 0,-8 5 0,16 1 1</inkml:trace>
  <inkml:trace contextRef="#ctx0" brushRef="#br0" timeOffset="14235">11826 6866 8252,'-2'51'1124,"2"-15"1,2-2-855,5 8-135,-4-9 0,-1 5 44,1 12 1,0 5-2397,-3-8 1,1 3 0,-1-1 2126,3 12 0,0 1-900,-3-10 1,0 1-1,0-12 2040,0-8-1050,0 18 0,-6-88 0,-1-12 0</inkml:trace>
  <inkml:trace contextRef="#ctx0" brushRef="#br0" timeOffset="14551">11888 6793 7533,'16'-52'4137,"32"4"-3058,-3 21 1,3 3-900,-10 7 0,1 6-1036,17 13 0,-4 7 1036,-10 1 180,11 18 89,-1 2-179,-22-2-90,17 13 510,-23 6-960,-21 21 270,-6-13-135,-17-21 0,-6-5-586,-10-3 721,-17-1-225,13-12 1,-1-3 134,-6-2 135,-5-2 0,1-1-45,14-5-540,-8 0 0,0 0 450,16 0 359,-27 0 0,77 0 0,7 0 0</inkml:trace>
  <inkml:trace contextRef="#ctx0" brushRef="#br0" timeOffset="25417">10830 7187 7533,'-14'0'-90,"-3"0"989,5 0-629,4 0 0,-9 0 0,16 0 359,-5 5-269,6-4 270,0 5-270,0-6 539,0 0 91,0-6-811,0 5 991,0-10-541,0 10-449,0-5-180,6 1-90,-5 3 180,5-3-270,-6 5 90,5 0 1,-4 0 448,16 0 1,-3 0-90,5 0-180,-1-5 90,5 3-90,-3-3-180,15 2 0,4 1 90,19 0-315,4 2 0,-1 0 225,-7 2-45,-10 6 0,-5 0 45,-23-5 90,7 13 0,-17-15 90,-6 5-180,0-6 180,0 0-90,-6 0 270,5 0-180,-5 0 1080,6 5-91,0 19-809,0-8 90,0 24-181,-5-20-988,-8 49 179,5-35-539,-1 3 0,2 0-1260,6-10 630,1-2 1799,6-14 0,16-38 0,7-18 0,1 1 0,1-1 0</inkml:trace>
  <inkml:trace contextRef="#ctx0" brushRef="#br0" timeOffset="28134">27209 5894 7533,'0'-49'2518,"0"16"-1169,0 5-269,0 26-1260,-5 15 90,-2 29 0,-5 5 180,-1 13-315,2-9 0,-1 2 90,4-20 0,1 2-180,-6 29 1,2 5-46,7-12 0,1-4 315,0-10 0,1-2-135,4 3 0,1-7 1,-1-19-1,3-13 809,1-16-449,-5-19 180,10-15-315,-9-9 0,-3-3-45,7-12-310,-6 18 1,0-1 264,0 12 0,0 3-1963,0-19 2097,0 18 1,0-1-45,0 0 0,0 2-857,0-19 857,1 18 0,4-1-291,12-21 516,-1 19 507,18-6-597,-8 34-1,16 2-268,-10 16 358,32 24-179,-33-6 1654,21 18-1654,-16-5-90,-15-9 1273,8 9-1273,-11-1 90,-10-7 90,3 29-90,-16-27 440,-11 5 1,-8-1-711,-29-5 90,21-9 1,-1-4 44,-6-7 0,3-7-855,0-8-539,-26-6 1079,39-1 360,-11-5 0,48 0 0,8-1 0</inkml:trace>
  <inkml:trace contextRef="#ctx0" brushRef="#br0" timeOffset="28684">27775 6165 7533,'-19'-31'2338,"7"6"-2158,7 13 180,5-5 90,0 15 899,5-20-899,18 19-450,-7-8 180,19 11-360,5 0-810,13 0 720,4 0-449,-9 0-181,-2 6-359,-17 1 0,12 5 899,-27-6-360,2 5 720,-15-4 0,-56 22 0,18-12 0,-1-1 0</inkml:trace>
  <inkml:trace contextRef="#ctx0" brushRef="#br0" timeOffset="28884">27714 6350 7533,'-33'7'2788,"9"-1"-2608,19-6 1439,16 0-989,3-6-91,21-1-449,-8-5-45,11 5 0,3 1-765,-8 0 1,3 0 719,10 3 0,7 1 0,-4 0 0,-3-1 0,0 1 0,12 2 0,0 0 0</inkml:trace>
  <inkml:trace contextRef="#ctx0" brushRef="#br0" timeOffset="29635">28181 6005 7533,'-12'-24'2428,"-1"-1"-1438,6 1-1,2 10-629,5-3-180,5 16 539,2-5-269,11 12 90,18 6-630,14 24 0,-3-13-352,-7 8 0,-1-1-8,0-5 45,9 9 0,1 0 135,-10-3 0,10-1 1,-2 2 179,-14 3 180,13-4-270,-40 2 360,-30-18-180,3 10-90,-15-7 0,-2-2 90,-2 0-30,0 1 0,-8 4 0,6-3 210,-10 7-225,-11-1 0,2-1 749,22-4-704,-18-7-539,43-7 269,-2-5-450,14-5 271,2-2 179,7-5 270,17 0 0,8-4 0,5-2 0,9-2 0,0 0 0</inkml:trace>
  <inkml:trace contextRef="#ctx0" brushRef="#br0" timeOffset="30624">29338 6066 7533,'0'-20'-90,"0"-1"539,5 14-359,-4-6 0,5 6 630,5-9-540,-8 13 180,13-13 89,-9 4-269,0 4 180,-1-9 90,-1 5-270,-4-2 180,5-4-360,-6 11 179,-6-4-179,-6 10-90,-2-4 90,-9 5-269,-7 16 89,-3-1-668,3 15 0,-8 14 0,1 3 0,7-7 803,7-7 0,2 3 45,-8 12 0,-7 12 0,5 0 0,18-9-593,28-8 1,8-3 637,-14 8 0,8-3-233,21-15 1,14-7 0,-2-8 547,1-12 0,0-6-225,11 10 0,0-7 45,-11-14 0,-6-13-665,-8-23 0,-6-4 530,-4 25 0,-3-2 15,-1-16 0,-2-9 0,-9 2-397,-15-10 1,-9 2 291,5 7 0,-3-1-204,-3 8 1,-3-1 0,-2 9 69,-21-2 89,3 11 1,-3 5-1,-6 5 135,10 10 0,1 4 1266,-9 13-1311,10 2 1062,3 10-1872,13 16-629,10-16 1804,7 32 0,23-22 1,9 14-1</inkml:trace>
  <inkml:trace contextRef="#ctx0" brushRef="#br0" timeOffset="30814">29387 6288 7533,'-14'35'3058,"14"-12"-1529,9 18-495,14-10 1,10 1-1035,15 6 0,2 2 0,-9 7 0,-1 1 0,-6-16 0,0 0 0,0 0 0</inkml:trace>
  <inkml:trace contextRef="#ctx0" brushRef="#br0" timeOffset="33102">28243 7310 8162,'-6'-19'2159,"5"6"-1349,-4 8-451,5-1 91,0 5-270,0-5 270,0 12 179,0 12-449,-6 2-90,5 10 90,-5 23-540,1-17 270,3 29 90,-9 0-2450,10-10 2270,-2-19 0,0-1-90,3 20-539,0 12-136,0-24 1,0 0 584,6 13-720,-5 0 541,5-49 539,-6-2 0,0-27 0,0-5 0</inkml:trace>
  <inkml:trace contextRef="#ctx0" brushRef="#br0" timeOffset="33384">27726 7532 7533,'-20'-62'2878,"9"16"-809,39-11-1619,1 28 179,14 5 1,5 2-450,11 2-481,-13 7 1,2 2 480,1 4 0,-3 2-1472,-11 1 1,0 1 1246,13 0 0,3 1-720,4-1 0,-3 0 405,-13 3 1,0-1 134,13-3 0,1 2-1441,-7 7 1,-3 1 1665,25 3 0,-8 4 0,2 2 0,-11-2 0,0 0 0</inkml:trace>
  <inkml:trace contextRef="#ctx0" brushRef="#br0" timeOffset="34018">28108 9069 7533,'-13'-29'0,"1"13"1709,-1-5 180,-5 14-1080,10 0-179,-14 13-450,19 35-270,-13-5-180,12 15 0,2 1-90,-5-4 315,4-7 0,1 4-720,1 2 1,2-1 256,-1 15-167,0-2 1,0-3 44,0-8-135,2-2 1,1 0 584,-2-6 180,10 17 0,-4-56 0,5-9 0</inkml:trace>
  <inkml:trace contextRef="#ctx0" brushRef="#br0" timeOffset="34301">27923 9131 7533,'-18'-36'629,"0"-1"1,2-5-540,-11-3 2339,25 22-2160,2 2 811,18-3-720,8 6-91,5 6 91,26-6-90,-19 9-270,26-2-45,-13 8 0,2 1-514,-19-1 1,2-1 618,11 2 0,7 1 0,-6-2-555,-11-3 1,1 1-286,14 2 1,6 1-1,-7 0 375,-14-1 1,-2-1-451,26 1 1,-8 1 134,-27 2 270,-8 5 499,-35 13 0,-43 8 1,15-8-1,0 1 1</inkml:trace>
  <inkml:trace contextRef="#ctx0" brushRef="#br0" timeOffset="34487">27923 9402 7533,'-27'6'1169,"-1"0"-449,20 1 719,13-2-900,10-5-89,15-5 360,22-2-450,-15-5-91,28 0-179,-21 2 0,-1 2 90,17-1-1496,-13 4 0,7-2 0,-7 3 1316,16 3 0,-5 19 0,-1 13 0,-26 3 0,1 0 0</inkml:trace>
  <inkml:trace contextRef="#ctx0" brushRef="#br0" timeOffset="34951">28144 10768 7533,'-5'-19'1799,"-2"-10"-90,1 19-1350,0-6 91,0 32-450,0-1-539,-1 37 269,-4-16 180,4 23-540,1-20 0,-1 4 0,-2 5 1,0 1 404,5-4 0,0 1-809,0 15 0,3-8 944,8-25 90,5 22 0,6-89 0,1-8 0</inkml:trace>
  <inkml:trace contextRef="#ctx0" brushRef="#br0" timeOffset="35232">27701 10546 7533,'-40'-19'2069,"11"7"-810,24 1 450,21 4-1349,0-5 89,18 0 1,11 1-315,18-3 0,10 2-450,-23 4 0,4 1 0,3 1 1,0 1-1501,8 0 0,3 2 0,-1 0 0,-4 2 1815,1-1 0,-3 1 0,-3 5 0,-6 5 0,-1 4 0,-12 5 0,3 28 0</inkml:trace>
  <inkml:trace contextRef="#ctx0" brushRef="#br0" timeOffset="35623">28108 12023 7533,'-40'-7'3058,"-5"29"-2698,35-4-91,-4 15 1,1 8-315,8-1 0,2 2-1474,-4 0 1,1 2 1428,5-3 0,2 1-125,3 2 1,5-2-911,8-4 1,1-2 899,-7 1 0,1-2 225,28 20 0,-26-63 0,4-1 0</inkml:trace>
  <inkml:trace contextRef="#ctx0" brushRef="#br0" timeOffset="35854">27639 11987 7533,'-30'-36'2878,"10"14"45,47-7 1,16 1-2654,1 9-1528,-1 6 0,13-3 1,3 1-1,-8 3 1348,-2 3 0,2 2-495,9-2 0,11-2 0,2 1 1,-9 0 641,3 0 1,0 0-238,-6 1 0,8 0 0,0 0 0,-8 0 0,5-1 0,-3 0 0,-8 2 0,0 0 0,1 0 0</inkml:trace>
  <inkml:trace contextRef="#ctx0" brushRef="#br0" timeOffset="44169">30531 11924 7083,'-11'-25'-360,"-13"2"990,-15 5-540,7 9 270,-8-7-271,20 14-178,-10-3 268,-16-1-358,-7 0 179,-4-1 0,22 1 0,0 1 89,-22-2-44,4-1 0,-1-1-45,19 2 0,-1 0 45,-33-5 0,1 0-754,3-1 769,19 5 0,-6 0 0,6 1 71,10 0 1,0 0-42,-31-3 0,1 2-3215,3 1 3125,23 2 0,-2-1 90,-17 3 0,3-1-294,-4-2 249,-9 2 0,2 2 45,18 2-1105,-7-3 0,-3 1 1015,-1 0-135,-8 0 0,-1-1-49,4-3 154,19 5 0,-6 1 0,6 0 30,10-3 0,0 0 0,-16 1 0,-9 0 0,8 1-45,15 1 0,0-1 105,-19-2 0,-9-2 0,7 2 29,15 2 1,1 1-60,-15-2 0,-6 0 0,6 0 15,15 2 0,0 0-15,-10 0 0,-6 0 0,0 0-90,10 0 0,0 0 0,1 0 554,-19 0 0,0 0-494,3 0 0,1 0-90,8 1 0,1-2 90,-8-1 0,0-1-45,5 2 0,-4 0 45,-5-3 0,-6-2 0,2 0-471,11 1 0,3 1 0,-1-1 471,-4 1 0,0-1 0,-1 0 30,-5-1 0,-1 0 0,9 2 735,17 3 0,2 0-705,-13-2 0,-7-1 0,6 1-60,10 2 0,-1 0 60,-17 0 0,-8-1 0,8 0-60,18 0 0,-1-1-90,-17 0 0,-8 1 0,8 0 90,20-1 0,0-1-60,-20 0 0,-10 0 0,8 1 60,20 2 0,-2 1 67,-7-3 1,-9 0 0,-2 0-1,4 0-699,-2 3 0,3 0 0,0-1 632,-4-1 0,-1 0 0,-1 1-23,7 0 1,-2 1-1,2 0 1,7 1 67,-2-1 0,2 0-45,1 0 0,-3 0 0,2 0-45,-9-3 0,3 0 45,17 2 0,-2 1-30,-16-4 0,-8 0 0,7 1-14,13 2 0,-1 0 134,-3-1 0,-8-1 0,0 0 0,8 0-45,2 3 0,0-1 75,-16-4 0,-9-1 0,9 1-75,17 3 0,0 1-75,-13-4 0,-7-1 0,0 1-30,7 2 0,1 1 0,1 0 60,5-2 0,0 0 0,-2 0 20,2 0 1,-4 1-1,3 0 1,6 0-66,2 0 0,0-1-15,-14-1 0,-8-1 0,8 1 15,15 1 0,-1 0 144,0 0 0,-8-1 1,-2 0-1,2 1-129,-16-1 0,1 1 0,2 1 549,7 0 1,2 1-1,-4 0-474,-3 0 0,-6 1 0,3-1 0,11 2-621,10-1 0,3 2 576,-25-1 0,-1 0 0,21 0 0,4 0 851,9-1 0,-3 2-851,-20 0 0,-10 1 0,8 0 103,14-1 1,-2-1-127,-2 2 1,-9 1-1,0 0 1,10 0 22,5 1 0,1-1 0,-21 1 0,-10 0 0,10 0 0,19 2 0,1 0 0,-14-1 0,-7-1 0,7 0 0,15-1 0,-1 1 0,-16 3 0,-10 1 0,8-1 0,11-5 0,-2 0 0,0 3 0,-9 3 0,1 0 0,8-2-135,1-2 0,1 0 22,0 1 1,-7 1 0,-2 0 0,5 0 22,6 1 0,3-1 0,-3 1-107,-2-1 0,-2 0 0,-1 0 1,4 0 196,2 1 0,2-1 0,2 0-233,-21 3 1,2 0 367,4 0 0,1 0-45,11 0 0,-4 1 22,3 0 0,-8 3 1,0-1-1,7 0-67,-5 0 0,1 0-68,4 1 1,-7 3 0,1-1-1,8-3 23,6-4 0,0 1 0,-5 4 0,-10 4 0,-1 2 0,5-2-150,1 0 0,4-1 1,-2 1-398,-10 3 0,-2 2 0,6-1 592,0 2 0,7 0-90,15-5 0,4 0 516,-12 9-471,1 2 0,1 0-90,3 1 135,2 12 0,2 6 225,4 15 858,12-27 1,4 3-1084,7 5 0,6-3-45,7-3 667,11 21-757,7-12 90,6-19 0,6 6 0,1 1 0,9-4 30,-6-9 0,9 3 0,-6-3 1448,-10-8 0,0 0-1418,18 4 0,10 2 0,3 0-445,-5-3 1,4 0 0,3-1 0,0 1 420,-10-4 0,1 1 0,1-1 0,0 0 0,-1 0 0,1 0 0,-1 0 0,1 0 0,0-1 0,0-1 35,4 0 1,3 0 0,-1 0 0,-4-2 0,-7 0-72,-5-2 0,-6 0 0,6 0 36,8 2 0,10 1 0,3 0 0,-3 0 0,-10-2-36,-7 0 0,-6-2 0,6 2 36,10 0 0,9 2 0,3-1 0,-2 1 0,-10-2-36,-6 0 0,-7-2 0,7 2 90,6 0 0,9 2 0,4 0 0,-4 0 0,-8-2 0,-7 0 0,-7-1 0,6 0-90,0 0 0,6 1 0,2 1 0,0-1 0,-2 0-509,4 0 1,-2 0 0,0-1 0,2 1 508,-7-1 0,0-1 0,2 1 0,-2 0 0,0-1 0,7 2 0,-1-1 0,1 1 0,3-1-15,-9-1 0,5 0 0,1 0 0,-1 0 0,-4-1 0,-5 0-45,6 1 0,-7-1 0,6 1 60,6-1 0,8 1 0,3 1 0,-4-2 0,-10 1-1078,10 0 1,-6 0 1137,-8-4 0,2 0 0,3 0 7,-5 2 1,3 0-1,2 1 1,2-1-202,-4-1 1,1 0 0,2-1 0,2 1 0,3 0 184,-6-1 1,3 1-1,3 0 1,0 0-1,0 0 1,-2 0-1,-3-1-15,7 1 0,-4 0 0,-1-1 0,1 1 0,3-1-75,-10-1 1,2 0-1,2 0 1,1 0-1,-2-1 1,-2 1-1,-4-1-6,17 0 0,-5 1 0,-2-1 0,2-1 45,-12 0 0,-1 0 0,1 0 0,1 0 0,2 0 30,2-1 0,3 0 0,2 0 0,-1 0 0,-4 0 0,-7-1-30,4-1 0,-8-1 0,8 0-30,-1 1 0,8-1 0,4 0 0,1 0 0,-5 0 0,-9 0 30,1 0 0,-7 1 0,9-1 150,1-1 0,11 1 0,4-2 0,1 1 0,-5 0 0,-10 1-180,-1 0 0,-9 0 0,7 0 30,5 1 0,10-1 0,2 0 0,-4 0 0,-11 1-255,11-2 0,-5 0 285,-8 2 0,3 0 0,3-1-53,-6-1 1,3-1-1,1-1 1,3 1-125,-3 0 1,4 0-1,2 1 1,-1-1 0,-2 0 128,-7 1 0,-1 0 0,0-1 0,1 1 0,3-1 47,5 0 1,5 0 0,2 0 0,-2 0 0,-6 1 0,-8 0 194,-4 1 0,-8 1 1,7-2-225,10 0 0,10-1 0,3 0 0,-4-1 0,-10 2 45,6-1 0,-1-1-27,-8 2 0,10-1 0,4-1 0,-4 1 0,-11 1 27,9-2 0,-2 1-45,-2 0 0,8 0 0,1-1 0,-10 1 45,1 0 0,1 0-45,-3 2 0,8-1 0,1 0 0,-8 0 0,-13 2 0,-5-1 0,6 1-18,4-1 0,8 0 0,3 1 0,-3-1 0,-8 0-301,15-1 1,-3-1 318,-3 1 0,4 0 0,-3 0 0,8-1 0,-5 1 522,-17 1 0,4-2-522,1 0 0,9-2 0,0-1 0,-9 2 716,-3 0 0,-1-2-806,6-1 0,9-2 0,-1-1 0,-12 2-45,-13 1 0,-2 0 15,11-1 0,6 0 1,-7 0 478,-11 0 1,-3 0-135,7 3 0,3-1 269,10-10 1,-2 0-225,11 2-360,-18 0 0,6-6 0,-8 4 0,12-4 135,-2-7 0,-2-1 456,-7 3-591,-10-4 0,-2-2-540,-4-7 585,-22 3 0,-8 1 225,-19-3-45,-15 13 0,-8 4-45,9 10 0,-2 2-90,-11-1 0,-5 1 135,-6-3 0,-9 2-495,5 6 0,-9 2 0,-1 1 1,7-1 29,7-1 0,5-1 0,-5 1 330,-8 2 0,-7 1 0,4 0 0,18 2 0,6 1 0,9 0 0</inkml:trace>
  <inkml:trace contextRef="#ctx0" brushRef="#br0" timeOffset="51237">23468 13168 7533,'0'-19'0,"0"1"0,0 5 2608,0-10-899,0 8-1439,0-3 360,0 13-540,0 5 539,0 22-539,5-6 90,-1 24 0,-1 5 90,4 8-322,-1-5 0,-1 4 232,-4 2 0,0-1-644,2-8 1,-1 4 553,-5 2 0,-3 8 0,-1 2 0,1-8 45,2 8 0,-3 1-563,-4 0 1,-4 9 0,-1-1 0,2-10 292,3-7 0,-3-2 75,-6 7 0,-5 5 0,2-6 375,5-12 0,1-4-270,-5-3 0,1-1 90,-8 24 315,16-44 449,0 11-1888,8-21 517,5-1-1326,5-6-978,13-6 1697,-3-1 1192,8 0 1,-5-9-1,1 3 1</inkml:trace>
  <inkml:trace contextRef="#ctx0" brushRef="#br0" timeOffset="51518">23037 14681 7533,'-33'-20'3867,"5"4"-2967,21 16 809,7 5-1169,7 7-270,10 2 494,22 17 1,7 5-810,-7-15 0,1-1-225,10 11 0,0-2-855,-15-13 1,-1-11 314,5-23 1,-3-13 89,-11 2 1,-2-3-606,11-9 0,-4-1 965,-19 6 0,-6 1-449,0-24 809,-3 23 0,-24-10 0,-12 21 0</inkml:trace>
  <inkml:trace contextRef="#ctx0" brushRef="#br0" timeOffset="52234">21966 15653 7533,'-36'0'-90,"4"0"0,7-5 450,8 4 269,-1-16 900,9 9-809,-2-10 89,11 11-179,0-4 989,22 4-1259,-11-5 629,45 5-809,-31-4 225,19 9 0,8 3-46,-2 1 1,2 2-360,-1 1 0,2 2 0,0 0-1454,16 2 1,-4 2 1318,-17 1 0,-5 0 46,13 5 448,-46 13-179,1-8 0,-24 8 0,-8 2-90,-4-1 314,-14 19 1,-2 3-225,3-5-405,0 9 1,1-1 134,3-11-765,16-1 1,6-1 584,6-13-180,24 4-1079,3-29-1169,36-21 899,-25 6 1799,19-13 0,-4 0 0,5-3 0</inkml:trace>
  <inkml:trace contextRef="#ctx0" brushRef="#br0" timeOffset="52986">23197 15641 7533,'-5'-64'3328,"3"16"-2519,-9 19-629,4 15 180,0 2 90,-9 1-450,8 4 180,-10 1 0,-10 6-180,6 6-90,-9 10 0,-1 3 0,0 4-135,-3 13 0,2 2 45,4-6 360,5 18 0,2 2-180,1-11-756,8 9 0,3 3 756,3-4 45,3-15 0,2 3-426,4-1 1,2-1 380,8 20-391,12-5 1,4-2 480,11-3 148,10-11 0,10-10-553,-3-23 0,1-12-180,6-11 1,-1-5 404,-8 6 0,-5-9 0,-17-10 0,-5-10 0,-6-1 854,-4-14 1,-4-1-357,7 2 1,-4 1-50,-12-4 1,-8 10 687,-10 17-732,-15 6 0,-5 4-135,0-1-45,-9 7 0,1 3 45,17 7 370,-20 2-5677,43 12 5156,3 7 1,29 33 0,8 6 0</inkml:trace>
  <inkml:trace contextRef="#ctx0" brushRef="#br0" timeOffset="53207">23074 15949 7533,'-8'-7'4857,"-2"7"-4137,32 12-361,-7 2-179,15 3 270,16 19 0,4 6-1035,-15-9 0,-1 1 104,3 2 1,1 2 0,-4-2 480,-7-2 0,-7-1 0,-2 20 0,-12-9 0</inkml:trace>
  <inkml:trace contextRef="#ctx0" brushRef="#br0" timeOffset="54335">24957 15924 7533,'-5'-30'4497,"-2"20"-3597,-17 33-781,9 17 1,1 14 0,1-1-975,-1 11 1,4 3 322,7-12 1,2 6 0,2-2-1,2-11 1,5 21 0,8-38-1,0 1 1</inkml:trace>
  <inkml:trace contextRef="#ctx0" brushRef="#br0" timeOffset="54656">24329 16121 7533,'-25'-41'2338,"1"-1"1,-1 1 0,30-29-1,22 8-1574,10 34 1,13 7-904,-3 2 1,9 1 0,3 1 0,0 1 93,3 3 0,2 2 0,2 2 0,0-2-1287,-8 1 1,2 0 0,0 0 0,-2 0-1,-2 1 882,16-1 1,-4 2-1,-5-1-300,-8-1 1,-4 1-1,-17 6-419,-23 9 1255,-11 11 1,-28 37 0,11-19-1,0 0 1</inkml:trace>
  <inkml:trace contextRef="#ctx0" brushRef="#br0" timeOffset="54989">25277 16564 7533,'-30'5'4317,"9"-3"-2698,-2-8-1079,33-18-270,-6-4-45,17-3 0,3 0 44,-7-1-179,10-9 0,2-3-270,-8 11 1,-2 0 268,1-3 1,0 2-539,20-14-3329,-21 48 2878,5 20 541,-4 6 359,3 14 0,12-2 0,-12-10 0,0 1 0</inkml:trace>
  <inkml:trace contextRef="#ctx0" brushRef="#br0" timeOffset="55402">25745 16318 7533,'0'-39'3463,"0"0"0,0-14-3014,-17 42-179,-9 45-270,-7-10-270,11 15 1,3 7-1351,6 3 1,6 2 899,7-3 1,4 0 539,-3-3 1,9-7-136,21-17 0,6-14 765,23-35 89,-10 0 1,-2-5-405,-20 7 0,-2-6 884,6-18 1,1-11-1,-9 10 420,-8-8-1259,10 1 0,-8 8 1169,-24 34-1169,5 21-360,-10 24 720,4 10-2969,1-3 1,0 1 449,0 10 900,0 11 89,1-16 990,3-7 0,6 0 0,3 3 0,13 28 0</inkml:trace>
  <inkml:trace contextRef="#ctx0" brushRef="#br0" timeOffset="55803">26212 16367 7533,'-19'-24'6296,"1"10"-5846,22 14-990,26 14-449,28 5-406,-8-9 1,2-3 1169,-17-2 1,0-3 44,26-5 0,-3-5 180,-11-7 494,-1-7 1,-1-8 539,-18 4 1,-7-5 179,-1-17 1,-5-1-856,1-14 46,-39 28 0,-8 7-225,-3 16 314,-20 18 1,-3 10-135,10 7-180,-7 15 0,2 5-90,14-4-1035,9 11 1,9 1 674,19-11-405,8 1 1,7-2 494,26-4-1741,-7-13 0,2-3 1471,18 0 181,14-1 269,-22-9 0,0-6 0,15-18 0,-15 4 0,0 0 0</inkml:trace>
  <inkml:trace contextRef="#ctx0" brushRef="#br0" timeOffset="56937">18545 13020 7533,'7'-37'809,"4"0"271,1-5-900,-3 14 449,13-17-449,-14 29 0,10-13 540,-6 12-181,0-3 181,-5 6-810,-2 3 180,-5 17 0,0 6 180,-5 8-46,-10 22 1,-4 11-195,0-10 0,-3 2 0,0 3-553,0-1 1,0 4 0,-2 2 0,-2 2 507,1-5 0,-3 3 0,-1 2 0,0-1 0,0-1 0,3-4 37,-2 5 1,3-6-1,-1 1 1,-3 5 37,0 1 0,-4 6 0,-2 2 0,2 0 0,1-6 0,5-7-60,0-2 0,5-6 0,-2 3 22,-5 13 1,-3 6-1,2 0 1,5-10-420,3-3 0,4-5 487,-2 4 0,4-3-180,0 3 0,9-36 180,0-1-1529,2-13 1079,5-2 445,5-36-2784,7-3 3061,-3-11 0,1-5 1,-10 18-1</inkml:trace>
  <inkml:trace contextRef="#ctx0" brushRef="#br0" timeOffset="57398">18041 13217 7533,'-13'-51'3148,"6"20"-2339,13 3 361,13 15-361,18-18-449,1 6-90,5 0 119,6-5 1,13-7 0,-5 4-120,-6 6 0,1-1-1147,5-6 0,4-5 0,-9 7 1147,6 2-1349,-41 13 989,-10 16 0,-1-4 180,-6 5-90,-6 0 90,5 5 2900,-10-4-2900,-1 22 0,-2-8 90,-3 26-445,10-8-95,-4 4 180,10-2-3184,-5-3 3274,6 4-1439,0 18-405,8-7 0,1 1 1934,0 20 0,7-4 0,2 1 0,-5-23 0,0 1 0</inkml:trace>
  <inkml:trace contextRef="#ctx0" brushRef="#br0" timeOffset="58236">14620 15801 7892,'-7'-14'1260,"1"-2"-1080,6 9 989,28-11 180,17-1-944,-8 9 0,1 1-225,21-9 44,-9 11 1,1 2-180,-16 1 0,-1 1-45,10-3 0,0 1-90,2 4 0,-6 1 90,-8-6-269,35 6 179,-55 6-90,21 0 0,-26 1 0,0-1 180,-2-1 180,-5-3-180,0 9 270,-5-4 179,-8 16-359,0 3 0,0 0 0,2-3-360,4 0 181,0-8-541,-4 25 360,10-18-1169,-4 24 359,5-24-269,5 12 720,2-25 629,5 2 0,33-55 0,-18 17 0,0-1 0</inkml:trace>
  <inkml:trace contextRef="#ctx0" brushRef="#br0" timeOffset="58608">15678 15346 7533,'-19'-7'1169,"6"2"270,2 21-989,10-7 180,-5 53-540,6-29-1,0 19 1,0 4-90,0-3-1544,0 7 1,0 0 913,0 3 540,0-22 0,0 2-540,5 10 1,1-2 359,3 5-595,-1-3 1,2-4 234,2-14 181,0 0 449,1-17 0,-6-28 0,-2-5 0</inkml:trace>
  <inkml:trace contextRef="#ctx0" brushRef="#br0" timeOffset="58957">15641 15284 7533,'0'-63'809,"0"35"-809,10-11 0,7 5 2249,7 23-1390,24-11-139,-17 28 256,16 6-347,-6 17 1,1 5-765,-12-14 0,0 1 135,12 13 0,-3 2-90,2 16 90,-19-22-90,6 27-1511,-21-30 1242,-2 9-541,-26-1 450,-1-2 180,-5-11 1,-5-1-271,-25 10 360,0-6 45,21-12 0,1-3-45,-5-2-28,-6 1 0,0-1-602,-1-7 630,-17 5 180,52-6 0,46 0 0,19 0 0</inkml:trace>
  <inkml:trace contextRef="#ctx0" brushRef="#br0" timeOffset="59600">17080 15420 7533,'-29'-13'2428,"9"12"-1348,-9 30-811,17 5 1,4 6-90,-6 23-90,9-17 0,1 6 0,2-3-675,7 5 1,1 0 314,-1 13 0,4-1 270,10-11 0,-2-15 0,-11-30 0,2-27 0</inkml:trace>
  <inkml:trace contextRef="#ctx0" brushRef="#br0" timeOffset="59992">16651 15617 5505,'-25'-55'3418,"17"4"-1381,14-3-687,37-1-766,12 22 1,13 4-795,-15 10 0,4 2 0,0 2 24,-7 1 0,0 1 0,2 2 246,13 3 0,2 3 0,-5 2-60,-1 3 0,-5 0 0,-7 0 0,-3 0 0,-11 0 0,1 0 0</inkml:trace>
  <inkml:trace contextRef="#ctx0" brushRef="#br0" timeOffset="60866">17438 15912 7533,'-14'0'1529,"-8"5"0,20 24-1169,-9-11 89,11 27-359,0-25 450,0 27-540,0-24-180,5 12-780,13-59 1,7-29 0,-1 5 1004,-5 13 0,1-1-816,6-22 0,4-10 0,-6 13 1131,1 2 335,-8 14-605,-10 45 270,15 6-270,-18 2 180,29 10 0,-13-11 180,12 5-450,-13-12 1079,-8 0-989,-11-6 3290,0 0-3290,-6 0-324,-17 11 234,-10 19-270,1-7-269,-3 28 269,27-29-180,-3 24 270,11-18-270,17 18-629,30-18-887,-12-22 0,2-4 1696,28-6-864,-25-19 0,-6-6 1044,-5-1-375,-5-4 1,-2-1 1004,-1 5-485,-6-6 1,-2-2 843,-4 7 554,7-32-553,-14 41 1963,3-7-2414,-16 28-898,-3 35 179,1-8-630,3 11 1,3 0 449,6-7-665,-3 5 0,2 4 1115,13 25 0,0-28 0,3-1 0,5 1 0,1-1 0</inkml:trace>
  <inkml:trace contextRef="#ctx0" brushRef="#br0" timeOffset="61282">18164 15986 7533,'-6'-46'3598,"5"16"-2969,-5 19-539,17 17 0,3-5-270,16 10 180,7-9-360,-4 9 1,35-10-811,-30-2 1,1-3 719,4-7 1,-1-3 140,-7 4 0,-3-2 488,2-22-179,-16 3 720,-10 10-360,3-13 1169,-16-8-1169,3 18 899,-25-21-899,10 37 539,-29-3-449,13 22-270,-4-3 90,6 11 0,-1 7-315,4 6 0,1 4-495,-5 12 0,7 6-539,14 8 0,9-1 854,2-23 0,6-2-96,18 6 1,8-7-1030,15-13 631,-1 3 269,0-9 450,-22-14 0,13-24 0,7-12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4:26:46.22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1427 4566 9062,'-14'0'2159,"3"0"-1170,6 0-719,4 0 180,-5 0-270,6 0 89,0-6-89,0 5-90,0-16-90,11-2 0,-8-7-90,24-21 90,-17 19 45,6-11 0,3-1-135,1-5 45,0-17 0,1-2-542,1 2 497,-8 10 0,2-8 0,-1 8-89,7-14 119,-9 16 0,1-9 0,0 10-30,6-11 90,-5 1 0,-1 3 0,0 12 180,-5 6 0,0 2-1,-2 13 181,4-17-180,-10 32-90,4-3 180,-5 11-450,0 0 270,0 6-313,6 12 133,0 2 90,6 10-269,1 11 628,-1-7-224,-5 15 0,-2 5-3167,8 7 3167,-9-10 0,-1 3 45,0 0 0,-1-2-1270,-1-11 1,-2 1 1179,2 17 0,-2 2-767,-1-4 1,-1-1 631,2-16 0,0 2-779,-2 29 0,1-4 644,7-12 613,-3-9 0,3-2-1062,13-11 359,-9-8 1472,7-3-1562,-15-20 1737,10 3-2726,-10-5 1776,10-5 0,-20-29 0,1-13 0</inkml:trace>
  <inkml:trace contextRef="#ctx0" brushRef="#br0" timeOffset="218">1575 4356 7533,'-44'-30'4587,"18"15"-2068,5-12-1710,41 13-989,24-5-675,-10 12 1,3 2-135,27-1 449,-6 6 540,-21 6 0,-1 4 0,4 3 0,5 3 0,0 0 0</inkml:trace>
  <inkml:trace contextRef="#ctx0" brushRef="#br0" timeOffset="983">2178 4270 7533,'-12'-13'2428,"5"2"-2608,2 11 1,5 0-1531,0 0 2430,5 0 629,-3 0-809,3 0 449,-5-6-719,0 5 540,0-5-450,0 6 89,5-5-269,-3 3 180,3-3-180,-5 5-270,0 5 0,0-3 90,0 25-90,0-11 180,-5 20-360,3 5 270,-3-7-90,2 5 0,1 3-180,0 25 181,-3-3-181,5-24 270,0-35 0,5-5 0,-3-11-90,19-35 180,0-20-90,-9 32 0,2-3 135,3-17 0,0 0 674,3-10-719,-7 24 0,-1 1 1259,5-8-899,-4 33-270,-6 9-90,-2 17 270,1 13-540,-5 1-270,16 37 270,-15-30-495,9 9 1,1 0-46,-4-10-1259,10 25 1080,-6-31-1620,5 10 1620,-3-16 899,4-2 0,0-50 0,1-16 0</inkml:trace>
  <inkml:trace contextRef="#ctx0" brushRef="#br0" timeOffset="1450">2867 3507 7533,'0'-65'3598,"0"2"-3418,0 48 1259,11-7-1349,-8 26 269,13 14-269,-14 3 0,9 21 0,-10-3 0,-1 2 0,6 14-1368,-5 10 0,-2 1 1098,-2-30 0,0-2 135,3 12 0,-1 4-287,-4-3 1,-1 4 0,0 0 91,3 1 0,1 2 1,-1-2 149,-1-2 0,-1-1 0,1-1 225,-1 24 0,5-16-135,5-39 0,-3-1 0,3-23 1079,-5-27-1259,0 11 90,0-29 180,0 19-180,-9-4 0,-3-1-90,1-2 180,-5 4 0,-2 4 540,4 11 3406,-26 9-2327,6 51-1169,-10-6-45,26 24 0,6 5-225,0-11-1148,12 3 1,5 0 967,9-13 0,11 7-3058,16-13 2518,-7-14 540,19-4 0,-13-22 0,2-6 0,7-2 0,-1-1 0</inkml:trace>
  <inkml:trace contextRef="#ctx0" brushRef="#br0" timeOffset="2018">3581 4307 7533,'-37'-12'2608,"11"5"-1438,8-4 359,7 4-1349,10 1 179,7-11-359,7 14-90,28-19-89,-17 19-2070,43-13 1889,-41 15 360,9-3 0,3 2 0,25 19 0,-19-7 0,-1 0 0</inkml:trace>
  <inkml:trace contextRef="#ctx0" brushRef="#br0" timeOffset="2454">4061 4319 7533,'-30'-5'3778,"15"3"-3419,-7-3-359,21 5 0,11 0 0,6 0 0,13 0-270,13 0 270,-8-6-179,8 5-1,16-15-270,-10 2-864,13-5 1044,-28 6 0,-2-3 0,2-3 0,-2-4 225,-7-3 1,-1 0 943,17-19-449,-40 5 1079,-24 10-270,-35 8-495,16 14 1,-3 9-226,3 14 1,-2 8 0,4 4-360,-3 12 0,6 4 72,-1 0 1,10 3-388,21 3 0,16-2-270,18-13 0,5-3 315,5 24-1034,13-22 0,8-12-720,-10-21 0,1-8 1844,4 8 0,1-8 0,-9-18 0,1-11 0,-4-2 0,-8-3 0,0 0 0,0 0 0</inkml:trace>
  <inkml:trace contextRef="#ctx0" brushRef="#br0" timeOffset="2718">4935 3421 7533,'-38'-26'3148,"13"9"900,14 33-3569,7 25 1,6 17 0,0-4-1310,-2-12 0,0 2 717,-1 9 1,-1 11 0,2 4 0,3-6-2256,5 7 0,5-3 1,-1-2 2367,-3-11 0,0-3 0,3-2 0,10 26 0,5-27 0,9-66 0</inkml:trace>
  <inkml:trace contextRef="#ctx0" brushRef="#br0" timeOffset="2935">5156 4074 7533,'-5'-31'6656,"3"44"-12316,-3 4 5660,5 29 59,0 16-1948,-1-25 0,2 0 1509,4 6 1,1-1 379,-2-1 0,6-7 0,20-15 0,1-35 0</inkml:trace>
  <inkml:trace contextRef="#ctx0" brushRef="#br0" timeOffset="3352">5340 4110 7533,'-5'-20'2158,"6"46"1,2 19-4723,0 8 1,1 3 2248,1 11 1,9-13 493,33-35 91,-23-43 360,1-31 0,-4-9 674,-14 23 0,-1 0-45,6-1 1,-1-1-226,-7 5 0,1 4-854,11 4-270,-14 30 180,9 8 90,-4 15-720,6 21 1,2 3 359,-4-5-855,1 15 1,-2 4 1034,-10 7 0,0-17 0,0 5 0</inkml:trace>
  <inkml:trace contextRef="#ctx0" brushRef="#br0" timeOffset="4136">5698 4443 7533,'-40'0'2428,"11"5"-1618,18-4-540,10 5 629,6-12-629,3-1-270,17-25 0,1-8 0,-6 2 0,2-1 0,3-7 0,-4 6 90,-4-1 135,2-3 0,-3 3 944,-9 18-1169,-2-6 630,-5 29-1350,0 29-719,6 16 989,-5 2-809,15 10-1080,9-13 1979,-9-10-1439,23 0 1799,-30-21 0,31-34 0,-8-7 0</inkml:trace>
  <inkml:trace contextRef="#ctx0" brushRef="#br0" timeOffset="4331">6190 4074 10591,'-12'-14'2519,"-1"3"-1350,1 16-540,-6 24-1438,10 27-900,2-16 0,1 2-540,11 24 2249,0-9 0,39-16 0,-18-18 0,0-1 0</inkml:trace>
  <inkml:trace contextRef="#ctx0" brushRef="#br0" timeOffset="4752">6510 4086 7533,'-19'-25'4227,"1"11"-2698,11-2-1529,2 14 180,5 2-629,0 7 359,0 33-630,0-15 270,0 21-809,0 12 1079,0-20-360,-1-3 1,2 0-271,4 8 540,2 1 90,0-13-89,4-13 718,1-7 1,13-31-360,-5 9 809,1-24 1,-2-9 44,-5 9 1,-1 1-765,3-7 0,-1 0 629,3-18 91,-7 18 899,1 3-900,-3 5-629,2 4 180,-11 23 0,0 0-1800,5 23 1170,2-8-1529,0 20 0,15 12-1889,-7 5 3598,9 10 0,-7-16 0,0 1 0,0-2 0,-1 0 0</inkml:trace>
  <inkml:trace contextRef="#ctx0" brushRef="#br0" timeOffset="5401">7298 4184 7533,'-7'-26'2518,"-4"-8"-2158,4 19 0,-5-8 0,5 16 269,-21-4-539,17 10 270,-28 6-360,18 3 0,-20 26 0,19-12-180,2 6 0,1 2 0,4 0-90,0 3 1,1 2-181,0 12 450,2 3 0,12-14-810,18-7 541,-3-20-1,19 13 90,-19-21 180,14-1-90,-5-18 270,3 4-90,-1-18 0,-1-4 0,6 2-45,-7-9 0,-2 0-230,-3 8 545,-1-17 539,-6 15-449,0 4-90,-5 3 539,-2 12-539,-5 11 0,0 2 719,-5 5-899,4 5-809,-5 13 1263,6 2-544,0 10-1439,0 22-1,0-20 91,6 36 899,-5-39-1259,10 12 1619,18-5 0,21-64 0,-12 12 0,0-1 0</inkml:trace>
  <inkml:trace contextRef="#ctx0" brushRef="#br0" timeOffset="5785">7740 3446 7533,'-32'-7'3867,"3"12"-3956,22 9-271,2 38 180,5-15 0,0 16 0,0 2 0,0-1-58,2-8 0,1 2-392,0-3 1,1-3 359,9 17-450,-9-14 1,0 7-1,0-7 366,2 18 264,-2-1 0,-3-4 90,-1-21 0,0 8 0,-5-43 0,-1-26 0,-6 1 90,-1-45 1079,1 31 180,5-11 1,1-1-541,0 8-539,0 4 0,1 0 1799,3 0-1080,-3 4 900,5-19-1349,5 35-1260,24-27 630,-6 40-540,35-18 451,-24 21 469,14-10-2448,-6 9 269,23-9 1889,-10 4 0,-2 1 0,4 0 0,-9 0 0,1 0 0</inkml:trace>
  <inkml:trace contextRef="#ctx0" brushRef="#br0" timeOffset="6184">8109 4122 7533,'-6'-13'2788,"1"2"-2338,-1 11-180,5 0 1349,-5 0-1259,6 0-1,-5 11-539,4 8 180,-5 18 180,6-4 270,0 8-1169,0-15 449,0 4-3418,0 5 2069,6-13 1619,6 12 0,23-42 0,10-1 0</inkml:trace>
  <inkml:trace contextRef="#ctx0" brushRef="#br0" timeOffset="6785">8479 4110 7533,'-12'-26'2608,"5"3"-1708,-4 11 539,4-1-270,-5 1-989,-1 5-180,1 1 90,5 6-90,1 0-180,1 6 180,-2 1 180,0 11-1169,-3 12 719,8-3-810,-8 20 811,8-20-91,-3 9-360,10 4 180,2-11-269,16 23 539,-3-30-90,16 7 360,-10-22-449,4-7 1168,-11-7-449,-1-5 1079,5-28-1079,-13 16 809,12-34-449,-15 31-270,0-9 1619,-2 1-1619,-5 18 539,0-16-719,-5 31-180,-2-9 180,0 16-990,1-4 361,1 21-631,3-7-719,2 21 1259,2-16-359,20 9 719,-12-15 90,35-2 90,-22-6-90,23-17 90,-20-3-180,4-11 270,-9-3 0,-1-1 0,4-4 1439,-4-1 0,-1 0-899,-5 6-270,-2-2 1349,-1 13-1349,-10 10-900,5 7-270,-6 7 181,0 27-1,0-11-1619,0 45 1350,0-36-316,-3 5 1,0 0 1214,2-7 0,-32 16 0,-1-22 0</inkml:trace>
  <inkml:trace contextRef="#ctx0" brushRef="#br0" timeOffset="6923">8344 3827 7533,'-42'-20'5037,"4"-2"-5037,36 21 0,2 1 0,7 7 0</inkml:trace>
  <inkml:trace contextRef="#ctx0" brushRef="#br0" timeOffset="7335">5279 3741 7533,'-40'-46'7825,"6"0"-6386,28 38-3957,1-3 2518,15 6 0,13-17 0,6-7 0,8-5 0,-1 1 0</inkml:trace>
  <inkml:trace contextRef="#ctx0" brushRef="#br0" timeOffset="9417">26889 5919 7533,'-12'-30'989,"-1"4"-179,1-4 539,5 16-180,1 3-1169,6 11 90,0 0 90,6 6-90,-5 12-90,5-3 270,-6 30 0,0-17-90,0 20-135,0-8 0,0 1-45,-6 12-225,6-1 0,-1 0-2334,-10 2 2469,10 6-1074,-5-1 984,6-23 90,0 4 0,0-11 0,0-20 270,0-3-90,0-20 90,11-32 90,-3 16-225,1-4 0,0-1 1560,-2 0-1605,4-19 0,-8 17 0,1-1 0,8-14 90,-4 7 0,0-9 0,-1 6-45,1 9 0,-1 1 75,4-13 0,1-7 0,-1 6-1231,0 9 1,-1 4 1245,2-13 0,1 2 90,1 13 0,1 2-45,5-17 629,16 4-719,-11 29 180,0 8 0,4 39-90,-19-11-90,6 16 0,0 3-270,-6 1 180,4-1 0,0 3-180,-5 18 293,-2-13 0,-3 2-473,-12 5 1,-6-2-1,-4-2 0,-2-4 1397,0-6 1,-2-6-1308,-24 3-1227,0-27 1318,15-2-711,-21-16 620,32 3-450,-9-16-1169,21 5 2077,3 6 0,66 8 0,-21 8 0,0 0 0</inkml:trace>
  <inkml:trace contextRef="#ctx0" brushRef="#br0" timeOffset="9800">27308 6399 7533,'-14'-19'3238,"8"1"-2339,13 12 91,11-5-451,1 4-89,0-6 450,21-10 179,10-19-899,-23 16 0,0 0 0,21-19 90,-25 5 269,-5 10-359,-10 8 90,3-12 180,-11 26-990,0-3 270,0 22 180,0-3-899,0 43 629,0-26 0,0 38-809,5-30-315,3 2 0,2 0 764,5-2 720,-1 3 0,6-5 0,22-20 0,16 10 0</inkml:trace>
  <inkml:trace contextRef="#ctx0" brushRef="#br0" timeOffset="10502">28354 5993 7533,'-6'-33'1889,"-1"-12"-1440,0 34 1350,-9-33-1889,7 33 450,-14-17 90,-1 15-270,-13 12-270,9 2-90,-17 28 90,24-7 180,-9 13 180,6 6-180,16-6-90,-9 13 135,14-14 0,0 1-45,-10 16 134,10 5 1,5 3-315,5-21 0,4-1 90,-4 5 0,8-3-315,25-6 1,5-9 224,-9-9 135,20-11 0,1-8-45,-18-11-45,8-16 0,-2-6 45,-8-8 90,-1-9 0,-4-2-139,-8 4 273,-6 6 1,-2 1-45,-10 4 45,-11-8 0,-6 0-135,-6 7-135,1 2 0,-3 1 135,-17-9 180,-7 1-540,3 4 180,4 19-1660,25 19 41,5 10 1169,6 2-989,0 11 720,0-4 809,0 20 0,-17 26 0,7-18 0,0-1 0</inkml:trace>
  <inkml:trace contextRef="#ctx0" brushRef="#br0" timeOffset="10684">28255 6141 7533,'-7'-8'5577,"24"14"-4138,10 31-1080,11-8-718,-8 11-811,15-5 361,-3 16 809,3-5 0,-26-7 0,-4 2 0,-3 24 0</inkml:trace>
  <inkml:trace contextRef="#ctx0" brushRef="#br0" timeOffset="13483">27246 7482 7533,'-7'-14'899,"-4"-8"-629,9 14 1079,-8-9-809,8 4 449,-8 6-629,9 2 270,-5 5-450,6 0 0,0 0-180,0 11 0,0 3-270,-5 48-450,-2 5 495,3-29 0,1 1-809,-1 13 0,2-2-496,8 13 1171,-5 6 359,10-18 0,-15-47 0,3 5 0</inkml:trace>
  <inkml:trace contextRef="#ctx0" brushRef="#br0" timeOffset="13766">26827 7556 5552,'-49'-30'2608,"22"9"-1041,10-2 142,73-6-3115,-2 10 0,5 0 1541,-8 2 0,3 0-135,1 3 0,4 0 0,-7 2-363,-16 5 1,-2 1 407,17-3 0,4 0-1263,6 2 1,0 1 1217,-10 1 0,-3 4 0,5 10 0,-7 9 0,-2 23 0</inkml:trace>
  <inkml:trace contextRef="#ctx0" brushRef="#br0" timeOffset="14718">27074 9032 7533,'-7'-25'-360,"-4"1"1349,10 12 1080,-5 0-989,6 5-901,0 12-89,0 9 90,-5 44-90,3-20-495,-3 17 1,-1 9-271,2-7 0,1 2-105,2-11 1,1 3 0,0-4 554,-1 10 0,3-7 225,16 13 0,12-95 0,8-17 0</inkml:trace>
  <inkml:trace contextRef="#ctx0" brushRef="#br0" timeOffset="14967">27085 9057 7533,'-32'-39'2608,"9"-1"-2068,17 26 449,34-14-809,-5 18-90,13-4 0,8 1-360,9 5 0,5 2-360,-4 0 1,5-1 0,-4 1 388,10-1 1,-1 1-480,-12 3 0,1 1 1,-10 2 737,-5 5 1,-42 13 0,-52 8-1</inkml:trace>
  <inkml:trace contextRef="#ctx0" brushRef="#br0" timeOffset="15150">27085 9242 9512,'50'6'2608,"-22"0"-3463,35-10 1,5-3 944,-5 4-1658,-18 0 1,8-1 0,-8 0 1567,20-1 0,-9 0 0,2-2 0,-16-3 0,-1 1 0</inkml:trace>
  <inkml:trace contextRef="#ctx0" brushRef="#br0" timeOffset="15751">27049 10632 7533,'-12'-53'3238,"5"13"-2878,1 35-450,6 5 360,-5 38-450,-2 15 90,3-19 0,1 4-180,0 14 0,1 0-2340,2 5 2160,0-17 0,0 2-45,0 2 1,0-1-496,-1 1 1,2-1 764,1 2 0,1-1 225,4 20 0,5-61 0,1-13 0</inkml:trace>
  <inkml:trace contextRef="#ctx0" brushRef="#br0" timeOffset="16017">27024 10718 7533,'0'-39'1079,"0"-1"-539,6 21 89,1 0-269,5-4 720,22-13-721,-10 13 361,27-22-270,-18 24-270,4-3-90,-5 9 0,4 1-360,5 3 0,2 2 270,0-2 0,0 2 0,-2 3 0,0 1-1305,1 5 1,-3 0 1034,2 0 270,4 4 0,-11 9 0,-45 29 0,-1 23 0</inkml:trace>
  <inkml:trace contextRef="#ctx0" brushRef="#br0" timeOffset="16285">27110 10915 7533,'-19'0'1079,"7"0"90,23-5-719,4-2 270,37-5-360,-17 0-1152,25 5 972,-17-4-450,1 4 0,5 1-810,-6 2 1,1 0 944,7-2 1,-2 1 180,-8 3 1,-5 4 0,2 15 0,-2 3-1</inkml:trace>
  <inkml:trace contextRef="#ctx0" brushRef="#br0" timeOffset="16931">27049 11838 7533,'-26'-27'1619,"8"11"-1080,7 39-269,4-1 540,-5 41-900,8-26 0,1 1 45,0-1 0,0 0-45,3 6 0,0 1-90,-2-6 0,-1 2-405,2 23 1,0 1 449,-1-20 0,-1 0-540,2 27 1,2-7 44,-1-31-89,0 12 719,0-39 0,-11-34 0,-2-6 0</inkml:trace>
  <inkml:trace contextRef="#ctx0" brushRef="#br0" timeOffset="17168">26987 12134 7533,'18'-44'899,"0"0"1,2 6-1,4 2-359,5 4 0,4 4-271,-4 10 1,4 3-990,13 0 1,3 7-630,-9 14 0,-1 4 1124,-3-5 0,-3 1 225,18 29 0,-65-5 0,-2 9 0</inkml:trace>
  <inkml:trace contextRef="#ctx0" brushRef="#br0" timeOffset="17339">27037 12195 9602,'39'2'89,"0"0"1,9-1 0,3 1-90,7 6 0,2 2 0,-14-2 0,2 2 0,-4 1 0,4 5 0,0 1 0</inkml:trace>
  <inkml:trace contextRef="#ctx0" brushRef="#br1" timeOffset="22450">29412 7470 14602,'-18'-19'-1292,"4"1"1024,-9 0 243,4 4 211,-22-14-68,12 13-61,-4-2 0,-2 0-128,-8 1-2135,-15 1 0,-4 2 2690,-1 4-344,16 3 0,-7-2 0,2 1-202,-2 0 1,3 0 223,-6-2 0,-1-1-81,-8-1 0,-1-1 35,22 0 0,-1 0 1,2 0-45,-12 0 1,1 1-187,-7-7 0,2 2 104,15 6 0,3 2-27,-21-6 27,17 6 0,-8 0 0,5 1 6,8 0 0,0 0 7,-19-2 1,-3 1 28,12 1 1,-3 1-62,6 0 1,-6-1-1,-3-1 1,2 1 46,2 0 1,1 0 0,-1 0 0,-1 0 438,-3-1 1,-1 1 0,0-1 0,-2 0-447,-7-1 0,-2 0 0,0 1 1,1 0-2,9 1 0,1 0 1,0 1-1,-3-1-214,2 2 1,-2 0-1,-2 0 1,2 0 0,3 0 211,0-1 0,2-1 1,2 1-1,-1 1-4,-5 1 0,-3 1 1,4 0-1,7 1-212,-1-2 1,-1 1 209,-3 0 0,-11 0 0,1 1 0,9-1 4,2-1 1,0 1 10,7 2 0,-7-1 0,-5 1 0,1 0 0,2 0-44,-6-1 0,3 0 0,-1 1 0,-3 0-372,1 2 1,-4 0 0,0 0 0,0 1 0,4-1 364,-1-1 0,2 0 1,1 0-1,-1 1-27,-8 1 0,-1 1 0,2 0 0,8-1 1,0-1 0,0 0-1,1 0 1,-8 1 0,0 0 0,11-2 86,4-2 0,1-1 101,-8 1 1,-11 1 0,-2 0 0,5-2-87,15-1 0,2-1 0,0 1 0,-2-1-60,-3 3 0,-3 1 1,0 0-1,0-1 1,4 1 45,-13-3 1,4 0 0,-4 1-50,6 1 0,-3 0 1,0 1-1,2 0-45,10 0 1,3 1-1,-1 0 1,-2 0 29,-1 0 1,-4-1-1,-1 1 1,2 1-1,3-1 26,-16 0 1,3 0-1,5 1-4,12 1 1,3 0 0,2 0-385,-21-2 1,7 0-32,24 0 1,0 0-52,-33-3 0,2 0-282,12 2 454,12-2 1,-7-2-1,1 2 332,-9-1 1,0 1-40,-10-1 0,-3 1 14,13 1 0,-2 0 0,2 0 425,-12 2 0,1 0 375,20 0 0,1 0 1,-3 0-517,-12 0 1,-3 0-1,8 0 181,17 0 1,-2 0-257,-7 0 1,-10 0 0,0 0 0,9 0-141,3 0 0,0 0-59,-1 0 1,-8-1 0,-3 1 0,4 1 66,-8 5 0,2 3 0,1-2 9,10-3 1,1-1 0,-2 1-49,-16 6 0,-2 3 0,10-1-97,21-3 1,3 1 90,-13-1 1,-4 1-76,4 2 0,-3 3 0,3-3-86,3-3 1,-1 0 93,-14 7 1,-7 2 0,8-1 12,15-6 1,2-1 0,-13 5 0,-2 1-130,-1 1 0,0 0 25,0-1 1,-3 1 37,11-2 1,-2 3 0,2-2-89,-6 3 1,-1 0 144,1 1 1,-5 2-1,5-1 39,-1 6 0,2 0-92,11-8 1,-2-1-1,4 2-110,0 6 1,6 0 99,-12 11 63,16-4 45,-4-1 0,0 4-93,14-6 0,2 0-31,-8 2 1,3 0-70,9 7 0,5-4-134,6-5-188,11 33-28,9-34 487,12-2 0,5-2-41,13-3 130,-3-5 0,10 1 1,-1-3 174,13-2 1,1-2-37,-16 0 1,0 2 0,2-2-20,10-2 0,3-1 1,-8-1 112,-12-1 0,1 1-89,21 1 0,10 0 1,-9-1 63,-17 0 1,0 0-141,6-2 0,9-1 0,1 0 1,-9 1 1059,2 1 1,1 0-1147,1-2 1,9-1 0,1 0 0,-10-1 112,-1 2 0,1-1-123,3 0 1,10 0-1,1 0 1,-12-1-579,-6-1 0,-2 0 618,0 1 1,7 1 0,1 0 0,-4 0 109,-6-1 0,-4 0 0,4 0-676,5 2 1,4 1-1,1 0 1,-5-1 540,-1 1 1,-3-1-1,6 1-32,-1-2 0,6 1 0,3 0 0,-1-1 0,-4 0-311,-2 1 1,-3-1 0,-1 0 0,2 0 312,7-1 1,0-1 0,2 1-1,2 0-169,-4 1 1,4 0 0,-1 1 0,-3 0-1,-8-2 139,-8-1 1,-6 0 0,6 0-31,16 2 0,9 2 0,-1 0 0,-10-2 68,-5-2 1,0 0-24,-1-1 1,8 2 0,1-1-1,-8 1 20,5 1 1,3-1 97,-9-1 0,11-1 1,4 0-1,0 0 0,-7 1-104,-4 0 1,-4 0-1,-1 1 1,2-1 27,4-1 0,0 0 0,2 0 0,0 0-3,6 0 1,2 0 0,-2 0 0,-10 0-10,0 0 0,-1 0 8,-3 1 1,8 0-1,3 1 1,-1 0-30,2 0 0,1 2 0,0-1 0,0 0-21,-13-1 0,0 0 0,0-1 0,0 1 0,-1-1 33,14 2 1,1 0 0,-2 0 0,-6-1-55,-3 1 0,-5-2 1,-2 1 5,15-2 0,-5 1 500,-15 2 1,2 0-460,13-2 1,7-2 0,1 1 21,-15-1 0,1-1 1,-1 1-1,-1-1 370,10 0 1,-3 0-1,6-1-315,-9 1 1,5 0-1,1-1 1,-1 1 0,-6-1-377,5-1 1,-5 0 0,2-1 283,7 1 1,1 0-1,1 0-2,3 0 0,0 0 1,-9 0 838,-17 0 0,0 1-787,3 1 0,8 1 1,2 0-1,-4 0-21,-3 1 1,-3 0-1,2 0 59,4 0 1,0 0 0,2 0-55,6-2 1,2 0 0,-9 1 93,-13 0 1,-1 0-34,16-2 1,7-1 0,-8 0 14,-16 1 1,1-1 77,21 0 1,9 0-1,-6 0-138,-4 0 1,-1 1-37,-11 1 0,3 0 0,0 0-8,0 2 0,1 0 0,-4 0-727,6 0 1,-2 0 717,6 0 1,1 0-17,3 3 0,-5 0 217,-1-2-216,-16 2 1,0 0-820,24-3 813,-16 0 119,10 0 1,6 0-37,-16 0 1,-1 0-48,11 1 0,1-2-407,3-4 0,-6-1-364,1 3 439,4-10 1,2-1-354,-4 4 592,3-8 1,-1-3-299,-10-1 269,0-3 1,-1-2-165,-7-8 1029,-1-5 1,-1-6-389,-16 7 0,-3-1-148,3-4 1,-3-1 882,-9 9 1,-5 1-1528,-3-24-82,-12 24-1078,-25-4 0,-10 4 1637,-21 15 1,21 9 0,-12-3 0,-8-1-1,-4 0 1,-1 0 0,4 3 0,0 3 0,-1 0-1,1-1 1,0 1 0,0 0 0,0 0 0</inkml:trace>
  <inkml:trace contextRef="#ctx0" brushRef="#br0" timeOffset="26383">1760 6066 7533,'-7'-18'3148,"2"6"-2429,5 6-269,0 6 90,-6 6-360,5 6 90,-5 40-270,6-9 0,0 11 0,0 2-90,0 8-540,0 5 0,0 0 361,0-2-541,3-6 1,0-2 359,-2-9-899,16 9 1079,-15-40 270,15-9 0,-11-42 0,6-9 0</inkml:trace>
  <inkml:trace contextRef="#ctx0" brushRef="#br0" timeOffset="26716">1735 6129 7533,'-5'-37'2788,"3"-6"-2158,-3 16 2158,16-24-1439,30 33-1079,-8 9 0,3 6-180,14 17 0,0 9-180,-9 5 0,-4 3 90,-4-4 0,-7 3-270,-14 5 0,-6-1 180,-1 1-135,-14 1 1,-4-2 44,2-4 90,-23 10 0,4-23 90,3-3-540,-31 4 360,34-12-90,-21 0-89,25-6 269,1 0-1619,1 0 1709,17 0 0,41-6 0,21 0 0</inkml:trace>
  <inkml:trace contextRef="#ctx0" brushRef="#br0" timeOffset="27399">2325 6756 8522,'-18'-6'3058,"6"-6"-2788,6 11-90,6-4 270,0 5 180,0 0-451,0-6 181,6-1 0,6-16-180,12-3-180,-3-6 135,2 1 0,-1 0-45,-4-2 89,7-10 1,0 1-180,-8 10 180,11-19 90,-10 20 90,-9 11-270,2 2 0,-6 18 90,-3 7 90,8 27-270,-9-11-180,21 35 90,-18-30-1439,29 30 719,-23-35-2608,29 28 2788,-22-40 630,17 16 0,-15-64 0,6-5 0</inkml:trace>
  <inkml:trace contextRef="#ctx0" brushRef="#br0" timeOffset="28217">3187 6227 7533,'-6'-26'989,"0"-3"-719,1 15 0,3 2 539,-9-4-89,-1 8 359,-8-10-539,-4 16-630,5 4 270,-10 21-450,14-8 90,-19 41 225,25-22 0,3 2-45,-4-3 0,2 2 0,5 20 0,6-2 90,4-2-135,0-10 0,3 0 135,10 4-270,2-6 0,8-3 0,5-13 1,5-8 583,12-3 1,2-10-225,-1-17 0,-4-11-1651,-9-2 0,-6-4 1650,-9-2 1,-4-2 270,9-24-287,-13 29 1,-2-2 61,-4-9 0,-2-1-45,13-21 398,-25 8 0,-9-3-489,1 11 1,-4 2 0,-6-6 0,-3 2 0,6 15 0,-2 6-539,-31 6-991,39 16 3551,-26 1-2471,35 6-1661,-8 6-1487,11 6 3511,0 2 1,0 18-1,0 8 1,0 1-1,0-1 1</inkml:trace>
  <inkml:trace contextRef="#ctx0" brushRef="#br0" timeOffset="28401">3286 6461 9781,'4'30'3239,"-2"-10"-1800,49 14-1349,-25-19-810,16 0 1,1-1-91,-11 0 135,2-2 1,1-1 674,3 3 0,1 9 0,-4-4 0</inkml:trace>
  <inkml:trace contextRef="#ctx0" brushRef="#br0" timeOffset="29442">4848 5968 7533,'0'-26'-990,"6"-2"1350,-5 14-270,5-4 630,-6 0-91,0-1-539,0 0 990,0-4 449,0 9-1170,0-3 1,0 4-180,0 7 270,0 0 90,0 72-522,-3-21 0,-1 13 0,-2 6 0,1 0 0,1-6-18,1-4 0,0-3 0,1 0 0,-1 4 53,-1 10 1,-2 7 0,1 1 0,0-7 0,2-11-54,1-3 0,4-13-719,5-5-1890,10-46 2609,2-19 0,-5-13 0,-3-5 0</inkml:trace>
  <inkml:trace contextRef="#ctx0" brushRef="#br0" timeOffset="29814">4898 6227 7533,'-25'-23'7016,"17"2"-5757,58-15-1079,-13 22-495,12 2 0,5 2-1079,-16 5 0,-1 3-315,10-2 0,1 1 1709,-8 0 0,-4 0 0,-4 3 0,-36 0 0</inkml:trace>
  <inkml:trace contextRef="#ctx0" brushRef="#br0" timeOffset="30168">4811 6497 8432,'9'-28'6476,"-9"17"-5846,50-16-270,-26 25-180,22-9-1620,3 8 1,11 1 0,-6 0 1439,-14-1 0,0-1 0,15 0 0,7-1 0,-13-2 0,-8-7 0</inkml:trace>
  <inkml:trace contextRef="#ctx0" brushRef="#br0" timeOffset="30855">5969 5919 7533,'-13'-14'2968,"6"-2"-2608,2 14-180,5-3-90,0 5 269,0 5 1,0 2 450,5 44-720,-3-18-1606,1 17 0,-1 2 1426,-2 1-225,0 11 0,0 2 225,0 2-630,0-23 1,0 7-1,0-6-180,0-9 1,0-2 719,0 6 0,0-5-1439,0-7 1619,0-29 0,6-39 0,1-15 0</inkml:trace>
  <inkml:trace contextRef="#ctx0" brushRef="#br0" timeOffset="31201">5994 5821 7533,'-13'-41'3957,"1"23"-2248,5-20-1349,7 35 270,17-8-360,4 11 90,9 0 449,22 16-404,-13 4 0,2 3-360,-6-6 0,0 3-450,13 15 0,-4 4-944,-5 13 629,-23 5 450,-39-31 1,-13-4 763,-14-5 1,-5-4-225,2-4 0,0 1 134,-10 2 1,7 5-405,12 14 0,24 13 0,38 5 0</inkml:trace>
  <inkml:trace contextRef="#ctx0" brushRef="#br0" timeOffset="33817">1723 7802 7533,'0'-19'359,"0"1"-179,0 11 540,0-15-540,0 18 360,-6-23-361,5 24 541,-5-13-540,6 14 90,0-3 539,6 16-539,-5 3-90,10 10 270,-9 34-540,3-20 90,-4 7 0,-2 1 180,1-2-855,-2 19 1,-1 4 359,2-26 0,0-1 0,-4 13 0,-1-2-494,5 17-181,-5-46 361,6 1 629,6-23 0,1-61 0,-1 20 0,0 1 0</inkml:trace>
  <inkml:trace contextRef="#ctx0" brushRef="#br0" timeOffset="34150">1735 7777 7533,'-3'-39'659,"-1"-1"1,1-3 0,1 7-211,2 14 541,11-18-630,3 25-91,4-2-89,6 11 90,-5 12 360,38 28-450,-30-9-90,13 8 0,-1 7-225,-20-6 0,-3 2 90,6 15 0,-6 3-855,-10-5 1,-6-2 809,-2-8 0,-6-5-90,-20 8-180,-13-14 0,-17-18 450,5 6 45,15-14 0,2-4-135,6-3-360,-11 4 181,23-5-1441,11 0 1261,2 5 359,21 1 0,20 0 0,9 1 0,11 2 0,1 0 0</inkml:trace>
  <inkml:trace contextRef="#ctx0" brushRef="#br0" timeOffset="34550">2240 8565 7533,'-14'-19'3328,"3"-10"-2339,27-2-1079,-6-2 90,13 3-180,17-26 270,-20 26 0,1 0 0,5-3 0,-1 0-45,-7 1 0,-1 1 225,17-17 540,-12 12-721,3 1 991,-14 29-361,-17 13 1,5 17-450,-5-4-90,6 32-540,0-16-450,2 3 1,2 2-1080,8 14 1889,7 7 0,33-49 0,7-22 0</inkml:trace>
  <inkml:trace contextRef="#ctx0" brushRef="#br0" timeOffset="35300">3310 7765 7533,'-30'-30'180,"4"10"629,-9-4-719,15 17 0,-4 7-90,1 7 90,7 6 0,-7 5 90,0 1 0,2 16 180,-14 3-271,14-5 226,4 4 0,0 4-135,6-4 0,2 0-135,-1 8 0,1 0 135,2-4 0,3 0 224,8 7 1,3-3-45,1 10-135,5 5 0,8-1-405,5-29 0,2-4 90,-5 7 0,4-4-450,32-12 1,6-17 134,-11-22 0,-1-13-717,-5 4 1,2-4 0,-4-2 1076,5-12 0,-8-3 45,-6-7 0,-11 3-1394,-12 4 1574,2-3-253,-15-3 163,-1 17 0,-12-7 0,-4 15 0,-4 3-90,-8 3 0,3-3 0,-2 4-270,-6 12 180,-4-4-90,2 11-629,9 1 2740,1 6-1931,-3 6 0,18 23 0,-7 11 0</inkml:trace>
  <inkml:trace contextRef="#ctx0" brushRef="#br0" timeOffset="35484">3335 8060 10231,'18'45'1349,"-3"-8"1,5 0-1710,12-1 0,3-1 360,-7-1 0,0-1 0,12 4 0,1-5 0,15-1 0,-22-12 0,1-1 0</inkml:trace>
  <inkml:trace contextRef="#ctx0" brushRef="#br0" timeOffset="36185">4935 7396 7533,'-12'-31'1889,"5"6"-1530,1 13-89,6 6-270,-5 6 180,3 6 360,-9 28-360,5-4 0,0 17 0,-1 3-1,-5 4-1107,7-6 1,1 11-1,0-8 973,1-15 0,-1 1-225,0 21 0,0 12 0,1-6-225,3 2 1,-1-5 359,-3 2 0,2-3-360,6-8 0,3-13 135,2-26-89,9-2-631,-11-11 450,4 0 540,-4-11 0,-1-13 0,0-15 0</inkml:trace>
  <inkml:trace contextRef="#ctx0" brushRef="#br0" timeOffset="36431">4947 7704 7533,'-14'-37'3598,"9"11"-2609,23 3-809,2 16 450,32-4-450,-22 9-315,10-3 0,0-1 135,-8 5-1035,13-2 1,1 0-675,-14 3 1709,37 11 0,-64 9 0,3 11 0</inkml:trace>
  <inkml:trace contextRef="#ctx0" brushRef="#br0" timeOffset="36655">4923 7987 7533,'-40'-7'2878,"0"1"-2068,31 6-91,-2 0-269,22 0-360,20 0-180,3 0 90,25 0-360,-19-5 180,7 3 0,-10-3-765,-1 4 1,3 2 944,1-2 0,0 2 0,2 6 0,-1 2 0,-6 2 0,0-1 0</inkml:trace>
  <inkml:trace contextRef="#ctx0" brushRef="#br0" timeOffset="38039">6399 7470 8792,'-13'-14'1349,"2"4"-90,5-1-89,-6-9-1170,-7 5-630,-33 21 450,19 12 0,1 13 360,-2 20 0,2 14 0,5-1-150,9-13 0,3-2 0,10 3-53,10 1 1,8 4-1,5-2 1,5-11-68,17 2 0,10-15 90,12-6 0,3-19 0,-8-25 0,-6-19-30,-16-10 0,-7-12 0,-6-3 434,-10 12 1,-4-2 0,-4-2 0,-3 2-23,-5-1 0,-2 0 1,-6 2-1,-5 6-532,-13-7 0,-9 5 1,0 21 149,-6 28 0,8 16 0,18 27 0,39-5 0,-1 0 0</inkml:trace>
  <inkml:trace contextRef="#ctx0" brushRef="#br0" timeOffset="38502">6399 7827 7533,'-19'-14'5756,"13"20"-5576,7 3 0,11 20 0,6-10-360,5 5 0,6 4-405,18 12 1,4 1 584,-7-7 0,3 1 0,1-2 0,6 1 0,-2-3 0,6-3 0,1 1 0</inkml:trace>
  <inkml:trace contextRef="#ctx0" brushRef="#br0" timeOffset="48901">1661 11334 7533,'0'-19'1169,"0"1"-449,0 11 359,0-4-629,0 10-180,0-10 539,0 4-269,0 0-360,0 2 0,0 5 0,0 0 89,-6 0-538,5 0-1,-5 0 0,1 0 180,4 0-180,-15 0 270,8 0-90,-16 5 90,11 2 90,-16 5-90,8 1 0,-20 4 0,14-3 270,-25 15-270,23-14 135,0 7 0,1 1-135,4 0 90,-4 10 0,0 3-90,5 6 45,4-7 0,3 1 45,3 9 44,6-4 1,3 4 180,8 2 0,2 2-315,0 9 0,2-1 45,3-12 0,4-3-45,10 2 0,2-8-90,3-12-90,6-2 0,2-4 180,4-11 90,8-18 0,4-11 90,-4-14 0,-3-9-377,-6 1 1,0-5 0,-4-1 316,-5 1 0,-2-1 0,-4 1 60,4-10 0,-7 1 135,-11 3 0,-6 7 134,0 10-89,-18-5 0,-4 1-180,-2 11-135,-6 3 0,-4 4-45,-5 10-270,-5 2 0,-4 2-270,-22 7 450,24-1 1,1 2-1710,-9 15-180,29 1 270,8 9 1259,11-9-450,6 3-449,17 7 1349,-1-9 0,24 19 0,-7-8 0</inkml:trace>
  <inkml:trace contextRef="#ctx0" brushRef="#br0" timeOffset="49484">1994 11962 8792,'-14'-7'2608,"3"1"-1348,11 12-361,0 22-359,5 23-270,-3 13-90,9-8-360,-10-9 270,10-27 0,-9-2 90,9-12-1,-5-6 91,17-50-45,-10 4 0,0-8-105,1 6 0,1-4 0,-1-1-851,-4 2 0,-2-1 1,1 4 775,6-5 0,-1 7 45,-2 1-1439,11 62-2699,20 15 4048,-8 8 0,5-18 0,5-3 0,-8-7 0,-1 0 0</inkml:trace>
  <inkml:trace contextRef="#ctx0" brushRef="#br0" timeOffset="50150">2941 11962 7533,'-33'-14'0,"-1"-3"3328,26 16-2339,-3-10-809,16 10 2249,13-5-2069,3 6 359,47-5-1664,-30 4 1,2 0-1170,16-2 1,0 1 1820,-11 1 1,-1 2 0,3-1 0,-1 0-1,24 0 1</inkml:trace>
  <inkml:trace contextRef="#ctx0" brushRef="#br0" timeOffset="50451">3729 11703 7533,'-28'-33'4947,"1"10"-3958,25 17-809,-3 6 0,5 0-360,0 6 360,0 1-270,0 21-270,0-6-89,0 41 269,0-31 0,0 10 0,0 1-540,0-5-90,3 6 1,-1-2 270,0-10-181,9 29-539,-4-44 1259,11 11 0,1-38 0,6-5 0</inkml:trace>
  <inkml:trace contextRef="#ctx0" brushRef="#br0" timeOffset="50870">3963 11851 7533,'-20'-13'4857,"-3"6"-4137,15 24-541,-3-6-358,11 40-91,5-17 270,-4 9 90,10-13-1799,2-6 1169,1-10-90,4-2 450,0-7-269,6-32 629,-4 15-91,3-45 271,-10 29-270,-1-20 360,6-16-360,-10 20 180,9-15 899,-10 18-899,0 19 989,-2-7-539,-5 23 89,0 0-629,0 23-719,0 19 539,0 0-810,3 1 0,0 0 271,-2-5 44,4 10 0,1 0-1034,0-9 674,4 2 1,3-2 854,14-11 0,-4-41 0,1-15 0,1-11 0,1 0 0</inkml:trace>
  <inkml:trace contextRef="#ctx0" brushRef="#br0" timeOffset="51102">4565 11124 9422,'-25'-6'2698,"7"0"-2338,13 12 270,5 22-630,5 23 0,1-15 0,0 3-1279,3 21 1,1 5 168,-2-11 1,1 2 0,-1 1 1109,-1 0 0,-1 0 0,0-2 0,-3-5 0,0-2 0,-2-3 0,-2-2 0,0 0 0</inkml:trace>
  <inkml:trace contextRef="#ctx0" brushRef="#br0" timeOffset="51280">4454 11715 7533,'-22'-35'3957,"-10"-14"181,5 13-3059,15 2-2428,52 23-675,2 7 1,4 1 2023,-7-2 0,4-2 0,8-2 0,6 0 0,-1-2 0,-10 0 0,0 0 0,0 0 0</inkml:trace>
  <inkml:trace contextRef="#ctx0" brushRef="#br0" timeOffset="51883">4935 12072 7533,'-37'35'4677,"44"-61"-4227,5 0-241,6-19 1,4-14 0,-2 4-165,-4 6 0,-3 0 45,-1-4 0,-2-4 0,-5 12-3238,-10 8 989,20 21 1709,-11 32 450,30 25 0,-4-12 0,4 1 0,9 6 0,-1-1 0</inkml:trace>
  <inkml:trace contextRef="#ctx0" brushRef="#br0" timeOffset="52206">5440 11790 7533,'-46'14'899,"1"0"1,0 0-1,21 34 1,19-13-1,27-65 1,8-8-5218,-9 36 4318,-3-60 0,-14-12 0,-21 43 0,79 56 0</inkml:trace>
  <inkml:trace contextRef="#ctx0" brushRef="#br0" timeOffset="52656">5821 11088 7533,'-48'11'1499,"30"25"0,8 18 0,5 2-1469,5 4 0,6 2 0,0 3-120,-2-5 0,1 4 0,0-1 0,0-3 330,3 4 0,1-4 0,-1-11 120,0 2-720,-26-57-90,-10-50 1169,-13 26 1,-4 17 539,15 33 1,2 12-1755,-6-4 0,7 5-629,17 19 0,20-3 1124,21-22 0,10-10 0,-4-10 0,3-7 0,13-8 0,1 1 0</inkml:trace>
  <inkml:trace contextRef="#ctx0" brushRef="#br0" timeOffset="53448">6054 11777 8162,'-13'-14'1709,"-4"-2"-1349,16 14 450,-10-9-540,9 10-91,-3-4 631,0 5-450,-2 5 179,1 7-628,-5 18 268,9-8-628,2 45-451,18-18 675,-4-11 0,3-2 135,16 3 90,-3-12 90,-1-25 0,-14 3-90,19-21 360,-14 6-180,5-19 90,-7 5 90,0-18-270,-5 7 90,5-11-180,-6 3 90,0 3-1,-5-2 1081,-1 7-271,-6 14 1,-6 3-540,5 13-1,-10 5 91,10 5-270,-10 2-2519,4 44 990,0-2-540,1 14 630,12-17-2159,12 1 3418,-3-22 0,10-2 0,6-1 0,22-4 0</inkml:trace>
  <inkml:trace contextRef="#ctx0" brushRef="#br0" timeOffset="53918">6830 11740 7533,'-20'-21'3957,"-3"-6"-3507,10 19 809,-10-10-899,15 11 180,-20 2-360,18 10-270,-24 8 270,19 6-720,-13 17 180,14-15 90,2 24 91,1-28-271,9 17-180,-3-4 540,16 8 0,-3-5 0,10-4-899,10-11 449,-6-5-1529,30-1 1620,-23-6-451,23-17 900,-19-3 0,-1-32 0,0-14 0,-11 17 0,1 1 0,-1 0 0</inkml:trace>
  <inkml:trace contextRef="#ctx0" brushRef="#br0" timeOffset="54136">7150 11174 7533,'-19'-7'2518,"1"-4"-1438,5 37-990,7-14 134,1 27 1,4 7-135,1 0-270,3 21 0,0 3-399,-2-1-351,3-18 1,3 7-1,-1-7-457,2 17 757,1-3 1,0-4 629,-2-23 0,-2 8 0,-5-63 0,0-11 0</inkml:trace>
  <inkml:trace contextRef="#ctx0" brushRef="#br0" timeOffset="54285">7138 11826 7533,'-11'-52'-450,"2"15"1754,-2-11 0,-1-1-764,4 3 1259,1-4 0,3 3-1079,4 9 1259,11-24-1620,-3 40-1258,42-18 809,-23 25-1170,19 3 1,3 1-180,-2-1 1439,-8 8 0,4 1 0,3-5 0,1 0 0,5 1 0,-1 0 0</inkml:trace>
  <inkml:trace contextRef="#ctx0" brushRef="#br0" timeOffset="54718">7592 11691 7533,'-18'-14'4047,"6"3"-3327,1 11 179,4 0-359,0 6 270,-10 17-630,9-7-720,-4 24 270,1-20 270,9 11-1529,-3-1 1169,5-4 180,0 4-3058,5 5 2788,2-13 450,17 12 0,29-47 0,-18 4 0,1 1 0</inkml:trace>
  <inkml:trace contextRef="#ctx0" brushRef="#br0" timeOffset="55400">7913 11666 7533,'0'-20'2518,"-6"-2"-2158,5 20 180,-10-3-540,10 5 629,-10 0-449,9 5 0,-9-3 180,4 14-180,0-13 180,-9 24-270,8-17 90,-15 24-1,9-19 271,-9 19-360,15-19 0,-9 9 180,10-7-180,0-3 360,2 9-630,5-9 180,0 9-1080,22-4 721,-11 0-451,29-6 540,-20-8-90,5-5 180,3-5 810,10-29-540,-10 14 899,12-36-719,-27 40 630,5-29-1,-6 7-809,-5 3 90,-1-4-450,-6 31 0,0-4-179,0 12-91,0 12 180,0-4-269,5 20 359,-3-13 90,20 20 90,-13-20-90,25 19 90,-13-25 360,20 13-270,-14-21 540,25-17-361,-28 0-44,4-17 0,-1-2-135,-4 2 540,2-7 0,-3 0-181,-7 10 451,7-16-180,-20 32 449,3 8-1888,-5 13-451,0 28 810,0-12-1708,0 45 1258,0-37-2158,0 33 3058,0-37 0,0 14 0,0-10 0</inkml:trace>
  <inkml:trace contextRef="#ctx0" brushRef="#br0" timeOffset="55569">7815 11407 7533,'-38'-10'3598,"-15"2"-3149,28-5-449,4 13 0,45 18 0,14 8 0</inkml:trace>
  <inkml:trace contextRef="#ctx0" brushRef="#br0" timeOffset="56514">3864 11383 7533,'-57'-27'3598,"30"14"-3329,-18-21-358,39 28-1800,28-5 1889,-1 9 0,26-16 0,9-7 0,0 1 0,0 0 0</inkml:trace>
  <inkml:trace contextRef="#ctx0" brushRef="#br0" timeOffset="59702">31479 5760 7533,'-7'-34'2878,"-4"5"-2518,10 28-540,-5 8 360,6 40-270,0-16-45,-4 24 0,-3 8-45,1-18 0,-1 0 90,0 10 0,0 3-225,-2 11 1,2-6 943,6-3-404,-2-22 0,0-5 45,3-17-180,0-39 180,0 7-810,0-35 630,0 28-270,0-12-270,0-11 270,6 0 270,-5-6-45,4 9 0,1 1 45,1-3-90,-2 8 0,2-3 135,1 1 0,1 2-45,5-25 270,5 1 0,2 0-90,2 1 404,4-1 1,4 3 314,8 19-629,0-13-360,-5 41 450,-9 16-630,11 19 360,-3-3-180,-11 7 0,-3 2-270,2 5 90,-4 11 0,-6 5 45,-11-13 0,-2 0 45,6 8 0,-6 0-45,-20 6 1,-12-5-181,1-11 0,-5-5 45,-4 0 0,-1-4 270,6-6 0,2-10-1079,-17-32-91,25 4 1081,2-7 89,25 7 0,32 18 0,16 8 0,5-5 0,1 0 0</inkml:trace>
  <inkml:trace contextRef="#ctx0" brushRef="#br0" timeOffset="60433">32156 6030 7533,'0'-19'1349,"0"-5"-1079,0 11 1619,6-16-1440,-5 20 721,10-19-810,1 25 179,2-2-359,-1 12 360,-3 27-270,-9-5-360,5 5 0,-1 1 90,-4 3 314,2-1 1,0-1-315,2-5 450,2 26-450,0-35 630,10 1-360,-9-18-180,15-16 90,-4-19-91,0-4-719,-1-6 1,-2 0 359,1-6 225,-2 9 0,-1-1-2113,-2-11 1708,1 3-2428,-6-7 2338,-2 31 540,-5 1 0,-11 53 0,-3 9 0</inkml:trace>
  <inkml:trace contextRef="#ctx0" brushRef="#br0" timeOffset="61083">33042 5846 7533,'-13'-25'719,"6"5"361,-9-8-451,8 18 451,-15-11-1080,10 14-180,-5 0 180,0 1 180,4 12-450,-20 11 450,6 10 90,-3-2-91,2 10 721,10-4-181,1 5 1,1 5-315,4 5 0,4 3-181,1 17 1,4-2-225,3-19 0,5-4 90,8 0 0,4-8 0,4-13-539,43-3 583,-30-26 1,0-8 45,14-10 0,-1-9 45,-6-10 0,-4-5-135,-10 7 0,-3-1 404,-4-8 1,-4 4-405,-7 4 135,-4-18 0,-3 1-45,-2 17-315,-8-9 0,-4 1-854,-2 13 899,-9-4-1979,0 15-180,16 28 180,-3 2 2069,0 28 0,-8 26 0,3-17 0,1 0 0</inkml:trace>
  <inkml:trace contextRef="#ctx0" brushRef="#br0" timeOffset="61269">32845 6066 7533,'-13'7'3148,"2"4"-2788,11-4 2698,5 11-1979,2-4 450,38 20-1259,-13-12-1260,7 1 1,2 0 810,2 5 179,-10-5 0,-2 6 0,-13 5 0,-3 4 0,2 10 0,1 0 0</inkml:trace>
  <inkml:trace contextRef="#ctx0" brushRef="#br0" timeOffset="64035">32070 7347 7713,'-7'-19'269,"2"6"-448,5 8 179,0-1-90,5 5-180,2-10 180,0 10-90,4-5 180,-10 1-90,10 3 90,-10-3 450,4 5-180,-5 0-181,6 0 181,-5 0 270,5 0-270,-6 0 1619,0 0-1260,-11 27-449,8-9 0,-13 29 180,4 0-180,-2 0-225,-3 9 0,0 3 0,8-26 0,1 2-525,-2 14 1,0 7-1,1-6-60,5-10 1,1-3 134,3 13 0,0-4-404,2-3-360,9-15 1259,-4-20 0,-6-8 0,-2-13 0</inkml:trace>
  <inkml:trace contextRef="#ctx0" brushRef="#br0" timeOffset="64304">31602 7507 7533,'-53'-45'449,"19"18"1,6 2-360,17 3 1799,-11-12-900,33 20 631,36-20-1261,-9 12 136,21-1 0,12-1-777,-17 10 1,4 2 0,4 0-349,1 2 0,5 1 1,1 1-1,0 2 630,1 2 0,0 1 0,-1 2 0,-5 2 0,4 3 0,-4 2 0,-6 5 0,-2 11 0,0 0 0</inkml:trace>
  <inkml:trace contextRef="#ctx0" brushRef="#br0" timeOffset="64852">32094 9156 7533,'-19'-7'2069,"2"-4"-1620,4 9 631,-10 13-900,8 10-270,-9 10 449,12 38-1438,7-21 0,3 4 584,4 9 0,2 0-1991,-1-5 1,2-5 2305,0-13 0,2-6 395,10 4 0,-14-32 0,8-1 0</inkml:trace>
  <inkml:trace contextRef="#ctx0" brushRef="#br0" timeOffset="65117">31516 9266 7533,'-46'-28'1529,"21"6"-270,-14-25-809,32 26-90,7-8 1259,39-5-1349,-2 16 674,21-11 0,4 2-1090,-28 17 1,1 2 235,17-8 0,9-3 0,2 3-600,3 6 0,2 2 1,-3-1-312,-13-2 0,-1 0 1,2 2 347,5 2 1,5 3 0,-3 0 0,-9 1 472,-9-2 0,-5 4 0,10 9 0,-4 6 0,-3 14 0</inkml:trace>
  <inkml:trace contextRef="#ctx0" brushRef="#br0" timeOffset="65735">31898 10669 7533,'7'-24'1079,"4"-6"90,-10 9-809,4 4 90,-5 11-180,0 6-90,0 11 90,-5-3-360,-2 43 269,-5-20-314,2 14 1,2 2-316,-1-2 270,-2 9 0,0 5-585,7-9 1,1-3 404,-4-3 0,1 0-270,4 5 1,4-8 179,5-24 450,0 10 0,4-59 0,-5-3 0</inkml:trace>
  <inkml:trace contextRef="#ctx0" brushRef="#br0" timeOffset="66017">31381 10755 7533,'-26'-25'1079,"-8"-15"-1079,24 24 3238,-6-24-1259,54 14-1259,10-5-541,-6 15 1,9 3 0,-3 1-1113,-3 0 1,4 2 864,3 0 1,8 1-1,2 0 1,-9 2-739,1 2 1,0 2 670,-4 0 0,7 0 0,0 0 0,-8 1 45,3 1 0,-3 2 90,-3 1 0,3 2 0,-3 1 0,8 3 0,-1 3 0,8 5 0,1-1 0</inkml:trace>
  <inkml:trace contextRef="#ctx0" brushRef="#br0" timeOffset="66718">31664 12356 7533,'-32'-17'3688,"13"9"-3149,3 60-359,14-21-225,-1 6 0,1 0-45,2 4-90,2 15 0,1 3 1,-1-2-676,5 9 1,2-2 494,-1-24-675,4-5 1,0-2 1034,-4-12 0,14-25 0,-8-18 0</inkml:trace>
  <inkml:trace contextRef="#ctx0" brushRef="#br0" timeOffset="67001">31614 12380 7533,'-6'-47'2788,"0"2"-1169,39 15-989,-9 8-180,30-7-1,4 6-1723,-9 8 1364,-16 4-1,5-1-224,11 2 1,1 2 134,-14 1 0,1 0-690,10 1 0,4 0 1,-5 1 419,19-2 338,-4-2 1,-12 7 0,-40 17-1,2 0 1</inkml:trace>
  <inkml:trace contextRef="#ctx0" brushRef="#br0" timeOffset="67215">31652 12614 7533,'-25'0'3867,"6"0"-4766,23 0 2518,11 0-810,29-5 1,9-1-1709,10-2-1238,-5-1 0,10-2 0,-7 2 2137,-18 1 0,0 1 0,13 0 0,7 1 0,-4 1 0,-2 2 0,0 1 0</inkml:trace>
  <inkml:trace contextRef="#ctx0" brushRef="#br0" timeOffset="73102">1723 13254 7533,'-26'-14'3957,"8"-2"-3777,12 14 360,12 2 180,6 24-271,7 14-449,-5 7 180,-3 3-180,-11 5 0,0-7 0,0 9 45,1-10 0,-2 2-135,-1-6 0,-1 0 45,2 6 0,0 0 90,-2-4 0,1-5-45,2-4 0,0-4-449,0-19 449,0-11-1620,0 0-538,5 0-91,2 0 2249,6-5 0,4-7 0,2-8 0</inkml:trace>
  <inkml:trace contextRef="#ctx0" brushRef="#br0" timeOffset="73483">1809 13254 7533,'-7'-25'0,"-4"6"1709,4-15 719,1 12-1888,6-3 809,23 9-989,15 14-180,1 2-45,2 7 0,-2 4 45,-5 10-1,7-4 1,-2 1 0,-16 8 0,22 10-719,-25-5-1,-1 1 90,-8 9 360,-11-19 0,-6 12-180,-11-10 180,-3-3 45,-15 0 1,-4-2 44,-13-3 44,10-3 1,1-3-45,-3-4-539,-3-1 359,25-3-810,-17 3 721,24-5-901,-3 0 900,13 0 270,37 6 0,37 1 0,-16-1 0,1 0 0</inkml:trace>
  <inkml:trace contextRef="#ctx0" brushRef="#br0" timeOffset="73967">2302 13746 7713,'-14'-19'1439,"-3"1"-1079,16 11 1349,-5-4-630,6 10-90,11 17-359,3 28-405,-2-7 0,0 1-45,2 22-90,-4-24 0,2-3 89,13 0 541,18-35-495,-8-28 0,-2-12-270,-8 6 0,-3-3 7,-1-9 0,-1-6 0,-3 6-547,-6 9 1,-2 3 539,4-5 0,-3 3-3103,-3-3 3148,-1 34 0,-6 8 0</inkml:trace>
  <inkml:trace contextRef="#ctx0" brushRef="#br0" timeOffset="74951">3236 13340 7533,'-6'-25'1169,"1"11"-90,5-7-359,0 7-450,0-5 90,0 1-180,0 11 179,0-9-89,0 8-360,0-10 90,0 6 90,0 5-270,0-4 180,0 10-270,-11-5-269,-9 12-1,-22 11 360,-14 20 360,14-8-270,12-1 0,4 0 180,10-5 90,-4 8 0,0 1 0,6-2-90,1 4 0,2 0 180,4 2 134,8 6 1,4 2-225,3 7 90,10 15-270,-4-34 0,6-2 225,8-4 0,5-4-136,13 3 1,2-5-45,-8-7 0,0-9 90,14-20 0,-6-10-225,-9-10-496,-4-1 1,-2-1 675,-5-9-180,2-8 90,-15 20 0,-1 0 90,1-14 90,2-16-90,-11 6-90,-12 23 90,-1-15-135,-10 21 0,-5 1-135,-20-21 225,18 25 0,-2 1-585,-20-3 180,20 25-2248,-15-3 2068,19 10 540,-1 8 0,28 17 0,8 8 0</inkml:trace>
  <inkml:trace contextRef="#ctx0" brushRef="#br0" timeOffset="75273">3225 13672 9062,'-14'-6'2968,"3"6"-809,32 23-1709,-4-7-270,24 29-1,-15-23 1,4 8-1529,11 4 1259,-12-12-2518,17 19 2608,-3 1 0,-13 2 0,1 7 0,6 7 0,1 0 0</inkml:trace>
  <inkml:trace contextRef="#ctx0" brushRef="#br0" timeOffset="88167">4861 13254 7533,'0'-19'-1080,"0"6"1350,0 2-90,0-1 0,0-2-180,0-3 270,5 4-90,-3 1 179,9-6-179,-4 10 270,5-19-360,-5 17 180,4-19-180,-10 16 450,10-5-450,-9 11 179,3 1 91,-10 28-270,-2-5 90,-6 18 90,-5 28-90,11-19 0,1 1-135,-4 1 0,2 1-276,4 3 1,1 0 185,-3-5 0,1-1-315,3 24 135,-1-6 0,1-2 45,7-7 0,1-7 1,1-7 89,1-23 90,3 6-180,-11-22 90,0 0-810,0-5 12,0 4 618,0-5 270,0 6 0,6-16 0,1-5 0</inkml:trace>
  <inkml:trace contextRef="#ctx0" brushRef="#br0" timeOffset="88633">4984 13377 7533,'-32'-7'809,"8"-4"181,6 10-271,11-5-269,7 6-450,7 0 180,11 0-180,1 0 360,38-11-450,-18 9 90,12-9 0,6-1-765,-11 5 1,-1 1 134,4-1 0,-1 0 630,1-3 0,-15 10 0,-36 27 0,-16 7 0</inkml:trace>
  <inkml:trace contextRef="#ctx0" brushRef="#br0" timeOffset="88950">4935 13623 7533,'-20'-14'2968,"3"3"-1889,50 11-629,8 0-270,16 0-315,-16 0 0,-1 0 315,3 0-900,8 0 1,1 0 719,0 0 0,-2-2 0,3-1 0,-14-1 0,-1 1 0</inkml:trace>
  <inkml:trace contextRef="#ctx0" brushRef="#br0" timeOffset="94133">2178 13463 7533,'-33'-40'2428,"5"1"-2068,10 25-180,4 7-90,-20 30-180,12 6-135,-6 12 0,-1 4 225,-1 13-120,8-14 0,-2 7 0,6-3-1905,13-4 1,4-2 2024,-12 11 0,12-9 399,41-18 1,16-17-460,-6-21 0,4-15 0,5-1 42,-10 7 0,4-1 0,2-2 0,-1 0 0,-3-2-223,4-4 0,-3-2 0,1-2 1,5-2 252,-8 5 1,6-4 0,2-1 0,2-1 0,-3 0 0,-2 4 0,-7 3-13,1-1 0,-6 5 0,-1 0 0,6-2 149,0 0 1,6-2 0,1-1 0,1 1 0,-3 3 0,-5 5 240,11-5 0,-5 6 0,-1 9-908,15 11 0,-4 8 608,-16-6 0,-9 12-61,-19 31 1,-13 18 0,-5-4 231,-3-14 0,-7 4-239,-6 10 1,-5 11-1,-4 3 1,0-5-181,1-13 1,-3-2 0,1-1-1,3 0 128,-5 16 0,2-1 0,14-6 75,18 2 0,15-19-45,11-36 0,10-18 54,-4-6 0,7-11 0,3-5 0,2-2 0,-2 1 0,5-3 0,0-1 0,1-1 0,-1 0 0,-1 1-331,-6 4 0,-1 0 1,-1 0-1,1-1 0,2 0 322,2 0 0,4-3 0,2-1 0,-2 2 0,-4 3 0,-7 7-242,17-8 1,-5 5 196,-9 3 0,2-2 0,-2 5 180,11 3 0,-4 4-25,-19 3 0,0 3-110,5 1 0,-4 7-35,0 21 80,-23 15-405,-17 16 0,-8 6 315,3-19 0,-5 2 591,-12 11 0,-10 9 1,-2 2-1,2-6-262,5-7 1,2-5 0,-2 2 418,-13 12 1,-2 1-1,14-6-1017,20 17-226,54-86 0,18-18 315,-9 16 0,5-4-60,-13-3 1,4-6-1,3-5 1,1 0-1,-2 3 240,8-2 0,-1 2 0,0-1 0,0-1 0,-8 2 0,1-1 0,0-2 0,0 1 0,0 1 0,0 3 0,0-1 0,-1 0 0,1 1 0,0-1 0</inkml:trace>
  <inkml:trace contextRef="#ctx0" brushRef="#br0" timeOffset="96517">1994 14915 7533,'-14'-19'2608,"-3"1"-2338,16 11-360,-5 1 540,6 1-540,0 4 270,0-4-90,0-1-90,0 5 90,0-5 180,0 6 269,0 0 271,6 6-91,1 6-89,5 24-360,-5-8-45,-3 25 0,-2 12-180,-2 1 0,0 4-1176,0-14 0,0 2 1,0-3 1085,0 12 0,0-6-501,0-13 0,0-11 456,0-19 0,0 9 0,0-27-90,0 0 0,0-11 1906,0 3-1996,0-10 1229,0 11-1858,0-4-900,0 5 1259,0-1 540,0-9 0,16-4 0,5-11 0</inkml:trace>
  <inkml:trace contextRef="#ctx0" brushRef="#br0" timeOffset="97317">1981 14927 7533,'-14'-13'1529,"-8"-4"-1169,20 10 719,-15-5 90,16 0-809,-5 5 90,6-4 180,6 4-451,-5 1 811,16-5-810,-9 4 449,21-6-449,-9 6 360,27-4-450,-24 4 225,14 3 0,4 1-225,15 9-90,14-3 0,-18 19-90,-11-8 0,-18 5 0,12 4-360,-12 13 180,-14 14 270,2-3-180,-18-1 90,-27 6 180,11-21-135,-9 7 0,-4-1 855,-18-2-406,25-13 1,0-2 45,-17 3 719,-1-5-719,23-9-180,-32 2-180,28-22-1529,3 2 629,8-9 271,17 12-3869,0-5 4408,11 9 0,8 13 0,12 10 0</inkml:trace>
  <inkml:trace contextRef="#ctx0" brushRef="#br0" timeOffset="104167">3569 14890 7533,'-7'-14'1619,"1"-7"-990,6 13-449,0-10 360,0 6-360,0-1 180,0 6-1,0-4-179,6 10 450,-5-10-540,5 9 450,-1-3-450,-3 5 179,3 0 91,-5 39-180,-11 25-90,10-29 0,-1 4-90,-4 13 0,-2 8 0,0-3-1418,4 4 1,0-1 1357,0-12 0,-1 1 0,2-3 195,-1 3 0,2-6-135,2 4-90,0-18 0,0 0 90,0-18-180,6-10-179,-5-1 1484,5-12-2204,-1-13-270,2 5 1349,0-9 0,9 5 0,-2-8 0</inkml:trace>
  <inkml:trace contextRef="#ctx0" brushRef="#br0" timeOffset="104451">3606 15124 7533,'-19'-19'1799,"6"1"359,2-5 91,10 3-1439,-5-5-1,17 7-269,25 6-450,27 5-1125,-20 4 1,1 0 359,4 3 1,-3 0-2926,14 0 2880,-8 0-1872,-21 6 2592,-9-5 0,-3 5 0,-19-6 0</inkml:trace>
  <inkml:trace contextRef="#ctx0" brushRef="#br0" timeOffset="104767">3606 15321 7533,'-19'0'3058,"-5"-5"-2518,10 3 2428,2-9-2608,7 10 899,27-10 0,10 10-1259,8-10 45,-2 9 0,3 2-2114,21-5 1529,-24 4 1,-1 2-1,17-1 540,3 5 0,2 2 0,-16-1 0,0 0 0</inkml:trace>
  <inkml:trace contextRef="#ctx0" brushRef="#br0" timeOffset="105518">4565 14989 7533,'0'-26'1439,"0"3"450,6-1-360,1 9-1349,-1-3 0,0 18 0,-6 7 179,0 33-449,0 0 1,0 5-316,-3 7 0,0 1-1278,3 1 0,-1-1 1593,-1-12 1,-1-1-1062,-1 6 1,2-4 701,1 12-91,0-7 0,2-3 181,0-15-901,10 0 900,-4-29 360,5-7 0,1-33 0,-1-6 0</inkml:trace>
  <inkml:trace contextRef="#ctx0" brushRef="#br0" timeOffset="105868">4578 14878 7533,'-7'-64'4497,"12"-1"-4047,3 38 539,16-2-629,-5 22-180,0 2 360,21 5-360,-17 5 269,11 6 1,0 2-270,-2 3-90,11 17 0,-2 2-270,-13-8 180,0 14 0,-6 2-450,-15-11-1946,-5 7 1,-4 1 2305,-10-9 73,-4 2 0,-4-2 17,-8-10-269,-29 14 269,28-27-360,-29 3 270,35-11-999,-22-11 909,30 8-1709,-8-13 1889,22 14 0,46-3 0,22 5 0</inkml:trace>
  <inkml:trace contextRef="#ctx0" brushRef="#br0" timeOffset="106585">5194 15210 7533,'-7'-19'0,"1"1"629,6 6 91,-5 0 449,3-6-719,-3 10 360,5-9-451,0 16 361,0-4-630,0 5 360,0 0-1,11 11-449,-8-9 360,13 20-90,-10-3 540,12 29-496,-9-14 1,1 0-135,9 15-45,-7-9 0,0-7 45,2-20 270,14 25-1,-13-36 91,14-7-360,-16-10 270,11-15-91,-5-17-538,0 12 179,-1-18-315,-6 17 0,-1 2-45,-2-6-810,1-4 1,-3 3 630,-7 22-1710,0-19 1799,0 37 450,0 12 0,0 26 0,0 20 0</inkml:trace>
  <inkml:trace contextRef="#ctx0" brushRef="#br0" timeOffset="107300">6005 14964 7533,'0'-26'3598,"0"-2"-2339,-5 8 90,-2-4-1529,-16 5 90,8 7-449,-31 28 179,18 6 270,-9 15 90,8-2 449,10 3 1,-2 9 0,4-2-90,5-1 0,1 1-360,-6 0 0,-1 2 0,9-2 179,17 1 1,12-7-45,7-16 0,8-10-75,17-11 0,9-10 0,-3-3-15,-3-4 0,-1-8-15,2-6 0,2-8 0,-12-4 240,-13-14 0,-11-4 494,-3 0 1,-5-2-496,-9 14 1,-2-1 0,-4 1-450,-6-18 1,-7 5-1,-7 10 0,-7 7-2519,-2 17 1,-1 8 2698,-5 14 0,3 52 0,33 17 0</inkml:trace>
  <inkml:trace contextRef="#ctx0" brushRef="#br0" timeOffset="107507">6042 15173 7533,'14'6'9830,"-7"1"-9136,56 10-1234,-17 3-1619,4 9 0,0 4 2159,-18-9 0,-5 3 0,4 23 0,-9 5 0,-20-10 0,-1 0 0</inkml:trace>
  <inkml:trace contextRef="#ctx0" brushRef="#br0" timeOffset="116184">1969 16601 8432,'-14'-7'1529,"3"-4"-629,11 10-720,0-5 359,0 1-359,0 3 180,6-9-180,-5 10 0,4-10-90,-5 10-270,0-4 180,0-1-90,0 5 0,0-10-270,0 10 90,-5-5 180,4 6-89,-21 0-721,7 6 630,-9 0 180,0 6-270,-6 12 540,3-4 90,0 3 0,1 1-180,3 5 0,-17 12 450,16 11-450,4-16 0,-3 18 179,10-8-179,6-17 90,2 29-90,5-25 0,0 10 90,11 14 45,0-22 0,2 0-405,9 27 315,2-22 0,3-7 45,-4-16 89,40 10-358,-33-26 448,38-1 91,-10-28-180,0 4-90,-20-8 0,-6-4-90,-3-1 314,0-11 1,-2-1-225,-9 8 90,0-8 0,-2-3 134,-11 17 1,-3-1-315,-7-14 0,-1 0-270,2 13 0,-2 3 90,-10-3 1,-2 6-1,3 3 0,-24-13 0,-5 15-180,8 7-1619,-14 8-1529,34 11 2878,-1 6 540,11 6 0,23 18 0,3 8 0</inkml:trace>
  <inkml:trace contextRef="#ctx0" brushRef="#br0" timeOffset="116417">1944 17081 11221,'41'18'2968,"-12"-4"-3958,29 9 901,-30-10-1081,3 3 1,1 2 1169,15 26 0,-24-11 0,-1 3 0,-5 4 0,0 0 0</inkml:trace>
  <inkml:trace contextRef="#ctx0" brushRef="#br0" timeOffset="117334">3642 16601 7533,'0'-42'2338,"0"3"-2158,0 8 0,0 7 810,0 7-1,6 3-899,-5 2 90,5 7 0,-6 5-270,-6 16-270,-6 26 270,-2 0 180,3 11 0,-1 3-90,-1 4-114,3-14 1,2 2 23,4-6 0,1-2 180,-3 16-90,3 2 0,1-1-90,0-4 135,-1-14 0,1-2-224,7 3 179,-3-18 0,9 7-360,-4-17 180,0-5-90,-2-1 227,1-6-47,-5 0-1799,5 0-180,-6 0 2069,5 0 0,2-27 0,5-7 0</inkml:trace>
  <inkml:trace contextRef="#ctx0" brushRef="#br0" timeOffset="117651">3667 16737 7533,'-14'-20'1979,"-2"2"-1530,14 12 1350,-3-5-1439,5 9 899,0-9-989,5 4 540,8 0-630,6 2-180,11 0 180,-3 3-540,2-3 360,24 0-1260,-23 3 1,13-1 0,0 1 359,-11 2 405,6 0 1,-2 0-226,-12 0 271,15 0 449,-25 0 0,-13 5 0,-9 2 0</inkml:trace>
  <inkml:trace contextRef="#ctx0" brushRef="#br0" timeOffset="117919">3655 16945 7533,'-26'-12'0,"3"6"4767,22-5-4137,-4 9 899,33-9-1169,-12 4-360,30 0 179,-18 2-718,7 5 359,23-6-360,-20 5 270,7-2 0,2 1-1708,-4 7 1978,-6-1 0,2-1 0,22 4 0,-23-4 0,-1-1 0</inkml:trace>
  <inkml:trace contextRef="#ctx0" brushRef="#br0" timeOffset="118619">4811 16589 7533,'-12'-28'4317,"6"7"-3687,0 54-450,1-9-225,4 8 0,1 6-225,-6 13 0,0 4-630,5 12 1,1 2 209,0-18 1,-1 1-1,2-3-255,2 7 1,1-7 944,3-3 0,-2-91 0,-5 8 0,0 0 0</inkml:trace>
  <inkml:trace contextRef="#ctx0" brushRef="#br0" timeOffset="119003">4775 16429 7533,'0'-69'5666,"27"34"-5171,-5 4 0,7 10-405,22 38 0,11 27 0,-6-5-90,-14-19 0,-2 3 0,11 13 0,3 7 0,-26 1-1799,-49 19 0,-29-8 1709,7-35 0,-7-9 0,3 6-270,10 18 0,4 6 1,-3-10-766,-35-20 1,27-11 1124,67 0 0,15 10 0,19 4 0</inkml:trace>
  <inkml:trace contextRef="#ctx0" brushRef="#br0" timeOffset="119368">5292 16958 7533,'-9'8'7286,"0"-8"-6927,25 56-269,3-9-270,13 10 180,-12-15 1080,35-68-766,-38-8 1,-3-8-1439,16-12 0,1-3 1124,-9 1 0,-2 7 0,11 11 0,-1 36 0</inkml:trace>
  <inkml:trace contextRef="#ctx0" brushRef="#br0" timeOffset="120120">6116 16650 7533,'-12'-47'2248,"5"29"-1528,-4-21-90,4 27 179,-11 4-899,-11 3 0,-11 31 0,-3 14 180,9-8 0,3 7 157,7 4 1,1 8-1,5 2 1,10-2-99,14 9 1,13-2 0,11-9-120,12-7 0,9-9 0,2-20 390,4-32 0,1-23 0,-4-4-331,-3 5 1,-4-5 0,-11-10-751,-21 3 1,-7-10 0,-5-2 0,-5 4-1,-2 13 706,-5 6 0,-7 5-803,-16-28 1,-4 12 757,6 38-270,-33 4-1708,23 34 1528,8-1-2249,9 30 2699,29-17 0,4 3 0,3 4 0,4-3 0,-1 0 0</inkml:trace>
  <inkml:trace contextRef="#ctx0" brushRef="#br0" timeOffset="120320">6116 16884 7533,'-24'-12'6026,"-1"5"-5666,11 1 899,9 12-539,22 6-360,9 13-180,28 12-810,-3 7-675,-12-15 1,1 2 1304,1 4 0,-2 4 0,-5 1 0,-2 2 0,0 3 0,0 1 0</inkml:trace>
  <inkml:trace contextRef="#ctx0" brushRef="#br0" timeOffset="163919">14374 13648 7353,'-13'-32'3238,"6"13"-2968,2 2 719,5 11-539,-6-1 1169,5-9-809,-5 13-631,6-3 361,0 29-180,-2 9 0,-1 8-630,-3 23 0,-1 9 120,1-15 0,0 4 0,0-1-137,1 2 0,0 0 0,1-4 62,-2 8 0,1-8-2241,5 12 2286,0-52-1439,0-13-900,6-16 2519,6-19 0,2-31 0,-6 20 0,1 0 0</inkml:trace>
  <inkml:trace contextRef="#ctx0" brushRef="#br0" timeOffset="164318">14361 13549 7533,'-7'-35'2563,"0"-1"1,-4-17-2294,11 29 1978,0 17-1978,11 13 135,9 19 0,1 7-225,5 4-90,0 0 0,-1 2 269,5 15-718,-2-5 134,-4 3 0,-2 2 45,0 6-45,-9 6 0,-3 1 135,-4-6 210,-12-16 0,-6 5 0,-3-5 419,-6-6 1,-5-5 90,-15 12 0,-4-5-630,15-18 0,0-8 539,-38-14-2428,35-31-989,2-8-180,24 0 2518,10 11 540,19 21 0,36 18 0,-21-1 0,-1 0 0</inkml:trace>
  <inkml:trace contextRef="#ctx0" brushRef="#br0" timeOffset="164718">14607 14287 7533,'-26'-5'3688,"9"3"-1620,17-3-1618,6 5 719,45-5-1528,15-13-91,-13 6 0,5-2 180,5-12 1,-3-1 224,-18 10 0,-4-2 0,7-15 0,-11 0 404,-19 9-179,2-25 2069,-56 18-1529,-8 10-541,11 18 1,-3 8 674,-13 23 1,4 12-540,11 2 0,5 4-585,-3 7 0,9 1 135,17-6 1,12-3-1396,30 13-468,12-15 739,9-24 404,-14-14 1,1-3-1395,19-6 2235,-17 1 1,1-5 0,0-16 0,0-7 0,4-4 0,0 0 0</inkml:trace>
  <inkml:trace contextRef="#ctx0" brushRef="#br0" timeOffset="165685">15887 14238 7533,'-44'25'3688,"13"0"-2339,19-12-450,35-35-719,0 3 135,3-16 0,0-4-135,1 2 0,-3-8 0,-1-1-91,-1 6-2035,-1-13 1,-2-1 1675,-10 13 315,3-7 1,-2-1 134,-9 12-207,-1-15 117,-7 39-90,-5 8 90,0 17-360,5 34 180,-4-15-45,9 16 0,3 2 45,-1-8-315,4 11 1,4-1 224,5-7-405,6-5 0,2-3 226,8-13 134,8-10 0,2-9 135,9-35-90,-9 7 0,-1-8 420,-14-7 0,-5-8 0,-1 3 1310,4 4 1,-2-3-1191,-2-15 0,0-8 0,-4 9 0,1-7-61,-7 17 1,0-7 0,0 8 1049,4-8-989,-5-10 1428,-7 64-1609,-1 15 369,-10 15-369,9 16 1,-3-10-270,2-2 0,0 2 90,2 5-45,-2-2 0,0 2-44,3 25-46,0-32 0,0 2 45,0 16 0,0-2-360,0-2-45,-1 3 1,2 1-1395,10 1 1169,-8-8-1259,14-18 1260,-11-27-1610,6 0 1790,0 0 539,1 0 0,5 0 0,1 0 0</inkml:trace>
  <inkml:trace contextRef="#ctx0" brushRef="#br0" timeOffset="166143">16822 14078 7533,'-12'-19'1889,"5"1"359,-3 1-719,3-8-1349,0 4 360,-9-7 0,2 20-360,-6 2 0,-8 29-270,13-1 90,-3 7 0,1 5-135,9 3 0,2 1 225,-12 25-315,17-12 0,13-6-764,47-13 269,3-19 810,-18-26 0,-3-14-1606,-9-19 0,-9-6 1785,-7 15 1,-6-1-285,-6-16 0,-8 5 375,-5 18-448,-26-14 357,14 38-742,-19 7 473,23 7-267,-10 21-4770,47 5 4587,-14 0 750,44 12 0,1-1 1,-14-13-1,1 0 0</inkml:trace>
  <inkml:trace contextRef="#ctx0" brushRef="#br0" timeOffset="166358">16982 14201 7533,'7'38'8995,"-1"-7"-8366,5-25-449,-3-12-270,10-19 90,-6-1-225,4-11 0,2-5-585,-2 2 1,3-1-765,10-9 0,1 4-675,5-3 2249,10 57 0,-8 48 0,-12-18 0,0 0 0</inkml:trace>
  <inkml:trace contextRef="#ctx0" brushRef="#br0" timeOffset="166866">17524 14017 7533,'-31'-34'2338,"0"-1"1,5 57 0,1 14-4768,-5-7 0,7 6 1934,13 38 1,23-17 2473,35-69 0,5-24-315,-24-9 0,-4 16-3418,6 54 0,-8 18 1484,-30 23 1454,-4-16 0,-8 17 1,-3 8-1,-2 1 1,1-10-1,3-17-1184,0-10 0,-6-11-420,-16 2 0,-9-4 1,8-22-2280,16-42 1,10-25-1,2 4 2654,-8 13 1,6 0 0,14-23-1,18 13 1,38 38 0</inkml:trace>
  <inkml:trace contextRef="#ctx0" brushRef="#br0" timeOffset="167554">18053 13968 7982,'-30'-19'4228,"10"6"-3059,-9 8-269,4 10-720,5-3 269,-9 20 1,2 5-270,6-11-360,-11 34 0,8 11 45,29-17 0,8-1-360,-9 5 1,9-14 269,34-34 0,6-21 585,-12-15 0,-5-10-1,-9 5 1,-2-3 0,-3 4 315,0 3 0,-11 9-496,-22 11-89,8 24-1259,-8 5 539,6 6 271,3 7-3959,12 9 1,2 1 4317,0 1 0,18-12 0,7-9 0,17-29 0</inkml:trace>
  <inkml:trace contextRef="#ctx0" brushRef="#br0" timeOffset="167891">18274 14128 7533,'14'-66'7645,"-3"14"-7285,-11 39 360,0 13-540,0 2 0,0 14-91,0-7-268,-5 30 89,3 6-810,-3 2-989,10 10 270,19-19 900,36-59 853,-29 2 1,-1-7 1094,4-20 1,-1-12-1,-5 6-1094,-8 9 0,-3 2 1124,7-17 1,-10 22-901,-19 47-718,-2 9-451,-6 28-2878,6 19 3688,11-23 0,3-1 0,9 19 0,14-6 0</inkml:trace>
  <inkml:trace contextRef="#ctx0" brushRef="#br0" timeOffset="168171">19026 13537 7533,'-25'-13'4677,"0"6"-4227,11 2 1529,-2 10-3508,9 19-810,0-2 1889,1 8-1709,12-7 2159,-5-9 0,27 47 0,-14-27 0,-1 0 0</inkml:trace>
  <inkml:trace contextRef="#ctx0" brushRef="#br0" timeOffset="168524">19124 13931 7533,'-19'-7'5127,"-5"-10"-2789,5 9-1798,6-5 180,-3 8-900,14 0 180,-3 4-450,5 1 540,0 6-1169,10 23 899,-2-13-1619,15 41 1349,-9-38-449,10 37 449,-11-40 270,5 18 1169,0 7 271,-4-16-181,-2 36 720,-18-32-1259,-2 2-270,-26-20-360,12-17-1170,-30-18 990,23 9-1708,-6-8 988,17 16 271,6 2 719,5 5 0,12 5 0,9 2 0</inkml:trace>
  <inkml:trace contextRef="#ctx0" brushRef="#br0" timeOffset="169835">20355 13746 7533,'-18'-32'2698,"10"13"-1079,-9 8-1169,16 11 0,-5 28-270,1-10-1,4 19 1,0 5 0,-10-2-270,10 18 0,1 2 270,-11 1-405,10 8 1,0 0 134,-4-9-270,5-4 0,0-4 450,0-26 0,0 12 360,0-38 269,5-38-224,-1-6 0,-1-4-405,3 9 0,1-3-1062,-3-14 0,0-7 0,0 7 972,2 18 0,1 0-120,1-23 0,3-10 1,-2 8 119,-2 21 0,3 0 209,5-13 1,4-5 0,-3 9 60,2-2-45,7 16 0,1 6-135,-10 19 719,34 17-719,-26 3 0,8 11 0,-1 2 0,-6 2 90,9 5 0,-2 2-540,-13-1-90,9-6 1,0 0 89,-11-3-90,12 14 450,-22-18 180,-18 12-90,-4-14 90,-48 14-180,24-12 180,-14 8 0,-2 2-1,8-1 151,8-3 0,-4 5 0,5-2-150,-8 12 134,-2 5 1,4 2-225,14 0 0,7-1 0,6 0-989,16-12 269,19 36-1169,4-49 90,30 22-2069,-1-21 3778,-19-8 0,4-3 0,13-8 0,3-4 0,2-4 0,0 1 0</inkml:trace>
  <inkml:trace contextRef="#ctx0" brushRef="#br0" timeOffset="170202">20822 14152 7533,'-5'-19'0,"-2"7"4407,-11 1-3058,9 9 181,-18 2-1081,23 7 271,-23 27-540,24-10-270,-13 38-90,15-32-810,1 33 361,6-34-1800,28 17 1800,-10-30-361,39 0 810,-39-16 180,38-27-180,-39 9 675,1-17 0,-2-4-405,-1 7 899,-6-8 1,-2 0-361,-4 10 451,7-17 359,-15 7-720,5 16 271,-6-4-810,-6 22 90,5 17-270,-4 2 359,-1 29-179,5-14-2698,-5 30 2068,12-29-5127,6 28 4588,2-28 989,9 12 0,18-55 0,11-9 0</inkml:trace>
  <inkml:trace contextRef="#ctx0" brushRef="#br0" timeOffset="170452">21413 13623 7533,'3'-37'1484,"1"0"0,1-24-854,-5 54 1618,-5 2-1168,3 15-451,-3-2 1530,-6 37-1709,8-4-270,-4-2 0,-2 0 90,2 15-315,1 0 0,0 0-225,-7 1 300,8-10 0,2 9 0,-1 0-3020,-1-7 0,1 0 1,0-1 2359,1 16 1,-1 0-676,0 11 1,3-11 1304,6-32 0,8-40 0,6-39 0</inkml:trace>
  <inkml:trace contextRef="#ctx0" brushRef="#br0" timeOffset="170983">21622 14263 7533,'-19'5'2878,"6"2"-1978,13 5-361,13-5-179,0-1 540,21-6-541,-6 0 1,9-6 180,26-12-270,-30-2-315,4 3 0,0-2-763,-9-6 988,13-6 90,-17-10-270,-10 18 270,-3-22-90,-27 25 90,-26-5-450,4 12 90,-29 8 270,38 10-90,-8 6 0,0 2 539,4 3-269,-24 18 90,15 13-540,24-16-270,3 3 0,3 1 0,12-7 181,0 14 179,11-18-1080,19 11-539,10-7 1169,9 2 257,-12-12-1156,-1-11 180,6-2 809,-2-5-989,8 0 286,-17 0 523,5-5 540,-11-2 0,17-38 0,-4-9 0</inkml:trace>
  <inkml:trace contextRef="#ctx0" brushRef="#br0" timeOffset="171304">22164 14189 7533,'12'-36'0,"-5"15"0,-2-24 1439,-5 23-630,0-14-359,0 11 899,0 6-179,0-10 539,-5 9-900,-2-5-359,0 13 1079,-9 6-1169,13 12-180,-14 17 90,16-6-540,-5 45-90,12-37 270,2 20 0,2 0-629,5-11-271,1 14 1,2 0 359,2-9 180,5 25 180,-7-16 360,-6-14-269,-5 24 358,-7-35-269,-7 11 1170,-32-27-361,-14-7-449,0-7-315,15-6 0,2-3-1304,6-6 1169,-5-2-1709,23 8-90,18 14 1979,12-3 0,16-1 0,7 1 0,9-2 0,-1 0 0</inkml:trace>
  <inkml:trace contextRef="#ctx0" brushRef="#br0" timeOffset="171573">22853 13549 7533,'5'-45'8095,"-4"20"-6116,4 54-1619,-10 8-136,-5 16 1,-3 4-135,-3 2-2247,1-12 1,-4 6 0,2-5 2156,6-10 0,-1-2 0,-8 22 0,-1 1-1964,5-9 0,2-3 1559,3-11 0,1 1-1380,-5 23 0,1-3 1335,6-6 450,0-6 0,5-16 0,14-46 0,3-8 0</inkml:trace>
  <inkml:trace contextRef="#ctx0" brushRef="#br0" timeOffset="172326">23578 13660 7533,'0'-19'180,"6"-5"989,-5 0 360,5 9-899,-6-1 359,0 21-269,-38 45-585,12-17 0,-2 1-46,0 6 1,-4 4 0,-7 6 0,-6 4 0,6-5-235,13-12 0,0 0 302,-3 3 0,-5 6 1,0 2-1,5-6 383,1 7 0,7-4 269,2 6 1,18-7 494,39-23 0,12-12-1124,19-9-630,-9-16 0,11-9 1,-12 4-4948,1 1 3328,-3 5 0,-5 6 2069,-25 14 0,-11 34 0,-16-5 0</inkml:trace>
  <inkml:trace contextRef="#ctx0" brushRef="#br0" timeOffset="172855">23972 14189 7533,'0'-37'7735,"0"17"-7465,-5 3 90,-2 12-180,-11 3-180,5-3-360,-27 5-450,-21 16 675,25-2 1,-1 4 538,-7 9 1,3 7-135,13 3 0,5 1 0,-6 21-180,29 4-180,35-30-450,28-7 270,-26-22 0,2-8-270,16-20 1,-3-11 404,-14 1 0,-7-6 899,-8-18 1,-8 1-495,-10 12-180,-35 4-1169,2 92-2070,7-3 2070,2 4 359,8-7-1888,17-10 2608,11 0 0,37-9 0,-19-22 0,1 1 0</inkml:trace>
  <inkml:trace contextRef="#ctx0" brushRef="#br0" timeOffset="173336">24095 14362 7533,'16'-57'1439,"0"0"0,-6 15 0,-1 3-765,1 2 1,-3 6 45,-6 8 269,5 5-359,-12 86-540,5-28 0,-2 2 0,0 0-1079,-2 5 719,9 10-270,-8-8-270,25 1 1,16-53 629,-6-13 0,1-9 360,4-9 0,-2-4 180,-1-7 0,-5 1 899,4-12-180,-21 83-1798,-12 30 629,0-21 0,2-1-180,11 27 270,1-47 1034,22-11 1,3-6-765,-12-8-91,11-7 1,-2-7-719,-15-36-2879,4-1 269,-10 11 3149,-4 22 0,1 61 0,3 9 0</inkml:trace>
  <inkml:trace contextRef="#ctx0" brushRef="#br0" timeOffset="173701">25116 14054 7533,'0'-26'0,"0"2"2788,-5 1-1259,4 8 2789,-16-13-3599,9 19 271,-15-2-540,4 11-1,-16 6-2518,-15 39 990,20-12-630,14 6 0,10 2 270,36 11 1619,-7-1-180,11-16 0,6 5 0,-20-22 1439,25 27-1079,-37-35 2518,2 17-2428,-15-19 809,-13 10 0,-24-6-899,7-5-180,-12-2 0,12 1 0,13-5-6387,-13 16 6207,27-9 0,30 5 0,20-8 0</inkml:trace>
  <inkml:trace contextRef="#ctx0" brushRef="#br0" timeOffset="173803">25424 14337 7533,'-19'0'877,"-4"5"0,4 18 0,-5 10 0</inkml:trace>
  <inkml:trace contextRef="#ctx0" brushRef="#br0" timeOffset="177603">13106 15456 7803,'-13'0'629,"2"0"-539,5 0 0,5 0 0,-5 0 90,6 0 0,-5 0-180,3 0 540,-3 0 359,-1 0-449,5 0 539,-5 0-629,6 0 450,-5 0 269,4 0-899,-5 0 180,1 0-181,3 0 1,-3 0-360,5 0 180,0 0 0,-6 0 0,5 0 270,-5 0 630,6 0 539,0 0-360,6 0-899,1 0 180,11 0-180,-10 0 0,25 0-180,5 0 0,3 0-270,22 0 180,-18 0-180,-10 0 0,2 0-45,4 3 1,-1 0 134,14-2-90,8 5 720,-41-6-90,-2-6-91,-8 5 451,-11-10-450,0 10 180,0-10-181,0 10 1,0-5-90,0 6-90,0 0-90,-5 0-90,3 0-719,-3 0 89,5 0 1620,0 0-271,-6 27-449,-6 24-540,5-14 0,0 2 180,1-4 1,0 0-721,-1 8 1,3-5 539,2-12-899,-3 18-720,21-54 1799,-12 7-1529,24-25 1259,-20 13-1259,10-9 1709,0 7 0,-10 3 0,3-4 0</inkml:trace>
  <inkml:trace contextRef="#ctx0" brushRef="#br0" timeOffset="179439">14336 15075 8072,'0'-20'990,"0"-2"-630,0 15 89,0-6-269,0 1 270,6 0-270,-5 5 90,5-4-180,-6 9 180,0-3-181,0 0 91,0 3-270,0-3 90,0 5-90,-6 0-89,5 0 179,-16 11 0,9-3 90,-26 26 179,1 10-269,1 3 90,-2 0 270,15-9 0,2-2-180,-6 5 90,1 17 0,4 3-91,10-7-44,1 6 0,3 0-225,9-8 180,5 1 0,4-4-629,8-16 89,3 2 0,2-3 180,1-16-1259,35 13 809,-39-22 720,33-2 0,-41-10 0,13-2 0</inkml:trace>
  <inkml:trace contextRef="#ctx0" brushRef="#br0" timeOffset="180052">14632 15284 7533,'-7'-14'1439,"2"-7"-1259,5 18 629,-6-13-449,5 14 0,-5-3-180,6 5 0,0 11 0,0 2-1,0 6 361,-5 32-360,3-20-180,-3 9 0,-1 1-1810,5 2 1810,-10 21-791,5-20 0,0 0 341,-2 10 315,2 4 0,1-3-584,5-22-1246,0 23 1426,6-48-721,0-2 1260,12-29 0,1-21 0,6-19 0</inkml:trace>
  <inkml:trace contextRef="#ctx0" brushRef="#br0" timeOffset="180406">14632 15186 7533,'0'-25'1169,"-6"-16"-539,5 18 719,-4-11 720,21 21-1709,-1 7 449,32 6-629,-18 6 45,2 13 0,0 2-45,-1-2-315,5 17 0,-1 1 315,-10-11-495,3 10 0,-3 2-135,-9-9 90,2 29 180,-30-25 1,-6 0 89,-7 12 45,-13-11 0,-3-5-45,5-10 90,-2-9 0,-1-3 0,9 0 0,-21-1-270,27-1 0,-5-3-719,4 3 719,1-10-360,13 3-89,7-3 449,10-1 270,2 5 0,49-21 0,-22 12 0,-1 0 0</inkml:trace>
  <inkml:trace contextRef="#ctx0" brushRef="#br0" timeOffset="181608">15088 15789 14369,'5'-20'360,"2"3"-630,5 5 180,6-12-450,1 4 135,11-21 1,3-3 224,1 6 45,1-14 0,-2 3 45,-12 24 450,-3-15-360,-13 33 899,-5 2-809,0 5 90,-5 5-90,3 2 90,-8 27-90,8-16 180,-3 44-270,5-38 134,4 13 1,2 0-45,3-5-449,8 25 89,6-25-1529,9 5 1799,12-23 0,-6-59 0,-20 5 0,0-1 0</inkml:trace>
  <inkml:trace contextRef="#ctx0" brushRef="#br0" timeOffset="182620">15875 15382 7533,'0'-30'1349,"0"4"-1079,0 2 180,5 6-361,-3 6 91,8 0-90,-8 5 0,3 2-90,-5 5 270,-5 0-180,-2 0 90,-5 0 0,-5 5-90,3-4 270,-26 21-360,11-2 45,0 6 0,-1 2-45,-9 13 89,7 7-89,5-2 270,24 5-180,-7-10 630,20 26 89,15-15-629,2 1-90,9-6 360,10-13-90,1-18-630,-15-4 0,3-1 180,32-5-180,-5-23 135,-19 2 0,-2-7 135,-4-13 0,-3-3-45,-4 11 1,-3-2 358,-3-23 1,-8 2-135,-9 16-45,-6-9 0,-7-4 135,-9 14 0,-6 2-405,-8-8 0,-5 1-135,-3 2 0,-3 5-675,5 13 1,2 5-2474,-4-4 3418,21 23 0,32 34 0,5 13 0</inkml:trace>
  <inkml:trace contextRef="#ctx0" brushRef="#br0" timeOffset="182836">15949 15629 7533,'0'-14'2698,"0"-2"-629,11 14-540,24 13-5780,17 10 4431,0 5-1080,-5 2 410,-18-8 400,-2-1-3902,19 21 3992,-23-23 0,17 28 0,-21-19 0</inkml:trace>
  <inkml:trace contextRef="#ctx0" brushRef="#br0" timeOffset="183307">16576 15038 7533,'-5'-13'1439,"3"-4"0,-3 10-899,5 6 539,11 8-629,-3 12 719,26 27-809,-12-10-90,7 18 0,0 11-180,-15-19 0,-3 3 0,-1 2-1718,4 10 1,-1 3 0,-3-3 1597,-3-11 0,-2-3 0,-6 1-810,-5 3 1,-5 1 0,-6-9-424,-13-8 1,-3-4 767,0 16 1,-1-4 494,4-19 0,0-6 0,-32 11 0,9-10 0</inkml:trace>
  <inkml:trace contextRef="#ctx0" brushRef="#br0" timeOffset="186734">17586 15248 7713,'0'-14'2068,"0"-3"-898,0 5-990,0 4 179,0-9-89,0 16 0,0-10-90,0 9 180,0-8-270,0 8 90,0-3 0,0 5-270,-6 0 270,0 27-91,-6 4 1,0 5 90,1 30 0,1 3-374,0-16 0,1 0 224,4-1 0,1 4 0,2-6-30,2-7 0,0-5-45,0 4 0,0-2 135,0 12-90,6-29-90,-5-9-90,10-2-90,-10-6 270,5-6-449,-6 0-153,0-6 422,0 5-1169,0-16 989,0 15-1439,0-15 1799,5 16 0,-3-15 0,3 2 0</inkml:trace>
  <inkml:trace contextRef="#ctx0" brushRef="#br0" timeOffset="187184">17574 15456 7533,'-27'-12'5846,"4"6"-3957,16-5-450,13 9 270,29-9-989,23 4-720,0 0 135,-11-1 0,-2 0-135,0 0 0,-8-1 0,2 0-360,15-3-495,-14 3 1,0 0 135,10 1-3329,17-3 450,-52 16 3598,3-3 0,-40 25 0,-12 0 0</inkml:trace>
  <inkml:trace contextRef="#ctx0" brushRef="#br0" timeOffset="187568">17610 15665 8252,'-26'-5'4588,"3"4"-2789,16-10-90,7 10-1350,7-5 1530,38 1-1619,19 4-450,-2-5 180,-19 3 0,-2 1-1799,-5 0 45,9-3 0,1-1 1754,7-1 0,-17-1 0,-1-2 0,1-9 0</inkml:trace>
  <inkml:trace contextRef="#ctx0" brushRef="#br0" timeOffset="190019">18841 15506 7533,'-14'0'1619,"-3"0"-540,16 0-899,-5 0 270,1 0-270,4 0 0,-5 0 269,6 0 1710,0 0-1709,6-6-270,-5 5 0,4-5-90,-5 6-270,0 0 90,6 0 450,-5 0-271,5 0 811,-6 0-630,0-5 449,0 3-269,0-3 270,5 5-271,-3 0 1,3 0-360,-5 0 0,0-6-180,0 5-180,0-4 180,0 5-179,6 0 179,-5 0 269,5 0-268,-1-6 538,2 5-269,6-5 180,15 6-180,-12-5-270,35 4 180,-28-5-1966,24 6 0,2 0 1516,-5 0 225,8 0 0,-1 0-864,-11 0 819,8 0-450,10 0 450,-33 0-89,32 6 449,-43-5-180,4 4 449,-12-5-359,-6-5 3436,0-2-3346,0-5 1585,0 5-1585,0-4 0,0 10 360,0-10-360,0 9 179,0-3-449,0 5-90,0 11 180,-6-3-89,-1 26 178,-5-12-988,-5 35 449,8-32 180,-7 20-1529,15-20 1440,-5-5-91,6 3-809,-5-5 989,4-9-1979,1 7 1979,1-14 270,21-2 0,20-46 0,-10 16 0,1 0 0</inkml:trace>
  <inkml:trace contextRef="#ctx0" brushRef="#br0" timeOffset="190852">20010 15235 7533,'0'-19'539,"0"1"361,0 6-540,0-1 359,5 1-359,-4 0 809,5 0-809,-6 5 270,0 1-540,6 6 719,-5 6-449,4 1 540,-5 32-721,0-14 1,-2 19 0,-1 2 0,2-5-180,-5 18 0,0 1 180,5-12-585,-2 1 1,1-1-3078,2-7 3392,0 12-1350,0-5-1888,0-19 2879,0 0 269,0-29-180,5-7-899,-4 0 539,5 1 1568,0 1 0,-5-2 0,4-6 0</inkml:trace>
  <inkml:trace contextRef="#ctx0" brushRef="#br0" timeOffset="191270">19997 15210 7533,'-5'-35'0,"-2"7"1439,0-29-1079,1 33 899,12-22-90,1 27-899,5 0 1619,17-4-989,-2 15-181,16-3-359,-12 16 360,27 24-451,-27-11-44,9 12 0,0 1-225,-9-6-90,5 11 0,-3 2 0,-16-12 0,2 10 0,-5 0-359,-12-11-451,-19 37 630,0-38-45,-15 2 1,-4-2 134,-2-7 315,-13 0 0,-1 0-135,11-4 314,-10 0 1,1-2-315,17-3-90,-35 3-719,46-11-181,-1 0 91,18 0 449,16-5-2068,13 3 2518,3-9 0,10 3 0,5-2 0,-2-3 0,0 0 0</inkml:trace>
  <inkml:trace contextRef="#ctx0" brushRef="#br0" timeOffset="192624">20859 15543 7533,'0'-14'1079,"0"-2"-269,-5 9-451,3-6-179,-3 6-270,5 2 180,0-1-90,0 5-90,0-4 180,0 5 180,0 0 90,5-6 629,-3 5 271,3-5-990,-5 6 179,0-5 91,0 4-180,6-5-180,-5 6 0,5 0-1,-6 0 271,5 22-90,7 11-360,-4 6 90,19 24-90,0 0-45,-12-29 0,2-2 225,13 17 180,-1-21-90,-20-38 449,30-26-539,-28 5 90,9-13 0,0-2-270,-5-5-90,-6 14 0,-1 1-90,-2 0-450,-6 18 1,-6 12-1530,5 6-3328,-5 17 5487,6-8 0,22 20 0,6-9 0</inkml:trace>
  <inkml:trace contextRef="#ctx0" brushRef="#br0" timeOffset="193273">21634 15456 7533,'-19'-12'1979,"1"6"-900,11 0 540,-4 6-1259,10-5 180,-5 3 179,1-3-539,3 5 270,-3 0-270,5 0 0,0 0-180,5 0 269,-3 0 361,9 0 90,1 0-540,-4 0 539,20 0-179,3-6-540,-2 5-90,27-10 90,-32 9-270,39-9 90,-28 10-45,3-5 0,-1 1 135,0 4-449,31-10 449,-44 9 270,21-3 629,-36 5 91,8 0-271,-23 11-269,-1-3 899,-11 26-1438,5-12 268,-16 30-268,14-23 179,-2 17-1080,6-20 540,9-1-89,-3 4-1980,10-14 451,8 8 1438,-5-16-2248,19-7 2428,-17-2 540,13-9 0,5-6 0,6-9 0</inkml:trace>
  <inkml:trace contextRef="#ctx0" brushRef="#br0" timeOffset="194267">22766 15210 7533,'0'-13'359,"0"-9"811,0 19-541,0-13-179,0 14 630,0-8-451,0 3-269,0-6 270,-5 1-360,3 5-91,-3 2-89,-1-1 0,5 5 180,-10-5-540,5 6-269,-6 0 449,5 6-360,-10-5 360,14 5 540,-19-1-270,20-4-180,-15 10 269,10-9 1,-11 9-180,5-4 540,-10 10-90,-2-3 269,-12 20-719,9-17 270,-6 22-450,21-18 180,-5 3 0,0 21 90,10-20-90,-3 22 269,11-1 1,6 1-270,1 3 360,16 7-270,-8-33-180,13 10 90,-14-22 90,9 1-407,-3-1 137,4 0 90,12-5 0,13-1-180,8-6 90,5-17 180,-2-9-985,-20-7 895,1-2-562,-11-6 562,-4 12 5,-8-4 1,-1-2 174,4-8-45,-11 8 0,-3-1-135,-1-4 90,-12-28 0,-6 20-90,1 15 0,-2-1-180,-19-15 270,-10 1 0,14 21 0,-17-2-1619,23 22-720,-2 2 955,13 10 934,11-3 593,0 14 0,5 20 0,2 16 0</inkml:trace>
  <inkml:trace contextRef="#ctx0" brushRef="#br0" timeOffset="194473">22680 15432 10411,'-13'0'2968,"2"6"-989,16 0-1259,2 1 629,27 20-989,-11-10-2306,13 10 0,2 3 2036,-5 1-1543,14 3 1,1 0 1183,-13-4 247,-1-7 1,0 0-1,3 13 1,7 2-1</inkml:trace>
  <inkml:trace contextRef="#ctx0" brushRef="#br0" timeOffset="202951">13020 17093 8882,'-14'0'899,"3"0"-359,5 0 180,5 0-540,-5 0-90,1 0 269,4 0 181,-9 0-90,3 0-360,0 0 90,1 0 89,6 0 271,-5 0-360,3 0-90,-3 0 360,5 0 989,0 0-1079,0-5-270,0 3-90,0-3-90,5-1 180,-3 5 0,14-10-90,-13 10 90,13-5 89,2 1-89,-3 3 90,25-3-180,-2 5 90,2 0 0,0 0-180,12-5-629,13 3 539,-5-3 90,-22 2 0,-2 1 0,-7 0 90,11-3 180,-26 5-270,2 0 270,-14 0 0,3 0 90,-5 0 179,0 0-269,-5 0-180,3 0-90,-3 0 90,5 0 0,0 0 90,0 16-90,0-7 180,-5 37-180,3-23-1259,-8 45 1079,8-37-360,-3 16-89,5-18 359,0-14-2339,5 14 900,2-21 1709,11-3 0,17-55 0,-12 16 0,-1 1 0</inkml:trace>
  <inkml:trace contextRef="#ctx0" brushRef="#br0" timeOffset="203802">14374 16675 7533,'0'-14'-270,"0"-2"1079,0 9-359,0 0 270,5-9-1,-3 8 181,9-16-630,-10 16 179,4-9-269,-5 16 540,0-10-540,0 10-90,-11-4-360,-13 10 360,-4 2-360,-24 27 360,23-11-45,-2 10 0,0 8 180,6 2 0,3 1-180,-1-6 0,1 1 89,2 28 1,6-4 45,7-15-135,10 12 0,5-1-45,1-18-360,10 8 1,2-2 179,1-16-720,3 1 1,2-1 539,2-9-1709,28 12 1709,-28-26 360,12 8 0,-22-20 0,-1 3 0</inkml:trace>
  <inkml:trace contextRef="#ctx0" brushRef="#br0" timeOffset="204506">14607 16896 7533,'-19'0'1709,"1"17"-360,6 20-899,6 4-270,0 12-91,3-15 1,1-1-629,0 10 404,-1 9 0,1 1-585,7-10 360,-2 0 1,1-3-91,8-14-539,0 5 629,-5-30-450,4-16 720,-10 3-269,5-32 359,-12 17 89,-1-34 1,-5 28 0,4-5 0,-1 0 0,-5 2 0,2-7 0,1-1-90,3 3 405,-1-4 0,1-5 269,7 5 1,1 1-225,-6-29-1,10 21 1,3 6-90,2 18 629,24-27-809,-16 36 360,33-9-360,-32 17 180,33 7-1,-29 7-179,13 6 0,-15-1 360,14 11-180,-7 9 0,10 6-181,-13-1-269,-11-7 90,-2 6 180,-10-9-90,5 3-90,-12-7 90,-1-4-180,-32 17-359,14-14 269,-21 1 90,27-12 0,-5-10-450,5 5-269,-17-6 629,9 0-270,-8 0-1799,10 0 1260,11 0 989,3 0 0,61-17 0,12-3 0</inkml:trace>
  <inkml:trace contextRef="#ctx0" brushRef="#br0" timeOffset="205672">15013 17217 7353,'-5'-20'2518,"3"2"-1348,-3 11-721,5 2 811,0 5-811,0 5 675,7 28 1,3 7-1125,-6-6 90,3 8 0,8 1 584,14-14 1,3-12-495,5-19 359,4-30 1,7-19 0,-13 2-2204,-22 14 0,-5-2 1664,10-15 0,4-4 0,-10 30 0,-13 39 0,9 35 0</inkml:trace>
  <inkml:trace contextRef="#ctx0" brushRef="#br0" timeOffset="206362">15887 16896 7533,'-36'-23'5307,"4"13"-5037,-5-6-945,5 33 0,1 10 1125,-2 0-360,6 1 0,2 3 989,-4 21-360,18-20 1,2 4 0,0 16 0,5 2-585,5 0 0,9 0 224,14 2 1,13-14-1851,6-32 1,9-14 0,-4 0 1445,-2 6 0,-4-11 202,2-26 0,3-19 1,-6-8-1,-17 5 682,-25 2 1,-15 1 0,6-1-750,19-10 0,7-1 0,-15 7 0,-22 12 0,-11 5 0,1 13-990,-10 16-8931,-4 34 9815,22-2 0,40 44 0,16-18 1</inkml:trace>
  <inkml:trace contextRef="#ctx0" brushRef="#br0" timeOffset="206618">15838 17204 7533,'-12'4'9804,"-5"-1"-9804,52 15 360,-5 5-7400,25 19 6141,-14-6 269,6 10 1130,-24-21-500,0 4 0,0 0 0,9-2 0,-6-2 0,0 0 0</inkml:trace>
  <inkml:trace contextRef="#ctx0" brushRef="#br0" timeOffset="207498">16441 16626 7533,'-7'-19'3688,"-9"-5"-2429,13 16 180,-13-9-360,15 16 271,-5-5-1170,6 6 89,6 0 271,6 11-90,1-2-270,5 14 180,5 7-91,-8-2-269,25 29 90,-24-21-90,13 17-449,-6 11 89,-8-9 118,-2-20 0,-2 2-73,-6 7 1,-3 0-1856,-2 19 2080,-2-22 0,-3 1-270,-11 6 1,-3-3 89,-4 14 135,-10-5 0,-2-4 495,3-13-584,-4-3 0,-2-1 44,3-10 180,-8 13-1529,15-13 1218,9-10-2387,5 5 3102,3-5 0,33-17 1,5-5-1</inkml:trace>
  <inkml:trace contextRef="#ctx0" brushRef="#br0" timeOffset="209203">17536 16798 7533,'0'-19'-180,"0"1"180,0 6 1259,0-1-1349,0 1 540,0 0-540,0 5 540,0-4-360,0 10 179,0-10 271,6 9-360,-5-3 90,5 5-180,-6 0 719,0 0-359,-6 11-270,5-3 180,-16 37-180,9-15-90,-6 20 0,-1 3 0,0 2-1000,5-6 1,0 9 0,2-7 864,3-16 0,2 1 45,-3 19 0,0 8 0,1-10-359,4 10 314,0-7 0,2-4-135,6-18 0,5-4-270,-5-24 180,-1-13 1199,4-16-1289,-7 2-1079,13-20 1439,-15 14 0,5-14 0,-6 9 0</inkml:trace>
  <inkml:trace contextRef="#ctx0" brushRef="#br0" timeOffset="209552">17574 17007 7533,'-7'-19'-360,"-4"-4"1889,9 4-1259,-3-1-180,5 8 180,5-4 899,-3 13-449,9-14 719,-4 11-989,4-1 719,7-4-809,-4 9 359,15-3-539,-14 5-270,19 0 180,-19 0 90,14 0-1349,0 5 1169,-6-3-1799,22 9 90,-29-10-360,18 10 810,-26-4 1259,9 0 0,-27 15 0,2-1 0</inkml:trace>
  <inkml:trace contextRef="#ctx0" brushRef="#br0" timeOffset="209819">17536 17154 7533,'-33'0'3328,"10"0"-900,12 0-1618,20 0-90,5 0-541,7 0 1,8 0-360,1 0 90,3 0-629,25 0-2249,-6 6 2428,-6-5-308,-1 10 0,-41 2 0,6 6 0</inkml:trace>
  <inkml:trace contextRef="#ctx0" brushRef="#br0" timeOffset="211559">18866 17032 6903,'-14'0'180,"3"-5"180,5 3 89,5-3 91,-5 5-450,6 0 1439,0 0-1169,0-6 360,0 5-540,0-5 269,-5 6-269,3 0 270,-3 0-270,5 0 449,0 0-89,5 0-450,-3 0 180,3 0 90,1-5-270,-5 3 269,5-3-359,-1 5 90,-3 0 90,3 0-90,1 0-90,-5-6 90,10 5-90,-10-5 180,16 1-180,-14 4 270,18-5-180,-18 6 0,18 0 90,-1 0-90,6 0 0,4 0 0,-11 0 90,32 0-270,-20 0 45,4 3 0,0 0 45,5-2-270,7 4 0,12 1 0,-22-5-180,32 5 450,-46-6-359,11 0 359,-22-6 0,-5-1 89,-1 1 91,-6-5 540,0 9-270,0-3 539,0-1-809,-6 5 720,-1 1-811,-5 7 91,-1 11 0,1-5-450,0 11 270,-6 11-1169,5 5-720,-5 9 450,6-7-450,5-10 540,1-2-540,12-17 1889,6-2 0,35-38 0,11-7 0</inkml:trace>
  <inkml:trace contextRef="#ctx0" brushRef="#br0" timeOffset="212269">20084 16687 7803,'-7'-14'1978,"-4"-2"-1528,10 14 719,-5-3-629,6 21 0,0-6-180,0 19-1,0-10 181,6 28-180,-5-12-180,5 19-180,-6 4 270,0-10-873,-3-5 0,0 2 603,2 15-90,-5-16 0,1 1-578,3 14 623,-3-20 0,-1-2-765,5 4 361,-5 0 269,6-23-90,0-6-989,0-5 359,0-2-449,0-21 1758,6 1-1308,1-15 269,0 5 771,4 6 0,1-21 1,6 1-1</inkml:trace>
  <inkml:trace contextRef="#ctx0" brushRef="#br0" timeOffset="212632">20095 16675 7533,'-5'-44'1394,"-1"0"0,-1-13 675,7 6-1619,7 36 809,16-8-899,-3 16-90,10 2-1,-10 5 271,8 5 270,4 8-451,17 17-179,-4-3-270,-15-1 0,-1 0 1,11 3 178,2 12-404,-17-13 1,-3 1 314,-5 9-990,16 21 541,-31-29-339,3-5 609,-5-1-721,-33 17 1170,14-12-225,-14-8 0,-3-1-225,1 5 450,-8-12 0,0-2-90,3 3-1227,-23 2 1136,33-14-424,-7 3 245,10-5 0,-7 0-719,20 0 633,-3 0-94,10 0 164,1 0-344,6 0 508,16 0 1,44-5 0,-18 1-1,0 1 1</inkml:trace>
  <inkml:trace contextRef="#ctx0" brushRef="#br0" timeOffset="213953">20957 17327 9242,'-13'0'989,"2"0"-269,5 6-271,-1 0-179,0 1 360,2 4-450,5-10 719,0 10-269,0-9 0,11 3-450,-8-5 809,24-16-449,4-21-450,-6 6 0,1-1-45,-3 5 0,-1 1 44,0-4 1,-2 2 0,4 2-449,-5-9 269,10-2 0,-14 4-90,14-3 270,-10 12-90,-5 10 539,-3-2-359,-11 15 630,0 11-1,0 17-359,5 16-180,2 23-360,-1-24 180,3-2 0,-1-1-990,-6-7 271,15 31-1260,-16-41-270,16 23 1080,-14-34 449,13 16-179,-3-25 809,0 3 0,27-54 0,-20 18 0,-1 0 0</inkml:trace>
  <inkml:trace contextRef="#ctx0" brushRef="#br0" timeOffset="215053">21905 17167 8162,'-19'-6'1709,"1"5"-989,11-5 359,-4 6-899,10 0 810,-10-5-810,9 4 269,2-10-179,7 4 180,6 1 269,4-5-539,-3 9 360,10-9-450,-16 10 360,14-5-270,-20 6 179,20-5-179,-14 3 0,10-3-180,-6 5 90,-5 0 90,15-6 0,-18 5-90,19-10 0,-17 10 90,6-5 90,6 1 269,-10 3 91,8-8-540,-14 8-90,3-3 180,-5 5-450,0 0 360,0 5 0,6-3-180,-5 8 90,10-8 0,7 9-90,2-5 90,11 1-270,1 2 0,4-1-90,0-6 1,1-1 269,5 4 0,0 1-225,1-5 0,-5-2 45,-4-5-539,29-12 719,-44 9 180,19-13-90,-36 20 539,3-3-179,-16 0 360,3 8-360,-10-6 539,-5 24-89,-25 22-900,17-12 180,4 1 0,3-2-900,10-14 540,2 18 90,2-20-2698,8 9-900,7-3 3238,-2-7-2518,35-2 3058,-26-11 0,19-13 0,6-7 0,16-21 0</inkml:trace>
  <inkml:trace contextRef="#ctx0" brushRef="#br0" timeOffset="216074">23468 16798 7533,'0'-14'0,"0"-2"809,0 9-359,0 0-90,-6-4 809,5 10-989,-10-10 270,4 10-360,-5-5 449,-1 6-539,1 0 90,0 0-360,0 0 181,0 6-91,-12 0 90,15 7 180,-13-7 90,4 5-180,2-4 89,-12 0 271,9 10-270,-11-9 450,-2 15-360,1-9 360,-10 20-361,14-12 271,-9 19-270,17-15 0,6 4 450,3 27-271,8-2-1843,2 8 1664,7-11-270,5-21-180,28 22 180,-15-17 90,16-10 0,3-5-90,-5-8 90,7-5 0,0-5-179,1-8 89,19-7-45,-24-12 0,-2-5 135,12-9 0,-13 4 0,-2-2 90,5-18-180,-15 7 159,-9 12 0,-2 1 21,-2-8 314,-9-10 1,-3-3-315,-3-2 135,-12-11 0,-3 0-135,-1 14 135,-10 2 0,-2 2 314,5 13-179,-4 9 0,-1 4-540,1 5-809,-35-4 539,42 15-1169,-23 8 989,43 8 91,-4 9-3149,5 6 4589,5-7-901,-4 13 0,21 6 0,-1 10 0</inkml:trace>
  <inkml:trace contextRef="#ctx0" brushRef="#br0" timeOffset="216286">23406 16995 9871,'-13'7'2519,"2"4"-1710,11 1 1,11 13 629,13 11-1169,3-3-2351,15 6 0,1 2 2171,0 0-900,-3-4 1,0 1-126,9 4 935,-10-9 0,9-3 0,-12-13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4:31:09.99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2929 7802 7533,'-7'-14'0,"2"3"180,5 6-90,0-2 269,0-11 1,0 10 270,0-19-270,0 17 269,5-24-359,2 14 540,5-16-451,-5 15 1081,4-7-1171,-10 14 1171,4 2-1081,-5 7 451,0 5-630,0 10 719,0 20-359,-5 26-405,2-5 0,-1 1-270,-2-15 0,0 3 165,3 5 0,1 5 0,1-4-1469,-3 3 0,2-3 1079,4 0 0,2-2-450,8 23-629,1-58-1979,21-9 3418,-17-9 0,-1-22 0,-3-10 0,-7 0 0,0 1 0</inkml:trace>
  <inkml:trace contextRef="#ctx0" brushRef="#br0" timeOffset="1767">5304 7679 7623,'-7'-19'1889,"-4"1"-1440,10 12 91,-5 0 449,6 1-269,-5 3-540,3-3 629,-3 26 1,-1 34-810,5 1-45,-1-9 0,-1-1-45,-3 2 180,5 16-315,-5-22 0,1-2 135,3 14-135,-1 1 1,1-2 134,2-21-810,0 30 720,0-52-899,5 12 359,-3-21-359,9 4 269,-10-10-269,10-7 1079,-10-2 0,5-37 0,-6-2 0</inkml:trace>
  <inkml:trace contextRef="#ctx0" brushRef="#br0" timeOffset="2151">5267 7642 7533,'-7'-19'2608,"-4"-10"-1888,10 20 449,-5-14-809,12 22 360,17-4-541,-1 10 91,36 7-90,-23 8 0,8-2 0,0-1 0,3 5-270,2 4 0,0-1 90,-9-8-405,0 11 0,-5 1 136,-16-12-91,9 34 180,-32-34 90,-29 22 90,-4-27 0,-4-4-90,-23 12 360,4-8 0,3-3-90,18-6-1607,-6 5 1,2 1 1516,12-2-1206,-25 5 1026,36 0-2089,3 6 1730,18-4 449,13-2 0,21-10 0,11-4 0,5-2 0,0 1 0</inkml:trace>
  <inkml:trace contextRef="#ctx0" brushRef="#br0" timeOffset="2802">6005 8024 7533,'-27'-7'1349,"-6"-4"-809,31 10 629,-15-5-809,10 6 899,-5-6-809,5 5 809,-4-10-899,9 10 539,2-10-719,7 9 450,28-9-450,-12 10-135,16-2 0,2 0-45,-2-2-225,14 4 0,2 1 135,-3-5-855,2 4 1,1 2-495,-4-1 584,-4 1 1,-3 3-225,-12 3-1260,24 10 1619,-41-3 720,3 4 0,-29 0 0,-10 1 0</inkml:trace>
  <inkml:trace contextRef="#ctx0" brushRef="#br0" timeOffset="3151">5981 8257 7533,'-19'-13'2518,"1"-3"-1978,11 14 1079,2-9 0,16 4-1439,-3 0 450,37 2-630,-21-1 180,34 5-91,-14-5 46,-10 6 0,4 0-2249,14 0 1,0 0 1618,-13 0 0,-2 0 225,5 0 1,-3 0-1350,8 6 989,-19-5 630,8 5 0,-24-6 0,-6 0 0</inkml:trace>
  <inkml:trace contextRef="#ctx0" brushRef="#br0" timeOffset="3672">6436 7777 7533,'-19'-14'2788,"6"3"-1798,-3 6-91,14-1-269,-15-1 89,16 1-359,-5 6 0,6 0-180,0-5 0,0 4 0,0-5 179,12 6-179,-5 0 0,17 0 90,0 6 0,2-5-270,32 21 0,-21-13-2101,5 7 0,2 2 2011,5 3-180,16 3-1371,-6 5 1551,-18-8-90,-3-2 0,0 3 270,-1 5 0,9 3-180,-23-1 180,-9-14-180,-2 8 270,-12-5-180,-2 1 2712,-14 0-2262,-14 15-450,-26 5 90,8 0 790,20-18 0,-1-1-430,-19 16-1348,7-9 988,-12 9-173,-1-1 173,8-7-135,15-7 0,2-1 135,-4-5-1889,5 1 90,21-16-1377,7-11 3086,7 3 0,38-21 0,8 4 0</inkml:trace>
  <inkml:trace contextRef="#ctx0" brushRef="#br0" timeOffset="5489">8221 7691 7533,'-37'-13'899,"10"-4"360,-7 16-719,14-5-180,-21 12-360,3 8 0,-1 6 135,7 0 0,0 1-560,-10 3 1,1 3 424,6 5 0,5-1 359,-5 4-359,11-8 0,1-1 180,-1 12-90,-6 20 0,14-15-469,-6 15 559,21-21-1,1 22-179,18-6 90,3 9 0,14-20 0,-9-12-135,5-8 0,1-3-45,6 5 90,10-8 0,1-3-90,-4-8 135,-1-8 0,-1-5 135,-3-6 4,-4-4 0,-1-5-184,0-11-798,-11 8 1,-2-1 887,3-12 0,-4-5 0,-1-3-90,3-8 45,-7 9 0,-3-1-45,-7-2 0,-6-6 0,0 4-45,-7 3 0,-3-2 445,-5-5-355,-4 6 0,-3 2-45,-5 7-410,-9 3 410,12 8 0,-1 21 0,0-9-442,-16 11-8,18-1 180,-11 2-449,21 5 1136,-10 21 0,13 17 1,-6 25-1</inkml:trace>
  <inkml:trace contextRef="#ctx0" brushRef="#br0" timeOffset="5683">7986 8060 10231,'-7'31'1889,"7"-6"-1079,24 33-1170,-2-27 270,14 21 90,-1-16-270,-2-14-2755,1 6 0,1 0 2215,4-4 810,-8-3 0,1-1 0,16 3 0,9-3 0</inkml:trace>
  <inkml:trace contextRef="#ctx0" brushRef="#br0" timeOffset="6102">8663 8565 7533,'-14'-13'0,"-2"7"3867,15-5-3147,-4 10-180,5-5 269,0-5-629,5 3-450,18-32 180,-7 12 135,12-11 0,1-3-314,-5-3-1472,10-10 0,1 2 1471,-11 12-279,5-6 0,-2 4 459,-10 18 446,11-15-86,-21 34 629,-1 6-629,-6 6 360,0 23-360,5-13-90,2 40-1,6-31 2173,-6 21-2531,9-10-1,-8-9-2339,21 31 270,-15-28 2572,2 6 0,3-9 0,1-37 0,11 3 0</inkml:trace>
  <inkml:trace contextRef="#ctx0" brushRef="#br0" timeOffset="6517">9488 8011 7533,'-19'-39'1529,"6"4"-630,8 23 451,10 5-1350,-3 2 269,9 21-89,-10-6 0,5 45-90,-6-23-180,0 15 0,0 3 90,-6 2-675,3 11 1,-1 0 314,-3-3-809,4 1 0,1-1-2245,2-15 2874,0 12-180,0-39 540,5-11 180,-3-1 0,14-67 0,-9 23 0,0 1 0</inkml:trace>
  <inkml:trace contextRef="#ctx0" brushRef="#br0" timeOffset="6901">9538 7827 7533,'5'-66'0,"-3"23"1529,9 8 0,5 2-1169,0 10 494,11-1 1,3 3-316,0 11-44,7-1 0,0 6-315,-6 16 89,10-1 1,-2 4-359,-8 14 133,4 0 1,-1 1 45,-5 1-360,-8 7 1,-1 0-91,-1-6-540,-12 38 811,-9-41-226,-15 2 0,-6-2 225,-6 1-45,-16 0 0,-2-1-2029,1-4 2299,8-9 0,0-2 45,-15 4-270,12-9 404,3 3 1,1 1 945,0 2-71,-26 14-379,46-12 768,-5 23-1757,28-17 179,1 14-3298,22-6 3028,-2-4-1063,9-2 1,3-2 252,11 1 1129,8 3 0,5-1 1,-17-13-1,1-2 1,20 7-1,0 1 0</inkml:trace>
  <inkml:trace contextRef="#ctx0" brushRef="#br0" timeOffset="10987">16957 7642 7533,'-37'-20'2428,"12"9"-539,9 39-1529,14 1 45,-3 15 0,-1 3-405,5 7 119,-2-11 1,-1 7 0,0-1-3850,0 16 1,1-1 3504,-1-7 0,1 1-315,2 9 1,2-10 1498,0-27-2218,16 4 1848,-14-28-1218,8-6-810,-6-22 1259,-3 6 180,3-15 0,1-19 0,1-3 0</inkml:trace>
  <inkml:trace contextRef="#ctx0" brushRef="#br0" timeOffset="11335">16945 7618 7533,'0'-61'2428,"0"26"-1078,6-5-991,-5 33 451,27 2-630,-17 10 449,39 24-449,-27-6-45,8 11 0,1 1-315,-2-4 180,3 11 0,-2 1-270,-8-10 91,11 24 89,-27-21-270,-2-9-90,-16 25 450,-2-29-270,-34 17-180,-21-32 360,12-3-45,11-8 1,5-6 134,15-5-450,-31-9 450,40 10-1709,-7-5 1439,17 11 270,17 2 0,47 43 0,-19-14 0,1 0 0</inkml:trace>
  <inkml:trace contextRef="#ctx0" brushRef="#br0" timeOffset="11786">17192 8319 7533,'-32'6'5577,"8"-5"-4858,11-18-719,13-5 360,13-25-810,0 14 135,2 2 1,4-1-271,5 4 0,2 2 225,16-20-90,-10 23 1,-1 8 359,-3 14 0,28 1 0,8 12 0,-10-4 900,15-2-720,-48-8 1529,14-25-1349,-27 10 539,3-35-179,-11 23 539,-11-22-1529,3 23 450,-27-2-90,14 18 90,-12 15 0,-3 16-810,8 29 1,6 19-1,1-6 90,-3-13 1,3 1-192,4 17 0,3 8 0,15-15-258,36-10-2002,18-12 3081,-14-18 0,-7-26 0,0-8 0,18-26 0</inkml:trace>
  <inkml:trace contextRef="#ctx0" brushRef="#br0" timeOffset="12354">17807 8060 7533,'0'-32'2878,"-5"-3"-2518,3 27 719,-3-8 91,5 14-361,0-3 360,0 5-1079,0 0 360,0 16-540,0 16 90,0 2-719,0 23 269,0-33-989,0 32 1169,0-38-180,5 21 180,8-20 180,0-5 180,10-30-90,-9-2 45,0-15 0,0-2 225,2 3-180,-2-5 0,1 0 450,-2 7-91,0-22 91,-8 37 0,-5-7-360,0 21 449,-5 17-449,3 1-360,-9 35 90,10-24-1349,-10 30 1169,10-30-1259,6 24 1259,3-30 0,10 2 181,-6-19 358,1-10-179,-2-8 360,7-17-360,2 3 0,-5-4 0,0-1 180,6-5 44,-1-8 1,-1-2-45,-2 2 270,0 1 0,0 2-181,-9 17 451,3-13-540,-11 42-270,0 14-90,0 4-1349,0 41 1169,0-26-1529,-3 5 0,0 2 1439,2 0 360,-4 2 0,5-1 0,27-1 0,-10-12 0,0 0 0</inkml:trace>
  <inkml:trace contextRef="#ctx0" brushRef="#br0" timeOffset="12538">18349 8085 7533,'6'-38'1259,"0"1"0,1-14 1800,-1 6-2520,-6 36-179,0-8 899,0 17-539,0 0-270,0 11-270,0 3-630,0 5 270,0 15 180,0-12-1080,0 19 361,0-4-1710,0 1-269,0 27 2698,0-29 0,8 5 0,5 3 0,1-11 0,-1 0 0</inkml:trace>
  <inkml:trace contextRef="#ctx0" brushRef="#br0" timeOffset="13186">18730 7974 7533,'-33'-46'3778,"-6"1"-3059,23 36 1350,-12-7-1709,20 14 0,-9-3-91,16 10-449,-5 19 360,6-2-809,11 35 179,-8-21 90,14 12 0,-5-2-269,-4-12-1,8 20 360,-9-22 90,0 4-89,4-11 448,-10-1 1,4-4-90,-5-8 810,0-7-361,-5-5 1260,-7-16-1439,4 6 810,-14-29-811,20 28-179,-10-16-270,12 20 180,0 0 0,0-4-719,0 9 269,6-9-1529,17 10 0,10-5 899,21 6 91,-14-5 359,6 4 181,-14-5 134,10-7 0,2-1 675,0 2-361,-1-5 1,-1-6 900,0-24-361,-8 16 226,-15 0 0,-2-1-136,0-1-292,-10 2-67,-1-3 89,-6 19 1440,-11-14-1259,-3 21-180,-5-3 89,2 11 91,-12 16-450,7-1-225,-7 16 0,0 7-45,13-6 0,2 2-1259,-6 9 0,5 2-226,14 3 1,7-2 405,9 9-136,15-18 1,3-4 1304,0-6 0,1-31 0,0-12 0,4-33 0</inkml:trace>
  <inkml:trace contextRef="#ctx0" brushRef="#br0" timeOffset="13336">18619 7716 7533,'-57'-25'1259,"20"12"-629,26 1-630,23 7 0,45-13 0,-21 6 0,1-1 0</inkml:trace>
  <inkml:trace contextRef="#ctx0" brushRef="#br0" timeOffset="14202">27369 7802 7533,'-43'40'5487,"22"-9"-5487,15 22 0,7 16 0,9-13 0,24-7 0,-3-1 0,0 0 0</inkml:trace>
  <inkml:trace contextRef="#ctx0" brushRef="#br0" timeOffset="16733">2794 9094 7263,'-14'-12'1349,"3"5"-180,16-10-809,2 15 450,17-20-630,-4 14 449,32-15-449,-22 15 90,7-2 0,0 3-90,-5 6 0,30-5 0,-35 6-450,9 17 90,-22-8 90,-9 31-180,-12-24 0,-27 40-90,11-31 45,-13 14 1,-2 1 224,0-7 225,-7 15 0,-1 0 45,2-14 404,5 14 1,2 0-405,8-16 269,8 2 1,8 1 0,23-3-450,0 0 90,19-14-900,29-7 90,-7-12 1,2-2 719,-11 3 0,2-2 0,2-7 0,4-5 0,-4-2 0,-1-8 0,0 1 0</inkml:trace>
  <inkml:trace contextRef="#ctx0" brushRef="#br0" timeOffset="29900">5181 9513 7173,'-14'0'1709,"3"0"-810,11-6-719,0 5 450,0-4 359,-5 5-809,3 0 270,-3 0 90,-1 0-450,5 0 269,-5-6 181,1 5-90,4-5-360,-5 6 270,6 0 539,0 0-899,11 0-90,-3 0 0,10-5 180,-5 3-90,4-3 0,-9 5 180,14 0-180,-14 0 180,16-6-180,-16 5 90,19-5-90,-22 6 270,22 0-270,-19 0 180,15-5-270,-9 3 180,15-3-180,-9 5 90,21-6-270,-19-1 0,29 1 180,-1-5 90,-7 10-270,18-5 270,-50 6 450,22 0-270,-25 0 270,4 0-91,-6 0 91,-6 0-360,0 0 180,-6 6-90,-6 22-270,4-4-270,-19 33 180,23-28-629,-24 28 449,25-28-1169,-13 17-720,14-20 1799,2-7-989,13-19 1169,1-8 270,4-15 0,21-29 0,-16 19 0,0 1 0</inkml:trace>
  <inkml:trace contextRef="#ctx0" brushRef="#br0" timeOffset="31555">6227 9266 7533,'-5'-13'-360,"3"-4"360,-3 16 630,5-10-271,0 10-179,0-10 180,0 10 180,0-10-180,0 4-271,0-6 271,5 1-270,-3 5 0,9-4 0,-10 10 180,5-5 270,-1 12 179,1 12-359,1 2 360,-2 43-630,-5-25 44,-5 15 1,0 3-135,2-4 0,-8 14 0,1 0-90,7-6-315,-6-7 1,1-2 224,7-10-809,1 6 719,7-34-990,5-7 991,-5-8-1081,9-20 991,-13 13 359,13-20 0,-9 5 0,5-8 0</inkml:trace>
  <inkml:trace contextRef="#ctx0" brushRef="#br0" timeOffset="32153">6252 9328 7533,'-6'-26'629,"0"-19"-269,-1 22 899,1-29-809,12 24 540,6-18-811,1 19 811,16-14-810,-14 20 449,25-8-449,-24 16 360,35 0-540,-28 8 630,34 10-720,-28 2 450,34 11-450,-38-4 90,6 2 0,-1 2 0,-12-2-180,27 24-180,-35-9 180,6-3 270,-16 0-270,-5-10 180,-2-4-450,-28 9 450,12-10-90,-10 2 0,-2-1 0,3 2 90,-25 7-89,20-6 628,-12 8-179,4 6 270,3 1 179,11 9-449,18-19 270,1 23-720,18-29 90,1 19 90,5-22 269,28 22-359,18-8 0,-4 4 0,9-2-719,-21-15-720,14 9 719,-9-15 360,-1 8-3597,-26-9 3957,-8 6 0,-23 15 0,-10 5 0</inkml:trace>
  <inkml:trace contextRef="#ctx0" brushRef="#br0" timeOffset="35467">16674 9156 7533,'0'-25'0,"0"6"-450,6-10 270,-5 14 180,5-8 1889,-1 5-1439,-3 4-1,3 2 271,1-4-540,-5 13 719,5-8-719,-1 11 450,-4 6-270,5 0 359,-6 34-314,-5-1 0,-1 7-405,-1 21 0,0 4-274,-2-14 0,-1 1-26,4-6 0,1 3 1,-1-9 119,-6 7-495,8 0 1,1-3 314,-3-19-270,12 14 270,-5-32 90,5-7-1708,4 0 1528,-7-6 564,13-6 1,-9-39-1,5-15 1</inkml:trace>
  <inkml:trace contextRef="#ctx0" brushRef="#br0" timeOffset="35836">16724 8984 7533,'-12'-44'4947,"16"18"-4497,4 15 179,17 23-449,0 2 90,-7 9 0,28 18-270,-22-11 45,10 7 0,1 0 45,-11-6-135,6 6 0,-4 0 45,-15-7-225,2 5 0,-4-2 135,-14-8 90,-24 26 90,0-36 90,-4-5 0,-4-2-90,-32-3-270,8-10 0,4-2 270,38-5-450,1-1-90,11 1-719,1 5-1619,17 1 1888,-2 6 900,20 11 0,-4 12 0,3 6 0,7 8 0,1-1 0</inkml:trace>
  <inkml:trace contextRef="#ctx0" brushRef="#br0" timeOffset="36284">16970 9796 7533,'-26'0'4677,"3"5"-2518,11-3-1530,0-8-539,5-2-539,18-26 539,-2 17-810,31-33 540,-18 27-539,19-19 359,-16 23 90,0 1-450,15 6 540,-23 5 450,34 2-360,4 10 270,-17-3 0,24 3 540,-47-5 539,8-16-809,-16 6-180,-2-13-1,-5 5 811,-5-28-1080,3 20 180,-9-25-180,-12 26-90,7 10 90,-40-1-90,36 27 584,-13 5 1,-1 3-405,15 11-270,-26 22 180,31-4-449,2-6 314,7-2 0,4 0-855,7-1 540,1-4 1,4-2 179,10-6-1079,9 3-1620,16 4 2969,12-17 0,-24-16 0,1-6 0,2-10 0,-1 1 0</inkml:trace>
  <inkml:trace contextRef="#ctx0" brushRef="#br0" timeOffset="36855">17549 9574 8702,'-7'-27'4677,"1"0"-2428,6 25-1889,0-3 270,0 21-451,0-1-179,-5 31 0,3-17-899,-3 29 629,5-35-899,5 28 809,-3-35-540,14 7 990,-7-17-180,14-12 180,-10-6-90,10-18 90,-9 2-1336,0-11 0,1-1 1426,0 4-339,0-12 0,-1 1 339,-6 21 629,3-25-539,-11 43 90,0 3-270,0 17-180,-5 12 0,-2 3 3012,0 3-3822,-4 11 1059,10 15-1239,1-3 811,7-5 269,5-30-630,11-24 990,-8-8 179,24-32-359,-22 16 270,3-9 0,-1-1-90,-3 1 404,-2-1 1,0 0-406,0 4 811,4-16-810,-11 37 269,-2-1-449,-5 21-180,0 19 180,0-3-1169,-5 37-541,3-22 675,-1 1 1,1 1-315,2-1 449,0 3 1,0-1-1440,0-8 180,5 27 1979,2-38 0,17-24 0,2-18 0</inkml:trace>
  <inkml:trace contextRef="#ctx0" brushRef="#br0" timeOffset="37050">18126 9438 7533,'0'-39'4767,"0"-1"-2518,0 32 179,0-3-1708,0 17 359,0 17-1439,0-1-89,-5 36 269,4-29-900,-4 8 1,0 1-90,3-7 1169,-3 32 0,10-20 0,2 13 0</inkml:trace>
  <inkml:trace contextRef="#ctx0" brushRef="#br0" timeOffset="37838">18434 9488 7533,'-26'-33'2608,"-2"-7"-1079,20 25 270,-8-2-1439,14 11 360,-3 6-810,5 6 90,0 22 180,0-4 89,0 17-269,5 0 0,-3-7-90,3 0 1,1 2 89,-5 6-495,2-4 0,0-1 225,-3-1 450,0 16-270,0-37 720,0 1-180,-6-21-270,-1-2 269,0-5 181,-4-17-360,10 7 0,-5-8 269,6-4-539,0 17 0,6-11 270,6 10-1079,13-1 809,-5 0-990,9 6 271,6 2-91,21 4 450,-2 1-450,-5-3 1,-1 1 539,-2 5 135,4-10 0,-2-1-209,-12 5 165,11-20 1078,-29 4-809,-7 5 2069,-4-26 179,-17 7-1798,0-1-180,-18 12 180,3 22 449,-12 6-629,4 6-180,-3 6-126,12 7 216,-1 5-630,0 12 180,7-3 180,0 4 0,11-1-1529,-4-5 810,10 6 269,-5 0-2518,23 5 2338,-2-9-225,14-6 1,4-2 494,6-2 0,19 6 360,-16-24 0,-20-37 0,7-9 0</inkml:trace>
  <inkml:trace contextRef="#ctx0" brushRef="#br0" timeOffset="37987">18324 9168 7533,'-30'-6'7555,"-13"-11"-7555,14-4 0,23 8 0,28 9 0</inkml:trace>
  <inkml:trace contextRef="#ctx0" brushRef="#br0" timeOffset="41901">27356 7949 7533,'-13'-13'0,"2"-3"90,6 14 269,4-3-269,-5 5 180,6 0 270,0 0 359,6 0-719,-5 0 450,9-6-360,-8 5 90,3-4 179,0-6 1,2 2-270,0-9 359,-1 6-449,-6 5 180,0-3-360,0 3 180,0 0-270,-6 2-270,5-1 270,-5 5-90,1-5 1,3 12 269,-3 6-90,5 7 359,-5 17-359,3-9 720,-3 41-450,0-35-135,2 14 0,-1 2-45,-3-10 89,-2 7 1,2 0-450,4-9 360,-14 26-90,16-41-179,-5 6 89,6-21 90,0-7 0,0-18 90,0-2-180,6-21 90,-5 14-180,10-20 180,-4 20-90,0-25 90,4 23-90,-4-34 0,0 39 90,-2-38 0,-5 44 0,0-38 0,0 38-3212,0-27 3392,0 30-180,0-13 0,0 19 449,0-7-359,0 14 180,0-3-90,0 5 3302,0 0-3572,0 11 180,0 3 540,-5 27-271,4-7-134,-5 3 0,1 1-135,3 6 45,0-6 0,-1-1 45,-3 2-360,5 10 90,-5 4 90,6-18-90,0 12-360,0-33 181,6-3-721,-5-11 810,10-6-1979,1-22 1710,-4 10-1170,8-33 1259,-14 35 360,3-8 0,-15 30 0,-4 7 0</inkml:trace>
  <inkml:trace contextRef="#ctx0" brushRef="#br0" timeOffset="44405">27209 9180 7713,'-13'-13'899,"2"2"-809,11 11 90,0 0-180,-6 0 360,5 0-180,-5 0 359,6-6-449,0 5 540,-5-5-360,3 6 179,-3-5-179,5 3 270,-6-3-360,5 5 180,-5-5-180,6 3 0,0-3-180,0 5 269,6-5-179,1-2 270,16 0-270,-3-4 90,22 9 0,-15-9-90,19 10-180,-24-5 90,23 6-90,-34 0 90,17 6 0,-21-5 0,0 5 0,-2-1 90,-5-3 270,0 3-450,0-10 180,0 3-90,0-9 180,0 10-91,0-5-89,0 6 0,0-5 0,0 4-89,0-5-1,0 6 90,0 0 0,0 6 0,0 1-180,0-1 180,0 5 0,0-4 90,6 6-90,-5-1 90,4 0 0,-5 0-90,6-5 179,-5 4-179,5-10 90,-6 10-180,0-9 90,0 9 270,0-4-90,-6 5-90,-1 0-270,1 6 90,-17 6 90,14-3 0,-15 8 0,-4 7-90,6-8 0,-3 6 0,-2 1 0,-2-4 180,3 1 0,0-1 90,4-9-180,-6 6 180,15-10 0,7-9-90,-6 2 180,11-11-180,-4 0 0,5 0 1169,0 0-1259,5 0 900,24-6-631,-6 5 1,18-5-90,-5 6-360,-3 0 270,31 0 0,-27-5-495,3 4 1,-1 0-136,-7-4 360,20 5-1439,-23 0 719,-8 0-2877,7 0 3057,-19 0 720,2 0 0,-44 5 0,-8 2 0</inkml:trace>
  <inkml:trace contextRef="#ctx0" brushRef="#br0" timeOffset="46268">2781 10608 6813,'-7'-14'2069,"2"-2"-1709,-1 15-90,5-5 269,-5 0-359,6 5 0,0-10 180,0 10-90,0-10 179,0 4-89,0-5-180,0 5 270,0-9-270,0 13 0,0-14 0,0 11 359,0-1 271,0-4-990,0 4 450,6 0 0,1-4 269,11 9-359,-4-3 90,14 5-270,-7 0 360,14 5-360,-9-3-90,9 9 0,-9-4 270,4 0-450,6 9 270,-9-13 90,9 13-360,-6-9 90,-15 5 180,7-5-90,-15-2-90,0 1 180,-2 1 0,-10 5 0,-8 1 0,-17-1-180,9-5 90,-14 4 90,5-4 180,-8 10-270,5-8 90,-1 7 270,21-9-90,-11 5-90,10-5-90,-4 4 90,6-4-90,5 5 90,-9 6 0,13-4-270,-2 3 180,17 1-180,1-4 180,5 4 0,11-1-90,4 2 0,5-5 450,20 13 270,5-6-361,-32-2 1,-2 4 450,14 21 269,-39-6-3391,-46 14 2492,13-23-374,-14 3 1,0-1 283,10-7-279,-5-2 0,1-4 189,10-11-904,-19 4 814,24-10 0,-7 5-2698,17-12 449,5-1 3193,2-5-764,5 5 0,0-37 0,0-4 0</inkml:trace>
  <inkml:trace contextRef="#ctx0" brushRef="#br0" timeOffset="73451">5317 10829 7982,'-6'-20'1620,"5"-2"-1351,-5 21 631,6-5-91,-5 6-269,3 0 90,-9 0-270,10 0 809,-10 0-809,9 0 269,-3 0-269,-1 0 0,5 0 539,-4 0-719,5 0 1080,0 0-271,-6 0-539,5 0 179,-5 0-359,6 0 270,6-5-450,-5 3 360,10-9-271,-10 10-448,21-10-1,-12 10-450,30-10 540,-18 9-90,45-9 181,-28 10-46,11-7 0,2 0 45,1-1-45,-2-1 0,2-3 315,-16 4 0,-3-1 90,19-9-1,-10 6 91,-41 8 180,3 5-450,-5 0 360,0 5 449,-5 8-539,-7 33-450,-2-20 45,5 8 0,1 5-495,-5 24 450,6-7-495,4-17 1,1-4 314,2-14-1619,5 8 1619,2-22-1709,6-2 360,-1-16 1350,-6 4-1800,-1-11 2069,1 6 0,-5-12 0,5-2 0</inkml:trace>
  <inkml:trace contextRef="#ctx0" brushRef="#br0" timeOffset="74318">6338 10497 7533,'0'-20'2428,"0"-8"-2068,0 25 989,0-13-989,0 14 540,0-3-720,0 5 629,5 5-629,-3 8 360,9 22-271,-10 0 46,2 4 0,-1 2-405,-2 5 225,0 8 0,0 0-315,0-8-90,1 12 0,-2 3-45,-1-22 1,-1-3 314,3 3 0,-1-1-360,-10 18 180,9-48-899,-9 8 899,10-14-1619,-5 3 1439,6-5-1349,0 0 1349,0-5-1079,0-13 1439,6 3 0,6-46 0,7 1 0</inkml:trace>
  <inkml:trace contextRef="#ctx0" brushRef="#br0" timeOffset="74684">6387 10435 7533,'-7'-30'1709,"2"10"1259,5-14-2248,5 24 359,13-12-359,2 21 539,32-4-809,-22 10-316,10 5 1,0 3-45,-8 4 0,8 8 0,0 0 90,-10-7-225,-3 10 0,-2 0-45,-10-10-539,-5 38 719,-38-28-180,-1 4 0,-13-10 90,-21-10 135,25 0 0,-1 1-180,5-3 0,0 0 0,-11 5 0,5-1-225,17 0 270,-5 4-1799,22-6 809,6 0 990,6 1 0,61-28 0,-24 3 0,1 1 0</inkml:trace>
  <inkml:trace contextRef="#ctx0" brushRef="#br0" timeOffset="79621">16405 10977 12210,'0'14'1889,"0"-3"-1709,0-11 90,5-5-90,-4 3-180,15-20 0,-13 7-630,24-43 540,-12 22-315,5-20 0,1-2-38,7-3 233,-11 12 0,1-7 1,-1 6 299,-5 15 0,-1 2-90,9-30 0,0 6 359,-7 19 1,-1-12-90,-1 41 90,-9-2-270,3 11-90,1 0-180,-5 6 180,10 6 0,-10 8 180,10 15-180,-9-7 450,9 40-360,-10-35 134,2 14 1,0 2-135,-3-10-4,0-5 1,0 2-87,0 17 0,0-12-809,0 23 179,0-13-179,0 11-451,0-17-1348,0 1 1798,0-31 810,0 7 0,-6-37 0,-1 0 0</inkml:trace>
  <inkml:trace contextRef="#ctx0" brushRef="#br0" timeOffset="79837">16528 10866 7533,'-27'-13'2968,"-2"-4"-1799,16 10 271,0-5-991,8 5 1,10-3-270,2 8-630,28-9 450,-12 10-1979,40-5 1530,-33 6 449,5 1 0,4 4 0,19 29 0,-15-11 0,0 0 0</inkml:trace>
  <inkml:trace contextRef="#ctx0" brushRef="#br0" timeOffset="80204">16909 10879 8792,'-19'0'2339,"6"0"-900,8 0-1079,-1 0 989,5 11-899,-5-3-540,17 21 270,-2-15-720,14 21 90,-9-20 0,14 14 91,-13-16-271,19-1 360,-18-6 180,12-12 270,-9-11-90,-5 2 450,13-36-360,-17 27 314,4-9 1,1-3 764,-2-16-899,0 11-90,-8 8 539,-5 33-539,0 0-270,0 17 180,0-2-1079,0 37-1980,6-6 2610,1 5-1890,0-10-90,14-11 1170,-6-15 1079,10 1 0,25-60 0,-23 17 0,-1 0 0</inkml:trace>
  <inkml:trace contextRef="#ctx0" brushRef="#br0" timeOffset="80620">17610 10251 7533,'7'-31'1349,"-2"-5"180,-5 15 270,-5 3-989,3 13 449,-3 10-1079,5 2 90,0 33-180,0-15-1,-1 13 1,2 3-90,4-3-495,-1 13 1,-1 1 314,4 0-225,-3 8 1,-2 0 224,-2-6 0,0 1 0,0-2 540,0-21-90,0 19-360,0-44 719,-6-2-539,5-5 90,-5 0 0,1-5 180,-2-8-450,0 0 0,-4-5 450,4 0-270,-4 5-360,-7-11 360,-2 11-180,1 0 1799,-4 8-810,9 5 1170,-20 22-1709,17-6-1,0 14 1,0 3-180,4-1 0,0 25-629,8-15 538,10-13-2067,19 22 1618,-2-35-1889,11-2 0,2-4 630,4-10 1619,24-13 0,-35-7 0,-2-6 0,3-4 0,0 1 0</inkml:trace>
  <inkml:trace contextRef="#ctx0" brushRef="#br0" timeOffset="81264">18274 10952 8792,'-25'-5'450,"7"3"1169,13-3-1259,5 5 89,0 0-89,5 0 0,2 0 180,16 0-181,9 0-179,0 0-270,31-11-359,-31 3 269,20-10 270,-17 1-270,-13 3 0,6-4 0,-15 0 0,-6-1 90,-2 0 0,-10-4 0,-8 9 90,-16-9 90,1 14 0,-13-7 900,-18 20-1742,19 9 0,-2 3 932,7-5 0,2 2 0,-4 13 0,6 1-151,11-2 510,-3 22-719,20 9 360,-1-3-315,18-19 1,6-4 134,9-2-1260,27-3 1,7-5 674,-25-14 1,1-1-589,18 8 1,-1-4-987,3-14 2720,-11-8 0,-25-33 1,4-13-1</inkml:trace>
  <inkml:trace contextRef="#ctx0" brushRef="#br0" timeOffset="81586">18951 10300 7533,'-5'-42'3058,"-2"20"-2428,0 0 1708,-9 17-719,8 31-629,-10 30-2282,8 3 1,2 5 1246,4-16 0,0 1 135,-2 18 0,1-3 51,0-4-771,4-2 1,0 0 629,-4 3-450,4-18 0,2 0-1169,-1 16 270,5-17 270,-3 0 449,3-20 270,1-21-1259,-5 5 4092,5-6-3012,-1 0 553,-4-6 1,16-22-1,-3-12 1</inkml:trace>
  <inkml:trace contextRef="#ctx0" brushRef="#br0" timeOffset="81785">18976 10940 7533,'0'-19'2518,"0"-4"-1258,0 15 179,0-9-630,0 16 810,0 1-1169,0 1 0,0 26-540,6-5-1799,-5 26-1439,15 18 2428,-13-23 900,7-3 0,2-6 0,2-16 0,10 10 0</inkml:trace>
  <inkml:trace contextRef="#ctx0" brushRef="#br0" timeOffset="82371">19247 10904 7533,'-7'-14'5666,"-10"-3"-5216,15 21 180,-9-2-90,11 54-1260,0-6-45,-1-5 1,2 1-136,4 11 720,-3-20-179,20-21 269,3-76 90,3 29 449,-1-32 1,-4-4 0,-5 7-180,0 20 0,-1 2 629,-10-2-629,-2 43-270,-5 5 90,-5 35-675,3 5 1,2 3 44,0 7 405,0-9 0,7-8 45,16-28 674,3-35 1,2-10-315,9-1-207,-6-11 1,-4-4 746,-3-1 1168,7-12-1258,-16 25-450,2 9-270,-17 34 180,0 5-1260,0 16 990,0-11 90,0 21 0,0 7 0,0 20 0,0-8 0,0 1 0</inkml:trace>
  <inkml:trace contextRef="#ctx0" brushRef="#br0" timeOffset="83122">20108 10965 7533,'-23'-20'1619,"13"3"1529,-49 10-2249,26 18-988,-22 4 89,10 37 0,23-11-180,-3 3-1350,42 1 451,39-56 1259,-6 16-1622,-16-17 1,-5-6 1351,-10-5 899,8-5 1,-3-1 2878,-20-6-3598,26-11-360,-48 64 90,11 5-3148,18 24 0,11 2 3328,9-17 0,9-24 0,3-14 0,-8-33 0,0 1 0</inkml:trace>
  <inkml:trace contextRef="#ctx0" brushRef="#br0" timeOffset="83639">20490 10411 7533,'5'-42'3238,"-3"20"-2339,3 11-719,-5 19 90,5 26-90,-3-7-270,0 7 0,1 8 315,-2 23 0,-2 2-1170,-2-18 1,1-1 404,1 19 1,0-2-721,-3-25 1,-2-4 809,-3 1 0,0-1 450,-6 28 90,-14-24 630,-1-73 269,8-9 180,7-3 1,1-1-630,2-9 2068,6-7-899,16 35-1709,0 3 540,29 12-720,16 23-1921,-17 0 1,0 3 1875,-5 2 0,0 1-405,6 3 1,-4 1-1,-1 16 450,-2-15 1259,-21 11 91,-23-25-990,3 10 809,-18 5 1953,17 3-5730,-8 16 1259,13-14 180,5 0 89,5-15 1260,13 5 0,13-21 0,13 0 0</inkml:trace>
  <inkml:trace contextRef="#ctx0" brushRef="#br0" timeOffset="84403">20957 10965 7533,'7'-38'3508,"-1"7"-2789,-6 14-269,0 10 899,-11 12-1619,8 4 91,-19 25-271,19 4-1169,-8 18 1439,11-16 90,0 10 270,0-22-270,6-2 180,-5-4-180,5-15 540,-1-1-450,-4-11-90,10-9-90,-9-5 360,3 1-1,-5 5 361,0 7-270,0 0 450,0 1-451,6 4 91,-5-5-540,5 6 90,-6 0-359,5 0 359,2 0-180,6 0 270,-1 0-90,0-5 270,0-2 270,11-11 629,-2-7-449,4-6-451,-7 5-179,-11-14-179,-7 8 448,-18-1 91,-3 9-360,-4 24-180,2 18-269,14-3 89,-2 25 90,11-24-180,0 29 270,0-28-899,22 33 449,0-26 450,10 6 540,-3-20-90,-10-10 1079,17-21-359,-4-7-720,0 1-91,-4-11-5306,3 34 5127,-15 9 0,-38 44 0,-5-10 0,0-1 0</inkml:trace>
  <inkml:trace contextRef="#ctx0" brushRef="#br0" timeOffset="84573">20957 10768 0,'-51'-17'3838,"19"19"-2116,-14-12-1722,28 28 0,-33 29 0,21-18 0,0 0 0</inkml:trace>
  <inkml:trace contextRef="#ctx0" brushRef="#br0" timeOffset="84758">19210 10669 7533,'-47'-11'1889,"17"3"-1889,0-4 0,92-10 0,-15 12 0,0 0 0</inkml:trace>
  <inkml:trace contextRef="#ctx0" brushRef="#br0" timeOffset="85224">21966 10780 7533,'0'-26'4767,"0"8"-3957,0 18-1,-5 18-449,3 24-900,-9 27 405,8-34 0,0 1-1349,-3 9 0,0-1 944,-1 9-2518,-4 6 3058,10-33 0,-27-30 0,1-18 0</inkml:trace>
  <inkml:trace contextRef="#ctx0" brushRef="#br0" timeOffset="85385">21770 10940 7533,'-13'-19'2158,"-5"-4"1171,5 4-2520,0 5 1,8 3-361,5 11-89,5 5 0,13-3-450,19 9-765,6-10 1,3-1 674,20 6 146,-4-4 1,7-4 0,-3-8 0,3-2 0,-8 2-1,0 1 1,0 0 0</inkml:trace>
  <inkml:trace contextRef="#ctx0" brushRef="#br0" timeOffset="86235">22680 11100 10771,'27'-45'1709,"7"-7"-1529,-19 25 0,7-14-180,2-7 90,-14 7-270,4-12 0,-1-2 270,-5-7 179,-2 8 1,0 3 0,-1 11 270,-5 6 0,-5 27-540,4 7 270,-4 24-990,5 9 360,-3 5 0,0 5 45,5 0 1,1-1 224,-6-2 0,1-2-450,13 25-179,7-22 359,13-18 270,2 0 270,-3-24-270,4-33 360,-12 11-225,-1-11 0,-1-1-45,6-2 39,-7-4 0,-2-4 141,-4 10 0,0-1-135,2-14 0,0-4 134,-2-4 1,-1 0 360,-5 8 0,-1 3-270,5-21-1,-11 30 811,0 42-271,-5 13-629,3 5 180,-9 46-180,5-35-1965,2 15 1,1 0 1784,-3-8-1554,3 10 1,1 2 114,0-1-153,-1 1 1,1 0 422,2-2-284,0-3 0,0-2 554,0-8 1264,5 9 1,13-28-1,8-5 1</inkml:trace>
  <inkml:trace contextRef="#ctx0" brushRef="#br0" timeOffset="86541">23443 10793 7533,'0'-20'4497,"-11"-9"-2518,-8 25-1619,-1-5 449,-14 48-629,19-8 0,-9 16-540,17-11 360,-4 28-1079,10-8 944,5-16 0,3-2-1574,14 12 1349,10-19-989,15-13 989,-17-24 720,12-2 180,-11-42-450,-9 18-45,-8-5 0,-3-1 404,-3-3-224,-5-5 0,-4 0-585,-16-6 180,3-8-1978,-13 38 1078,14 28 1080,1 6 0,13 29 0,7 11 0</inkml:trace>
  <inkml:trace contextRef="#ctx0" brushRef="#br0" timeOffset="87370">23960 10362 7533,'-13'-21'2069,"7"10"-1170,-5 40-450,9 4 1,2 6-90,-7 18 0,-2 6-1628,5-16 1,-1 3 0,0-3 1312,-3 12 0,-2-2 0,-3 3 0,2-6-135,3-10 1040,-9 8-1130,11-51-270,-7-20 360,6-3 0,-14-28 0,0 32 5551,-37-11-3662,10 45-1439,-7-5-180,25 35-180,17-30 0,8 40-360,16-4 270,-3 1-1619,26-1 1439,-12-33-1439,30-7 1349,-23-6-225,4-16 1,2-7 134,19-23 450,-3-6 0,-23 15 0,-5-1 540,-8-8 899,3-4-1169,-13 20 719,-10 13-719,-2 16-360,-11 35-539,10-3 89,-3 12-270,22-9 451,-9-25 179,59-9 180,-38-8 135,16-22 0,1-8 944,-6-6-899,-2-23 1349,-16 26-450,-16 16-629,0 7-180,-10 17-1170,1 9 271,-8 16-1530,10 12 2159,1 3 0,23-1 0,4-9 0</inkml:trace>
  <inkml:trace contextRef="#ctx0" brushRef="#br0" timeOffset="87707">24464 10842 7533,'-28'-50'9830,"0"18"-8866,-3 8-605,2 30-449,15 7 360,-3 28-1079,10-12-990,2 29 1169,10-30-1034,5 6 0,3 1 405,20 13 899,6 2-180,2-5 1799,-21-30 2070,-30 3-2700,-2-12 360,-28-5 1,-4-2-1080,8 1-1035,-10-2 1,1 4 1124,21 9 0,33-14 0,41 7 0</inkml:trace>
  <inkml:trace contextRef="#ctx0" brushRef="#br0" timeOffset="88243">24883 10657 7533,'-19'-7'2518,"1"2"181,6 48-2160,5-15-494,4 27 0,1 9-450,1-22 1,2-1 359,1 8 0,1 2 45,-1 21 0,3-14 0,2-44 0,-2 34 0</inkml:trace>
  <inkml:trace contextRef="#ctx0" brushRef="#br0" timeOffset="88491">24625 10632 7533,'-20'-19'2968,"3"-4"1619,37-12-3687,-7 11-331,24 4 1,19-1 0,1 6-2939,0 11 0,1 7 1,0-3 2128,-5-7 0,0-2 0,-1 6-390,3 9 1,-1 7-1,-20 2 630,-26 1 0,-24 35 0,-18-11 0</inkml:trace>
  <inkml:trace contextRef="#ctx0" brushRef="#br0" timeOffset="88819">24993 10952 7533,'-14'35'1304,"0"-1"0,-2 1-630,3 11 1,3 4-135,4 14-540,12-9-90,28 1-360,1-59 450,14 6-1259,-8-48 1079,-20 20-135,-10-9 1,-5-6 808,-4 5 1,-4 0 584,-5-26 90,-3 24 1,-3 6-450,-2 10 449,-24 3-989,12 24-90,1 2-2069,10 26-2878,37-1 4857,-10 0 0,23-16 0,10-5 0,-7-6 0,0 0 0</inkml:trace>
  <inkml:trace contextRef="#ctx0" brushRef="#br0" timeOffset="89088">25363 10682 7533,'-12'-14'3688,"5"3"-1889,2 28-720,5 19-899,-6 0-135,6 2 0,-1 3 45,-7 6 0,-1-1-675,5-5 0,0 2 45,-2 23 1,0-1-1485,2-27 0,2-2 1035,2 33-270,6-24 1259,0-43 0,23-58 0,-12 16 0,-1-1 0</inkml:trace>
  <inkml:trace contextRef="#ctx0" brushRef="#br0" timeOffset="89303">25585 10645 7533,'7'-25'4677,"-7"0"-2878,-7 23-1259,-6 4 989,-10 56-1169,8-20-270,0 6 0,1 4-855,4-9 0,1 4-195,2 5 1,0 4 0,2-2 959,0 7 0,3-3 0,5-1 0,7-10 0,16-17 0</inkml:trace>
  <inkml:trace contextRef="#ctx0" brushRef="#br0" timeOffset="90270">25523 11199 12750,'26'5'-720,"-12"-4"90,25 3 1,7-3 359,4-11 270,17 2 630,-21-26-540,-30 17 1169,6-34 180,-27 12-1079,10-1 629,-22 1-449,-2 30-360,-2 4-540,-18 33-989,11 18-360,2 11 1349,4-7-450,21-15-1168,1 12 1438,1-17-1079,38 22 1619,-26-37-3662,38-10 3662,-36-13 137,25-32-47,-24 17 629,24-29 900,-25 19-1349,2 1 1439,-6 9-1349,-9 17 0,3 0-360,-5 12 3777,-11 6-3777,8 7-90,-18 16-89,18-13 826,-7 12-1907,10-9 181,0 1 0,10-1 899,4-13 90,16-28-90,-4 5 180,0-19 0,0-7 449,-2 4 1,-1 0-135,0 0 0,-1-1 314,-4-5 1,-2 4 629,-4 8-629,-11 8-360,3 15-270,-20 27 0,13-8-1169,-7 19 1079,10-19-1350,0 25 1171,0-24-631,0 18 720,0-25 990,10 2-810,-7-11 809,18-11-719,-18-3 1080,25-33 449,-19 12 270,15-13 0,-17 18-1530,-2 22-449,-16 48-179,3-6-46,-1 14 0,0 1 135,2-11-945,2 5 1,-1-2 495,-1-9-181,-5 26 630,5-38 450,-9-2 1079,2-29-1619,-5 2-449,-4-26 269,15 25 450,-9-11 0,21 30 0,-2-1 0</inkml:trace>
  <inkml:trace contextRef="#ctx0" brushRef="#br0" timeOffset="90405">26187 11260 7533,'-45'-12'0,"4"-1"0</inkml:trace>
  <inkml:trace contextRef="#ctx0" brushRef="#br0" timeOffset="91837">27406 10608 7533,'-13'-14'3867,"6"9"-3147,2 28-360,5-1-180,-6 19 359,5 1-179,-4-2-180,5 13 0,-6-14-4328,5 30 4148,-5-19-180,8-10 0,2 1 845,8 28-2329,2-31 0,2-1 314,3-4 1,0-3 1349,15 7 0,5-48 0,-13-23 0</inkml:trace>
  <inkml:trace contextRef="#ctx0" brushRef="#br0" timeOffset="92038">27775 11051 7533,'-6'-14'4047,"5"3"-2428,-5 11-1259,6 6-270,0 0 180,0 23-270,0-1 90,0 20 90,0-16-3508,6 20 3328,-5-29 0,27 12 0,-1-23 0</inkml:trace>
  <inkml:trace contextRef="#ctx0" brushRef="#br0" timeOffset="92442">28181 10768 7533,'0'-33'1619,"0"-1"0,11 20-900,-3-4-269,10 12 1259,11-11-1349,-7 14 0,13-8 809,11 17-1079,-15-5 90,20 10 0,-24-4 0,30 11 90,-25-4-630,14 3 450,-17 1-90,-19-4-990,12 15 810,-21-14-359,-23 19 449,4-19 90,-29 13-90,-1-3 270,7 1 0,-17 4 179,3 0-89,9-4-90,-2 4 540,6 6-360,21-9-181,-3 3-179,30 4-359,46-6 269,-7-2-57,-4-16 0,0-4-1831,10-6-1136,14 0 2485,-13 0 587,9 0 1,-1-22-1,2-5 1</inkml:trace>
  <inkml:trace contextRef="#ctx0" brushRef="#br0" timeOffset="101784">3015 12010 10051,'0'-20'1709,"5"-1"-1349,-3 19 0,3-9-180,1 10 0,-5-5-180,10 1 90,-9 3-90,3-3 180,1 5-270,0-6 0,1 5 449,-1-5-269,-6 6 180,5 0 180,-3 0-540,3 0-90,-5 0 90,-5 6-90,-8 6 90,0 2-90,-5 4-809,0 5 719,-2-8 90,1 14-449,-15 1 359,12-3 90,-13 14 360,-6 7-360,7-12 539,4-2 1,1 0-270,-5-4 135,7 1 0,2 1 135,-8 2-90,1 3 1079,4-8-899,14-21 539,2 3-989,7-11 450,5 0-540,0 0 270,5 0 539,24-11-539,-6 8 270,39-18-270,-31 12-225,8-2 0,1-1 45,-2-2-899,26 2 179,-16-4 630,-14 13-1439,4-8 0,-2 0 989,-9 9-1169,30-9 270,-38 5 1439,0 5 0,-29-10 0,-12 4 0</inkml:trace>
  <inkml:trace contextRef="#ctx0" brushRef="#br0" timeOffset="102001">3101 11974 7533,'-27'-7'2878,"0"2"-449,20 5-1980,0 11 721,1-3-181,1 32-629,3-12-90,-3 25 180,5 13-1170,0-11 390,4-11 0,2 8 1,0-6 329,4 21-1696,1-6 0,1-2-1003,6-9 990,-4-7 1709,9 0 0,-10-7 0,5 2 0</inkml:trace>
  <inkml:trace contextRef="#ctx0" brushRef="#br0" timeOffset="103551">5538 11888 7533,'0'-14'3508,"0"-2"-3238,0 14-91,5-9 181,-3 10-180,3-5 0,-5 6 180,0 0-180,6 0 359,-5 11-179,5 3 90,-1 22-360,-4-9 270,5 30-180,-6-21-270,0 17 180,-6 6-270,5-11 135,-4-7 0,-1 0 135,-1 7-270,4-13 0,-1 0-360,-1 15-629,5 1 989,0-20-1169,0-14 179,5-17 721,-3 0-271,3-6-809,1 5 989,-5-5 91,10 6 449,-10 0 0,10-11 0,-4-3 0</inkml:trace>
  <inkml:trace contextRef="#ctx0" brushRef="#br0" timeOffset="103967">5563 11900 7533,'-7'-52'2878,"1"11"-2068,6 23 809,11 6-1260,-3 5 631,26 7-810,-12 2 0,25 14 0,-20-8-1,9 10-89,4 5 90,-11-2-180,6 2 0,-1 0 0,-8 1-629,24 10 89,-30-11 450,-7-8-360,4 13 91,-16-8 179,-1 4 270,-7-5-360,-27 10 180,-16-8-90,-4 3 90,-5-6-90,11-6-90,3 0-539,-15 6-900,15-4 1079,14-1 180,14-8 450,17 1 0,38-16 0,10 2 0</inkml:trace>
  <inkml:trace contextRef="#ctx0" brushRef="#br0" timeOffset="104858">6646 12232 7533,'0'-20'2248,"0"-2"-1798,5 21 540,13-10-811,-4 9 631,32-3-630,-18 5 45,9 2 0,2 1-315,4 4 180,-2-1 0,-1 0 90,1 1-720,-7-1 0,2-1-1439,32-4 1530,-13 5 89,2-6-720,-32 0 1,5 0 1079,-10 0 0,-18 0 0,-17 0 0</inkml:trace>
  <inkml:trace contextRef="#ctx0" brushRef="#br0" timeOffset="105253">6707 12441 7533,'-14'-5'539,"-3"-2"361,10 0 449,1-4-989,0 10 539,6-10-719,0 4 720,17 0-630,-2-3 539,32 8-629,-13-9 0,6 9 0,6 3-225,3-1 0,3 0-675,11 3 1,1 1 314,-12-1 0,-3 1 0,-3 1 1,-6 0 134,0 2 270,2 2 0,-4 0 0,-19-1 0,17 3 0</inkml:trace>
  <inkml:trace contextRef="#ctx0" brushRef="#br0" timeOffset="105951">7298 12134 7892,'-13'-14'2879,"1"-3"-2519,5 11 989,2-1-630,5-4-808,0 10 448,0-5-359,0 6 450,16 0-540,-6 6 270,29 6-360,-17 7 0,30 11 135,-5 7 0,0 1-45,11-1 180,-2 1 0,-5-3-90,-28-16 0,5-5 900,-33 8-900,-9-20 90,-21 20 179,-14-3-134,9-1 0,0 1-135,-16 9-990,2-10 1,2-2-2069,11-8 3058,4-1 0,4 2 0,13 4 0,9 6 0</inkml:trace>
  <inkml:trace contextRef="#ctx0" brushRef="#br0" timeOffset="106588">6917 12035 7533,'5'-24'989,"1"5"720,1 1-1349,4 11 989,-10-4-1169,-11 15-720,-11 3 181,-21 18 134,7 2 0,-1 4 360,-3-2 0,0 2 674,-14 14 1,2 1-406,11-10 1,3-3-315,8-7 0,4-1 540,-10 20-630,27-30 180,8 19 359,30-13-449,-1 4 540,34-8-720,-6 1-630,-17-11 1,1 0 629,12 5-2564,-17-1 1,-5 0 2653,-13-1 0,-6 29 0,-27-6 0</inkml:trace>
  <inkml:trace contextRef="#ctx0" brushRef="#br0" timeOffset="109005">8380 12048 7353,'0'-25'2428,"6"6"-1888,-5 1-270,4 12-90,-5 0-450,0 6-270,0 0 810,6 0-270,-5 0 360,5 0-270,-6 0 1529,0 0-1079,5 0-540,-3 0 90,3 0-90,-5 0 449,0 0-359,0-5-90,0 3 0,0-3 0,0 5 90,6 0-90,-5 0-180,5-6 270,-6 5-629,-6-5 89,-1 6-180,-16 0 450,-25 11 630,-11 14-360,2-9 270,11 22-360,26-28 90,8 19-180,12-5 90,23 2 90,-6-1 0,12-7-180,-12-11 360,8 9-270,1-8 0,4 10 180,5 0-91,4-5 1,-1 5 0,8 0-90,-18-10 180,13 19 0,-21-17 0,4 13-180,-17-10 540,-2 4-180,-10-3-181,-8 4 91,-6 0 0,-6-5 0,1 10 0,-6 2-180,-13 7 270,-7 4-1486,-1-4 1305,3-8 1,17-6 90,-21-5-180,22-6-450,-17-2 180,17-5 90,15-5-2068,-6-2 1798,19-11-673,-3 10-226,5-9 1259,5 5 0,18-40 0,-7 19 0,1 1 0</inkml:trace>
  <inkml:trace contextRef="#ctx0" brushRef="#br0" timeOffset="110656">16736 12035 8522,'-7'-24'1889,"-4"10"-1439,10 9-180,-4 11 449,5 23-359,0-7-270,5 36 0,-4-17-2039,5 13 2129,-6-6-295,0-4 0,0 5-155,0-2 1,0 0 224,0 5 0,0-2-270,0-10 0,0-5-315,0 1 451,5-9-451,-3-10-180,9-6 181,-10-10 1639,5 5-1280,-1-12 179,-3 0-629,3-6 720,1-1 0,-5-31 0,5-10 0</inkml:trace>
  <inkml:trace contextRef="#ctx0" brushRef="#br0" timeOffset="111019">16736 12010 7533,'0'-49'1319,"0"-1"0,3 6 0,0 8-869,-2 19-180,10 5 719,7-1-629,-3 7 0,19 0-180,-14 12 0,11 0 0,-6 7-180,-1 4-85,1 2 265,-1 6 0,-3 3 0,-1 2 0,3 2-495,1 13 0,-2 1-224,-8-8 314,-4-1 0,-2 1 135,-2-4-90,-12 13 0,-1-21 0,-5-2-386,-6-1 656,-1-3-90,-22 4 0,13-5 0,-19-6-90,10-3 0,4-8 90,-2 3-360,-1-5 180,14-5 252,-6-2-1422,15-11 991,6 11-1440,2-10 1896,16 10 1,57-5 0,-21 5 0,0 1 0</inkml:trace>
  <inkml:trace contextRef="#ctx0" brushRef="#br0" timeOffset="111473">17080 12651 9152,'-36'17'2968,"10"-8"-1709,3 7-899,10-15 90,6 5-270,2-12 90,5 5-810,22-26-809,0 10 1079,20-24-405,-10 17 1,1 0 179,-6 1 0,0 0 585,2 0 0,-1 2 0,11-2-180,-20 12-90,6 10 180,-6-10 360,4 9-180,-9-3 0,4 5 1349,-6 0-270,-5-6-359,4-1-541,-10-5-89,5 0 90,-6-6-180,0 5 90,0-11-360,-6 0-360,-6-2 90,-18-15 1,-9 24 538,-5 0 361,-8 46-450,17-5-90,13 8 0,3 4-180,6 1-90,5 1 1,5-1 179,8-1-900,13 21 450,-3-30-1708,36 20 1348,-27-25 271,28 7-2250,1-12 2879,-16-8 0,26-26 0,-25-17 0</inkml:trace>
  <inkml:trace contextRef="#ctx0" brushRef="#br0" timeOffset="112052">17586 12479 7533,'0'-46'2248,"0"11"-1348,0 17-450,0 6 449,0-1-449,0 1-90,0 5 1169,0 2-990,5 5-269,-4 5-90,4 2 360,-5 22-810,0-13 270,0 29 270,0-12-180,0 22-1709,0 6 899,6-9 450,-5-15 90,10-21-449,2-26 89,22-37 360,-17 14 135,2 0 0,-2-2 45,-4-9-180,5-1 90,-7 8 1260,-6 8-451,-6 16-359,0-5 180,0 11 359,0 2-1348,-6 21 628,5-6-628,-10 13 269,10 6-90,-5-13 180,6 18-540,0-4 271,0 9 269,6-12 0,-5 0 539,15-25-269,-7 3 360,20-16-270,-4-14-90,18-29-90,-16 6 90,-4 4 0,0-3-136,-7 7 1,0 1 495,1 2 0,-1 2-450,7-17 270,-17 41 179,-6 22-719,0-3 270,-6 16 90,-1 6-719,0 8-1980,-4 27 1979,10-17-764,-5-13 0,1 0-720,4 5 2024,-5 8 0,28 16 0,-8-28 0,0-1 0</inkml:trace>
  <inkml:trace contextRef="#ctx0" brushRef="#br0" timeOffset="112255">18201 12368 7533,'-6'-30'6206,"-1"-2"-5216,1 12-361,0 3 181,6 17-450,0 0-91,0 6-269,0 6 90,0 7 90,0 6-1259,0 5 1079,0-4 90,6 4-3418,-5 11 3328,10 15 0,7 3 0,-5-27 0,0 1 0</inkml:trace>
  <inkml:trace contextRef="#ctx0" brushRef="#br0" timeOffset="112921">18484 12368 7533,'0'-19'1619,"-5"-5"-720,3 5 1530,-9-11-1530,4 10 1530,-5-4-1709,5 17-541,-4 13-448,10 24-451,-5 21 540,6-5-719,6 23-1,-5-29 181,4 21 269,-5-23 90,0-8 0,0-1 1080,0-20-270,0 13-450,0-20-90,0 3 270,0-16 4497,0-8-4317,0-2-1,0 3-988,11 2-720,9 2 1169,0 1-1799,25-4 1619,-21 11-540,12 0 1,1-1 539,-4-5 0,20 0 1,1 1 808,-17-4 226,14-8 0,-1-5 494,-13-13 270,-7-10 0,-7-3-899,-14 4 1709,-61 16-3104,28 54 1,0 12-316,-12 10 1,6 5 224,17-3 1,9 0-45,11 17-226,9-28 1,3-3 1214,9 0 0,4-5 0,-16-28 0</inkml:trace>
  <inkml:trace contextRef="#ctx0" brushRef="#br0" timeOffset="113105">18374 12035 7533,'-43'-35'611,"54"24"1,24 7 0,12 17-1,1-1 1</inkml:trace>
  <inkml:trace contextRef="#ctx0" brushRef="#br0" timeOffset="119918">27418 11962 6723,'0'-14'810,"-5"-3"-451,3 16 181,-3-10-360,5 10 0,0-5 270,-6 6-270,5 0 0,-5-5-1,6 3 91,-5-3-90,3 5 450,-3 0-450,5-6 719,-6 5-449,5-4-270,-4 5 180,5-5-180,0 3-1,0-9 451,0 10-180,5-10 359,7 4-449,-3 0 180,18-4-360,-17 9 90,29-3-91,-17 5 1,14 5-270,-6 2 90,-9 6-359,13 5 269,-14 1-630,10 11 720,-16-4-450,-3-1 1,-11-2-451,-6-4 360,-6 5 181,-7-4 89,-1-2-180,-14-6 360,13-6-90,-9 0 360,-5-6-90,3 0-90,-1 0 810,4 0-91,6-6 361,8 5-811,-9-4 91,17 5-540,2 0 270,5 0-90,5 5 90,8 2 90,6 10 90,6-3-270,16 15 90,-13-14-90,19 14-90,-5-5 180,-8 3 0,7 2 90,-10 7 0,-11-9 89,4 9 181,-17-6-180,-7-4 0,-29 26-180,5-22 180,-9-3 0,-2-2-181,3-5 91,-20 4-90,17-12 90,8-5-90,-9-2-719,6-5 629,9 0-630,-2 0-1079,11-5 1349,0 3-2428,5-9 2788,2 10 0,16-21 0,2 2 0</inkml:trace>
  <inkml:trace contextRef="#ctx0" brushRef="#br0" timeOffset="124857">23862 861 7533,'-6'-19'809,"5"1"-449,-10 6 270,9 0 179,-3-6-539,5 4-90,0 2 90,0 1-180,0 9 90,0-8 269,0 8-449,0-3 180,0 5 0,5 0-180,-3 5 360,3 30-90,-5 6-540,0 15 45,-2-13 0,-1 0 45,1 3 135,0-6 0,-1 1-45,-3 19-89,5-17 179,-5 25-540,6-39-81,0 6 351,0-12-539,0-9 449,0-2 180,6-6-1349,-5-6 450,5-11 719,-1 3 425,-3-10 0,-2-33 0,-7-8 1</inkml:trace>
  <inkml:trace contextRef="#ctx0" brushRef="#br0" timeOffset="125170">23862 750 7533,'0'-43'2698,"0"-10"-2338,0 24 1529,5-16-900,8 35-449,5-7-450,7 17 360,16 12-585,-5 6 0,1 4-225,-6 2 0,0 1 180,4 1 0,-4 3-449,-2 29 449,-23-30-360,-6 25 540,-6-32-450,-17 14 361,2-27-1,-9 8-180,11-14 180,-5 3-90,-6-5 90,-2 0 0,0 0-180,9 0 0,5-5 180,10 3-539,-8-8-91,14 8-719,2-3 1439,7 5 0,38 0 0,9 0 0</inkml:trace>
  <inkml:trace contextRef="#ctx0" brushRef="#br0" timeOffset="126857">25732 775 7713,'0'-14'179,"0"3"1441,0 6-1171,0 3 901,6-8-1171,-5 8 271,5-3 90,-6 0-270,0 3-90,0-3 179,5 5 361,-3 0-360,3-6 0,-5 5-181,0-4 1,0 5 90,-5 0-270,-8-6-90,5 5 0,-8-5 180,3 6-809,-12 0 629,0 0-540,-17 6 450,15-5 0,-9 10 0,-4 1 1,16 2-181,-21 9 180,25-9-90,-5 4 90,12 5 270,8-3 0,21 21 180,11-3-270,0-5 360,8 2 44,-8-12 1,3 0-45,20 14-270,-18-10 0,-2-1 90,9 5 0,-30-13-90,2 0 539,-17-5 1,-12-1-450,-13 6-270,-2-5-22,-8-1-158,15-1 360,-37 2-360,25 1 90,-21 4 91,29-11-631,0-2-5576,9-5 6296,9 0 0,57-22 0,-11 8 0,-1 0 0</inkml:trace>
  <inkml:trace contextRef="#ctx0" brushRef="#br0" timeOffset="127805">28341 898 7533,'-12'-35'1259,"-1"13"-809,6-1 1169,-4 12-1349,10 10 89,-4-5 1,-1 17-180,5-3 0,-10 32 0,9-17-180,-8 23-90,8-14 540,-8 27-630,8-17 0,-3 6 0,-1 1 0,5 3 135,-2-14 0,1 0-405,2 16 271,0-25-361,0 10 270,0-31-90,0-2 180,0-29-449,5-21 359,2-3 0,0-6 0,3-11 90,-8 15 225,0 14 0,1-1-180,0-3 0,-1 1-281,0-18 551,0 18 0,1 0-45,0 1 0,0 2 450,-2-14-360,5-15 269,-1 27 271,2 11-360,0 3 269,9 16-359,-7 1 90,20 23-360,-9-8 90,10 20 720,11 1-631,-12-2 91,17 12-90,-20-19 90,15 29-630,-19-30 90,2 30-539,-41-29 359,-5-2-539,-37-3 685,-4-3-1135,10-5 899,6 8-989,36-9 989,5 0 540,11 4 0,41-4 0,14 5 0</inkml:trace>
  <inkml:trace contextRef="#ctx0" brushRef="#br0" timeOffset="128107">28858 997 7533,'-12'-25'4227,"10"6"-3597,4 1 179,21 11-809,-2 2 360,31 5-450,-22 0-225,6 0 1,1 0 44,-5 0-450,6 5 1,3 1-2250,12 2 2160,-1 10 809,-7-11 0,-64 15 0,-4-2 0</inkml:trace>
  <inkml:trace contextRef="#ctx0" brushRef="#br0" timeOffset="128351">28845 1280 7533,'-13'-7'1889,"-4"-4"-900,16 9 990,-5-9-900,6 5-89,22-6-1080,22-1-90,-10 9 0,2 2 270,23-4-1350,-15 6 1,-3 0 990,-3 0 269,7 5 0,2 1 0,1-3 0,-12 2 0,0 0 0</inkml:trace>
  <inkml:trace contextRef="#ctx0" brushRef="#br0" timeOffset="128824">29178 886 7533,'-7'-19'899,"-4"6"1350,10-3-1889,-5 13 449,12-7-629,1 10 989,5 0-899,0 0 1529,28 10-1439,-15-7 0,11 13 0,1 1-540,1-6-90,4 9 0,7 5-330,-6-5 1,3 1-1,-2-2 150,-1-2 1,0 0 404,23 9 0,-26-2 135,-67-13-360,-10 2 270,-24 6-315,6 13 0,2 3-1034,23-15 0,2 1 449,-18 15 1,10-1-540,31-10 1169,20-14 270,9-11 0,16-11 0,-1-2 0</inkml:trace>
  <inkml:trace contextRef="#ctx0" brushRef="#br0" timeOffset="129719">28981 923 7533,'-7'-19'4857,"7"-16"-4227,1 24-451,5-11-898,-12 22 719,0 0-1169,-34 22 899,15-11 90,-8 14 0,-2 1 90,0-3 135,-3 7 0,1 3 315,-6 8-180,-5 3 359,30-15-449,13-17 1889,38-5-1619,-20-2 809,49 1-539,-12-5-1710,-7 4 1080,2 6 0,-7 6 0,-27 12 0,26 25 0</inkml:trace>
  <inkml:trace contextRef="#ctx0" brushRef="#br0" timeOffset="131199">30568 886 7533,'0'-25'1259,"0"11"90,0-7-269,0 7-1,-11-21-899,-24 7-90,5 4-45,-4 12 0,-6 7 90,-12 12 0,2 7-315,16-1 0,3 7 225,-8 20 0,17 10-1236,42-1 0,24 4 1,-4-3 1190,-12-4 0,3-1 90,10 0 0,6 2 0,-18-12-798,-26-13 708,-6 8 1259,-60-6-1079,17-19 0,-2-2-225,4 3 0,-1-1 225,-14-4 0,3-2-4138,-3-4 3958,14-2 0,57-22 0,35-4 0</inkml:trace>
  <inkml:trace contextRef="#ctx0" brushRef="#br0" timeOffset="132191">23800 2043 7533,'0'-19'0,"0"1"899,-6 11-359,5-4-180,-5 10 1259,6-16-1259,-5 15 1079,4-10-1349,-4 12-270,5 12 90,0 6-495,0 21 0,0 3 226,0 8-496,2 3 1,1 2 269,-2-19 0,-1-2 315,5 25 270,-2-16 0,-6-6 0,-13-18 0,-4 14 0</inkml:trace>
  <inkml:trace contextRef="#ctx0" brushRef="#br0" timeOffset="132389">23529 2141 7533,'-19'-19'1349,"7"1"-90,1 1-719,10 8 269,-5-7 91,23 3-810,3 0 450,45-10-990,-17 14 405,6 1 0,8 0-40,-10 6 0,3 2 0,1 1 1,3-1-1,0-1 0,2 2 0,-4 1 1,0-1-1,0 1 0,0 0 0</inkml:trace>
  <inkml:trace contextRef="#ctx0" brushRef="#br0" timeOffset="132754">25474 2055 7533,'-19'-7'0,"-5"2"3598,5 10-2789,5 18-899,3-1-719,11 47 629,0-37-585,2 12 1,2 3-1125,3 18 1079,0 1 810,-2-3 0,-16-32 0,-3 6 0</inkml:trace>
  <inkml:trace contextRef="#ctx0" brushRef="#br0" timeOffset="132990">25178 2105 7533,'-20'-45'6296,"14"14"-5936,20 13 0,49 8-540,-27 6 0,0 1 225,2-1 0,3 1-45,24 3 0,-1 5 0,-29 4 0,-1 1 0,24 6 0,1 0 0</inkml:trace>
  <inkml:trace contextRef="#ctx0" brushRef="#br0" timeOffset="133651">23714 3064 7533,'0'-25'2428,"0"1"-2068,0 10 360,5-2-540,-3 15-1,3-5-89,-5 12 450,0 17-630,0 15-180,-5 29 90,-1-8 1,-1 1 134,1-20 0,-1 1-855,-2 25 1,0-1-2429,-3 1 3328,5-9 0,7-50 0,6-36 0</inkml:trace>
  <inkml:trace contextRef="#ctx0" brushRef="#br0" timeOffset="133853">23468 3064 7533,'-19'-19'3238,"1"1"-1709,11 6-1169,1 0 0,39-1-360,-8 7 269,18 2 1,11 2-1679,-7 2 0,3 0 0,-1 0 1409,10 0 0,4 0 0,-2 2 0,8 1 0,3 0 0,-4 0 0,-13 0 0,-1 1 0,1-1 0,-1 0 0</inkml:trace>
  <inkml:trace contextRef="#ctx0" brushRef="#br0" timeOffset="134209">25302 2991 7533,'-20'0'0,"8"0"899,1 0 720,-7 54-2609,10-11 1,1 4 809,-2 6 1,1 1-361,4-2 0,2-3 540,-3 15 0,3-29 0,-3 6 0</inkml:trace>
  <inkml:trace contextRef="#ctx0" brushRef="#br0" timeOffset="134498">25239 2991 7533,'-18'-13'5397,"6"6"-4588,22 2-719,33-1-1394,3 1 0,5-2 899,-6 0 0,-1 0 270,1-2 0,0 0-1664,0 0 0,-5 1 1439,-11-1 360,21-1 0,-77 26 0,-15 4 0</inkml:trace>
  <inkml:trace contextRef="#ctx0" brushRef="#br0" timeOffset="134691">25203 3310 10051,'-13'-18'4857,"29"0"-4677,1 4-1709,18 1 0,4 4 989,-1 6-592,27-8 0,-1 16 0,-28-1 0,-1-1 0</inkml:trace>
  <inkml:trace contextRef="#ctx0" brushRef="#br0" timeOffset="135317">23751 4011 7533,'-19'0'1799,"-5"-5"-1080,16 4 91,-8-5 809,9 6-1619,0 0 180,1 11-360,1 19-360,4 5 0,1 3 271,-5 20-946,2-8 1,0 2 1214,2-12 0,1-3 0,0 19 0,7-7 0</inkml:trace>
  <inkml:trace contextRef="#ctx0" brushRef="#br0" timeOffset="135570">23653 4036 7533,'-18'-48'5127,"21"14"-5127,-6 4 494,40 16 1,9 6-1304,-12 6-1020,17 0 0,13 2 0,-12 2 1829,-7 6 0,3 6 0,-11 6 0,-39 13 0</inkml:trace>
  <inkml:trace contextRef="#ctx0" brushRef="#br0" timeOffset="135747">23751 4135 7533,'-30'-7'4947,"31"1"-5307,3 6 360,29 0 0,22 0 0,-2 0 0,7 3 0,3 0 0,-9-1 0,0-1 0,0 1 0,0 0 0</inkml:trace>
  <inkml:trace contextRef="#ctx0" brushRef="#br0" timeOffset="136270">25129 4122 7533,'0'-19'2608,"0"2"-89,0 5-2159,0 5-450,-6 7-90,-1 50-585,1-14 1,0 1 719,3-1 0,0 1-1485,0 10 1,1-4 1529,2-7 0,0-10 0,0-23 0</inkml:trace>
  <inkml:trace contextRef="#ctx0" brushRef="#br0" timeOffset="136456">24945 3975 7533,'-19'-19'3778,"1"1"-3509,22 5-719,45 7 1,14 6-271,-7-6 0,-3 6 1,10 2 0,-11 2 719,-1 2 0,-12 9 0,-2 5 0,12 19 0</inkml:trace>
  <inkml:trace contextRef="#ctx0" brushRef="#br0" timeOffset="136983">23641 4959 7533,'-24'-13'3328,"-2"40"-3328,0-6 45,9 20 0,5 8-585,5-10 0,1 0 450,-1 0 0,2 1-675,-1 5 1,6-4 764,16-7 0,-1-48 0,15-29 0</inkml:trace>
  <inkml:trace contextRef="#ctx0" brushRef="#br0" timeOffset="137208">23591 4959 7533,'-13'-53'3418,"7"17"-3148,0 1 179,12 24-269,-5 11-360,32 0-179,-15 5 179,45 2-1439,-12 0 899,2-1-225,-13-3 1,-1-1 944,-1 0 0,-7 9 0,-35-4 0</inkml:trace>
  <inkml:trace contextRef="#ctx0" brushRef="#br0" timeOffset="137417">23554 5107 7533,'-25'0'1349,"17"0"-1169,10 0-540,50 0 360,-4 0 0,7 0 0,-1 0 0,5 0 0,2 0 0,-6 0 0,-1 0 0,1 0 0,-1 0 0</inkml:trace>
  <inkml:trace contextRef="#ctx0" brushRef="#br0" timeOffset="137886">25093 4922 7533,'-25'0'4317,"6"6"-3507,1 12-271,0 24-359,9-1-585,0 1 1,2 2-46,6 7-1079,-3 9 0,2 0-1619,8-11 3148,0 20 0,7-91 0,-1-19 0</inkml:trace>
  <inkml:trace contextRef="#ctx0" brushRef="#br0" timeOffset="138112">25141 4787 7533,'0'-26'2428,"0"-3"-449,6 10-630,17 5-989,26 14-1619,-11 6 0,0 2 359,22 6-359,-21-6 0,-4 0 1259,-12-1 0,-27 11 0,-32 1 0</inkml:trace>
  <inkml:trace contextRef="#ctx0" brushRef="#br0" timeOffset="138287">25093 4959 7533,'-25'0'4137,"11"0"-2518,36 0-1169,2 0-1215,14 1 1,5-2-1395,17-4 2159,9 4 0,-24-9 0,2-2 0,-5 1 0,0 1 0</inkml:trace>
  <inkml:trace contextRef="#ctx0" brushRef="#br0" timeOffset="139753">28993 2055 7533,'0'-25'2069,"-5"1"-990,3 5-719,-3 6 269,5 2-449,0 10 270,0-10-270,0 10 180,0-5-360,0 6 449,0 28-269,0-11-225,0 19 0,0 2 45,0-5-405,0 12 1,0 0 314,0-6-675,3 4 1,-1 0 584,0-12-1979,9 36 1439,-10-49-89,5 16 449,-1-21 360,-3-7 0,3-17 0,-5-9 0</inkml:trace>
  <inkml:trace contextRef="#ctx0" brushRef="#br0" timeOffset="140002">28662 2006 7533,'-12'-33'3553,"0"-1"0,-7-22-2204,69 32-900,-8 14 1,8 0-990,8 0 1,6-1-1,2 2-1271,1 3 1,1 2 0,0 0 1810,-1 0 0,0 0 0,-3 1 0,-11 3 0,-1 0 0,-4 0 0,5 0 0,-1 0 0</inkml:trace>
  <inkml:trace contextRef="#ctx0" brushRef="#br0" timeOffset="140958">28760 4897 6813,'7'-13'1349,"9"-8"-1079,-14 18-90,9-14-90,-6 16 810,-3-10 629,3 4-1170,-5 0 91,6-4 180,-5 10 89,5-5-629,-6 1 0,0 3 270,0 13-180,-6 48-360,3-21 0,-1 4-270,1 10 1,-1 1 44,-1-7 0,0-1-989,4 3 0,1-5-855,0 0 2249,12-4 0,-4-63 0,3-8 0</inkml:trace>
  <inkml:trace contextRef="#ctx0" brushRef="#br0" timeOffset="141235">28439 4836 7533,'-19'-5'0,"-4"-2"3508,15-6-2879,3 7-179,17 0 719,7 6-539,11 0-594,2 0 234,10-5-90,-4 3 45,-5-3 0,4 0-1080,17-2 1,1 1 854,-10 0 0,2-1-1170,-1-2 1,3-2 0,-6 2 1169,24-6 0,-22-6 0,-1-4 0,-10 6 0,0-1 0</inkml:trace>
  <inkml:trace contextRef="#ctx0" brushRef="#br0" timeOffset="142034">28808 3975 7533,'-5'-30'3598,"-2"9"-3239,1-2 541,1 16-540,5 2 269,0 5-449,0 22 0,0 10-180,0 13-450,0-9 1,0 4-406,-8 9 1,-1 0 494,7-10 0,0 0-180,-9 21 1,0-1-991,10-22 1,0-3 1170,-4 21 359,10-12 0,8-70 0,6-7 0</inkml:trace>
  <inkml:trace contextRef="#ctx0" brushRef="#br0" timeOffset="142285">28821 4061 7533,'-6'-19'1529,"-6"-10"630,-1 3-1710,1 0 1350,1-3-899,15 21-810,13-8 0,0 14-270,39-3-900,-21 5 540,5 0 1,3 0-765,-7 0 0,-2 0 944,31 0 360,-20-3 0,-11 6 0,-30 8 0,13 2 0</inkml:trace>
  <inkml:trace contextRef="#ctx0" brushRef="#br0" timeOffset="142455">28870 4147 7533,'-13'0'1169,"1"0"630,29 0-1889,-7 0-585,23-2 1,6-1 674,-3-4 0,20-10 0,7-6 0,-18 0 0,1 0 0</inkml:trace>
  <inkml:trace contextRef="#ctx0" brushRef="#br0" timeOffset="143125">28931 2966 7533,'-6'-25'2158,"1"6"-359,-1 1-1439,5 11 989,-4 2-1259,5 10-90,0 13 0,5 2-449,-4 21-406,2-1 1,0 3-271,-3-3 1,0 2 404,0 15 1,0 1 719,0-13 0,0-4 0,0 0 0,0-16 0</inkml:trace>
  <inkml:trace contextRef="#ctx0" brushRef="#br0" timeOffset="143375">28870 3002 7533,'-12'-42'4047,"11"15"-3867,-4-2 2249,71 17-2204,-32 8 0,2 1-540,8 0 0,2 1-90,8 1 0,-5 2 136,-11-1-1440,30 0-1709,-40 0 3418,-10 5 0,-41 2 0,-23 5 0</inkml:trace>
  <inkml:trace contextRef="#ctx0" brushRef="#br0" timeOffset="143541">29018 2991 7533,'-19'0'2069,"6"0"-540,2 0 1439,21 5-1889,20 2-1844,15 1 1,6 1 764,17-1 0,-24-3 0,7-1 0,-5-2 0,0-2 0,0 0 0</inkml:trace>
  <inkml:trace contextRef="#ctx0" brushRef="#br0" timeOffset="177735">2990 13500 7533,'-14'-12'1799,"-2"5"-1619,15-4 629,-4 10-629,-1-5 360,-6 6-540,4 0 359,-14 0-359,19 0 360,-25 0-270,24 0 90,-23 0-90,19 0-90,-15 11 180,15-3-450,-9 15 270,16-9-90,-5 9 180,6-4-180,17 12 360,-3 0 270,28 17-360,-4 2-270,-5-10 270,6 16 89,-24-38 1,3 16 180,-13-11-270,-5-8 450,-5 20-451,3-21 1081,-19 15-721,-5-15-359,-1-2-180,-13-6-539,9-6 449,3 0-900,-6 0 271,26 0-271,-9 0-269,16 0-1440,-5 5 1890,6-3 809,6 3 0,23-5 0,11 0 0</inkml:trace>
  <inkml:trace contextRef="#ctx0" brushRef="#br0" timeOffset="177988">2892 13598 7533,'-18'-35'3508,"10"18"-90,-3-26-2159,22 26-270,2-13-629,18 12 0,6 11-1080,28-4-809,-11 8 0,1 0-739,-12-1 0,0 1 2268,6-2 0,0-1 0,-11-5 0,-1-1 0,2-5 0,0 1 0</inkml:trace>
  <inkml:trace contextRef="#ctx0" brushRef="#br0" timeOffset="179336">5587 13721 7533,'-24'-12'2968,"10"5"-1799,-3 2-809,10 5 360,0 0-1,2 0-359,5 0 0,0 0 180,-6 0-361,5 0 361,-5 0-90,12 0-270,-5 0 180,16 0 359,2 0 451,23 0-1215,14-5 0,5-1 90,-17 2 0,1 0-609,1-2 0,4 0 0,-5 0 564,19-1 0,-6 2-857,-10-1 677,-8 5 1,-3-5-1,-3 6 270,-8 6-90,0-5-90,-8 5 270,-13-6-1,-5 5 1192,0-3-1191,0 3 1447,-5-5-1177,-2 0-450,0 6 270,1-5-540,-4 26-180,-9 1 270,4 10 90,-7-3-719,15-16-1,-5 10-629,5 8-180,1 3-989,17-4 2248,-3-18-989,10-13 1349,0-10 0,18-13 0,8-7 0</inkml:trace>
  <inkml:trace contextRef="#ctx0" brushRef="#br0" timeOffset="180234">6953 13413 7533,'0'-13'-180,"0"-3"1079,0 9 451,0-11-811,0 10 91,-6-14 629,-1 14-539,-5-10-181,-5 6-539,-2 5-90,-6 2 1,6 5-631,-10 5 360,8 7-90,-9 7 91,6 11 89,-6 13 270,-2 13-90,6-10 449,8 1 1,2 2 90,7 15-920,0-20 1,1-2 649,8 12-176,0-13 176,0-20 0,6 14 269,6-11-179,12 2-180,2-1 180,15-13 270,8-1-450,-2-10 1260,1 5-1350,15-22 180,-3-16 179,-16 8 1,-2-2 125,10-20-126,-21 10 1,-6-1 90,-14-7-225,1 2 0,-2-4 45,-13 4 0,-5-2-91,-1-1 1,-1 0-135,1 7 0,-2 1 225,-11 1 0,-2 4 90,-4-3-2699,-15-2 270,24 14-269,8 16 2338,11 18 0,0 48 0,0-16 0,0-1 0</inkml:trace>
  <inkml:trace contextRef="#ctx0" brushRef="#br0" timeOffset="180435">6953 13721 12930,'42'30'629,"-9"-9"-629,4 2 0,0 4 0,-11 3 0,-2 3 0,18 14 0,0 0 0</inkml:trace>
  <inkml:trace contextRef="#ctx0" brushRef="#br0" timeOffset="183085">16564 13266 7533,'-6'-19'-90,"5"7"1259,-5 1-539,6 9 1439,0-9-1620,0 10 541,0-5-720,0 6 89,0 6-179,0 6-180,0 2 720,0 42-540,0-23-90,1 0 0,-2 4-270,-4 23 180,3-7-123,-8 13-687,9-30 1,1-1 629,-5 14-765,4-5 1,2-2 764,-1-5-2159,5 15 1980,-4-38-271,4-4 630,0-10 0,-3-43 0,3-12 0</inkml:trace>
  <inkml:trace contextRef="#ctx0" brushRef="#br0" timeOffset="183702">16503 13315 7533,'-6'-41'1889,"5"18"-450,1-22-1259,1 24 539,26-14-359,-16 14 989,45-13-719,-31 19-91,20 5 1,6 2-450,-13 5 0,-1 1 0,8 4 0,-1 1 0,-8 0 0,-2 1-180,8 14 90,-9-4-90,8 20 90,-26-18-630,6 29 451,-25-28-451,-8 28 90,-3-29 270,-13 13-449,-19-6 539,14-15 0,-4-1-45,-9 6 0,-2-2 225,10-7 0,-1-1 225,-12 0 0,5-1 225,12-2 629,-28 0-899,54 5 180,2 13-270,13-3 90,6 8-360,16 0 270,-2-2-90,10 9-180,10 0 270,-13-9-360,8 7 90,-10-13 0,-1 0 180,18 29 270,2-9-180,-19 4 270,-36-14 449,3 1-359,-16-2 719,-14 5-629,4-8-90,-14-2 179,-1 2-359,7-12-180,-33 3-90,37-6-135,-7-8 0,2-2 135,11-3-899,-15-5 179,28-1 540,6 1-809,0 6 0,6 0 629,0 6-2968,11 0 2428,2 0 360,6 0-179,10 0 719,-8 0 0,36 0 0,2 0 0</inkml:trace>
  <inkml:trace contextRef="#ctx0" brushRef="#br0" timeOffset="183919">17044 13684 7533,'0'-20'8365,"0"-2"-8005,0 26 449,0 14-629,0 4-1169,0 46 989,6-2 0,8-30 0,6-1 0,3-3 0,0 0 0</inkml:trace>
  <inkml:trace contextRef="#ctx0" brushRef="#br0" timeOffset="184606">17487 13672 7533,'0'-19'1799,"0"7"-180,-6 1-990,-11 4-449,2 0 90,-8 1 90,-1 12-180,9-5 0,-14 10-90,-1 12-270,-3 10 180,2 0-90,13 2-540,7-16 540,10 5-360,-5-5 91,12 5 179,1-11 0,5 11 0,12-5 90,-4 0-2159,43 4 1620,-30-15 629,3 1 0,2-7 0,-8-17 0,1-8 0,10-1 0,0 0 0</inkml:trace>
  <inkml:trace contextRef="#ctx0" brushRef="#br0" timeOffset="185238">17782 13684 7533,'-11'-31'3418,"-8"-5"-3148,-1 21 269,-9-1-179,-6 21-90,6 13-540,-7 3-137,18 4 317,7 3-102,-13 9-347,14 25 449,-6-20-90,16 9 90,0-38-3223,5 10 3223,8-9-110,17 15 110,-3-20-90,9 7-90,10-16 180,-10-10 180,17-9 0,-27-2 180,3-29 0,-16 3-180,0-5 3482,-8 6-3482,-5 21 899,0-5-719,-5 9 360,3-2 989,-14 11-1979,8 16 360,-4-1-270,6 25 0,6 9 1,6 8-451,0 5 0,12 3 91,7-19 449,6 2 90,6-24 180,5-28 224,-13-7 1,-3-4-135,10-22-1561,-12 14 0,-3 0 1561,-13 3 265,8-9 5,-9 20 90,0-2 809,-2 16-1529,-5 1 360,-5 23-1349,3 14 629,-3 4 180,5 6 1684,0 0-4293,11 9 2160,-3-3 1012,16-1 0,11-54 1,10-9-1</inkml:trace>
  <inkml:trace contextRef="#ctx0" brushRef="#br0" timeOffset="185742">18557 13082 7533,'-6'-20'2338,"-5"-8"-1168,9 18-990,2-7 539,13 23-629,0 1 360,5 22-225,-10 11 0,-3 7-180,-1 0 0,-1 2-135,0 5 0,-1 4-30,-4-8 0,-3 3 0,1-3-60,0 7 0,0-3 270,-2 4 0,-1-7-540,-4-7 270,4-55-180,-8-20 1,-9 1 1438,-21 25 1,-6 11 539,10-2 0,2 7-1395,-15 19 1,13 12-720,37 5 1,12-1 404,6 12-1799,20-32 0,6-7 1439,-3-5 450,27-2 0,-29-20 0,1-6 0,6-3 0,0 0 0</inkml:trace>
  <inkml:trace contextRef="#ctx0" brushRef="#br0" timeOffset="186127">18903 13697 7533,'-14'-14'4497,"-3"9"-1978,16 72-2519,-4-35-2459,11 15 0,7 11 1,0-12 2458,1-15 0,10 1 0,2-14 0,0-59 0</inkml:trace>
  <inkml:trace contextRef="#ctx0" brushRef="#br0" timeOffset="186671">19161 13365 7533,'-5'-32'3688,"-2"-3"-3329,0 14 721,1 3-810,6 13 179,0 21 91,6 21-630,0-2 0,0 9-1282,-1 3 0,0 8 1,0 2-1,-1-5 892,1-4 1,0-3-1,-1 1 240,-1 16 0,-2 3 1,0-16 239,-3-17 959,-8-57 0,-5-32 1,2 0 1243,6-9 1,1-1-2054,-6 12 0,-1-2 0,4 5 614,3-3 1,12 21-405,28 51-720,12 10-1651,2 2 1,0 2 1650,10 4 91,-19-11 0,-5-2 89,-13-9-270,7 16 810,-14-19 1349,-2 28-1349,-12-27 1259,-28 45-1799,-1-26-1069,-3 27 0,5 5-2529,15-8 3804,2-6 0,12-10 1,45-44-1,11-21 1</inkml:trace>
  <inkml:trace contextRef="#ctx0" brushRef="#br0" timeOffset="187538">19603 13807 7533,'0'-59'3867,"-5"17"-1528,-24 22-2429,12 31-315,-5 19 1,4 5 134,10 8-495,0-7 1,5 2-1035,18 1 0,8-4 1889,9 0-90,-5-5 0,0-13 1439,9-63 989,-17-17-2158,-6 7 899,-9 17 1,-3 5-810,-1 12 539,0-12-899,0 20-360,0 1 360,0 13 270,5 7-90,2 6-1979,11 15-180,1 5 1080,6 27 719,-6-24 360,4 15-360,-9-37 630,3 10 359,1-28-719,-4 1 90,9-31-270,2-10-90,-4 8 180,-5 6 0,2-1 360,8-3-180,-6 1 899,-4 22 181,-38 25-1440,11 0 90,-17-3 90,10-6 539,-6 2 1,-8 10-540,0 8 0,13-4-2698,25 35 449,36-36 1799,17 3 630,-1-32-270,-22-20 0,-4-5 450,4-4-1,-15 0 1,1-10 0,-2 4 90,1-2 0,-2 0-527,1-14 1,-3-3 481,-1-4 0,-3 7 224,1 5 675,-9 12 1,-3 7-856,-4 22 1,-21 30-585,4 12 0,1 6 135,1-4 0,0 3 180,-7 17 0,1 4-180,3-2 0,4 0 0,4-1 0,2 3 0,-1 9 0,0-1 0</inkml:trace>
  <inkml:trace contextRef="#ctx0" brushRef="#br0" timeOffset="187688">19801 13684 7533,'-25'-12'2608,"-27"-17"-2428,32 18-180,-35-16 0,40 31 0,-16-3 0</inkml:trace>
  <inkml:trace contextRef="#ctx0" brushRef="#br0" timeOffset="187886">19087 13648 0,'-41'-17'420,"23"7"942,-9-7-1362,27 11 0,5 23 0,2 3 0</inkml:trace>
  <inkml:trace contextRef="#ctx0" brushRef="#br0" timeOffset="188088">17549 13389 7533,'-39'-8'284,"1"0"1,15 9 0,25-10 0,35 15 0,-1 0 0</inkml:trace>
  <inkml:trace contextRef="#ctx0" brushRef="#br0" timeOffset="188853">20687 13955 7533,'-14'-19'2338,"3"7"-2068,44 6 450,8 6-630,17 0 0,5-5-585,-18-3 0,-1-2 135,11-5 45,-10 3 1,-5-5-316,-14-18 540,-12 12 0,-54-28 675,1 38 0,-5 4 89,4-5 1,-3 3 224,-16 8 1,0 12 449,17 11 0,6 7-1349,3 8 0,4 2-90,2-5 0,10 1-45,29 5 1,16-2-901,15-5 1,6-6 854,-11-6 0,3-1 180,6 1 0,6 0 0,-5-8 0,-10-13 0,0-4 0,18 5 0,1-1 0</inkml:trace>
  <inkml:trace contextRef="#ctx0" brushRef="#br0" timeOffset="189138">21499 13155 7533,'-23'-31'6926,"13"17"-6746,-7 15 899,17 62-719,0-12 0,0 5-570,1-7 0,-1 3 0,-1-1-121,-1 15 1,-1 2-390,1-12 1,0 3-1,-1-7 351,0-12 0,-1 0-471,2 8 1,0 4-1,1-8 121,1 8-1440,0 16 2159,0-49 0,16-50 0,5-18 0</inkml:trace>
  <inkml:trace contextRef="#ctx0" brushRef="#br0" timeOffset="189390">21733 13734 9062,'-6'-14'1349,"5"3"180,-5 11-90,6 5-899,0 13-540,0 14 90,0 3 0,0 1-1349,0 9 719,1-1 0,-2 2-4227,-4 19 4767,3-5 0,-3-14 0,5-35 0</inkml:trace>
  <inkml:trace contextRef="#ctx0" brushRef="#br0" timeOffset="190218">22016 13807 8612,'0'-14'2069,"0"3"-1619,0 6-450,5 4 180,-3-4 89,3 5-269,-5 0 1709,0 0-1439,6 0 1079,-5 0-989,5 5 810,-6 13-91,-6 24-1799,-1 21 225,1-25 1,0-1 224,-1 15-360,1-12-629,23-33 989,-7-7-539,18-29 899,2-32-270,-8 10 360,-5 4 0,0-2 539,8-11-89,-10-4 179,2 17 1,-17 35-180,0 18-630,0 2 90,0 43-450,-6-9 270,5 19-540,-5-7 360,6-21-989,0 35 270,16-30 989,11 5 0,0-40-1741,4-31 0,-1-12 2100,-4-8-242,5-7 1,1-5 556,-9 18 1,-2 1-45,-3 1 0,-2 2 1259,13-21-450,-24 52-1169,-5 10-540,-5 59-1349,-1-25 0,-1 4 1619,1 12 0,4 2 0,5-2 0,5-2 0,6-9 0,0 0 0</inkml:trace>
  <inkml:trace contextRef="#ctx0" brushRef="#br0" timeOffset="190859">22754 13820 7533,'-6'-20'0,"5"3"0,-5 5 1889,6 0-900,0 5 2069,0-10-2248,0 14-360,0-8-630,0 33 270,0-11-1350,0 56-808,0-7 1389,-1-19 1,2 0-1,10 26 1,3-19 0</inkml:trace>
  <inkml:trace contextRef="#ctx0" brushRef="#br0" timeOffset="191287">22951 13845 7533,'0'-14'4047,"6"-14"-2787,-5 24-631,5-13 91,-6 23-180,0 28-540,0-15-540,5 43-1349,7-11 1124,-3-16 1,1 0 404,9 16-360,-1-11 181,5-50 629,9-37 539,1-9 91,-4-6 89,-11 12 631,-5 22-1081,-6 2 451,4 4-1170,-4 32 360,-1-7-809,5 25-1440,1 9-809,13 14 2698,-10-6 360,12-4 0,-13-22 0,11-1 0</inkml:trace>
  <inkml:trace contextRef="#ctx0" brushRef="#br0" timeOffset="192604">23541 13906 9152,'-7'-19'3328,"2"1"-3058,5 6-180,0 5-90,0 2-90,0-1 90,-5 5 360,-13-5 269,-2 6-359,-11 0-2403,-9 17 2043,11-8-249,-18 31 159,32-24-159,-7 35-21,21-33-180,1 37 360,7-37-899,22 27-450,20-30 1079,-7 3-120,12-35 0,13-20 1,-10-2 749,-20 5 0,-2-6-1,5-4 1,7-10 0,-3-2 0,-9 1 1161,-13 1 0,-8 1 0,-1-1-922,1-4 1,-2 0 0,-1 4 1116,1-5 1,-5 13-2167,-7 29 1254,-3 36-1209,-10 21 1,-1 5 404,10 6-2230,-9 6 1,-1 1 2050,6 1-451,-2 4 1,2 5-897,3-6 1,3-3 1705,0-10 0,4-1-135,5 10 0,9-15 405,22-45 899,8-13-629,-9-14 359,-9-21 1,-9 17-720,-5 0 2358,-4 4-2268,-10 17 3212,0 6-3752,0 17-270,-5 15 540,4 1-1079,1 24 629,12-28 630,2 7 90,47-41 359,-10-27-494,-19 20 0,-1 0 45,0-7 0,-6 5 0,-8 11 180,17-2-540,-15 17 270,-5 1-180,-3 16 0,-28 14 180,2-8-90,-26 21 314,8-34 1,0-4-494,-6 8 179,-12-26 0,51-44 0,7 14-90,10-26 719,30 29-629,-21 6 90,24 16-270,-30 52-90,-7-16-359,4 43 629,-16-45-360,10 18 270,-9-22 0,14-1 0,-13-11 405,22-29 0,5-11-315,-8 7 674,13-22 1,3-5 1079,-17 22 0,-2 3-1574,14-20-90,-11 9-180,-22 39-180,0 17 90,0 4-2608,0 27-720,-11-3 3508,-9 15 0,-33-31 0,-11-2 0</inkml:trace>
  <inkml:trace contextRef="#ctx0" brushRef="#br0" timeOffset="192822">24058 13500 7533,'-38'-32'6116,"14"13"-5846,18 8 0,35 11-630,5 3 0,4 0-1349,21 4 1709,-4-3 0,-2 4 0,-4 15 0,-13-10 0,-1 0 0</inkml:trace>
  <inkml:trace contextRef="#ctx0" brushRef="#br0" timeOffset="193105">22065 13389 7533,'-19'-26'989,"61"-8"-2158,-17 19 1169,9 5 0,7 2 0,11-1 0,4 2 0,7 0 0,0 0 0</inkml:trace>
  <inkml:trace contextRef="#ctx0" brushRef="#br0" timeOffset="193287">24735 13857 7533,'-12'-25'0,"5"6"0,23 1 0,12 5 0</inkml:trace>
  <inkml:trace contextRef="#ctx0" brushRef="#br0" timeOffset="196688">25339 13524 7533,'0'-24'0,"0"5"90,0 7 90,5 1-91,-3 9-89,9-9 90,-10 10-90,10-10 90,-5 9 0,1-3 0,4-1 180,-4 5 0,0-10-90,4 4 0,-5 0 90,1-3-1,4 3 451,-9 0 629,9-9-989,-10 13 0,10-8-180,-9 5 449,3 5-89,-5-10-270,0 10-180,-5-5-90,-2 6-810,-17 6 630,9 0-539,-19 12 359,2 12 90,0-2-180,-15 24 540,20-24-269,-9 19-1,6 1 449,10-7-134,1 4 0,3 1 315,7 1-225,-2 7 0,5 0-135,12-14 0,0 17-90,12-28-180,-4-14-900,26 14 811,-22-21-1081,32 3 991,-33-11 359,11 0 0,-10-33 0,2-9 0</inkml:trace>
  <inkml:trace contextRef="#ctx0" brushRef="#br0" timeOffset="197167">25732 13623 7533,'0'-26'1889,"0"3"-540,0 11-809,6 5 629,-5 1-809,5 6-180,-6 0 179,0 0-179,-6 6 0,5-5-360,-21 21 180,12-13-360,-35 37 360,22-23-449,-18 18 179,11-6-45,3-7 0,1-1 585,-6 10-180,-13 14-90,32-38 540,1 5-270,5-11 89,-4-2 181,10-5-270,-5 0 360,6 0-361,6 0 721,6-5-810,2 3 0,4-3-90,5-1 89,-2 5 1,3-5-1079,10 1 719,-12 3 180,14-3-2249,-1 0 1800,-13 4-1530,18-5 989,-25 6 361,14 0 629,-10 0 0,-6-5 0,-2-2 0</inkml:trace>
  <inkml:trace contextRef="#ctx0" brushRef="#br0" timeOffset="197368">25793 13598 7533,'-32'-7'4137,"3"2"-2518,17 21-1349,5-6-270,2 19-270,5 6 91,5 0 89,-3 18-1350,9-20 811,-10 8 629,15-4 0,3 7 0,12 5 0</inkml:trace>
  <inkml:trace contextRef="#ctx0" brushRef="#br0" timeOffset="197686">25941 13315 7533,'-12'-19'0,"-1"1"2069,6 12-990,2-5 360,5 9-989,0-3-90,0 10 539,11 18-449,-3-1 90,21 30-91,-13-17 1,-1 3-405,7 9 0,0 1-187,-2-3 0,-1 1-83,-3 13 0,-2-3-1261,4 1 1126,-13-17 0,-3 2 90,-1-5 0,-2-3-824,-12 15 1094,6-14 0,-5 0-180,-13-3 0,-2-4 0,-5 9 90,-1-6 0,-1-6 90,-1-15-90,-7 6-95,6-16-175,15 0 436,-2 0-346,6 0-153,8 0 423,-7 0 0,26-16 0,-2-5 0</inkml:trace>
  <inkml:trace contextRef="#ctx0" brushRef="#br0" timeOffset="199555">27246 13389 7533,'-13'-25'2428,"1"12"-629,0 7-1619,6 19 360,-5 22-360,9 0-135,-3 2 0,-1 1-45,5 5 0,-2-2 0,0-1 0,3 1-1080,0 10 1,0 1 809,6-9-765,-2 6 1,4-2-1124,11-13 2158,-5 3 0,2-35 0,-9-17 0</inkml:trace>
  <inkml:trace contextRef="#ctx0" brushRef="#br0" timeOffset="199783">27554 13807 7533,'0'-19'3957,"0"2"-3507,0 26-450,-6-5-1169,-1 41-810,-11 6 1979,4 13 0,2-2 0,6-14 0</inkml:trace>
  <inkml:trace contextRef="#ctx0" brushRef="#br0" timeOffset="201285">27947 13512 7533,'11'-58'4497,"14"15"-3868,-5 11 1,4 4-450,15-2 225,-3 19 0,2 4-225,11 0-135,-12 9 0,-1 7-855,2 22 630,-15 4-135,-27 1 1,-8 1 134,-4-4-270,-10 9 0,-6 1 450,4-16 0,-1-1 135,-17 22 0,0 0-45,15-19 0,1-2 135,-6 9 0,3-3-45,7-7 809,1 4-629,13-17 359,6 4-449,12-10-360,1 0 270,5 4 0,12-10-180,-4 10 0,5-10-630,-2 5 361,-9-6 89,9 0-1979,1 5 1080,3-4-900,8 4 1979,-3-5 0,-12 0 0,-4 0 0</inkml:trace>
  <inkml:trace contextRef="#ctx0" brushRef="#br0" timeOffset="201440">28366 13931 7533,'0'-14'1439,"0"-8"-630,0 19 361,0-8-990,0 11-990,0 11 360,0-3 270,-6 10-1978,0 11 2158,-1-7 0,-10 40 0,3-3 0</inkml:trace>
  <inkml:trace contextRef="#ctx0" brushRef="#br0" timeOffset="202005">28808 13451 7533,'0'-49'0,"6"16"3418,6-2-2699,2 22 271,4 0 449,11 8-899,-8 5 629,32 11-720,-20-1 1,0 5-360,4 6 0,-1 1-1042,-4-5 0,-1 1 1042,14 21-549,-32-25-81,5 9 270,-11-10-809,-7 33 90,-34-11 719,10 9 0,-28-15-270,-7-17 540,15 0 758,2-8 1,-2-1-490,8 0 1,2 0 540,-20-3 936,-8 0-1206,53 0-270,-8 0-360,17 0-90,11 16 90,3-6 90,27 29 90,-13-22-180,24 17-270,-30-15 0,23 6-89,-29-1-1,19 1 810,-27 21-450,-8-15 225,-17-2 0,-7-1-405,-13-6 225,0-4 0,-1-2-913,-3-8 868,-13 9-1315,-4-16 956,21 5-236,-15-6-1204,33 0 1889,6 0 0,30 5 0,10 2 0</inkml:trace>
  <inkml:trace contextRef="#ctx0" brushRef="#br0" timeOffset="202137">29387 14029 7533,'0'-19'0,"-22"23"0,-5 11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4:58:07.90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1686 1058 7533,'0'-14'-450,"0"-2"450,-6 9 809,5-5 361,-5-11-810,6 13 269,0-17-449,6 19 450,-5-16-450,5 16 179,-1-19-179,2 23 450,0-24-450,4 20-180,-10-4 90,5 1-180,-1 10 180,-3 1 899,3 29-719,-5-6-45,-2 17 0,-1 4-135,-4 3 0,-5 20 0,0 2-90,3-5 0,0-16 0,-1 8 0,1-7 0,1 12-225,1 2 0,2 0-135,5-7 360,1-1-539,10-28 359,-10-26-1080,5 5 990,-6-6-1618,0-11 1168,0 3-1169,5-21 1889,2 9 0,0-27 0,-1 1 0</inkml:trace>
  <inkml:trace contextRef="#ctx0" brushRef="#br0" timeOffset="500">1735 960 7533,'-7'-51'3688,"2"9"-2699,21 17-809,-6 7 809,41 12-449,-5 6-360,6 6 45,-14 10 0,-2 3-135,-5 4 89,4 5 1,-1 1-180,-6 0 45,-3 2 0,-3 1-135,-7-2 360,1 33-270,-29-29 0,-7-1-135,1-2 0,-3-1 135,-2 2 0,-4-4-90,-6-7 1,0-7 178,4-6-358,-22 3 269,32-11 90,-9 0-630,4-6 540,10-1-990,-7-5 721,20 5-1530,-3-4 629,5 10-3751,5-4 4561,2 5 360,6 5 0,16 7 0,4 7 0</inkml:trace>
  <inkml:trace contextRef="#ctx0" brushRef="#br0" timeOffset="2182">2473 1353 7982,'-19'-12'2429,"2"5"-1170,5-4-899,5 10 809,1-9-719,6 8 90,11-9-360,-3 10 539,37-16-719,1 9 180,7-5-630,-16 8 1,-1-1-91,1 0 270,1 0 0,0 0 1,-3-1-901,28 2 451,-40 5-1080,12 5 1259,-23 2 540,-22 27 0,-15-5 0,-8 3 0,-13 13 0,0 0 0</inkml:trace>
  <inkml:trace contextRef="#ctx0" brushRef="#br0" timeOffset="2432">2510 1538 7533,'-35'0'1349,"13"0"-180,-12-6-809,20 5 719,-4-5-719,12 6 360,0 0-540,6 0 719,17 0-809,19 0 180,0-5-585,7 2 0,4 0-224,21-4-1,-27 4 0,0 1-854,10-1 0,-5 0 584,0 2 810,-8-3 0,-1 2 0,-10 8 0,2 1 0</inkml:trace>
  <inkml:trace contextRef="#ctx0" brushRef="#br0" timeOffset="2930">2831 1181 7533,'-18'-19'2698,"10"1"-1349,-9 11-359,32 2-271,17 10-584,2 0 0,5 3-225,15 6 0,3 2-45,8 0 1,1 1-46,-20-4 0,1 2 0,-3-1 90,12 4 0,-5 1 450,-15-3 0,-6-1-360,-1 4 1079,-56 20-899,-20 1-225,17-15 0,-4 2 135,-10 8 0,1-1-270,-7 2 0,6-1 0,3-2 0,9-8-360,-1-1 1,4-3 89,18-13-1079,-16 3 809,25-11 720,8-6 0,19-11 0,13-9 0</inkml:trace>
  <inkml:trace contextRef="#ctx0" brushRef="#br0" timeOffset="3681">4344 1071 7533,'-25'-26'719,"1"2"-539,5 12 180,-21 5-180,17 2 0,-29 5 90,19 5-415,-4 2 235,7 5 89,0 6-89,4 1 0,-4 6 90,-11 27-180,12-20-90,10 3 0,2 3 270,5 14 0,15-4 0,5 0-180,7 15-45,9-11 0,4-2 45,2-6-225,12-8 0,1-2 225,-3-7 128,12-12 0,4-7 501,1-13-539,-11-3 0,-3-3 534,2-21-85,2-16-269,-22 8-45,-5-6 0,-4-4-45,-7 11 0,-3 1-135,2-9 0,-5 1 390,-9-18-615,-12 31 0,-4 2-180,-1 3 1,-1 1 224,-3-3 0,-4 4-1349,-4 6 0,1 6 854,-2 7-989,-27 2 1619,40 10 0,-5 13 0,23 8 0</inkml:trace>
  <inkml:trace contextRef="#ctx0" brushRef="#br0" timeOffset="3881">4221 1341 9242,'21'34'2338,"0"-1"1,12 14-2384,-3-6 0,3 3-1125,-4-8 1,1 0 1169,4 12 0,1-1 0,-4-12 0,-1-3 0,12 15 0</inkml:trace>
  <inkml:trace contextRef="#ctx0" brushRef="#br0" timeOffset="5449">4959 1624 8522,'-13'-13'360,"2"2"-270,11 11 0,0 0-90,5 0 360,-4 0-180,5 0 179,-6 0-269,0 6 0,0-5-90,0 4-180,0-5 810,0 0-360,5 0-180,-4 0 180,5 0 269,-1-11-449,2 3 270,33-43-225,-20 20 0,1-2-45,4 1 0,1-3 45,2-15 0,-4 3-225,-2 9 225,-4 2 0,-2 3-46,-8 11 1,3-6 0,-11 21-359,0 1 448,0 34 181,5-16 0,-3 33-270,3-24 270,1 36-1889,6 2 1079,-4 0-90,14-7-1079,-19-33-1169,24 15 2788,-12-17 0,15 0 0,-5-18 0</inkml:trace>
  <inkml:trace contextRef="#ctx0" brushRef="#br0" timeOffset="5815">5710 1181 8432,'-13'22'2429,"2"17"-1979,11 7-361,0-3 1,0 0 0,0 2-765,2 7 1,1-1 494,4-6-989,-1 1 0,0-1-540,6-8 1709,-5 4 0,4-46 0,-4-15 0</inkml:trace>
  <inkml:trace contextRef="#ctx0" brushRef="#br0" timeOffset="6249">5759 1280 7533,'0'-63'2248,"0"1"-1439,5 19 1,6 0-180,10 3 0,6 2-46,8 4 1,7 5-360,9 6 0,3 7-180,0 5 0,-2 11 45,-6 14 0,-5 9 179,-7 3 1,-6 5-270,-13 6 0,-6 0 90,1 15-45,-27-10 0,-10 1-225,-3-10 0,-4 0 330,2 1 0,-3 2 0,1-2-604,-14 6 1,1-3 768,12-6 0,3-2 56,7-1 0,4-4-191,0 0 0,4 15-270,11-3-90,17-8-1529,14 19-1529,30-10 1169,3-10 2069,-12-6 0,3-2 0,-6-8 0,2-1 0,10 5 0,1 0 0</inkml:trace>
  <inkml:trace contextRef="#ctx0" brushRef="#br0" timeOffset="6565">6965 1477 7533,'11'-14'7016,"14"25"-7196,8 33 45,-19-10 0,-2 2 225,4 22-495,-20-19 0,-3-4 315,-1-5-1169,-26 28 899,6-25 360,-5-4 0,-3 0 0,-8 7 0,11-13 0,1 0 0</inkml:trace>
  <inkml:trace contextRef="#ctx0" brushRef="#br0" timeOffset="8549">8073 1108 11580,'0'65'990,"-5"-12"-3865,4-1 0,0 0 2785,-4 2-809,4 6 1,2-1 808,-1-18-116,0 5 1,0-2 25,0-19-1782,5 25 1603,-3-40 187,9 11 172,-10-25 0,10-35 0,-4-22 0</inkml:trace>
  <inkml:trace contextRef="#ctx0" brushRef="#br0" timeOffset="8948">8122 1156 7533,'0'-57'1034,"3"19"1,5 1 44,16-11-899,-1-1 899,33 15-89,6 26-990,0 2 0,-8 12 0,0 6 0,-22 3 0,-1 1-45,6-3 0,0 2 0,-6 6 0,-5 3-225,-4 14 90,-26 23 0,-15-28 0,-7-3 315,-11 3 0,-3-4-180,9-7 0,-2 0 1034,-13 6 1,2 1-181,-1 18-314,8-9 0,8 2-765,26 13-989,36 0-1170,31-28 1979,-6-7 450,-19-14 0,1-1 0,-2 2 0,1 1 0,17-3 0,0 0 0</inkml:trace>
  <inkml:trace contextRef="#ctx0" brushRef="#br0" timeOffset="9264">9254 1366 7533,'-19'-26'1529,"7"3"-90,6 16 0,12-4-1259,1 10 90,21-5-270,-6 6-90,35 0 0,-26 0-225,6 3 0,0 0 135,-6-2-1259,9 10 0,-1 0 1439,-7-7 0,-19 34 0,-36-10 0</inkml:trace>
  <inkml:trace contextRef="#ctx0" brushRef="#br0" timeOffset="9483">9205 1550 7533,'-20'-7'4587,"-2"-4"-4137,24 5-360,1-1 0,65-4-720,-28 8 0,5 0-599,0 0 0,5 1 0,-4 0 1229,-1-2 0,-1 2 0,11 8 0,-4 4 0,1 10 0</inkml:trace>
  <inkml:trace contextRef="#ctx0" brushRef="#br0" timeOffset="9882">9599 1194 7533,'-13'-20'2158,"1"-3"-1348,10 10-810,4 0 1349,38 8-269,17 10-1125,-7 2 0,4 4-450,3 5 0,0 5-90,3 2 1,-3 5 44,-12 1 1,-8 3-46,-10-2 0,-12 2-224,-32 35 809,-6-32 0,-6-2-90,-2-3 0,-2-2 45,-4 2 0,2-2 45,1 0 0,22-22 0,27-21 0</inkml:trace>
  <inkml:trace contextRef="#ctx0" brushRef="#br0" timeOffset="10865">11100 1083 7533,'0'-19'359,"6"1"901,1-5 719,5-4-990,-6-4-539,0 7-90,-17-5-360,-25 9-90,-26 0 0,1 9 0,9 10 0,2 2 0,3 5-45,-3 4 0,3 3 135,16 3-450,1 7 1,4 5 89,16 28 450,9-21 0,2 1 0,15 27-1607,10-24 1,4-4 1696,8-3-687,4 5 1,1-1 686,-4-11 135,6 6 0,0-1-225,-12-12-148,0 5 1,-3-1 147,-15-12 180,2 17-180,-23-19 3467,-28 21-3692,-11-13 0,-6-1 0,3 2 0,-1-1 1069,-3-2 0,0-3-1384,4-4 0,6-3-1079,9-4 899,-19 0-1174,40 0 1264,6 0 540,12 0 0,28-11 0,12-3 0</inkml:trace>
  <inkml:trace contextRef="#ctx0" brushRef="#br0" timeOffset="11565">11888 1378 7982,'7'-14'1350,"4"3"-271,-4 11 90,16 6-539,-8 23-360,8-12-90,-16 45 0,-2-37-315,-13 14 0,-6 1-495,-2-7 315,-9 2 1,-2-2-136,-2-11-270,-28 7-1708,11-23 2428,1-6 0,15-17 0,19-9 0</inkml:trace>
  <inkml:trace contextRef="#ctx0" brushRef="#br0" timeOffset="12963">12848 1058 7533,'-5'-33'2968,"3"5"-2518,-3 15 629,5 12-989,5 24 0,-3 1 135,1 14 0,-1 3-45,-2-1-135,0 16 0,0 1 135,0-9-1170,0 14 1,0 0 449,0-8 180,0-1 0,0-3-269,0-12-810,5 18-1,2-47 1081,-1 2 359,0-23 0,-3-27 0,-1-12 0,2-6 0,-1 0 0</inkml:trace>
  <inkml:trace contextRef="#ctx0" brushRef="#br0" timeOffset="13299">12884 947 7533,'-5'-57'4857,"3"4"-4497,2 27 89,18 8-269,-3 13 450,36 21-360,-26-1 134,17 13 1,6 7-405,-16-6 0,-1 2 0,7 3 0,-1 2-405,-3 2 1,-5-1 314,-7-2-225,-8 0 0,-5-1 225,-9-4-269,-34 27 179,4-35-90,-13-3 0,-5-4-90,-16-1 315,27-7 0,0-2-405,-26-5 181,40-1-1530,-22-10 1439,35 10-899,-6-5 899,16 6 360,16 11 0,32 14 0,-12-6 0,-1 1 0</inkml:trace>
  <inkml:trace contextRef="#ctx0" brushRef="#br0" timeOffset="13466">13389 1588 12030,'0'24'0,"0"1"-1709,-16 10 1439,6-8 270,-18 20 0,8-9 0,-5 11 0</inkml:trace>
  <inkml:trace contextRef="#ctx0" brushRef="#br0" timeOffset="14249">14349 997 7533,'0'-19'809,"-11"-5"-629,8 11 90,-24-5 0,17 11 449,-35 7-449,0 29-180,-1-6 30,17 11 0,1 10 0,6-4-1443,0 9 1413,-2 4 0,4 2-1,15 4-89,3-11 270,2 12-180,7-18-180,10 11 0,-3-11-409,9 5 499,-4-22-180,1-2 0,19-4 180,-15-5 0,16 3 90,12-22-90,-26 4 0,30-17 270,-34-8 0,-1-5 44,10-7 1,1-2 203,-8-2 1,0-1-430,9-7 1,-5 2-1796,-11-11 1796,11-3-180,-20 13 0,-3 1 90,1-1-45,-3-11 0,-6 1 405,-14 8-360,-4-14-90,-25 40 90,17 14-1619,-28 17 1439,33-5-2968,-15 27 3148,31-12 0,-3 47 0,11-5 0</inkml:trace>
  <inkml:trace contextRef="#ctx0" brushRef="#br0" timeOffset="14500">14336 1366 9062,'-2'4'1169,"15"15"-1439,15 8-450,2-1 1,3 0-1,-4 0 1,1-1 719,-1-2 0,0 1 0,6 7 0,-1 1 0,11 13 0</inkml:trace>
  <inkml:trace contextRef="#ctx0" brushRef="#br0" timeOffset="14714">15051 1514 7533,'-13'-14'6026,"6"9"-7195,-15 28 1259,18 4-1035,-14 4 1,-2 2-945,4 10 1889,-4-9 0,-1 2 0,-17 20 0,16-22 0,0 0 0</inkml:trace>
  <inkml:trace contextRef="#ctx0" brushRef="#br0" timeOffset="15847">15936 1132 7533,'-7'-14'2069,"2"4"1439,-1-1-2969,5 8-629,-4-8-1079,5 11 89,0 0 1,16 22 0,5 5-1</inkml:trace>
  <inkml:trace contextRef="#ctx0" brushRef="#br0" timeOffset="15999">15912 1353 7533,'-19'-6'3688,"1"0"-3598,12 6-3688,6 0 3598,6 0 0,39-11 0,9-2 0</inkml:trace>
  <inkml:trace contextRef="#ctx0" brushRef="#br0" timeOffset="17482">17068 923 7533,'0'-25'4497,"0"1"-3957,0 10 629,-10-8-809,1 19 0,-25-13-180,7 15-135,-17-2 0,-9 0-450,-9 7 0,-4 3-220,14 1 0,-3 3 1,3 0 84,-17 8 0,6 2 360,20-4 0,10 4-719,10 30 989,17-34 0,28 45 90,6-30 0,4-1-135,-7-1 0,2 1 269,26 15 1,2-5-45,-4-6 90,1 2 0,-1 0-91,-5-6 91,-7 4 0,-4-2-270,-13-9 1065,-4 26 284,-53-22-1349,1-8 0,-7-3 45,-17-6 0,-3-3-180,11-2 0,1-1 270,-10-4 0,4-2-135,6 1-450,7-3 0,3 0 360,9 2-2878,-10-5 2878,44 6 0,32 6 0,23 1 0</inkml:trace>
  <inkml:trace contextRef="#ctx0" brushRef="#br0" timeOffset="17648">17241 1735 7533,'-32'-25'6656,"13"12"-8635,3 2 1979,15 5 0,-5-6 0,6-7 0</inkml:trace>
  <inkml:trace contextRef="#ctx0" brushRef="#br0" timeOffset="26364">1575 3642 7533,'-7'-19'-540,"-4"7"1439,10 1 181,-5-7-900,6 9-90,0-13 90,6 21-180,1-5 180,0 12-1,-2 22-179,-5-5 135,0 15 0,0 4-45,0 8 45,1 10 0,-2 2-293,-1-27 0,-1 1 68,1 13 0,0 7 0,-1-6 45,-4-15 0,1-1 0,3 33 0,-1-2 45,-7-16 0,10 10 0,-5-40-450,6-8 450,0-11 0,0 0-1079,0-16 406,0 6-317,0-19 720,0 10 270,6 0 0,1-26 0,5-2 0</inkml:trace>
  <inkml:trace contextRef="#ctx0" brushRef="#br0" timeOffset="26798">1575 3544 7533,'-12'-31'1709,"-1"-5"-540,6 5-1079,7 10 540,24 4-361,25 17-269,-6 0 135,2 5 0,0 1 45,-6 3-225,17 7 0,2 7-45,-25-1 0,-2 2 45,8-3 0,-4 4 45,-12 5 0,-12 3 0,-44 29 0,13-13-90,-23-8 1,-10-3-181,9-13 0,-2-3 135,-9 4 0,1-2 90,9-7 0,3-4-405,-21-2 180,47-11-179,-12 0 179,27 0-1079,6 0 989,9-5 360,28 3 0,19-20 0,-20 12 0,0 0 0</inkml:trace>
  <inkml:trace contextRef="#ctx0" brushRef="#br0" timeOffset="27167">2302 3889 7533,'-25'-30'3508,"17"9"-3149,3-2 361,39 11-540,23 5-450,-15 3 0,3 3-45,0 2 1,-1 3-1126,4 1 1,-6 2 90,-1 6 1349,-8 5 0,-66 11 0,-8 4 0</inkml:trace>
  <inkml:trace contextRef="#ctx0" brushRef="#br0" timeOffset="27365">2202 4184 7533,'-40'-19'4947,"18"7"-4767,30 1 270,43-2-271,-20 5-224,14-3 0,2 0-134,3 3-1216,15 2 1,2 0 944,-10 1 365,-6 2 1,0 6-1,4 13 1,8 4-1</inkml:trace>
  <inkml:trace contextRef="#ctx0" brushRef="#br0" timeOffset="28064">3544 3729 7533,'-7'-25'0,"-4"-5"809,-12 4-809,7 7 630,-40 2-540,31 21-2651,-11 1 1,-2 3 2650,7 7 90,-21 14 1409,16 1-1589,-13 19 90,14-3 859,-5 2-1039,22 15 180,10-25 0,4 11 0,3 0 90,7-4-90,5 9 0,1 0-90,3-13 0,3 2 0,4-1-360,11-9 270,30-15 0,5-9 270,-9-11-180,11-11 0,-6-11 1052,-30-21-1052,9-4 45,-19 6 0,-2 0-781,1-5 826,-5 6 0,-2-2-507,-3-11 507,-12 9-45,-6 3 0,-8 0-90,-7 11 0,-3 2 45,4-5 0,-4 2 703,-14 0 0,-5 8-1963,-18 9 1260,25 10 0,1 6 0,-14 32 0,24 18 0</inkml:trace>
  <inkml:trace contextRef="#ctx0" brushRef="#br0" timeOffset="28265">3335 3950 9332,'0'25'3148,"33"32"-3508,-12-27 0,4 0 360,18 19 0,6 0 0,-5-15 0,1-3 0,3 1 0,1 0 0</inkml:trace>
  <inkml:trace contextRef="#ctx0" brushRef="#br0" timeOffset="28849">4073 4369 8162,'-14'-14'2609,"3"-2"-1890,28 3-719,-7-1 270,40-31-360,-21 13 0,0-4-45,6-16 1,1-3-91,-1 3 0,-3 2 180,-15 12 0,-3 2 135,8-14 90,-20 40-180,-2-1 180,-2 34-1,-3 27-89,10-13 0,1 1-270,-3 22-180,6-22 1,3-2-1980,13 9 2339,-4-5 0,41-39 0,-9-30 0</inkml:trace>
  <inkml:trace contextRef="#ctx0" brushRef="#br0" timeOffset="29249">4898 3815 7533,'-21'-40'2158,"5"11"-1348,21 51-360,8 34-630,-5 11 45,1-26 0,-2 2-495,-5 0 1,-2-3 449,5 16-810,-1-6 1,-2-2 719,-1-10-719,10 30 989,-9-46 0,3-26 0,-5-25 0</inkml:trace>
  <inkml:trace contextRef="#ctx0" brushRef="#br0" timeOffset="29665">5033 3729 7533,'6'-55'989,"-1"0"1,10 4-1,6 1-360,7-2 1,7 5-90,6 15 0,5 7-361,4 7 1,-1 7-90,17 13-45,-25 11 0,-3 3-45,-8 0-135,-1 6 1,-1 1 44,-6-6-360,7 22 360,-23-24-270,-6 30 360,-12-27-180,-29 38 135,4-32 0,-5-3 315,-11 10 0,-3 1-1337,-4 3 1,2-3 1291,15-10 0,4 2 179,-1 5 1,12 4-225,22 19-855,15-12 1,12-1-496,21 3 1,10-3-697,-11-12 1,3-2 0,-2-2 1865,10 6 0,-1-1 0,2 0 0,-4 1 0,-17-6 0,1-1 0</inkml:trace>
  <inkml:trace contextRef="#ctx0" brushRef="#br0" timeOffset="32882">1489 5267 7533,'-26'0'2158,"8"0"-1528,13 0-180,5 5-270,0-3-90,11 19 90,-9-5-1,15 36-89,-16-17-180,2 10 1,0 2 178,-3-1-359,0 11 1,0 0 269,0-11-360,0 1 0,0-2 90,0-10-179,0 6-181,0-29-359,0-6 449,0-6 540,5-6 0,8-17 0,6-9 0</inkml:trace>
  <inkml:trace contextRef="#ctx0" brushRef="#br0" timeOffset="33265">1550 5218 7533,'-7'-62'1799,"2"17"-360,16-7-180,25 25-539,27 2-540,-25 28 0,0 5-1,25 3-134,-29 10 0,-5 3 45,-6-2-315,0 7 1,-6 5-46,-25 30 225,-11-20 0,-5 0 90,4-11 0,-5-2 0,-15 1 0,-1-7-45,7-4-45,0-6 0,0-1-45,2-1-900,-36-1-1618,45-6 2608,0-6 0,68-17 0,-12 7 0,1 0 0</inkml:trace>
  <inkml:trace contextRef="#ctx0" brushRef="#br0" timeOffset="36165">10054 3594 7533,'-12'-27'0,"5"4"2158,-4 11-269,10 5-1079,-10 1-360,9 6-270,-3 17-90,5-2-225,0 25 0,0 5-315,0-1 90,0 1 0,0 10 1,0-9 179,0 0-315,2 9 0,1-3-441,-1-23 307,3 12-541,1-17 541,-5-5 449,10-7 180,-10-28 0,2-24 0,0-13 0,-3-12 0,0-1 0</inkml:trace>
  <inkml:trace contextRef="#ctx0" brushRef="#br0" timeOffset="36449">10042 3605 7533,'0'-57'674,"0"14"1,0 0-405,0-2 494,7 1 1,3 2-495,-1 6 809,31-10-899,-19 26 180,31 8-90,-29 7-135,10 17 0,1 9 44,9 25-314,-18-20 1,1 2-181,-1 14 0,-5 1 135,-11-5 0,1 7 0,-3 1 0,-13-2 90,-1 15 0,-16-18 0,2-14 450,-31 19-180,22-29-225,-8-4 0,-3-4-764,-3-15-91,-11 0-269,27-12 1169,26 4 0,26 2 0,16 6 0</inkml:trace>
  <inkml:trace contextRef="#ctx0" brushRef="#br0" timeOffset="36899">10399 4011 7533,'-13'14'3328,"6"3"-1709,-4-5-1349,4-3 989,-5 2-1259,6-11 360,1 0-720,5-6 0,0-17-989,16-16 0,10-12 809,1 14-449,29-3 899,-20 19 90,13 2 270,3 8 269,-12 11 900,3 0-539,-18 0 359,-14-6-1079,-11 0 270,-6-23-180,-6 2-270,-2 1 180,-20 4-270,7 31-540,-16 21-989,23 33 224,14-18 1,6 3 1394,13 4 0,10-4 0,3-15 0,6-6 0,8-5 0,0 0 0</inkml:trace>
  <inkml:trace contextRef="#ctx0" brushRef="#br0" timeOffset="37448">10891 3925 7533,'-6'-24'6476,"0"-1"-5127,-1 12-1439,2 2-180,5 11-179,0 33-811,0-9 451,0 24-91,5-18 181,-4-5-540,15 5 1348,-2-10 901,16-24-540,-4-12 584,-4-19 0,-3-5-314,-2-6-1260,10-12 450,-26 40-269,5 23 179,-6 9-180,0 22-989,5 7 629,8 8 900,17-18 899,19-38-494,-17-17 0,-2-7 89,1-6 1,-4-1 89,-4 3 1,-4 3-945,-1-1 0,-12 28-1349,-1 47-3238,-3 21 4767,9 2 0,-8-16 0,1 0 0,2-11 0,0-1 0</inkml:trace>
  <inkml:trace contextRef="#ctx0" brushRef="#br0" timeOffset="37999">10091 5267 7533,'-12'-25'2248,"5"23"-1978,7 43-180,1 2 0,0 8-270,0-5 0,1 3 0,0-1-2216,1 21 1,-1-4 1855,-2-13 1,1-5-838,10 16 1377,-10-53 0,2-37 0,0-19 0,-3-11 0,0-1 0</inkml:trace>
  <inkml:trace contextRef="#ctx0" brushRef="#br0" timeOffset="38283">10128 4910 7533,'0'-31'1619,"-6"-10"360,27 13-1530,6 4-89,13 13 135,-1 20 0,1 9-271,-11 3 1,-2 3-225,5 1 0,-1 4 135,1 17 0,-8 4-450,-15-10 1,-7 0-91,-4 13 0,-7-1 180,-3-14 0,-6-6-180,-13-8 1,-3-7-766,-23-6-89,-4-22-90,16 3 899,15-5 450,19 8 0,28 10 0,3 2 0</inkml:trace>
  <inkml:trace contextRef="#ctx0" brushRef="#br0" timeOffset="38749">10436 5649 8882,'-21'13'4228,"-6"3"-3509,13-14-719,0-8-989,8-18-630,35-14 449,11-1 900,0 9 0,-8 17 1,3 3 449,24-4 269,-21 3 1,0-1 899,24-7-899,-32 0-90,-19 1 270,-11 0-361,0 4 541,-6-20-630,-1 18 449,-21-24 1,-5 30-720,0-1 270,-6 29-630,24 3 90,-8 31-1079,16 5 720,1 2-361,14-15 1,6-2-360,19 13 1079,-15-23 0,3-2-449,31 11 809,-24-22 0,34-23 0,-2-11 0</inkml:trace>
  <inkml:trace contextRef="#ctx0" brushRef="#br0" timeOffset="39332">11063 5501 7533,'0'-21'5217,"-5"-11"-4048,3 28-989,-3-13 180,-1 28-630,-1 19-1079,0 26-990,2 14 540,10-2 1979,13-30 0,-2-16 0,23-49 180,-12-13-1,10-6 316,-18 0 0,-2 2-406,4 14 136,-9-10 0,-1 1-45,1 18-540,-10 12-90,2 8-90,-9 35 270,-1-13-899,5 36-360,1 2 809,17 5 900,20-27 899,19-65-1079,-27 5 0,0-4 494,-1-10 1,-2-5 539,-1-1 1,-2 2 1123,4-8-2158,-4 3 360,-17 40-900,-6 24-2942,0-3 3392,0 14-3328,11 23 539,8-3 2699,7 7 0,37-49 0,3-29 0</inkml:trace>
  <inkml:trace contextRef="#ctx0" brushRef="#br0" timeOffset="50532">1550 7088 8252,'-7'-14'1260,"-4"-2"-811,10 4-269,-10 4 0,10-9 0,-4 16-90,5-10 0,0 4 0,-5-5 270,3 5-540,-3 1 180,-1 1-90,5 3 0,-10-3 90,4 5 0,-17 5-180,-2 8 180,1 1 180,-10 15 0,-7 7-180,12-7 269,-2 3 1,2 3 90,1 13-180,-7 9 0,19-13 0,5 3-45,9-9 0,3 3-90,1 22 0,5 2-180,10-9 0,5-4 180,-7-12 0,6-4-405,18 0 0,9-11-1516,0-24 0,1-7 1876,-3 12 0,0-5-135,20-28 1,-6-9 395,-19-3-127,-5-3 1,-2-2 135,-7 2 90,-7-9 0,-2-6 134,-7 14 1,-5-2-495,-9-19 0,-9 0 135,-7 14 0,-7 5-1035,-10 3 1,-6 7 1581,2 10 0,1 6-3560,-17-6 2878,21 14 0,25 28 0,11 3 0</inkml:trace>
  <inkml:trace contextRef="#ctx0" brushRef="#br0" timeOffset="50700">1452 7285 8342,'-7'37'1979,"2"-5"-450,27 25-1349,-6-31 135,7 10 0,6 0-1485,4-14 1,1-3 1169,-4 9 0,2 0 0,6-5 0,0-3 0,11 10 0</inkml:trace>
  <inkml:trace contextRef="#ctx0" brushRef="#br0" timeOffset="51332">2154 7839 8162,'-7'-19'1799,"1"1"-1169,17-5-630,3 8 225,7-13 0,5-6-90,2-2 0,0-4 89,5-13 1,-1-2 0,-3 6 0,-3 3 944,-1-8-989,-14 43 0,-11 57-540,0 14 405,2-26 0,1 2-765,2 10 1,2 0-810,5-12 0,1-1 1529,7 31 0,36-68 0,-29-21 0,-1 1 0</inkml:trace>
  <inkml:trace contextRef="#ctx0" brushRef="#br0" timeOffset="51833">3101 7335 9242,'-37'45'854,"20"-5"1,3 6-900,0 9 0,3 1 45,4-6 0,1 0-360,2 5 0,3-7-1259,12-10 450,3 3 1169,5-42 0,-1-46 0,-6-12 0</inkml:trace>
  <inkml:trace contextRef="#ctx0" brushRef="#br0" timeOffset="52215">3101 7076 7533,'5'-38'2248,"24"-25"-898,16 20-1126,-21 18 1,4 1 135,19 3 0,3 8-135,-7 12 0,0 5-45,14-1 0,-2 8-136,-12 12 1,-10 8-135,-17 3 1,-8 2-271,-12 28-180,-28-8 0,-15 1 225,1-9 1,-5-1 299,10-8 0,-2 2 1,0-2 553,5-8 1,-1-1 0,5-1 719,-4 7 0,9-1-809,15 17-585,31-18 0,14-2-989,18-4 0,9-6-1,6 2 1,0-4 909,-8-5 0,-5 0 1,-13-1-1,-6 1 1,-2 11-1</inkml:trace>
  <inkml:trace contextRef="#ctx0" brushRef="#br0" timeOffset="54031">9968 6977 8612,'-21'-13'1709,"0"13"-1619,14 14 90,-11 43 90,4 9-225,5-30 0,0 4-90,0 20 0,0 1-135,5-14 0,0 0-45,-2 5 0,1-3 135,5 15-629,0-46 359,0-18-180,6-18-449,-5 3-450,10-24 1439,-4 22 0,5-39 0,1 9 0</inkml:trace>
  <inkml:trace contextRef="#ctx0" brushRef="#br0" timeOffset="54482">9919 7039 7533,'0'-41'0,"6"18"1619,-5-22-1259,4 30 269,-5-3 541,6 7-991,-5 9 271,10 8-90,-4 29-360,-1-4 45,-1 4 0,1 3-360,0-2 0,0-2 225,3 28-495,4-23 1,1-4 404,-4-14-539,24 3 449,-19-30-180,24-41 450,-22 4-135,3-11 0,0-2 225,-5-8 0,-6 20 0,1-7 0,-1 3 449,2-7 1,-3 3 584,-1-2 1,0 6 134,4 1-899,-11 95-225,-5 1 0,-1 9-285,3-8 0,1 4 0,-1-2-624,-3 9 1,-1-3 593,4-3 0,1-7 0,2-5-900,5 10-1051,13 10 962,-2-15-810,24 8 810,-13-41 1169,-1 3 0,12-40 0,-11-13 0</inkml:trace>
  <inkml:trace contextRef="#ctx0" brushRef="#br0" timeOffset="54781">10559 7150 7533,'0'-26'0,"-6"-8"0,5 24 3508,-16-7-2969,9 17 361,-26 33-765,19-1 0,3 5-45,-4 15 0,6 4-810,7 2 0,11-3-449,14-7 0,11-15 809,7-26 0,4-17 810,0-16 0,-5-13 179,-3-18 1,-12-6-270,-20 7 0,-7 3-360,4 13 0,-7 8 269,-50 3-1168,37 29-1620,-38 23 2519,47-6 0,-1 33 0,25-10 0</inkml:trace>
  <inkml:trace contextRef="#ctx0" brushRef="#br0" timeOffset="55399">11125 6621 7533,'0'-40'2248,"0"6"-1798,0 27 450,0 2-1,-5 48-539,-2 23-270,3-31 0,1 4-45,-1 24 0,2-2-3835,2-1 3565,0-13 1,0 1 89,0-3 0,0-3 925,0 16-1555,0 10 1,0 0 584,0-16-45,0-2 0,0-15 585,0-33-270,-5-43 0,-19-20 1634,8 20 1,-6 1-1455,-7 9 0,-4 7 359,-24 4-359,8 18 989,2 47-1079,25 1-90,-1 7-1080,24-16 1,9-1-1619,27 12 1258,-3-18 1,6-4 1349,1-7 0,1-8 0,2-13 0,-1-7 0,-7-5 0,0 1 0</inkml:trace>
  <inkml:trace contextRef="#ctx0" brushRef="#br0" timeOffset="55760">11236 7347 7533,'-6'-34'6206,"-1"1"-5576,-5 42-630,5-6 90,1 20-540,6-9 360,0 4-899,0 16 539,6-16-1439,17 27 1439,-6-30-1259,28 2 1169,-7-22 361,2-3 268,-10-16 1,-3-8 1260,2-23 224,-12 17 0,-4 1-225,-7-7-989,-13 22 0,-17 39-360,9-2-1349,-8 26-1530,16 8 2160,1-8-2070,23 16 2429,-2-35 360,21 18 0,-4-42 0,6-8 0,4 4 0,1 1 0</inkml:trace>
  <inkml:trace contextRef="#ctx0" brushRef="#br0" timeOffset="56065">11777 7310 7533,'0'-59'3238,"0"1"-2968,0 38 1619,-5-20-1530,-2 24 1,-5-13 899,-6 22-899,9 2 180,-18 5-360,23 5-540,-18 19-180,20-8 271,-3 40-181,10-31 0,2 11 0,4 2-1349,21 10 1619,-16-18 1,1 1-136,6 2 0,0-2 1304,5 16 361,-20 2-271,-51-19-1214,9-19 0,-4-4-1214,-4-3 0,2-1 1349,-9 2 0,87-27 0,-1 8 0,1 1 0</inkml:trace>
  <inkml:trace contextRef="#ctx0" brushRef="#br0" timeOffset="56799">12601 7063 7533,'-22'41'809,"1"-1"1,3 17-1,4 5-629,6-10 0,2 3 0,2-3-90,2 15 0,4-6 90,3-16 0,3-13-90,0-22-360,14-57 180,-19 10-135,5-23 0,0-4-45,-1 5-194,-4 7 0,-1-11 0,0 3 284,0 12 0,-1 1 1,1 0 208,-2-4 1,0 0 0,0-3 105,0-1 0,2-4 0,-1 2 0,1 9 270,1 6 0,1 2 269,0-31 1,4 13 140,5 43 264,16 15-719,14 32-270,-1 2-270,-5 0 0,-1 1 90,-4-4 45,-6-4 0,0 3-315,9 29 450,-13-20 378,-7 4 1,-7 4-289,-12-11 0,-8-1-585,-14 6 1,-8-4 269,-9-8 0,-4-9-90,-4-11 0,0-8 135,16-9 0,2-4-989,-23-18 629,45 10-1349,-10 2-809,37 12 2608,26 28 0,3-4 0,7 3 0,-9 0 0,-1 0 0,1 0 0</inkml:trace>
  <inkml:trace contextRef="#ctx0" brushRef="#br0" timeOffset="57416">12995 7224 7982,'-38'-7'3868,"-9"12"-2968,9 20-630,0-3 449,-3 34-539,20-32-225,10 15 0,10 2-495,30-3-674,-5-11 0,4-6 764,25-15-270,10-31 451,-41-2 89,6-36 360,-24 26 0,-6-1 809,-4-13 0,-6 0 270,-6 10 1,-2 4-810,-9-15-91,-4 36-808,37 25 269,20 5 90,-1 7-450,12-4 1,4 0 269,15 14 449,-15-8 1,-4 3 630,4 25-540,-17-7 180,-33 2-360,2-18 89,-14 13-179,9-21-359,2 9 269,6-21 90,12 3-1709,23-44 629,-8 7 1,3-5 1169,10-20 0,0-3 90,-7 4 0,-2 3 359,-3 8 1,-3 4 719,-1-16 180,-11 41 1260,-2-6-1710,-16 60-809,3-17-315,1 13 0,2 6-1484,6-5 0,3-1 1619,5 4 0,7-3 0,18-4 0,8-6 0,7-11 0,0 0 0</inkml:trace>
  <inkml:trace contextRef="#ctx0" brushRef="#br0" timeOffset="58331">13636 7433 9152,'-14'-7'3328,"24"2"-2249,45 5-719,-5-6-405,1 3 0,1-6-315,-9-12 1,-3-5-1,4-1 0,-3-5 180,-6-10 0,-10-2 90,-8-9 360,-30 2-270,-5 38 900,-35-5 359,-5 16-1259,17 15 0,1 3-90,-12 9-135,26 8 0,7 8-360,12-5 1,6 3-1382,7 12 0,4-1 1921,-3-12 0,4-3-691,16 5 0,4-8 646,-3-16-450,35 7 450,-33-17-1899,28-28 2079,-36 6-816,17-36 816,-24 23 1808,9-17-1268,-17 20-90,-2 7 855,-16 8-1305,8 16 3353,-24 19-2993,12 13-270,-5 9-91,9-9-538,11-8 269,6-21 843,12-3-1203,29-55 630,-20 23 0,0-2-135,-1-5 0,-1-2 315,-1-2 0,-3 2 179,-6 0 361,8-17-360,-17 32 449,0 0-1169,-6 24 90,0-6-449,-6 24 359,5-6-540,-4 32 631,5-24-2340,0 39 1979,0-38-1888,11 39 2068,-9-34 360,15 17 0,12-41 0,11-3 0</inkml:trace>
  <inkml:trace contextRef="#ctx0" brushRef="#br0" timeOffset="58682">14718 7162 7533,'7'-67'2788,"-5"28"1,-4 6-991,-11 11-268,-17-3-2880,-14 47 630,21 4 1,2 5 90,-11 31-181,22-21 0,4-1 1,6-1 269,7-4 1,2 0 179,6 7 225,9-1 0,4-1 1214,13 3-899,3-1 3058,-15-25-359,-39-28-2519,0 2 1259,-53-14-810,-2 15-1618,-1-3 674,27 14 0,5 5-1664,10 0-4318,1 21 6117,41-9 0,42 10 0,-19-17 0,1-1 0</inkml:trace>
  <inkml:trace contextRef="#ctx0" brushRef="#br0" timeOffset="58816">15013 7494 7533,'0'-24'9624,"0"-12"-10793,-5 14 1169,-8 5 0,-5 7 0,-7 8 0</inkml:trace>
  <inkml:trace contextRef="#ctx0" brushRef="#br0" timeOffset="63481">1415 8971 7533,'-7'-19'2338,"-4"6"-1528,10 13-630,-5 7 270,6 38-271,-5-13-2215,2 17 1,-1 5 2035,-8 5 30,6-13 0,0 8 0,0-5 347,-1-12 1,1 1-558,-1 18 0,1 8 0,1-8-315,1-16 1,1-3 359,0 16 0,6-6-405,9-19-269,-4-22-990,20-23 2476,-24 8 0,9-21 0,1-8 0,-1-29 0</inkml:trace>
  <inkml:trace contextRef="#ctx0" brushRef="#br0" timeOffset="63932">1402 9032 7533,'0'-54'1859,"-1"1"0,11 7 0,9 7-1365,7 14 1,5 8-315,30 4-270,-18 18 0,0 8 90,-8 6 0,0 6-270,9 6 0,-1 0 45,-9-4 1,-4-1-136,17 25 450,-29-30-360,-17 29 90,-35-8 360,7-12 0,-5 1 44,-11 0 1,-2-2 450,4 0 0,2-2-405,-12 19 539,26-17 1,5 4-541,9 11 1,7 3-630,2-5 1,3-1 314,-1 4 0,9-5-1395,24-7 1,8-10 674,-5-16 1,2-3 764,12 9 0,0-4 0,-9-17 0,-3-6 0,22-13 0</inkml:trace>
  <inkml:trace contextRef="#ctx0" brushRef="#br0" timeOffset="65500">9673 9193 7533,'-19'17'3418,"6"8"-2789,19-10-449,-3 1 450,29-27-180,-4-30-450,4 10-135,-12-5 0,-5-2 45,-7 3-45,6-12 0,-1-3-45,-3-9-118,0 5 0,2-12 1,0 4 72,-2-2 0,0 1 764,-3 14 1,-1-1 0,1 5-405,1 2 0,0 12 1075,-1 20-940,10 28-90,3-2 449,15 37-1348,-13-22 224,3 13 0,1 4-134,2 16 134,-9-24 0,-1 3-585,-4 4 1,-4-1-45,-8-8 0,-3-1 449,-3 11 1,-4-1 314,-13 11 460,-9-6 1,-17-41 0,-5 6 0</inkml:trace>
  <inkml:trace contextRef="#ctx0" brushRef="#br0" timeOffset="66066">9944 9045 7533,'-26'-38'899,"2"-3"271,6 4-811,10 9 181,-9 0 180,16 15-451,1 6 541,12 2-90,24 5 449,15 11-809,12 3-450,-13 5-315,-16-7 0,1-1-1214,18 3-90,10-2 1169,-21-7 271,-24-5 538,-12 0-269,-17 17 0,8-8 630,-14 15 719,11-1-89,-7 14-811,6-3-719,2 2 270,10-13-269,2-15-91,17 3 180,12-38 180,4-13 270,-3-1 539,-8-21-629,-15 45 1439,4-28-180,-12 35-1528,0 10-991,5 32 1,2 12-1755,3-13 1,4-1 2833,23 15 0,14-68 0,-27-4 0,1 1 0</inkml:trace>
  <inkml:trace contextRef="#ctx0" brushRef="#br0" timeOffset="66499">10940 8479 7533,'0'-67'3508,"0"15"-2789,0 15 451,0 21-811,0 16 91,0 21-450,0 23 0,0 4-90,0-2 0,0 0 90,0 4-225,-2 13 1,-1 6-1,2-13 0,0-1-90,-2 10 0,1-2 405,1-18 0,2-6 450,-1 1-540,-17-55 0,-14-12 180,-20-18 629,-10 13-809,16 21 1799,4 24-1439,16 6 1889,1 38-1710,4 9-899,21-22 1,8-1-676,4-6 1,7-5-46,10-8 1,3-6-1349,19 0 2428,5-12 0,-2-45 0,-20 15 0,0 1 0</inkml:trace>
  <inkml:trace contextRef="#ctx0" brushRef="#br0" timeOffset="66682">11137 9057 7533,'-12'-33'9534,"5"10"-8095,18 12-2068,31 4-1620,-5 4 0,1 0 2249,30-3 0,-23 4 0,6 0 0,-1 1 0,16-3 0,0 1 0</inkml:trace>
  <inkml:trace contextRef="#ctx0" brushRef="#br0" timeOffset="67316">12084 8984 7533,'-39'-7'2428,"10"1"-179,62 6-2069,15 0-135,-4-6 0,4-5-45,-3 1 0,-3-5-720,-7-10 1,-6-5 269,1-22 810,-65-2-1,-3 41 1,-6 10-45,-5 4 0,1 7 0,6 2 0,3 7 134,2 13 1,6 3-90,7-2-360,2 12 0,10 4 0,38 15-315,-2-20 0,9-3-585,20-12 1,7-11-765,8-8 0,1-10 1500,-10-5 1,-4-6 0,-9-9 0,-7-5 0,8-23-1</inkml:trace>
  <inkml:trace contextRef="#ctx0" brushRef="#br0" timeOffset="67616">12761 8356 7533,'-19'-40'6026,"2"11"-4137,-1 57-1529,8 5 0,1 8-315,-4 23 0,1 3 45,5-14 0,0 2-1847,1 0 0,0 4 1,2-9 1576,2 13-1080,-1 3 1,1-1 1634,2-14-1410,3-12 1,5-3-1574,11-9 2608,2 2 0,13-55 0,-9-9 0</inkml:trace>
  <inkml:trace contextRef="#ctx0" brushRef="#br0" timeOffset="67865">12959 8910 7533,'-13'-19'7106,"1"6"-6747,5 8 361,2 16-810,5-3-450,0 32-2878,0 5 450,0 12 2069,0-8 899,0-19 0,16-17 0,5-8 0</inkml:trace>
  <inkml:trace contextRef="#ctx0" brushRef="#br0" timeOffset="68501">13192 8848 7533,'-7'-19'0,"2"7"3778,-1 1-1890,5 9-1618,-5 13-90,6 4-630,0 42 1,0-31 269,0 9 0,0 3-1799,6 9 1259,1 4 720,22-15 90,3-64 0,7-19-90,-9-12 315,-15 17 0,-1 5-135,0 11 809,10-36-809,-12 46 1080,-5-13-991,-2 22 451,-5 13-1080,0 24 360,0 15-540,0-5-449,0 21-90,11-14 899,8 5 540,18-28-181,7-59-179,-11 2 315,-10-7 0,-1-5 135,-5 10 0,-1 0 674,3-2 0,0 2 46,6-20-990,-9 50-450,-14 47-630,3-9 1,1 4-676,-3 9 1,1 1 135,2 1 0,0-3 1439,1 14 0,-2-36 0,-5-38 0</inkml:trace>
  <inkml:trace contextRef="#ctx0" brushRef="#br0" timeOffset="68765">12982 8627 7533,'-28'-39'1049,"40"-13"0,42 7 1</inkml:trace>
  <inkml:trace contextRef="#ctx0" brushRef="#br0" timeOffset="76816">1341 10645 7533,'-12'-32'1889,"5"8"-1889,2 6-90,5 11 0,0 2 180,0 5-270,5 0 90,-3 0 180,3 0 360,-5 5-91,0 2-269,0 0 0,0 4 0,0-4-180,0 0 450,0 25-90,-5 30-270,-1 1 0,-1 8-180,3-22 0,-1 2 0,0-2 90,-1 18 0,0-2 0,2 0 0,2-9 0,2-18-359,0 29-361,6-56-989,1 0 1799,0-19 0,4-43 0,-4-2 0</inkml:trace>
  <inkml:trace contextRef="#ctx0" brushRef="#br0" timeOffset="77283">1366 10571 7533,'0'-53'1529,"0"1"0,8 3 0,6 5-719,24-14-630,25 30-91,-11 29-44,-12 13 0,-1 6-315,-8 4 1,-1 3-316,3 6 0,-3 3 315,-2 7 1,-9-1 449,-12 6-91,-13-9 1,-6-5-90,-4-15-135,-10 10 1,-4 3 44,1-8 0,0-3 45,2 2 0,-1 1 180,-9 7 0,1 1 269,9-5 1,3 2 135,0 4 0,2 3-316,2 4 1,9 0 315,35 23-630,0-37 0,3-3-90,27 7-899,15-18 629,-41-1-1709,30-9 2159,-14 9 0,-4-10 0,-6 5 0</inkml:trace>
  <inkml:trace contextRef="#ctx0" brushRef="#br0" timeOffset="77551">2141 10805 7533,'-12'-39'6116,"5"15"-5576,34 18-360,-8 8-630,15 6 0,1 0-539,-5-5 449,9 7 0,2 2-899,-9-4 719,5 1 1,0 0-630,-2 3 1349,1 0 0,-23 0 0,-15 1 0</inkml:trace>
  <inkml:trace contextRef="#ctx0" brushRef="#br0" timeOffset="77783">2141 11063 7533,'-52'6'6026,"16"-5"-5126,47 10-451,38-9-449,-5 3-360,0-4 1,-3-2 359,-9 1-1529,5 0 0,0 0 809,-7 0 720,38 0 0,-43 11 0,14 2 0</inkml:trace>
  <inkml:trace contextRef="#ctx0" brushRef="#br0" timeOffset="79100">2584 10694 6273,'-33'0'2699,"5"-5"-1260,15 3-90,7-3-629,0 5-270,17 0-270,-3 0 269,37 16-719,8 5 270,5 10-450,-7-6 1,1 2 134,-19-7 0,-2 1 225,7 3 0,-2 1-90,14 22 180,-46-15 450,-5 5-180,-9-18 450,-39 9-540,3-2 89,2-5 1,-4 2 225,-2 4 0,1 0-181,1-1 1,1-1-270,8-5 0,4-2-1574,-7 6 630,24-19-361,18-5-1528,18 0 2338,-3 0-1349,25-5 1799,-19 3 0,14-14 0,4-6 0,-2 1 0,-1 0 0</inkml:trace>
  <inkml:trace contextRef="#ctx0" brushRef="#br0" timeOffset="79583">3655 10559 7533,'12'-54'3508,"0"-7"-1979,1 22 0,-6 0-1079,-29 9-1800,-40 41 765,9 11 1,-1 5 404,10-7 0,1 4-1189,-12 18 0,7 1 1099,18-12 90,2 4 1,6 4 179,18 13 269,14-16 1,9 1 0,10 2 0,7-4 90,16-2 0,1-3-136,-6 3 1,-5 0 1504,-5-6 0,-12 2-200,-35 38-1124,-18-31 0,-8-4-405,5-7 0,-3-3-90,-12 0 0,2-5 0,10-4-180,-4-7 0,1 0 90,4 6-1799,-17-5 900,37-1 449,6-6 630,2 5 0,16-3 0,3 3 0</inkml:trace>
  <inkml:trace contextRef="#ctx0" brushRef="#br0" timeOffset="80616">9808 10116 7533,'-5'-30'1979,"4"-2"-1350,-5 12 451,1-2-721,3 26-179,-3-3 270,5 34-270,0-7-270,0 14 0,0 2 0,0 3-120,-2-4 0,0 10 0,0-3-15,-1 5 1,-1-1 224,1 7 0,-1 0-135,-2 6 0,1-9 315,4-19-270,-5 30-540,6-55 270,0 3-1079,0-34-270,6-8 1709,1-8 0,-1-2 0,0-4 0,0 3 0,1-1 0</inkml:trace>
  <inkml:trace contextRef="#ctx0" brushRef="#br0" timeOffset="80998">9759 9968 7533,'-6'-52'2069,"5"20"-990,6-25-180,15 31-269,27 13-450,-11 8 224,1 28 1,0 11-90,-9 0 0,-3 4-495,5 12 0,-3 1-45,-3-11 1,-6 1 89,-11 2 0,-8 0 135,-22 17 270,0-3-1,-14-25 1,-5-8 90,-20-13-315,28 1 0,-1-1 45,-34-11 0,40-6-540,-17-6-1259,25 3-1799,20-2 3148,5 11 360,41 6 0,-13 6 0,3 4 0,13 4 0,0 0 0</inkml:trace>
  <inkml:trace contextRef="#ctx0" brushRef="#br0" timeOffset="81500">10017 10694 7533,'-19'37'5037,"6"0"-4857,8-11 90,10-14-630,19-35 270,-8 0-360,24-24 270,-25 27-539,30-25 539,-5 16 45,-5 9 0,2 3-45,27-1 810,4 13 1169,-25-12-1260,-18 8 631,-14-26-361,-16-7-89,-19-15-91,-3 10-449,-5 13-180,-13 40-449,11 45-1832,11-18 0,2 1 2236,7 3 0,4 3-855,3 15 1,8-2-900,22 11 1529,-13-23 1,2-3-181,24 4-1169,10-14-720,17-13 2339,-3-2 0,-23-30 0,-4-11 0,-11-6 0,0 0 0</inkml:trace>
  <inkml:trace contextRef="#ctx0" brushRef="#br0" timeOffset="82117">10694 10608 7533,'0'-30'3867,"6"-7"-1888,-5 4-1529,5 9 270,-6 13-361,5 16-179,-4 24-899,5 16 539,-6-4-405,0-5 1,0 0-316,0 7 450,6 7 630,-5-21-180,20-34-90,0-42 135,0 11 0,0-5 315,-1-12 0,-2 0-270,-1 13 0,-2 2 179,-3 1 1,-1 5 1080,1 12-1170,-5 2-270,-1 18 90,-6 7 179,0 6-538,-6 21 89,5-11 0,-10 40-719,9-6 494,4-19 0,2-1-224,15 15 898,2-18-179,2-34 360,6-34-45,-4-4 0,-1-3-270,-6 9 0,1-2 719,13-24 1,-2 3-405,-14 16 269,1 7 1,0 2-360,-9 9 1799,3 4-1710,-11 17 181,-5 17-1169,3 36-46,-1-16 0,1 3-629,6 12 0,3 1-360,2-7 0,1-3 1124,-1-7 0,2-5 540,12 5 0,12-62 0,5-17 0</inkml:trace>
  <inkml:trace contextRef="#ctx0" brushRef="#br0" timeOffset="85999">1600 12368 8252,'0'-14'1170,"0"3"539,0 0-1529,0 8 539,0-13-449,5 14 90,2-3-180,0 5 359,4-6-269,1 5 90,-4-5-450,8 6 360,-9 0-90,0-5-90,4 4 0,-4-10 0,0 10-180,-2-5 90,1 1 90,-5 4 179,5-5-89,-6 6-180,0-5-1349,-17 3 270,-25 2 269,-22 18 900,0-3-135,14 7 0,3 1-45,0-5-1471,3 7 0,2 0 1651,8-3-305,-8 25 394,29-31-433,2 22 254,17-28-90,17 19 270,-1-21-180,35 14 179,-27-14-89,7 0 0,6 2 135,-3-2 0,1 2-90,11 1 0,-1 2 1422,-9-1 1,-2 2-1378,3 6 0,-7 1 0,-11 7 90,-4 0 0,-3 1-90,-11 1 224,-12 10 1,-6 0-315,-5-8 180,-14 11 0,-4-1-90,3-5-180,-10-4 0,-3-2-90,6-4-135,-13-9 0,-6-7 90,16-14 0,1-3 329,-4 3 0,0-4-779,-6-18 1,8-7-1486,11-22 2070,7 25 0,8 1 0,32-7 0,12 24 0</inkml:trace>
  <inkml:trace contextRef="#ctx0" brushRef="#br0" timeOffset="87865">9426 12466 7533,'-26'32'3598,"9"-8"-2969,22-17-449,4-14 360,30-45-405,-24 21 0,-1-4-225,6-8 0,4-7 0,-4 1 45,-1-11 0,-2 0 0,1 0 0,-1 2 0,-4 7 0,-4 6 315,-6 7 180,8-8-360,-11 33 0,0 13-1,0 2-448,5 20 179,-3-12 90,14 40 90,-13-25-90,10 16 0,1 2 0,-10-3 45,10 3 0,5 0-405,7 4 450,1-9 90,13-27 90,-25-25-180,19-43 0,-19 13 0,5-12 0,0-3-229,-4-6 229,-4 19 0,2-6 0,0 1 45,5-17 0,-1 2 449,-4 6 1,1 5 359,0 9 1,-1 17-495,-9 27 269,-10 54-629,3-17 45,-1 8 0,1 1-135,2 1 45,0 6 1,0 0-46,0-5 0,2 10 0,1 1 0,-1-9-315,1 11 0,-1 1 225,-2-13-450,0-4 1,0-1-360,0-2-900,0 8 1439,5-27 90,-4-5-1259,10-16 1259,-10 0 360,16 0 0,2-16 0,13-5 0</inkml:trace>
  <inkml:trace contextRef="#ctx0" brushRef="#br0" timeOffset="88331">10436 12245 7533,'-14'-27'3778,"-8"-1"-2429,8 9-899,0 5 269,-7 3-539,13 11 270,-21 17-270,14-8-360,-14 31 180,15-13 180,2 10-990,1 31 225,10-30 1,6 2 89,7 13 0,10-5 360,10-14 0,6-14 405,10-22 0,0-15 315,-4-18 0,-6-10-361,-7 2 1,-8-4 494,-9-9 1,-11 3-360,-19-9-180,5 0-630,-17 42 1,-6 6-721,-3 7 1170,-6 13 0,59 8 0,31 11 0</inkml:trace>
  <inkml:trace contextRef="#ctx0" brushRef="#br0" timeOffset="88953">10928 11555 7533,'0'-27'3598,"-6"0"-2609,5 31-989,-5 3 270,1 44-90,3-12-45,0 16 0,-1 3-45,3 3-333,0-7 1,-1 10 0,2-1-28,0-11 0,1-2 1,0 2-121,2 8 0,0 1 1,1-5 29,1-2 0,2-9 540,4-10-295,-12-80-155,-18-12 675,2 18 0,-5 1 359,-5 6 1,-4 7 135,-32 2-631,11 31 585,20 16 1,4 9-540,11-2 0,4 3-524,1 10 0,8 0-781,10-8 1,7-4 629,14 6-1394,9-24 0,4-7-315,26-5 2069,-31 0 0,1-4 0,6-14 0,-2-8 0,-15-3 0,0 1 0</inkml:trace>
  <inkml:trace contextRef="#ctx0" brushRef="#br0" timeOffset="89350">11125 12269 0,'0'-31'2579,"0"-5"2651,0 16-4151,-5 2 870,-8 40-2219,5 1 655,-1 12 0,1 5-1015,9-4 0,3 0 887,1 6 0,7-3-1426,32 12 1169,13-57 179,-27-13 1,-4-8-180,11-32 630,-21 18 0,-3 2-360,1 1 314,-5 1 1,0 1-315,-2 11 809,-2-9 360,-10 28-719,-8 17-990,5-2-629,-9 36-1260,16-4 1349,-4 4 271,5-6-1440,5-8-630,29 7 2609,7-5 0,-4-33 0,4-10 0,-3-7 0,-1-1 0</inkml:trace>
  <inkml:trace contextRef="#ctx0" brushRef="#br0" timeOffset="89665">11617 12306 7533,'21'-33'989,"11"-17"900,-22 4 90,7-16-1619,-11 11 1079,-17 10 90,-13 27-1169,2 9 0,-18 28-1,19 26-584,8-12 1,2 2-676,4 21 360,11-16 1,4-3-91,7-10 45,6 6 1,3 0 224,22 9 1260,0 5 269,-32-16-540,-41-17-449,-15-5-2056,5-7 1,1 0 1785,4 6-1395,-6-2 1,2 3 1484,12 13 0,17 0 0,36-3 0</inkml:trace>
  <inkml:trace contextRef="#ctx0" brushRef="#br0" timeOffset="90482">12417 11851 7533,'-45'18'1529,"21"21"0,7 7-1169,-2 5-270,13-5 0,2 9 0,2-8 0,-4 13 269,8 3 1,2 0-90,3-6 90,4 9-90,-4-43-270,4-18-90,-10-15-90,5-26-180,-3-5 0,-1-8 0,-1-17 1,0-6 80,0 11 0,1-4 0,0-1 369,-1 11 0,1-2 0,-1 1 0,1 3-90,-1 1 0,1 4 0,1 0 420,3-7 0,2 0 0,7 12 839,40 0-810,-16 32 1,4 9-360,13 15 0,-1 14-90,-7 13 0,-6 7-90,-2 3 0,-7 0-879,-15-14 1,-6-1 968,-1 23 337,-38-7-562,0-23 1,-8-2-1,-22 1 0,-4-2 180,17-3 0,-2-5 45,-23-11 0,2-5 180,4 4-180,25-4 0,2-2-1619,-4 1 270,27 0-1260,30 11 1529,13 2 1,5-1 1079,19 10 0,-6-5 0,10 3 0,-1-1 0,-11-3 0,1-1 0,-1 1 0</inkml:trace>
  <inkml:trace contextRef="#ctx0" brushRef="#br0" timeOffset="91133">12872 12220 7533,'-63'-14'5037,"14"3"-4048,-3 16-899,18 13 270,-19 19-90,20 14-540,9-6 180,13-4-809,22 5 269,18 1 450,0-2-315,5-19 1,6-7 404,20-15 135,-24-8 0,-2-4 45,8-15 359,-26-14 1,-10-6 539,-16-24-764,12 32 0,-1-1 270,-11-2 0,-2 3 1034,-1-5-990,-1 2-539,3 9-179,22 22-631,19 13 270,10 18 540,9 20 135,-31-12 0,-5 3-90,-2 2 0,-4 1-90,-3 3 0,-3-1-405,-1 17-89,17-27 449,3-47 90,4-10 0,0-8 225,2-10 0,-1-4 269,3-5 1,0 1-405,-8 14 0,-2 1 584,0-3 1,-2 9 1934,-2 19-1890,-2 20-1708,-6 56-1125,-6-14 0,0 2 1439,1-6 1,3 0 674,3 23 0,10-8 0,10-36 0,6-5 0,9 14 0,-1 0 0</inkml:trace>
  <inkml:trace contextRef="#ctx0" brushRef="#br0" timeOffset="92132">13500 12454 7533,'-13'-12'4227,"13"5"-3327,46-4-855,-12 1 0,3-4-540,13-8 0,0-5 180,-7-4 1,-4-2 269,-9 5 0,-6-1-225,0-24 270,-19 33 360,-32-25 359,-13 27-539,-7-10 674,11 21 1,-1 8-135,-6 15-450,-11-1 89,18 43-494,26-25 1,6 3-46,6 8 0,7 1-45,12 9 0,7-5 135,-5-20 0,4-4-315,16 7 1,0-7 134,-6-17 135,1-6 0,-2-4 45,-12-12 270,27-27 180,-31-20-91,-1 11 361,-8-12-180,-11 47-540,0-2 0,-5 23-90,-2 6 180,0 7-180,-4 6 180,10-6-360,-5 15 360,6-18-269,0 24 269,0-30 179,17 12-179,-13-21 360,23 5-360,-13-12 90,6-6 0,14-24 180,-13 2 45,2-2 0,1-3 224,-4 3 1,-2 1-91,-1-5 1,-1 3-90,7-12-180,-18 38-720,-10 41 540,-2-7-719,0 22 629,2-30-1619,5 30 540,0-21 89,0 22 720,0-25-1978,5 24 539,2-22 1799,5 13 0,6-46 0,2-12 0</inkml:trace>
  <inkml:trace contextRef="#ctx0" brushRef="#br0" timeOffset="92553">14657 12097 7533,'-13'-58'6926,"-16"16"-6566,-20 41 449,-10 27-674,29-1 0,5 6-810,9 3 1,7 0 494,5 13-90,27 14 90,30-16 270,-23-11 0,0 0 45,6-2 0,-3-1 1484,-1 19-1349,-28-26 989,-40-7-629,-26-16-990,13 5 360,10-6 0,4 0-1979,12 0-1169,-11 5 3148,44 7 0,32 7 0,-7-6 0,1-1 0</inkml:trace>
  <inkml:trace contextRef="#ctx0" brushRef="#br0" timeOffset="92666">14915 12441 7533,'-5'-19'0,"-13"34"0,-8 14 0</inkml:trace>
  <inkml:trace contextRef="#ctx0" brushRef="#br0" timeOffset="112349">17757 455 7533,'-12'-26'1799,"5"3"-1709,-3 16 0,8 2-180,-3 5-540,5 0 630,5 0 0,-3 0 0,3 0 270,0 0-90,-3 0 0,3 0-180,-5 0 0,6 0-90,-5 0 90,4 0 0,-5 5 0,0-3 0,0 9 0,0 1 180,-5 7-90,-2 38-135,1-19 0,0 1 45,2-3 0,1 2 0,1 20 0,-1 3-90,1-4 0,-1 5-139,-1-2 1,0 5-1,-1 1 94,2-13 0,0 0 0,-1 1 0,1-1 135,-1 2 0,1-1 0,0 1 0,0-2 60,-1 11 0,0-2 0,1-4-1590,3 2 1,-1-5 1484,-4-11 0,-1-2 360,3-4 0,-1-1-135,-5 5 0,0 1-90,3-2 0,-2 3 404,-8 19 1,-2 4-225,2-8 0,-1 3-888,1-5 1,-1 4 0,2-3 572,-2 4 0,1 0 75,4-12 0,0 2 0,2-2 66,-3 7 1,1 1 23,5-8 0,0 3 0,0 1-120,-3 4 0,0 1 0,1 0-120,5-3 0,3-1 0,-2 1 858,-2 1 0,-1 1 0,1-1-618,2 2 0,1 0 0,0-4-165,-1 1 0,0-1 105,-1-8 0,0 2 0,1-3 165,-1 6 0,1-2-180,-1-1 0,1 2-45,-2 20 0,-1-6 90,-1-11-135,4 11 0,-1 0 45,-7-11-45,10 12 0,1 0 45,-6-13 45,3 9 0,1 1-45,0-10 90,-1 15 0,1 1-90,2-14-120,-2-8 0,0 7 0,0-8 480,1 10-210,-4-7 0,-2 9 0,2-6-150,4-18 0,0 1-30,-6 19 0,-2 9 0,3-3 120,4 6 0,1-1-150,-2-19 0,-1 0 0,1 3 60,1 4 0,0 5 0,1-2 0,0-7-224,1-4 1,-1 1 178,0 9 0,-1 9 0,0 0 0,1-10 45,1-11 0,0 0-60,0 23 0,0 9 0,0-11 60,0-22 0,0 0 60,2 19 0,0 9 0,0-3 0,-2-16 0,1-2 0,-1 1-30,2 11 0,0 3 0,0 0 518,-1-12 1,1 1-1,-1 1 1,0 0-594,0 8 0,-1 2 0,0 0 0,1-5-251,0 1 0,2-5 0,-2 7 314,-1-4 0,-1 7 0,-1 1 0,1-3 0,0-11-18,0 4 0,0-1 0,-1-5 0,-2 10 0,0 2 0,0-2 0,2-9 45,1 10 0,-1 0-10,-2-10 1,-2 8 0,0 3 0,0 2 0,0-3 18,3-5 0,0 0 0,0-1 0,1 2 0,-2 2-199,0 0 1,-1 3 0,-1 0 0,1 2 0,0 1 0,0 0 156,1-4 1,0 1 0,1 1 0,0 1 0,-1-1 0,1 1 0,0-2-124,-1-1 0,1 0 1,-1 0-1,0 0 1,1 0-1,-1 0 1,1 0 58,-1 1 1,1 1-1,0 0 1,-1 0 0,1 0-1,-1-1 1,1 0 36,-2 5 0,1 0 0,0 0 0,-1-1 0,1-3 0,1-1 15,-1 9 0,1-3 0,0-1 0,-1 4-30,1-12 0,-1 3 0,0 1 0,0 0 0,1-1 0,-1-3-99,0-2 1,0-2 0,1-1 0,-1 2 0,0 4 89,1-2 1,-1 5-1,0 1 1,0 2-1,0 1 1,1-1 0,-1-1-14,0 0 1,1 0-1,-1 0 1,0 0 0,1-2-1,0-1 1,0-3 33,0 4 0,1-4 0,0-1 0,-1 0 0,0 3 3,-1 0 0,0 3 0,-1 2 0,0-3 0,0-5 0,1-7-30,-1 13 0,-1-1 45,-1-11 0,-3 9 0,0 3 0,0-3 0,2-9-45,-3 9 0,0 1 99,1-10 0,0 9 0,-2 3 0,1-3 0,2-10-9,-2 8 0,-1-1 0,-1 5 0,-3 10 0,1 0 0,2-10 0,5-6 0,-1 0-45,-2 0 0,-2 9 0,-1 2 0,1-3-151,3-6 0,0-2 0,1 0 0,0-2 181,-3 8 0,1-1 0,-1 4-53,2 1 1,-1 7-1,1-4 1,2-10 337,4-10 1,0-2-286,-3 9 0,-2 7 0,3-1-210,2-2 0,2-1 0,0 0 276,-2-5 1,0 0 0,0 3 15,1-2 1,0 4-1,0-1 1,1-3-84,0 2 1,0-4 0,-1-2-30,-3 12 0,0-1 120,3-16 0,1 1 0,0 0 576,-4 20 1,1 1-578,2-16 1,1 3 0,0 2-60,0 9 0,-1 2 0,1-6-105,-1-8 0,1-2 180,1 18 0,2-8 45,-1-23-135,0 3 0,0 0 45,0-8-674,0 28 584,0-40-146,0 12-843,5-23 900,-4 0-91,5 0 2379,-6 6-3728,0-4 1250,11 9 279,-8-9 0,2-18 0,-12-11 0</inkml:trace>
  <inkml:trace contextRef="#ctx0" brushRef="#br0" timeOffset="122399">18447 1046 7443,'-19'-6'1259,"6"5"-449,2-5-541,10 6 271,-5 0-270,1 0 539,3-5-629,-3 4 720,0-4-720,4 5 449,-4 0 361,5 0-630,-6 0 179,5 0-179,-5 0 180,6-6-180,0 5 269,0-5-539,0 1 0,0 3 0,6-3 0,6 5-90,23 0-180,15 0 90,3 0 45,-7 0 0,-1 0-45,2 0-270,13 0 1,4 0 314,-27 0 0,-3 0 270,11 0 0,-3 0 44,-2 0 91,-29 0 1079,-11 0 180,-11 5-1439,9 2 360,-20 16-270,13-2-450,-19 31 0,7-6-855,8-4 1,2 0-1304,-1 7 1888,6 3-2069,6-40-359,11-7 2878,8-16 0,18-8 0,7-12 0</inkml:trace>
  <inkml:trace contextRef="#ctx0" brushRef="#br0" timeOffset="124765">19443 750 7533,'-6'-13'539,"-5"-9"541,10 20 359,-5-20-1169,6 19 539,0-14-629,0 16 0,0-5-90,0 6 90,0 0-90,6 0 0,-5 6 180,5 12 90,-1 8-271,-4 11 271,2-3 0,-1 1-180,-2 10-180,-2-10 0,-1 0 90,2 24-1831,-4-14 0,-1 2 1651,5 18-295,-2-14 0,0-6 205,3-22 0,0 12 91,0-23 89,0-6-90,0 0 2740,0-6-2650,-5 0 432,4 0-612,-5 0-1169,6-6 90,0 5-900,0-9 2159,0 3 0,11-22 0,3-4 0</inkml:trace>
  <inkml:trace contextRef="#ctx0" brushRef="#br0" timeOffset="125216">19468 628 7533,'-12'-43'6116,"5"10"-5486,12 9-450,31 19 180,21 33-181,-3-4-404,-15 3 1,-4 3 224,-11-1-225,5 2 0,-2 0 315,-10-6-360,6 36 540,-17-43 0,-12 33-90,-1-35 179,-27 24 451,-17-19-495,15-11 0,-3-2-450,1-1 0,1-3 45,-13-4-1349,15 0 1079,28 0-1529,2 0 1529,5 0-2788,11 6 3148,13 6 0,42 2 0,-24-5 0,0-1 0</inkml:trace>
  <inkml:trace contextRef="#ctx0" brushRef="#br0" timeOffset="125733">20170 1144 7533,'-28'-13'2968,"1"-3"-989,20 14-1260,0-3 1,1 5-540,6 0 629,11 0-89,14-6 180,30-1-810,10-5-90,-8 0-585,-8 3 0,-2 0-404,-10-5-136,14 2 1,-1 1 225,-19 3-1,27-9-2248,-33 16 3148,-5-5 0,-31 23 0,-17 4 0</inkml:trace>
  <inkml:trace contextRef="#ctx0" brushRef="#br0" timeOffset="126053">20108 1292 7533,'-27'-14'3957,"-6"-2"-539,31 9-3058,-10 0 450,12 2-630,6 5-90,17 0-90,-1 0 359,35 0-719,-21 0 1,2 0-451,11 0 1,4 0-451,9 0 1,-1 0 854,-21 0 1,-1 0-1036,6 0 1,-6 0 990,-10 0 449,7 5 0,-29-9 0,-9 3 0</inkml:trace>
  <inkml:trace contextRef="#ctx0" brushRef="#br0" timeOffset="126666">20564 874 7533,'-27'-26'6026,"10"2"-5216,17 12-720,6 6 359,12 0-269,-4 6 180,15 0-180,-14 0 270,19 0 359,-3 6-539,2 0-180,14 12-450,-25-4 270,28 14-179,-26-13-91,33 14 270,-34-15-360,28 9 180,-35-9 450,24 3-270,-25-10 540,8 4 539,-16-4-809,-2 0 630,-5-1-630,-5-6 719,-13 10-629,3-1-225,-11 10 0,-4 6 315,-4 5 0,-2 3-570,2-2 0,-4 2 0,4-2 30,-4 3 0,2-1-225,-4 5 1,7-4-1845,18-12-2249,3 3 4498,24-20 0,20-39 0,12-13 0</inkml:trace>
  <inkml:trace contextRef="#ctx0" brushRef="#br0" timeOffset="129017">21511 1058 7533,'-19'-12'1169,"1"5"270,6 1-539,-6 6-541,5 0 991,-5 0-451,0 0 181,5 0-721,0 0 181,8 0-270,5 0 450,0 0 179,5 0-179,8 0-361,22-5-628,32-2-1,-22 1 0,4 0-180,12 2 0,1 1 90,-7 0 1,-2 1 269,-10 1 0,-5 2 1169,3 4-629,-36 2 360,-17 11-541,-1-4 1,-5 3-90,0 16 0,1 1 0,0-8-900,-2 14 1,4-2-271,8-23-359,2 19 90,5-24-1440,0 12 1890,5-20-1440,2 3 1529,5-10 720,0 3 0,6-25 0,1-1 0</inkml:trace>
  <inkml:trace contextRef="#ctx0" brushRef="#br0" timeOffset="129667">22422 874 7533,'-7'-33'4317,"-9"-7"-2788,7 25-1259,-3-3 360,1 7-720,4 10 720,-5-5-990,0 12 360,0-5-450,-6 27 0,-12 10 720,10-1 0,1 6-90,-3 4 0,0 0-135,9-11 0,1 0 269,-1 14 1,4-4-495,7-14 135,6 11 0,3-1-44,3-10 44,6-3 0,7-1-135,37 4 360,-15-12-91,-10-9 1,-1-5-90,8-12 180,-8-6 495,7-17 0,-3-5-406,-9-1-1515,12-18 0,-4-1 1606,-19 14-453,3-8 1,-2-1 272,-5 6-177,-7-6 0,-2 0 177,1 9-45,-8-8 0,-2 1-135,3 8-28,-9 1 1,-2 1 207,2 3 1411,-30-12-1771,24 31-90,-24-7-3778,20 20 2699,1-3-2191,2 10 2730,16 2 1062,-4 6 0,-6 32 0,-3 8 0</inkml:trace>
  <inkml:trace contextRef="#ctx0" brushRef="#br0" timeOffset="129883">22483 1132 18057,'26'26'-90,"20"25"-5127,4-5 5217,-7 0 0,-8-23 0,2-6 0,9-5 0</inkml:trace>
  <inkml:trace contextRef="#ctx0" brushRef="#br0" timeOffset="130867">23258 1366 7533,'-5'-25'5577,"4"6"-4678,1 7 0,12 17-629,1 4 90,0 19-180,-2-13-90,-10 30-810,-1-21 315,-6 9 1,-6 2-676,-19 13 721,-2 2-631,-2-16 540,15-21-2248,-14-1 2698,18 1 0,-7-1 0,18 0 0</inkml:trace>
  <inkml:trace contextRef="#ctx0" brushRef="#br0" timeOffset="134357">24231 886 7533,'0'-19'-1080,"0"6"1530,0 2 270,0-1-271,0-1 541,5-11-630,-3 16 539,3-14-719,-5 19 719,0-18-719,0 18 720,0-19-270,-5 9-451,3-1 361,-9-3-990,-7 10-179,-13 0-271,-18 7 630,15 7-449,-17 17 539,13 18 90,4-12 225,10 2 0,3 3-45,-11 23 134,18-11 1,1 4 135,-3 4 0,3 2-405,9 5 0,7-1-90,3-8 0,5-4 135,8-4 0,6-6-90,8-11 0,3-6 90,17 2 630,16-18 539,-14-30-405,-23 4 1,1-4-135,2-6 0,-4-3-450,2-19 269,-6-5-269,-20 30-45,0-10 0,-1 0-45,1 3-135,-6-8 0,-2-1-45,-6 7-90,-4 1 0,-1 1 90,-3 3-450,-1 0 1,-2 1-900,-9 1 1079,1-8-1439,-3 14-629,11 11 629,-2 11 1799,8 8 0,1 23 0,4 8 0</inkml:trace>
  <inkml:trace contextRef="#ctx0" brushRef="#br0" timeOffset="134615">24083 1120 12930,'48'23'1799,"-3"3"-2069,-1 0-1529,3 14 719,-20-18-1798,19 24 2878,-24-19 0,12 20 0,-14-8 0</inkml:trace>
  <inkml:trace contextRef="#ctx0" brushRef="#br0" timeOffset="134984">24858 1341 13649,'0'39'-719,"0"2"-271,-5-4-179,-13 1-990,-8-1 540,-11-13 1259,6-6 360,6-5 0,2-12 0,4-2 0</inkml:trace>
  <inkml:trace contextRef="#ctx0" brushRef="#br0" timeOffset="136048">25424 825 7533,'-6'-28'2968,"0"1"-2518,6 25-90,0-3 179,-5 5-359,3 0-450,-3 16 270,5-1 360,5 38-540,-3-18 180,0 7 0,1 2-90,-3 1-135,0 6 0,0 1 136,0-2-46,0 0 0,0-1 135,0-6-45,1 1 0,-2-3-405,-4-9-1169,3 9 360,-3-30 899,5-11 360,0-6 0,5-17 0,2-9 0</inkml:trace>
  <inkml:trace contextRef="#ctx0" brushRef="#br0" timeOffset="136450">25424 861 7533,'0'-42'3238,"6"-7"-1979,17 15-90,27 5-719,14 29-270,-14 11 0,1 7-45,-12 2 0,-5 5-225,2 7 0,-10 4 45,-17 1 0,-12 0-630,-18 2 1,-8-4 404,-20 11-45,8-20 0,2-7 135,3-10-449,-27 12-181,18-18 91,5 8-900,12-11 1169,22 0 450,17 0 0,24 5 0,17 2 0</inkml:trace>
  <inkml:trace contextRef="#ctx0" brushRef="#br0" timeOffset="137298">26039 1156 8072,'-18'-20'4408,"6"-1"-3509,12 14-89,28 0-270,12 1-361,10 6-44,-16 0 0,2 0-990,9 3 1,2 0-136,-1-2 1,1-1-495,1 3 0,-4 0 1484,3-3 0,-34-11 0,-15-3 0</inkml:trace>
  <inkml:trace contextRef="#ctx0" brushRef="#br0" timeOffset="137699">25966 1341 7533,'-19'0'359,"-5"-5"1980,5 3-900,6-3-449,2 5-810,11 0 629,11 0-539,-3 0 719,26 0-809,-12 0-90,35 5 0,-21-3-90,0 0 0,3 1-990,-1-3 1,-1 0 630,25 0-1261,-12 0 1,1 0-719,5 0 2338,7 0 0,-28-11 0,-30-2 0</inkml:trace>
  <inkml:trace contextRef="#ctx0" brushRef="#br0" timeOffset="138253">26532 972 7533,'-12'-19'4497,"5"-4"-2698,2 9-720,21 2 91,10 6-541,18 12-449,-12-5 270,30 21-450,-41-7 45,13 1 0,4 4-270,-10 3 0,2 1-135,12 2 1,3 0 404,-6 3 0,-1-1-180,-3-6 0,-5-2 135,-4-1 989,-10-2-539,-32-5 0,-32 18-540,14-11 0,-3 0 90,0-1 0,-3 2-315,-14 11 0,-1 1 180,8-5 0,2-1-360,-4 6 1,3-1-553,10-8 1,6-3 776,7-2-269,18-13-3149,5-5 270,5 0 3418,-3 0 0,19-11 0,-1-3 0</inkml:trace>
  <inkml:trace contextRef="#ctx0" brushRef="#br0" timeOffset="140602">27885 874 7533,'0'-20'1529,"6"3"-1259,-5-7-270,5 10 2878,-1-15-1709,-3 10-449,3-6-540,-5 12-90,-5-9-810,-8 8-719,-22-6 90,-27 3 1214,20 19 0,-3 5 405,-5 1 0,0 5-136,4 6 1,5 6 135,13-2 0,5 3 450,-4 29-270,33-16-3393,11 8 3213,-2-21 90,13 4 270,8 11-1,4 10-809,-2-11 90,-18-4 0,-6 1 810,-11 0-630,1 12 180,-32-15-180,6-25-180,-36 7 270,28-14-810,-38 3 540,37-10-180,-26-2 360,30-6-809,-8 6 359,15-4-1619,8 10 1169,6-5 2493,12 12-2132,1-5-1710,27 16 2159,0-9 0,2 3 0,4 1 0,-1-2 0,-1-1 0</inkml:trace>
  <inkml:trace contextRef="#ctx0" brushRef="#br0" timeOffset="140998">27812 1563 13379,'4'-30'1170,"4"4"-1125,10-6 0,5-4-270,5-6 0,1 0 135,-8 5 0,-1-1-45,11-11 0,-5 7 135,-17 19 360,8-11-450,-17 27 0,0 2-270,0 16 180,0-3 630,5 21 360,13 18-810,-8-15 90,6 2 0,1-1 89,-8-10-1708,25 24-989,-8-16 2518,11-5 0,11-30 0,2-17 0</inkml:trace>
  <inkml:trace contextRef="#ctx0" brushRef="#br0" timeOffset="141750">28895 960 7533,'-25'-32'-180,"6"13"2429,-15 8-900,-4 17-900,-13 12-449,13 2 270,11 5 0,3 7-180,6 8 0,2 1-90,-1-7 0,1 2-1696,2 24 0,6-1 1786,8-13-779,6 9 0,4-2 779,6-13-681,2-4 1,5-4 410,21-6-230,-12-12 1,3-3 1039,18-4-270,-12-13 0,-2-6 359,4-10-179,-2-11 0,-1-2-270,-4 2 1082,-1-9 0,-1-6-1262,-13 7 0,-3 0-45,0 4 0,-3-1-135,-1-21 0,-6-1-45,-7 14 0,-2 1-478,1 2 0,0 0 568,0 2 0,0 1-1242,-11-18 1107,3 26 1534,-26-24-1264,12 46-1349,-19-12-270,20 21-270,-12 1 809,23 7 990,-12 22 0,20 26 0,0-17 0,-1 0 0</inkml:trace>
  <inkml:trace contextRef="#ctx0" brushRef="#br0" timeOffset="141966">28895 1194 8342,'-8'22'5667,"20"10"-5847,4-1 0,6 0-1124,7-2 0,3-1-46,0 1 1,0-3 1349,13 5 0,0-13 0,-19-12 0</inkml:trace>
  <inkml:trace contextRef="#ctx0" brushRef="#br0" timeOffset="142717">30077 1046 7533,'-13'-25'3148,"1"6"-2069,5 7-989,1 6 90,6 1-270,0 4 270,0-5-90,0 6-270,0 6 270,0-5-90,0 16-1079,6-9 899,-5 9-360,5-10 1170,-1 4-450,-3-10 359,3 5-89,-5-12-360,0 0-180,-5-1-2159,-2-4 1800,0 10-1980,1-5 1889,1 6 540,3 0 0,2 28 0,7 6 0</inkml:trace>
  <inkml:trace contextRef="#ctx0" brushRef="#br0" timeOffset="143100">29916 1452 8972,'-13'-14'270,"-4"-8"-90,16 20 89,1-9 1081,12 11-991,2 0 1,-2 0 90,5 6-90,-14-5-270,13-1-90,-15-7 90,5 0-810,-12-4-1619,5 10 990,-10-5 989,10 6 360,-5 11 0,23 25 0,3 16 0</inkml:trace>
  <inkml:trace contextRef="#ctx0" brushRef="#br0" timeOffset="143749">31110 923 7533,'12'-37'5127,"-5"6"-4408,-23 0-539,5 13 360,-45 0-450,19 8 0,0 2 90,-27-1-225,5 3 0,4 1-45,15 5 225,-4 5 0,-2 7-135,-7 30-450,26-10 0,7 6 315,16 13 0,14 2-45,18 2 1,14-3 89,-5-15 0,4-2 0,0-2-26,5 4 0,1-4 476,4-3 0,-5-3-2480,-12-1 2300,7-1 1529,-5 9-180,-20-7-899,-32 21-316,-11-27 1,-5-4-315,-2 2 0,-5-1 225,-25 3 0,-3-1-270,16-3 0,1-1-2339,-11 6 1,3-1 2418,19-8 1,11-1 0,17 1-1,31-14 1</inkml:trace>
  <inkml:trace contextRef="#ctx0" brushRef="#br0" timeOffset="149300">18090 3101 7533,'-19'-5'1979,"-4"3"-360,9-3-1350,1 5 1081,8 0-990,5 0 1528,0 0-1258,5 0-360,-3 0 539,9 0-629,-10 0 540,16 0-540,-15 0 449,26 0-629,-2-5-539,29 3 449,-15-1 0,4 1-270,10 1 0,-1 2 270,-12-1 0,-1 0 0,14 0 1,-7 0-1,-21 0 359,35 0 631,-39-11 539,2 2-1169,-13-3-180,-11 6 629,-16 28-719,7-5-540,-8 14 1,0 1-1,2-7-764,2 13 0,2-3 135,4-16-1890,-4 38 1980,15-47 1079,14 12 0,26-60 0,-13 14 0,1 0 0</inkml:trace>
  <inkml:trace contextRef="#ctx0" brushRef="#br0" timeOffset="150216">19136 2916 8432,'-7'-26'3148,"2"20"-2878,5 19-90,-6 13-315,6 23 0,-1 3 45,-10-3-45,10 16 0,1-1 135,-6-25-135,5 1 1,2-1-136,-1-14 720,0-8-900,0-70-1516,0 9 0,0-2 1876,0-3 0,0 0 45,0 6 0,0-2-1090,0-13 1,0 1 1403,2 23 1,2-2-534,-1-13 1,1-8 0,1 9 1162,9-13-303,0 10 0,0 6-236,-4 21 1844,22-3-2204,-22 33 180,30 6-270,-18 1 0,30 27 0,-24-23 90,-1 17 0,-2 0 180,-3-14 1958,1 42-1689,-23-13-359,-6-12 1115,-8-3 0,-7-1-1115,-29-4-180,8 2 199,8-18 0,1-4-1188,-1-8 269,-5 5-449,16-6-1350,18 5 1800,5-3 809,11 9 0,51 1 0,-19-3 0,0 1 0</inkml:trace>
  <inkml:trace contextRef="#ctx0" brushRef="#br0" timeOffset="150533">19591 3200 7533,'-20'-26'4497,"-2"2"-2338,26 12-1619,14-1-810,31 7 90,-7 0 90,21 6-720,-19 0-5870,18 0 6231,-16 0-851,11 0 1300,-29 11 0,-31 8 0,-20 13 0</inkml:trace>
  <inkml:trace contextRef="#ctx0" brushRef="#br0" timeOffset="150800">19555 3360 7533,'-26'-7'2069,"8"-4"-1710,7 9 2520,-2-9-811,5 4-628,19-5-1081,0 0 451,40 5-1170,-28-4 360,40 10-270,-33-4-540,7 1 1,0 2-90,-6 1-496,5-2 1,2 0-1034,25 3 2428,-8 0 0,-3 0 0,-35 0 0</inkml:trace>
  <inkml:trace contextRef="#ctx0" brushRef="#br0" timeOffset="151250">19972 2978 7533,'-24'-18'3778,"5"5"-3329,7 0 361,7 8-360,21 5-91,21 0-539,26 16 91,-10-6 89,-15 4 0,-2 0 89,-7-5 1,6 5 0,-1-1-90,-4-9 90,33 23 270,-23-13 450,-7 11-361,-44 16-988,-36 9 584,19-27 0,-3 1 45,-15 18 0,1 1-135,16-20 0,2-1-540,-5 8 0,2 0-2203,-9 10-270,31-31 3058,2 8 0,40-34 0,12-3 0</inkml:trace>
  <inkml:trace contextRef="#ctx0" brushRef="#br0" timeOffset="151933">20822 3298 7533,'-19'-7'3688,"1"-9"-2699,11 13-359,1-13-181,6 9-269,6-6 0,1 6-90,16-4 90,-2 5 90,9-1-270,28-4-225,-16 8 0,3 0-90,12-1 1,1 1 224,-11 2 0,-4 2 90,25 0 180,-48 10 89,-3-4 721,-16 10-1,-13 13-809,-3-8-989,-13 24 719,14-25-1979,-9 26 1799,14-25-1529,-2 17-360,11-24 2159,6 3 0,28-23 0,12-9 0</inkml:trace>
  <inkml:trace contextRef="#ctx0" brushRef="#br0" timeOffset="152833">22028 2916 7533,'-19'-13'1709,"-5"-3"-1260,11 14 271,-5-3 629,-22-1-1169,21 5 180,-26 6-180,31-2 90,-20 41-180,18-25 45,-4 19 0,0 3-135,5-3 269,5 15 1,2 3-180,3-3 90,6 5 0,9 4-180,9-17 0,8-5-720,15 1 1,9-10 449,17-20 0,2-15 125,-15-1 1,-3-12 204,-6-13 0,-1-10 0,-6-3 149,-9 4 1,-6-2 0,0 0-300,12-12 1,-5-3 119,-10 7 0,-2-4 0,-8 2-1379,-11-10 1,-6 3 1437,4 10 1,-4-1 405,-12-20 0,-3 8-225,-3 23 224,-7 5 1,-6 3 315,-28 4-1575,29 16 1,1 6-1891,-19 22 2655,30 22 0,24 4 0,6 6 0,1 1 0,-1 1 0</inkml:trace>
  <inkml:trace contextRef="#ctx0" brushRef="#br0" timeOffset="152999">22089 3212 9422,'-7'19'2608,"2"-1"-899,16 0-1349,-3-5-90,43 16-540,8-8 360,-27-9 0,2 0-90,7 0 0,-2 0 0,13 6 0,-19-5 0,0-1 0</inkml:trace>
  <inkml:trace contextRef="#ctx0" brushRef="#br0" timeOffset="154266">25080 2892 7533,'-7'-19'0,"2"7"1439,-1 0-180,5 6 180,-10-1-1439,4 34 180,-11 36-225,8-16 0,1 2-90,2-5 0,0 1-540,-5 13 1,3-2-136,7-17 1,1-2 269,-5 0 1,1-5 89,11-10-629,0-70 1034,0 9 0,0-3 45,-2 5 0,-1 0 135,0-19 0,-1 3 674,-2 3-494,0-12 0,0-2 674,0 3-315,6-6 1,-1 2 315,-2 19-136,6 9 1,4 5 44,12 14-719,24 27 135,-17 7 0,-1 6-315,5 12 0,-4 2 45,-8-6 0,-3-1 45,14 17-180,-17-12 180,-10-12-630,9 30 720,-21-28 0,-9 15 90,-24-25-2069,-19-2 90,4-12-1709,4-1 3418,29 1 0,35 45 0,18 15 0</inkml:trace>
  <inkml:trace contextRef="#ctx0" brushRef="#br0" timeOffset="154717">25277 3372 11041,'-14'7'3688,"-3"-7"-3868,21-24-720,9-25-179,13 1 899,6 1-540,9 13 361,8 13 269,14 2 180,-11 7 269,0 12-179,-32 0 1080,9 0 988,-10-16-1348,0-15-451,-18-14-179,-9 1-180,-38 20-539,26 18-1,-29 29-270,45-7-539,-23 35 989,24-33-1169,-7 44-990,20-5 2069,-1-2-809,9-19 0,3-4 1169,-3-10 0,49-5 0,-14-18 0</inkml:trace>
  <inkml:trace contextRef="#ctx0" brushRef="#br0" timeOffset="155317">25954 3101 11221,'-7'-14'2968,"1"20"-4047,6 20-990,6 23 630,1-9 1349,5-5 90,0-17 269,6-11-448,-4-7 1348,14-34-540,-2-7-449,0-10 225,-7 19 0,-3 1 1034,-6-4-1529,6-2-1079,-21 42 269,-2 39-539,0 20 764,5-26 1,4-2 584,15 15 540,9-21-360,0-30 89,1-21 1,2-10-180,0-6 0,1-4 360,11-10 0,0 1 224,-14 13 1,-2 4 1574,13-12-1529,-36 38-91,3 18-539,-5-2-809,0 37-1620,11-1 2070,-8 1 359,14-5 0,-11-23 0,7-6 0</inkml:trace>
  <inkml:trace contextRef="#ctx0" brushRef="#br0" timeOffset="157084">18926 4086 7533,'-11'-14'3508,"4"-13"-2699,2 11-359,15-14 0,-2 11 359,10-4-719,-11 15-90,-2-9-360,-5 16-359,-5-5 449,-2 6-180,-16 17 270,8-7 0,-30 29 90,21-17 135,-3 4 0,-3 5 135,3 4 0,3 4 180,-1 15 0,4 4-180,3 8 0,11 0-135,18-4 0,14-5-180,16-8 0,11-12 90,11-16 0,7-16 75,-21-11 0,2-7 0,-3-5 37,0-6 1,-2-7 0,-4-3 202,-7-5 0,-4-5 0,-3 2-90,3 0 0,-7-2 314,-8-12 1,-10 0 0,-13 16 0,-3 2-406,4 1 1,-3 1-45,-8-9 0,-7 5-90,-4 18 0,-4 4-2023,-28-15-1890,-7 17 2609,30 23 1349,19 16 0,7 30 0,8-17 0,0-1 0</inkml:trace>
  <inkml:trace contextRef="#ctx0" brushRef="#br0" timeOffset="157283">19062 4369 13199,'12'32'900,"28"19"-1620,-10-30 1,3-2 629,-2 1 0,0-1 90,4-2 0,-1 1 0,9 21 0,1 8 0</inkml:trace>
  <inkml:trace contextRef="#ctx0" brushRef="#br0" timeOffset="158383">24993 3963 8072,'-12'-14'1709,"6"3"-1259,1 16 450,-1 18-720,5 5 89,-6 14 1,-3 8-180,4-4 0,-1 1-90,-3 3 0,0 2-360,0 13 1,2-4-541,1-2 810,4-22 0,1-3-899,2-11 719,5-17-810,2-23-629,11-20 1709,-9 2 0,1-8 0,2-5 0,-6 9 0,1-1 0</inkml:trace>
  <inkml:trace contextRef="#ctx0" brushRef="#br0" timeOffset="158733">25018 3802 7533,'-7'-57'4587,"2"20"-3238,5 21-1349,0 16 360,22 16 180,-11-1-181,14 9 1,6 4-270,-2 3 0,-1 1-45,-3-5 0,-1 1-405,12 13 1,-5-3-1,-14-8-270,17 27 450,-25-35 0,-4 7 450,-39-22-540,-24-7 360,3-2-135,14-3 0,3-1 135,8 5-180,-32-10-2158,22 10-811,7-4 3059,33 21 0,49 21 0,-10-9 0,-1 1 0</inkml:trace>
  <inkml:trace contextRef="#ctx0" brushRef="#br0" timeOffset="159217">25252 4504 9062,'-7'19'3598,"-4"-7"-2519,10-12 450,-4-23-1619,16-26 180,-3 7-495,4 7 1,4 1-1575,27-16 1349,-14 22 1,5 3 134,3 4 0,1 6 585,19 4-270,6 23 630,-23 2 180,-2-2 899,-4-6-990,-20-6 541,4-17-810,-11 7 629,-2-29-719,-5 22 0,-11-27 90,-8 22-360,-2-8-270,-13 17 45,2 24 0,0 11-225,8 5 1,2 5 224,-13 14 0,6 2 180,16-12 1,8-1-226,7 8 0,7-6 0,6-13-719,26 32 629,-14-39-1529,25 17 1979,-12-26 0,20-30 0,-32 2 0,0-1 0</inkml:trace>
  <inkml:trace contextRef="#ctx0" brushRef="#br0" timeOffset="159817">25954 4307 7533,'0'-26'6836,"-6"3"-6207,5 22-808,-10 18-361,4 27-360,0-9-449,1 27-90,6-33 1349,0 8-90,6-14 900,6-27-720,2-4 629,21-34-449,-19 14 90,4-6 0,-1-1-90,-4 4 134,0-4 1,-1 2-225,0 9 900,4-21-630,-11 36 89,-2-7-898,-5 16 269,-5 16-180,3-1-270,-9 31-629,10 11 719,-5-15-179,6 19-181,11-28 630,-8-5 1170,24-6-810,5-55 0,2 14 584,-6-13 1,1-5 134,-2 10 1,-3 2 269,12-22 271,8 8 179,-36 37-1259,4 4-540,-7 27 0,-5-8 270,0 15-2968,0-6 2428,0-4 540,0 10 0,11-16 0,3 4 0</inkml:trace>
  <inkml:trace contextRef="#ctx0" brushRef="#br0" timeOffset="175700">18705 5574 7533,'-7'-13'1259,"-4"-9"720,10 14-1439,-5-10-181,6 11 631,0 2-720,6-1-360,1 5 270,0-5 89,-2 6-179,1 6 450,1 12 180,5 24-586,-10-5 1,-2 6-90,-3 11 0,-1 3-180,-3 12 1,0-1-1,0-8 0,1-5 135,3-13 0,1-4 270,2 7-91,0-37-358,-6 3 179,5-11-810,-5 0-899,6-6-1439,0 5 1079,0-10 2069,0 10 0,0-27 0,0 0 0</inkml:trace>
  <inkml:trace contextRef="#ctx0" brushRef="#br0" timeOffset="176117">18718 5563 7533,'-7'-39'3867,"1"-7"271,6 13-2519,11 1-1709,-2 14 450,30 13-180,-21 10 450,49 13-720,-41-3 0,8 7 0,0 1 0,-5 1-225,0 2 0,-1 5-404,1 25 1258,1-3-359,-24-5 360,-35-24-90,-5-17 89,-26 4-269,20-10-270,-18 10-1169,30-10 89,-30 10-1438,35-4 2518,-16 5 0,52-5 0,4-2 0</inkml:trace>
  <inkml:trace contextRef="#ctx0" brushRef="#br0" timeOffset="178687">24772 5377 7533,'-12'-18'3418,"5"5"-2969,-4 2 901,4 10-451,-10 23-449,-8 39-225,7-7 0,-1 4-405,2 3 0,1 0 180,3-10 0,1-2-135,3-6 0,2-6 45,6-8 90,-4 16-90,5-35-90,0 7-1169,0-17-1080,0-11 271,5-9 718,7-22 1081,2 13 359,3-27 0,-4 38 0,-1-43 180,6 14-90,-9-4 584,-1 15 1,0 3-405,-2 3 899,7-33-899,-7 40 1349,5-28-1349,-4 35 1259,5-18-1259,-5 25 1169,-1-2-989,-1 11 269,-3 11-359,3-2 360,-5 30-91,0 23-449,0-12-45,-2-1 0,-1-2-135,1-14-495,-1 7 1,1-1 314,2-14-810,11 20 91,14-47 629,2-1-135,-3-22 0,-1-8 135,-2-5 45,2-7 1,0-7 179,-6-1 0,-2 0 225,2 12 0,-1-2-91,3-22 1,-4 5 2429,-7 17-2159,4-5 809,-12 37-809,0 18 360,0 21-541,0-6 361,0 35-360,0-21-270,0 34 0,0-35 90,0 18 0,0 1 90,0-9-135,-1 15 0,2 5-540,1-22 1,1-3-586,4 28 495,-5-26 1,3-6-1664,6-14 718,-10 3-1708,10-14 3328,1-11 0,12-28 0,8-6 0</inkml:trace>
  <inkml:trace contextRef="#ctx0" brushRef="#br0" timeOffset="179016">25351 5661 7533,'0'-40'3418,"0"6"0,-11 22-2069,-3 26-989,-16 31-720,20-4 0,5 5 90,-4 5 1,7-1-766,12-3 1,9-6 1124,20-3 1439,18-68-405,-35-10 1,-6-9-586,-5-6 1,-4 1-450,-5 10 0,-6 5-270,-25-16-90,8 46-3238,-20 15 3508,20 14 0,31 28 0,18 2 0</inkml:trace>
  <inkml:trace contextRef="#ctx0" brushRef="#br0" timeOffset="180384">25954 5218 7533,'0'-45'1529,"-6"-7"270,5 19-90,-5 7-450,6 26-1079,0 15 540,0 42-720,0-20 224,0 11 1,0 1-225,0 3 225,-2 8 0,-1 1-675,1-3 180,-3 6 1,-1-2-1,5-14 45,-5 2 0,1-4-45,3-21-90,-14 14-449,3-59 719,-6 13-90,-4-55 90,9 43 0,-15-37 0,14 39 720,-25-11-90,24 21 89,-24 1 1,20 18 359,-16 17-629,16 0 90,-3 34-270,10-27-1,9-1 1,1-1 0,3-3-90,13 30 90,1-43-360,20 21-809,21-25 809,-7-1-585,-6-12 1,-3-2 584,-3-1-720,27-25 721,-34 10-541,22-29 990,-35 24-360,17-23 540,-30 28-270,8-11 2248,-11 15-1978,-6 6 449,-1 2-629,-5 10 0,0 8-90,6 1-270,-5 9-540,9 12-539,8-6 989,2 7-1079,26-24 1349,-18-7 0,35-27-90,-33 6 180,7-11 0,0-3-1,-9-1 136,5-5 0,-2-1 45,-3 5 134,-1-3 1,-2 2-225,-5 10 450,3-12-360,-11 29 269,0 0-449,-11 39 0,9-14-1619,-14 44-1619,9-7 1438,0-8-1528,1 15 2249,12-41-990,6 17 1349,2-29-359,20 6 899,-13-21 0,31-24 0,-23 11 0,-3-8 0,0-4 629,18-20-539,-10 7 1664,-12 11 0,-5 3-1304,-8 13 2338,7-24-719,-14 14 360,-8-5-2249,-2 11 0,-16 10-90,11 15-360,-16 7 180,15 2-990,-15 20 901,20-12-811,-2 30-719,33-2 1034,1-15 1,4-1 404,17 12 0,-7-21 0,-1-5 1080,-13-6-360,17-1 899,-32-8 90,-2-5-629,-19 0 89,-22 0-719,6 0-360,-39 0-90,37 6-1259,-7-1 0,2 2 899,6 6-2788,-17 10 2789,28-9 629,7 4 0,55-11 0,19-2 0</inkml:trace>
  <inkml:trace contextRef="#ctx0" brushRef="#br0" timeOffset="180883">27455 5415 7533,'-6'-26'2069,"-5"-3"-2069,9 21 719,-3-3 91,-1 38 179,5 2-494,-7 11 0,-1 2-226,1 9-134,-4 3 0,0 0-45,4-8-585,2 8 1,1 0 314,5-9 180,0 25-3868,17-11 3418,-8-33-899,9 7 1349,-12-62 0,-34-22 0,11 13 0,0 1 0</inkml:trace>
  <inkml:trace contextRef="#ctx0" brushRef="#br0" timeOffset="181134">27110 5574 7533,'-20'-32'1139,"1"-1"0,-3-2 1,4 1 1648,10-4-2518,3 11 719,22-11-359,4 23 360,31-26 44,-13 18 0,1 2-989,-9 6 0,3 1-315,26-10 1,-1 4-91,-13 16-630,13-7 1,1 1 89,-13 8-494,5 2 0,-1 0 854,-14 2-1708,20 19 1798,-36-11 450,2 35 0,-32 17 0,1-18 0,1 1 0</inkml:trace>
  <inkml:trace contextRef="#ctx0" brushRef="#br0" timeOffset="181500">27726 5771 8702,'-14'19'810,"3"-1"989,6 0-900,4 18-1169,-5 4 1350,12 9-990,0-23 179,12-10-628,7-22-1,1-22 0,-2-12 270,-11-5 180,-13-7-90,-2 25 540,-20-14 179,-4 15-809,-12 18-809,7 26-2249,18 33 1978,15-4 1170,27 10 0,31-29 0,-19-10 0,1-1 0</inkml:trace>
  <inkml:trace contextRef="#ctx0" brushRef="#br0" timeOffset="181999">28132 5402 7533,'0'-35'1079,"0"7"450,0-12-1169,0 19 809,-5 3-809,4 13 360,-16 21-181,3 37-269,-5-8-225,6 7 0,2-1-45,3-6-180,-3 9 0,0 6-809,9-3 0,1-1 854,-5-10 0,1 0-990,4 17 1,8-9-1215,22-23 1710,10-34 629,7-12 0,-11-44 0,-6 5 0,-14 8 0,5-3 0,0 0-281,-4-10 281,-4 16 0,3-8 0,-2 2 854,0-10 1,0 1-661,0-2 1,0 2 120,-2 13 0,-4 9 1574,-7 19-1530,-1 29 1170,-11 29-1214,6-2 0,0 7-405,-3 16 0,-1 2-33,0-14 1,0 1-508,4-5 1,-1 3-1,2-3-944,1 6 0,2-1 2047,3 7 0,9-6 0,10-20 0,7-12 0,9-20 0,0-1 0</inkml:trace>
  <inkml:trace contextRef="#ctx0" brushRef="#br0" timeOffset="182649">28439 5919 7533,'-20'0'2698,"9"6"-1708,40 1-721,-6 0 181,29-2-360,-25-10 180,36-19-450,-15-14 45,-20 6 0,-5-3 315,-11-24 270,-38-1 359,-19 34-629,1 10 180,-8 26-270,29-1 270,-22 30-450,35-21 90,-2 15 0,2 1 180,9-8-135,-3 11 0,2 0 45,8-7-180,2 4 0,7 0-360,11-9 0,3-3 180,15 17-45,-8-22 1,1-6-1755,9-11 1170,-7-6 899,1-6 0,-26-29 0,3-11 0</inkml:trace>
  <inkml:trace contextRef="#ctx0" brushRef="#br0" timeOffset="183067">28931 5833 7533,'0'-33'4767,"0"-1"-3957,6 26-451,1-3 1,0 11-90,-2 6-90,-5 0 449,-5 23-269,-7 20-270,2-14 0,0 0-719,-3 18 359,2-2 180,6-37-360,3 4-270,2-1 361,23-25 269,-1 4 90,7-27 0,0-7 90,0-1-45,0-10 0,0-5 584,-6 12 1,-2 1-1,-6 0 1,-1 3 1169,13-16-2249,-32 61-2338,-2 42 2068,-5-6-1348,-1 25-361,6-12-90,7 8 2519,7-13 0,33-44 0,6-29 0</inkml:trace>
  <inkml:trace contextRef="#ctx0" brushRef="#br0" timeOffset="183416">29535 5685 7533,'14'-33'1799,"2"-12"1619,-14 18-2699,3-5 1170,-21 15-719,-11 11-901,-11 17-179,1-2-180,2 30-809,14 12 224,15-8 1,5 0 44,10 13 180,5-13 1,7-3 539,23-4 449,-5 19 1170,-19-29-1349,-50-21-1349,-29-19-990,21 5 0,1-1 1979,-9-2 0,69 12 0,38 7 0</inkml:trace>
  <inkml:trace contextRef="#ctx0" brushRef="#br0" timeOffset="183534">29891 5993 7533,'14'0'503,"-3"0"1,-71-6 0,22 3 0,1-1-1</inkml:trace>
  <inkml:trace contextRef="#ctx0" brushRef="#br0" timeOffset="185833">18533 6879 8252,'-7'-19'2789,"7"1"-1980,1 12-179,-1 33-450,-12 41-180,5-34 0,1 2-495,-4 25 0,2 4-450,3-16 1,3-2 224,4 3 1,2-2-226,1-9 1,3-7 944,6-14 0,7-52 0,-7-20 0</inkml:trace>
  <inkml:trace contextRef="#ctx0" brushRef="#br0" timeOffset="186167">18595 6694 7533,'0'-37'2203,"0"-1"1,16-7-1394,15 40-541,-1 24 1,2 11-360,4 11 1,-2 5-46,-5 9 0,-7 3-90,-6 4 0,-8-1 135,-9-21 0,-6-1-90,-10 7 0,-7-7-270,-27-16 135,17-7 1,0-3-496,-24-19-1528,10-2 2338,29-4 0,19 1 0,14 4 0</inkml:trace>
  <inkml:trace contextRef="#ctx0" brushRef="#br0" timeOffset="187649">19161 7138 7533,'-7'-14'4137,"-4"-3"-2338,15 16-989,14-4-360,31 5-271,10 0-179,-3 0-405,-13-3 1,-2 0 224,1 2-1214,6-4 0,1-1-1845,-1-1 3239,-5 0 0,-75 12 0,-36 9 0</inkml:trace>
  <inkml:trace contextRef="#ctx0" brushRef="#br0" timeOffset="187884">19174 7236 7533,'-34'-12'4317,"5"5"-1798,17 1-2519,5 6 360,18 0 89,26 6-494,-1 0 0,2 0-45,18 3-899,-12 2 0,2-1-676,-8-5 1,0-2 985,2 3 1,-1 1 0,22 4 0,-34-5-1</inkml:trace>
  <inkml:trace contextRef="#ctx0" brushRef="#br0" timeOffset="188400">19567 6965 7533,'-31'-13'6656,"11"-4"-5847,15 16-719,17-5-90,2 12-90,25 6 180,17 13-630,-13-7 1,2 1 134,-1-1 0,1 2 270,2 7 1,-4 0 44,-2 1 719,-14 17-269,-33-30 180,-34 19-450,10-19-180,-6 4 0,-4 2 270,1 0 0,-2 1-270,-8 10 0,2-1 135,11-7 0,1-1-720,1 1 0,7-3-494,17-7 180,-12-2 629,21-6-360,-5-6 720,12 0 0,34-22 0,13-6 0</inkml:trace>
  <inkml:trace contextRef="#ctx0" brushRef="#br0" timeOffset="189200">20859 6793 7533,'18'-37'4227,"-10"-5"-2788,2 9-989,-10 3-90,0 18 180,-16-5-181,-32 14-179,11-8-360,-7 11 1,-3 6-496,5 7 0,2 2 585,5-7 0,0 2-405,-10 15 1,5 6-945,13 15 1079,14-14 0,7 4 405,13 6 0,9 1 270,13 1 0,5-1-135,5 5 0,0-3-1494,-3-9 1,-3-2 1403,7 19 90,-16-1 899,-16 6-899,-8-10 1079,-30 13 270,-32-45-1439,22-5 0,-2-4-45,-2-10 0,1-6 863,7-3 1,4-2-3337,-11-18 2428,31 13 0,68 3 0,-15 12 0,-1 1 0</inkml:trace>
  <inkml:trace contextRef="#ctx0" brushRef="#br0" timeOffset="190687">20945 7457 8882,'-26'0'3868,"8"0"-3598,12 6 179,6-5-269,6 5 810,6-6-451,24-28-449,-11 5 0,1-4-270,6-15 0,-1-4 270,-2-2 0,-3 2-90,-5 13 0,-4 2 540,0-20 90,-11 43-540,-6-3-450,0 16 360,0 13-360,11 19 0,-3 19 90,10-15-899,-11 15-1260,4-23 1,-4 0 2428,5-10 0,5-45 0,2-12 0</inkml:trace>
  <inkml:trace contextRef="#ctx0" brushRef="#br0" timeOffset="191317">21818 6990 7533,'-5'-25'2878,"-1"1"-1079,-6-1-1439,5 11-90,-4-2-180,9 14-270,-9-3 180,4 5-450,-16 16 270,-19 27 90,6-12 225,6 9 0,3-2 135,4-12-90,2 16 0,3 1 89,9-10-44,-1 15 0,3 0-315,13-14 90,4 10 0,8 2-90,10-17 0,6-5 90,13 4 0,5-9 270,6-19 0,-2-11-180,-13 2 0,-3-9 180,4-29 0,-8-3-90,-7 4-1,-8-10 1,-1-1-90,-1 3-90,-11-8 0,-4-1-90,-4 4 180,-7-2 0,-4 1-90,-4 9-45,2 12 0,-2 2 585,-16 1-1440,-1 15-1888,-5 16 1529,18 13 1259,8 26 0,11 15 0,0-14 0,0 0 0</inkml:trace>
  <inkml:trace contextRef="#ctx0" brushRef="#br0" timeOffset="191487">21843 7224 7533,'-20'5'6386,"-1"7"-5756,19 2-91,2 20-359,12-17-1799,24 33 1439,-8-32-1709,8 10 0,2 0 1889,1-10 0,9 2 0,6-1 0,-11-9 0,-1 0 0</inkml:trace>
  <inkml:trace contextRef="#ctx0" brushRef="#br0" timeOffset="193300">24662 6965 7533,'-7'-27'2968,"-4"5"-2338,4 33-450,-6 3 179,4 21 1,1 9-450,-2-1 0,1 1 90,1 6 0,2 3-585,-1 17 1,4-3-271,4-30 1,3-2 539,1 7 0,2-5 225,1-9-90,8-35-629,-9-27-1,5-17 630,1-2 90,-9 4 1,-1-5 268,0 6 1,-1-1-180,-1 0 0,-2 0 315,-1-8 0,-1 5-2931,-4-2 2796,0-11 171,4 26 0,1 1-81,2-13 809,0 8 1,5 0 539,13 2-1259,-3 4 449,19 21-269,-2 22-450,-5 0 2542,7 6-2272,2 23-181,-11-11 1,0 2 0,16 22 315,-13-14 1,-5 1-856,-8 21 450,2-9-90,-33 11-180,-22-32-90,-3-7-179,-22-8 449,34-17-180,-23-1 180,30-5-360,-23 0-989,12 5 1079,6 2-1079,5 5-1170,39 16 2069,-2-6 450,26 18 0,-3-1 0,6 4 0,8 5 0,-1 0 0</inkml:trace>
  <inkml:trace contextRef="#ctx0" brushRef="#br0" timeOffset="193783">24957 7371 7533,'-19'0'3328,"1"0"-2878,11 0 1259,-4 0-1350,10 0 631,-5-11-1,12-13-539,12-14-180,18-6-990,15 12 450,-17 19 1,-1 3 89,14-2-360,16 5 540,-35 1 270,24 1-90,-30 3 539,12-19-539,-20 11 720,-1-24-720,-8 19 539,-5-25-539,-5 24 0,-13-18-360,2 20 90,-23 1 0,17 8 180,-25 21 0,26-6-270,-19 35-360,19 17 361,2-12-46,12-6 0,4-3 45,8-11-630,5 5 1,3-1 269,9-4-854,3-1 0,2-1 1034,1-6-2249,30 12 1440,-29-26 1169,12 3 0,-11-43 0,1-9 0</inkml:trace>
  <inkml:trace contextRef="#ctx0" brushRef="#br0" timeOffset="194367">25547 7236 7533,'6'-63'5577,"1"14"-3329,0 19-2068,-2 17 270,-5 8 539,0 38-1259,0-20 181,0 49 89,0-44-720,0 38-629,0-22 1169,0 4-180,6-9 270,1-22 270,11-7-90,-5-7 180,16-27-360,-15 11 270,4-11 0,-1-1-1,-7 4 1,6-4 0,1 1 180,-8 11 360,14-16-540,-16 30-270,-2-7-360,-5 31 0,-5 11 360,3 8-539,-3 24-181,5-8 720,0-9 180,0 15-180,5-39 270,2 6 180,5-18-90,12-21-91,-9-5-179,5-7 0,0-2 90,1-13 0,5 0 0,0 0-90,-2 5 405,0-1 0,2 4 1214,2 12-989,-3 5-361,-2 26-538,-22 33 359,4-12-3059,6 28 2969,-2 5 0,9-2 0,-12-24 0,0-1 0</inkml:trace>
  <inkml:trace contextRef="#ctx0" brushRef="#br0" timeOffset="201650">18595 8282 7982,'0'-14'810,"0"3"-630,0 11 0,0 0-270,5 0 360,-3-5-180,3 3 269,1-3-359,-5 5 540,4 0-180,-5 0 90,0 0-270,0-5-270,0 3 0,6-3 0,-5 5 90,5-5 0,-6 3 359,0-3 91,0 5-270,0-6 0,0 5 360,5-5-450,-3 1-360,3 3-450,-5-3-179,-16 5 449,-21 11 360,-4-8 0,3 10 0,0 1 90,-4-10 270,1 12 0,1 1-180,3-13 449,-26 23-89,30-13-450,8 5-90,8 4-90,23 7 180,0-8-180,23 29 270,-7-28-45,7 5 0,0 2 45,-5-2 45,10 1 0,-1 0 45,-8 0 135,4-5 0,-1 3 854,-1 17-90,-7 1-899,-22-8 450,-34-8-990,-25-16 0,18-3 1,-1-2 89,-23-6 135,28-1 0,4-4 45,7-9-90,-7 0 180,21 5-899,-2-4-1530,20 9 1529,-2-3 900,32 5 0,33 0 0,-20 0 0,1 0 0</inkml:trace>
  <inkml:trace contextRef="#ctx0" brushRef="#br0" timeOffset="202216">18705 9094 7533,'-31'-7'2788,"12"2"-1619,19-12-989,8 8 90,20-31-180,-7 18-45,2-6 0,1-1-135,-1-1 135,5-7 0,0 0-45,-10 5 90,6-6 0,2-3 989,2-7-809,3-2 630,-13 16-271,-13 32-359,1 4 90,-5 21 0,16 19-360,-14-6-45,8 3 0,-1 1 135,-7-7-675,4 0 0,2 2-2023,3 9-180,2-4 1528,-1-10 1260,-8-19 0,1-22 0,0-3 0</inkml:trace>
  <inkml:trace contextRef="#ctx0" brushRef="#br0" timeOffset="203002">19764 8516 7533,'0'-19'1079,"0"-5"-899,0 10 1709,0-9-540,0 4-1079,0-11-540,-6 4 270,5 7-360,-10 3 180,4 15-179,-16-5 449,-20 28 0,13-6 224,-3 7 1,-1 6 314,7 4 1,2 1-540,-22 17 315,15-5 0,7 3-1,19-13 1,3 0-270,-5 7 0,5 2 45,12 5 0,11-4-450,11-14 0,5-5 225,-9-3 0,3-6 135,23-8 0,2-14 90,-16-15 0,0-9 60,3-3 0,3-6 0,-5 1-373,-3-3 1,-3-2 132,-2-2 0,1-5 0,-9 3-90,-12 1 0,-7-1 180,0-6 0,-3 0-45,-2 12 0,-5 3-1,-12 3 1,-5 4 405,-22-4-720,8 6-1079,-9-6-1979,26 30 2249,5-8-1530,3 28 2065,6-7 544,4 29 0,-10 5 0,4 19 0</inkml:trace>
  <inkml:trace contextRef="#ctx0" brushRef="#br0" timeOffset="203216">19714 8749 10951,'0'20'4047,"28"9"-3237,17 13-1440,-6-12 1,3 3-316,-3 7 1,-2 0 439,-7-10 1,-3-1 504,6 23 0,-42-5 0,-6 5 0</inkml:trace>
  <inkml:trace contextRef="#ctx0" brushRef="#br0" timeOffset="209483">24772 8343 7533,'-7'-33'3598,"2"5"-2519,5 15-899,0 7 540,0-5-181,0 9-719,0 8-449,-22 57 584,4-7 0,-2 7-105,1-7 0,0 5 0,-1-2 30,1 0 0,0-2 0,1-2-285,1 11 1,3-9-766,-2 2-359,21-59 1529,2-10 0,5-40 0,1 3 0</inkml:trace>
  <inkml:trace contextRef="#ctx0" brushRef="#br0" timeOffset="210000">24772 8294 7533,'-12'-31'4047,"5"6"-1978,-4 13-1709,10 12-90,1 18 0,6 13-90,1 2-180,-1 3-90,-1 15-1080,8 13 631,1-3-451,9 2 630,-10-43-449,16-2-1,8-51 720,-17 1 0,-1-5 90,1 1 0,-3-4 135,-1-21 0,-3-3 270,-3 12 0,-1 1 359,-1-8 1,-2 3-495,0 16 0,-1 5 719,-5-3-449,0 43 359,0 24-629,0 0-90,0 8 0,0 6-45,0 5 0,0 4-165,0-6 0,0 3 0,0-1-1801,0 23 0,0-2 1786,0-14 0,0-5-45,0 15-2728,0-13 2548,0-22-2527,6 16 1448,-5-32-270,10 2 449,-10-15 1812,10 5 1,7-17 0,7-2 0</inkml:trace>
  <inkml:trace contextRef="#ctx0" brushRef="#br0" timeOffset="210333">25326 8552 7533,'-18'-36'5577,"-1"15"-5218,0 5 1440,-10 43-1709,14 24-450,-2-2 270,6 14-629,15 1 44,5-27 1,5-1-46,8 0 0,7-6 1125,5-15 0,1-13 629,0-28 1,-7-15-226,-8-9 1,-8-4-855,-4 8 0,-7 1 225,-11-8 0,-9 10 90,-19 18-1710,4-9 181,0 34-1619,21 12 2878,7 2 0,44 20 0,16-1 0</inkml:trace>
  <inkml:trace contextRef="#ctx0" brushRef="#br0" timeOffset="210984">25991 8024 7533,'0'-52'1709,"0"5"-1080,0 34 900,-11 2-539,3 43-810,-10-12 314,5 22 1,2 11-360,1 11 0,0 2-413,2-20 0,-1 0 0,1 3 248,1 16 0,1 4 0,2-4-60,0 6 0,1-6-158,-1-9 0,2-4-202,5-11 0,0-8 540,-2-20 270,5-13-90,-6-13-180,0-29-90,-22-19 179,11 17 351,-6 11 1,-6 5-261,-19 7-270,6 2 450,-16 14-270,26 12 0,2 5 899,-5 22-1079,14 6 180,-3-1-90,12 1 360,6-5-450,17 11-1529,9 4-2429,18-7 3328,-12-24-2068,14-3 2158,-30-14-539,29 9 1079,-23-16 0,30-29 0,-29 8 0,0-1 0</inkml:trace>
  <inkml:trace contextRef="#ctx0" brushRef="#br0" timeOffset="211350">26003 8762 7533,'12'-43'3058,"6"0"-809,-10 10-1620,3 4 1890,-11 23-2159,-16 49-1620,6 13 1260,1-21 0,1 1-630,6 2 1,4-2-900,10 9 0,29-5 1709,-17-17 90,38-52-270,-38-4 0,-3-8 539,6-7 1,-2-1-450,-5 7 0,-3 1 2069,-1-22-180,-21 44-1620,4 7-808,-10 23 539,10 4-1620,-10 26-179,9-14 180,-3 14 1169,5-20-2248,16 29 2608,-1-25 0,37 10 0,0-24 0</inkml:trace>
  <inkml:trace contextRef="#ctx0" brushRef="#br0" timeOffset="211684">26655 8602 7533,'0'-48'4677,"-5"3"-2068,-7 1-1530,-2 20 360,-10 18-1889,5 29 540,5-1-539,3 30 269,11-23-2069,17 34 1799,-8-38-315,10 6 1,2-1 494,1-7 0,19 29 270,-20-25 810,7 15-810,-19-22 1259,-9 14-179,-52-8-1080,12 0-1427,-8-7 1,-1-4 527,5-5-792,8 2 1,3-2 431,5-9 1259,5 4 0,50-21 0,14-4 0</inkml:trace>
  <inkml:trace contextRef="#ctx0" brushRef="#br0" timeOffset="212501">27739 8307 7533,'-39'-21'989,"14"10"1260,-2 51-1620,18-6 1,3 7-180,-7 21 0,1 6-241,7-22 1,1 2 0,1-2-75,0 16 0,1-6 315,2 11-360,0-45 180,0-51-810,-11-38 225,9 12 0,1-7 105,-3 10 0,-1-2 1,3-1-57,3-3 0,3-1 0,2 1 595,4 0 1,3 2 0,-1 3-1685,-1-5 1,3 8 1399,7 11 0,3 8 405,11 8 89,27 27-359,4 15-90,-10 3 180,-27 6 0,-7 5 90,-11 15-180,5 4 179,-39 10-538,1-39 75,-7 1 1,-5-2-302,-3-7 1,-2-4 314,6 2 0,-2-1-225,-13-5 0,5-2 45,12 1-1349,-19-6 1260,40 0 654,-12 0-2544,43 16 2249,-10-6 0,19 6 0,8 2 0,-5-5 0,0 0 0</inkml:trace>
  <inkml:trace contextRef="#ctx0" brushRef="#br0" timeOffset="213184">28033 8651 7533,'-49'-20'3867,"-11"4"-2607,3 32-1035,24-1 0,4 7-136,10 10 1,5 4-359,-8 19-91,28-17 0,10-2-270,28 3 675,-16-17 0,3-6 405,30-20 0,-18-46 179,-31 5 1,-5-5 89,-3-3 1,-3 0-46,-1 7 1,-1 4-854,-4-12 179,5 31 179,0 12-448,11 9-91,13 13 360,14 15 450,6 23-450,-18-9-270,-4 17 360,-21-28 359,5 28-359,-6-28-809,0 23 629,0-30-90,0 12-180,0-26-270,11-2 630,-3-13-89,26-33-1,-18 16 135,4-12 0,0-2 44,0 1 226,-2-2 0,0-3 675,8-22-721,-6 11 1261,-9 8-541,-11 43-809,0 4-720,-6 32-89,-1 22-451,4-17 1,0 4-1350,-2 5 1,4 2 494,8 1 0,2-3 1934,1 12 0,24-26 0,-8-42 0</inkml:trace>
  <inkml:trace contextRef="#ctx0" brushRef="#br0" timeOffset="214017">28550 8811 7533,'-7'-26'2069,"-3"3"-271,8 10-1438,-3 1 450,5 5 359,0 2-899,0 5-90,5 0 90,8 5-90,5-3 89,13 3-269,-11 0-719,42-3 629,-35 3-90,10-8 0,0-4 180,-14-1 450,22-27 90,-30 19-1,9-35-269,-17 28 90,-7-34 180,-18 11-181,3 7-179,-14 10 540,-7 24-720,-15 27 0,11-6-315,12 8 0,5 4 225,8 1-180,3 4 1,1 2 269,4 2-180,6 0 0,2 1 0,6 3 45,6-5 0,2-2-1034,7-4 539,3-1 0,2-2-629,2-11-900,29 13 1530,-35-22-1170,22-13 1259,-30-2-449,14-26 989,-16 18 0,-1-24 0,-6 25 0,-6-14 0,0 16 359,0-16-269,5 19 2609,-3-17-1710,3 19 450,-5-10-539,6 6-540,-5 5 359,10 1 1,-10 23-900,10 9-540,-9 17 541,3-10-181,1 1 720,1-25-270,21-20 179,11-38 181,-5 0-135,-10 5 0,-3 1 224,-6 12 451,8-31-720,-11 46 539,-5-13-629,-2 23-1439,-5 6-900,0 23 1799,0-1-1888,0 18 1258,0-19 450,0 2-2608,6 6 3148,-5-7 0,44 2 0,3-13 0</inkml:trace>
  <inkml:trace contextRef="#ctx0" brushRef="#br0" timeOffset="214367">29522 8577 6676,'13'-19'1529,"-1"-21"1499,1-10-690,-6-9-1025,-18 5 666,-16 34-1619,5 16-197,-16 33-433,29 20-24,-1-10 0,2 3-651,11 7 1,5 2 404,3 6 0,4-3 450,-3-20 0,3-1 90,6 3 0,-2-6 90,-9-15 630,6 3-270,-21-12 1439,-35-12-1350,8 5 585,-9-3 1,-4 2-855,-15 8-90,-3-5 0,22 5-2429,23 5-450,11-9-179,29 26 1529,-4-24 1349,28 17 0,-2-21 0,4-4 0,8 4 0,0-1 0</inkml:trace>
  <inkml:trace contextRef="#ctx0" brushRef="#br0" timeOffset="215684">18828 9722 7533,'0'-14'2518,"0"-2"-2158,6 14 3868,1-25-2789,5 16-1259,-5-12 180,-1 12-181,-6 10-2787,-55 11 1349,14 11 809,-2-2 0,-3 4 0,8 3 1,3 3 718,1 7 1,4 2-90,8-6 0,10 2 404,17 5 1,15-2-180,19-9 0,11-5 89,10 5 1,0-1-360,-16-11 0,-3 0 225,1 3 0,-12 2 809,-26-1-809,0 11 629,-62-1-809,19-15-270,-7-3 0,-5-3-540,8-4 1,-1-3-1080,-8 2 0,1-1 1709,6 2 0,8-4 0,12-12 0,41-3 0</inkml:trace>
  <inkml:trace contextRef="#ctx0" brushRef="#br0" timeOffset="217250">24539 10091 7533,'-37'23'3238,"10"-2"-3058,9 3 719,8-11-809,9-2 810,6-15-541,14-9-179,1-7 45,5-11 0,1-7-270,-3-3 0,1-6-135,3-5 0,2-6 0,-1-2 0,-3 0 0,-2-2 1,1-1 658,3-2 1,0-1 0,-4 5-255,-5-1 0,-1 9-135,1 13 0,-4 12 0,-12 23 89,3 5-179,1 5 180,1 2 225,5 31 0,-1 8-135,-1-5-315,-1 23 0,-2 2-1015,-7-21 925,0-11 0,0 2 45,0 22 180,0-15-855,1 3 1,-2 0-316,-4-1 405,5 1 1,-2-1 44,-9-8-588,10 26 678,-4-46-1079,5 15 1619,0-29 0,-11-14 0,-3-16 0</inkml:trace>
  <inkml:trace contextRef="#ctx0" brushRef="#br0" timeOffset="217833">24772 9869 7533,'-33'-19'6386,"-6"2"-3687,29-1-1440,10 4-1529,37 2-2159,20 6 1890,1 6 359,-10 0-2879,4 6 1530,-22-5-270,33 16 1080,-40-9-181,22 21 720,-35 2 270,6-9 2159,-27 16 180,3-23-2070,-4 4 1171,1 3-451,10 3-809,1 8-360,17 9-90,4-22 0,9-3-180,-11-23 1,10-17 269,2-20 359,-3 7 361,-8 2 0,-1 1 1169,2 3-450,-2-7-989,-8 31-810,-11 36-1169,0-1 180,11 28-2519,2-11 2429,6-1-630,5-4 1709,-11-22 450,5-7 0,11-39 0,3-14 0</inkml:trace>
  <inkml:trace contextRef="#ctx0" brushRef="#br0" timeOffset="218266">25855 9365 7533,'-12'-40'6296,"-6"39"-4947,-1 51-1079,5 7 90,8-8 0,1-1-180,0-5-360,4 11 0,0 0 180,-4-6-360,4 2 0,2 3-270,-1-9 1,0-2-270,0 22 988,-11-12-358,8-49 89,-18-37 809,-4 1 1080,-8 0-989,2 10 1619,-15 34-91,18 37-2068,7-12 0,5 4-540,12 2 1,6 0 359,2 25-3149,47-21 991,-32-31 359,32 7 1349,-31-20 450,16 3 0,6-27 0,9-6 0</inkml:trace>
  <inkml:trace contextRef="#ctx0" brushRef="#br0" timeOffset="218450">26089 10018 7533,'0'-43'8275,"0"16"-4227,17-8-4138,14 27-2969,36 3 1530,-18 6 1529,14 10 0,-14-5 0,5 0 0,9 4 0,0-1 0</inkml:trace>
  <inkml:trace contextRef="#ctx0" brushRef="#br0" timeOffset="219133">26926 10140 7533,'-7'-26'3688,"7"-2"-1889,34 3-1440,-9 4 181,8 6 0,2 2-270,-5-1-1,28-15 181,-31-2-90,-7-8-720,-16 8 90,-33 8-269,7 16-91,-41 1 765,25 16 0,0 2 135,-24-1-135,16 10 0,7 3 314,16 4-269,-2 4 0,5 6 0,21 27-270,-4 0 0,26-31 0,6-6 90,8-6-765,-4-4 1,4-2-1440,11-7 1,-2-4 673,10 8 1530,-5-8 0,-1-10 0,-17-27 0,-4-9 0,12-6 0,0 0 0</inkml:trace>
  <inkml:trace contextRef="#ctx0" brushRef="#br0" timeOffset="219417">27639 9463 7533,'0'-38'4047,"0"-3"-4047,0 26 270,0-2 810,-5 40 629,-13 26-1395,1 1 1,-3 4-180,4-16 0,-2 2-1122,1 8 0,-2 5 0,3-8 987,-6 11-570,10-9 0,0 7 1,3-7 273,0 9-964,-2 9 1,6-1-1709,20-6 2608,-17 9-1079,41-38 1439,-28-24 0,28-32 0,-13-8 0</inkml:trace>
  <inkml:trace contextRef="#ctx0" brushRef="#br0" timeOffset="219634">27750 10054 7533,'0'-19'1979,"5"-4"1079,2 15-2698,0-3 539,-1 22-719,-6-3 180,-6 32-360,-6 10-990,4-2-269,-1-10 0,2-2 179,6-6-4830,-5 33 5910,6-34 0,16 6 0,4-17 0</inkml:trace>
  <inkml:trace contextRef="#ctx0" brushRef="#br0" timeOffset="220251">28169 10041 7533,'6'-25'2428,"0"2"-1258,-1 16 89,-3 12-1079,3 4 449,-10 19-449,3-7-90,-9 25-180,-1 10 270,4-8-1979,-3 15 1619,11-41-1259,0 7 1439,0-23-629,16-6 808,-6-12 1,30-34-90,-24 14 45,10-10 0,-1-1-45,-7 11 360,4-10 0,1-1 899,-3 0-1079,0 0 179,-9 21-269,-11 22-180,0 22 180,0-6-450,-11 36 180,8-23 180,-14 28-180,16-34 90,-4 33-629,10-43 269,13 25 360,-3-35-90,19 2 405,-4-31 0,-2-9-135,7-2 134,4-12 1,0-5 629,-21 18 1,-2 2-495,17-15 899,-12 0-629,-21 48-361,0 6-808,0 9 359,0 16-990,0 7 181,0 23-1080,0-22 0,0-1 990,0 23-1440,0 9-179,11-36 2608,-8-7 0,25-54 0,-8-26 0</inkml:trace>
  <inkml:trace contextRef="#ctx0" brushRef="#br0" timeOffset="220434">28920 9993 7533,'-6'-28'7555,"-6"17"-7645,-2 52-1484,5-7 0,0 2 1124,2 26 450,7 6 0,40-48 0,13 3 0</inkml:trace>
  <inkml:trace contextRef="#ctx0" brushRef="#br0" timeOffset="221083">29214 10152 9602,'-13'-25'-180,"2"7"270,11 13 359,0-1 1530,0 5-809,0 28-901,0-13-179,-5 41-899,3-22 719,-3 0-270,10-9-270,19-30 720,-8-2-135,12-15 0,0-5 495,-9-3 45,11-12 0,2-1-136,-9 6 226,-3 0 0,1 2 674,4 8-899,-12-2-270,-2 24-630,-11 30 540,0-8-2519,5 29-1168,8-1 2157,-5-9 1530,20 27 0,-3-44 0,19 16 0</inkml:trace>
  <inkml:trace contextRef="#ctx0" brushRef="#br0" timeOffset="221518">29929 9956 7533,'5'-26'0,"-3"-3"1619,3 15-720,-5-4-269,0 1 539,-5 3-809,-13 7-90,-3 9 0,-14 21-360,-3 8 0,12-5 0,-2 3-180,-1 11 0,1-1-90,-17 12-45,25-11 1,5-2 134,8-15-90,2 18-90,16-22 540,19-1-269,-1-11 628,23-13-449,-25-2 180,19-26 90,-24 17-3302,12-17 3122,-20 20 359,-2-9 196,5-1-105,-14 9 1079,8-13-1079,-11 26 719,0-10-1619,-6 35 3670,5-12-5199,-5 34 1620,12-29-2340,1 29 2069,5-28-1618,11 17 1798,-8-26 401,25 3 0,-9-44 0,3-16 0,11-2 0,1-1 0</inkml:trace>
  <inkml:trace contextRef="#ctx0" brushRef="#br0" timeOffset="221719">30531 9254 7533,'0'-40'3688,"-5"45"-4453,1 26 0,1 12 630,-3-9 1,0 4-236,1 6 1,-1 5 0,-1 0 189,-2-2 0,-1-1 0,-1 3-981,-1 15 1,-1 4-1,0-4 1161,1-12 0,-1-1 0,0-3 0,-7 23 0,-1-10 0,-11-12 0</inkml:trace>
  <inkml:trace contextRef="#ctx0" brushRef="#br0" timeOffset="221899">30285 10066 7533,'0'-24'0,"6"-39"1259,5 24 0,1 0-405,-4 2 1,1 0 134,12-9 1,3 7 269,-2 22-494,8-4 0,2 3-1125,0 10-180,12 1 0,2 2 181,-12-1-136,11 6 0,1 6 495,-10 12 0,-4 7 0,-30 12 0</inkml:trace>
  <inkml:trace contextRef="#ctx0" brushRef="#br0" timeOffset="222217">30568 10140 9422,'-19'0'3598,"7"22"-3419,1 0-448,9 20-1980,-3 1 1889,5-11-2608,11 10 2968,-8-22 0,24-2 0,-6-12 0</inkml:trace>
  <inkml:trace contextRef="#ctx0" brushRef="#br0" timeOffset="222633">30901 10128 7533,'5'-26'3418,"-3"-14"-1080,3 8-1978,-5 4-270,-5 6-180,-8 33 270,5-2-450,-14 36-269,9 7 89,-1 1-180,3 15-179,16-44-451,8 21 991,6-36 898,16 13 1,-13-21 1079,29-17-1439,-28 5 314,3-13 1,0-2-315,-4 8 989,18-33-899,-31 35 899,13-19-1079,-20 27 1709,3-2-2069,-5 10 360,6 5-1799,6 13 540,-4-3-1800,13 13 1710,-18-14 1169,14 15 0,-27-9 0,2 10 0</inkml:trace>
  <inkml:trace contextRef="#ctx0" brushRef="#br0" timeOffset="222983">30150 9635 7533,'-26'-25'4857,"13"7"-8725,15 13 3868,10 5 0,-32 0 0,-8 0 0</inkml:trace>
  <inkml:trace contextRef="#ctx0" brushRef="#br0" timeOffset="223450">27960 9746 7533,'-34'-25'4902,"-1"0"0,0-8-4857,-4-2 0,15 0-45,50 3 0,14 0 0,11 0 0,-1 13 0,-1-1 0,0 0 0</inkml:trace>
  <inkml:trace contextRef="#ctx0" brushRef="#br0" timeOffset="228168">17364 11002 5914,'7'-21'809,"-2"-6"-629,-5 24 90,0-19-180,0 14 0,0-4-270,6 1 0,1 10 90,10-5 90,-8 6 450,13-5 0,-3 3-361,7-9 1,4 10-90,-11-5-90,15 6 180,-18 0-180,46-5 90,-21 4 0,4 0 135,15-4 0,2-1-1786,-7 5 0,-1 1 1696,-4-2 0,-1-1 90,-3 0 0,2 0-760,17 2 1,1 1 624,-14-1 0,0 2 0,1 0 0,4 1 0,-9 1-90,6 4 60,-11-3 0,6 0 0,1-1-77,-1 0 1,0-1 0,2 0 106,15 1 0,4-1 0,-3 0 0,-14 0 0,-2 0 0,2 0-30,11-1 0,3 1 0,-12 0 30,8 5 30,-11-5 0,8 0 0,-8 1-30,12 8 30,-12-10 0,8-1 0,-8 0-30,16 5 0,-15-3 0,7 0 0,-7 0 0,-18-2 0,0 1 0,16 2 0,9 1 0,-2 0-30,-11-2 0,-1 1 0,2-1 7,3 1 1,3 0-1,1 1 1,-4-2-125,1 1 1,-3-1-1,2 0 177,15 1 0,2-1 0,-10-1-75,-23-1 0,0 0 105,19 0 0,8 1 0,-9-2-60,-18-2 0,0 0 150,19 1 0,8 0 0,-7-1-105,-15 0 0,1-1 15,21 0 0,11 0 0,-3 1-180,-17 3 0,-3 0 0,1-1 610,5-2 1,1-2-1,1 2-550,7 2 0,1 2 0,-8-2 15,-14-4 0,0-1 15,16 3 0,8 1 0,-8 0 75,-18-1 0,0 0-45,16-1 0,8 0 0,-9 1 90,-16 2 0,-1 0-60,18-2 0,8-1 0,-7 0-30,-14 1 0,0-1 0,20 2 0,10 0 0,-10-1 45,-22 1 0,0-1-68,5 1 1,8 1-1,1-1 1,-9 1 67,-6 1 0,0-1-23,6 0 1,9-1-1,0 1 1,-8 0-23,-3 0 0,0 2 0,5-1 0,9 0 0,0 0 0,-10 0 0,-6 0 0,0 0 0,3 0 0,8 0 0,3 0 0,-3 0-265,11 0 0,-2 0 1,0 0 294,-8 0 0,0 0 0,4 0-30,7 0 0,6 0 0,-1 0 0,-12 0-86,-9 0 1,-1 0 85,4 0 0,9 0 0,0 0 0,-10 0 0,-7 0 0,-1 0 0,5 0 0,8 0 0,0 0 0,-8 0 0,-4-1 0,0 2 22,4 0 1,8 0 0,0 1-1,-8-1-22,-4 0 0,-1-1 30,18 3 0,9 1 0,-1 0-30,-9 1 0,-1-1 0,3 0-23,-2-2 1,4 0 0,1 0-1,1 0-5,-10 0 1,1 1 0,1-1 0,0 1-1,-1-2 46,-2 0 0,0-1 0,-1 0 0,0-1 0,-3 1-18,5 0 0,-2 0 0,-1 0 0,1 0 0,1 0 0,1 0 0,-1 0 0,0 0-45,-1 0 0,-1 0 0,0 0 0,-3 0 45,4 0 0,-1 0 0,2 0 0,-1 0 0,3 0 0,1 0 0,-2 0-39,6 0 1,-1 0 0,3 0 38,-1 1 0,5 1 0,-1-1 0,-3 1 528,3-2 1,-3 0 0,2 1-507,-6 1 1,3 1-1,-2 0 1,-3 0-53,-6-1 0,-3 0 0,6 1 66,2-1 0,7 0 0,3 1 0,-2-1 0,-6 1-190,5-1 1,-6 0 0,4 0 220,5 0 1,6 0-1,-2-1 1,-12 0-68,-14-1 0,1 0 67,9 0 1,12-1-1,1 1 1,-10 1-23,-1 2 0,0-1-23,-1-1 1,9-1-1,2 0 1,-1 1-68,-2 1 0,2 1 0,-3 1 0,-3-2 15,-5-1 0,-3-1 0,6 0 12,2 2 0,10 0 0,2 1 0,-6 0 0,-12-2 18,-4 0 0,-3 0 90,2 0 0,8 1 0,-1-1 0,-10 0-90,-9-1 0,-2 0 60,12 0 0,5 0 0,-9 0-60,7 0 0,-8 1 0,9 1 0,-9 1 90,9 4 0,15-4 0,0 1-1,-18 6-365,0-9 1,-1-1-265,0 11 525,-8-10 1,-1 0-1245,-5 10 989,1-5 506,-31 1 1,-34 4 0,-10-4 0</inkml:trace>
  <inkml:trace contextRef="#ctx0" brushRef="#br0" timeOffset="249967">17512 11728 7803,'-20'-7'2968,"8"1"-1439,-4 6-1169,13 0 179,-7 0-179,10 0 1079,-6 6-1079,5-5 720,-10 5 629,9-6 0,-3 5-810,5-4-719,0 5 360,0-6-630,0 0-270,5 0-180,24 0-179,27 0 629,-10-2 0,6-2 0,7 1 0,1 0 45,-5-1 0,-2 1 270,-8-1 0,-5 2 404,-3 2-359,-20 0 0,-17 0-180,0 0 270,0 6-90,-6-5 89,5 10 181,-10 1-450,9 2 180,-9 20-90,10-17-180,-16 39 90,15-37 0,-15 43-450,16-45 90,-10 28-270,9-30 1,-3 9-1710,5-17-449,0-2-541,5-16 1,2 3 3238,0-5 0,15 2 0,-1 4 0</inkml:trace>
  <inkml:trace contextRef="#ctx0" brushRef="#br0" timeOffset="250501">18557 11420 8072,'7'-34'4408,"-1"-4"-4048,-6 35 629,0-14-809,0 16 450,0-10-720,0 9 539,-6-3-89,-17 5-720,7 5 181,-18 2 179,-18 38 89,19-18-44,0 3 0,3 3 315,10-1 0,-4 13 0,3 2-270,8 8 0,-4 10 0,2 1 0,13-13-360,-1 5 0,1-2 360,7-17-1529,2 30 1169,5-49-2069,22 15-629,-5-20 2862,8 2 1,-3-33-1,-8-11 1</inkml:trace>
  <inkml:trace contextRef="#ctx0" brushRef="#br0" timeOffset="250919">18742 11593 12840,'-6'5'1439,"0"24"-1079,12 21-46,-6-10 1,1 1-315,4 25 180,-5-8-540,-5 11-90,2-34 1,-1 2-136,-2 8 1,0-1-1665,-7 17 1889,6-32-1889,2-29 1890,5-7 359,0-22 0,0-8 0,0-20 0</inkml:trace>
  <inkml:trace contextRef="#ctx0" brushRef="#br0" timeOffset="251300">18742 11629 7533,'0'-44'2698,"0"13"-449,0-3-90,6 13-1260,6-3 91,18 12-721,-8 6 181,34 12-270,-32 6 45,10 2 0,1 2-225,-5 6 404,2 0 1,-1 1-315,-8-1 180,17 24 630,-32-2-271,-30 17-719,-24-9 180,-8-9-315,18-27 1,-1-3-406,-10 0-2698,-4-1-270,16-6 2428,28-6 1170,8-6 0,45-28 0,-20 11 0,1 0 0</inkml:trace>
  <inkml:trace contextRef="#ctx0" brushRef="#br0" timeOffset="253850">19174 12293 8342,'-20'0'3958,"8"0"-3778,6 0 450,6 0-91,0 0 181,6-5-181,11-13-359,-2-2 90,19-26-90,-19 22-45,5-5 0,0-3 45,13-26-45,-11 26 0,0-1-135,4-22 180,1 21 179,-18 20-449,3-3-89,-1 4 89,-5-5 0,7 4 360,4 2-270,-9 7 629,9 16-449,-16-3 540,5 37-630,-6-15 44,0 10 1,0 1-45,0 3-180,0 2 0,0-1-359,0-7 269,0 0 0,0-2-630,0-13-989,0 6 1170,5-24-1530,2-26-629,17-34 2428,-15 10 360,13-18 0,-15 33 0,5-1 0</inkml:trace>
  <inkml:trace contextRef="#ctx0" brushRef="#br0" timeOffset="254450">20145 11580 7533,'-7'-19'3328,"-4"-4"-1619,10 4-1349,-5-1 1169,6-3-1169,0 9 179,0-3-359,0 10-90,-11 1-90,8 6 270,-13 0-990,-29 28 630,18-11-45,-9 9 1,-2 6 89,14 2 0,3-1 224,-24 18-134,22-6 0,5 5 180,10-8 0,2-2-180,-1-3 0,3 2-90,14 13 0,8-2-225,2-16 0,5-3 180,-1-3 1,5-3-271,14 1 0,0-7 90,-5-12 135,4-13 0,1-10 45,-9-16 0,-4-9 210,-3 5 0,-1-5 0,-2-2 60,-1-7 0,-4-3 0,-5 0 224,-2-18 1,-11 4 449,-12 11 1,-10 8-945,-3 17 1,-4 7-181,-17 1 180,5 18-2789,27 5-1708,-5 5 4587,11-3 0,7 25 0,7 0 0</inkml:trace>
  <inkml:trace contextRef="#ctx0" brushRef="#br0" timeOffset="254649">20034 11777 7533,'-19'11'7915,"12"25"-6835,36 15-1800,-5-13 0,4-2 360,-3-12 1,4-1 359,16 10 0,0-5 0,0-16 0,-7 2 0,1 0 0</inkml:trace>
  <inkml:trace contextRef="#ctx0" brushRef="#br0" timeOffset="255583">20711 11494 7533,'0'-52'2518,"0"-11"-899,6 29-629,-5-8-540,10 23 179,1 19 720,18 46-989,-10-1 0,-1 9-210,-7-6 0,-1 5 0,-1 1-1101,-2 10 0,-2 2 0,-2-3 951,-2 7 0,-6-2 0,-5-12 0,-4 1 0,1-11-90,-6 1 0,-10 1 1,0-5-91,10-20-270,-22 11 90,21-27-449,-6-12 629,7-3-1529,5-16 1349,3 16 1683,8-9-1683,2 16 360,18-5 0,35 12 0,-17-3 0,0 1 0</inkml:trace>
  <inkml:trace contextRef="#ctx0" brushRef="#br0" timeOffset="256234">21326 12010 8342,'-7'-13'5757,"18"35"-5847,-1 3 540,8 33-1080,-12-14 450,-6-11-1169,-6 1 449,-1-20-359,-16 4 450,8-11-810,-19 4 1079,19-5 540,-19 6 0,13-5 0,-9-2 0</inkml:trace>
  <inkml:trace contextRef="#ctx0" brushRef="#br0" timeOffset="259167">21203 11790 6993,'-19'-6'2698,"1"-1"-1798,6 0-630,5 2-90,2 5 899,5-6-179,0-1-541,0 0 1,0 2 540,0-1 899,0 0-630,0-7-989,0 1-180,5 5 90,2 2 449,38 0-584,-9 4 1,4 0-136,19-4 0,1-1 90,-16 6 0,-1-1-360,14-5 0,-7 1 181,-24 3-1800,30-9-720,-47 10 2340,7-5-1800,-21 6 1889,3 6-1169,-19 6 1529,11 2 0,-29 20 0,6-1 0</inkml:trace>
  <inkml:trace contextRef="#ctx0" brushRef="#br0" timeOffset="259616">21154 12035 7892,'-33'-7'2429,"-1"2"809,21-1-2518,0 5 899,8-10-1079,5 10 809,0-5 0,11 1-270,19 4-899,-2-4 450,41-1-450,-38 5-315,9-2 0,5 0-360,2 3 1,0 0 134,-9 0 0,1 0 0,19 0 0,-2 0-719,2 0 809,-6 0-539,-12 0 629,-33 0-360,-2 0 360,-5 0-719,-11 0 719,9 0-1799,-15 0 1529,10 0-2248,-5-5 2698,-1 3 0,6 2 0,2 7 0</inkml:trace>
  <inkml:trace contextRef="#ctx0" brushRef="#br0" timeOffset="260450">21745 11494 7533,'-19'-19'-990,"1"7"1620,0 0 719,-6 11-180,-8-4-989,6 5 1170,3 5 359,5 2 90,5 0-1170,0-2 541,8-5-271,10 0-179,19 6-451,24 17-179,-5-7-135,-8 7 0,-2 0-134,-4-7-181,14 16 0,-1 3 270,-12-8-135,13 10 0,-2 0 225,-24-14-629,23 28 809,-32-40-90,3 22 179,-11-25 91,-11 15-270,3-15 0,-27 20-90,14-24 0,-31 29 0,29-24 90,-33 25-90,32-19 315,-6 2 0,-3 1 584,-19 13-719,6-9-360,1 5 270,36-25-989,-2 3-181,11-5 1,0-5 179,6 3-1258,6-3 1528,-4 5-1799,20 0 1440,-18 0 989,13 0 0,11 5 0,6 2 0</inkml:trace>
  <inkml:trace contextRef="#ctx0" brushRef="#br0" timeOffset="261051">22570 11518 7533,'0'-39'3598,"0"-1"-630,0 21-1709,-6 0-1259,-1 7 180,-16 6-270,8 6 0,-36 17 90,26-2-135,-8 4 0,-1 3 225,3 5 0,0-1 0,-1 0-90,4-3 90,-13 33 0,21-38-270,9 32 270,5-33-540,22 34 271,21-6 89,-12-16 0,2-1 90,1-2 0,0-3-90,20 18 270,-22-20-180,-8 2 449,-7 6-89,-10-13 540,-1 19-720,-7-22 629,-27 16-269,-22-3-181,18-10 1,-1-1-270,-25 4 180,1-3-630,41-14 180,-17 9-3238,24-10 2609,-3 5-2159,24-12 1798,7 5 1170,6-10 0,19-2 0,7-3 0,2-4 0,1 1 0</inkml:trace>
  <inkml:trace contextRef="#ctx0" brushRef="#br0" timeOffset="261450">22964 12048 7533,'-7'-20'4047,"1"8"-1528,12 6-1080,11 6-989,-2 6-90,14 1 179,-5 16-449,-3-8 90,-3 14-360,-7 7 90,-15 9-90,3-6-899,-23 7 809,3-26 90,-8 5-1349,-24 3 1169,22-13-450,-6 3 1,0-1-90,12-8-360,-25 18-450,40-24 1709,-6 8 0,38-5 0,5 0 0</inkml:trace>
  <inkml:trace contextRef="#ctx0" brushRef="#br0" timeOffset="264149">23554 11863 7803,'-26'0'3238,"9"0"-2609,6 0-449,9 0 360,-3 0-360,5 0 539,0-5-539,0 3 630,0-9-630,0 10 539,5-10-179,2 9-540,5-3 450,6 5-180,23 0-270,27-6 0,-11 5-135,-10-4 0,1-1 270,-12 1 0,-1-2-1,5-2 1,-2-1-135,22-4 90,-36 3 0,-19 11 270,-5 0 0,-11 17 90,-8 20-360,-2-7 0,-8 31 0,16-37-1,-5 38-268,6-37-271,0 31 270,5-40-360,2 18 270,5-20-899,0-1 989,5-8-2069,2-21 271,10-5 448,-3-5 1530,3 3 0,-10 11 0,-1-1 0</inkml:trace>
  <inkml:trace contextRef="#ctx0" brushRef="#br0" timeOffset="264866">24576 11568 7533,'27'-21'2788,"-5"-1"90,-17 15-1348,-4 0-1171,5 2 631,-6 5-990,0 0 360,-6 0-450,-6 0 0,-2 0-720,-14 5 720,13-3-449,-25 9 359,24-4 0,-29 5 180,28 0 90,-28 6-90,23 7 90,-3-10-90,9 18 90,14-24-90,8 25 0,2-19 0,27 20 0,-13-20 0,8 13 90,4-8 269,9 15-179,-13-14 0,-2 2 810,12 33-900,-13-17-3033,-33 6 3033,-6-29 360,-29 23-270,11-22 0,-3-1-405,-5 4 0,0-1 45,-20 5-270,8-7 1,24-16 179,5-1-1079,-1-7-271,21-5 2314,1 5-3572,29-4 2878,-12 10 0,50-5 0,-13 6 0</inkml:trace>
  <inkml:trace contextRef="#ctx0" brushRef="#br0" timeOffset="265200">25068 12060 7533,'-7'-19'4227,"2"6"-1708,5 8-2339,5 16-360,-4-3-180,5 21 270,-6-14-1169,0 30-630,-22 0 1439,-5 7 180,-6-10 90,-1-24 450,9-7-1259,-17-10 989,13 5 0,11-28 0,26-5 0</inkml:trace>
  <inkml:trace contextRef="#ctx0" brushRef="#br0" timeOffset="265885">25941 11604 7533,'-7'-27'2069,"-4"0"-1890,10 26 631,-10-5 269,-1 28 361,-7 44-1261,5-13-2305,2-4 1,2-1 2125,8-1 270,-9 13 114,7-18 1,2 3-880,1 7 1,1-1 269,-3-7 0,0-1-45,5 7 0,2-10 91,-3-23-451,5 10 360,-1-26-989,-3 5 899,3-6 2313,-5-6-2313,0 0 360,0-7 0,6-31 0,0-10 0</inkml:trace>
  <inkml:trace contextRef="#ctx0" brushRef="#br0" timeOffset="266283">25941 11531 7533,'0'-52'2518,"6"0"-449,17 20-1799,-6 12 1169,28 4-1259,-23 16 989,24 21-989,-19-10 90,-1 16 0,0 2-270,3-4 135,-3 9 0,0 1-495,-4-11 0,-6 8 0,-4 3-449,-5 17 584,-21-17 0,-4 0 225,-3 15-2216,-14-29 1,-4-8 2215,9-6 949,-38 4-499,10-9-450,10-2 90,-13-2-900,39-9-449,-2 10-90,13-5-1080,27 12 4922,-7 1-2493,20 5 0,28 11 0,-20-10 0,-1 0 0</inkml:trace>
  <inkml:trace contextRef="#ctx0" brushRef="#br0" timeOffset="266883">26556 11962 7533,'-19'-7'1169,"2"-4"180,-1 9-269,4-9-721,2 10 811,6-10-810,6 10 899,11-10-899,-2 4 629,30-5-809,-15 0 0,27 5 180,-7-4-360,23 9 180,-19-3-810,-9 4 0,-4 2-629,-10-1-90,30 5-90,-38 2-630,11 6-90,-15 10 2159,-6-14 0,-18 18 0,-10-13 0</inkml:trace>
  <inkml:trace contextRef="#ctx0" brushRef="#br0" timeOffset="267200">26433 12159 8612,'-39'0'3328,"16"0"-629,46-6-900,44-6-1844,-21 2 0,4 0-45,11 0 0,1 1-1754,-5 2 0,-2 2 135,-6 2 0,-5 1 899,12 2 810,-17 5 0,-47 2 0,-2 5 0</inkml:trace>
  <inkml:trace contextRef="#ctx0" brushRef="#br0" timeOffset="267751">26939 11654 7533,'-7'-19'2698,"-4"-4"-2158,9 3 1169,2 7-1169,7 2 1079,16 16-180,20 13-1079,-8-3-360,0 1 0,4 2-90,4 4 0,0-2 135,-8-5 0,1 1-135,24 11 0,-1 2-495,-24-11 0,-3 2 270,4 3 1,-7 4 314,-23 34 135,-30-24 0,-15-2 104,2-8 1,-6-3 0,-1 2 90,-2 5 0,-1 0 0,0-1-420,3-7 0,-1-2 0,4-1-675,-2 3 1,6-4-2205,1-2 2969,54-28 0,33-8 0,-14 3 0,0 0 0</inkml:trace>
  <inkml:trace contextRef="#ctx0" brushRef="#br0" timeOffset="282817">27947 11863 7533,'-30'18'-810,"4"1"990,7-6-180,9-2 270,10-11-270,0 0 360,5 0 539,-4 0-809,4 0 1889,-5 0-990,-5-5-269,4 4-540,-10-5 629,10 6 541,-10-5-91,9-2-360,-9 0-629,10-3 360,-5 8-540,17-9 0,-2 10-180,41-10-90,9 4 0,1 0 135,-13 1 0,-4 1 45,-10 3-90,35-3-90,-35 5 180,10 0 0,-23 0 180,2 5-90,-21 2 0,5 6 90,-6-6-90,-6-2 270,-1 6-180,-11 8-90,10 2 269,-13 18-89,7 5-540,1-8 1,-4 20-271,16-45-1079,-5 21 989,6-29-1529,0 8 1350,6-11-990,6-11 1799,18-8 0,-3 4 0,9-1 0</inkml:trace>
  <inkml:trace contextRef="#ctx0" brushRef="#br0" timeOffset="283733">28785 11777 7533,'-13'-25'0,"6"6"2518,2 1-2158,5 6 450,5 0-541,-3 5 181,3-4-270,-5 4 270,0-5-450,0 5 0,0 1-180,0 6-90,-11 0 180,8 6-180,-24 12 180,17-3-269,-24 25 359,19-24-90,-24 34 90,22-26 269,-1 7 1,2 6 180,7-2 0,4 0-270,-8 26 44,12-16 1,2-5-135,6-10-180,22 28 270,-7-36 180,30 12 0,-23-26-180,34 3-45,-29-20 0,0-4-45,22 2 89,-13-15 1,-6-4 0,-14 5-225,1-11 0,-3-2 135,-11 7-45,4-3 0,-1-6 45,-11-5 0,-1 0 0,9-22 0,-14 10 0,-8 0-270,-2 21 0,-4 3 135,-8-9 0,-3 2 90,8 10 0,1 2-674,-25-22 359,31 40-720,-4-12 630,11 21-1798,1-4 1258,6 5 900,0 21 0,0 19 0,0 8 0,0 14 0,0 0 0</inkml:trace>
  <inkml:trace contextRef="#ctx0" brushRef="#br0" timeOffset="283917">28833 12035 7533,'-19'0'5756,"6"6"-4676,24 6-720,5-4-720,36 20-2339,11-2 2699,-28-8 0,1 2 0,1 1 0,-2 0 0,20 16 0</inkml:trace>
  <inkml:trace contextRef="#ctx0" brushRef="#br0" timeOffset="284632">30015 11937 7533,'-32'-32'7196,"8"8"-7466,12 12-1529,23 6 1799,9 17 0,-5 41 0,-11-16 0,1 0 0</inkml:trace>
  <inkml:trace contextRef="#ctx0" brushRef="#br0" timeOffset="284784">29879 12195 7533,'-19'0'3957,"-10"0"-2158,20-5-1439,4-13-360,13 3-3238,37-14 3238,-20 21 0,12 1 0,5 3 0,23 4 0</inkml:trace>
  <inkml:trace contextRef="#ctx0" brushRef="#br0" timeOffset="285634">31060 11851 7533,'-27'-33'629,"6"4"-449,15 23 0,5-5 720,-10 4-720,10 0 89,-10 1-449,9 6-269,-14 0 359,7 0-180,-25 11 90,18-8 180,-40 30 0,31-17 135,-10 10 0,-4 5 359,4 6 1,0 0-405,4-9 0,1 2 360,-8 24 0,8-1-270,14-19 269,7 14 1,7-1-360,15-14 0,5 5 0,5-2-90,12-13 45,5-1 0,2-4-135,1-10 270,8-6 0,1-4 0,-6-11-90,8-11 0,0-5-270,-9-7 150,-11 1 0,3-7 0,-5 0-1801,-8-3 0,-3 0 1831,11-10 0,-5-3 90,-17-4 0,-8 4-196,-3-1 285,-17-2 1,-4 2-180,3 12 810,-16 5 0,-3 5-541,12 15 451,-13 4 0,-1 2-720,14 8 359,-35-3-1618,50 11-2159,-16 11-630,41 14 4048,-9 2 0,34 25 0,-6-7 0</inkml:trace>
  <inkml:trace contextRef="#ctx0" brushRef="#br0" timeOffset="285884">30937 12109 7533,'-20'-8'8095,"31"26"-7105,40 27-1845,-14-14 0,2 1 765,-5-7 1,2 0 89,10 7 0,0-1 0,-15-10 0,-1-1 0,15 10 0,0 0 0</inkml:trace>
  <inkml:trace contextRef="#ctx0" brushRef="#br0" timeOffset="298150">17401 13352 7533,'-19'0'2158,"1"0"-1078,5 0-900,6 0 719,2 0-539,5 0 5487,0 0-4858,0-5-629,0 3-180,0-3-270,0 5 630,0 0-271,11-6 1,14 5-450,2-10 90,9 10 90,16-5 0,-15 1-45,4 4 0,4 0-180,-6-2 1,-1 1 224,1 1 0,0 2 270,15 4 629,-43 19-269,-19-3 359,-21 32-809,13-21 0,1 2-540,1 6 0,0-1-89,-9 25-2250,18-19-1439,21-44 4138,5-19 0,4-4 0,2-5 0,2-8 0,0 0 0</inkml:trace>
  <inkml:trace contextRef="#ctx0" brushRef="#br0" timeOffset="298784">18336 13045 7533,'6'-25'0,"-5"6"1889,10-16-1440,-9 14 1080,3-20-719,-5 20 449,0-7-629,0 19 179,-16-2-629,0 17 180,-30 22-270,17 1-90,0 12 0,1 4-90,-1 7-315,7 10 1,3 2 314,5-4-585,3 4 0,6 4-449,17-19 0,2-2 989,-13-5 0,5-3-1035,22 5 1,5-10 899,-8-19 270,21 3 0,11-29 0,9-10 0</inkml:trace>
  <inkml:trace contextRef="#ctx0" brushRef="#br0" timeOffset="299302">18595 13254 8702,'-32'4'5037,"7"31"-5262,15 3 0,3 5 90,2 11 1,3 0 134,-2-11 0,3-1-450,5 1 0,2-7-180,3-20 91,8 1 629,-10-57 359,-1 5 1,-1-5 90,-4-16 0,-1-7-151,4 10 1,2-2 0,1-1-1431,0-5 0,1-1 1,2 4 1130,2-5 0,3 5 89,5-7 1,7 18-296,11 43 26,0 1 270,3 44-180,-21-11 0,-3 2 90,5 17-135,-9-11 0,-4-2 45,-9-8 899,-6 30-899,0-35 0,-29 22 90,12-30-809,-35 8 629,30-16-450,-35-2-719,27-5 809,-1 0 1941,15 0-2210,21 0-1042,-5 6 1761,12-5 0,28 5 0,13-6 0</inkml:trace>
  <inkml:trace contextRef="#ctx0" brushRef="#br0" timeOffset="299834">18903 13623 9332,'-21'-7'3238,"5"-4"-2609,16 10 721,0-16-991,5 9-89,18-26 0,-7 12-360,10-3 0,-1-2 270,-7-2-270,10 0 0,0 1-90,-10 5-179,27-28 359,-36 40 359,19-16-89,-25 26 720,8-5-541,-11 12 541,0 11-630,0 4-270,0 20-180,0-14-180,5 30-1709,7-16 1529,-4 3-3957,8-9 3957,-9-22 450,6-1 0,10-45 0,3-14 0</inkml:trace>
  <inkml:trace contextRef="#ctx0" brushRef="#br0" timeOffset="300417">19616 13254 7533,'-19'-56'6386,"1"6"-5307,6 19-899,0 18-539,-1 15-91,-4 37 360,3-14 45,1 11 0,2 2 225,3-1 45,2 3 0,1 1-46,5 1 226,0 4 0,0 0-135,0-1-225,10 1 0,2 0-45,-1-10-720,40 11 720,-1-57 270,-7-6-270,2-27 0,-29 7 0,-3-3 90,-3 5 0,1 0-1786,5-7 0,-1 1 1786,2-24-721,-10 25 1,-1 1 540,1-19 28,-3 6 0,-3 3 242,-6 12 90,-2-9 449,-6 32-449,1 6-630,-11 7 271,7 2 1358,-12 14-1269,9 14 0,0 26 0,10-18 0,0-1 0</inkml:trace>
  <inkml:trace contextRef="#ctx0" brushRef="#br0" timeOffset="300603">19628 13401 7533,'-20'13'9624,"-3"10"-8634,28 19-721,-4-6-628,22 27-1620,-7-34 630,29 22-1710,-22-29 3059,12 7 0,0-22 0,-2-2 0</inkml:trace>
  <inkml:trace contextRef="#ctx0" brushRef="#br0" timeOffset="300984">20095 12995 7533,'-13'-53'7645,"3"2"-6385,26 43-991,-7-3 1351,42 39-1531,-27-1 1,-2 7-120,2 3 0,0 5 0,-3 2-916,-3 4 0,-4 2 1,-1-2 900,4 17 0,-5-2-135,-9-12 0,-6-3-135,-8-3 0,-7-2-1539,-9 3 0,-2-2 1674,5-6 0,-2-2-720,-10 6 1,-1-11-2969,-3-27 3868,8 5 0,15-43 0,24-6 0</inkml:trace>
  <inkml:trace contextRef="#ctx0" brushRef="#br0" timeOffset="301685">20810 13340 7533,'-20'-13'3688,"2"1"-810,6 5-2338,6 2 1169,6 5-1350,6 0 361,28 0-270,28 0-990,-11 0 405,-5 0 0,-2 0-1214,-12 0-2069,36 11 2339,-45-9-1440,22 21 2519,-36-15 0,-19 15 0,-24-4 0</inkml:trace>
  <inkml:trace contextRef="#ctx0" brushRef="#br0" timeOffset="301918">20772 13549 8702,'-46'0'4587,"7"0"-3237,37 0-991,4 0 811,32-5-810,-11 3-1,45-9-899,-27 8 1,-1-1 449,24-3-810,-8 4 1,-5 1 449,-19 2-3450,6 5 1,-1 1 3899,-14-3 0,0 24 0,-24-6 0</inkml:trace>
  <inkml:trace contextRef="#ctx0" brushRef="#br0" timeOffset="302316">21166 13168 7533,'-19'-33'5037,"2"-1"-2788,10 20-1260,34 7-179,31 19-990,-6 7 0,6 5-270,-14-4 0,0 3 0,-1 2-30,-2 0 1,-1 2-1,-5 3 345,3 19 0,-8-1-44,-4 13 583,-41-22 1,-10-5-405,-5-10 764,-6 1 1,-3 0-495,-3-3 269,4-1 1,0-1-719,3 0 358,-28 3-358,40-16-541,-11-1 360,27-6-1619,1 0 990,6 0-1620,17 0 1710,-8 0 899,20 0 0,23 0 0,14 0 0</inkml:trace>
  <inkml:trace contextRef="#ctx0" brushRef="#br0" timeOffset="302735">22114 13290 7533,'-12'-35'4587,"1"1"0,-15-26-4317,0 28 450,-14 14-900,18 18 360,-24 29-450,29-11-360,-1 14 1,4 3-1,11-4-135,-3 12 1,1 1 224,10-1-45,3 4 1,2-2 404,6-7 90,3 5 0,1-1 0,2-5 405,-4 1 0,-1-1-225,3-1 1799,-13 27-1709,-9-40 1169,-21 22-989,2-30-1,-14 8 271,-19-5-225,18-12 0,-3-4-1980,0-3 1,0-3 495,-22-6-2159,27-19 3238,27 16 0,23-5 0,11 6 0</inkml:trace>
  <inkml:trace contextRef="#ctx0" brushRef="#br0" timeOffset="303967">24551 13155 7533,'-7'-26'5037,"-4"8"-4857,10 13 719,-10 27-584,4 14 0,1 4-135,-7 22-960,5-15 0,-1 7 1,2-7 599,-1 14 150,1-15 0,-2 7 0,3-4-1127,5-3 0,0-3 437,-5 7 1,1-6-450,5-14-270,6-62 989,-6-7 0,1-3 270,10-20 0,-11 21 0,1 3 0,4 9 180,-5-17 0,0-19 360,-3 6 0,1-3 134,1 16 1,1-3-165,-2-5 0,0-6 0,1 10 2434,1 1-1775,4-1 1,2 5-451,2 21 990,21-10-1169,-14 27 809,30 7 181,6 34-1080,-3-9-181,-12 10 1,-4 4 90,-9-2 45,-1 4 0,-4 4-135,-15-6 0,-3-2 0,4 30-315,-19-21 0,-10-7 0,-8-22 0,-2-4-584,-17 22-181,8-28 1,4-8 180,23-6-901,-23-16-718,31 8 2428,20-3 0,22 40 0,24 12 0</inkml:trace>
  <inkml:trace contextRef="#ctx0" brushRef="#br0" timeOffset="304384">24723 13782 10771,'-25'2'5397,"12"-31"-4318,8-17-899,12-6-180,21-5 0,-6 35-720,35-12-90,-22 25 1,4 4 44,11 3 1,1 3 584,-8-4 0,-1 3-315,4 5 1,-6 1 1214,-11-6 719,5-6-989,-21-6 629,-6-13-629,-7 5 629,-18-25-719,3 22 180,-20-30-361,20 32 541,-25-3-540,18 19-90,-24 27 90,24-6-450,0 17 0,4 3-1259,9-3 854,-2 9 1,6 6-990,14-9 0,3-2 1304,5 26-495,10-17 1,3-9 44,0-19 810,3 5 0,3-6 0,15-36 0,-14 7 0,0 1 0</inkml:trace>
  <inkml:trace contextRef="#ctx0" brushRef="#br0" timeOffset="304967">25351 13610 7533,'0'-32'2338,"6"-2"901,0 14-1171,1 7-1708,-2 2 540,-5 16-541,5 19-808,-3 14-361,3 18 630,1-17-989,-5 1 809,16-26 270,2-18 0,13-39 360,-7 5 135,-7-1 0,-1-1 674,3-12-719,-1 11 449,-8 2-89,-11 44-990,0 7 270,0 3-899,-5 25 719,3-18-900,-3 18 810,5-14-1349,5 10 1619,-3-15-359,14 2 538,-7-16-448,14-7 179,-10-7 360,21-33-1,-17 16 181,5-11 0,1-4 1079,10-15-1259,-6 8 270,0 2-271,-25 41 2160,9 3-2159,-10 9-180,5 25 90,-6-18-1620,0 35-988,5-28-271,-3 29 91,9-30 2608,-10 17 0,10-40 0,-4 4 0</inkml:trace>
  <inkml:trace contextRef="#ctx0" brushRef="#br0" timeOffset="306051">17697 14595 7533,'-14'0'1799,"3"0"180,5-6-1260,-1 5-269,0-5 809,2 6-629,-1 0 449,5-5 270,-4 4-1169,5-5 90,5 6-90,2 0 0,22 0-360,25-11 180,-10 9-360,19-14-45,-12 6 1,1 2 404,8-2 45,-11 0 0,-5 3 494,-22 13 990,-38 17-539,-5 16-720,-5 1-180,5-7 0,2 2-450,3 18-540,-7 4-899,23-10 720,6-33 629,1-3-4137,15-11 4587,-2-6 0,18-17 0,-1-10 0</inkml:trace>
  <inkml:trace contextRef="#ctx0" brushRef="#br0" timeOffset="306502">18509 14448 7533,'0'-52'7735,"0"-6"-7195,0 36 1259,0-7-1079,0 22-541,-11-3 1,3 8-809,-21 8-541,-8 24 721,8-7-811,-5 33 1,22-16 1079,5-1-45,12-3 0,6 1 360,6-8 0,4 2 45,13 21 0,0 0-135,-9-18 0,-2-1 0,8 7 0,-6-1 585,-15 12 719,-15 1-989,-12-10 44,-14-24 1,-6-7-2294,-29-3 630,25-1 0,0-3 1259,-15-9 0,44-19 0,27-9 0</inkml:trace>
  <inkml:trace contextRef="#ctx0" brushRef="#br0" timeOffset="307666">24489 14324 8162,'-5'-19'2159,"3"7"-1439,-9 17-181,4 9 226,-4 18 0,-1 10-316,-1 11 1,0 7-480,4-5 0,0 3 0,1-1-1311,2-8 1,-1-1-1,3-3 1296,0 10 0,2-9-544,2-11 409,6-30 540,-5-32-270,10 4-379,-6-21 0,-3-10 244,1-1 0,1-4-45,-2 7 0,0-1 1,-1 0-956,2-15 0,0 3 1045,-3 14 0,1 2 269,6-2 1,3 3 1494,0 9 1,4 3-1090,5-1 0,6 9 134,36 30-629,-14 24 294,-13 8 0,0 6-294,-5-9 0,0 1-90,1 8 0,-2 1-45,-5-8 0,-3-1 444,-4 30-310,-27-45-89,3 10 90,-15-25-90,4 3-285,-39-5 105,25-5-45,-9-1 0,0-1-45,10-6-135,-3 4 1,2 0 224,9-3-2069,-15 5-1619,31 1 1350,19 23 2428,5-7 0,22 19 0,9 8 0,-4-3 0,0-1 0</inkml:trace>
  <inkml:trace contextRef="#ctx0" brushRef="#br0" timeOffset="308118">24710 14817 9422,'-18'13'4497,"0"9"-3058,6-19 90,5 7-629,1-15-990,33-29-90,13-18-360,-8 17 1,4 0 44,4 0 0,0 3 450,-6 11 0,1 4 45,6 6 0,-3 4 0,3 3 270,4 15-180,-32-10 1349,5-1 360,-11-28-1529,-13-12 0,-13-16-270,-23 18-180,-3 42 270,7 8-810,9 40 361,22-24-631,3 6 1,3 5-1440,12 28 1844,-7-26 1,5 0 584,17 8 0,6-10 0,11-24 0,-7-6 0,-1-1 0</inkml:trace>
  <inkml:trace contextRef="#ctx0" brushRef="#br0" timeOffset="308684">25314 14645 7533,'0'-38'5846,"0"12"-4227,0 3 810,5 17-1529,-3 11-990,9 3-180,-4 37-2339,10 7 1620,-9-4 719,14 3-360,-14-38 1170,16-12 90,-5-9 89,7-40 1,0-10-450,0 13 239,-7 3 1,2-8 0,-5 13-330,-6 18 359,6-14-719,-16 39 180,0 1-359,0 16-721,0 14 451,0-9-1170,6 15 0,4-2 1979,5-22 539,21 24-539,-5-67 1574,-1-13 0,-1-3 225,3-7-1260,-8 12 1,-3 7 180,-14 17-631,-2 16 91,-5 2-3958,6 54 3598,1-25 0,21 1 0,4-48 0</inkml:trace>
  <inkml:trace contextRef="#ctx0" brushRef="#br0" timeOffset="312683">17524 15543 7533,'0'-19'2158,"-6"1"-1528,5 5-270,-4 6-450,5 2-90,0 5 360,0 0-450,5 0 360,-4 0 180,5 0 270,-6 5-271,0-3 1,0 3-90,0-5 90,5 0-90,-3 0-360,3 0 180,-5 0-450,0 0 540,0-5-90,6-2 180,-5-5 270,5-1-90,-6 1-450,0 6 180,5-5-180,-3 9 90,3-9 0,-5 10 180,0-5-90,0 12 359,0 22-179,0 23-180,-5 8 45,-1-5 0,-1 1-135,-7 5-45,2 7 0,1-2 135,3-12-180,-1-3 0,1-3-90,7-17-180,-5 4 270,6-28-179,0-12-631,0-12 630,0 9-1169,0-18 899,0 18-809,0-9 989,0 12 360,0-5 0,0-1 0,0-7 0</inkml:trace>
  <inkml:trace contextRef="#ctx0" brushRef="#br0" timeOffset="313102">17549 15382 7533,'-7'-37'1978,"0"-1"1,1-18-1169,19 21-450,1 23 359,20 0-719,-12 11 180,35 7-90,-27 2 90,7 7 0,0 4 0,-6 3-135,4 3 0,-1 2-45,-11 1 225,-4 3 0,-4 1-135,-8-2-1,-1 39 1,-12-39-135,-13 4 0,-7 0-494,-24 2 539,20-17 0,-2-1-90,-4-5 0,3-4-90,8-8-90,-31-1 0,40-1-809,-13-16 719,23 14-1439,-5-8-989,37 11 2788,-19 0 0,29-4 0,11-2 0,-10-1 0,-1 0 0</inkml:trace>
  <inkml:trace contextRef="#ctx0" brushRef="#br0" timeOffset="313683">17943 16096 7533,'-7'-19'4047,"1"-4"-2607,12 4-1081,-5 0 91,10 1-90,1 0-90,7-1 449,23-28-629,-20 23 180,18-32-90,-26 39 270,9-17-180,-15 26 539,8-9-449,-14 11 90,3-1-270,-5 2-1,0 16-89,0-9-180,0 31 90,0-22-629,6 40 539,-5-28-1259,10 29 1259,-9-25-2699,9 14 1890,-10-20-360,16 7 269,-15-19-1349,15 1 2339,-10-10 0,16-27 0,2-7 0</inkml:trace>
  <inkml:trace contextRef="#ctx0" brushRef="#br0" timeOffset="314307">18668 15567 7533,'-7'-19'2608,"-3"2"-539,3 4-1080,0 1-899,-4 5 180,10 1-180,-16 23-540,-2 14 361,-2-2 538,-12 27 721,1 0-991,5-7 271,11-10 0,3 1 449,0 29-629,17-27 0,2-1-720,4 23-90,12-34 1,8-9 44,7-18 1,5-9 449,4 0 0,-1-7-222,4-9 1,-5-6 356,-8-3 0,-6-1-90,7-24 404,-15 15 1,-3 1-135,-2-5 270,4-19-1,-15 12-179,-5 21 90,0-5 0,-2-1-270,-6 5-180,-5-25 359,-1 25-89,2 6 270,-13-8-450,10 19-630,-15-8 180,20 16 533,-7 2-2331,14 5 988,-9 0 541,10 0-2430,-5 5 1800,6 8 1259,0 0 0,11 33 0,3 0 0</inkml:trace>
  <inkml:trace contextRef="#ctx0" brushRef="#br0" timeOffset="314533">18718 15850 7533,'-20'0'2608,"2"0"1080,12 5-1259,17 24-2069,4-11-2204,23 20 0,9 2 1844,-15-16 0,1-2 0,16 7 0,0-2 0,-17-14 0,1 1 0</inkml:trace>
  <inkml:trace contextRef="#ctx0" brushRef="#br0" timeOffset="316401">24193 15875 7533,'-25'-6'3058,"2"5"-1529,16-5-899,7-4-630,7 7 360,10-24-91,-3 17 1,15-29-270,-14 22-90,19-39 270,-15 22 0,-1 0-90,16-24 45,-9 5 0,-3 0 315,-2-9-360,4-2 269,-17 13 1,-2 43-810,-10-3-179,3 22 359,-3 57 45,6-33 0,3 1 225,5 23 0,0-3 0,0 3-90,24-8 0,-29-43 360,29-19-360,-23-6 180,6-15 0,2-4 90,-3-2-135,2-10 0,0-1-45,-2-2 135,3 2 0,-2 0 45,-6-1-1,4 11 1,-1 3 0,-10 7 450,7-5-450,-10 27 90,0 13 90,0 24-271,0-1 91,0 39-90,0-37-225,0 9 0,0 0 135,0-9 0,0 14 0,0 1-449,0-7 224,-2 12 0,-1 1-675,2-13-1651,-2 5 1,1-3 2011,2-16-2393,5 20 2212,-4-31-1349,21-2 1350,-13-7 719,15-5 0,-1-11 0,3-2 0</inkml:trace>
  <inkml:trace contextRef="#ctx0" brushRef="#br0" timeOffset="316733">24981 15592 7533,'-6'-26'4317,"-10"8"-3687,13 13 89,-14 16-269,10 2 90,1 33-360,0-15-180,12 37 0,-5-38-990,26 33 990,-16-34-1169,34 1 1709,4-36-316,-26-18 1,-3-10 1034,0-7 1,-5-3-1035,-9 4 0,-8 1 0,-12-8 0,-6 9-225,-3 20-900,-35-15-3418,19 59 3419,6-19 899,12 38 0,64-19 0,12 11 0</inkml:trace>
  <inkml:trace contextRef="#ctx0" brushRef="#br0" timeOffset="317767">25633 15223 7533,'-12'-31'4047,"6"6"-2607,0 5-991,6 10 361,-5 15-540,4 2 269,-10 27-539,9-11-90,-3 11 0,-1 6-180,2 9 1,1 1 179,0-11 0,-1 1-225,-2 30 0,1-5 135,4-18-225,-5-3 1,1-2 134,4-13-450,-5-1 630,6-22 270,-5-23-270,-7-20 180,-2 2-90,-9-23 90,9 36 360,-20-12-270,17 26 450,-28-3-271,29 11 451,-24 17 89,14 25-629,5-5-270,8-2 0,4-2 180,13-9 180,3 31-270,7-31 0,15 17 90,-8-17 0,25 1-270,-17-11 180,33-3-990,-9-38 720,-7 9-90,-18-10 1,-5-2 89,-8 7 90,13-27 0,-20 33 270,3-17-180,-11 26 719,0-3-539,0 11 450,-5 0-540,4 5-630,-11 13 180,11 2 90,1 5-269,13-2 269,0-15-90,16 14 360,-14-19 0,25 8 0,-24-11 0,18-11 450,-9-8 89,1-18-539,-1 10 810,-8-24-540,-10 33 899,-2-27-989,-5 36 270,0-13 719,0 20-1978,0-3 359,0 10-90,0 2-989,6 16 899,-5-8-1708,10 25 1438,-9-23-1708,14 28 2608,4-18 0,22-7 0,8-10 0</inkml:trace>
  <inkml:trace contextRef="#ctx0" brushRef="#br0" timeOffset="318133">26335 15531 7533,'0'-43'5577,"-6"16"-2699,-6-2-2518,4 22 989,-19 2-1079,17 5-540,-18 16 270,14-12-90,-4 34 270,11-27-1349,7 34 449,2-28-359,20 33 629,-13-32-90,31 33 540,-24-35 90,24 24 0,-31-25 540,13 8-361,-20-16 631,-13-2-720,1-5 360,-41 0-450,27 0-900,-44 6-3058,21 6 3868,2 7 0,54-5 0,33-3 0</inkml:trace>
  <inkml:trace contextRef="#ctx0" brushRef="#br0" timeOffset="318718">27320 15382 7533,'-14'-46'2968,"3"6"-2698,6 28 359,3 5 361,-3 2-270,5 5 359,-6 5-1079,5 2 270,-10 38-90,9-13 0,-9 26-495,10-18 0,1 1 0,-3-1 0,1 1 270,1 3 0,2 1-1034,-1 6 0,0-5 539,0-8-1709,5 31 1889,2-53-1619,0 6 1620,-2-28 359,-5 0 0,-16-34 0,-5-7 0</inkml:trace>
  <inkml:trace contextRef="#ctx0" brushRef="#br0" timeOffset="319000">27024 15506 7533,'-33'-37'1469,"-1"0"0,8 10 0,0 2 150,-16-16-90,29 29-449,53-10-316,3 6 1,7 0-615,-3 0 0,3-2 0,-2 1-772,11-3 1,1 1 321,-10 3 0,1 0 0,-4 3-779,-5 5 0,-3 1 629,0-3 0,-2 2-2788,19 8 450,-48 40 2428,3-14 360,-17 42 0,-17-6 0,7-21 0,0-1 0</inkml:trace>
  <inkml:trace contextRef="#ctx0" brushRef="#br0" timeOffset="319316">27504 15604 8342,'-12'44'4318,"5"9"-3599,7-2-629,12 5-539,7-18-271,1-26 810,-2-47 0,-12 3 0,-11-36 809,-14 23-539,-13 5-540,12 12-1529,-2 33 1439,21 4-1798,1 25 1618,6-18-1169,29 24 1259,-12-31 360,23 13 0,19-21 0,-26 2 0,0-1 0</inkml:trace>
  <inkml:trace contextRef="#ctx0" brushRef="#br0" timeOffset="319801">27862 15481 7533,'0'-42'2158,"-6"-7"-359,5 3-1439,-5 15 360,6 14 269,-5 39-629,-2 22-810,0-1 405,1-3 0,1 4-765,1-5 1,1-1 404,-1-2 1,1 2-631,0 15 1,1-4 314,2-10-449,0 29 809,5-46-449,13-10 809,2-20 0,3-16 0,1-10 0,7-18 0,-1-5 0,-2-3 0,-1 0-124,1 1 0,-3 0 483,-6-4 1,-3 7 270,-1 14-181,-3-10 1,-1 3 720,-4 23 1168,-2-14-1708,-5 35 539,0 10-809,0 2 360,0 16-361,-5-3 181,3 32-360,-8-21-90,6 8 0,1 1 90,-4-7-810,1 12 1,1 0 449,4-7-1101,-5 21-698,6 4-630,-5-8 1440,3 2-180,2-6 1349,2-42 0,9-14 0,-4-23 0</inkml:trace>
  <inkml:trace contextRef="#ctx0" brushRef="#br0" timeOffset="320269">28156 15764 8522,'14'0'2159,"-3"0"-540,-11 0-1349,0 0 449,11 11-179,14-8-450,-4 8-630,30-11 540,-33 0-809,43-22 629,-42 11-45,13-13 0,-2-3 135,-12 10 900,16-40-810,-27 34 719,-1-29-269,-6 30 450,-17-17-361,8 29 541,-31-6-900,18 16 269,-19 11-449,21-3 90,-15 26-90,20-18-180,-9 41 180,18-39-269,0 50 89,6-44-270,6 45 450,0-40-990,24 24-269,8-22 270,1-10-361,8-5 541,-21-16-1530,9-11 1440,-20 3 899,7-10 0,-15-5 0,5-3 0</inkml:trace>
  <inkml:trace contextRef="#ctx0" brushRef="#br0" timeOffset="320684">28673 15678 7533,'0'-14'0,"0"-13"0,0 23 1889,5-18 89,2 21 91,0-5-1259,-1 6 89,-1 11-719,-3-2 180,3 25-360,-5-18 90,-5 29-180,3-23-1259,-3 19 1169,5-21-1259,0 9 1079,0-21-270,11 3 540,-9-16 540,26-24-540,-13 6 270,5-10 0,1-3 450,1 0-226,2-5 1,-3 1 495,-10 9 44,6-1 1,-1 2-406,-8 13 271,4-11-540,-7 21-450,-5 12 90,0 3-360,0 21 450,0-13-2159,0 23 1709,0-22-2788,0 27 2879,0-22-2520,0 19 2519,0-20 360,6 8 0,34-43 0,14-2 0</inkml:trace>
  <inkml:trace contextRef="#ctx0" brushRef="#br0" timeOffset="321051">29239 15506 7533,'6'-44'5756,"-5"1"-2967,-1 23-990,-23 3-900,-15 40-1169,3-12 450,-4 39 0,25-32-1349,2 38 269,6-33-899,12 29 1170,0-30-630,23 23 1079,-7-34 180,19 27 0,-20-34 629,2 23-539,-16-24 990,-2 14-990,-10-16 1439,-18 5-1080,1-6 631,-25 0-2339,25 5-1800,-17 2 1980,29 6-2159,-11 4 2068,19-9 1170,2 8 0,67-14 0,-23 1 0,-1-1 0</inkml:trace>
  <inkml:trace contextRef="#ctx0" brushRef="#br0" timeOffset="334434">17597 16564 11041,'-6'-14'270,"-5"4"-270,10 10-90,-4 0-180,5 0 270,0 0 0,0-6-90,0 5 0,0-5 0,0 6 0,0 0 90,0-5 0,0 4 90,0-5-90,0 6 180,5 0-180,-4 0 180,5 0-180,-6 0 270,0-5-91,0 3 1,0-3-180,5 5 180,-4 0-360,4 0 90,-5 0 90,0-6 0,0 5-90,0-5 90,0 6 540,0 0-540,6 0 0,-5-5 0,5 3 0,-6-3 0,0 5 180,0 0 270,0 5 89,0 40-449,0-12 90,-3 20 0,0 2 0,2-1-315,-4 9 0,-1-1 225,-1-8-180,4-1 0,0-4 90,-2-17-180,5 13 90,0-38-359,0-2 179,0-21 0,0 6 0,0-24 0,0 19-719,0-14 629,0 16-1079,0-5 899,0 6 540,0 5 0,0 7 0,0 6 0</inkml:trace>
  <inkml:trace contextRef="#ctx0" brushRef="#br0" timeOffset="334901">17622 16626 7533,'-14'-19'989,"-2"-5"-899,15 10 720,-10-3-361,10 4 451,-4 1-630,5 0 449,10 0 361,9-6-900,1 9 359,15-7 181,7 14-540,-6-3 269,21 16-269,-30-3-90,20 21-90,-25-14 0,12 20 90,-26-20-629,9 24 89,-38-1 360,10-3 0,-15-8 0,-5-4-90,1-6 180,-7 3 0,0-1 0,6-4 45,-4 0 0,1-1 135,11-6-450,-22 8 360,30-14-1799,-3 3 1349,13-5-1529,5-5 1889,5 3 0,29-14 0,13 3 0</inkml:trace>
  <inkml:trace contextRef="#ctx0" brushRef="#br0" timeOffset="337318">24329 16896 7533,'-24'25'2608,"10"-11"-2158,3-4 719,11-4-359,6-21-270,11-17-630,4-14 90,3-3-90,0-3 90,-10 15 0,2-4-90,5-21 0,2-6 5,-7 18 0,1-2 0,0 1 174,0 0 1,0 0 0,-2 4-90,-1 0 0,-2 6 90,10-9 0,-21 43-90,10 1 90,-9 6-180,3 6 180,-5 1 345,6 27 285,0 27-720,1-4 0,-1-6 0,-1 5-360,-4-2 0,0-1 180,2-8 1,-1 0-316,-1 21 0,-2-7 225,1-21-944,0 3 0,0-3 764,6-13 450,-5 20 0,-23-53 0,-12-2 0</inkml:trace>
  <inkml:trace contextRef="#ctx0" brushRef="#br0" timeOffset="337817">24477 16737 7533,'-25'-6'2248,"6"5"1,2-10-1799,10 9 809,1-3-449,17 5-630,-2 0-90,30 0-630,17 0-989,-7 0 179,-1 1 1,0-2 180,2-10 899,-10 7 0,-2 0 180,1-9 180,-16 8 0,-18 5 1799,-10 5-360,-2 19-989,0-8 180,-3 35-541,8-34-179,7 28 180,-2-29 0,19 7-180,-9-17-629,7 0-1,14-12 540,-17 0-90,22-34 585,-22 9 0,-2-1-136,12-24 181,-11 12 0,-3 3-90,-6 16 629,4-14-89,-15 37-900,2 31 180,-5-4-2159,7 38 1799,2-35-3778,14 25 3958,20-10 0,20-41 0,-15-6 0,-1 1 0</inkml:trace>
  <inkml:trace contextRef="#ctx0" brushRef="#br0" timeOffset="338267">25486 16084 7533,'-5'-19'2878,"-2"7"-2338,0 7 719,2 10-899,5 7 269,0 29-449,0-11-45,2 9 0,1 1-45,-1-1-405,3 11 1,1 2 314,-5 0-630,2 3 0,-1 0 540,-2-5-225,1-8 1,-2-3 134,-4-5 899,-7-9-899,-8-27 1,-10-22 448,-7-8-89,10 12 0,-13-2 90,25 21 719,-19 6 1080,13 36-1619,2-4 0,12 0 0,4 1-271,3-3 1,10 29 0,-2-41-1349,26 22 89,-17-30-269,33 8 1349,-21-16 0,25-29 0,-10-12 0</inkml:trace>
  <inkml:trace contextRef="#ctx0" brushRef="#br0" timeOffset="338435">25683 16748 7533,'0'-25'7016,"0"-4"-3508,22 10-5217,16 0 1709,2 11 0,5 3 0,2 0 0,1 0 0,10 1 0,0 1 0</inkml:trace>
  <inkml:trace contextRef="#ctx0" brushRef="#br0" timeOffset="339102">26433 16810 7533,'-7'-26'4947,"13"3"-4587,2 11 89,10 5 541,11-15-630,15-4-180,-9-1-180,10-13 0,-31 25-180,4-19 90,-11 19-180,-18-14-180,-26 10 450,1 11 0,-2 2 360,-18 1-180,8 16 0,5 6-90,18 7 0,-2 2 0,3 5-720,10 14 360,3 22 360,16-20-450,25 16 180,-2-40-630,8-4 1,2-4 449,1-8-1124,9 0 0,1-3 944,-4-8 540,19 2 0,-34-22 0,-2-8 0,1-1 0,0-1 0</inkml:trace>
  <inkml:trace contextRef="#ctx0" brushRef="#br0" timeOffset="339367">26939 16281 7533,'0'-25'0,"0"-5"0,0 10 3058,0-9-2338,0 21 1528,0-3-1888,0 11 899,0 11-1079,0 2 720,0 34-900,-6-11 180,5 9 0,1 1-810,-6 1-315,6 10 1,0-1 44,0-9-494,0 12 0,0 1 405,0-12-136,0 6 1,0 0 1124,6-5 0,17-16 0,9-32 0</inkml:trace>
  <inkml:trace contextRef="#ctx0" brushRef="#br0" timeOffset="339633">27160 16662 7533,'-6'-20'3238,"5"4"-540,-5 16-89,1 11-2159,4 2 539,-5 28-1439,12 4-629,-5 1 449,10 5-1529,-4-29-2068,5 18 4227,6-25 0,6-24 0,8-20 0</inkml:trace>
  <inkml:trace contextRef="#ctx0" brushRef="#br0" timeOffset="340318">27455 16662 8612,'-6'-27'3238,"0"5"-2158,6 22-900,0 0 809,0 11-1169,0 14 270,0 2-360,6 14-899,-5 2 629,10-4 360,-5-7 180,7-11 0,-1-19-180,5-13 90,3-26 90,-1 2 225,-7 0 0,0 1-45,1 4 360,5-33 989,-12 29-1259,0 3 89,-1 14-448,-4 17 358,5 11-359,-6-3 90,0 26-719,0-17-181,0 34 720,0-28-719,5 34 449,-3-34-629,14 28 629,4-29 450,0 2 360,4-18-270,-1-29 629,3-21-539,0 3 90,-9 6 0,0 2 540,-2 8 359,14-31-360,-16 39 451,-1-11-1080,-6 21 899,-1 2-989,-3 21-180,9-6-720,-5 34-2158,18-4-540,-3 16 3058,3-17 450,-1-5 0,-20-32 0,1 2 0</inkml:trace>
  <inkml:trace contextRef="#ctx0" brushRef="#br0" timeOffset="340718">27320 16331 7533,'-36'-24'4587,"20"14"-6116,-6-6 1529,33 16 0,8-6 0,13-1 0</inkml:trace>
  <inkml:trace contextRef="#ctx0" brushRef="#br0" timeOffset="343917">17524 17462 8432,'-14'-7'180,"3"2"90,11 5 270,0-6-1,6 0 361,-5-7-720,10 7 90,-10-5 539,5 4-629,-6 0-630,0-4 450,0 10-180,0-5 0,0 6-179,0-5 359,0 3-90,0-3 90,0 5 0,0-6-270,-6 5 90,5-5 90,-4 6 270,-6 0-360,2 0 180,-3 0-180,1 0 90,-1 0 90,-2 0 0,2 6-90,-4 1 90,7 5-90,-8 1 0,-1 5 180,4-5 0,1 5-90,-3 5 360,8-2 180,-15 25-181,15-1-359,-3-5 180,11 5-90,5-25 0,-3 5 0,25 4 0,11-3 0,-2-6-180,31-3 90,-43-23 45,11-1 0,-2-4 45,-8-9 135,4-3 0,-2-1-45,-10 1-45,1-8 0,-2 0 224,-7 12-89,2-20 360,-6 16-540,-4 2 180,-6-20-270,-3 19 90,-21-23-90,14 29-360,-14-19 180,10 22-450,-6-10 450,12 15-2248,2-3-1080,11 22 3508,0-3 0,5 31 0,2 1 0</inkml:trace>
  <inkml:trace contextRef="#ctx0" brushRef="#br0" timeOffset="344134">17462 17634 7533,'-19'-12'0,"2"6"3508,10 0-1709,23 12-3149,22 22 1350,0-7 0,3 3 0,1 19 0,0 5 0,-10-15 0,0 1 0,1 0 0</inkml:trace>
  <inkml:trace contextRef="#ctx0" brushRef="#br0" timeOffset="345467">24305 17782 8792,'0'14'1889,"0"3"-1080,11-11-629,-9 1 180,20-2-180,-3-26 90,23-29-360,-13 1 45,-3-4 0,-1-7-146,-8-2 1,-1-2 250,-3 14 0,0 0 0,-1 1-15,2-11 0,-3 6 495,-1-13-270,-10 61-630,6 17-180,12 37 180,-6-7 1,2 5-406,2 6 1,0 4-226,-7-5 1,-1 4-1,-1-6 990,1-8 0,-4-2 0,-8 17 0,-8-5 0,-15-13 0</inkml:trace>
  <inkml:trace contextRef="#ctx0" brushRef="#br0" timeOffset="345917">24514 17598 7533,'-19'-21'2878,"1"-6"-1799,11 24 361,7-8-1260,7 11 179,22 0-449,-13 0 450,40 0-360,-31 0-405,11 4 1,1 3-136,-5 1-585,1 3 1,2 2-315,10 6 1259,-10 0 540,-3 4 719,-36 7-989,3-8 900,-12 12-631,7-20 541,0 9-1080,6-15 270,17 3-270,-8-11-90,31-16 90,-23 6 450,28-35-270,-29 22 270,24-34-180,-25 33 540,8-21-360,-16 35 809,-1-6-809,-6 16-540,0 5 360,0 2-1529,0 22-270,0-7-270,16 25 899,-7-26 1080,14 8 0,28-22 0,9-1 0</inkml:trace>
  <inkml:trace contextRef="#ctx0" brushRef="#br0" timeOffset="346301">25535 17142 7533,'0'-31'0,"0"1"2878,-5-11-2068,3 23 449,-9-9-989,10 27 449,-5 11-809,6 2 180,-5 34-90,4-12 0,-2 10 0,1 2-359,2 0-496,2 6 0,1 7-179,3-9 0,0-1 854,0-5 0,2-1-90,3 11 0,1-7 90,-4-25 1530,3-1-1350,-11-29 629,-5-27-89,3 10 449,-20-38-809,8 32 810,-22-28-631,10 36-2581,-21-7 2671,24 28 541,-28 36-990,41-3 0,4 5 0,-7-3 0,3 0-675,17 17 1,8-5 494,3-14-1439,21-1 0,6-6 1619,-4-15 0,16-12 0,5-7 0,-16-9 0,0 1 0</inkml:trace>
  <inkml:trace contextRef="#ctx0" brushRef="#br0" timeOffset="346751">26249 17647 7533,'-19'-12'1889,"1"5"809,11-4-1978,2 10 89,16-10-629,-3 9 180,26-9-360,-18 10-1709,41-5 1439,-38 6 270,15 4 0,4 3 0,5 18 0,-7-6 0,0 0 0</inkml:trace>
  <inkml:trace contextRef="#ctx0" brushRef="#br0" timeOffset="347352">26631 17623 7533,'-13'-20'2338,"6"3"-1888,2 10 2249,5 1-2070,0 1 361,22 3-900,21-9-180,-9 8 0,2-1-630,5-4 1,-1-1 449,12-5-270,-12-9 540,-33 15 540,-13-20 629,-30 13-719,7-4 179,-7 13 1,-3 7 90,-19 28-451,4-6-224,28 7 0,7 3 45,12-3-899,7 38 719,7-38-630,13 0 1,5-3-631,7-5 495,10-3 1,2-3-495,0-8 539,-1-1 1,0-3-360,-6-10 404,-2-1 1,-2-4 764,-9-4 0,10-30 0,-28 27 0,-1-38 0,-5 39 0,0-39 0,0 38 0,0-44 0,0 38 1484,0-13 0,0 0-1214,0 11 1439,0-41-720,0 49 450,6-27-629,-5 35 269,10-6-719,-9 22 270,9 22-720,-10-4 0,2 11 0,0 3-180,-3 0-45,0 8 0,0 0 226,0-8-1351,2 10 1,1 0 810,-2-14-1215,7 12 0,1-1 1394,-1-14 450,10 32 0,0-68 0,1-1 0</inkml:trace>
  <inkml:trace contextRef="#ctx0" brushRef="#br0" timeOffset="347617">27393 17598 8072,'0'-33'4678,"0"9"-4318,0 19 1079,0 5-990,0 0-269,0 5-809,11 35 89,-8-14-720,5 9 1,1-1-90,-2-11-1439,5 33 2068,0-33 720,0 24 0,6-38 0,1 1 0</inkml:trace>
  <inkml:trace contextRef="#ctx0" brushRef="#br0" timeOffset="347934">27689 17573 8342,'-7'-14'1349,"-4"3"-179,10 11-990,-5 0-90,6 6-90,0 1-270,0 11 270,0-5-630,0 16 540,0-14-270,0 19 270,0-19-89,0 19 269,0-19-90,0 20-540,0-10 180,6-4-809,1-5 629,5-21-629,6-7 1169,-4-2 0,9-20 0,-10 18 0,10-30 0,-3 14 0</inkml:trace>
  <inkml:trace contextRef="#ctx0" brushRef="#br0" timeOffset="348452">27812 17647 6633,'14'-19'-90,"2"-4"0,-4 3 1529,2-4 360,-2 5 180,-7 12-1529,-5 25-270,0 14-180,6 18-1079,1-7-181,16-11 1080,-8-14-179,20-29 539,-20 1-1,19-30 1,-19 19 0,19-32 900,-13 14-901,3 1 1261,-11 4-1170,-8 25 89,-5-2-179,5 11-1079,-3 11 809,3-2 0,-5 19-450,5-13-359,2 19 1079,0-19-1,10 14-179,-9-15 180,21-2 0,-14-7 450,19-10-450,-19-2 989,30-16-989,-27 3-90,32-16 0,-33 16 540,22-9-2160,-18 26 1351,-2-1-2880,-2 27 1260,-16-2 1799,-1 14 0,-34 2 0,-13 7 0</inkml:trace>
  <inkml:trace contextRef="#ctx0" brushRef="#br0" timeOffset="348650">27406 17069 7533,'-42'-43'869,"38"1"1,50 40-1</inkml:trace>
  <inkml:trace contextRef="#ctx0" brushRef="#br0" timeOffset="353452">17155 18189 7263,'-7'-14'360,"2"3"-360,5 11 180,0-6 269,-6 5 91,5-5-360,-5 1-90,1 3 0,3-3 0,-3 5-90,5 0 180,0 0 0,-6-6-91,5 5 271,-5-4-360,6 5 90,0 0 90,0-6 0,0 5-90,0-4-270,0 5 360,0-6-180,0 5 270,0-4-90,0 5 629,0 0-809,0-6 270,0 5-180,0-5 90,0 6-180,0 0 90,0-5-90,0 3-90,0-3 90,0 5 180,0 5-90,-5 24 0,-2 32 0,-1-14 0,-2 1-90,3-8 0,1-1-135,0 6 0,0-4-45,-5 4-180,9-6-449,-3-16 449,5-18-989,0-5 899,5-5-1169,2-2 1079,5-5-308,1-1 0,-7-4 0,-1-2 0</inkml:trace>
  <inkml:trace contextRef="#ctx0" brushRef="#br0" timeOffset="353951">17118 18139 7533,'-7'-19'359,"-4"2"811,4-7 449,0 3-1169,1 2 539,6-3-359,6 9-1,23-1-449,-11 3 0,38 17-90,-5 17-180,-9-7 0,-8 6 0,-6 1 180,-17-6 0,21 23 0,-29-25-90,8 19-809,-44 3 359,14-8 135,-13-8 0,-4-3-225,-16 1 270,17-6 1,1-1-1,-11 1-180,5-2-989,32-11 1079,-2 0 360,15 0 0,35 6 0,13 1 0</inkml:trace>
  <inkml:trace contextRef="#ctx0" brushRef="#br0" timeOffset="354635">17549 18361 7533,'-13'-14'1079,"6"-3"360,2 11-1169,5-1 720,5-4-721,2 10 541,22-5-90,20 6-541,-6 0-359,0 0 1,-1 0-811,-10 0 540,11 1 1,-1-2-901,-10-4-179,30 4 1529,-29-5 0,-34 17 0,-17 3 0</inkml:trace>
  <inkml:trace contextRef="#ctx0" brushRef="#br0" timeOffset="354970">17574 18472 7533,'-20'0'1889,"-3"-6"-1709,15 5 719,-3-10 90,16 4-179,7 0-630,2-4 719,31 9-809,-26-3-90,26 5-539,-9 0-901,9 5 811,-5-3-2160,16 9 2250,-33-4 539,18 5 0,-11 1 0,2-1 0</inkml:trace>
  <inkml:trace contextRef="#ctx0" brushRef="#br0" timeOffset="355450">17868 18237 7533,'-38'-13'3688,"14"2"-2969,29 17-539,10-5 270,37 10-540,-22-10 45,9 4 0,2 1 45,-3-5-270,10 7 0,1 1 270,-4-6-315,5 8 1,-3 0 224,-14-9 90,28 20 359,-51-3 541,-27 23-630,-9-15 0,-5-3-360,1-4 0,-2 0-1561,-12 7 0,3-3 1561,5-8-416,6 4 0,2 0 56,6-5-809,-7 13 989,23-14-2158,0 4 2428,12-12 0,22-6 0,13-6 0</inkml:trace>
  <inkml:trace contextRef="#ctx0" brushRef="#br0" timeOffset="356467">18767 18323 7533,'-19'-6'1169,"1"1"-809,6-1-180,5 5 899,1-10-719,6 10 359,0-10-539,0 9 180,17-3-180,-2 5 270,31 0-450,-17 0 360,39 0-360,-31 0-45,3 0 0,1 0-45,-4 0-45,0 2 0,0 1-135,4 4 720,-3 6-450,-16-7 629,-33 5-269,-8 1-1079,-7 13-1170,7 6 1259,8-10-1259,16 6 1889,8-8 0,22 7 0,10 5 0</inkml:trace>
  <inkml:trace contextRef="#ctx0" brushRef="#br0" timeOffset="357102">19641 18164 7533,'-6'-25'809,"5"6"451,-10-4-811,9 15 451,-14-9-630,13 16-91,-19-5 1,14 6-270,-20 6 90,-4 17-629,-11 15 539,10-3 90,4 21 629,17 0-179,11-14 0,6 3-315,3 4 0,8-4-90,15-5 0,11-10-315,11-13 0,6-15 150,-15-11 0,1-7 0,-2-2 120,8-5 0,-4-5 180,-3-11 0,-9-8-1561,-22-4 0,-5 1 1381,10-13 135,-17-4 0,-8 5-45,-7 28 314,-5-11 1,-3 0-45,-7 13-1,-2 2 1,-1 3-180,8 12-1709,-32 4 1259,39 18-3058,-11 16 2699,21-8 629,2 19 0,16 14 0,2 16 0</inkml:trace>
  <inkml:trace contextRef="#ctx0" brushRef="#br0" timeOffset="357268">19678 18312 7533,'-14'0'2248,"3"0"1,17 11-1799,0-3-270,23 31-1035,0-13 1,2-1 854,14 23 0,2-11 0,2 0 0,-16-11 0,0 0 0</inkml:trace>
  <inkml:trace contextRef="#ctx0" brushRef="#br0" timeOffset="359987">24649 18189 7533,'-13'-6'809,"-4"5"181,10-10-451,-5 9-359,5-3 0,1 5-90,6 0 180,6 0 90,-5 0-90,5 0 269,-6 0-179,0 5-90,0 18-540,0 32 270,0-11-495,0-1 1,0-2 314,0-14-540,0 34-809,5-44 180,8-27 1079,-5-3-90,8-45 180,-14 25 270,3-4 90,-5-20-90,0 20 135,0-3 0,0 0-45,0-3 269,0 6 1,0-1 1709,6-14-720,6 1-629,13 27-181,17 36-449,-13 4 45,-1 8 0,0 3-585,0 12 270,-8-5 0,-3-1 0,1 9-180,-29 13 181,2-38-361,-37 17 450,23-26-180,-23 3 90,15-11 0,-7-5 90,13 3-450,1-9 360,12 4-1619,10 1 1349,-2-5-1888,32 10 1528,-12-5 720,20 6 0,32-5 0,-29 1 0,1 1 0</inkml:trace>
  <inkml:trace contextRef="#ctx0" brushRef="#br0" timeOffset="360401">24945 18323 7533,'-26'-12'5577,"2"1"-4948,17 4-179,2-4-270,21 9-450,21-9-90,-1 4-45,1 1 1,-1 0 134,-4-1-45,4 2 0,2-1 135,14-17 270,-5 6 450,-2-22-360,-37 18 809,3-14-719,-11 14 360,-11-8-271,3 16-89,-21 1-450,14 7 270,-30 10-180,22 1 180,-29 29-180,30-12-180,1 8 1,2 1-1,10-2 0,-1 4 0,3 0 90,7-4-1169,22 28 989,-6-36-1529,36 12 1440,-23-21 449,28 0 0,-6-35 0,-17 5 0,1 0 0</inkml:trace>
  <inkml:trace contextRef="#ctx0" brushRef="#br0" timeOffset="361033">25437 18225 7533,'-7'-26'4047,"-4"3"-1348,10 11-2070,-5 5-449,6 7-180,0 12-449,6 18-181,-5-8-90,10 23 271,-4-34-181,5 28 270,-5-35 180,10 17 540,-4-19-450,1-2 360,7-23 90,-1-21-270,-5 3 270,7-16-360,-21 35 809,10-13-449,-9 22 359,3 1-1168,-5 6 359,0 12-180,0-5 0,0 26 180,-5-16 90,3 34-270,-3-28-719,10 22-1,8-7 811,-5-10 628,13 5-359,-12-26 540,14-6-540,-15-9 90,14-21 0,-14 13 269,16-29-179,-16 33 90,8-27 90,-14 30 449,8-8-629,-8 16-90,3 2-270,-5 5 0,0 11 270,0-3-1080,0 26 811,5-17-1620,2 27 1349,5-27-3058,6 28 2968,-9-29 450,13 19 0,-3-22 0,13 5 0</inkml:trace>
  <inkml:trace contextRef="#ctx0" brushRef="#br0" timeOffset="361284">26027 18103 7533,'-19'-13'3778,"7"6"-2429,1 2-180,10 5-719,-5 0 269,1 5-898,4-3 358,-5 19-1168,6-6-270,6 26 629,-5-19-1888,10 29-901,1-17 3419,-3 4 0,18-20 0,-7-20 0</inkml:trace>
  <inkml:trace contextRef="#ctx0" brushRef="#br0" timeOffset="362334">26310 18176 9062,'-13'-7'629,"3"-4"-808,10 10-811,0-10 540,0 4-629,0 0 809,5-4-270,-4 10 181,4-4 808,0 5-449,-3 0 1440,3 0-271,-5 0-719,0 0-450,6 0 270,-5 0 269,5 0 271,-6 0-181,0 0-719,0-6 630,0 5-450,0-4 270,0 5-270,0 0-270,5-6 90,-4 5 0,5-5 90,-6 6 810,0 0-181,0-5-539,0 3 270,0-3-540,0 5-899,0 0 989,-6 0 90,0 0 629,-7 0-629,1 0 540,-11 5-180,8 2 180,-14 11-271,16-5 271,-11 5-720,10 5 180,2-13-90,12 12 0,1-15-90,16 5 180,-9-5-90,16 9 90,-11-8-539,11 16 539,-16-16 899,9 14-899,-16-14 450,5 21-270,-6-20 180,-11 19-270,8-26 179,-19 15-898,13-16-361,-14 5 810,15-12-989,-14-1 540,19 1-1440,-14-5-630,16 9 2699,-5-3 0,23 10 0,4 2 0</inkml:trace>
  <inkml:trace contextRef="#ctx0" brushRef="#br0" timeOffset="362850">25978 18053 7533,'-26'-14'2608,"3"-2"-2428,16 15 0,7-10-1619,7 10 1439,11-10 0,7 9 0,6-3 0</inkml:trace>
  <inkml:trace contextRef="#ctx0" brushRef="#br0" timeOffset="363684">24908 18336 7533,'-21'-7'1259,"-1"1"-360,15 6-539,0 0 180,2 0-180,5 0 629,0 11-629,0-8 90,0 25-180,0-19 89,0 26-269,0-20 360,0 19-270,0-14-180,0 0-90,0-9 90,0-11-90,-5-6 180,3 5 180,-8-16 359,8-8-449,-3 4 0,5-25-180,16 9-90,-7-3-989,37-12 449,-29 30-2158,39-18 2158,-32 31 630,28-13 0,-14 31 0,11 0 0</inkml:trace>
  <inkml:trace contextRef="#ctx0" brushRef="#br0" timeOffset="364666">26298 18398 7533,'14'-19'0,"2"1"4047,-3 5-2697,22 1-1170,-12 5-1,17-4-448,1 4-451,16-16 495,-21 9 0,-1-3 90,-6-7 0,-3-1 405,4-10 0,-19-15 90,-17 33 449,-5-28-629,-9 34 450,-15-16 269,-25 36-809,16 0 315,5 12 0,4 4-225,12 5-315,2 8 0,8 3-495,33 20 45,3-25 1,5-2-841,1-10 0,3-6 795,2-6 0,3-7-506,9-11 0,0-5 1136,20-9 0,-26-14 0,-6-8 0,-18 0 0,0 0 0</inkml:trace>
  <inkml:trace contextRef="#ctx0" brushRef="#br0" timeOffset="373636">17093 18890 8792,'-14'0'810,"3"0"-361,11 0-179,0-5-180,0 3 360,-5-3-360,4 5 449,-4 0 1,5 0 540,0-6-631,0 5 541,0-5 179,0 1-449,-6 3-540,5-3 359,-5-1-359,6 5 0,0-4-90,0 5-90,0 0 90,0-6-360,0 5 540,0-10 0,0 4-360,0 0 270,0 2-90,0 5-180,6-5 270,6 3-90,-4-3-180,19 5 180,-17 0-360,24 0 270,-19 0-90,19-6 90,-19 5-180,25-5 180,-29 6-180,27 0 270,-33 0-90,22 0 0,-19 0 90,9 0-90,-10 0 0,4 0 0,-9 0 0,3 0 0,1 0 0,-5 0 90,5 0 0,-6 0 90,0 6-180,0 1 90,-6 10 89,5-3 181,-10 9-360,9-15 0,-14 20 90,13-19-360,-13 26-629,9-15 719,1-1-809,0-2 719,6-10-720,0 0 810,0-2-1259,0-5 1079,0 0-2338,11-5 1619,-9 3 1079,14-9 0,13 4 0,11-5 0</inkml:trace>
  <inkml:trace contextRef="#ctx0" brushRef="#br0" timeOffset="374784">17733 18754 6633,'0'-13'1349,"0"2"-89,0 5-181,0 0-719,0-1 449,0 2-359,0-1 90,-5 5-360,3-5 359,-3 6 181,0 0-180,3 0 89,-9 0-269,5 0-450,-1 0 90,-4 0-90,9 0 180,-9 0-360,4 0 90,0 0 1,-9 0 179,13 0-180,-13 6 90,9 0 90,-5 1 0,5 4-90,-4-4 90,5 0 539,-1 4-269,-4-5 180,4 7-90,0-6 180,1 9-1,1 3-449,3 2 180,-3 7-180,5-14-180,5 9 180,-3-9 0,9 15 0,-4-20-270,11 19 180,6-20 0,-3 10-270,13-12 450,-19 0-180,24-6-90,-28 0 360,27-11-90,-28 8 360,19-18-271,-21 12 541,9-14-540,-11 15 359,1-20-179,4 2-270,-9-1-90,8-18-90,-8 23 180,8-30-90,-8 29 270,3-28-91,-15 19-358,1-1 268,-14 4-628,10 17 89,-5 5-1259,0-4 1259,9 9-2608,-7-3-450,9 16-270,0 3 3148,2 5 540,10-1 0,8 5 0,6 3 0</inkml:trace>
  <inkml:trace contextRef="#ctx0" brushRef="#br0" timeOffset="375151">17721 18841 9152,'-12'-14'2159,"5"3"-181,-4 6 1,10 3-989,-5-3 179,6 5-989,0 0 629,6 5-629,-5-3-90,21 14-90,-13-8-449,25 15 449,-13-9-2339,15 9 2159,-16-15-3778,20 14 2519,-24-14 1439,13 5 0,-17-2 0,1-4 0</inkml:trace>
  <inkml:trace contextRef="#ctx0" brushRef="#br0" timeOffset="383717">21278 17573 6813,'-14'0'1979,"-3"0"-1439,11 0 359,-7 0-719,6 0-90,-4 0 540,4 0-720,0 0 539,2 0 271,16 0-90,30 17-450,-10-8-46,14 12 1,0 3-45,-5 0-135,14 9 0,0 2-45,-1 2-45,-1 3 1,-1 1 44,-7 1 45,-10 1 0,-5 0 45,-14-5 45,-7 7 0,-4 0-45,-11-6-1337,-7 9 1,-1 1 1516,-2-4-462,-12 7 0,-3-2 372,5-10 90,-14 6 0,-2-1-450,10-14 90,-14 4 1,-7-2 179,10-16 0,-2-5 179,-12 5 1,1-4-90,15-6 0,2-3 90,-27-4-270,45 0 1856,-3 0-4734,30 0 3808,5 6-2009,30 0 1169,-7 7 0,22-17 0,1-4 0</inkml:trace>
  <inkml:trace contextRef="#ctx0" brushRef="#br0" timeOffset="384201">21302 18422 7533,'-7'-19'989,"1"7"1,1 1 449,4 10-1259,-4-5 719,-1 12-719,5 0 899,-10 12-1079,10 1 630,-22 22-540,3-1 0,-6 4 0,-8 2-270,2-7 0,6-9 0,-2 0 0,-19 11 135,13-12 0,-2-1 270,4-11 0,1-1-45,-17 15 719,-2-7-629,41-17 0,4-2-180,12-5 180,33-5-180,-2-4 0,3 0-630,25-1-495,-7-6 1,0-1 179,-22 12 1,-1 1-630,8-8 0,-1 1 1484,14 4 0,-40-15 0,-25 1 0</inkml:trace>
  <inkml:trace contextRef="#ctx0" brushRef="#br0" timeOffset="384784">21203 17979 7533,'-19'0'719,"1"0"271,6 0-900,5 0 719,2 0 181,5 0-810,-5 0 629,4-11 270,-16-13-809,14-4 450,-13-34-630,9 24-1606,0-9 0,1-3 1696,-1-2-1,1-4 1,1-3 0,5 19 0,-1 1-90,-2 3 0,1 1 540,2-21-540,0 48-270,5-3-90,30 22 270,-11-8-90,17 7 0,3 1-720,1-2 360,17 0 1,2 0-451,-3-2-193,-13-3 0,7 0 0,-5-1 1093,-3-3 0,-3 1 0,9 2 0,-1-1 0,-17-2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263D2-87F0-A410-D603-7DF628387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B84B6-4A05-EA85-F615-4DA789EEB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31BE9-8587-B323-26C0-22E76E2E3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ED6090-2C27-75FC-3D4C-7790141468E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D1A0D-4B5B-A068-F8E0-6FD025A6F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96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2CCFD-4D67-216D-5E3F-D3FB6E833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CA5CB-AD4F-87C0-6077-09A8F1D0C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E58AD-C45F-A312-8EAF-55F95DA75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A23586-D51E-1EE4-F459-C2BF497B937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125B0B-4858-0299-F4C3-6AB797AA2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57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0AE7A-C5FB-A193-70FE-C963D340A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1A9DCB-E118-BD6D-5FD8-A645BE5D9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1CFEB-2D55-90FE-27EF-2A996BCFA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213647-4CA9-8D27-5E5C-58C2DBA2385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89F427-613E-2AE1-0925-CD7233340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21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AFFA0-AD67-C179-EA05-46663D8F7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A07E35-DD80-4499-4435-79EC48ABB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291D3-D11F-927D-D5AC-C0B3F1D6E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E89C8-AF7E-6B71-BE29-8C542E94675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F2A5D-084B-9BF9-ABDD-8339ECBE6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08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FC901-D9AB-DDFD-52CB-BC1C5201C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344FC-A7E7-FB9B-78C9-A9B403A40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78444-1C32-8A36-AFA7-ECC0BB1E8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39D4C5-E4C6-5BEA-3E64-4EC2DD740EE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494C6-EDA2-0B08-86C0-293175B23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17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customXml" Target="../ink/ink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customXml" Target="../ink/ink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customXml" Target="../ink/ink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9.xml"/><Relationship Id="rId5" Type="http://schemas.openxmlformats.org/officeDocument/2006/relationships/image" Target="../media/image20.png"/><Relationship Id="rId4" Type="http://schemas.openxmlformats.org/officeDocument/2006/relationships/customXml" Target="../ink/ink8.xml"/><Relationship Id="rId9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customXml" Target="../ink/ink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customXml" Target="../ink/ink2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4.png"/><Relationship Id="rId4" Type="http://schemas.openxmlformats.org/officeDocument/2006/relationships/customXml" Target="../ink/ink2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1: Logic in AI</a:t>
            </a:r>
          </a:p>
        </p:txBody>
      </p:sp>
    </p:spTree>
    <p:extLst>
      <p:ext uri="{BB962C8B-B14F-4D97-AF65-F5344CB8AC3E}">
        <p14:creationId xmlns:p14="http://schemas.microsoft.com/office/powerpoint/2010/main" val="4150415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8F420-8FD3-BC84-2159-1284AA65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6466490" cy="632219"/>
          </a:xfrm>
        </p:spPr>
        <p:txBody>
          <a:bodyPr/>
          <a:lstStyle/>
          <a:p>
            <a:r>
              <a:rPr lang="en-GB" dirty="0"/>
              <a:t>Logical Reasoning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1FD57-5AF8-9A86-3EDF-8AB6AB7A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493917A6-42C9-39B1-6F89-C62C24F98C9C}"/>
              </a:ext>
            </a:extLst>
          </p:cNvPr>
          <p:cNvGraphicFramePr>
            <a:graphicFrameLocks noGrp="1"/>
          </p:cNvGraphicFramePr>
          <p:nvPr/>
        </p:nvGraphicFramePr>
        <p:xfrm>
          <a:off x="1920105" y="1723850"/>
          <a:ext cx="3580092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788">
                  <a:extLst>
                    <a:ext uri="{9D8B030D-6E8A-4147-A177-3AD203B41FA5}">
                      <a16:colId xmlns:a16="http://schemas.microsoft.com/office/drawing/2014/main" val="3678074355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1699260231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3158615965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1469432819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4252918278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3820923377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2778976473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4168917412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259560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41563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24959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18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8611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48041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305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6000D"/>
                          </a:solidFill>
                        </a:rPr>
                        <a:t>?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25398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6591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5412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DB4810C-7148-1911-8147-F936F583E8DE}"/>
              </a:ext>
            </a:extLst>
          </p:cNvPr>
          <p:cNvSpPr txBox="1"/>
          <p:nvPr/>
        </p:nvSpPr>
        <p:spPr>
          <a:xfrm>
            <a:off x="7243380" y="413776"/>
            <a:ext cx="492584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Einstein’s Riddle</a:t>
            </a:r>
          </a:p>
          <a:p>
            <a:pPr>
              <a:buFont typeface="+mj-lt"/>
              <a:buAutoNum type="arabicPeriod"/>
            </a:pPr>
            <a:r>
              <a:rPr lang="en-GB" dirty="0"/>
              <a:t>There are five houses.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Englishman lives in the red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Spaniard owns the dog.</a:t>
            </a:r>
          </a:p>
          <a:p>
            <a:pPr>
              <a:buFont typeface="+mj-lt"/>
              <a:buAutoNum type="arabicPeriod"/>
            </a:pPr>
            <a:r>
              <a:rPr lang="en-GB" dirty="0"/>
              <a:t>Coffee is drunk in the green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Ukrainian drinks tea.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green house is immediately to the right of the ivory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Old Gold smoker owns snails.</a:t>
            </a:r>
          </a:p>
          <a:p>
            <a:pPr>
              <a:buFont typeface="+mj-lt"/>
              <a:buAutoNum type="arabicPeriod"/>
            </a:pPr>
            <a:r>
              <a:rPr lang="en-GB" dirty="0" err="1"/>
              <a:t>Kools</a:t>
            </a:r>
            <a:r>
              <a:rPr lang="en-GB" dirty="0"/>
              <a:t> are smoked in the yellow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Milk is drunk in the middle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Norwegian lives in the first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man who smokes Chesterfields lives in the house next to the man with the fox.</a:t>
            </a:r>
          </a:p>
          <a:p>
            <a:pPr>
              <a:buFont typeface="+mj-lt"/>
              <a:buAutoNum type="arabicPeriod"/>
            </a:pPr>
            <a:r>
              <a:rPr lang="en-GB" dirty="0" err="1"/>
              <a:t>Kools</a:t>
            </a:r>
            <a:r>
              <a:rPr lang="en-GB" dirty="0"/>
              <a:t> are smoked in the house next to the house where the horse is kept.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Lucky Strike smoker drinks orange juice.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Japanese smokes Parliaments.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Norwegian lives next to the blue house.</a:t>
            </a:r>
          </a:p>
          <a:p>
            <a:endParaRPr lang="en-GB" dirty="0"/>
          </a:p>
          <a:p>
            <a:r>
              <a:rPr lang="en-GB" b="1" dirty="0"/>
              <a:t>Who drinks water?</a:t>
            </a:r>
          </a:p>
          <a:p>
            <a:r>
              <a:rPr lang="en-GB" b="1" dirty="0"/>
              <a:t>Who owns the zebra? </a:t>
            </a:r>
          </a:p>
        </p:txBody>
      </p:sp>
    </p:spTree>
    <p:extLst>
      <p:ext uri="{BB962C8B-B14F-4D97-AF65-F5344CB8AC3E}">
        <p14:creationId xmlns:p14="http://schemas.microsoft.com/office/powerpoint/2010/main" val="1496860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A963-9BEF-4183-42A9-E5B9658A3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1606048" cy="632219"/>
          </a:xfrm>
        </p:spPr>
        <p:txBody>
          <a:bodyPr/>
          <a:lstStyle/>
          <a:p>
            <a:r>
              <a:rPr lang="en-US" dirty="0"/>
              <a:t>Graphical Representations of Knowledge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41DD5-A4E6-29C8-2B6F-086839C8A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919ED9-55D3-083A-2BCE-F4B38254F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1014" y="1288486"/>
            <a:ext cx="6454586" cy="4854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9B34D4-BDB0-F547-4C81-4D7A3C2452A7}"/>
              </a:ext>
            </a:extLst>
          </p:cNvPr>
          <p:cNvSpPr txBox="1"/>
          <p:nvPr/>
        </p:nvSpPr>
        <p:spPr>
          <a:xfrm>
            <a:off x="103271" y="6320983"/>
            <a:ext cx="81234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https://commons.wikimedia.org/wiki/File:Conceptual_Diagram_-_Example.svg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Original image by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Jayarintha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licensed under the </a:t>
            </a:r>
            <a:r>
              <a:rPr lang="en-GB" sz="1200" b="0" i="0" u="none" strike="noStrike" dirty="0">
                <a:solidFill>
                  <a:srgbClr val="66336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4" tooltip="w:en:Creative Commons"/>
              </a:rPr>
              <a:t>Creative Commons</a:t>
            </a:r>
            <a:r>
              <a:rPr lang="en-GB" sz="1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GB" sz="1200" b="0" i="0" u="none" strike="noStrike" dirty="0">
                <a:solidFill>
                  <a:srgbClr val="66336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 tooltip="creativecommons:by-sa/4.0/deed.en"/>
              </a:rPr>
              <a:t>Attribution-Share Alike 4.0 International</a:t>
            </a:r>
            <a:r>
              <a:rPr lang="en-GB" sz="1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license.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710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C9A62-E561-51B6-9EDD-F13FF08F6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362903" cy="632219"/>
          </a:xfrm>
        </p:spPr>
        <p:txBody>
          <a:bodyPr/>
          <a:lstStyle/>
          <a:p>
            <a:r>
              <a:rPr lang="en-US" dirty="0"/>
              <a:t>Causal Reasoning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C28BC-6D00-3057-4E91-E3130D037A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If it is raining I carry an umbrella</a:t>
            </a:r>
          </a:p>
          <a:p>
            <a:r>
              <a:rPr lang="en-US" sz="2000" dirty="0"/>
              <a:t>It isn’t raining</a:t>
            </a:r>
          </a:p>
          <a:p>
            <a:r>
              <a:rPr lang="en-US" sz="2000" dirty="0"/>
              <a:t>Therefore …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It is raining.</a:t>
            </a:r>
          </a:p>
          <a:p>
            <a:r>
              <a:rPr lang="en-US" sz="2000" dirty="0"/>
              <a:t>Everyone is carrying an umbrella.</a:t>
            </a:r>
          </a:p>
          <a:p>
            <a:r>
              <a:rPr lang="en-US" sz="2000" dirty="0"/>
              <a:t>Therefore, umbrellas cause rain.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7" name="Picture Placeholder 6" descr="Person holding and standing under umbrella in rain, wearing outdoor jacket">
            <a:extLst>
              <a:ext uri="{FF2B5EF4-FFF2-40B4-BE49-F238E27FC236}">
                <a16:creationId xmlns:a16="http://schemas.microsoft.com/office/drawing/2014/main" id="{C1E493F8-6512-34E8-A1DF-0B4EB716BEB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20785" r="20785"/>
          <a:stretch>
            <a:fillRect/>
          </a:stretch>
        </p:blipFill>
        <p:spPr/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56E30-C871-224B-8292-C2E49478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Picture 4" descr="Directed acyclic graph - Wikipedia">
            <a:extLst>
              <a:ext uri="{FF2B5EF4-FFF2-40B4-BE49-F238E27FC236}">
                <a16:creationId xmlns:a16="http://schemas.microsoft.com/office/drawing/2014/main" id="{9919D384-09FC-22FF-A023-23BFF72CC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182" y="4602780"/>
            <a:ext cx="1385716" cy="1903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undefined">
            <a:extLst>
              <a:ext uri="{FF2B5EF4-FFF2-40B4-BE49-F238E27FC236}">
                <a16:creationId xmlns:a16="http://schemas.microsoft.com/office/drawing/2014/main" id="{B2B2A22C-6268-7C12-1A22-4180E4FCF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048" y="4894583"/>
            <a:ext cx="2678787" cy="1711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088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0F3D5E-9D85-3B64-0312-3083D6A9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346244" cy="632219"/>
          </a:xfrm>
        </p:spPr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DFB13F-7034-BFAE-EE4E-1ADA9EC3F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solidFill>
                  <a:schemeClr val="tx2"/>
                </a:solidFill>
                <a:effectLst/>
              </a:rPr>
              <a:t>Successful students will be able to:</a:t>
            </a:r>
          </a:p>
          <a:p>
            <a:endParaRPr lang="en-GB" sz="2400" dirty="0">
              <a:solidFill>
                <a:schemeClr val="tx2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  <a:effectLst/>
              </a:rPr>
              <a:t>Gain a systematic understanding of knowledge, principles and procedures of knowledge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  <a:effectLst/>
              </a:rPr>
              <a:t>Demonstrate a critical awareness and evaluation of current and complex issues and developments in knowledge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  <a:effectLst/>
              </a:rPr>
              <a:t>Demonstrate critical understanding of research techniques in knowledge engineering and ability to critically evaluate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  <a:effectLst/>
              </a:rPr>
              <a:t>Demonstrate innovative application of the knowledge, principles and procedures of knowledge engineering in making sound judgements and proposing new hypotheses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41B5E-1EDE-1F9A-D487-C8179021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893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0F3D5E-9D85-3B64-0312-3083D6A9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346244" cy="632219"/>
          </a:xfrm>
        </p:spPr>
        <p:txBody>
          <a:bodyPr/>
          <a:lstStyle/>
          <a:p>
            <a:r>
              <a:rPr lang="en-US" dirty="0"/>
              <a:t>Outline Syllabus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DFB13F-7034-BFAE-EE4E-1ADA9EC3F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Logic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Propositional logic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First order logic 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latin typeface="Helvetica" pitchFamily="2" charset="0"/>
              </a:rPr>
              <a:t>Natural Deduction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Automated Reasoning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Knowledge and knowledge representation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Knowledge Bases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latin typeface="Helvetica" pitchFamily="2" charset="0"/>
              </a:rPr>
              <a:t>Knowledge Graphs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Large Language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Reasoning under Uncertainty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Probabilities, conditional independence;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Bayesian networks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Causal Reasoning (if time)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41B5E-1EDE-1F9A-D487-C8179021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057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0F3D5E-9D85-3B64-0312-3083D6A9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746067" cy="632219"/>
          </a:xfrm>
        </p:spPr>
        <p:txBody>
          <a:bodyPr/>
          <a:lstStyle/>
          <a:p>
            <a:r>
              <a:rPr lang="en-US" dirty="0"/>
              <a:t>How the Course will be Taught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DFB13F-7034-BFAE-EE4E-1ADA9EC3F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Lectures will be kept short-</a:t>
            </a:r>
            <a:r>
              <a:rPr lang="en-US" sz="2800" dirty="0" err="1">
                <a:solidFill>
                  <a:schemeClr val="tx2"/>
                </a:solidFill>
              </a:rPr>
              <a:t>ish</a:t>
            </a:r>
            <a:r>
              <a:rPr lang="en-US" sz="2800" dirty="0">
                <a:solidFill>
                  <a:schemeClr val="tx2"/>
                </a:solidFill>
              </a:rPr>
              <a:t> and single topic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There are extensive written notes on canvas. You need to read these.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Lots of problems to work though – some paper-based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Plenty of live coding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41B5E-1EDE-1F9A-D487-C8179021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810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0F3D5E-9D85-3B64-0312-3083D6A9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746067" cy="632219"/>
          </a:xfrm>
        </p:spPr>
        <p:txBody>
          <a:bodyPr/>
          <a:lstStyle/>
          <a:p>
            <a:r>
              <a:rPr lang="en-US" dirty="0"/>
              <a:t>Assessment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DFB13F-7034-BFAE-EE4E-1ADA9EC3F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Helvetica" pitchFamily="2" charset="0"/>
              </a:rPr>
              <a:t>Two-part assessment: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Helvetica" pitchFamily="2" charset="0"/>
              </a:rPr>
              <a:t>Part 1 due Monday 27 October at 0900, worth 30%</a:t>
            </a:r>
          </a:p>
          <a:p>
            <a:pPr marL="1257277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Helvetica" pitchFamily="2" charset="0"/>
              </a:rPr>
              <a:t>Feedback by Monday 10 November in time for…</a:t>
            </a:r>
          </a:p>
          <a:p>
            <a:pPr lvl="2"/>
            <a:endParaRPr lang="en-US" sz="2400" dirty="0">
              <a:solidFill>
                <a:schemeClr val="tx2"/>
              </a:solidFill>
              <a:latin typeface="Helvetica" pitchFamily="2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Helvetica" pitchFamily="2" charset="0"/>
              </a:rPr>
              <a:t>Part 2 due Monday 8 December at 0900, worth 70%</a:t>
            </a:r>
          </a:p>
          <a:p>
            <a:pPr lvl="1"/>
            <a:endParaRPr lang="en-US" sz="2800" dirty="0">
              <a:solidFill>
                <a:schemeClr val="tx2"/>
              </a:solidFill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Helvetica" pitchFamily="2" charset="0"/>
              </a:rPr>
              <a:t>Both parts released at 0900 on Monday 29 September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41B5E-1EDE-1F9A-D487-C8179021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664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B7B5A-7E6B-B2B2-D225-2222CB516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37D95-3944-3FF6-5665-811FB4760F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Weeks 1-3 are different because of room availability issues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Week 1: </a:t>
            </a:r>
            <a:r>
              <a:rPr lang="en-US" sz="2800" dirty="0">
                <a:solidFill>
                  <a:schemeClr val="tx2"/>
                </a:solidFill>
                <a:latin typeface="Helvetica" pitchFamily="2" charset="0"/>
              </a:rPr>
              <a:t>1000–1300 and 1400–1700 in CSB/0G/028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Helvetica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Helvetica" pitchFamily="2" charset="0"/>
              </a:rPr>
              <a:t>Weeks 2 &amp; 3</a:t>
            </a:r>
          </a:p>
          <a:p>
            <a:pPr marL="914389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Helvetica" pitchFamily="2" charset="0"/>
              </a:rPr>
              <a:t>0930 – 1300 in CSB/01/020</a:t>
            </a:r>
          </a:p>
          <a:p>
            <a:pPr marL="914389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Helvetica" pitchFamily="2" charset="0"/>
              </a:rPr>
              <a:t>1400 – 1500 in CSB/0G/028</a:t>
            </a:r>
          </a:p>
          <a:p>
            <a:pPr marL="914389" lvl="1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Helvetica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Helvetica" pitchFamily="2" charset="0"/>
              </a:rPr>
              <a:t>Week 4 onwards: 1000–1300 and 1400–1700 in new lecture room in David Keir Building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3C9AD-D06F-0160-99D9-56E57E8C8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645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8F420-8FD3-BC84-2159-1284AA65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6466490" cy="632219"/>
          </a:xfrm>
        </p:spPr>
        <p:txBody>
          <a:bodyPr/>
          <a:lstStyle/>
          <a:p>
            <a:r>
              <a:rPr lang="en-GB" dirty="0"/>
              <a:t>Can you solve them?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1FD57-5AF8-9A86-3EDF-8AB6AB7A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493917A6-42C9-39B1-6F89-C62C24F98C9C}"/>
              </a:ext>
            </a:extLst>
          </p:cNvPr>
          <p:cNvGraphicFramePr>
            <a:graphicFrameLocks noGrp="1"/>
          </p:cNvGraphicFramePr>
          <p:nvPr/>
        </p:nvGraphicFramePr>
        <p:xfrm>
          <a:off x="1920105" y="1723850"/>
          <a:ext cx="3580092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788">
                  <a:extLst>
                    <a:ext uri="{9D8B030D-6E8A-4147-A177-3AD203B41FA5}">
                      <a16:colId xmlns:a16="http://schemas.microsoft.com/office/drawing/2014/main" val="3678074355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1699260231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3158615965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1469432819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4252918278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3820923377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2778976473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4168917412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259560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41563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24959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18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8611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48041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305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6000D"/>
                          </a:solidFill>
                        </a:rPr>
                        <a:t>?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25398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6591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5412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DB4810C-7148-1911-8147-F936F583E8DE}"/>
              </a:ext>
            </a:extLst>
          </p:cNvPr>
          <p:cNvSpPr txBox="1"/>
          <p:nvPr/>
        </p:nvSpPr>
        <p:spPr>
          <a:xfrm>
            <a:off x="7243380" y="413776"/>
            <a:ext cx="492584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Einstein’s Riddle</a:t>
            </a:r>
          </a:p>
          <a:p>
            <a:pPr>
              <a:buFont typeface="+mj-lt"/>
              <a:buAutoNum type="arabicPeriod"/>
            </a:pPr>
            <a:r>
              <a:rPr lang="en-GB" dirty="0"/>
              <a:t>There are five houses.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Englishman lives in the red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Spaniard owns the dog.</a:t>
            </a:r>
          </a:p>
          <a:p>
            <a:pPr>
              <a:buFont typeface="+mj-lt"/>
              <a:buAutoNum type="arabicPeriod"/>
            </a:pPr>
            <a:r>
              <a:rPr lang="en-GB" dirty="0"/>
              <a:t>Coffee is drunk in the green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Ukrainian drinks tea.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green house is immediately to the right of the ivory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Old Gold smoker owns snails.</a:t>
            </a:r>
          </a:p>
          <a:p>
            <a:pPr>
              <a:buFont typeface="+mj-lt"/>
              <a:buAutoNum type="arabicPeriod"/>
            </a:pPr>
            <a:r>
              <a:rPr lang="en-GB" dirty="0" err="1"/>
              <a:t>Kools</a:t>
            </a:r>
            <a:r>
              <a:rPr lang="en-GB" dirty="0"/>
              <a:t> are smoked in the yellow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Milk is drunk in the middle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Norwegian lives in the first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man who smokes Chesterfields lives in the house next to the man with the fox.</a:t>
            </a:r>
          </a:p>
          <a:p>
            <a:pPr>
              <a:buFont typeface="+mj-lt"/>
              <a:buAutoNum type="arabicPeriod"/>
            </a:pPr>
            <a:r>
              <a:rPr lang="en-GB" dirty="0" err="1"/>
              <a:t>Kools</a:t>
            </a:r>
            <a:r>
              <a:rPr lang="en-GB" dirty="0"/>
              <a:t> are smoked in the house next to the house where the horse is kept.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Lucky Strike smoker drinks orange juice.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Japanese smokes Parliaments.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Norwegian lives next to the blue house.</a:t>
            </a:r>
          </a:p>
          <a:p>
            <a:endParaRPr lang="en-GB" dirty="0"/>
          </a:p>
          <a:p>
            <a:r>
              <a:rPr lang="en-GB" b="1" dirty="0"/>
              <a:t>Who drinks water?</a:t>
            </a:r>
          </a:p>
          <a:p>
            <a:r>
              <a:rPr lang="en-GB" b="1" dirty="0"/>
              <a:t>Who owns the zebra? </a:t>
            </a:r>
          </a:p>
        </p:txBody>
      </p:sp>
    </p:spTree>
    <p:extLst>
      <p:ext uri="{BB962C8B-B14F-4D97-AF65-F5344CB8AC3E}">
        <p14:creationId xmlns:p14="http://schemas.microsoft.com/office/powerpoint/2010/main" val="212635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438D0-F832-F2BF-DC7D-C0A09355B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884738" cy="632219"/>
          </a:xfrm>
        </p:spPr>
        <p:txBody>
          <a:bodyPr/>
          <a:lstStyle/>
          <a:p>
            <a:r>
              <a:rPr lang="en-US" dirty="0"/>
              <a:t>What reasoning abilities did you use?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E520D-F1B0-A8BE-0DB8-734FB90E0B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Do these tasks require intelligence?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What do they have in common?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Knowledge acquired incrementally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When new knowledge is discovered, have to revisit old knowledge to draw conclusions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we write computer programs to solve them?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we write one computer program that will solve them all?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Why are games like these relevant to real-world problems?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14C32-8649-7752-5D48-8A5FD4AEC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92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 vs Data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800089" lvl="1" indent="-3429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sz="2800" dirty="0"/>
              <a:t>Why, in an era of big data, do we need to study logic?</a:t>
            </a:r>
            <a:endParaRPr lang="en-US" sz="2800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sz="2800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sz="2800" dirty="0"/>
              <a:t>Are models learned from data always correct?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sz="2800" dirty="0"/>
              <a:t>What if we need provably correct results?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sz="2800" dirty="0"/>
              <a:t>True intelligence needs to be able to </a:t>
            </a:r>
            <a:r>
              <a:rPr sz="2800" b="1" dirty="0"/>
              <a:t>reason</a:t>
            </a:r>
            <a:r>
              <a:rPr sz="2800" dirty="0"/>
              <a:t> </a:t>
            </a:r>
            <a:r>
              <a:rPr sz="2800" dirty="0" err="1"/>
              <a:t>rigourously</a:t>
            </a:r>
            <a:r>
              <a:rPr sz="2800" dirty="0"/>
              <a:t>.</a:t>
            </a:r>
            <a:endParaRPr lang="en-GB" sz="2800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800" dirty="0"/>
              <a:t>LLMs are getting better at this quickly, but no guarantees</a:t>
            </a: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Monte-Carlo tree search in AlphaGo . a Each simulation traverses the tree by selecting the edge with maximum action-value Q , plus a bonus u ( P ) that depends on a stored prior probability P for that edge. b The leaf node may be expanded; the new node is processed once by the policy network p σ and the output probabilities are stored as prior probabilities P for each action. ">
            <a:extLst>
              <a:ext uri="{FF2B5EF4-FFF2-40B4-BE49-F238E27FC236}">
                <a16:creationId xmlns:a16="http://schemas.microsoft.com/office/drawing/2014/main" id="{487B3CCE-E903-8AFF-ED45-B52E11457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314" y="4084660"/>
            <a:ext cx="5929686" cy="2016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81419"/>
            <a:ext cx="10671313" cy="632219"/>
          </a:xfrm>
        </p:spPr>
        <p:txBody>
          <a:bodyPr/>
          <a:lstStyle/>
          <a:p>
            <a:r>
              <a:rPr dirty="0"/>
              <a:t>Symbol Manipulation and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0" y="1107853"/>
            <a:ext cx="5602357" cy="4905623"/>
          </a:xfrm>
        </p:spPr>
        <p:txBody>
          <a:bodyPr>
            <a:normAutofit fontScale="92500" lnSpcReduction="10000"/>
          </a:bodyPr>
          <a:lstStyle/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Early AI researchers regarded reasoning as central to intelligence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Minsky, McCarthy et al placed great emphasis on symbol manipulation</a:t>
            </a: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dirty="0"/>
              <a:t>Expert systems were very popular in the 1970s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Why?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And why did </a:t>
            </a:r>
            <a:r>
              <a:rPr lang="en-US" dirty="0"/>
              <a:t>symbolic AI</a:t>
            </a:r>
            <a:r>
              <a:rPr dirty="0"/>
              <a:t> </a:t>
            </a:r>
            <a:r>
              <a:rPr lang="en-US" dirty="0"/>
              <a:t>"</a:t>
            </a:r>
            <a:r>
              <a:rPr dirty="0"/>
              <a:t>fail</a:t>
            </a:r>
            <a:r>
              <a:rPr lang="en-US" dirty="0"/>
              <a:t>"</a:t>
            </a:r>
            <a:r>
              <a:rPr dirty="0"/>
              <a:t>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Lots of current effort to get ML systems to do symbol manipulation</a:t>
            </a:r>
            <a:endParaRPr lang="en-US" dirty="0"/>
          </a:p>
          <a:p>
            <a:pPr marL="1257277" lvl="2" indent="-342900">
              <a:buFont typeface="Arial" panose="020B0604020202020204" pitchFamily="34" charset="0"/>
              <a:buChar char="•"/>
            </a:pPr>
            <a:r>
              <a:rPr lang="en-GB" dirty="0"/>
              <a:t>AlphaGo, </a:t>
            </a:r>
            <a:r>
              <a:rPr lang="en-GB" dirty="0" err="1"/>
              <a:t>AlphaFold</a:t>
            </a:r>
            <a:r>
              <a:rPr lang="en-GB" dirty="0"/>
              <a:t> both include elements of symbolic reasoning</a:t>
            </a:r>
            <a:endParaRPr dirty="0"/>
          </a:p>
        </p:txBody>
      </p:sp>
      <p:pic>
        <p:nvPicPr>
          <p:cNvPr id="1026" name="Picture 2" descr="How John McCarthy Shaped the Future of AI">
            <a:extLst>
              <a:ext uri="{FF2B5EF4-FFF2-40B4-BE49-F238E27FC236}">
                <a16:creationId xmlns:a16="http://schemas.microsoft.com/office/drawing/2014/main" id="{194228E6-628D-208D-896B-DB06697B7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898" y="1107853"/>
            <a:ext cx="3827280" cy="261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81419"/>
            <a:ext cx="9299713" cy="632219"/>
          </a:xfrm>
        </p:spPr>
        <p:txBody>
          <a:bodyPr/>
          <a:lstStyle/>
          <a:p>
            <a:r>
              <a:rPr dirty="0"/>
              <a:t>Logic and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en-US" dirty="0"/>
              <a:t>“If intelligence requires reasoning</a:t>
            </a:r>
          </a:p>
          <a:p>
            <a:pPr lvl="1"/>
            <a:r>
              <a:rPr lang="en-US" dirty="0"/>
              <a:t>And logic is the study of reasoning</a:t>
            </a:r>
          </a:p>
          <a:p>
            <a:pPr lvl="1"/>
            <a:r>
              <a:rPr lang="en-US" dirty="0"/>
              <a:t>Then…?”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dirty="0"/>
              <a:t>A more cliched example: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lvl="1"/>
            <a:r>
              <a:rPr dirty="0"/>
              <a:t>Socrates is a man</a:t>
            </a:r>
          </a:p>
          <a:p>
            <a:pPr lvl="1"/>
            <a:r>
              <a:rPr dirty="0"/>
              <a:t>All men are mortal</a:t>
            </a:r>
          </a:p>
          <a:p>
            <a:pPr lvl="1"/>
            <a:r>
              <a:rPr lang="en-US" dirty="0"/>
              <a:t>	</a:t>
            </a:r>
            <a:r>
              <a:rPr dirty="0"/>
              <a:t>…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  <a:r>
              <a:rPr dirty="0"/>
              <a:t> </a:t>
            </a:r>
            <a:r>
              <a:rPr b="1" dirty="0"/>
              <a:t>deductive truth</a:t>
            </a:r>
            <a:r>
              <a:rPr lang="en-US" b="1" dirty="0"/>
              <a:t>.</a:t>
            </a: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Should AI systems be able to do this?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BF836-CC6C-33CD-3D4D-1706688C0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324FA-482F-91A2-2909-DE7922FFD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656D8-FAE4-7060-1272-E6D23C15E1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25360-FC24-B3CC-753D-91599866EF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15 September 2025</a:t>
            </a:r>
          </a:p>
        </p:txBody>
      </p:sp>
    </p:spTree>
    <p:extLst>
      <p:ext uri="{BB962C8B-B14F-4D97-AF65-F5344CB8AC3E}">
        <p14:creationId xmlns:p14="http://schemas.microsoft.com/office/powerpoint/2010/main" val="24635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EF30F6-B75A-20BC-FD9A-02D24F73D1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Exercise 1: Are you Logical?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9D767-F10E-54CA-9634-06E9AF24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987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72E94-DE3C-E38E-C5FE-86C31F393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B4A36-5FBA-F151-B71A-BD93824FB0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10A2F-09DF-EBB7-A19E-42D9060B4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17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798C382-EEB7-5BAE-E42B-2AD3D6D2982E}"/>
                  </a:ext>
                </a:extLst>
              </p14:cNvPr>
              <p14:cNvContentPartPr/>
              <p14:nvPr/>
            </p14:nvContentPartPr>
            <p14:xfrm>
              <a:off x="735120" y="230040"/>
              <a:ext cx="7035840" cy="4656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798C382-EEB7-5BAE-E42B-2AD3D6D298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8920" y="213840"/>
                <a:ext cx="7068240" cy="468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8116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Humans know facts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GB" sz="2400" b="0" dirty="0">
                <a:solidFill>
                  <a:schemeClr val="tx1">
                    <a:lumMod val="50000"/>
                  </a:schemeClr>
                </a:solidFill>
                <a:effectLst/>
                <a:latin typeface="Menlo" panose="020B0609030804020204" pitchFamily="49" charset="0"/>
              </a:rPr>
              <a:t>- It is colder in the winter than in the summer.</a:t>
            </a:r>
          </a:p>
          <a:p>
            <a:pPr marL="0" indent="0">
              <a:buNone/>
            </a:pPr>
            <a:r>
              <a:rPr lang="en-GB" sz="2400" b="0" dirty="0">
                <a:solidFill>
                  <a:schemeClr val="tx1">
                    <a:lumMod val="50000"/>
                  </a:schemeClr>
                </a:solidFill>
                <a:effectLst/>
                <a:latin typeface="Menlo" panose="020B0609030804020204" pitchFamily="49" charset="0"/>
              </a:rPr>
              <a:t>- Mount Everest is the tallest mountain in the world.</a:t>
            </a:r>
          </a:p>
          <a:p>
            <a:pPr marL="0" indent="0">
              <a:buNone/>
            </a:pPr>
            <a:r>
              <a:rPr lang="en-GB" sz="2400" b="0" dirty="0">
                <a:solidFill>
                  <a:schemeClr val="tx1">
                    <a:lumMod val="50000"/>
                  </a:schemeClr>
                </a:solidFill>
                <a:effectLst/>
                <a:latin typeface="Menlo" panose="020B0609030804020204" pitchFamily="49" charset="0"/>
              </a:rPr>
              <a:t>- Water makes you wet.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Facts are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grounded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: we know what a mountain is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How do these facts differ from data?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458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Humans can reason over facts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We can make decisions and draw conclusions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Can we get computers to do the same?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Computers require a formal language: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Logic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Logic – the study of correct reasoning- will allow us to formally represent facts and reason about them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Propositional Logic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is a simple form of logic that allows us to do just this</a:t>
            </a:r>
            <a:endParaRPr lang="en-US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441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Propositions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proposition is a statement that can be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True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or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False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It is colder in the winter than in the summer.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Mount Everest is the tallest mountain in the world.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Water makes you wet.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is a stated proposition and is like an axiom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Conclusion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is derived purely from the premise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Socrates is a man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   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All men are mortal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  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Therefore, Socrates is mortal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Conclusion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281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Connectives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“Water makes you wet” is an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atomic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proposition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We can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connect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these together to get new compound propositions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 car is blue and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fuelled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by petrol (The car is blue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and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 car is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fuelled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by petrol)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Books have hard or soft covers (Books have hard covers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or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books have soft covers)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If the sun is shining then it is daytime (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If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the sun is shining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then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it is daytime)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21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A5132DA-1CB8-37B6-FFCD-4490072E5E5C}"/>
                  </a:ext>
                </a:extLst>
              </p14:cNvPr>
              <p14:cNvContentPartPr/>
              <p14:nvPr/>
            </p14:nvContentPartPr>
            <p14:xfrm>
              <a:off x="5794920" y="4469760"/>
              <a:ext cx="3562200" cy="124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A5132DA-1CB8-37B6-FFCD-4490072E5E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78720" y="4453560"/>
                <a:ext cx="3594600" cy="15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4821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Correctness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If we use correct reasoning, if the premises of an argument are true then its conclusion must be True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Socrates is a man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All men are mortal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Therefore Socrates is mortal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Is our reasoning correct: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Some apples are red 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All apples are tasty 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Therefore, all red apples are tasty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626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291040" cy="632219"/>
          </a:xfrm>
        </p:spPr>
        <p:txBody>
          <a:bodyPr/>
          <a:lstStyle/>
          <a:p>
            <a:r>
              <a:rPr lang="en-US" dirty="0"/>
              <a:t>Validity and Soundness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Is our reasoning correct: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Some apples are red  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Some apples are tasty  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Therefore, some red apples are tasty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This is an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INVALID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argument</a:t>
            </a:r>
          </a:p>
          <a:p>
            <a:pPr marL="171445" lvl="1"/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Is our reasoning correct:</a:t>
            </a:r>
          </a:p>
          <a:p>
            <a:pPr marL="971533" lvl="2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All apples are red </a:t>
            </a:r>
          </a:p>
          <a:p>
            <a:pPr marL="971533" lvl="2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Some apples are tasty </a:t>
            </a:r>
          </a:p>
          <a:p>
            <a:pPr marL="971533" lvl="2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Therefore, some red apples are tasty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This is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VALID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but is not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SOUND</a:t>
            </a: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628633" lvl="2"/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171445" lvl="1"/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CORRECT DEDUCTIVE REASONING MUST BE BOTH VALID AND SOUND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23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F46B773-0590-109D-E999-5DB89DFA85D6}"/>
                  </a:ext>
                </a:extLst>
              </p14:cNvPr>
              <p14:cNvContentPartPr/>
              <p14:nvPr/>
            </p14:nvContentPartPr>
            <p14:xfrm>
              <a:off x="7090920" y="1226880"/>
              <a:ext cx="1569960" cy="663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F46B773-0590-109D-E999-5DB89DFA85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74720" y="1210680"/>
                <a:ext cx="1602360" cy="69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335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EF30F6-B75A-20BC-FD9A-02D24F73D1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Exercise 2: Elementary, my dear Watson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9D767-F10E-54CA-9634-06E9AF24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423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Formal 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4A0A8-BE31-992F-30F9-AE580D89B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Humans are excellent at reasoning using natural language, but machines are not.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To automate deductive reasoning, we need to reduce it to symbol manipulation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One symbol to represent each atomic proposition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Each symbol can be True or 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07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766610" cy="632219"/>
          </a:xfrm>
        </p:spPr>
        <p:txBody>
          <a:bodyPr/>
          <a:lstStyle/>
          <a:p>
            <a:r>
              <a:rPr lang="en-US" dirty="0"/>
              <a:t>Making Logical Arguments Formal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4A0A8-BE31-992F-30F9-AE580D89B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i="1" dirty="0">
                <a:solidFill>
                  <a:schemeClr val="tx1">
                    <a:lumMod val="50000"/>
                  </a:schemeClr>
                </a:solidFill>
              </a:rPr>
              <a:t>If it is not raining and I am going outdoors then I do not take a coat or an umbrella.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What are the atomic propositions?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It is raining  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 am going outdoors  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 will take a coat  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 will take an umbrella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Each can be True or 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3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Logical Connectives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If it is not raining and I am going outdoors then I do not take a coat or an umbrella.</a:t>
                </a:r>
              </a:p>
              <a:p>
                <a:endParaRPr lang="en-GB" b="0" dirty="0">
                  <a:solidFill>
                    <a:srgbClr val="CCCCCC"/>
                  </a:solidFill>
                  <a:effectLst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In terms of the atomic propositions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R, O, C, U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we can write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:</a:t>
                </a:r>
              </a:p>
              <a:p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if ((not R) and O) then not (C or U)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Four logical connectives are used here. We will assign them symbols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Not (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Negation):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is True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False, and False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And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(Conjunction):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 only when both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are True and is otherwise False</a:t>
                </a: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Or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(Disjunction):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is True when either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or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Q,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or both of them are True and is only False when both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are False.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Material Implication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(if):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.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 except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False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724" t="-1292" r="-965" b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27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9E57005-E2C7-2FA0-F824-2F26E5CF45FF}"/>
                  </a:ext>
                </a:extLst>
              </p14:cNvPr>
              <p14:cNvContentPartPr/>
              <p14:nvPr/>
            </p14:nvContentPartPr>
            <p14:xfrm>
              <a:off x="1900440" y="3375720"/>
              <a:ext cx="2840040" cy="2999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9E57005-E2C7-2FA0-F824-2F26E5CF45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4240" y="3359520"/>
                <a:ext cx="2872440" cy="303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95683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Truth Tables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1A3E9-3A89-BC53-C1D5-0B2280F15D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The effect of Logical connectives is best illustrated by their Truth Tables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A Truth table tells us whether a Compound proposition is True or False depending on the Truth of the compound propositions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000" i="1" dirty="0">
                <a:solidFill>
                  <a:schemeClr val="tx1">
                    <a:lumMod val="50000"/>
                  </a:schemeClr>
                </a:solidFill>
              </a:rPr>
              <a:t>Is the statement “if it is cold I wear a hat” True or False if the statements “I am wearing a hat” and “it is not cold” are both true?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Understanding these will help us to model our knowledge using propositions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3670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Negation (Not)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The simplest connective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A unary operator that changes a proposition from True to False or from False to True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is True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False, and False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  <a:blipFill>
                <a:blip r:embed="rId2"/>
                <a:stretch>
                  <a:fillRect l="-605" t="-4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13668" y="3104930"/>
              <a:ext cx="5249748" cy="23682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4874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2624874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</a:tblGrid>
                  <a:tr h="5080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2400" b="0" i="1" dirty="0" smtClean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n-US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1105753"/>
                  </p:ext>
                </p:extLst>
              </p:nvPr>
            </p:nvGraphicFramePr>
            <p:xfrm>
              <a:off x="3113668" y="3104930"/>
              <a:ext cx="5249748" cy="23682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4874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2624874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483" t="-6154" r="-966" b="-19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2FB106D-4B69-9324-8ABA-6FBE393DFBD3}"/>
                  </a:ext>
                </a:extLst>
              </p14:cNvPr>
              <p14:cNvContentPartPr/>
              <p14:nvPr/>
            </p14:nvContentPartPr>
            <p14:xfrm>
              <a:off x="6138360" y="4160880"/>
              <a:ext cx="959040" cy="1040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2FB106D-4B69-9324-8ABA-6FBE393DFB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22160" y="4144680"/>
                <a:ext cx="991440" cy="107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44795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Conjunction (And)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A binary operator (connects two propositions)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 only when both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are True and is otherwise False</a:t>
                </a: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  <a:blipFill>
                <a:blip r:embed="rId2"/>
                <a:stretch>
                  <a:fillRect l="-605" t="-4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660077" y="226858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5080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 dirty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400" b="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0592078"/>
                  </p:ext>
                </p:extLst>
              </p:nvPr>
            </p:nvGraphicFramePr>
            <p:xfrm>
              <a:off x="3660077" y="226858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6154" r="-1923" b="-37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AF2FF85-81AD-39E1-D3BD-42538ABAE097}"/>
                  </a:ext>
                </a:extLst>
              </p14:cNvPr>
              <p14:cNvContentPartPr/>
              <p14:nvPr/>
            </p14:nvContentPartPr>
            <p14:xfrm>
              <a:off x="6605640" y="3248640"/>
              <a:ext cx="502200" cy="2668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AF2FF85-81AD-39E1-D3BD-42538ABAE0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89440" y="3232440"/>
                <a:ext cx="534600" cy="270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0556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Disjunction (Or)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A binary operator (connects two propositions)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is True when either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or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Q,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or both of them are True and is only False when both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are False</a:t>
                </a: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  <a:blipFill>
                <a:blip r:embed="rId2"/>
                <a:stretch>
                  <a:fillRect l="-605" t="-4630" r="-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660077" y="226858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5080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sz="240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7409648"/>
                  </p:ext>
                </p:extLst>
              </p:nvPr>
            </p:nvGraphicFramePr>
            <p:xfrm>
              <a:off x="3660077" y="226858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6154" r="-1923" b="-37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2A944AC-A491-3B3D-D3C2-44C46B47C97C}"/>
                  </a:ext>
                </a:extLst>
              </p14:cNvPr>
              <p14:cNvContentPartPr/>
              <p14:nvPr/>
            </p14:nvContentPartPr>
            <p14:xfrm>
              <a:off x="6576120" y="3380400"/>
              <a:ext cx="419760" cy="2487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2A944AC-A491-3B3D-D3C2-44C46B47C97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59920" y="3364200"/>
                <a:ext cx="452160" cy="252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776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Material Implication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3"/>
                <a:ext cx="10502589" cy="4278185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More subtle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read as “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if P then 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”.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Not the same as </a:t>
                </a:r>
                <a:r>
                  <a:rPr lang="en-US" sz="2000" b="1" dirty="0" err="1">
                    <a:solidFill>
                      <a:schemeClr val="tx1">
                        <a:lumMod val="50000"/>
                      </a:schemeClr>
                    </a:solidFill>
                  </a:rPr>
                  <a:t>if..then</a:t>
                </a: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 in programming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No native Python operator.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Can you write a lambda function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implies(P,Q)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3"/>
                <a:ext cx="10502589" cy="4278185"/>
              </a:xfrm>
              <a:blipFill>
                <a:blip r:embed="rId2"/>
                <a:stretch>
                  <a:fillRect l="-605" t="-1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707969" y="92442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2007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6084548"/>
                  </p:ext>
                </p:extLst>
              </p:nvPr>
            </p:nvGraphicFramePr>
            <p:xfrm>
              <a:off x="7707969" y="92442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038" t="-4615" r="-2885" b="-37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2F93D2B-027D-DE2A-FF76-C443A87088C9}"/>
                  </a:ext>
                </a:extLst>
              </p14:cNvPr>
              <p14:cNvContentPartPr/>
              <p14:nvPr/>
            </p14:nvContentPartPr>
            <p14:xfrm>
              <a:off x="1537560" y="1975680"/>
              <a:ext cx="9700200" cy="1564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2F93D2B-027D-DE2A-FF76-C443A87088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21360" y="1959480"/>
                <a:ext cx="9732600" cy="159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06ED9DC-65DF-F9BD-FEFF-D27C647BF2C8}"/>
                  </a:ext>
                </a:extLst>
              </p14:cNvPr>
              <p14:cNvContentPartPr/>
              <p14:nvPr/>
            </p14:nvContentPartPr>
            <p14:xfrm>
              <a:off x="10641960" y="2731680"/>
              <a:ext cx="508680" cy="1890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06ED9DC-65DF-F9BD-FEFF-D27C647BF2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32600" y="2722320"/>
                <a:ext cx="527400" cy="19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8C83794-B9A8-500C-72AB-D227ADDEA8FF}"/>
                  </a:ext>
                </a:extLst>
              </p14:cNvPr>
              <p14:cNvContentPartPr/>
              <p14:nvPr/>
            </p14:nvContentPartPr>
            <p14:xfrm>
              <a:off x="1119600" y="1036440"/>
              <a:ext cx="5349960" cy="4030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8C83794-B9A8-500C-72AB-D227ADDEA8F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10240" y="1027080"/>
                <a:ext cx="5368680" cy="404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72465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Biconditional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Not needed in our example, but quite common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read as “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 </a:t>
                </a:r>
                <a:r>
                  <a:rPr lang="en-US" sz="2000" i="1" dirty="0" err="1">
                    <a:solidFill>
                      <a:schemeClr val="tx1">
                        <a:lumMod val="50000"/>
                      </a:schemeClr>
                    </a:solidFill>
                  </a:rPr>
                  <a:t>iff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”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Not the same as </a:t>
                </a:r>
                <a:r>
                  <a:rPr lang="en-US" sz="2000" b="1" dirty="0" err="1">
                    <a:solidFill>
                      <a:schemeClr val="tx1">
                        <a:lumMod val="50000"/>
                      </a:schemeClr>
                    </a:solidFill>
                  </a:rPr>
                  <a:t>if..then</a:t>
                </a: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 in programming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  <a:blipFill>
                <a:blip r:embed="rId2"/>
                <a:stretch>
                  <a:fillRect l="-605" t="-4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2043353"/>
                  </p:ext>
                </p:extLst>
              </p:nvPr>
            </p:nvGraphicFramePr>
            <p:xfrm>
              <a:off x="3626623" y="2686613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2007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⟺</m:t>
                                </m:r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2043353"/>
                  </p:ext>
                </p:extLst>
              </p:nvPr>
            </p:nvGraphicFramePr>
            <p:xfrm>
              <a:off x="3626623" y="2686613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6154" r="-1923" b="-376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ABF37D2-BC7E-8724-3AE6-C2A1C0CF1453}"/>
                  </a:ext>
                </a:extLst>
              </p14:cNvPr>
              <p14:cNvContentPartPr/>
              <p14:nvPr/>
            </p14:nvContentPartPr>
            <p14:xfrm>
              <a:off x="6518880" y="464400"/>
              <a:ext cx="5549040" cy="5922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ABF37D2-BC7E-8724-3AE6-C2A1C0CF145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9520" y="455040"/>
                <a:ext cx="5567760" cy="594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28936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Back to our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1A3E9-3A89-BC53-C1D5-0B2280F15D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10502589" cy="5368727"/>
          </a:xfrm>
        </p:spPr>
        <p:txBody>
          <a:bodyPr/>
          <a:lstStyle/>
          <a:p>
            <a:r>
              <a:rPr lang="en-US" sz="2000" i="1" dirty="0">
                <a:solidFill>
                  <a:schemeClr val="tx1">
                    <a:lumMod val="50000"/>
                  </a:schemeClr>
                </a:solidFill>
              </a:rPr>
              <a:t>If it is not raining and I am going outdoors then I do not take a coat or an umbrella.</a:t>
            </a:r>
          </a:p>
          <a:p>
            <a:pPr algn="ctr"/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((not R) and O) then not (C or U)</a:t>
            </a: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000" b="1" dirty="0">
                <a:solidFill>
                  <a:schemeClr val="tx1">
                    <a:lumMod val="50000"/>
                  </a:schemeClr>
                </a:solidFill>
              </a:rPr>
              <a:t>Exercise: Can you compute the Truth Table for this?</a:t>
            </a: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34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A188107-878D-019E-2A56-68389CDA7575}"/>
                  </a:ext>
                </a:extLst>
              </p14:cNvPr>
              <p14:cNvContentPartPr/>
              <p14:nvPr/>
            </p14:nvContentPartPr>
            <p14:xfrm>
              <a:off x="1410120" y="2479320"/>
              <a:ext cx="9369000" cy="2910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A188107-878D-019E-2A56-68389CDA75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00760" y="2469960"/>
                <a:ext cx="9387720" cy="292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09126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68AA1-B0FB-5BAC-DA47-BB3695E02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35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109018-63B3-9D7B-F807-98FD0E63B8CE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173014"/>
          <a:ext cx="8128001" cy="629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7612492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441532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7740345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3896473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0584875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329141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28643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783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073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21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82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608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87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612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71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43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569028"/>
                  </a:ext>
                </a:extLst>
              </a:tr>
              <a:tr h="3427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06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628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17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8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205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51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42148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36A5EE2-4458-BF3D-F3CD-F259D1368EEE}"/>
                  </a:ext>
                </a:extLst>
              </p14:cNvPr>
              <p14:cNvContentPartPr/>
              <p14:nvPr/>
            </p14:nvContentPartPr>
            <p14:xfrm>
              <a:off x="6759360" y="257040"/>
              <a:ext cx="3135600" cy="6259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36A5EE2-4458-BF3D-F3CD-F259D1368E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50000" y="247680"/>
                <a:ext cx="3154320" cy="627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1095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EF30F6-B75A-20BC-FD9A-02D24F73D1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Exercise 3: Formal Dinners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9D767-F10E-54CA-9634-06E9AF24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36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2BE50E6-2792-AB62-E343-5BDB9681BB66}"/>
                  </a:ext>
                </a:extLst>
              </p14:cNvPr>
              <p14:cNvContentPartPr/>
              <p14:nvPr/>
            </p14:nvContentPartPr>
            <p14:xfrm>
              <a:off x="6580800" y="2655000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2BE50E6-2792-AB62-E343-5BDB9681BB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71440" y="26456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79352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4A8AF-ABF0-3235-937C-D83D9BC98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37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424E1F0-ABA5-667E-9744-C52B2F858B3A}"/>
                  </a:ext>
                </a:extLst>
              </p14:cNvPr>
              <p14:cNvContentPartPr/>
              <p14:nvPr/>
            </p14:nvContentPartPr>
            <p14:xfrm>
              <a:off x="593280" y="81360"/>
              <a:ext cx="7252560" cy="2850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424E1F0-ABA5-667E-9744-C52B2F858B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7080" y="65160"/>
                <a:ext cx="7284960" cy="288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53425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1AA46-B817-7A8F-ECEB-07112B15B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CF93B-738E-D304-39A2-3B7A9397D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17792-2C0C-600E-55F2-C075E64F0E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DE0DB-8A02-870B-BABD-3F7D73ACAA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15 November 2023</a:t>
            </a:r>
          </a:p>
        </p:txBody>
      </p:sp>
    </p:spTree>
    <p:extLst>
      <p:ext uri="{BB962C8B-B14F-4D97-AF65-F5344CB8AC3E}">
        <p14:creationId xmlns:p14="http://schemas.microsoft.com/office/powerpoint/2010/main" val="17787852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77BE-0A7C-A4F9-E8FE-CD2FEDEDE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E296C-566B-CCB2-3DDF-8B255E322C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We have now studied enough knowledge to build a 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knowledge base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What exactly do we mean by this?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We introduce the concept of an intelligent 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The agent lives in some abstract world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chess board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Roomba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medical database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The agent has a goal that it must achieve.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352DF-788C-AC1E-E5E7-9A897260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35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FA3F-43EC-43EC-7385-90D1E72CE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990909" cy="632219"/>
          </a:xfrm>
        </p:spPr>
        <p:txBody>
          <a:bodyPr/>
          <a:lstStyle/>
          <a:p>
            <a:r>
              <a:rPr lang="en-US" dirty="0"/>
              <a:t>How can agents achieve their goals?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CFC84-0840-C3BB-E249-1FE2C2B1F0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Examples of agent goals: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Capture the opponent’s King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Vacuum the entire floor area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a combination of medicines for a set of symptoms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agent must be able to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Observe its environment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opponent’s King is on square E8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cat’s bed is in the corner by the heater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Medicines X addresses disease Y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 question about its environment to determine new knowledge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I move my knight to A6, what could happen?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Medicines A and B address diseases X and Y but should not be taken together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Reason over the knowledge to ask a set of questions that enable decisions to be taken that achieve the goal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39DEC-ECDD-D539-8328-888895C2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111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FA3F-43EC-43EC-7385-90D1E72CE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990909" cy="632219"/>
          </a:xfrm>
        </p:spPr>
        <p:txBody>
          <a:bodyPr/>
          <a:lstStyle/>
          <a:p>
            <a:r>
              <a:rPr lang="en-US" dirty="0"/>
              <a:t>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CFC84-0840-C3BB-E249-1FE2C2B1F0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knowledge base records what the agent knows as a set of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propositions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may contain some prior information (premises)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written in formal notation to enable computation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agent can update it as it discovers new things about the world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agent aims to find one or more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the knowledge base True</a:t>
            </a:r>
          </a:p>
          <a:p>
            <a:pPr lvl="1"/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39DEC-ECDD-D539-8328-888895C2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1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597ED-4D3C-995A-D281-C057F31D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Familiar Riddle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71E5E-BC56-DA14-B447-88522D39F9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Ahmed, Niamh, and Xin are three friends. They went for dinner together. Each of them ordered a main course (stew, </a:t>
            </a:r>
            <a:r>
              <a:rPr lang="en-GB" sz="2000" b="0" dirty="0" err="1">
                <a:solidFill>
                  <a:schemeClr val="tx1">
                    <a:lumMod val="50000"/>
                  </a:schemeClr>
                </a:solidFill>
                <a:effectLst/>
              </a:rPr>
              <a:t>daal</a:t>
            </a:r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, falafel) and a dessert (ice cream, apple pie, cheesecake. They each ordered a different main course and a different dessert. Use the following information to deduce who ordered what:</a:t>
            </a:r>
          </a:p>
          <a:p>
            <a:b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</a:br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1. The person who ordered the stew did not order the apple pie</a:t>
            </a:r>
          </a:p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2. Niamh ordered the Dhal</a:t>
            </a:r>
          </a:p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3. Ahmed ordered the ice cream or the apple pie</a:t>
            </a:r>
          </a:p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4. Xin did not order either the ice cream or the cheesecake</a:t>
            </a:r>
          </a:p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5. The person who ordered the ice cream did not order the falafel</a:t>
            </a:r>
          </a:p>
          <a:p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000" b="1" dirty="0">
                <a:solidFill>
                  <a:schemeClr val="tx1">
                    <a:lumMod val="50000"/>
                  </a:schemeClr>
                </a:solidFill>
              </a:rPr>
              <a:t>Can you formalize this?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24952-CC75-0E51-7C14-170B245D8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0047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97C1DC4-52E4-677B-B070-F8719457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66E26-5DA6-93F3-5E1E-54D27EE5A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62B5B-AA6A-7F5E-8535-EDA8E2E84B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E61D8B-F3DE-8CE0-0A43-CB26647227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15 November 2023</a:t>
            </a:r>
          </a:p>
        </p:txBody>
      </p:sp>
    </p:spTree>
    <p:extLst>
      <p:ext uri="{BB962C8B-B14F-4D97-AF65-F5344CB8AC3E}">
        <p14:creationId xmlns:p14="http://schemas.microsoft.com/office/powerpoint/2010/main" val="8329987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Proofs in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en-US" dirty="0"/>
              <a:t>All men are mortal</a:t>
            </a:r>
          </a:p>
          <a:p>
            <a:pPr lvl="1"/>
            <a:r>
              <a:rPr lang="en-US" dirty="0"/>
              <a:t>Socrates is a man</a:t>
            </a:r>
          </a:p>
          <a:p>
            <a:pPr lvl="1"/>
            <a:r>
              <a:rPr lang="en-US" dirty="0"/>
              <a:t>Therefore Socrates is mortal</a:t>
            </a:r>
          </a:p>
          <a:p>
            <a:pPr lvl="1"/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We claim that this is sound and valid argument, but how do we</a:t>
            </a:r>
            <a:r>
              <a:rPr lang="en-US" b="1" dirty="0"/>
              <a:t> know</a:t>
            </a:r>
            <a:r>
              <a:rPr lang="en-US" dirty="0"/>
              <a:t> this?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Soundness is a matter of the truth of the propositions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Validity is whether the reasoning is correct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How can we unambiguously determine the validity of an argument?</a:t>
            </a:r>
          </a:p>
          <a:p>
            <a:pPr lvl="1"/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6D09A70-B8AD-A4C3-1288-8DA189BC2697}"/>
                  </a:ext>
                </a:extLst>
              </p14:cNvPr>
              <p14:cNvContentPartPr/>
              <p14:nvPr/>
            </p14:nvContentPartPr>
            <p14:xfrm>
              <a:off x="7014960" y="190440"/>
              <a:ext cx="5022360" cy="2359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6D09A70-B8AD-A4C3-1288-8DA189BC26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98760" y="174240"/>
                <a:ext cx="5054760" cy="239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4576947" cy="4905623"/>
          </a:xfrm>
        </p:spPr>
        <p:txBody>
          <a:bodyPr/>
          <a:lstStyle/>
          <a:p>
            <a:pPr lvl="1"/>
            <a:r>
              <a:rPr lang="en-US" i="1" dirty="0"/>
              <a:t>If it is cold, I wear a jacket</a:t>
            </a:r>
          </a:p>
          <a:p>
            <a:pPr lvl="1"/>
            <a:r>
              <a:rPr lang="en-US" i="1" dirty="0"/>
              <a:t>It is cold</a:t>
            </a:r>
          </a:p>
          <a:p>
            <a:pPr lvl="1"/>
            <a:r>
              <a:rPr lang="en-US" i="1" dirty="0"/>
              <a:t>Therefore, I wear a jacket</a:t>
            </a:r>
          </a:p>
          <a:p>
            <a:pPr lvl="1"/>
            <a:endParaRPr lang="en-US" i="1" dirty="0"/>
          </a:p>
          <a:p>
            <a:pPr lvl="1"/>
            <a:r>
              <a:rPr lang="en-US" dirty="0"/>
              <a:t>In symbols: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1F196A-0ABE-E214-7876-A90157C5A9D4}"/>
              </a:ext>
            </a:extLst>
          </p:cNvPr>
          <p:cNvGraphicFramePr>
            <a:graphicFrameLocks noGrp="1"/>
          </p:cNvGraphicFramePr>
          <p:nvPr/>
        </p:nvGraphicFramePr>
        <p:xfrm>
          <a:off x="7255823" y="719665"/>
          <a:ext cx="3693225" cy="368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075">
                  <a:extLst>
                    <a:ext uri="{9D8B030D-6E8A-4147-A177-3AD203B41FA5}">
                      <a16:colId xmlns:a16="http://schemas.microsoft.com/office/drawing/2014/main" val="2361436391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2223057050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1024189543"/>
                    </a:ext>
                  </a:extLst>
                </a:gridCol>
              </a:tblGrid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C=&gt;J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6353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68227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72898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034919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70746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FD2DA8D-DD1E-345A-8142-A9C1AB66F7DE}"/>
                  </a:ext>
                </a:extLst>
              </p14:cNvPr>
              <p14:cNvContentPartPr/>
              <p14:nvPr/>
            </p14:nvContentPartPr>
            <p14:xfrm>
              <a:off x="141840" y="1120680"/>
              <a:ext cx="11222280" cy="5019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FD2DA8D-DD1E-345A-8142-A9C1AB66F7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640" y="1104480"/>
                <a:ext cx="11254680" cy="505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11799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9726-33B0-19CD-365F-EF8FA0C0B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Checking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CB1AC-97BF-F1F8-744C-CB29D0DEE3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Each line of the truth table is called a </a:t>
            </a:r>
            <a:r>
              <a:rPr lang="en-US" sz="2400" b="1" dirty="0">
                <a:solidFill>
                  <a:schemeClr val="tx2"/>
                </a:solidFill>
              </a:rPr>
              <a:t>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All arguments can be </a:t>
            </a:r>
            <a:r>
              <a:rPr lang="en-US" sz="2400" dirty="0" err="1">
                <a:solidFill>
                  <a:schemeClr val="tx2"/>
                </a:solidFill>
              </a:rPr>
              <a:t>rigourously</a:t>
            </a:r>
            <a:r>
              <a:rPr lang="en-US" sz="2400" dirty="0">
                <a:solidFill>
                  <a:schemeClr val="tx2"/>
                </a:solidFill>
              </a:rPr>
              <a:t> checked by </a:t>
            </a:r>
            <a:r>
              <a:rPr lang="en-US" sz="2400" b="1" dirty="0">
                <a:solidFill>
                  <a:schemeClr val="tx2"/>
                </a:solidFill>
              </a:rPr>
              <a:t>enumerating all possible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 argument is valid </a:t>
            </a:r>
            <a:r>
              <a:rPr lang="en-US" sz="2400" dirty="0" err="1">
                <a:solidFill>
                  <a:schemeClr val="tx2"/>
                </a:solidFill>
              </a:rPr>
              <a:t>iff</a:t>
            </a:r>
            <a:r>
              <a:rPr lang="en-US" sz="2400" dirty="0">
                <a:solidFill>
                  <a:schemeClr val="tx2"/>
                </a:solidFill>
              </a:rPr>
              <a:t> there is at least one model for which all of the premises are True and the conclusion is True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This is known as </a:t>
            </a:r>
            <a:r>
              <a:rPr lang="en-US" sz="2400" b="1" dirty="0">
                <a:solidFill>
                  <a:schemeClr val="tx2"/>
                </a:solidFill>
              </a:rPr>
              <a:t>model checking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 gold standard, but nearly always impractical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3E14D-FA13-700A-7D85-0FC270CE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9599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9726-33B0-19CD-365F-EF8FA0C0B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Checking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CB1AC-97BF-F1F8-744C-CB29D0DEE3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One way around the combinatorial explosion problem is to identify common parts of an argument, model check those, and then use them as part of a larger argument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Consider our earlier argument (written in </a:t>
            </a:r>
            <a:r>
              <a:rPr lang="en-US" sz="2400" i="1" dirty="0">
                <a:solidFill>
                  <a:schemeClr val="tx2"/>
                </a:solidFill>
              </a:rPr>
              <a:t>sequent form):</a:t>
            </a:r>
          </a:p>
          <a:p>
            <a:endParaRPr lang="en-US" sz="2400" i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have verified this by truth table and can therefore take it as proven as rigorously as possible </a:t>
            </a:r>
            <a:r>
              <a:rPr lang="en-US" sz="2400" b="1" dirty="0">
                <a:solidFill>
                  <a:schemeClr val="tx2"/>
                </a:solidFill>
              </a:rPr>
              <a:t>(semantically correct). </a:t>
            </a:r>
            <a:r>
              <a:rPr lang="en-US" sz="2400" dirty="0">
                <a:solidFill>
                  <a:schemeClr val="tx2"/>
                </a:solidFill>
              </a:rPr>
              <a:t>We denote this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This is known as </a:t>
            </a:r>
            <a:r>
              <a:rPr lang="en-US" sz="2400" b="1" dirty="0">
                <a:solidFill>
                  <a:schemeClr val="tx2"/>
                </a:solidFill>
              </a:rPr>
              <a:t>modus ponens</a:t>
            </a:r>
            <a:r>
              <a:rPr lang="en-US" sz="2400" dirty="0">
                <a:solidFill>
                  <a:schemeClr val="tx2"/>
                </a:solidFill>
              </a:rPr>
              <a:t> (method of affirming) and is widely used as the basis for automated reasoning.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3E14D-FA13-700A-7D85-0FC270CE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47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E170118-9C79-E2CD-ADBA-688C20951083}"/>
                  </a:ext>
                </a:extLst>
              </p14:cNvPr>
              <p14:cNvContentPartPr/>
              <p14:nvPr/>
            </p14:nvContentPartPr>
            <p14:xfrm>
              <a:off x="1785240" y="1971360"/>
              <a:ext cx="10097280" cy="2827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E170118-9C79-E2CD-ADBA-688C209510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69040" y="1955160"/>
                <a:ext cx="10129680" cy="285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5853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4576947" cy="4905623"/>
          </a:xfrm>
        </p:spPr>
        <p:txBody>
          <a:bodyPr>
            <a:normAutofit lnSpcReduction="10000"/>
          </a:bodyPr>
          <a:lstStyle/>
          <a:p>
            <a:pPr lvl="1"/>
            <a:r>
              <a:rPr lang="en-US" i="1" dirty="0"/>
              <a:t>If it is cold, I wear a jacket</a:t>
            </a:r>
          </a:p>
          <a:p>
            <a:pPr lvl="1"/>
            <a:r>
              <a:rPr lang="en-US" i="1" dirty="0"/>
              <a:t>I am not wearing a jacket</a:t>
            </a:r>
          </a:p>
          <a:p>
            <a:pPr lvl="1"/>
            <a:r>
              <a:rPr lang="en-US" i="1" dirty="0"/>
              <a:t>Therefore, it is not cold</a:t>
            </a:r>
          </a:p>
          <a:p>
            <a:pPr lvl="1"/>
            <a:endParaRPr lang="en-US" i="1" dirty="0"/>
          </a:p>
          <a:p>
            <a:pPr lvl="1"/>
            <a:r>
              <a:rPr lang="en-US" dirty="0"/>
              <a:t>In symbols: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/>
              <a:t>Modus Tollens </a:t>
            </a:r>
            <a:r>
              <a:rPr lang="en-US" dirty="0"/>
              <a:t>(</a:t>
            </a:r>
            <a:r>
              <a:rPr lang="en-GB" dirty="0"/>
              <a:t>method of removing by taking away)</a:t>
            </a:r>
            <a:endParaRPr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1F196A-0ABE-E214-7876-A90157C5A9D4}"/>
              </a:ext>
            </a:extLst>
          </p:cNvPr>
          <p:cNvGraphicFramePr>
            <a:graphicFrameLocks noGrp="1"/>
          </p:cNvGraphicFramePr>
          <p:nvPr/>
        </p:nvGraphicFramePr>
        <p:xfrm>
          <a:off x="7255823" y="719665"/>
          <a:ext cx="3693225" cy="368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075">
                  <a:extLst>
                    <a:ext uri="{9D8B030D-6E8A-4147-A177-3AD203B41FA5}">
                      <a16:colId xmlns:a16="http://schemas.microsoft.com/office/drawing/2014/main" val="2361436391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2223057050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1024189543"/>
                    </a:ext>
                  </a:extLst>
                </a:gridCol>
              </a:tblGrid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C=&gt;J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6353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68227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72898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034919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70746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C5423FC-0D13-7C26-E75E-0D50CA89A10C}"/>
                  </a:ext>
                </a:extLst>
              </p14:cNvPr>
              <p14:cNvContentPartPr/>
              <p14:nvPr/>
            </p14:nvContentPartPr>
            <p14:xfrm>
              <a:off x="1089720" y="1143000"/>
              <a:ext cx="10549080" cy="4712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C5423FC-0D13-7C26-E75E-0D50CA89A1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3520" y="1126800"/>
                <a:ext cx="10581480" cy="474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02545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4576947" cy="4905623"/>
          </a:xfrm>
        </p:spPr>
        <p:txBody>
          <a:bodyPr>
            <a:normAutofit lnSpcReduction="10000"/>
          </a:bodyPr>
          <a:lstStyle/>
          <a:p>
            <a:pPr lvl="1"/>
            <a:r>
              <a:rPr lang="en-US" i="1" dirty="0"/>
              <a:t>If it is cold, I wear a jacket</a:t>
            </a:r>
          </a:p>
          <a:p>
            <a:pPr lvl="1"/>
            <a:r>
              <a:rPr lang="en-US" i="1" dirty="0"/>
              <a:t>I am wearing a jacket</a:t>
            </a:r>
          </a:p>
          <a:p>
            <a:pPr lvl="1"/>
            <a:r>
              <a:rPr lang="en-US" i="1" dirty="0"/>
              <a:t>Therefore, it is cold</a:t>
            </a:r>
          </a:p>
          <a:p>
            <a:pPr lvl="1"/>
            <a:endParaRPr lang="en-US" i="1" dirty="0"/>
          </a:p>
          <a:p>
            <a:pPr lvl="1"/>
            <a:r>
              <a:rPr lang="en-US" dirty="0"/>
              <a:t>In symbols: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/>
              <a:t>Affirming the consequent</a:t>
            </a:r>
            <a:r>
              <a:rPr lang="en-US" dirty="0"/>
              <a:t>, or </a:t>
            </a:r>
            <a:r>
              <a:rPr lang="en-US" i="1" dirty="0"/>
              <a:t>fallacy of the converse</a:t>
            </a:r>
            <a:r>
              <a:rPr lang="en-US" dirty="0"/>
              <a:t> </a:t>
            </a:r>
            <a:endParaRPr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1F196A-0ABE-E214-7876-A90157C5A9D4}"/>
              </a:ext>
            </a:extLst>
          </p:cNvPr>
          <p:cNvGraphicFramePr>
            <a:graphicFrameLocks noGrp="1"/>
          </p:cNvGraphicFramePr>
          <p:nvPr/>
        </p:nvGraphicFramePr>
        <p:xfrm>
          <a:off x="7255823" y="719665"/>
          <a:ext cx="3693225" cy="368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075">
                  <a:extLst>
                    <a:ext uri="{9D8B030D-6E8A-4147-A177-3AD203B41FA5}">
                      <a16:colId xmlns:a16="http://schemas.microsoft.com/office/drawing/2014/main" val="2361436391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2223057050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1024189543"/>
                    </a:ext>
                  </a:extLst>
                </a:gridCol>
              </a:tblGrid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C=&gt;J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6353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68227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72898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034919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70746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EDA738E-755D-04B9-8A25-8275F369B862}"/>
                  </a:ext>
                </a:extLst>
              </p14:cNvPr>
              <p14:cNvContentPartPr/>
              <p14:nvPr/>
            </p14:nvContentPartPr>
            <p14:xfrm>
              <a:off x="722160" y="1253880"/>
              <a:ext cx="10756800" cy="3287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EDA738E-755D-04B9-8A25-8275F369B8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5960" y="1232280"/>
                <a:ext cx="10789200" cy="332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39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5257799" cy="4905623"/>
          </a:xfrm>
        </p:spPr>
        <p:txBody>
          <a:bodyPr>
            <a:normAutofit lnSpcReduction="10000"/>
          </a:bodyPr>
          <a:lstStyle/>
          <a:p>
            <a:pPr lvl="1"/>
            <a:r>
              <a:rPr lang="en-US" i="1" dirty="0"/>
              <a:t>If it is cold, I wear a jacket</a:t>
            </a:r>
          </a:p>
          <a:p>
            <a:pPr lvl="1"/>
            <a:r>
              <a:rPr lang="en-US" i="1" dirty="0"/>
              <a:t>It is not cold</a:t>
            </a:r>
          </a:p>
          <a:p>
            <a:pPr lvl="1"/>
            <a:r>
              <a:rPr lang="en-US" i="1" dirty="0"/>
              <a:t>Therefore, I am not wearing a jacket</a:t>
            </a:r>
          </a:p>
          <a:p>
            <a:pPr lvl="1"/>
            <a:endParaRPr lang="en-US" i="1" dirty="0"/>
          </a:p>
          <a:p>
            <a:pPr lvl="1"/>
            <a:r>
              <a:rPr lang="en-US" dirty="0"/>
              <a:t>In symbols: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/>
              <a:t>Denying the antecedent</a:t>
            </a:r>
            <a:r>
              <a:rPr lang="en-US" dirty="0"/>
              <a:t> or </a:t>
            </a:r>
            <a:r>
              <a:rPr lang="en-US" i="1" dirty="0"/>
              <a:t>fallacy of the inverse</a:t>
            </a:r>
            <a:endParaRPr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1F196A-0ABE-E214-7876-A90157C5A9D4}"/>
              </a:ext>
            </a:extLst>
          </p:cNvPr>
          <p:cNvGraphicFramePr>
            <a:graphicFrameLocks noGrp="1"/>
          </p:cNvGraphicFramePr>
          <p:nvPr/>
        </p:nvGraphicFramePr>
        <p:xfrm>
          <a:off x="7255823" y="719665"/>
          <a:ext cx="3693225" cy="368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075">
                  <a:extLst>
                    <a:ext uri="{9D8B030D-6E8A-4147-A177-3AD203B41FA5}">
                      <a16:colId xmlns:a16="http://schemas.microsoft.com/office/drawing/2014/main" val="2361436391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2223057050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1024189543"/>
                    </a:ext>
                  </a:extLst>
                </a:gridCol>
              </a:tblGrid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C=&gt;J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6353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68227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72898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034919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70746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85C586B-55A1-ECA4-123B-7B05741B81DF}"/>
                  </a:ext>
                </a:extLst>
              </p14:cNvPr>
              <p14:cNvContentPartPr/>
              <p14:nvPr/>
            </p14:nvContentPartPr>
            <p14:xfrm>
              <a:off x="8111880" y="1632240"/>
              <a:ext cx="3373560" cy="2900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85C586B-55A1-ECA4-123B-7B05741B81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95680" y="1616040"/>
                <a:ext cx="3405960" cy="293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508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Natural Deduction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4A0A8-BE31-992F-30F9-AE580D89B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Truth tables are impractical for larger 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15 variables – 2</a:t>
            </a:r>
            <a:r>
              <a:rPr lang="en-US" sz="2400" baseline="30000" dirty="0">
                <a:solidFill>
                  <a:schemeClr val="tx1">
                    <a:lumMod val="50000"/>
                  </a:schemeClr>
                </a:solidFill>
              </a:rPr>
              <a:t>15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 = 32,768 models is feasible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50 variables is challenging!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We could simplify by exploiting constraints and check only models that we cannot immediately rule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Not always obvious…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Can we instead formalize deductive reasoning?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3616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Natural Deduction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4A0A8-BE31-992F-30F9-AE580D89B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Model checking can be used to determine </a:t>
            </a:r>
            <a:r>
              <a:rPr lang="en-US" sz="2400" i="1" dirty="0">
                <a:solidFill>
                  <a:schemeClr val="tx1">
                    <a:lumMod val="50000"/>
                  </a:schemeClr>
                </a:solidFill>
              </a:rPr>
              <a:t>inference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These can be used to construct an argument to prove or disprove a proposition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Simple example: if P^Q is True, is P=&gt; Q True?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52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C2CB72C-5B38-E0BE-8C29-8D26F3CD8CC1}"/>
                  </a:ext>
                </a:extLst>
              </p14:cNvPr>
              <p14:cNvContentPartPr/>
              <p14:nvPr/>
            </p14:nvContentPartPr>
            <p14:xfrm>
              <a:off x="819720" y="1528560"/>
              <a:ext cx="9086400" cy="4067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C2CB72C-5B38-E0BE-8C29-8D26F3CD8C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3520" y="1512360"/>
                <a:ext cx="9118800" cy="409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16918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Example of a Formal Proof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1CD51-EFA5-D9A1-B4F4-775F3C9CA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58392"/>
            <a:ext cx="5016500" cy="50800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47065-B2BC-9121-5FFA-96BA59022E4C}"/>
              </a:ext>
            </a:extLst>
          </p:cNvPr>
          <p:cNvGraphicFramePr>
            <a:graphicFrameLocks noGrp="1"/>
          </p:cNvGraphicFramePr>
          <p:nvPr/>
        </p:nvGraphicFramePr>
        <p:xfrm>
          <a:off x="729996" y="2149783"/>
          <a:ext cx="9913620" cy="40177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0308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3791712">
                  <a:extLst>
                    <a:ext uri="{9D8B030D-6E8A-4147-A177-3AD203B41FA5}">
                      <a16:colId xmlns:a16="http://schemas.microsoft.com/office/drawing/2014/main" val="1819981474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899057307"/>
                    </a:ext>
                  </a:extLst>
                </a:gridCol>
              </a:tblGrid>
              <a:tr h="579523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Inference Rule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Premises used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97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67352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63992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57412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8174B6E5-4754-1C2F-9CC8-EA4317308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303861"/>
            <a:ext cx="5016500" cy="50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C6FA3FB-A900-310F-BE52-22213A98279F}"/>
                  </a:ext>
                </a:extLst>
              </p14:cNvPr>
              <p14:cNvContentPartPr/>
              <p14:nvPr/>
            </p14:nvContentPartPr>
            <p14:xfrm>
              <a:off x="866520" y="398880"/>
              <a:ext cx="11230920" cy="6393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C6FA3FB-A900-310F-BE52-22213A9827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0320" y="382680"/>
                <a:ext cx="11263320" cy="642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015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Common Inference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54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47065-B2BC-9121-5FFA-96BA59022E4C}"/>
              </a:ext>
            </a:extLst>
          </p:cNvPr>
          <p:cNvGraphicFramePr>
            <a:graphicFrameLocks noGrp="1"/>
          </p:cNvGraphicFramePr>
          <p:nvPr/>
        </p:nvGraphicFramePr>
        <p:xfrm>
          <a:off x="5996940" y="1893751"/>
          <a:ext cx="5000245" cy="28146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817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1677214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1677214">
                  <a:extLst>
                    <a:ext uri="{9D8B030D-6E8A-4147-A177-3AD203B41FA5}">
                      <a16:colId xmlns:a16="http://schemas.microsoft.com/office/drawing/2014/main" val="400969257"/>
                    </a:ext>
                  </a:extLst>
                </a:gridCol>
              </a:tblGrid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63992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57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0045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7F625-4582-B6F7-9200-F92EE2238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AC4E0-E39A-B545-9C41-CA58420F7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Common Inference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61FBB-6C2D-BCE5-C337-5DDF4761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55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DCBBB0B-DFE1-16F6-0D44-9FBCF4B7BCFD}"/>
              </a:ext>
            </a:extLst>
          </p:cNvPr>
          <p:cNvGraphicFramePr>
            <a:graphicFrameLocks noGrp="1"/>
          </p:cNvGraphicFramePr>
          <p:nvPr/>
        </p:nvGraphicFramePr>
        <p:xfrm>
          <a:off x="5996940" y="1893751"/>
          <a:ext cx="5000245" cy="28146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817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1677214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1677214">
                  <a:extLst>
                    <a:ext uri="{9D8B030D-6E8A-4147-A177-3AD203B41FA5}">
                      <a16:colId xmlns:a16="http://schemas.microsoft.com/office/drawing/2014/main" val="400969257"/>
                    </a:ext>
                  </a:extLst>
                </a:gridCol>
              </a:tblGrid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63992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5741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10F4786-C2E4-7A5D-DDA9-273839A05758}"/>
                  </a:ext>
                </a:extLst>
              </p14:cNvPr>
              <p14:cNvContentPartPr/>
              <p14:nvPr/>
            </p14:nvContentPartPr>
            <p14:xfrm>
              <a:off x="585000" y="1337760"/>
              <a:ext cx="9919440" cy="3272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10F4786-C2E4-7A5D-DDA9-273839A057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8800" y="1321560"/>
                <a:ext cx="9951840" cy="330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33709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223FD-F076-42EF-9DCF-6947FC0B9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9566A-1760-4C7D-2EF3-AB9F352EA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Common Inference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69DFD-854B-07C8-3015-3B5F099ED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56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0151F6-D242-38FB-9CA0-FFA439A59A56}"/>
              </a:ext>
            </a:extLst>
          </p:cNvPr>
          <p:cNvGraphicFramePr>
            <a:graphicFrameLocks noGrp="1"/>
          </p:cNvGraphicFramePr>
          <p:nvPr/>
        </p:nvGraphicFramePr>
        <p:xfrm>
          <a:off x="5996940" y="1893751"/>
          <a:ext cx="5000245" cy="28146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817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1677214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1677214">
                  <a:extLst>
                    <a:ext uri="{9D8B030D-6E8A-4147-A177-3AD203B41FA5}">
                      <a16:colId xmlns:a16="http://schemas.microsoft.com/office/drawing/2014/main" val="400969257"/>
                    </a:ext>
                  </a:extLst>
                </a:gridCol>
              </a:tblGrid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63992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5741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56388BA-C9DD-4782-FAFD-AA2BEF4F4D90}"/>
                  </a:ext>
                </a:extLst>
              </p14:cNvPr>
              <p14:cNvContentPartPr/>
              <p14:nvPr/>
            </p14:nvContentPartPr>
            <p14:xfrm>
              <a:off x="642240" y="1417680"/>
              <a:ext cx="11029680" cy="3185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56388BA-C9DD-4782-FAFD-AA2BEF4F4D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6040" y="1401480"/>
                <a:ext cx="11062080" cy="321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84004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3E783-92EF-AA23-E1BB-03B0CF939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D8F7B-2B00-DB4C-05AD-5E169ABFE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Common Inference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10206-F982-7964-9E1A-5F9DE9B25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57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AF73BF-4AF4-6241-A2AE-FF0D2B04CB80}"/>
              </a:ext>
            </a:extLst>
          </p:cNvPr>
          <p:cNvGraphicFramePr>
            <a:graphicFrameLocks noGrp="1"/>
          </p:cNvGraphicFramePr>
          <p:nvPr/>
        </p:nvGraphicFramePr>
        <p:xfrm>
          <a:off x="5996940" y="1893751"/>
          <a:ext cx="5000245" cy="28146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817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1677214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1677214">
                  <a:extLst>
                    <a:ext uri="{9D8B030D-6E8A-4147-A177-3AD203B41FA5}">
                      <a16:colId xmlns:a16="http://schemas.microsoft.com/office/drawing/2014/main" val="400969257"/>
                    </a:ext>
                  </a:extLst>
                </a:gridCol>
              </a:tblGrid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63992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5741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A35117B-E9A6-4B6F-7CB3-F5977B076229}"/>
                  </a:ext>
                </a:extLst>
              </p14:cNvPr>
              <p14:cNvContentPartPr/>
              <p14:nvPr/>
            </p14:nvContentPartPr>
            <p14:xfrm>
              <a:off x="668880" y="1404360"/>
              <a:ext cx="10597680" cy="4581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A35117B-E9A6-4B6F-7CB3-F5977B0762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2680" y="1388160"/>
                <a:ext cx="10630080" cy="461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35227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E9F51-5ECF-5BDB-E0D3-1E56EE3D4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8997-229C-1DA3-81A1-4A6B1E6B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Common Inference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F5EC2-E3DD-7E4D-8839-B14505C7E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58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EE8830-1845-CD1F-221A-2FB8DC2A8320}"/>
              </a:ext>
            </a:extLst>
          </p:cNvPr>
          <p:cNvGraphicFramePr>
            <a:graphicFrameLocks noGrp="1"/>
          </p:cNvGraphicFramePr>
          <p:nvPr/>
        </p:nvGraphicFramePr>
        <p:xfrm>
          <a:off x="5996940" y="1893751"/>
          <a:ext cx="5000245" cy="28146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817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1677214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1677214">
                  <a:extLst>
                    <a:ext uri="{9D8B030D-6E8A-4147-A177-3AD203B41FA5}">
                      <a16:colId xmlns:a16="http://schemas.microsoft.com/office/drawing/2014/main" val="400969257"/>
                    </a:ext>
                  </a:extLst>
                </a:gridCol>
              </a:tblGrid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63992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5741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DB3BF67-83FD-5E99-9D3A-4D7DCB296379}"/>
                  </a:ext>
                </a:extLst>
              </p14:cNvPr>
              <p14:cNvContentPartPr/>
              <p14:nvPr/>
            </p14:nvContentPartPr>
            <p14:xfrm>
              <a:off x="418680" y="1203120"/>
              <a:ext cx="11521080" cy="5172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DB3BF67-83FD-5E99-9D3A-4D7DCB2963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2480" y="1186920"/>
                <a:ext cx="11553480" cy="520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54553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A more complex Proof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59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47065-B2BC-9121-5FFA-96BA59022E4C}"/>
              </a:ext>
            </a:extLst>
          </p:cNvPr>
          <p:cNvGraphicFramePr>
            <a:graphicFrameLocks noGrp="1"/>
          </p:cNvGraphicFramePr>
          <p:nvPr/>
        </p:nvGraphicFramePr>
        <p:xfrm>
          <a:off x="703580" y="1951057"/>
          <a:ext cx="9913620" cy="416640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0308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3791712">
                  <a:extLst>
                    <a:ext uri="{9D8B030D-6E8A-4147-A177-3AD203B41FA5}">
                      <a16:colId xmlns:a16="http://schemas.microsoft.com/office/drawing/2014/main" val="1819981474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899057307"/>
                    </a:ext>
                  </a:extLst>
                </a:gridCol>
              </a:tblGrid>
              <a:tr h="606421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Inference Rule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Premises used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9790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67352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01451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639928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5741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32BF9C4-3368-A3DA-06E4-6F592A647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9595"/>
            <a:ext cx="5435600" cy="50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F75F3F-D3A0-11E1-1327-5F92CEC64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77696"/>
            <a:ext cx="5511800" cy="50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2173A9-98EE-5CD7-49BC-61F576B43FD6}"/>
                  </a:ext>
                </a:extLst>
              </p14:cNvPr>
              <p14:cNvContentPartPr/>
              <p14:nvPr/>
            </p14:nvContentPartPr>
            <p14:xfrm>
              <a:off x="917280" y="199080"/>
              <a:ext cx="10087560" cy="4926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2173A9-98EE-5CD7-49BC-61F576B43F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1080" y="182880"/>
                <a:ext cx="10119960" cy="495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76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77BE-0A7C-A4F9-E8FE-CD2FEDEDE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947245" cy="632219"/>
          </a:xfrm>
        </p:spPr>
        <p:txBody>
          <a:bodyPr/>
          <a:lstStyle/>
          <a:p>
            <a:r>
              <a:rPr lang="en-US" dirty="0"/>
              <a:t>Some more Natural Deduction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E296C-566B-CCB2-3DDF-8B255E322C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OR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352DF-788C-AC1E-E5E7-9A897260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60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E18669-38A6-361A-DB7C-0A2B8B447F90}"/>
              </a:ext>
            </a:extLst>
          </p:cNvPr>
          <p:cNvGraphicFramePr>
            <a:graphicFrameLocks noGrp="1"/>
          </p:cNvGraphicFramePr>
          <p:nvPr/>
        </p:nvGraphicFramePr>
        <p:xfrm>
          <a:off x="729996" y="2149783"/>
          <a:ext cx="9913620" cy="28918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0308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3791712">
                  <a:extLst>
                    <a:ext uri="{9D8B030D-6E8A-4147-A177-3AD203B41FA5}">
                      <a16:colId xmlns:a16="http://schemas.microsoft.com/office/drawing/2014/main" val="1819981474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899057307"/>
                    </a:ext>
                  </a:extLst>
                </a:gridCol>
              </a:tblGrid>
              <a:tr h="579523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Inference Rule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Premises used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97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67352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5288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AA55-F891-DDEE-F891-D39FD28CD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330440" cy="632219"/>
          </a:xfrm>
        </p:spPr>
        <p:txBody>
          <a:bodyPr/>
          <a:lstStyle/>
          <a:p>
            <a:r>
              <a:rPr lang="en-US" dirty="0"/>
              <a:t>Proving Invalid Arguments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9B97C-B95E-2FD9-9647-64BB8F9849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If you’re finding it hard to prove an argument, that could be because it is invalid!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You see if this is the case, you might try: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Proving the negation of the conclusion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Derive a contradiction by proving both the conclusion and its negation, or by deriving the negation of one of the premises</a:t>
            </a:r>
          </a:p>
          <a:p>
            <a:pPr lvl="1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94A98-1221-A978-C6C6-9CA7FEC69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328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5E00-2BD2-711E-0890-BE0632C2A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319DE-466A-E628-20EB-6D2E06B09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22D84-CBFB-92A3-3BFD-936EC6255E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E16FD-DE89-E089-0196-3BCBAE8898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15 November 2023</a:t>
            </a:r>
          </a:p>
        </p:txBody>
      </p:sp>
    </p:spTree>
    <p:extLst>
      <p:ext uri="{BB962C8B-B14F-4D97-AF65-F5344CB8AC3E}">
        <p14:creationId xmlns:p14="http://schemas.microsoft.com/office/powerpoint/2010/main" val="7730776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40959-D2BF-8A22-0D96-2AA63DC04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8AA719-99CB-BBDE-EDE0-F0EEA4906A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Exercise: Natural Deduction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F988E-C089-617A-0C96-919B467E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1538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6483F-C3BA-AF05-9959-8B2B9D29E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64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68D85F0-113C-9F6E-8DA8-83E19C7136E0}"/>
                  </a:ext>
                </a:extLst>
              </p14:cNvPr>
              <p14:cNvContentPartPr/>
              <p14:nvPr/>
            </p14:nvContentPartPr>
            <p14:xfrm>
              <a:off x="408960" y="141840"/>
              <a:ext cx="11568600" cy="6703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68D85F0-113C-9F6E-8DA8-83E19C7136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2760" y="125640"/>
                <a:ext cx="11601000" cy="673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02837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5AFF5-6124-47F0-B889-3EFC792B3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1 Wrap-up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A938C-8914-3151-DA01-4813EF8E6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Relationship between Logic and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Propositional Logic – sentences that are True of 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>
                    <a:lumMod val="50000"/>
                  </a:schemeClr>
                </a:solidFill>
              </a:rPr>
              <a:t>Formalisation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 of Propositional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Knowledge 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Natural Deduction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Tomorrow: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Automated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Rule-based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Proof and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BCFC3-8D01-C567-A074-A5207B17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9702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A2772-B533-5CB5-176C-2D4924C56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059B-9981-A52E-46F7-FF08F8CD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AAD8A-BB9F-3A44-ADCC-5DAF737BB5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F133A-38C4-1480-1F1E-B7A54043BF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1: Logic</a:t>
            </a:r>
          </a:p>
        </p:txBody>
      </p:sp>
    </p:spTree>
    <p:extLst>
      <p:ext uri="{BB962C8B-B14F-4D97-AF65-F5344CB8AC3E}">
        <p14:creationId xmlns:p14="http://schemas.microsoft.com/office/powerpoint/2010/main" val="401834926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4DEDC3-89DA-B86F-09AE-5E60DA08E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from Day 1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D1578BC-F26C-4E01-D671-6046D2C602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On day 1 we learned:</a:t>
            </a:r>
          </a:p>
          <a:p>
            <a:pPr lvl="1"/>
            <a:r>
              <a:rPr lang="en-US" dirty="0"/>
              <a:t>To represent and reason about knowledge using Logic</a:t>
            </a:r>
          </a:p>
          <a:p>
            <a:pPr lvl="1"/>
            <a:r>
              <a:rPr lang="en-US" dirty="0"/>
              <a:t>The principles of Propositional Logic</a:t>
            </a:r>
          </a:p>
          <a:p>
            <a:pPr lvl="1"/>
            <a:r>
              <a:rPr lang="en-US" dirty="0"/>
              <a:t>Proving argument correctness</a:t>
            </a:r>
          </a:p>
          <a:p>
            <a:pPr lvl="1"/>
            <a:endParaRPr lang="en-US" dirty="0"/>
          </a:p>
          <a:p>
            <a:r>
              <a:rPr lang="en-US" dirty="0"/>
              <a:t>On day 2 we will:</a:t>
            </a:r>
          </a:p>
          <a:p>
            <a:pPr lvl="1"/>
            <a:r>
              <a:rPr lang="en-US" dirty="0"/>
              <a:t>Learn how to use an automated tool for natural deduction</a:t>
            </a:r>
          </a:p>
        </p:txBody>
      </p:sp>
    </p:spTree>
    <p:extLst>
      <p:ext uri="{BB962C8B-B14F-4D97-AF65-F5344CB8AC3E}">
        <p14:creationId xmlns:p14="http://schemas.microsoft.com/office/powerpoint/2010/main" val="6009453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0AC37-8EA3-933C-F98B-5E1661884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37C79-5E14-5739-065E-315BA2A76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531475" cy="632219"/>
          </a:xfrm>
        </p:spPr>
        <p:txBody>
          <a:bodyPr/>
          <a:lstStyle/>
          <a:p>
            <a:r>
              <a:rPr lang="en-US" dirty="0"/>
              <a:t>Automated Reasoning with </a:t>
            </a:r>
            <a:r>
              <a:rPr lang="en-US" dirty="0" err="1"/>
              <a:t>Kanren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D2B65C-2C0E-F2DD-DBE3-95DFC871C2B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Open the </a:t>
            </a:r>
            <a:r>
              <a:rPr lang="en-US" dirty="0" err="1"/>
              <a:t>Kanren</a:t>
            </a:r>
            <a:r>
              <a:rPr lang="en-US" dirty="0"/>
              <a:t> Tutorial Notebook and code along…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0170C-7E95-AD7B-788E-34D0BE78E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634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C41AC-A285-0B70-FB17-6DF5993E2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D5DCB2-5292-7563-030D-8BF046D51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Exercises: </a:t>
            </a:r>
            <a:r>
              <a:rPr lang="en-US" sz="6000" b="1" dirty="0" err="1"/>
              <a:t>Kanren</a:t>
            </a:r>
            <a:endParaRPr lang="en-US" sz="6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59551-803C-E736-9C53-11F643C83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55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3376</TotalTime>
  <Words>3332</Words>
  <Application>Microsoft Macintosh PowerPoint</Application>
  <PresentationFormat>Widescreen</PresentationFormat>
  <Paragraphs>860</Paragraphs>
  <Slides>69</Slides>
  <Notes>6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7" baseType="lpstr">
      <vt:lpstr>Arial</vt:lpstr>
      <vt:lpstr>Calibri</vt:lpstr>
      <vt:lpstr>Calibri Light</vt:lpstr>
      <vt:lpstr>Cambria Math</vt:lpstr>
      <vt:lpstr>Courier New</vt:lpstr>
      <vt:lpstr>Helvetica</vt:lpstr>
      <vt:lpstr>Menlo</vt:lpstr>
      <vt:lpstr>Office Theme</vt:lpstr>
      <vt:lpstr>MSc Artificial Intelligence</vt:lpstr>
      <vt:lpstr>Logical Reasoning</vt:lpstr>
      <vt:lpstr>Graphical Representations of Knowledge</vt:lpstr>
      <vt:lpstr>Causal Reasoning</vt:lpstr>
      <vt:lpstr>Learning Outcomes</vt:lpstr>
      <vt:lpstr>Outline Syllabus</vt:lpstr>
      <vt:lpstr>How the Course will be Taught</vt:lpstr>
      <vt:lpstr>Assessment</vt:lpstr>
      <vt:lpstr>Timetable</vt:lpstr>
      <vt:lpstr>Can you solve them?</vt:lpstr>
      <vt:lpstr>What reasoning abilities did you use?</vt:lpstr>
      <vt:lpstr>Logic vs Data</vt:lpstr>
      <vt:lpstr>Symbol Manipulation and Intelligence</vt:lpstr>
      <vt:lpstr>Logic and Intelligence</vt:lpstr>
      <vt:lpstr>MSc Artificial Intelligence</vt:lpstr>
      <vt:lpstr>PowerPoint Presentation</vt:lpstr>
      <vt:lpstr>PowerPoint Presentation</vt:lpstr>
      <vt:lpstr>Propositional Logic</vt:lpstr>
      <vt:lpstr>Propositional Logic</vt:lpstr>
      <vt:lpstr>Propositions</vt:lpstr>
      <vt:lpstr>Connectives</vt:lpstr>
      <vt:lpstr>Correctness</vt:lpstr>
      <vt:lpstr>Validity and Soundness</vt:lpstr>
      <vt:lpstr>PowerPoint Presentation</vt:lpstr>
      <vt:lpstr>Formal Propositional Logic</vt:lpstr>
      <vt:lpstr>Making Logical Arguments Formal</vt:lpstr>
      <vt:lpstr>Logical Connectives</vt:lpstr>
      <vt:lpstr>Truth Tables</vt:lpstr>
      <vt:lpstr>Negation (Not)</vt:lpstr>
      <vt:lpstr>Conjunction (And)</vt:lpstr>
      <vt:lpstr>Disjunction (Or)</vt:lpstr>
      <vt:lpstr>Material Implication</vt:lpstr>
      <vt:lpstr>Biconditional</vt:lpstr>
      <vt:lpstr>Back to our example</vt:lpstr>
      <vt:lpstr>PowerPoint Presentation</vt:lpstr>
      <vt:lpstr>PowerPoint Presentation</vt:lpstr>
      <vt:lpstr>PowerPoint Presentation</vt:lpstr>
      <vt:lpstr>MSc Artificial Intelligence</vt:lpstr>
      <vt:lpstr>Knowledge Bases</vt:lpstr>
      <vt:lpstr>How can agents achieve their goals?</vt:lpstr>
      <vt:lpstr>Knowledge Bases</vt:lpstr>
      <vt:lpstr>A Familiar Riddle</vt:lpstr>
      <vt:lpstr>MSc Artificial Intelligence</vt:lpstr>
      <vt:lpstr>Proofs in Logic</vt:lpstr>
      <vt:lpstr>Truth Tables</vt:lpstr>
      <vt:lpstr>Model Checking</vt:lpstr>
      <vt:lpstr>Model Checking</vt:lpstr>
      <vt:lpstr>Truth Tables</vt:lpstr>
      <vt:lpstr>Truth Tables</vt:lpstr>
      <vt:lpstr>Truth Tables</vt:lpstr>
      <vt:lpstr>Natural Deduction</vt:lpstr>
      <vt:lpstr>Natural Deduction</vt:lpstr>
      <vt:lpstr>Example of a Formal Proof</vt:lpstr>
      <vt:lpstr>Common Inference Rules</vt:lpstr>
      <vt:lpstr>Common Inference Rules</vt:lpstr>
      <vt:lpstr>Common Inference Rules</vt:lpstr>
      <vt:lpstr>Common Inference Rules</vt:lpstr>
      <vt:lpstr>Common Inference Rules</vt:lpstr>
      <vt:lpstr>A more complex Proof</vt:lpstr>
      <vt:lpstr>Some more Natural Deduction</vt:lpstr>
      <vt:lpstr>Proving Invalid Arguments</vt:lpstr>
      <vt:lpstr>MSc Artificial Intelligence</vt:lpstr>
      <vt:lpstr>PowerPoint Presentation</vt:lpstr>
      <vt:lpstr>PowerPoint Presentation</vt:lpstr>
      <vt:lpstr>Day 1 Wrap-up</vt:lpstr>
      <vt:lpstr>MSc Artificial Intelligence</vt:lpstr>
      <vt:lpstr>Recap from Day 1</vt:lpstr>
      <vt:lpstr>Automated Reasoning with Kanren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Iain Styles</dc:creator>
  <cp:lastModifiedBy>Iain Styles</cp:lastModifiedBy>
  <cp:revision>3</cp:revision>
  <dcterms:created xsi:type="dcterms:W3CDTF">2024-11-07T11:06:47Z</dcterms:created>
  <dcterms:modified xsi:type="dcterms:W3CDTF">2025-09-16T08:53:10Z</dcterms:modified>
</cp:coreProperties>
</file>