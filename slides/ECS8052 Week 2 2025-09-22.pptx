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60" r:id="rId1"/>
  </p:sldMasterIdLst>
  <p:notesMasterIdLst>
    <p:notesMasterId r:id="rId19"/>
  </p:notesMasterIdLst>
  <p:handoutMasterIdLst>
    <p:handoutMasterId r:id="rId20"/>
  </p:handoutMasterIdLst>
  <p:sldIdLst>
    <p:sldId id="389" r:id="rId2"/>
    <p:sldId id="360" r:id="rId3"/>
    <p:sldId id="361" r:id="rId4"/>
    <p:sldId id="362" r:id="rId5"/>
    <p:sldId id="404" r:id="rId6"/>
    <p:sldId id="382" r:id="rId7"/>
    <p:sldId id="384" r:id="rId8"/>
    <p:sldId id="385" r:id="rId9"/>
    <p:sldId id="387" r:id="rId10"/>
    <p:sldId id="395" r:id="rId11"/>
    <p:sldId id="396" r:id="rId12"/>
    <p:sldId id="398" r:id="rId13"/>
    <p:sldId id="397" r:id="rId14"/>
    <p:sldId id="399" r:id="rId15"/>
    <p:sldId id="400" r:id="rId16"/>
    <p:sldId id="401" r:id="rId17"/>
    <p:sldId id="403" r:id="rId18"/>
  </p:sldIdLst>
  <p:sldSz cx="12192000" cy="6858000"/>
  <p:notesSz cx="6858000" cy="9144000"/>
  <p:defaultTextStyle>
    <a:defPPr>
      <a:defRPr lang="en-US"/>
    </a:defPPr>
    <a:lvl1pPr marL="0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89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377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566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754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943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131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507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6000D"/>
    <a:srgbClr val="494949"/>
    <a:srgbClr val="672E6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0C6BDDF-3255-A441-9D24-9FD8E8112726}" v="267" dt="2025-09-17T19:47:23.06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120" autoAdjust="0"/>
    <p:restoredTop sz="94842" autoAdjust="0"/>
  </p:normalViewPr>
  <p:slideViewPr>
    <p:cSldViewPr snapToGrid="0" snapToObjects="1" showGuides="1">
      <p:cViewPr varScale="1">
        <p:scale>
          <a:sx n="120" d="100"/>
          <a:sy n="120" d="100"/>
        </p:scale>
        <p:origin x="496" y="176"/>
      </p:cViewPr>
      <p:guideLst>
        <p:guide orient="horz" pos="2160"/>
        <p:guide pos="507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 snapToObjects="1" showGuides="1">
      <p:cViewPr varScale="1">
        <p:scale>
          <a:sx n="144" d="100"/>
          <a:sy n="144" d="100"/>
        </p:scale>
        <p:origin x="4792" y="184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5/10/relationships/revisionInfo" Target="revisionInfo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Iain Styles" userId="befbdaae-53f8-4d26-a8dc-3366b09f768a" providerId="ADAL" clId="{5E0D2633-D8F6-500D-A7FC-C9CB56BC4BFB}"/>
    <pc:docChg chg="undo custSel addSld delSld modSld delSection modSection">
      <pc:chgData name="Iain Styles" userId="befbdaae-53f8-4d26-a8dc-3366b09f768a" providerId="ADAL" clId="{5E0D2633-D8F6-500D-A7FC-C9CB56BC4BFB}" dt="2025-09-17T19:47:26.703" v="1619"/>
      <pc:docMkLst>
        <pc:docMk/>
      </pc:docMkLst>
      <pc:sldChg chg="del">
        <pc:chgData name="Iain Styles" userId="befbdaae-53f8-4d26-a8dc-3366b09f768a" providerId="ADAL" clId="{5E0D2633-D8F6-500D-A7FC-C9CB56BC4BFB}" dt="2025-09-16T18:53:00.131" v="12" actId="2696"/>
        <pc:sldMkLst>
          <pc:docMk/>
          <pc:sldMk cId="0" sldId="257"/>
        </pc:sldMkLst>
      </pc:sldChg>
      <pc:sldChg chg="del">
        <pc:chgData name="Iain Styles" userId="befbdaae-53f8-4d26-a8dc-3366b09f768a" providerId="ADAL" clId="{5E0D2633-D8F6-500D-A7FC-C9CB56BC4BFB}" dt="2025-09-16T18:53:00.662" v="13" actId="2696"/>
        <pc:sldMkLst>
          <pc:docMk/>
          <pc:sldMk cId="0" sldId="258"/>
        </pc:sldMkLst>
      </pc:sldChg>
      <pc:sldChg chg="del">
        <pc:chgData name="Iain Styles" userId="befbdaae-53f8-4d26-a8dc-3366b09f768a" providerId="ADAL" clId="{5E0D2633-D8F6-500D-A7FC-C9CB56BC4BFB}" dt="2025-09-16T18:53:00.849" v="14" actId="2696"/>
        <pc:sldMkLst>
          <pc:docMk/>
          <pc:sldMk cId="0" sldId="259"/>
        </pc:sldMkLst>
      </pc:sldChg>
      <pc:sldChg chg="del">
        <pc:chgData name="Iain Styles" userId="befbdaae-53f8-4d26-a8dc-3366b09f768a" providerId="ADAL" clId="{5E0D2633-D8F6-500D-A7FC-C9CB56BC4BFB}" dt="2025-09-16T18:52:58.120" v="1" actId="2696"/>
        <pc:sldMkLst>
          <pc:docMk/>
          <pc:sldMk cId="4150415409" sldId="291"/>
        </pc:sldMkLst>
      </pc:sldChg>
      <pc:sldChg chg="del">
        <pc:chgData name="Iain Styles" userId="befbdaae-53f8-4d26-a8dc-3366b09f768a" providerId="ADAL" clId="{5E0D2633-D8F6-500D-A7FC-C9CB56BC4BFB}" dt="2025-09-16T19:10:23.249" v="56" actId="2696"/>
        <pc:sldMkLst>
          <pc:docMk/>
          <pc:sldMk cId="1844458811" sldId="292"/>
        </pc:sldMkLst>
      </pc:sldChg>
      <pc:sldChg chg="del">
        <pc:chgData name="Iain Styles" userId="befbdaae-53f8-4d26-a8dc-3366b09f768a" providerId="ADAL" clId="{5E0D2633-D8F6-500D-A7FC-C9CB56BC4BFB}" dt="2025-09-16T18:52:59.737" v="10" actId="2696"/>
        <pc:sldMkLst>
          <pc:docMk/>
          <pc:sldMk cId="1192987580" sldId="293"/>
        </pc:sldMkLst>
      </pc:sldChg>
      <pc:sldChg chg="del">
        <pc:chgData name="Iain Styles" userId="befbdaae-53f8-4d26-a8dc-3366b09f768a" providerId="ADAL" clId="{5E0D2633-D8F6-500D-A7FC-C9CB56BC4BFB}" dt="2025-09-16T19:10:23.247" v="54" actId="2696"/>
        <pc:sldMkLst>
          <pc:docMk/>
          <pc:sldMk cId="3491441995" sldId="294"/>
        </pc:sldMkLst>
      </pc:sldChg>
      <pc:sldChg chg="del">
        <pc:chgData name="Iain Styles" userId="befbdaae-53f8-4d26-a8dc-3366b09f768a" providerId="ADAL" clId="{5E0D2633-D8F6-500D-A7FC-C9CB56BC4BFB}" dt="2025-09-16T19:10:23.161" v="19" actId="2696"/>
        <pc:sldMkLst>
          <pc:docMk/>
          <pc:sldMk cId="2638281172" sldId="295"/>
        </pc:sldMkLst>
      </pc:sldChg>
      <pc:sldChg chg="del">
        <pc:chgData name="Iain Styles" userId="befbdaae-53f8-4d26-a8dc-3366b09f768a" providerId="ADAL" clId="{5E0D2633-D8F6-500D-A7FC-C9CB56BC4BFB}" dt="2025-09-16T19:10:23.247" v="53" actId="2696"/>
        <pc:sldMkLst>
          <pc:docMk/>
          <pc:sldMk cId="1304821645" sldId="296"/>
        </pc:sldMkLst>
      </pc:sldChg>
      <pc:sldChg chg="del">
        <pc:chgData name="Iain Styles" userId="befbdaae-53f8-4d26-a8dc-3366b09f768a" providerId="ADAL" clId="{5E0D2633-D8F6-500D-A7FC-C9CB56BC4BFB}" dt="2025-09-16T19:10:23.246" v="52" actId="2696"/>
        <pc:sldMkLst>
          <pc:docMk/>
          <pc:sldMk cId="2889626591" sldId="297"/>
        </pc:sldMkLst>
      </pc:sldChg>
      <pc:sldChg chg="del">
        <pc:chgData name="Iain Styles" userId="befbdaae-53f8-4d26-a8dc-3366b09f768a" providerId="ADAL" clId="{5E0D2633-D8F6-500D-A7FC-C9CB56BC4BFB}" dt="2025-09-16T19:10:23.164" v="21" actId="2696"/>
        <pc:sldMkLst>
          <pc:docMk/>
          <pc:sldMk cId="3933355230" sldId="298"/>
        </pc:sldMkLst>
      </pc:sldChg>
      <pc:sldChg chg="del">
        <pc:chgData name="Iain Styles" userId="befbdaae-53f8-4d26-a8dc-3366b09f768a" providerId="ADAL" clId="{5E0D2633-D8F6-500D-A7FC-C9CB56BC4BFB}" dt="2025-09-16T19:10:23.258" v="59" actId="2696"/>
        <pc:sldMkLst>
          <pc:docMk/>
          <pc:sldMk cId="1489423034" sldId="299"/>
        </pc:sldMkLst>
      </pc:sldChg>
      <pc:sldChg chg="del">
        <pc:chgData name="Iain Styles" userId="befbdaae-53f8-4d26-a8dc-3366b09f768a" providerId="ADAL" clId="{5E0D2633-D8F6-500D-A7FC-C9CB56BC4BFB}" dt="2025-09-16T19:10:23.225" v="43" actId="2696"/>
        <pc:sldMkLst>
          <pc:docMk/>
          <pc:sldMk cId="3060807951" sldId="300"/>
        </pc:sldMkLst>
      </pc:sldChg>
      <pc:sldChg chg="del">
        <pc:chgData name="Iain Styles" userId="befbdaae-53f8-4d26-a8dc-3366b09f768a" providerId="ADAL" clId="{5E0D2633-D8F6-500D-A7FC-C9CB56BC4BFB}" dt="2025-09-16T19:10:23.227" v="45" actId="2696"/>
        <pc:sldMkLst>
          <pc:docMk/>
          <pc:sldMk cId="780336828" sldId="301"/>
        </pc:sldMkLst>
      </pc:sldChg>
      <pc:sldChg chg="del">
        <pc:chgData name="Iain Styles" userId="befbdaae-53f8-4d26-a8dc-3366b09f768a" providerId="ADAL" clId="{5E0D2633-D8F6-500D-A7FC-C9CB56BC4BFB}" dt="2025-09-16T19:10:23.193" v="25" actId="2696"/>
        <pc:sldMkLst>
          <pc:docMk/>
          <pc:sldMk cId="3539568370" sldId="302"/>
        </pc:sldMkLst>
      </pc:sldChg>
      <pc:sldChg chg="del">
        <pc:chgData name="Iain Styles" userId="befbdaae-53f8-4d26-a8dc-3366b09f768a" providerId="ADAL" clId="{5E0D2633-D8F6-500D-A7FC-C9CB56BC4BFB}" dt="2025-09-16T19:10:23.168" v="24" actId="2696"/>
        <pc:sldMkLst>
          <pc:docMk/>
          <pc:sldMk cId="2463367022" sldId="303"/>
        </pc:sldMkLst>
      </pc:sldChg>
      <pc:sldChg chg="del">
        <pc:chgData name="Iain Styles" userId="befbdaae-53f8-4d26-a8dc-3366b09f768a" providerId="ADAL" clId="{5E0D2633-D8F6-500D-A7FC-C9CB56BC4BFB}" dt="2025-09-16T19:10:23.159" v="18" actId="2696"/>
        <pc:sldMkLst>
          <pc:docMk/>
          <pc:sldMk cId="3284479578" sldId="304"/>
        </pc:sldMkLst>
      </pc:sldChg>
      <pc:sldChg chg="del">
        <pc:chgData name="Iain Styles" userId="befbdaae-53f8-4d26-a8dc-3366b09f768a" providerId="ADAL" clId="{5E0D2633-D8F6-500D-A7FC-C9CB56BC4BFB}" dt="2025-09-16T19:10:23.207" v="31" actId="2696"/>
        <pc:sldMkLst>
          <pc:docMk/>
          <pc:sldMk cId="1690556488" sldId="305"/>
        </pc:sldMkLst>
      </pc:sldChg>
      <pc:sldChg chg="del">
        <pc:chgData name="Iain Styles" userId="befbdaae-53f8-4d26-a8dc-3366b09f768a" providerId="ADAL" clId="{5E0D2633-D8F6-500D-A7FC-C9CB56BC4BFB}" dt="2025-09-16T19:10:23.257" v="57" actId="2696"/>
        <pc:sldMkLst>
          <pc:docMk/>
          <pc:sldMk cId="79776030" sldId="306"/>
        </pc:sldMkLst>
      </pc:sldChg>
      <pc:sldChg chg="del">
        <pc:chgData name="Iain Styles" userId="befbdaae-53f8-4d26-a8dc-3366b09f768a" providerId="ADAL" clId="{5E0D2633-D8F6-500D-A7FC-C9CB56BC4BFB}" dt="2025-09-16T19:10:23.244" v="50" actId="2696"/>
        <pc:sldMkLst>
          <pc:docMk/>
          <pc:sldMk cId="1437246558" sldId="307"/>
        </pc:sldMkLst>
      </pc:sldChg>
      <pc:sldChg chg="del">
        <pc:chgData name="Iain Styles" userId="befbdaae-53f8-4d26-a8dc-3366b09f768a" providerId="ADAL" clId="{5E0D2633-D8F6-500D-A7FC-C9CB56BC4BFB}" dt="2025-09-16T19:10:23.220" v="36" actId="2696"/>
        <pc:sldMkLst>
          <pc:docMk/>
          <pc:sldMk cId="1202893673" sldId="309"/>
        </pc:sldMkLst>
      </pc:sldChg>
      <pc:sldChg chg="del">
        <pc:chgData name="Iain Styles" userId="befbdaae-53f8-4d26-a8dc-3366b09f768a" providerId="ADAL" clId="{5E0D2633-D8F6-500D-A7FC-C9CB56BC4BFB}" dt="2025-09-16T19:10:23.197" v="29" actId="2696"/>
        <pc:sldMkLst>
          <pc:docMk/>
          <pc:sldMk cId="590912617" sldId="310"/>
        </pc:sldMkLst>
      </pc:sldChg>
      <pc:sldChg chg="del">
        <pc:chgData name="Iain Styles" userId="befbdaae-53f8-4d26-a8dc-3366b09f768a" providerId="ADAL" clId="{5E0D2633-D8F6-500D-A7FC-C9CB56BC4BFB}" dt="2025-09-16T19:10:23.208" v="32" actId="2696"/>
        <pc:sldMkLst>
          <pc:docMk/>
          <pc:sldMk cId="863111172" sldId="311"/>
        </pc:sldMkLst>
      </pc:sldChg>
      <pc:sldChg chg="del">
        <pc:chgData name="Iain Styles" userId="befbdaae-53f8-4d26-a8dc-3366b09f768a" providerId="ADAL" clId="{5E0D2633-D8F6-500D-A7FC-C9CB56BC4BFB}" dt="2025-09-16T19:10:23.224" v="42" actId="2696"/>
        <pc:sldMkLst>
          <pc:docMk/>
          <pc:sldMk cId="2957935270" sldId="312"/>
        </pc:sldMkLst>
      </pc:sldChg>
      <pc:sldChg chg="del">
        <pc:chgData name="Iain Styles" userId="befbdaae-53f8-4d26-a8dc-3366b09f768a" providerId="ADAL" clId="{5E0D2633-D8F6-500D-A7FC-C9CB56BC4BFB}" dt="2025-09-16T19:10:23.245" v="51" actId="2696"/>
        <pc:sldMkLst>
          <pc:docMk/>
          <pc:sldMk cId="398718148" sldId="314"/>
        </pc:sldMkLst>
      </pc:sldChg>
      <pc:sldChg chg="del">
        <pc:chgData name="Iain Styles" userId="befbdaae-53f8-4d26-a8dc-3366b09f768a" providerId="ADAL" clId="{5E0D2633-D8F6-500D-A7FC-C9CB56BC4BFB}" dt="2025-09-16T19:10:23.223" v="40" actId="2696"/>
        <pc:sldMkLst>
          <pc:docMk/>
          <pc:sldMk cId="685004756" sldId="315"/>
        </pc:sldMkLst>
      </pc:sldChg>
      <pc:sldChg chg="del">
        <pc:chgData name="Iain Styles" userId="befbdaae-53f8-4d26-a8dc-3366b09f768a" providerId="ADAL" clId="{5E0D2633-D8F6-500D-A7FC-C9CB56BC4BFB}" dt="2025-09-16T19:10:23.209" v="33" actId="2696"/>
        <pc:sldMkLst>
          <pc:docMk/>
          <pc:sldMk cId="467970236" sldId="317"/>
        </pc:sldMkLst>
      </pc:sldChg>
      <pc:sldChg chg="del">
        <pc:chgData name="Iain Styles" userId="befbdaae-53f8-4d26-a8dc-3366b09f768a" providerId="ADAL" clId="{5E0D2633-D8F6-500D-A7FC-C9CB56BC4BFB}" dt="2025-09-16T19:10:23.248" v="55" actId="2696"/>
        <pc:sldMkLst>
          <pc:docMk/>
          <pc:sldMk cId="1701179987" sldId="318"/>
        </pc:sldMkLst>
      </pc:sldChg>
      <pc:sldChg chg="del">
        <pc:chgData name="Iain Styles" userId="befbdaae-53f8-4d26-a8dc-3366b09f768a" providerId="ADAL" clId="{5E0D2633-D8F6-500D-A7FC-C9CB56BC4BFB}" dt="2025-09-16T18:52:58.324" v="2" actId="2696"/>
        <pc:sldMkLst>
          <pc:docMk/>
          <pc:sldMk cId="1496860457" sldId="319"/>
        </pc:sldMkLst>
      </pc:sldChg>
      <pc:sldChg chg="del">
        <pc:chgData name="Iain Styles" userId="befbdaae-53f8-4d26-a8dc-3366b09f768a" providerId="ADAL" clId="{5E0D2633-D8F6-500D-A7FC-C9CB56BC4BFB}" dt="2025-09-16T18:52:58.532" v="3" actId="2696"/>
        <pc:sldMkLst>
          <pc:docMk/>
          <pc:sldMk cId="1663710516" sldId="320"/>
        </pc:sldMkLst>
      </pc:sldChg>
      <pc:sldChg chg="del">
        <pc:chgData name="Iain Styles" userId="befbdaae-53f8-4d26-a8dc-3366b09f768a" providerId="ADAL" clId="{5E0D2633-D8F6-500D-A7FC-C9CB56BC4BFB}" dt="2025-09-16T18:52:58.707" v="4" actId="2696"/>
        <pc:sldMkLst>
          <pc:docMk/>
          <pc:sldMk cId="3439088038" sldId="321"/>
        </pc:sldMkLst>
      </pc:sldChg>
      <pc:sldChg chg="del">
        <pc:chgData name="Iain Styles" userId="befbdaae-53f8-4d26-a8dc-3366b09f768a" providerId="ADAL" clId="{5E0D2633-D8F6-500D-A7FC-C9CB56BC4BFB}" dt="2025-09-16T18:52:58.878" v="5" actId="2696"/>
        <pc:sldMkLst>
          <pc:docMk/>
          <pc:sldMk cId="579893352" sldId="322"/>
        </pc:sldMkLst>
      </pc:sldChg>
      <pc:sldChg chg="del">
        <pc:chgData name="Iain Styles" userId="befbdaae-53f8-4d26-a8dc-3366b09f768a" providerId="ADAL" clId="{5E0D2633-D8F6-500D-A7FC-C9CB56BC4BFB}" dt="2025-09-16T18:52:59.048" v="6" actId="2696"/>
        <pc:sldMkLst>
          <pc:docMk/>
          <pc:sldMk cId="4156057639" sldId="323"/>
        </pc:sldMkLst>
      </pc:sldChg>
      <pc:sldChg chg="del">
        <pc:chgData name="Iain Styles" userId="befbdaae-53f8-4d26-a8dc-3366b09f768a" providerId="ADAL" clId="{5E0D2633-D8F6-500D-A7FC-C9CB56BC4BFB}" dt="2025-09-16T18:52:59.223" v="7" actId="2696"/>
        <pc:sldMkLst>
          <pc:docMk/>
          <pc:sldMk cId="574810486" sldId="324"/>
        </pc:sldMkLst>
      </pc:sldChg>
      <pc:sldChg chg="del">
        <pc:chgData name="Iain Styles" userId="befbdaae-53f8-4d26-a8dc-3366b09f768a" providerId="ADAL" clId="{5E0D2633-D8F6-500D-A7FC-C9CB56BC4BFB}" dt="2025-09-16T18:52:59.406" v="8" actId="2696"/>
        <pc:sldMkLst>
          <pc:docMk/>
          <pc:sldMk cId="3211664744" sldId="325"/>
        </pc:sldMkLst>
      </pc:sldChg>
      <pc:sldChg chg="del">
        <pc:chgData name="Iain Styles" userId="befbdaae-53f8-4d26-a8dc-3366b09f768a" providerId="ADAL" clId="{5E0D2633-D8F6-500D-A7FC-C9CB56BC4BFB}" dt="2025-09-16T18:52:59.912" v="11" actId="2696"/>
        <pc:sldMkLst>
          <pc:docMk/>
          <pc:sldMk cId="3149925182" sldId="326"/>
        </pc:sldMkLst>
      </pc:sldChg>
      <pc:sldChg chg="del">
        <pc:chgData name="Iain Styles" userId="befbdaae-53f8-4d26-a8dc-3366b09f768a" providerId="ADAL" clId="{5E0D2633-D8F6-500D-A7FC-C9CB56BC4BFB}" dt="2025-09-16T18:52:59.573" v="9" actId="2696"/>
        <pc:sldMkLst>
          <pc:docMk/>
          <pc:sldMk cId="2126351794" sldId="327"/>
        </pc:sldMkLst>
      </pc:sldChg>
      <pc:sldChg chg="del">
        <pc:chgData name="Iain Styles" userId="befbdaae-53f8-4d26-a8dc-3366b09f768a" providerId="ADAL" clId="{5E0D2633-D8F6-500D-A7FC-C9CB56BC4BFB}" dt="2025-09-16T19:10:23.196" v="28" actId="2696"/>
        <pc:sldMkLst>
          <pc:docMk/>
          <pc:sldMk cId="1330158202" sldId="328"/>
        </pc:sldMkLst>
      </pc:sldChg>
      <pc:sldChg chg="del">
        <pc:chgData name="Iain Styles" userId="befbdaae-53f8-4d26-a8dc-3366b09f768a" providerId="ADAL" clId="{5E0D2633-D8F6-500D-A7FC-C9CB56BC4BFB}" dt="2025-09-16T19:10:23.210" v="34" actId="2696"/>
        <pc:sldMkLst>
          <pc:docMk/>
          <pc:sldMk cId="3952004508" sldId="329"/>
        </pc:sldMkLst>
      </pc:sldChg>
      <pc:sldChg chg="del">
        <pc:chgData name="Iain Styles" userId="befbdaae-53f8-4d26-a8dc-3366b09f768a" providerId="ADAL" clId="{5E0D2633-D8F6-500D-A7FC-C9CB56BC4BFB}" dt="2025-09-16T19:10:23.166" v="22" actId="2696"/>
        <pc:sldMkLst>
          <pc:docMk/>
          <pc:sldMk cId="72769195" sldId="330"/>
        </pc:sldMkLst>
      </pc:sldChg>
      <pc:sldChg chg="del">
        <pc:chgData name="Iain Styles" userId="befbdaae-53f8-4d26-a8dc-3366b09f768a" providerId="ADAL" clId="{5E0D2633-D8F6-500D-A7FC-C9CB56BC4BFB}" dt="2025-09-16T19:10:23.259" v="61" actId="2696"/>
        <pc:sldMkLst>
          <pc:docMk/>
          <pc:sldMk cId="1101232837" sldId="331"/>
        </pc:sldMkLst>
      </pc:sldChg>
      <pc:sldChg chg="del">
        <pc:chgData name="Iain Styles" userId="befbdaae-53f8-4d26-a8dc-3366b09f768a" providerId="ADAL" clId="{5E0D2633-D8F6-500D-A7FC-C9CB56BC4BFB}" dt="2025-09-16T19:11:05.890" v="87" actId="2696"/>
        <pc:sldMkLst>
          <pc:docMk/>
          <pc:sldMk cId="1064686169" sldId="333"/>
        </pc:sldMkLst>
      </pc:sldChg>
      <pc:sldChg chg="del">
        <pc:chgData name="Iain Styles" userId="befbdaae-53f8-4d26-a8dc-3366b09f768a" providerId="ADAL" clId="{5E0D2633-D8F6-500D-A7FC-C9CB56BC4BFB}" dt="2025-09-16T19:11:05.818" v="67" actId="2696"/>
        <pc:sldMkLst>
          <pc:docMk/>
          <pc:sldMk cId="151509357" sldId="334"/>
        </pc:sldMkLst>
      </pc:sldChg>
      <pc:sldChg chg="del">
        <pc:chgData name="Iain Styles" userId="befbdaae-53f8-4d26-a8dc-3366b09f768a" providerId="ADAL" clId="{5E0D2633-D8F6-500D-A7FC-C9CB56BC4BFB}" dt="2025-09-16T19:11:05.865" v="70" actId="2696"/>
        <pc:sldMkLst>
          <pc:docMk/>
          <pc:sldMk cId="2387415900" sldId="335"/>
        </pc:sldMkLst>
      </pc:sldChg>
      <pc:sldChg chg="del">
        <pc:chgData name="Iain Styles" userId="befbdaae-53f8-4d26-a8dc-3366b09f768a" providerId="ADAL" clId="{5E0D2633-D8F6-500D-A7FC-C9CB56BC4BFB}" dt="2025-09-16T19:11:05.874" v="79" actId="2696"/>
        <pc:sldMkLst>
          <pc:docMk/>
          <pc:sldMk cId="2553047233" sldId="336"/>
        </pc:sldMkLst>
      </pc:sldChg>
      <pc:sldChg chg="del">
        <pc:chgData name="Iain Styles" userId="befbdaae-53f8-4d26-a8dc-3366b09f768a" providerId="ADAL" clId="{5E0D2633-D8F6-500D-A7FC-C9CB56BC4BFB}" dt="2025-09-16T19:11:05.847" v="69" actId="2696"/>
        <pc:sldMkLst>
          <pc:docMk/>
          <pc:sldMk cId="3896931805" sldId="337"/>
        </pc:sldMkLst>
      </pc:sldChg>
      <pc:sldChg chg="del">
        <pc:chgData name="Iain Styles" userId="befbdaae-53f8-4d26-a8dc-3366b09f768a" providerId="ADAL" clId="{5E0D2633-D8F6-500D-A7FC-C9CB56BC4BFB}" dt="2025-09-16T19:11:05.867" v="74" actId="2696"/>
        <pc:sldMkLst>
          <pc:docMk/>
          <pc:sldMk cId="209391180" sldId="339"/>
        </pc:sldMkLst>
      </pc:sldChg>
      <pc:sldChg chg="del">
        <pc:chgData name="Iain Styles" userId="befbdaae-53f8-4d26-a8dc-3366b09f768a" providerId="ADAL" clId="{5E0D2633-D8F6-500D-A7FC-C9CB56BC4BFB}" dt="2025-09-16T19:11:05.867" v="72" actId="2696"/>
        <pc:sldMkLst>
          <pc:docMk/>
          <pc:sldMk cId="2261925084" sldId="340"/>
        </pc:sldMkLst>
      </pc:sldChg>
      <pc:sldChg chg="del">
        <pc:chgData name="Iain Styles" userId="befbdaae-53f8-4d26-a8dc-3366b09f768a" providerId="ADAL" clId="{5E0D2633-D8F6-500D-A7FC-C9CB56BC4BFB}" dt="2025-09-16T19:11:05.876" v="82" actId="2696"/>
        <pc:sldMkLst>
          <pc:docMk/>
          <pc:sldMk cId="3274019869" sldId="342"/>
        </pc:sldMkLst>
      </pc:sldChg>
      <pc:sldChg chg="del">
        <pc:chgData name="Iain Styles" userId="befbdaae-53f8-4d26-a8dc-3366b09f768a" providerId="ADAL" clId="{5E0D2633-D8F6-500D-A7FC-C9CB56BC4BFB}" dt="2025-09-16T19:10:23.228" v="46" actId="2696"/>
        <pc:sldMkLst>
          <pc:docMk/>
          <pc:sldMk cId="311109508" sldId="343"/>
        </pc:sldMkLst>
      </pc:sldChg>
      <pc:sldChg chg="del">
        <pc:chgData name="Iain Styles" userId="befbdaae-53f8-4d26-a8dc-3366b09f768a" providerId="ADAL" clId="{5E0D2633-D8F6-500D-A7FC-C9CB56BC4BFB}" dt="2025-09-16T19:10:23.222" v="39" actId="2696"/>
        <pc:sldMkLst>
          <pc:docMk/>
          <pc:sldMk cId="570359550" sldId="344"/>
        </pc:sldMkLst>
      </pc:sldChg>
      <pc:sldChg chg="del">
        <pc:chgData name="Iain Styles" userId="befbdaae-53f8-4d26-a8dc-3366b09f768a" providerId="ADAL" clId="{5E0D2633-D8F6-500D-A7FC-C9CB56BC4BFB}" dt="2025-09-16T19:10:23.211" v="35" actId="2696"/>
        <pc:sldMkLst>
          <pc:docMk/>
          <pc:sldMk cId="0" sldId="345"/>
        </pc:sldMkLst>
      </pc:sldChg>
      <pc:sldChg chg="del">
        <pc:chgData name="Iain Styles" userId="befbdaae-53f8-4d26-a8dc-3366b09f768a" providerId="ADAL" clId="{5E0D2633-D8F6-500D-A7FC-C9CB56BC4BFB}" dt="2025-09-16T19:10:23.220" v="37" actId="2696"/>
        <pc:sldMkLst>
          <pc:docMk/>
          <pc:sldMk cId="1019959995" sldId="346"/>
        </pc:sldMkLst>
      </pc:sldChg>
      <pc:sldChg chg="del">
        <pc:chgData name="Iain Styles" userId="befbdaae-53f8-4d26-a8dc-3366b09f768a" providerId="ADAL" clId="{5E0D2633-D8F6-500D-A7FC-C9CB56BC4BFB}" dt="2025-09-16T19:10:23.224" v="41" actId="2696"/>
        <pc:sldMkLst>
          <pc:docMk/>
          <pc:sldMk cId="2795853998" sldId="347"/>
        </pc:sldMkLst>
      </pc:sldChg>
      <pc:sldChg chg="del">
        <pc:chgData name="Iain Styles" userId="befbdaae-53f8-4d26-a8dc-3366b09f768a" providerId="ADAL" clId="{5E0D2633-D8F6-500D-A7FC-C9CB56BC4BFB}" dt="2025-09-16T19:10:23.230" v="49" actId="2696"/>
        <pc:sldMkLst>
          <pc:docMk/>
          <pc:sldMk cId="1050254540" sldId="348"/>
        </pc:sldMkLst>
      </pc:sldChg>
      <pc:sldChg chg="del">
        <pc:chgData name="Iain Styles" userId="befbdaae-53f8-4d26-a8dc-3366b09f768a" providerId="ADAL" clId="{5E0D2633-D8F6-500D-A7FC-C9CB56BC4BFB}" dt="2025-09-16T19:10:23.258" v="58" actId="2696"/>
        <pc:sldMkLst>
          <pc:docMk/>
          <pc:sldMk cId="183393448" sldId="349"/>
        </pc:sldMkLst>
      </pc:sldChg>
      <pc:sldChg chg="del">
        <pc:chgData name="Iain Styles" userId="befbdaae-53f8-4d26-a8dc-3366b09f768a" providerId="ADAL" clId="{5E0D2633-D8F6-500D-A7FC-C9CB56BC4BFB}" dt="2025-09-16T19:10:23.194" v="26" actId="2696"/>
        <pc:sldMkLst>
          <pc:docMk/>
          <pc:sldMk cId="3465088771" sldId="350"/>
        </pc:sldMkLst>
      </pc:sldChg>
      <pc:sldChg chg="del">
        <pc:chgData name="Iain Styles" userId="befbdaae-53f8-4d26-a8dc-3366b09f768a" providerId="ADAL" clId="{5E0D2633-D8F6-500D-A7FC-C9CB56BC4BFB}" dt="2025-09-16T19:10:23.260" v="62" actId="2696"/>
        <pc:sldMkLst>
          <pc:docMk/>
          <pc:sldMk cId="3104361659" sldId="352"/>
        </pc:sldMkLst>
      </pc:sldChg>
      <pc:sldChg chg="del">
        <pc:chgData name="Iain Styles" userId="befbdaae-53f8-4d26-a8dc-3366b09f768a" providerId="ADAL" clId="{5E0D2633-D8F6-500D-A7FC-C9CB56BC4BFB}" dt="2025-09-16T19:10:23.198" v="30" actId="2696"/>
        <pc:sldMkLst>
          <pc:docMk/>
          <pc:sldMk cId="1381691829" sldId="353"/>
        </pc:sldMkLst>
      </pc:sldChg>
      <pc:sldChg chg="del">
        <pc:chgData name="Iain Styles" userId="befbdaae-53f8-4d26-a8dc-3366b09f768a" providerId="ADAL" clId="{5E0D2633-D8F6-500D-A7FC-C9CB56BC4BFB}" dt="2025-09-16T19:10:23.226" v="44" actId="2696"/>
        <pc:sldMkLst>
          <pc:docMk/>
          <pc:sldMk cId="3625528858" sldId="354"/>
        </pc:sldMkLst>
      </pc:sldChg>
      <pc:sldChg chg="del">
        <pc:chgData name="Iain Styles" userId="befbdaae-53f8-4d26-a8dc-3366b09f768a" providerId="ADAL" clId="{5E0D2633-D8F6-500D-A7FC-C9CB56BC4BFB}" dt="2025-09-16T19:10:23.259" v="60" actId="2696"/>
        <pc:sldMkLst>
          <pc:docMk/>
          <pc:sldMk cId="3530153824" sldId="355"/>
        </pc:sldMkLst>
      </pc:sldChg>
      <pc:sldChg chg="del">
        <pc:chgData name="Iain Styles" userId="befbdaae-53f8-4d26-a8dc-3366b09f768a" providerId="ADAL" clId="{5E0D2633-D8F6-500D-A7FC-C9CB56BC4BFB}" dt="2025-09-16T19:10:23.167" v="23" actId="2696"/>
        <pc:sldMkLst>
          <pc:docMk/>
          <pc:sldMk cId="4018349267" sldId="356"/>
        </pc:sldMkLst>
      </pc:sldChg>
      <pc:sldChg chg="del">
        <pc:chgData name="Iain Styles" userId="befbdaae-53f8-4d26-a8dc-3366b09f768a" providerId="ADAL" clId="{5E0D2633-D8F6-500D-A7FC-C9CB56BC4BFB}" dt="2025-09-16T19:10:23.221" v="38" actId="2696"/>
        <pc:sldMkLst>
          <pc:docMk/>
          <pc:sldMk cId="600945326" sldId="357"/>
        </pc:sldMkLst>
      </pc:sldChg>
      <pc:sldChg chg="del">
        <pc:chgData name="Iain Styles" userId="befbdaae-53f8-4d26-a8dc-3366b09f768a" providerId="ADAL" clId="{5E0D2633-D8F6-500D-A7FC-C9CB56BC4BFB}" dt="2025-09-16T19:10:23.162" v="20" actId="2696"/>
        <pc:sldMkLst>
          <pc:docMk/>
          <pc:sldMk cId="248963492" sldId="359"/>
        </pc:sldMkLst>
      </pc:sldChg>
      <pc:sldChg chg="modSp mod modNotesTx">
        <pc:chgData name="Iain Styles" userId="befbdaae-53f8-4d26-a8dc-3366b09f768a" providerId="ADAL" clId="{5E0D2633-D8F6-500D-A7FC-C9CB56BC4BFB}" dt="2025-09-17T19:36:07.199" v="1151" actId="20577"/>
        <pc:sldMkLst>
          <pc:docMk/>
          <pc:sldMk cId="3309252680" sldId="361"/>
        </pc:sldMkLst>
        <pc:spChg chg="mod">
          <ac:chgData name="Iain Styles" userId="befbdaae-53f8-4d26-a8dc-3366b09f768a" providerId="ADAL" clId="{5E0D2633-D8F6-500D-A7FC-C9CB56BC4BFB}" dt="2025-09-16T20:32:56.282" v="93" actId="20577"/>
          <ac:spMkLst>
            <pc:docMk/>
            <pc:sldMk cId="3309252680" sldId="361"/>
            <ac:spMk id="3" creationId="{85853A79-C0DE-F75B-95ED-8A7EC4A238D1}"/>
          </ac:spMkLst>
        </pc:spChg>
      </pc:sldChg>
      <pc:sldChg chg="del">
        <pc:chgData name="Iain Styles" userId="befbdaae-53f8-4d26-a8dc-3366b09f768a" providerId="ADAL" clId="{5E0D2633-D8F6-500D-A7FC-C9CB56BC4BFB}" dt="2025-09-16T19:11:05.875" v="80" actId="2696"/>
        <pc:sldMkLst>
          <pc:docMk/>
          <pc:sldMk cId="1312821279" sldId="363"/>
        </pc:sldMkLst>
      </pc:sldChg>
      <pc:sldChg chg="del">
        <pc:chgData name="Iain Styles" userId="befbdaae-53f8-4d26-a8dc-3366b09f768a" providerId="ADAL" clId="{5E0D2633-D8F6-500D-A7FC-C9CB56BC4BFB}" dt="2025-09-16T19:11:05.866" v="71" actId="2696"/>
        <pc:sldMkLst>
          <pc:docMk/>
          <pc:sldMk cId="2474917633" sldId="364"/>
        </pc:sldMkLst>
      </pc:sldChg>
      <pc:sldChg chg="del">
        <pc:chgData name="Iain Styles" userId="befbdaae-53f8-4d26-a8dc-3366b09f768a" providerId="ADAL" clId="{5E0D2633-D8F6-500D-A7FC-C9CB56BC4BFB}" dt="2025-09-16T19:11:05.891" v="88" actId="2696"/>
        <pc:sldMkLst>
          <pc:docMk/>
          <pc:sldMk cId="1020281087" sldId="365"/>
        </pc:sldMkLst>
      </pc:sldChg>
      <pc:sldChg chg="del">
        <pc:chgData name="Iain Styles" userId="befbdaae-53f8-4d26-a8dc-3366b09f768a" providerId="ADAL" clId="{5E0D2633-D8F6-500D-A7FC-C9CB56BC4BFB}" dt="2025-09-16T19:11:05.876" v="83" actId="2696"/>
        <pc:sldMkLst>
          <pc:docMk/>
          <pc:sldMk cId="3525204167" sldId="366"/>
        </pc:sldMkLst>
      </pc:sldChg>
      <pc:sldChg chg="del">
        <pc:chgData name="Iain Styles" userId="befbdaae-53f8-4d26-a8dc-3366b09f768a" providerId="ADAL" clId="{5E0D2633-D8F6-500D-A7FC-C9CB56BC4BFB}" dt="2025-09-16T19:11:05.875" v="81" actId="2696"/>
        <pc:sldMkLst>
          <pc:docMk/>
          <pc:sldMk cId="1911525105" sldId="367"/>
        </pc:sldMkLst>
      </pc:sldChg>
      <pc:sldChg chg="del">
        <pc:chgData name="Iain Styles" userId="befbdaae-53f8-4d26-a8dc-3366b09f768a" providerId="ADAL" clId="{5E0D2633-D8F6-500D-A7FC-C9CB56BC4BFB}" dt="2025-09-16T19:11:05.817" v="65" actId="2696"/>
        <pc:sldMkLst>
          <pc:docMk/>
          <pc:sldMk cId="709510685" sldId="368"/>
        </pc:sldMkLst>
      </pc:sldChg>
      <pc:sldChg chg="del">
        <pc:chgData name="Iain Styles" userId="befbdaae-53f8-4d26-a8dc-3366b09f768a" providerId="ADAL" clId="{5E0D2633-D8F6-500D-A7FC-C9CB56BC4BFB}" dt="2025-09-16T19:11:05.867" v="73" actId="2696"/>
        <pc:sldMkLst>
          <pc:docMk/>
          <pc:sldMk cId="325496427" sldId="369"/>
        </pc:sldMkLst>
      </pc:sldChg>
      <pc:sldChg chg="del">
        <pc:chgData name="Iain Styles" userId="befbdaae-53f8-4d26-a8dc-3366b09f768a" providerId="ADAL" clId="{5E0D2633-D8F6-500D-A7FC-C9CB56BC4BFB}" dt="2025-09-16T19:11:05.817" v="66" actId="2696"/>
        <pc:sldMkLst>
          <pc:docMk/>
          <pc:sldMk cId="1965545114" sldId="370"/>
        </pc:sldMkLst>
      </pc:sldChg>
      <pc:sldChg chg="del">
        <pc:chgData name="Iain Styles" userId="befbdaae-53f8-4d26-a8dc-3366b09f768a" providerId="ADAL" clId="{5E0D2633-D8F6-500D-A7FC-C9CB56BC4BFB}" dt="2025-09-16T19:11:05.874" v="77" actId="2696"/>
        <pc:sldMkLst>
          <pc:docMk/>
          <pc:sldMk cId="4262266284" sldId="372"/>
        </pc:sldMkLst>
      </pc:sldChg>
      <pc:sldChg chg="del">
        <pc:chgData name="Iain Styles" userId="befbdaae-53f8-4d26-a8dc-3366b09f768a" providerId="ADAL" clId="{5E0D2633-D8F6-500D-A7FC-C9CB56BC4BFB}" dt="2025-09-16T19:11:05.868" v="75" actId="2696"/>
        <pc:sldMkLst>
          <pc:docMk/>
          <pc:sldMk cId="2315743507" sldId="373"/>
        </pc:sldMkLst>
      </pc:sldChg>
      <pc:sldChg chg="del">
        <pc:chgData name="Iain Styles" userId="befbdaae-53f8-4d26-a8dc-3366b09f768a" providerId="ADAL" clId="{5E0D2633-D8F6-500D-A7FC-C9CB56BC4BFB}" dt="2025-09-16T19:11:05.816" v="64" actId="2696"/>
        <pc:sldMkLst>
          <pc:docMk/>
          <pc:sldMk cId="2852682168" sldId="374"/>
        </pc:sldMkLst>
      </pc:sldChg>
      <pc:sldChg chg="del">
        <pc:chgData name="Iain Styles" userId="befbdaae-53f8-4d26-a8dc-3366b09f768a" providerId="ADAL" clId="{5E0D2633-D8F6-500D-A7FC-C9CB56BC4BFB}" dt="2025-09-16T19:11:05.873" v="76" actId="2696"/>
        <pc:sldMkLst>
          <pc:docMk/>
          <pc:sldMk cId="0" sldId="375"/>
        </pc:sldMkLst>
      </pc:sldChg>
      <pc:sldChg chg="del">
        <pc:chgData name="Iain Styles" userId="befbdaae-53f8-4d26-a8dc-3366b09f768a" providerId="ADAL" clId="{5E0D2633-D8F6-500D-A7FC-C9CB56BC4BFB}" dt="2025-09-16T19:11:05.882" v="84" actId="2696"/>
        <pc:sldMkLst>
          <pc:docMk/>
          <pc:sldMk cId="4143986112" sldId="376"/>
        </pc:sldMkLst>
      </pc:sldChg>
      <pc:sldChg chg="del">
        <pc:chgData name="Iain Styles" userId="befbdaae-53f8-4d26-a8dc-3366b09f768a" providerId="ADAL" clId="{5E0D2633-D8F6-500D-A7FC-C9CB56BC4BFB}" dt="2025-09-16T19:11:05.889" v="85" actId="2696"/>
        <pc:sldMkLst>
          <pc:docMk/>
          <pc:sldMk cId="492829823" sldId="377"/>
        </pc:sldMkLst>
      </pc:sldChg>
      <pc:sldChg chg="del">
        <pc:chgData name="Iain Styles" userId="befbdaae-53f8-4d26-a8dc-3366b09f768a" providerId="ADAL" clId="{5E0D2633-D8F6-500D-A7FC-C9CB56BC4BFB}" dt="2025-09-16T19:11:05.909" v="89" actId="2696"/>
        <pc:sldMkLst>
          <pc:docMk/>
          <pc:sldMk cId="1723573332" sldId="378"/>
        </pc:sldMkLst>
      </pc:sldChg>
      <pc:sldChg chg="del">
        <pc:chgData name="Iain Styles" userId="befbdaae-53f8-4d26-a8dc-3366b09f768a" providerId="ADAL" clId="{5E0D2633-D8F6-500D-A7FC-C9CB56BC4BFB}" dt="2025-09-16T19:11:05.846" v="68" actId="2696"/>
        <pc:sldMkLst>
          <pc:docMk/>
          <pc:sldMk cId="1568652430" sldId="379"/>
        </pc:sldMkLst>
      </pc:sldChg>
      <pc:sldChg chg="del">
        <pc:chgData name="Iain Styles" userId="befbdaae-53f8-4d26-a8dc-3366b09f768a" providerId="ADAL" clId="{5E0D2633-D8F6-500D-A7FC-C9CB56BC4BFB}" dt="2025-09-16T19:11:05.890" v="86" actId="2696"/>
        <pc:sldMkLst>
          <pc:docMk/>
          <pc:sldMk cId="3707850439" sldId="380"/>
        </pc:sldMkLst>
      </pc:sldChg>
      <pc:sldChg chg="del">
        <pc:chgData name="Iain Styles" userId="befbdaae-53f8-4d26-a8dc-3366b09f768a" providerId="ADAL" clId="{5E0D2633-D8F6-500D-A7FC-C9CB56BC4BFB}" dt="2025-09-16T19:11:05.874" v="78" actId="2696"/>
        <pc:sldMkLst>
          <pc:docMk/>
          <pc:sldMk cId="632667121" sldId="381"/>
        </pc:sldMkLst>
      </pc:sldChg>
      <pc:sldChg chg="addSp modSp mod">
        <pc:chgData name="Iain Styles" userId="befbdaae-53f8-4d26-a8dc-3366b09f768a" providerId="ADAL" clId="{5E0D2633-D8F6-500D-A7FC-C9CB56BC4BFB}" dt="2025-09-17T19:10:19.746" v="647" actId="20577"/>
        <pc:sldMkLst>
          <pc:docMk/>
          <pc:sldMk cId="1276179479" sldId="382"/>
        </pc:sldMkLst>
        <pc:spChg chg="mod">
          <ac:chgData name="Iain Styles" userId="befbdaae-53f8-4d26-a8dc-3366b09f768a" providerId="ADAL" clId="{5E0D2633-D8F6-500D-A7FC-C9CB56BC4BFB}" dt="2025-09-17T19:10:19.746" v="647" actId="20577"/>
          <ac:spMkLst>
            <pc:docMk/>
            <pc:sldMk cId="1276179479" sldId="382"/>
            <ac:spMk id="3" creationId="{80E2A4F0-001F-C50D-6A36-CEDCF77C31B6}"/>
          </ac:spMkLst>
        </pc:spChg>
        <pc:spChg chg="add mod">
          <ac:chgData name="Iain Styles" userId="befbdaae-53f8-4d26-a8dc-3366b09f768a" providerId="ADAL" clId="{5E0D2633-D8F6-500D-A7FC-C9CB56BC4BFB}" dt="2025-09-17T19:08:06.121" v="358"/>
          <ac:spMkLst>
            <pc:docMk/>
            <pc:sldMk cId="1276179479" sldId="382"/>
            <ac:spMk id="5" creationId="{212B82BF-7554-6E48-AB0B-1971B148B5EF}"/>
          </ac:spMkLst>
        </pc:spChg>
      </pc:sldChg>
      <pc:sldChg chg="addSp modSp mod">
        <pc:chgData name="Iain Styles" userId="befbdaae-53f8-4d26-a8dc-3366b09f768a" providerId="ADAL" clId="{5E0D2633-D8F6-500D-A7FC-C9CB56BC4BFB}" dt="2025-09-17T19:25:03.715" v="913" actId="20577"/>
        <pc:sldMkLst>
          <pc:docMk/>
          <pc:sldMk cId="3371211255" sldId="384"/>
        </pc:sldMkLst>
        <pc:spChg chg="mod">
          <ac:chgData name="Iain Styles" userId="befbdaae-53f8-4d26-a8dc-3366b09f768a" providerId="ADAL" clId="{5E0D2633-D8F6-500D-A7FC-C9CB56BC4BFB}" dt="2025-09-17T19:25:03.715" v="913" actId="20577"/>
          <ac:spMkLst>
            <pc:docMk/>
            <pc:sldMk cId="3371211255" sldId="384"/>
            <ac:spMk id="3" creationId="{9D6B0406-132C-9FC6-4848-AA7DC852E62C}"/>
          </ac:spMkLst>
        </pc:spChg>
        <pc:spChg chg="add mod">
          <ac:chgData name="Iain Styles" userId="befbdaae-53f8-4d26-a8dc-3366b09f768a" providerId="ADAL" clId="{5E0D2633-D8F6-500D-A7FC-C9CB56BC4BFB}" dt="2025-09-17T19:23:09.016" v="648"/>
          <ac:spMkLst>
            <pc:docMk/>
            <pc:sldMk cId="3371211255" sldId="384"/>
            <ac:spMk id="5" creationId="{2D49BD2E-360A-8A61-2F7C-CFAC01BA787E}"/>
          </ac:spMkLst>
        </pc:spChg>
      </pc:sldChg>
      <pc:sldChg chg="addSp modSp mod">
        <pc:chgData name="Iain Styles" userId="befbdaae-53f8-4d26-a8dc-3366b09f768a" providerId="ADAL" clId="{5E0D2633-D8F6-500D-A7FC-C9CB56BC4BFB}" dt="2025-09-17T19:37:43.986" v="1216" actId="20577"/>
        <pc:sldMkLst>
          <pc:docMk/>
          <pc:sldMk cId="808098600" sldId="385"/>
        </pc:sldMkLst>
        <pc:spChg chg="mod">
          <ac:chgData name="Iain Styles" userId="befbdaae-53f8-4d26-a8dc-3366b09f768a" providerId="ADAL" clId="{5E0D2633-D8F6-500D-A7FC-C9CB56BC4BFB}" dt="2025-09-17T19:37:43.986" v="1216" actId="20577"/>
          <ac:spMkLst>
            <pc:docMk/>
            <pc:sldMk cId="808098600" sldId="385"/>
            <ac:spMk id="3" creationId="{9B179333-B7B4-D9BB-7C78-CEE86141ED30}"/>
          </ac:spMkLst>
        </pc:spChg>
        <pc:spChg chg="add mod">
          <ac:chgData name="Iain Styles" userId="befbdaae-53f8-4d26-a8dc-3366b09f768a" providerId="ADAL" clId="{5E0D2633-D8F6-500D-A7FC-C9CB56BC4BFB}" dt="2025-09-17T19:32:33.038" v="915" actId="1076"/>
          <ac:spMkLst>
            <pc:docMk/>
            <pc:sldMk cId="808098600" sldId="385"/>
            <ac:spMk id="5" creationId="{D84CAD4A-D2AD-EDC0-DC85-0D34C7801003}"/>
          </ac:spMkLst>
        </pc:spChg>
      </pc:sldChg>
      <pc:sldChg chg="del">
        <pc:chgData name="Iain Styles" userId="befbdaae-53f8-4d26-a8dc-3366b09f768a" providerId="ADAL" clId="{5E0D2633-D8F6-500D-A7FC-C9CB56BC4BFB}" dt="2025-09-17T18:35:12.558" v="107" actId="2696"/>
        <pc:sldMkLst>
          <pc:docMk/>
          <pc:sldMk cId="2797813325" sldId="386"/>
        </pc:sldMkLst>
      </pc:sldChg>
      <pc:sldChg chg="addSp delSp modSp mod delAnim modAnim">
        <pc:chgData name="Iain Styles" userId="befbdaae-53f8-4d26-a8dc-3366b09f768a" providerId="ADAL" clId="{5E0D2633-D8F6-500D-A7FC-C9CB56BC4BFB}" dt="2025-09-17T19:43:26.807" v="1608" actId="1076"/>
        <pc:sldMkLst>
          <pc:docMk/>
          <pc:sldMk cId="3604264392" sldId="387"/>
        </pc:sldMkLst>
        <pc:spChg chg="mod">
          <ac:chgData name="Iain Styles" userId="befbdaae-53f8-4d26-a8dc-3366b09f768a" providerId="ADAL" clId="{5E0D2633-D8F6-500D-A7FC-C9CB56BC4BFB}" dt="2025-09-17T19:43:17.704" v="1605" actId="14100"/>
          <ac:spMkLst>
            <pc:docMk/>
            <pc:sldMk cId="3604264392" sldId="387"/>
            <ac:spMk id="3" creationId="{E4CCDC04-E83D-8606-43DC-2B8B5648B183}"/>
          </ac:spMkLst>
        </pc:spChg>
        <pc:spChg chg="add mod">
          <ac:chgData name="Iain Styles" userId="befbdaae-53f8-4d26-a8dc-3366b09f768a" providerId="ADAL" clId="{5E0D2633-D8F6-500D-A7FC-C9CB56BC4BFB}" dt="2025-09-17T19:39:12.986" v="1225" actId="1076"/>
          <ac:spMkLst>
            <pc:docMk/>
            <pc:sldMk cId="3604264392" sldId="387"/>
            <ac:spMk id="6" creationId="{C756B6BE-B1B7-9FE4-5BF5-819EB27866E5}"/>
          </ac:spMkLst>
        </pc:spChg>
        <pc:picChg chg="del">
          <ac:chgData name="Iain Styles" userId="befbdaae-53f8-4d26-a8dc-3366b09f768a" providerId="ADAL" clId="{5E0D2633-D8F6-500D-A7FC-C9CB56BC4BFB}" dt="2025-09-17T19:38:57.255" v="1220" actId="478"/>
          <ac:picMkLst>
            <pc:docMk/>
            <pc:sldMk cId="3604264392" sldId="387"/>
            <ac:picMk id="5" creationId="{35619C3F-DE31-DCA2-69D9-EE6F43F82293}"/>
          </ac:picMkLst>
        </pc:picChg>
        <pc:picChg chg="add mod">
          <ac:chgData name="Iain Styles" userId="befbdaae-53f8-4d26-a8dc-3366b09f768a" providerId="ADAL" clId="{5E0D2633-D8F6-500D-A7FC-C9CB56BC4BFB}" dt="2025-09-17T19:43:26.807" v="1608" actId="1076"/>
          <ac:picMkLst>
            <pc:docMk/>
            <pc:sldMk cId="3604264392" sldId="387"/>
            <ac:picMk id="7" creationId="{1FE7BE7B-0166-523A-A6D9-582A1DC7595D}"/>
          </ac:picMkLst>
        </pc:picChg>
      </pc:sldChg>
      <pc:sldChg chg="del">
        <pc:chgData name="Iain Styles" userId="befbdaae-53f8-4d26-a8dc-3366b09f768a" providerId="ADAL" clId="{5E0D2633-D8F6-500D-A7FC-C9CB56BC4BFB}" dt="2025-09-17T18:35:12.566" v="108" actId="2696"/>
        <pc:sldMkLst>
          <pc:docMk/>
          <pc:sldMk cId="1447274719" sldId="388"/>
        </pc:sldMkLst>
      </pc:sldChg>
      <pc:sldChg chg="del">
        <pc:chgData name="Iain Styles" userId="befbdaae-53f8-4d26-a8dc-3366b09f768a" providerId="ADAL" clId="{5E0D2633-D8F6-500D-A7FC-C9CB56BC4BFB}" dt="2025-09-16T19:10:23.229" v="48" actId="2696"/>
        <pc:sldMkLst>
          <pc:docMk/>
          <pc:sldMk cId="773077602" sldId="390"/>
        </pc:sldMkLst>
      </pc:sldChg>
      <pc:sldChg chg="del">
        <pc:chgData name="Iain Styles" userId="befbdaae-53f8-4d26-a8dc-3366b09f768a" providerId="ADAL" clId="{5E0D2633-D8F6-500D-A7FC-C9CB56BC4BFB}" dt="2025-09-16T19:10:23.195" v="27" actId="2696"/>
        <pc:sldMkLst>
          <pc:docMk/>
          <pc:sldMk cId="832998783" sldId="391"/>
        </pc:sldMkLst>
      </pc:sldChg>
      <pc:sldChg chg="del">
        <pc:chgData name="Iain Styles" userId="befbdaae-53f8-4d26-a8dc-3366b09f768a" providerId="ADAL" clId="{5E0D2633-D8F6-500D-A7FC-C9CB56BC4BFB}" dt="2025-09-16T19:10:23.142" v="17" actId="2696"/>
        <pc:sldMkLst>
          <pc:docMk/>
          <pc:sldMk cId="1778785276" sldId="392"/>
        </pc:sldMkLst>
      </pc:sldChg>
      <pc:sldChg chg="del">
        <pc:chgData name="Iain Styles" userId="befbdaae-53f8-4d26-a8dc-3366b09f768a" providerId="ADAL" clId="{5E0D2633-D8F6-500D-A7FC-C9CB56BC4BFB}" dt="2025-09-16T19:10:23.229" v="47" actId="2696"/>
        <pc:sldMkLst>
          <pc:docMk/>
          <pc:sldMk cId="2371962881" sldId="393"/>
        </pc:sldMkLst>
      </pc:sldChg>
      <pc:sldChg chg="del">
        <pc:chgData name="Iain Styles" userId="befbdaae-53f8-4d26-a8dc-3366b09f768a" providerId="ADAL" clId="{5E0D2633-D8F6-500D-A7FC-C9CB56BC4BFB}" dt="2025-09-16T18:53:01.029" v="15" actId="2696"/>
        <pc:sldMkLst>
          <pc:docMk/>
          <pc:sldMk cId="24635098" sldId="394"/>
        </pc:sldMkLst>
      </pc:sldChg>
      <pc:sldChg chg="addSp delSp modSp mod delAnim">
        <pc:chgData name="Iain Styles" userId="befbdaae-53f8-4d26-a8dc-3366b09f768a" providerId="ADAL" clId="{5E0D2633-D8F6-500D-A7FC-C9CB56BC4BFB}" dt="2025-09-17T19:40:48.423" v="1360" actId="20577"/>
        <pc:sldMkLst>
          <pc:docMk/>
          <pc:sldMk cId="4107619910" sldId="395"/>
        </pc:sldMkLst>
        <pc:spChg chg="mod">
          <ac:chgData name="Iain Styles" userId="befbdaae-53f8-4d26-a8dc-3366b09f768a" providerId="ADAL" clId="{5E0D2633-D8F6-500D-A7FC-C9CB56BC4BFB}" dt="2025-09-17T19:40:48.423" v="1360" actId="20577"/>
          <ac:spMkLst>
            <pc:docMk/>
            <pc:sldMk cId="4107619910" sldId="395"/>
            <ac:spMk id="3" creationId="{10F48E2C-D253-92BC-10EA-594CF4E13AD2}"/>
          </ac:spMkLst>
        </pc:spChg>
        <pc:spChg chg="add del mod">
          <ac:chgData name="Iain Styles" userId="befbdaae-53f8-4d26-a8dc-3366b09f768a" providerId="ADAL" clId="{5E0D2633-D8F6-500D-A7FC-C9CB56BC4BFB}" dt="2025-09-17T19:38:08.541" v="1219" actId="478"/>
          <ac:spMkLst>
            <pc:docMk/>
            <pc:sldMk cId="4107619910" sldId="395"/>
            <ac:spMk id="6" creationId="{0399A99E-A500-013F-978A-125930D0B1AA}"/>
          </ac:spMkLst>
        </pc:spChg>
        <pc:picChg chg="del">
          <ac:chgData name="Iain Styles" userId="befbdaae-53f8-4d26-a8dc-3366b09f768a" providerId="ADAL" clId="{5E0D2633-D8F6-500D-A7FC-C9CB56BC4BFB}" dt="2025-09-17T19:40:06.760" v="1278" actId="478"/>
          <ac:picMkLst>
            <pc:docMk/>
            <pc:sldMk cId="4107619910" sldId="395"/>
            <ac:picMk id="5" creationId="{34066D0F-0E96-6C7A-853C-CC935C4405FC}"/>
          </ac:picMkLst>
        </pc:picChg>
        <pc:picChg chg="add mod">
          <ac:chgData name="Iain Styles" userId="befbdaae-53f8-4d26-a8dc-3366b09f768a" providerId="ADAL" clId="{5E0D2633-D8F6-500D-A7FC-C9CB56BC4BFB}" dt="2025-09-17T19:40:14.253" v="1282" actId="1076"/>
          <ac:picMkLst>
            <pc:docMk/>
            <pc:sldMk cId="4107619910" sldId="395"/>
            <ac:picMk id="7" creationId="{2225114B-EE84-2983-0C4A-CFCC0413FDE6}"/>
          </ac:picMkLst>
        </pc:picChg>
      </pc:sldChg>
      <pc:sldChg chg="addSp modSp mod">
        <pc:chgData name="Iain Styles" userId="befbdaae-53f8-4d26-a8dc-3366b09f768a" providerId="ADAL" clId="{5E0D2633-D8F6-500D-A7FC-C9CB56BC4BFB}" dt="2025-09-17T19:46:14.536" v="1610" actId="1076"/>
        <pc:sldMkLst>
          <pc:docMk/>
          <pc:sldMk cId="3716085635" sldId="396"/>
        </pc:sldMkLst>
        <pc:picChg chg="add mod">
          <ac:chgData name="Iain Styles" userId="befbdaae-53f8-4d26-a8dc-3366b09f768a" providerId="ADAL" clId="{5E0D2633-D8F6-500D-A7FC-C9CB56BC4BFB}" dt="2025-09-17T19:46:14.536" v="1610" actId="1076"/>
          <ac:picMkLst>
            <pc:docMk/>
            <pc:sldMk cId="3716085635" sldId="396"/>
            <ac:picMk id="3" creationId="{CD87E672-5EAA-C634-2591-585393ACC8A2}"/>
          </ac:picMkLst>
        </pc:picChg>
      </pc:sldChg>
      <pc:sldChg chg="addSp delSp modSp mod delAnim">
        <pc:chgData name="Iain Styles" userId="befbdaae-53f8-4d26-a8dc-3366b09f768a" providerId="ADAL" clId="{5E0D2633-D8F6-500D-A7FC-C9CB56BC4BFB}" dt="2025-09-17T19:46:22.638" v="1614"/>
        <pc:sldMkLst>
          <pc:docMk/>
          <pc:sldMk cId="1670851442" sldId="397"/>
        </pc:sldMkLst>
        <pc:picChg chg="add mod">
          <ac:chgData name="Iain Styles" userId="befbdaae-53f8-4d26-a8dc-3366b09f768a" providerId="ADAL" clId="{5E0D2633-D8F6-500D-A7FC-C9CB56BC4BFB}" dt="2025-09-17T19:46:22.638" v="1614"/>
          <ac:picMkLst>
            <pc:docMk/>
            <pc:sldMk cId="1670851442" sldId="397"/>
            <ac:picMk id="3" creationId="{AB06704B-91B9-3E8B-D510-8BCE528A319F}"/>
          </ac:picMkLst>
        </pc:picChg>
        <pc:picChg chg="del">
          <ac:chgData name="Iain Styles" userId="befbdaae-53f8-4d26-a8dc-3366b09f768a" providerId="ADAL" clId="{5E0D2633-D8F6-500D-A7FC-C9CB56BC4BFB}" dt="2025-09-17T19:46:22.199" v="1613" actId="478"/>
          <ac:picMkLst>
            <pc:docMk/>
            <pc:sldMk cId="1670851442" sldId="397"/>
            <ac:picMk id="5" creationId="{1CA392E8-FAC1-8068-D19C-61CA54C2E1E1}"/>
          </ac:picMkLst>
        </pc:picChg>
      </pc:sldChg>
      <pc:sldChg chg="addSp modSp mod">
        <pc:chgData name="Iain Styles" userId="befbdaae-53f8-4d26-a8dc-3366b09f768a" providerId="ADAL" clId="{5E0D2633-D8F6-500D-A7FC-C9CB56BC4BFB}" dt="2025-09-17T19:46:19.669" v="1612" actId="1076"/>
        <pc:sldMkLst>
          <pc:docMk/>
          <pc:sldMk cId="3166856374" sldId="398"/>
        </pc:sldMkLst>
        <pc:picChg chg="add mod">
          <ac:chgData name="Iain Styles" userId="befbdaae-53f8-4d26-a8dc-3366b09f768a" providerId="ADAL" clId="{5E0D2633-D8F6-500D-A7FC-C9CB56BC4BFB}" dt="2025-09-17T19:46:19.669" v="1612" actId="1076"/>
          <ac:picMkLst>
            <pc:docMk/>
            <pc:sldMk cId="3166856374" sldId="398"/>
            <ac:picMk id="3" creationId="{138F43A6-473E-978A-9646-A1B5E16420F7}"/>
          </ac:picMkLst>
        </pc:picChg>
      </pc:sldChg>
      <pc:sldChg chg="addSp delSp modSp mod delAnim">
        <pc:chgData name="Iain Styles" userId="befbdaae-53f8-4d26-a8dc-3366b09f768a" providerId="ADAL" clId="{5E0D2633-D8F6-500D-A7FC-C9CB56BC4BFB}" dt="2025-09-17T19:46:28.186" v="1617" actId="1076"/>
        <pc:sldMkLst>
          <pc:docMk/>
          <pc:sldMk cId="2472104205" sldId="399"/>
        </pc:sldMkLst>
        <pc:picChg chg="add mod">
          <ac:chgData name="Iain Styles" userId="befbdaae-53f8-4d26-a8dc-3366b09f768a" providerId="ADAL" clId="{5E0D2633-D8F6-500D-A7FC-C9CB56BC4BFB}" dt="2025-09-17T19:46:28.186" v="1617" actId="1076"/>
          <ac:picMkLst>
            <pc:docMk/>
            <pc:sldMk cId="2472104205" sldId="399"/>
            <ac:picMk id="3" creationId="{ACED5DE6-0657-280E-665B-C768B922E4D5}"/>
          </ac:picMkLst>
        </pc:picChg>
        <pc:picChg chg="del">
          <ac:chgData name="Iain Styles" userId="befbdaae-53f8-4d26-a8dc-3366b09f768a" providerId="ADAL" clId="{5E0D2633-D8F6-500D-A7FC-C9CB56BC4BFB}" dt="2025-09-17T19:46:25.470" v="1615" actId="478"/>
          <ac:picMkLst>
            <pc:docMk/>
            <pc:sldMk cId="2472104205" sldId="399"/>
            <ac:picMk id="5" creationId="{00F62408-B439-63F8-72B0-3EBB38A5E0C1}"/>
          </ac:picMkLst>
        </pc:picChg>
      </pc:sldChg>
      <pc:sldChg chg="modSp mod">
        <pc:chgData name="Iain Styles" userId="befbdaae-53f8-4d26-a8dc-3366b09f768a" providerId="ADAL" clId="{5E0D2633-D8F6-500D-A7FC-C9CB56BC4BFB}" dt="2025-09-17T19:47:26.703" v="1619"/>
        <pc:sldMkLst>
          <pc:docMk/>
          <pc:sldMk cId="3857393744" sldId="401"/>
        </pc:sldMkLst>
        <pc:spChg chg="mod">
          <ac:chgData name="Iain Styles" userId="befbdaae-53f8-4d26-a8dc-3366b09f768a" providerId="ADAL" clId="{5E0D2633-D8F6-500D-A7FC-C9CB56BC4BFB}" dt="2025-09-17T19:47:26.703" v="1619"/>
          <ac:spMkLst>
            <pc:docMk/>
            <pc:sldMk cId="3857393744" sldId="401"/>
            <ac:spMk id="6" creationId="{723898E0-4A5E-6323-06B7-F52A39F46D92}"/>
          </ac:spMkLst>
        </pc:spChg>
      </pc:sldChg>
      <pc:sldChg chg="modSp mod">
        <pc:chgData name="Iain Styles" userId="befbdaae-53f8-4d26-a8dc-3366b09f768a" providerId="ADAL" clId="{5E0D2633-D8F6-500D-A7FC-C9CB56BC4BFB}" dt="2025-09-17T18:02:28.424" v="106" actId="5793"/>
        <pc:sldMkLst>
          <pc:docMk/>
          <pc:sldMk cId="1439734588" sldId="403"/>
        </pc:sldMkLst>
        <pc:spChg chg="mod">
          <ac:chgData name="Iain Styles" userId="befbdaae-53f8-4d26-a8dc-3366b09f768a" providerId="ADAL" clId="{5E0D2633-D8F6-500D-A7FC-C9CB56BC4BFB}" dt="2025-09-17T18:02:28.424" v="106" actId="5793"/>
          <ac:spMkLst>
            <pc:docMk/>
            <pc:sldMk cId="1439734588" sldId="403"/>
            <ac:spMk id="3" creationId="{FA5D2F98-9F4B-10ED-CC9E-A35B89AC7A80}"/>
          </ac:spMkLst>
        </pc:spChg>
      </pc:sldChg>
      <pc:sldChg chg="del">
        <pc:chgData name="Iain Styles" userId="befbdaae-53f8-4d26-a8dc-3366b09f768a" providerId="ADAL" clId="{5E0D2633-D8F6-500D-A7FC-C9CB56BC4BFB}" dt="2025-09-16T19:10:23.138" v="16" actId="2696"/>
        <pc:sldMkLst>
          <pc:docMk/>
          <pc:sldMk cId="694455866" sldId="404"/>
        </pc:sldMkLst>
      </pc:sldChg>
      <pc:sldChg chg="addSp delSp modSp new mod">
        <pc:chgData name="Iain Styles" userId="befbdaae-53f8-4d26-a8dc-3366b09f768a" providerId="ADAL" clId="{5E0D2633-D8F6-500D-A7FC-C9CB56BC4BFB}" dt="2025-09-17T19:07:54.096" v="357" actId="20577"/>
        <pc:sldMkLst>
          <pc:docMk/>
          <pc:sldMk cId="3470926922" sldId="404"/>
        </pc:sldMkLst>
        <pc:spChg chg="mod">
          <ac:chgData name="Iain Styles" userId="befbdaae-53f8-4d26-a8dc-3366b09f768a" providerId="ADAL" clId="{5E0D2633-D8F6-500D-A7FC-C9CB56BC4BFB}" dt="2025-09-17T18:35:42.190" v="119" actId="20577"/>
          <ac:spMkLst>
            <pc:docMk/>
            <pc:sldMk cId="3470926922" sldId="404"/>
            <ac:spMk id="2" creationId="{2C3C2791-FCAC-6BBF-DECB-BB1AF41B1C0A}"/>
          </ac:spMkLst>
        </pc:spChg>
        <pc:spChg chg="mod">
          <ac:chgData name="Iain Styles" userId="befbdaae-53f8-4d26-a8dc-3366b09f768a" providerId="ADAL" clId="{5E0D2633-D8F6-500D-A7FC-C9CB56BC4BFB}" dt="2025-09-17T19:07:54.096" v="357" actId="20577"/>
          <ac:spMkLst>
            <pc:docMk/>
            <pc:sldMk cId="3470926922" sldId="404"/>
            <ac:spMk id="3" creationId="{4D9F0266-FF01-C57E-C9F2-2425B4DEB042}"/>
          </ac:spMkLst>
        </pc:spChg>
        <pc:spChg chg="add">
          <ac:chgData name="Iain Styles" userId="befbdaae-53f8-4d26-a8dc-3366b09f768a" providerId="ADAL" clId="{5E0D2633-D8F6-500D-A7FC-C9CB56BC4BFB}" dt="2025-09-17T18:35:44.559" v="120"/>
          <ac:spMkLst>
            <pc:docMk/>
            <pc:sldMk cId="3470926922" sldId="404"/>
            <ac:spMk id="5" creationId="{DC78F6F1-A2D8-BAB5-D84F-570BCBAE3967}"/>
          </ac:spMkLst>
        </pc:spChg>
        <pc:spChg chg="add del mod">
          <ac:chgData name="Iain Styles" userId="befbdaae-53f8-4d26-a8dc-3366b09f768a" providerId="ADAL" clId="{5E0D2633-D8F6-500D-A7FC-C9CB56BC4BFB}" dt="2025-09-17T18:38:40.476" v="158"/>
          <ac:spMkLst>
            <pc:docMk/>
            <pc:sldMk cId="3470926922" sldId="404"/>
            <ac:spMk id="6" creationId="{8A58AF86-DD30-4D28-1907-62F18F3DC05C}"/>
          </ac:spMkLst>
        </pc:spChg>
        <pc:spChg chg="add">
          <ac:chgData name="Iain Styles" userId="befbdaae-53f8-4d26-a8dc-3366b09f768a" providerId="ADAL" clId="{5E0D2633-D8F6-500D-A7FC-C9CB56BC4BFB}" dt="2025-09-17T18:37:05.533" v="140"/>
          <ac:spMkLst>
            <pc:docMk/>
            <pc:sldMk cId="3470926922" sldId="404"/>
            <ac:spMk id="7" creationId="{0777361D-805E-8B17-EEB9-BF21CB53BE33}"/>
          </ac:spMkLst>
        </pc:spChg>
        <pc:spChg chg="add">
          <ac:chgData name="Iain Styles" userId="befbdaae-53f8-4d26-a8dc-3366b09f768a" providerId="ADAL" clId="{5E0D2633-D8F6-500D-A7FC-C9CB56BC4BFB}" dt="2025-09-17T18:37:08.488" v="141"/>
          <ac:spMkLst>
            <pc:docMk/>
            <pc:sldMk cId="3470926922" sldId="404"/>
            <ac:spMk id="8" creationId="{5DE8AE6B-882A-CBB1-1521-8BB367D6EF56}"/>
          </ac:spMkLst>
        </pc:spChg>
        <pc:spChg chg="add del mod">
          <ac:chgData name="Iain Styles" userId="befbdaae-53f8-4d26-a8dc-3366b09f768a" providerId="ADAL" clId="{5E0D2633-D8F6-500D-A7FC-C9CB56BC4BFB}" dt="2025-09-17T18:40:35.032" v="182"/>
          <ac:spMkLst>
            <pc:docMk/>
            <pc:sldMk cId="3470926922" sldId="404"/>
            <ac:spMk id="9" creationId="{97393D24-BF8C-917D-7DE4-8D233322723D}"/>
          </ac:spMkLst>
        </pc:spChg>
        <pc:spChg chg="add mod">
          <ac:chgData name="Iain Styles" userId="befbdaae-53f8-4d26-a8dc-3366b09f768a" providerId="ADAL" clId="{5E0D2633-D8F6-500D-A7FC-C9CB56BC4BFB}" dt="2025-09-17T19:06:55.842" v="201" actId="20577"/>
          <ac:spMkLst>
            <pc:docMk/>
            <pc:sldMk cId="3470926922" sldId="404"/>
            <ac:spMk id="11" creationId="{A7539C7B-F338-8BDF-8B9A-821C6CB0EDC9}"/>
          </ac:spMkLst>
        </pc:spChg>
      </pc:sldChg>
      <pc:sldChg chg="del">
        <pc:chgData name="Iain Styles" userId="befbdaae-53f8-4d26-a8dc-3366b09f768a" providerId="ADAL" clId="{5E0D2633-D8F6-500D-A7FC-C9CB56BC4BFB}" dt="2025-09-16T19:11:05.915" v="90" actId="2696"/>
        <pc:sldMkLst>
          <pc:docMk/>
          <pc:sldMk cId="2593958790" sldId="405"/>
        </pc:sldMkLst>
      </pc:sldChg>
      <pc:sldChg chg="del">
        <pc:chgData name="Iain Styles" userId="befbdaae-53f8-4d26-a8dc-3366b09f768a" providerId="ADAL" clId="{5E0D2633-D8F6-500D-A7FC-C9CB56BC4BFB}" dt="2025-09-16T18:52:57.444" v="0" actId="2696"/>
        <pc:sldMkLst>
          <pc:docMk/>
          <pc:sldMk cId="64577220" sldId="406"/>
        </pc:sldMkLst>
      </pc:sldChg>
    </pc:docChg>
  </pc:docChgLst>
  <pc:docChgLst>
    <pc:chgData name="Iain Styles" userId="befbdaae-53f8-4d26-a8dc-3366b09f768a" providerId="ADAL" clId="{EC32E1E7-569B-5A48-B30C-DB697CEB8225}"/>
    <pc:docChg chg="delSld modSld modSection">
      <pc:chgData name="Iain Styles" userId="befbdaae-53f8-4d26-a8dc-3366b09f768a" providerId="ADAL" clId="{EC32E1E7-569B-5A48-B30C-DB697CEB8225}" dt="2024-11-11T05:31:57.740" v="62" actId="2696"/>
      <pc:docMkLst>
        <pc:docMk/>
      </pc:docMkLst>
      <pc:sldChg chg="modSp modAnim">
        <pc:chgData name="Iain Styles" userId="befbdaae-53f8-4d26-a8dc-3366b09f768a" providerId="ADAL" clId="{EC32E1E7-569B-5A48-B30C-DB697CEB8225}" dt="2024-11-11T04:59:04.839" v="27" actId="20577"/>
        <pc:sldMkLst>
          <pc:docMk/>
          <pc:sldMk cId="780336828" sldId="301"/>
        </pc:sldMkLst>
      </pc:sldChg>
      <pc:sldChg chg="modSp del mod">
        <pc:chgData name="Iain Styles" userId="befbdaae-53f8-4d26-a8dc-3366b09f768a" providerId="ADAL" clId="{EC32E1E7-569B-5A48-B30C-DB697CEB8225}" dt="2024-11-11T05:00:57.947" v="35" actId="2696"/>
        <pc:sldMkLst>
          <pc:docMk/>
          <pc:sldMk cId="504524839" sldId="308"/>
        </pc:sldMkLst>
      </pc:sldChg>
      <pc:sldChg chg="modSp">
        <pc:chgData name="Iain Styles" userId="befbdaae-53f8-4d26-a8dc-3366b09f768a" providerId="ADAL" clId="{EC32E1E7-569B-5A48-B30C-DB697CEB8225}" dt="2024-11-11T05:01:02.972" v="36"/>
        <pc:sldMkLst>
          <pc:docMk/>
          <pc:sldMk cId="1202893673" sldId="309"/>
        </pc:sldMkLst>
      </pc:sldChg>
      <pc:sldChg chg="del">
        <pc:chgData name="Iain Styles" userId="befbdaae-53f8-4d26-a8dc-3366b09f768a" providerId="ADAL" clId="{EC32E1E7-569B-5A48-B30C-DB697CEB8225}" dt="2024-11-11T05:10:54.013" v="37" actId="2696"/>
        <pc:sldMkLst>
          <pc:docMk/>
          <pc:sldMk cId="1441943578" sldId="316"/>
        </pc:sldMkLst>
      </pc:sldChg>
      <pc:sldChg chg="modSp mod">
        <pc:chgData name="Iain Styles" userId="befbdaae-53f8-4d26-a8dc-3366b09f768a" providerId="ADAL" clId="{EC32E1E7-569B-5A48-B30C-DB697CEB8225}" dt="2024-11-11T04:56:13.241" v="24" actId="20577"/>
        <pc:sldMkLst>
          <pc:docMk/>
          <pc:sldMk cId="3211664744" sldId="325"/>
        </pc:sldMkLst>
      </pc:sldChg>
      <pc:sldChg chg="del">
        <pc:chgData name="Iain Styles" userId="befbdaae-53f8-4d26-a8dc-3366b09f768a" providerId="ADAL" clId="{EC32E1E7-569B-5A48-B30C-DB697CEB8225}" dt="2024-11-11T05:31:57.740" v="62" actId="2696"/>
        <pc:sldMkLst>
          <pc:docMk/>
          <pc:sldMk cId="3757354000" sldId="332"/>
        </pc:sldMkLst>
      </pc:sldChg>
      <pc:sldChg chg="modSp modAnim">
        <pc:chgData name="Iain Styles" userId="befbdaae-53f8-4d26-a8dc-3366b09f768a" providerId="ADAL" clId="{EC32E1E7-569B-5A48-B30C-DB697CEB8225}" dt="2024-11-11T05:20:08.247" v="61" actId="113"/>
        <pc:sldMkLst>
          <pc:docMk/>
          <pc:sldMk cId="2795853998" sldId="347"/>
        </pc:sldMkLst>
      </pc:sldChg>
      <pc:sldChg chg="modSp mod">
        <pc:chgData name="Iain Styles" userId="befbdaae-53f8-4d26-a8dc-3366b09f768a" providerId="ADAL" clId="{EC32E1E7-569B-5A48-B30C-DB697CEB8225}" dt="2024-11-10T20:14:03.434" v="16" actId="20577"/>
        <pc:sldMkLst>
          <pc:docMk/>
          <pc:sldMk cId="3530153824" sldId="355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936D3417-75BC-C54F-B209-3B706A8CCE1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CE0A46D-43DE-BC4C-9837-2979FE0093D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B7ADF77-2023-D74B-9A03-BFA0C5C7CE1A}" type="datetimeFigureOut">
              <a:rPr lang="en-US" smtClean="0"/>
              <a:t>9/17/25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B1BBCED-4587-A646-BEDB-46936438AF7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1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344CE3C-DF0C-9349-B48C-C47FA90BE6D9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EC03ADA-6B43-F443-8DD3-2F88E92869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3618733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42376A3-60EE-9D4E-A7A1-CB0D7A163B62}" type="datetimeFigureOut">
              <a:rPr lang="en-US" smtClean="0"/>
              <a:t>9/17/25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1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C116C9C-3AD8-BF4F-8988-7C4865BA5A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2529046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189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377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566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754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5943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131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AA7600-F20B-4515-BEB6-747F13172A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E619D84-FE44-6612-1C5F-92CF0335887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6BFBD04-44B0-D5D4-190C-28C1B9D82F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marR="0" lvl="0" indent="-17145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This </a:t>
            </a:r>
            <a:r>
              <a:rPr lang="en-US" dirty="0" err="1"/>
              <a:t>colour</a:t>
            </a:r>
            <a:r>
              <a:rPr lang="en-US" dirty="0"/>
              <a:t> bar is to be used for Artificial Intelligence</a:t>
            </a:r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55D2274-645B-0159-58D4-F1765C94E78E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1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870E864-21D9-BC68-EC5C-ACD4FEB2A73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116C9C-3AD8-BF4F-8988-7C4865BA5A81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952414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P=&gt;Q is !</a:t>
            </a:r>
            <a:r>
              <a:rPr lang="en-US" dirty="0" err="1"/>
              <a:t>PvQ</a:t>
            </a:r>
            <a:r>
              <a:rPr lang="en-US" dirty="0"/>
              <a:t> == !(P^!Q)</a:t>
            </a:r>
          </a:p>
          <a:p>
            <a:r>
              <a:rPr lang="en-US" dirty="0"/>
              <a:t>Therefore </a:t>
            </a:r>
            <a:r>
              <a:rPr lang="en-US" dirty="0" err="1"/>
              <a:t>PvQ</a:t>
            </a:r>
            <a:r>
              <a:rPr lang="en-US" dirty="0"/>
              <a:t> == !P=&gt;Q and P^Q == !(P=&gt;!Q)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1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116C9C-3AD8-BF4F-8988-7C4865BA5A81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38039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Page - Main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698111C-9A9D-874F-B913-835AC8922020}"/>
              </a:ext>
            </a:extLst>
          </p:cNvPr>
          <p:cNvSpPr/>
          <p:nvPr userDrawn="1"/>
        </p:nvSpPr>
        <p:spPr>
          <a:xfrm>
            <a:off x="0" y="6032501"/>
            <a:ext cx="12192000" cy="825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5517BEAB-A995-204B-91D6-36ABBF329A2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433931" y="2629454"/>
            <a:ext cx="4969768" cy="470617"/>
          </a:xfrm>
        </p:spPr>
        <p:txBody>
          <a:bodyPr anchor="t" anchorCtr="0">
            <a:noAutofit/>
          </a:bodyPr>
          <a:lstStyle>
            <a:lvl1pPr>
              <a:defRPr sz="3200" b="1" i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Course Name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295E2BA-58FD-5E4E-8F42-9E6344E1C6D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795669" y="2711451"/>
            <a:ext cx="3962400" cy="143510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D753BDB1-FC33-E04C-91E0-BAB1298236CE}"/>
              </a:ext>
            </a:extLst>
          </p:cNvPr>
          <p:cNvSpPr/>
          <p:nvPr userDrawn="1"/>
        </p:nvSpPr>
        <p:spPr>
          <a:xfrm>
            <a:off x="6073142" y="2030896"/>
            <a:ext cx="45719" cy="279620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>
              <a:ln>
                <a:noFill/>
              </a:ln>
            </a:endParaRP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FDCB58E4-D0E7-2B43-B88B-1F3C4E27110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433931" y="3237128"/>
            <a:ext cx="4969768" cy="383745"/>
          </a:xfrm>
        </p:spPr>
        <p:txBody>
          <a:bodyPr>
            <a:normAutofit/>
          </a:bodyPr>
          <a:lstStyle>
            <a:lvl1pPr marL="0" indent="0">
              <a:buFont typeface="+mj-lt"/>
              <a:buNone/>
              <a:defRPr sz="2400" b="0" i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189" indent="0">
              <a:buFont typeface="+mj-lt"/>
              <a:buNone/>
              <a:defRPr/>
            </a:lvl2pPr>
            <a:lvl3pPr marL="914377" indent="0">
              <a:buFont typeface="+mj-lt"/>
              <a:buNone/>
              <a:defRPr/>
            </a:lvl3pPr>
            <a:lvl4pPr marL="1371566" indent="0">
              <a:buFont typeface="+mj-lt"/>
              <a:buNone/>
              <a:defRPr/>
            </a:lvl4pPr>
            <a:lvl5pPr marL="1828754" indent="0">
              <a:buFont typeface="+mj-lt"/>
              <a:buNone/>
              <a:defRPr/>
            </a:lvl5pPr>
          </a:lstStyle>
          <a:p>
            <a:pPr lvl="0"/>
            <a:r>
              <a:rPr lang="en-US" dirty="0"/>
              <a:t>Module Title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0980713D-C243-AE4D-B526-6881A9C017B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433931" y="3757929"/>
            <a:ext cx="4969768" cy="383745"/>
          </a:xfrm>
        </p:spPr>
        <p:txBody>
          <a:bodyPr>
            <a:normAutofit/>
          </a:bodyPr>
          <a:lstStyle>
            <a:lvl1pPr marL="0" indent="0">
              <a:buFont typeface="+mj-lt"/>
              <a:buNone/>
              <a:defRPr sz="2000" b="0" i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189" indent="0">
              <a:buFont typeface="+mj-lt"/>
              <a:buNone/>
              <a:defRPr/>
            </a:lvl2pPr>
            <a:lvl3pPr marL="914377" indent="0">
              <a:buFont typeface="+mj-lt"/>
              <a:buNone/>
              <a:defRPr/>
            </a:lvl3pPr>
            <a:lvl4pPr marL="1371566" indent="0">
              <a:buFont typeface="+mj-lt"/>
              <a:buNone/>
              <a:defRPr/>
            </a:lvl4pPr>
            <a:lvl5pPr marL="1828754" indent="0">
              <a:buFont typeface="+mj-lt"/>
              <a:buNone/>
              <a:defRPr/>
            </a:lvl5pPr>
          </a:lstStyle>
          <a:p>
            <a:pPr lvl="0"/>
            <a:r>
              <a:rPr lang="en-US" dirty="0"/>
              <a:t>Lecture Title</a:t>
            </a:r>
          </a:p>
        </p:txBody>
      </p:sp>
    </p:spTree>
    <p:extLst>
      <p:ext uri="{BB962C8B-B14F-4D97-AF65-F5344CB8AC3E}">
        <p14:creationId xmlns:p14="http://schemas.microsoft.com/office/powerpoint/2010/main" val="216451692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ver Page - Artificial Intelligenc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5517BEAB-A995-204B-91D6-36ABBF329A2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433931" y="2629454"/>
            <a:ext cx="4969768" cy="470617"/>
          </a:xfrm>
        </p:spPr>
        <p:txBody>
          <a:bodyPr anchor="t" anchorCtr="0">
            <a:noAutofit/>
          </a:bodyPr>
          <a:lstStyle>
            <a:lvl1pPr>
              <a:defRPr sz="3200" b="1" i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Course Name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295E2BA-58FD-5E4E-8F42-9E6344E1C6D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795669" y="2711451"/>
            <a:ext cx="3962400" cy="143510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D753BDB1-FC33-E04C-91E0-BAB1298236CE}"/>
              </a:ext>
            </a:extLst>
          </p:cNvPr>
          <p:cNvSpPr/>
          <p:nvPr userDrawn="1"/>
        </p:nvSpPr>
        <p:spPr>
          <a:xfrm>
            <a:off x="6073142" y="2030896"/>
            <a:ext cx="45719" cy="279620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>
              <a:ln>
                <a:noFill/>
              </a:ln>
            </a:endParaRP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FDCB58E4-D0E7-2B43-B88B-1F3C4E27110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433931" y="3237128"/>
            <a:ext cx="4969768" cy="383745"/>
          </a:xfrm>
        </p:spPr>
        <p:txBody>
          <a:bodyPr>
            <a:normAutofit/>
          </a:bodyPr>
          <a:lstStyle>
            <a:lvl1pPr marL="0" indent="0">
              <a:buFont typeface="+mj-lt"/>
              <a:buNone/>
              <a:defRPr sz="2400" b="0" i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189" indent="0">
              <a:buFont typeface="+mj-lt"/>
              <a:buNone/>
              <a:defRPr/>
            </a:lvl2pPr>
            <a:lvl3pPr marL="914377" indent="0">
              <a:buFont typeface="+mj-lt"/>
              <a:buNone/>
              <a:defRPr/>
            </a:lvl3pPr>
            <a:lvl4pPr marL="1371566" indent="0">
              <a:buFont typeface="+mj-lt"/>
              <a:buNone/>
              <a:defRPr/>
            </a:lvl4pPr>
            <a:lvl5pPr marL="1828754" indent="0">
              <a:buFont typeface="+mj-lt"/>
              <a:buNone/>
              <a:defRPr/>
            </a:lvl5pPr>
          </a:lstStyle>
          <a:p>
            <a:pPr lvl="0"/>
            <a:r>
              <a:rPr lang="en-US" dirty="0"/>
              <a:t>Module Title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0980713D-C243-AE4D-B526-6881A9C017B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433931" y="3757929"/>
            <a:ext cx="4969768" cy="383745"/>
          </a:xfrm>
        </p:spPr>
        <p:txBody>
          <a:bodyPr>
            <a:normAutofit/>
          </a:bodyPr>
          <a:lstStyle>
            <a:lvl1pPr marL="0" indent="0">
              <a:buFont typeface="+mj-lt"/>
              <a:buNone/>
              <a:defRPr sz="2000" b="0" i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189" indent="0">
              <a:buFont typeface="+mj-lt"/>
              <a:buNone/>
              <a:defRPr/>
            </a:lvl2pPr>
            <a:lvl3pPr marL="914377" indent="0">
              <a:buFont typeface="+mj-lt"/>
              <a:buNone/>
              <a:defRPr/>
            </a:lvl3pPr>
            <a:lvl4pPr marL="1371566" indent="0">
              <a:buFont typeface="+mj-lt"/>
              <a:buNone/>
              <a:defRPr/>
            </a:lvl4pPr>
            <a:lvl5pPr marL="1828754" indent="0">
              <a:buFont typeface="+mj-lt"/>
              <a:buNone/>
              <a:defRPr/>
            </a:lvl5pPr>
          </a:lstStyle>
          <a:p>
            <a:pPr lvl="0"/>
            <a:r>
              <a:rPr lang="en-US" dirty="0"/>
              <a:t>Lecture Title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30E60B0-A2C1-574C-9353-D0018515D1D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829719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ge Style - Contents 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8620CE5F-17DD-B74D-9272-0308033DFFD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81418"/>
            <a:ext cx="10515600" cy="595431"/>
          </a:xfrm>
        </p:spPr>
        <p:txBody>
          <a:bodyPr anchor="t" anchorCtr="0">
            <a:noAutofit/>
          </a:bodyPr>
          <a:lstStyle>
            <a:lvl1pPr>
              <a:defRPr sz="4400" b="1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Contents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DC4F0E0-69EF-AC48-B54C-7ABE40BDE8D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1071061"/>
            <a:ext cx="10515600" cy="4975320"/>
          </a:xfrm>
        </p:spPr>
        <p:txBody>
          <a:bodyPr/>
          <a:lstStyle>
            <a:lvl1pPr marL="0" marR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+mj-lt"/>
              <a:buNone/>
              <a:tabLst/>
              <a:defRPr sz="16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189" indent="0">
              <a:buFont typeface="+mj-lt"/>
              <a:buNone/>
              <a:defRPr/>
            </a:lvl2pPr>
            <a:lvl3pPr marL="914377" indent="0">
              <a:buFont typeface="+mj-lt"/>
              <a:buNone/>
              <a:defRPr/>
            </a:lvl3pPr>
            <a:lvl4pPr marL="1371566" indent="0">
              <a:buFont typeface="+mj-lt"/>
              <a:buNone/>
              <a:defRPr/>
            </a:lvl4pPr>
            <a:lvl5pPr marL="1828754" indent="0">
              <a:buFont typeface="+mj-lt"/>
              <a:buNone/>
              <a:defRPr/>
            </a:lvl5pPr>
          </a:lstStyle>
          <a:p>
            <a:pPr marL="514338" marR="0" lvl="0" indent="-514338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en-US" dirty="0"/>
              <a:t>Page Name Here</a:t>
            </a:r>
          </a:p>
          <a:p>
            <a:pPr marL="514338" marR="0" lvl="0" indent="-514338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en-US" dirty="0"/>
              <a:t>Page Name Here</a:t>
            </a:r>
          </a:p>
          <a:p>
            <a:pPr marL="514338" marR="0" lvl="0" indent="-514338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en-US" dirty="0"/>
              <a:t>Page Name Here</a:t>
            </a:r>
          </a:p>
          <a:p>
            <a:pPr marL="514338" marR="0" lvl="0" indent="-514338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en-US" dirty="0"/>
              <a:t>Page Name Here</a:t>
            </a:r>
          </a:p>
          <a:p>
            <a:pPr marL="514338" marR="0" lvl="0" indent="-514338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en-US" dirty="0"/>
              <a:t>Page Name Here</a:t>
            </a:r>
          </a:p>
          <a:p>
            <a:pPr lvl="0"/>
            <a:endParaRPr lang="en-US" dirty="0"/>
          </a:p>
          <a:p>
            <a:pPr lvl="0"/>
            <a:r>
              <a:rPr lang="en-US" dirty="0"/>
              <a:t>    </a:t>
            </a:r>
          </a:p>
        </p:txBody>
      </p:sp>
    </p:spTree>
    <p:extLst>
      <p:ext uri="{BB962C8B-B14F-4D97-AF65-F5344CB8AC3E}">
        <p14:creationId xmlns:p14="http://schemas.microsoft.com/office/powerpoint/2010/main" val="18212265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ge Style - Quot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B21C0823-7DA8-F24C-95B7-EE3FEA14E6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11116" y="2427190"/>
            <a:ext cx="4969768" cy="2003621"/>
          </a:xfrm>
        </p:spPr>
        <p:txBody>
          <a:bodyPr anchor="ctr" anchorCtr="0">
            <a:noAutofit/>
          </a:bodyPr>
          <a:lstStyle>
            <a:lvl1pPr algn="ctr">
              <a:defRPr sz="3600" b="0" i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This page is to be </a:t>
            </a:r>
            <a:br>
              <a:rPr lang="en-US" dirty="0"/>
            </a:br>
            <a:r>
              <a:rPr lang="en-US" dirty="0"/>
              <a:t>used for any quote or foreword to be used. </a:t>
            </a:r>
          </a:p>
        </p:txBody>
      </p:sp>
    </p:spTree>
    <p:extLst>
      <p:ext uri="{BB962C8B-B14F-4D97-AF65-F5344CB8AC3E}">
        <p14:creationId xmlns:p14="http://schemas.microsoft.com/office/powerpoint/2010/main" val="148915611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ge Style - Section Titl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B21C0823-7DA8-F24C-95B7-EE3FEA14E6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11116" y="3076379"/>
            <a:ext cx="4969768" cy="705243"/>
          </a:xfrm>
        </p:spPr>
        <p:txBody>
          <a:bodyPr anchor="ctr" anchorCtr="0">
            <a:noAutofit/>
          </a:bodyPr>
          <a:lstStyle>
            <a:lvl1pPr algn="ctr">
              <a:defRPr sz="5400" b="1" i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Section Title </a:t>
            </a:r>
          </a:p>
        </p:txBody>
      </p:sp>
    </p:spTree>
    <p:extLst>
      <p:ext uri="{BB962C8B-B14F-4D97-AF65-F5344CB8AC3E}">
        <p14:creationId xmlns:p14="http://schemas.microsoft.com/office/powerpoint/2010/main" val="133440958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yle 1 - Text Left / Image Righ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7FE3E8F6-20BF-5D45-B11E-96876ED32AE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81419"/>
            <a:ext cx="4969768" cy="632219"/>
          </a:xfrm>
        </p:spPr>
        <p:txBody>
          <a:bodyPr anchor="t" anchorCtr="0">
            <a:noAutofit/>
          </a:bodyPr>
          <a:lstStyle>
            <a:lvl1pPr>
              <a:defRPr sz="4400" b="1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Page Title</a:t>
            </a:r>
          </a:p>
        </p:txBody>
      </p:sp>
      <p:sp>
        <p:nvSpPr>
          <p:cNvPr id="21" name="Text Placeholder 13">
            <a:extLst>
              <a:ext uri="{FF2B5EF4-FFF2-40B4-BE49-F238E27FC236}">
                <a16:creationId xmlns:a16="http://schemas.microsoft.com/office/drawing/2014/main" id="{2F0EFC19-CF41-DB41-B8E9-C60A32D7A19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1107853"/>
            <a:ext cx="4969768" cy="4905623"/>
          </a:xfrm>
        </p:spPr>
        <p:txBody>
          <a:bodyPr>
            <a:normAutofit/>
          </a:bodyPr>
          <a:lstStyle>
            <a:lvl1pPr marL="0" indent="0">
              <a:buFont typeface="+mj-lt"/>
              <a:buNone/>
              <a:defRPr sz="16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189" indent="0">
              <a:buFont typeface="+mj-lt"/>
              <a:buNone/>
              <a:defRPr/>
            </a:lvl2pPr>
            <a:lvl3pPr marL="914377" indent="0">
              <a:buFont typeface="+mj-lt"/>
              <a:buNone/>
              <a:defRPr/>
            </a:lvl3pPr>
            <a:lvl4pPr marL="1371566" indent="0">
              <a:buFont typeface="+mj-lt"/>
              <a:buNone/>
              <a:defRPr/>
            </a:lvl4pPr>
            <a:lvl5pPr marL="1828754" indent="0">
              <a:buFont typeface="+mj-lt"/>
              <a:buNone/>
              <a:defRPr/>
            </a:lvl5pPr>
          </a:lstStyle>
          <a:p>
            <a:pPr lvl="0"/>
            <a:r>
              <a:rPr lang="en-US" dirty="0"/>
              <a:t>This will be the text paragraph that will contain any of the relevant content you wish to include.</a:t>
            </a:r>
          </a:p>
        </p:txBody>
      </p:sp>
      <p:sp>
        <p:nvSpPr>
          <p:cNvPr id="22" name="Picture Placeholder 18">
            <a:extLst>
              <a:ext uri="{FF2B5EF4-FFF2-40B4-BE49-F238E27FC236}">
                <a16:creationId xmlns:a16="http://schemas.microsoft.com/office/drawing/2014/main" id="{C4F13C3A-B7AB-9E4E-B901-9EE3CE3FC6A3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384032" y="381419"/>
            <a:ext cx="4968552" cy="5632056"/>
          </a:xfrm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1638B46F-0F90-D7AF-02A4-2409B2F6AF1C}"/>
              </a:ext>
            </a:extLst>
          </p:cNvPr>
          <p:cNvGrpSpPr/>
          <p:nvPr userDrawn="1"/>
        </p:nvGrpSpPr>
        <p:grpSpPr>
          <a:xfrm>
            <a:off x="10688320" y="6276058"/>
            <a:ext cx="1503680" cy="581942"/>
            <a:chOff x="10688320" y="6276058"/>
            <a:chExt cx="1503680" cy="581942"/>
          </a:xfrm>
        </p:grpSpPr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603A4BA0-775A-868E-5C6C-3CE88C60D6C5}"/>
                </a:ext>
              </a:extLst>
            </p:cNvPr>
            <p:cNvGrpSpPr/>
            <p:nvPr userDrawn="1"/>
          </p:nvGrpSpPr>
          <p:grpSpPr>
            <a:xfrm>
              <a:off x="10688320" y="6293503"/>
              <a:ext cx="1503680" cy="564497"/>
              <a:chOff x="10688320" y="6293503"/>
              <a:chExt cx="1503680" cy="564497"/>
            </a:xfrm>
          </p:grpSpPr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E6F61729-FDED-6C92-2534-0450706B21C9}"/>
                  </a:ext>
                </a:extLst>
              </p:cNvPr>
              <p:cNvSpPr/>
              <p:nvPr userDrawn="1"/>
            </p:nvSpPr>
            <p:spPr>
              <a:xfrm>
                <a:off x="10688320" y="6318421"/>
                <a:ext cx="1503680" cy="539579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1"/>
              </a:p>
            </p:txBody>
          </p:sp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751BC700-26F9-685D-1F07-780CAA5FF9DC}"/>
                  </a:ext>
                </a:extLst>
              </p:cNvPr>
              <p:cNvSpPr txBox="1"/>
              <p:nvPr userDrawn="1"/>
            </p:nvSpPr>
            <p:spPr>
              <a:xfrm>
                <a:off x="10688320" y="6293503"/>
                <a:ext cx="1402079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900" b="0" i="0" kern="1200" dirty="0">
                    <a:solidFill>
                      <a:schemeClr val="bg2"/>
                    </a:solidFill>
                    <a:effectLst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Artificial Intelligence</a:t>
                </a:r>
                <a:endParaRPr lang="en-US" sz="900" b="0" i="0" dirty="0">
                  <a:solidFill>
                    <a:schemeClr val="bg2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pic>
            <p:nvPicPr>
              <p:cNvPr id="31" name="Picture 30">
                <a:extLst>
                  <a:ext uri="{FF2B5EF4-FFF2-40B4-BE49-F238E27FC236}">
                    <a16:creationId xmlns:a16="http://schemas.microsoft.com/office/drawing/2014/main" id="{0BE710A2-DADD-146C-1DBD-25E77DC846B9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2"/>
              <a:stretch>
                <a:fillRect/>
              </a:stretch>
            </p:blipFill>
            <p:spPr>
              <a:xfrm>
                <a:off x="10772301" y="6472722"/>
                <a:ext cx="917730" cy="382856"/>
              </a:xfrm>
              <a:prstGeom prst="rect">
                <a:avLst/>
              </a:prstGeom>
            </p:spPr>
          </p:pic>
        </p:grpSp>
        <p:pic>
          <p:nvPicPr>
            <p:cNvPr id="2" name="Picture 1">
              <a:extLst>
                <a:ext uri="{FF2B5EF4-FFF2-40B4-BE49-F238E27FC236}">
                  <a16:creationId xmlns:a16="http://schemas.microsoft.com/office/drawing/2014/main" id="{44A142B8-3C09-6932-5ACA-FE6C4AA1213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11157438" y="6276058"/>
              <a:ext cx="1034562" cy="581941"/>
            </a:xfrm>
            <a:prstGeom prst="rect">
              <a:avLst/>
            </a:prstGeom>
          </p:spPr>
        </p:pic>
      </p:grpSp>
      <p:sp>
        <p:nvSpPr>
          <p:cNvPr id="32" name="Slide Number Placeholder 4">
            <a:extLst>
              <a:ext uri="{FF2B5EF4-FFF2-40B4-BE49-F238E27FC236}">
                <a16:creationId xmlns:a16="http://schemas.microsoft.com/office/drawing/2014/main" id="{854EF07A-6A87-6EA1-38E2-FF8374F638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5600" y="6417523"/>
            <a:ext cx="2743200" cy="365125"/>
          </a:xfrm>
        </p:spPr>
        <p:txBody>
          <a:bodyPr/>
          <a:lstStyle>
            <a:lvl1pPr>
              <a:defRPr sz="1000" b="0" i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E9C85F8-0BD3-7742-B238-5BE9A2749A8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532938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yle 2 - Image Left / Text Righ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itle 1">
            <a:extLst>
              <a:ext uri="{FF2B5EF4-FFF2-40B4-BE49-F238E27FC236}">
                <a16:creationId xmlns:a16="http://schemas.microsoft.com/office/drawing/2014/main" id="{DA33A383-C1ED-3447-A6B8-FBDDD6B0265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81419"/>
            <a:ext cx="4969768" cy="632219"/>
          </a:xfrm>
        </p:spPr>
        <p:txBody>
          <a:bodyPr anchor="t" anchorCtr="0">
            <a:noAutofit/>
          </a:bodyPr>
          <a:lstStyle>
            <a:lvl1pPr>
              <a:defRPr sz="4400" b="1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Page Title</a:t>
            </a:r>
          </a:p>
        </p:txBody>
      </p:sp>
      <p:sp>
        <p:nvSpPr>
          <p:cNvPr id="38" name="Text Placeholder 13">
            <a:extLst>
              <a:ext uri="{FF2B5EF4-FFF2-40B4-BE49-F238E27FC236}">
                <a16:creationId xmlns:a16="http://schemas.microsoft.com/office/drawing/2014/main" id="{36B6E0D6-2EA8-EA4E-84DA-D67B7DE8B6D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388396" y="381419"/>
            <a:ext cx="4969768" cy="5632056"/>
          </a:xfrm>
        </p:spPr>
        <p:txBody>
          <a:bodyPr>
            <a:normAutofit/>
          </a:bodyPr>
          <a:lstStyle>
            <a:lvl1pPr marL="0" indent="0">
              <a:buFont typeface="+mj-lt"/>
              <a:buNone/>
              <a:defRPr sz="16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189" indent="0">
              <a:buFont typeface="+mj-lt"/>
              <a:buNone/>
              <a:defRPr/>
            </a:lvl2pPr>
            <a:lvl3pPr marL="914377" indent="0">
              <a:buFont typeface="+mj-lt"/>
              <a:buNone/>
              <a:defRPr/>
            </a:lvl3pPr>
            <a:lvl4pPr marL="1371566" indent="0">
              <a:buFont typeface="+mj-lt"/>
              <a:buNone/>
              <a:defRPr/>
            </a:lvl4pPr>
            <a:lvl5pPr marL="1828754" indent="0">
              <a:buFont typeface="+mj-lt"/>
              <a:buNone/>
              <a:defRPr/>
            </a:lvl5pPr>
          </a:lstStyle>
          <a:p>
            <a:pPr lvl="0"/>
            <a:r>
              <a:rPr lang="en-US" dirty="0"/>
              <a:t>This will be the text paragraph that will contain any of the relevant content you wish to include.</a:t>
            </a:r>
          </a:p>
        </p:txBody>
      </p:sp>
      <p:sp>
        <p:nvSpPr>
          <p:cNvPr id="39" name="Picture Placeholder 18">
            <a:extLst>
              <a:ext uri="{FF2B5EF4-FFF2-40B4-BE49-F238E27FC236}">
                <a16:creationId xmlns:a16="http://schemas.microsoft.com/office/drawing/2014/main" id="{8A668FA9-1D56-0D4A-B3D6-6F44B35DE359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839416" y="1107851"/>
            <a:ext cx="4968552" cy="4899888"/>
          </a:xfrm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E0B1E2D3-A5EF-E7A2-CCDB-4A4DB8D11C8F}"/>
              </a:ext>
            </a:extLst>
          </p:cNvPr>
          <p:cNvGrpSpPr/>
          <p:nvPr userDrawn="1"/>
        </p:nvGrpSpPr>
        <p:grpSpPr>
          <a:xfrm>
            <a:off x="10688320" y="6276058"/>
            <a:ext cx="1503680" cy="581942"/>
            <a:chOff x="10688320" y="6276058"/>
            <a:chExt cx="1503680" cy="581942"/>
          </a:xfrm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C4355159-115E-5382-9F87-A62C23BA1D2F}"/>
                </a:ext>
              </a:extLst>
            </p:cNvPr>
            <p:cNvGrpSpPr/>
            <p:nvPr userDrawn="1"/>
          </p:nvGrpSpPr>
          <p:grpSpPr>
            <a:xfrm>
              <a:off x="10688320" y="6293503"/>
              <a:ext cx="1503680" cy="564497"/>
              <a:chOff x="10688320" y="6293503"/>
              <a:chExt cx="1503680" cy="564497"/>
            </a:xfrm>
          </p:grpSpPr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8E21EF9B-B835-E5EF-CB9F-D3719CCDE367}"/>
                  </a:ext>
                </a:extLst>
              </p:cNvPr>
              <p:cNvSpPr/>
              <p:nvPr userDrawn="1"/>
            </p:nvSpPr>
            <p:spPr>
              <a:xfrm>
                <a:off x="10688320" y="6318421"/>
                <a:ext cx="1503680" cy="539579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1"/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98AD6817-F6AB-852E-2CB1-AD90DEA29A68}"/>
                  </a:ext>
                </a:extLst>
              </p:cNvPr>
              <p:cNvSpPr txBox="1"/>
              <p:nvPr userDrawn="1"/>
            </p:nvSpPr>
            <p:spPr>
              <a:xfrm>
                <a:off x="10688320" y="6293503"/>
                <a:ext cx="1402079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900" b="0" i="0" kern="1200" dirty="0">
                    <a:solidFill>
                      <a:schemeClr val="bg2"/>
                    </a:solidFill>
                    <a:effectLst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Artificial Intelligence</a:t>
                </a:r>
                <a:endParaRPr lang="en-US" sz="900" b="0" i="0" dirty="0">
                  <a:solidFill>
                    <a:schemeClr val="bg2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pic>
            <p:nvPicPr>
              <p:cNvPr id="19" name="Picture 18">
                <a:extLst>
                  <a:ext uri="{FF2B5EF4-FFF2-40B4-BE49-F238E27FC236}">
                    <a16:creationId xmlns:a16="http://schemas.microsoft.com/office/drawing/2014/main" id="{4CDB975B-0CF3-E960-8B45-02A776FDE545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2"/>
              <a:stretch>
                <a:fillRect/>
              </a:stretch>
            </p:blipFill>
            <p:spPr>
              <a:xfrm>
                <a:off x="10772301" y="6472722"/>
                <a:ext cx="917730" cy="382856"/>
              </a:xfrm>
              <a:prstGeom prst="rect">
                <a:avLst/>
              </a:prstGeom>
            </p:spPr>
          </p:pic>
        </p:grpSp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081B78A5-7211-FE1A-C661-5DA8DEAFB05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11157438" y="6276058"/>
              <a:ext cx="1034562" cy="581941"/>
            </a:xfrm>
            <a:prstGeom prst="rect">
              <a:avLst/>
            </a:prstGeom>
          </p:spPr>
        </p:pic>
      </p:grpSp>
      <p:sp>
        <p:nvSpPr>
          <p:cNvPr id="20" name="Slide Number Placeholder 4">
            <a:extLst>
              <a:ext uri="{FF2B5EF4-FFF2-40B4-BE49-F238E27FC236}">
                <a16:creationId xmlns:a16="http://schemas.microsoft.com/office/drawing/2014/main" id="{FD1C6019-0BA6-3464-94AF-91B23FF4C3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5600" y="6417523"/>
            <a:ext cx="2743200" cy="365125"/>
          </a:xfrm>
        </p:spPr>
        <p:txBody>
          <a:bodyPr/>
          <a:lstStyle>
            <a:lvl1pPr>
              <a:defRPr sz="1000" b="0" i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E9C85F8-0BD3-7742-B238-5BE9A2749A8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147998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yle 3 - Large Text Box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itle 1">
            <a:extLst>
              <a:ext uri="{FF2B5EF4-FFF2-40B4-BE49-F238E27FC236}">
                <a16:creationId xmlns:a16="http://schemas.microsoft.com/office/drawing/2014/main" id="{B92A2B9C-E0FC-594F-A120-24372B4675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81419"/>
            <a:ext cx="4969768" cy="632219"/>
          </a:xfrm>
        </p:spPr>
        <p:txBody>
          <a:bodyPr anchor="t" anchorCtr="0">
            <a:noAutofit/>
          </a:bodyPr>
          <a:lstStyle>
            <a:lvl1pPr>
              <a:defRPr sz="4400" b="1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Page Title</a:t>
            </a:r>
          </a:p>
        </p:txBody>
      </p:sp>
      <p:sp>
        <p:nvSpPr>
          <p:cNvPr id="24" name="Text Placeholder 13">
            <a:extLst>
              <a:ext uri="{FF2B5EF4-FFF2-40B4-BE49-F238E27FC236}">
                <a16:creationId xmlns:a16="http://schemas.microsoft.com/office/drawing/2014/main" id="{3EC21F77-4957-9348-8D69-41C656769B3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38201" y="1107853"/>
            <a:ext cx="10517372" cy="4905623"/>
          </a:xfrm>
        </p:spPr>
        <p:txBody>
          <a:bodyPr>
            <a:normAutofit/>
          </a:bodyPr>
          <a:lstStyle>
            <a:lvl1pPr marL="0" indent="0">
              <a:buFont typeface="+mj-lt"/>
              <a:buNone/>
              <a:defRPr sz="16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189" indent="0">
              <a:buFont typeface="+mj-lt"/>
              <a:buNone/>
              <a:defRPr/>
            </a:lvl2pPr>
            <a:lvl3pPr marL="914377" indent="0">
              <a:buFont typeface="+mj-lt"/>
              <a:buNone/>
              <a:defRPr/>
            </a:lvl3pPr>
            <a:lvl4pPr marL="1371566" indent="0">
              <a:buFont typeface="+mj-lt"/>
              <a:buNone/>
              <a:defRPr/>
            </a:lvl4pPr>
            <a:lvl5pPr marL="1828754" indent="0">
              <a:buFont typeface="+mj-lt"/>
              <a:buNone/>
              <a:defRPr/>
            </a:lvl5pPr>
          </a:lstStyle>
          <a:p>
            <a:pPr lvl="0"/>
            <a:r>
              <a:rPr lang="en-US" dirty="0"/>
              <a:t>This will be the text paragraph that will contain any of the relevant content you wish to include.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768EACCF-9F5F-1F98-B9D4-2A78173213C4}"/>
              </a:ext>
            </a:extLst>
          </p:cNvPr>
          <p:cNvGrpSpPr/>
          <p:nvPr userDrawn="1"/>
        </p:nvGrpSpPr>
        <p:grpSpPr>
          <a:xfrm>
            <a:off x="10688320" y="6276058"/>
            <a:ext cx="1503680" cy="581942"/>
            <a:chOff x="10688320" y="6276058"/>
            <a:chExt cx="1503680" cy="581942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5400D8FA-1B30-E7D5-3FBB-5D68123170B3}"/>
                </a:ext>
              </a:extLst>
            </p:cNvPr>
            <p:cNvGrpSpPr/>
            <p:nvPr userDrawn="1"/>
          </p:nvGrpSpPr>
          <p:grpSpPr>
            <a:xfrm>
              <a:off x="10688320" y="6293503"/>
              <a:ext cx="1503680" cy="564497"/>
              <a:chOff x="10688320" y="6293503"/>
              <a:chExt cx="1503680" cy="564497"/>
            </a:xfrm>
          </p:grpSpPr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871E07DC-4179-81E8-509F-D65BBBBE5273}"/>
                  </a:ext>
                </a:extLst>
              </p:cNvPr>
              <p:cNvSpPr/>
              <p:nvPr userDrawn="1"/>
            </p:nvSpPr>
            <p:spPr>
              <a:xfrm>
                <a:off x="10688320" y="6318421"/>
                <a:ext cx="1503680" cy="539579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1"/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0B96D59D-6B44-202F-855F-6988285CB7BE}"/>
                  </a:ext>
                </a:extLst>
              </p:cNvPr>
              <p:cNvSpPr txBox="1"/>
              <p:nvPr userDrawn="1"/>
            </p:nvSpPr>
            <p:spPr>
              <a:xfrm>
                <a:off x="10688320" y="6293503"/>
                <a:ext cx="1402079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900" b="0" i="0" kern="1200" dirty="0">
                    <a:solidFill>
                      <a:schemeClr val="bg2"/>
                    </a:solidFill>
                    <a:effectLst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Artificial Intelligence</a:t>
                </a:r>
                <a:endParaRPr lang="en-US" sz="900" b="0" i="0" dirty="0">
                  <a:solidFill>
                    <a:schemeClr val="bg2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pic>
            <p:nvPicPr>
              <p:cNvPr id="14" name="Picture 13">
                <a:extLst>
                  <a:ext uri="{FF2B5EF4-FFF2-40B4-BE49-F238E27FC236}">
                    <a16:creationId xmlns:a16="http://schemas.microsoft.com/office/drawing/2014/main" id="{19151F32-D6DF-9905-127D-242FCFE19ED0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2"/>
              <a:stretch>
                <a:fillRect/>
              </a:stretch>
            </p:blipFill>
            <p:spPr>
              <a:xfrm>
                <a:off x="10772301" y="6472722"/>
                <a:ext cx="917730" cy="382856"/>
              </a:xfrm>
              <a:prstGeom prst="rect">
                <a:avLst/>
              </a:prstGeom>
            </p:spPr>
          </p:pic>
        </p:grpSp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36DF842B-CCB4-C51A-C7FA-E704A1052E1D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11157438" y="6276058"/>
              <a:ext cx="1034562" cy="581941"/>
            </a:xfrm>
            <a:prstGeom prst="rect">
              <a:avLst/>
            </a:prstGeom>
          </p:spPr>
        </p:pic>
      </p:grpSp>
      <p:sp>
        <p:nvSpPr>
          <p:cNvPr id="15" name="Slide Number Placeholder 4">
            <a:extLst>
              <a:ext uri="{FF2B5EF4-FFF2-40B4-BE49-F238E27FC236}">
                <a16:creationId xmlns:a16="http://schemas.microsoft.com/office/drawing/2014/main" id="{DB53946A-6A27-7D69-DE7F-B0B4E44F73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5600" y="6417523"/>
            <a:ext cx="2743200" cy="365125"/>
          </a:xfrm>
        </p:spPr>
        <p:txBody>
          <a:bodyPr/>
          <a:lstStyle>
            <a:lvl1pPr>
              <a:defRPr sz="1000" b="0" i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E9C85F8-0BD3-7742-B238-5BE9A2749A8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994603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yle 4 - Large Video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Media Placeholder 2">
            <a:extLst>
              <a:ext uri="{FF2B5EF4-FFF2-40B4-BE49-F238E27FC236}">
                <a16:creationId xmlns:a16="http://schemas.microsoft.com/office/drawing/2014/main" id="{67FB7D94-160F-5546-8678-92B87AAADF8A}"/>
              </a:ext>
            </a:extLst>
          </p:cNvPr>
          <p:cNvSpPr>
            <a:spLocks noGrp="1"/>
          </p:cNvSpPr>
          <p:nvPr>
            <p:ph type="media" sz="quarter" idx="11" hasCustomPrompt="1"/>
          </p:nvPr>
        </p:nvSpPr>
        <p:spPr>
          <a:xfrm>
            <a:off x="0" y="1"/>
            <a:ext cx="12192000" cy="6032499"/>
          </a:xfrm>
        </p:spPr>
        <p:txBody>
          <a:bodyPr anchor="ctr" anchorCtr="1"/>
          <a:lstStyle>
            <a:lvl1pPr marL="0" indent="0">
              <a:buNone/>
              <a:defRPr b="1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Large Video Slide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DE0A7993-082F-448E-B3F8-486B5C968A1C}"/>
              </a:ext>
            </a:extLst>
          </p:cNvPr>
          <p:cNvGrpSpPr/>
          <p:nvPr userDrawn="1"/>
        </p:nvGrpSpPr>
        <p:grpSpPr>
          <a:xfrm>
            <a:off x="10688320" y="6276058"/>
            <a:ext cx="1503680" cy="581942"/>
            <a:chOff x="10688320" y="6276058"/>
            <a:chExt cx="1503680" cy="581942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97860069-236F-1410-A0FF-2F3ABC9BD651}"/>
                </a:ext>
              </a:extLst>
            </p:cNvPr>
            <p:cNvGrpSpPr/>
            <p:nvPr userDrawn="1"/>
          </p:nvGrpSpPr>
          <p:grpSpPr>
            <a:xfrm>
              <a:off x="10688320" y="6293503"/>
              <a:ext cx="1503680" cy="564497"/>
              <a:chOff x="10688320" y="6293503"/>
              <a:chExt cx="1503680" cy="564497"/>
            </a:xfrm>
          </p:grpSpPr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6A9C1FB5-0CE6-AAC7-070A-0E0C05BB3727}"/>
                  </a:ext>
                </a:extLst>
              </p:cNvPr>
              <p:cNvSpPr/>
              <p:nvPr userDrawn="1"/>
            </p:nvSpPr>
            <p:spPr>
              <a:xfrm>
                <a:off x="10688320" y="6318421"/>
                <a:ext cx="1503680" cy="539579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1"/>
              </a:p>
            </p:txBody>
          </p: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6D6544E7-10EF-9620-4436-24B5471FECB0}"/>
                  </a:ext>
                </a:extLst>
              </p:cNvPr>
              <p:cNvSpPr txBox="1"/>
              <p:nvPr userDrawn="1"/>
            </p:nvSpPr>
            <p:spPr>
              <a:xfrm>
                <a:off x="10688320" y="6293503"/>
                <a:ext cx="1402079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900" b="0" i="0" kern="1200" dirty="0">
                    <a:solidFill>
                      <a:schemeClr val="bg2"/>
                    </a:solidFill>
                    <a:effectLst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Artificial Intelligence</a:t>
                </a:r>
                <a:endParaRPr lang="en-US" sz="900" b="0" i="0" dirty="0">
                  <a:solidFill>
                    <a:schemeClr val="bg2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pic>
            <p:nvPicPr>
              <p:cNvPr id="15" name="Picture 14">
                <a:extLst>
                  <a:ext uri="{FF2B5EF4-FFF2-40B4-BE49-F238E27FC236}">
                    <a16:creationId xmlns:a16="http://schemas.microsoft.com/office/drawing/2014/main" id="{1203276C-68DB-8AA1-317A-9F86BE06B59F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2"/>
              <a:stretch>
                <a:fillRect/>
              </a:stretch>
            </p:blipFill>
            <p:spPr>
              <a:xfrm>
                <a:off x="10772301" y="6472722"/>
                <a:ext cx="917730" cy="382856"/>
              </a:xfrm>
              <a:prstGeom prst="rect">
                <a:avLst/>
              </a:prstGeom>
            </p:spPr>
          </p:pic>
        </p:grpSp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EEFDCDB8-1E85-B120-9ED2-2D34CB5A20DD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11157438" y="6276058"/>
              <a:ext cx="1034562" cy="581941"/>
            </a:xfrm>
            <a:prstGeom prst="rect">
              <a:avLst/>
            </a:prstGeom>
          </p:spPr>
        </p:pic>
      </p:grpSp>
      <p:sp>
        <p:nvSpPr>
          <p:cNvPr id="16" name="Slide Number Placeholder 4">
            <a:extLst>
              <a:ext uri="{FF2B5EF4-FFF2-40B4-BE49-F238E27FC236}">
                <a16:creationId xmlns:a16="http://schemas.microsoft.com/office/drawing/2014/main" id="{C1F10164-37E4-78CC-1489-BC552E1B31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5600" y="6417523"/>
            <a:ext cx="2743200" cy="365125"/>
          </a:xfrm>
        </p:spPr>
        <p:txBody>
          <a:bodyPr/>
          <a:lstStyle>
            <a:lvl1pPr>
              <a:defRPr sz="1000" b="0" i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E9C85F8-0BD3-7742-B238-5BE9A2749A8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830259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yle 5 - Left Text / Right Video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edia Placeholder 2">
            <a:extLst>
              <a:ext uri="{FF2B5EF4-FFF2-40B4-BE49-F238E27FC236}">
                <a16:creationId xmlns:a16="http://schemas.microsoft.com/office/drawing/2014/main" id="{B74D8277-456C-BB4B-B005-EB6E5FD2BB05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>
          <a:xfrm>
            <a:off x="6378507" y="381419"/>
            <a:ext cx="4951412" cy="5620588"/>
          </a:xfrm>
        </p:spPr>
        <p:txBody>
          <a:bodyPr/>
          <a:lstStyle/>
          <a:p>
            <a:r>
              <a:rPr lang="en-GB"/>
              <a:t>Click icon to add media</a:t>
            </a:r>
            <a:endParaRPr lang="en-US" dirty="0"/>
          </a:p>
        </p:txBody>
      </p:sp>
      <p:sp>
        <p:nvSpPr>
          <p:cNvPr id="22" name="Title 1">
            <a:extLst>
              <a:ext uri="{FF2B5EF4-FFF2-40B4-BE49-F238E27FC236}">
                <a16:creationId xmlns:a16="http://schemas.microsoft.com/office/drawing/2014/main" id="{C2E2A4F6-6AC5-2343-AA9D-DCA5C3633F7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81419"/>
            <a:ext cx="4969768" cy="632219"/>
          </a:xfrm>
        </p:spPr>
        <p:txBody>
          <a:bodyPr anchor="t" anchorCtr="0">
            <a:noAutofit/>
          </a:bodyPr>
          <a:lstStyle>
            <a:lvl1pPr>
              <a:defRPr sz="4400" b="1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Page Title</a:t>
            </a:r>
          </a:p>
        </p:txBody>
      </p:sp>
      <p:sp>
        <p:nvSpPr>
          <p:cNvPr id="23" name="Text Placeholder 13">
            <a:extLst>
              <a:ext uri="{FF2B5EF4-FFF2-40B4-BE49-F238E27FC236}">
                <a16:creationId xmlns:a16="http://schemas.microsoft.com/office/drawing/2014/main" id="{B1C2D37E-2631-DD4A-94AA-82F69735EE2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1107852"/>
            <a:ext cx="4969768" cy="4894155"/>
          </a:xfrm>
        </p:spPr>
        <p:txBody>
          <a:bodyPr>
            <a:normAutofit/>
          </a:bodyPr>
          <a:lstStyle>
            <a:lvl1pPr marL="0" indent="0">
              <a:buFont typeface="+mj-lt"/>
              <a:buNone/>
              <a:defRPr sz="14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189" indent="0">
              <a:buFont typeface="+mj-lt"/>
              <a:buNone/>
              <a:defRPr/>
            </a:lvl2pPr>
            <a:lvl3pPr marL="914377" indent="0">
              <a:buFont typeface="+mj-lt"/>
              <a:buNone/>
              <a:defRPr/>
            </a:lvl3pPr>
            <a:lvl4pPr marL="1371566" indent="0">
              <a:buFont typeface="+mj-lt"/>
              <a:buNone/>
              <a:defRPr/>
            </a:lvl4pPr>
            <a:lvl5pPr marL="1828754" indent="0">
              <a:buFont typeface="+mj-lt"/>
              <a:buNone/>
              <a:defRPr/>
            </a:lvl5pPr>
          </a:lstStyle>
          <a:p>
            <a:pPr lvl="0"/>
            <a:r>
              <a:rPr lang="en-US" dirty="0"/>
              <a:t>This will be the text paragraph that will contain any of the relevant content you wish to include.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E859F9DC-AE7C-FBFF-8C9F-61BE02F5775E}"/>
              </a:ext>
            </a:extLst>
          </p:cNvPr>
          <p:cNvGrpSpPr/>
          <p:nvPr userDrawn="1"/>
        </p:nvGrpSpPr>
        <p:grpSpPr>
          <a:xfrm>
            <a:off x="10688320" y="6276058"/>
            <a:ext cx="1503680" cy="581942"/>
            <a:chOff x="10688320" y="6276058"/>
            <a:chExt cx="1503680" cy="581942"/>
          </a:xfrm>
        </p:grpSpPr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614074B3-FA78-27E6-1A66-191EF809E35C}"/>
                </a:ext>
              </a:extLst>
            </p:cNvPr>
            <p:cNvGrpSpPr/>
            <p:nvPr userDrawn="1"/>
          </p:nvGrpSpPr>
          <p:grpSpPr>
            <a:xfrm>
              <a:off x="10688320" y="6293503"/>
              <a:ext cx="1503680" cy="564497"/>
              <a:chOff x="10688320" y="6293503"/>
              <a:chExt cx="1503680" cy="564497"/>
            </a:xfrm>
          </p:grpSpPr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D4F012BF-5A13-989E-9E98-63923C30D502}"/>
                  </a:ext>
                </a:extLst>
              </p:cNvPr>
              <p:cNvSpPr/>
              <p:nvPr userDrawn="1"/>
            </p:nvSpPr>
            <p:spPr>
              <a:xfrm>
                <a:off x="10688320" y="6318421"/>
                <a:ext cx="1503680" cy="539579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1"/>
              </a:p>
            </p:txBody>
          </p: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38E7E9B8-E765-009E-7849-DBCBE995B39D}"/>
                  </a:ext>
                </a:extLst>
              </p:cNvPr>
              <p:cNvSpPr txBox="1"/>
              <p:nvPr userDrawn="1"/>
            </p:nvSpPr>
            <p:spPr>
              <a:xfrm>
                <a:off x="10688320" y="6293503"/>
                <a:ext cx="1402079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900" b="0" i="0" kern="1200" dirty="0">
                    <a:solidFill>
                      <a:schemeClr val="bg2"/>
                    </a:solidFill>
                    <a:effectLst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Artificial Intelligence</a:t>
                </a:r>
                <a:endParaRPr lang="en-US" sz="900" b="0" i="0" dirty="0">
                  <a:solidFill>
                    <a:schemeClr val="bg2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pic>
            <p:nvPicPr>
              <p:cNvPr id="15" name="Picture 14">
                <a:extLst>
                  <a:ext uri="{FF2B5EF4-FFF2-40B4-BE49-F238E27FC236}">
                    <a16:creationId xmlns:a16="http://schemas.microsoft.com/office/drawing/2014/main" id="{AE059C79-90CE-29B5-B3B6-01AFB6FC7885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2"/>
              <a:stretch>
                <a:fillRect/>
              </a:stretch>
            </p:blipFill>
            <p:spPr>
              <a:xfrm>
                <a:off x="10772301" y="6472722"/>
                <a:ext cx="917730" cy="382856"/>
              </a:xfrm>
              <a:prstGeom prst="rect">
                <a:avLst/>
              </a:prstGeom>
            </p:spPr>
          </p:pic>
        </p:grpSp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5C7EEBC1-ED7F-FC72-7584-5337E408E8EA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11157438" y="6276058"/>
              <a:ext cx="1034562" cy="581941"/>
            </a:xfrm>
            <a:prstGeom prst="rect">
              <a:avLst/>
            </a:prstGeom>
          </p:spPr>
        </p:pic>
      </p:grpSp>
      <p:sp>
        <p:nvSpPr>
          <p:cNvPr id="16" name="Slide Number Placeholder 4">
            <a:extLst>
              <a:ext uri="{FF2B5EF4-FFF2-40B4-BE49-F238E27FC236}">
                <a16:creationId xmlns:a16="http://schemas.microsoft.com/office/drawing/2014/main" id="{014A1175-1073-FB62-3A2A-E19FE7760E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5600" y="6417523"/>
            <a:ext cx="2743200" cy="365125"/>
          </a:xfrm>
        </p:spPr>
        <p:txBody>
          <a:bodyPr/>
          <a:lstStyle>
            <a:lvl1pPr>
              <a:defRPr sz="1000" b="0" i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E9C85F8-0BD3-7742-B238-5BE9A2749A8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209300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yle 5 - Software Developmen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lide Number Placeholder 4">
            <a:extLst>
              <a:ext uri="{FF2B5EF4-FFF2-40B4-BE49-F238E27FC236}">
                <a16:creationId xmlns:a16="http://schemas.microsoft.com/office/drawing/2014/main" id="{C7305CBB-55FB-B44B-A0B0-96E86345C48A}"/>
              </a:ext>
            </a:extLst>
          </p:cNvPr>
          <p:cNvSpPr txBox="1">
            <a:spLocks/>
          </p:cNvSpPr>
          <p:nvPr userDrawn="1"/>
        </p:nvSpPr>
        <p:spPr>
          <a:xfrm>
            <a:off x="9692640" y="6405648"/>
            <a:ext cx="22961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000" b="0" i="0" kern="1200">
                <a:solidFill>
                  <a:schemeClr val="bg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E9C85F8-0BD3-7742-B238-5BE9A2749A8F}" type="slidenum">
              <a:rPr lang="en-US" sz="1000" smtClean="0"/>
              <a:pPr/>
              <a:t>‹#›</a:t>
            </a:fld>
            <a:endParaRPr lang="en-US" sz="1000" dirty="0"/>
          </a:p>
        </p:txBody>
      </p:sp>
      <p:sp>
        <p:nvSpPr>
          <p:cNvPr id="18" name="Media Placeholder 2">
            <a:extLst>
              <a:ext uri="{FF2B5EF4-FFF2-40B4-BE49-F238E27FC236}">
                <a16:creationId xmlns:a16="http://schemas.microsoft.com/office/drawing/2014/main" id="{675C1070-97AA-E14C-974E-C64156AA4727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>
          <a:xfrm>
            <a:off x="6378507" y="381419"/>
            <a:ext cx="4951412" cy="5620588"/>
          </a:xfrm>
        </p:spPr>
        <p:txBody>
          <a:bodyPr/>
          <a:lstStyle/>
          <a:p>
            <a:r>
              <a:rPr lang="en-GB"/>
              <a:t>Click icon to add media</a:t>
            </a:r>
            <a:endParaRPr lang="en-US" dirty="0"/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D2D60907-A2F2-994C-87D3-7689996B731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81419"/>
            <a:ext cx="4969768" cy="632219"/>
          </a:xfrm>
        </p:spPr>
        <p:txBody>
          <a:bodyPr anchor="t" anchorCtr="0">
            <a:noAutofit/>
          </a:bodyPr>
          <a:lstStyle>
            <a:lvl1pPr>
              <a:defRPr sz="4400" b="1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Page Title</a:t>
            </a:r>
          </a:p>
        </p:txBody>
      </p:sp>
      <p:sp>
        <p:nvSpPr>
          <p:cNvPr id="24" name="Text Placeholder 13">
            <a:extLst>
              <a:ext uri="{FF2B5EF4-FFF2-40B4-BE49-F238E27FC236}">
                <a16:creationId xmlns:a16="http://schemas.microsoft.com/office/drawing/2014/main" id="{9A68E9AB-98DF-2142-9BFB-F47EF8D8E42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1107852"/>
            <a:ext cx="4969768" cy="4894155"/>
          </a:xfrm>
        </p:spPr>
        <p:txBody>
          <a:bodyPr>
            <a:normAutofit/>
          </a:bodyPr>
          <a:lstStyle>
            <a:lvl1pPr marL="0" indent="0">
              <a:buFont typeface="+mj-lt"/>
              <a:buNone/>
              <a:defRPr sz="14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189" indent="0">
              <a:buFont typeface="+mj-lt"/>
              <a:buNone/>
              <a:defRPr/>
            </a:lvl2pPr>
            <a:lvl3pPr marL="914377" indent="0">
              <a:buFont typeface="+mj-lt"/>
              <a:buNone/>
              <a:defRPr/>
            </a:lvl3pPr>
            <a:lvl4pPr marL="1371566" indent="0">
              <a:buFont typeface="+mj-lt"/>
              <a:buNone/>
              <a:defRPr/>
            </a:lvl4pPr>
            <a:lvl5pPr marL="1828754" indent="0">
              <a:buFont typeface="+mj-lt"/>
              <a:buNone/>
              <a:defRPr/>
            </a:lvl5pPr>
          </a:lstStyle>
          <a:p>
            <a:pPr lvl="0"/>
            <a:r>
              <a:rPr lang="en-US" dirty="0"/>
              <a:t>This will be the text paragraph that will contain any of the relevant content you wish to include.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93FFF67C-0CD2-556E-9904-6222E6170FA8}"/>
              </a:ext>
            </a:extLst>
          </p:cNvPr>
          <p:cNvGrpSpPr/>
          <p:nvPr userDrawn="1"/>
        </p:nvGrpSpPr>
        <p:grpSpPr>
          <a:xfrm>
            <a:off x="10688320" y="6276058"/>
            <a:ext cx="1503680" cy="581942"/>
            <a:chOff x="10688320" y="6276058"/>
            <a:chExt cx="1503680" cy="581942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5E6D47AA-F4FB-6BC3-5514-F902A3246624}"/>
                </a:ext>
              </a:extLst>
            </p:cNvPr>
            <p:cNvGrpSpPr/>
            <p:nvPr userDrawn="1"/>
          </p:nvGrpSpPr>
          <p:grpSpPr>
            <a:xfrm>
              <a:off x="10688320" y="6293503"/>
              <a:ext cx="1503680" cy="564497"/>
              <a:chOff x="10688320" y="6293503"/>
              <a:chExt cx="1503680" cy="564497"/>
            </a:xfrm>
          </p:grpSpPr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1A03E38F-989C-9656-72FC-286B41D6CC45}"/>
                  </a:ext>
                </a:extLst>
              </p:cNvPr>
              <p:cNvSpPr/>
              <p:nvPr userDrawn="1"/>
            </p:nvSpPr>
            <p:spPr>
              <a:xfrm>
                <a:off x="10688320" y="6318421"/>
                <a:ext cx="1503680" cy="539579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1"/>
              </a:p>
            </p:txBody>
          </p:sp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D21C3CEB-0AF5-075D-421C-E15D0FE48194}"/>
                  </a:ext>
                </a:extLst>
              </p:cNvPr>
              <p:cNvSpPr txBox="1"/>
              <p:nvPr userDrawn="1"/>
            </p:nvSpPr>
            <p:spPr>
              <a:xfrm>
                <a:off x="10688320" y="6293503"/>
                <a:ext cx="1402079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900" b="0" i="0" kern="1200" dirty="0">
                    <a:solidFill>
                      <a:schemeClr val="bg2"/>
                    </a:solidFill>
                    <a:effectLst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Artificial Intelligence</a:t>
                </a:r>
                <a:endParaRPr lang="en-US" sz="900" b="0" i="0" dirty="0">
                  <a:solidFill>
                    <a:schemeClr val="bg2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pic>
            <p:nvPicPr>
              <p:cNvPr id="11" name="Picture 10">
                <a:extLst>
                  <a:ext uri="{FF2B5EF4-FFF2-40B4-BE49-F238E27FC236}">
                    <a16:creationId xmlns:a16="http://schemas.microsoft.com/office/drawing/2014/main" id="{38872712-1DD4-0887-E813-760FFC8A9C54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2"/>
              <a:stretch>
                <a:fillRect/>
              </a:stretch>
            </p:blipFill>
            <p:spPr>
              <a:xfrm>
                <a:off x="10772301" y="6472722"/>
                <a:ext cx="917730" cy="382856"/>
              </a:xfrm>
              <a:prstGeom prst="rect">
                <a:avLst/>
              </a:prstGeom>
            </p:spPr>
          </p:pic>
        </p:grp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7D692EEC-4BFF-D31E-839E-1C89979FD37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11157438" y="6276058"/>
              <a:ext cx="1034562" cy="581941"/>
            </a:xfrm>
            <a:prstGeom prst="rect">
              <a:avLst/>
            </a:prstGeom>
          </p:spPr>
        </p:pic>
      </p:grpSp>
      <p:sp>
        <p:nvSpPr>
          <p:cNvPr id="13" name="Slide Number Placeholder 4">
            <a:extLst>
              <a:ext uri="{FF2B5EF4-FFF2-40B4-BE49-F238E27FC236}">
                <a16:creationId xmlns:a16="http://schemas.microsoft.com/office/drawing/2014/main" id="{5C106A8E-53FA-BCB2-4892-69E52BC869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5600" y="6417523"/>
            <a:ext cx="2743200" cy="365125"/>
          </a:xfrm>
        </p:spPr>
        <p:txBody>
          <a:bodyPr/>
          <a:lstStyle>
            <a:lvl1pPr>
              <a:defRPr sz="1000" b="0" i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E9C85F8-0BD3-7742-B238-5BE9A2749A8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51323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yle 6 - Bullet Points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">
            <a:extLst>
              <a:ext uri="{FF2B5EF4-FFF2-40B4-BE49-F238E27FC236}">
                <a16:creationId xmlns:a16="http://schemas.microsoft.com/office/drawing/2014/main" id="{429DAEC0-2555-2845-A15D-30799D398E3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81419"/>
            <a:ext cx="4969768" cy="632219"/>
          </a:xfrm>
        </p:spPr>
        <p:txBody>
          <a:bodyPr anchor="t" anchorCtr="0">
            <a:noAutofit/>
          </a:bodyPr>
          <a:lstStyle>
            <a:lvl1pPr>
              <a:defRPr sz="4400" b="1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Page Title</a:t>
            </a:r>
          </a:p>
        </p:txBody>
      </p:sp>
      <p:sp>
        <p:nvSpPr>
          <p:cNvPr id="20" name="Text Placeholder 13">
            <a:extLst>
              <a:ext uri="{FF2B5EF4-FFF2-40B4-BE49-F238E27FC236}">
                <a16:creationId xmlns:a16="http://schemas.microsoft.com/office/drawing/2014/main" id="{F91855CE-A534-634D-8877-E5E3DECFC3D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38199" y="1100863"/>
            <a:ext cx="10503091" cy="4912611"/>
          </a:xfrm>
        </p:spPr>
        <p:txBody>
          <a:bodyPr>
            <a:normAutofit/>
          </a:bodyPr>
          <a:lstStyle>
            <a:lvl1pPr marL="285744" marR="0" indent="-285744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14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189" indent="0">
              <a:buFont typeface="+mj-lt"/>
              <a:buNone/>
              <a:defRPr/>
            </a:lvl2pPr>
            <a:lvl3pPr marL="914377" indent="0">
              <a:buFont typeface="+mj-lt"/>
              <a:buNone/>
              <a:defRPr/>
            </a:lvl3pPr>
            <a:lvl4pPr marL="1371566" indent="0">
              <a:buFont typeface="+mj-lt"/>
              <a:buNone/>
              <a:defRPr/>
            </a:lvl4pPr>
            <a:lvl5pPr marL="1828754" indent="0">
              <a:buFont typeface="+mj-lt"/>
              <a:buNone/>
              <a:defRPr/>
            </a:lvl5pPr>
          </a:lstStyle>
          <a:p>
            <a:pPr lvl="0"/>
            <a:r>
              <a:rPr lang="en-US" dirty="0"/>
              <a:t>This is to be used for any text that might require bullet point use through the </a:t>
            </a:r>
            <a:r>
              <a:rPr lang="en-US" dirty="0" err="1"/>
              <a:t>powerpoint</a:t>
            </a:r>
            <a:r>
              <a:rPr lang="en-US" dirty="0"/>
              <a:t>.</a:t>
            </a:r>
          </a:p>
          <a:p>
            <a:pPr lvl="0"/>
            <a:r>
              <a:rPr lang="en-US" dirty="0"/>
              <a:t>This is to be used for any text that might require bullet point use through the </a:t>
            </a:r>
            <a:r>
              <a:rPr lang="en-US" dirty="0" err="1"/>
              <a:t>powerpoint</a:t>
            </a:r>
            <a:r>
              <a:rPr lang="en-US" dirty="0"/>
              <a:t>.</a:t>
            </a:r>
          </a:p>
          <a:p>
            <a:pPr marL="285744" marR="0" lvl="0" indent="-285744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This is to be used for any text that might require bullet point use through the </a:t>
            </a:r>
            <a:r>
              <a:rPr lang="en-US" dirty="0" err="1"/>
              <a:t>powerpoint</a:t>
            </a:r>
            <a:r>
              <a:rPr lang="en-US" dirty="0"/>
              <a:t>.</a:t>
            </a:r>
          </a:p>
          <a:p>
            <a:pPr marL="285744" marR="0" lvl="0" indent="-285744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This is to be used for any text that might require bullet point use through the </a:t>
            </a:r>
            <a:r>
              <a:rPr lang="en-US" dirty="0" err="1"/>
              <a:t>powerpoint</a:t>
            </a:r>
            <a:r>
              <a:rPr lang="en-US" dirty="0"/>
              <a:t>.</a:t>
            </a:r>
          </a:p>
          <a:p>
            <a:pPr marL="285744" marR="0" lvl="0" indent="-285744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This is to be used for any text that might require bullet point use through the </a:t>
            </a:r>
            <a:r>
              <a:rPr lang="en-US" dirty="0" err="1"/>
              <a:t>powerpoint</a:t>
            </a:r>
            <a:r>
              <a:rPr lang="en-US" dirty="0"/>
              <a:t>.</a:t>
            </a:r>
          </a:p>
          <a:p>
            <a:pPr marL="285744" marR="0" lvl="0" indent="-285744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This is to be used for any text that might require bullet point use through the </a:t>
            </a:r>
            <a:r>
              <a:rPr lang="en-US" dirty="0" err="1"/>
              <a:t>powerpoint</a:t>
            </a:r>
            <a:r>
              <a:rPr lang="en-US" dirty="0"/>
              <a:t>.</a:t>
            </a:r>
          </a:p>
          <a:p>
            <a:pPr marL="285744" marR="0" lvl="0" indent="-285744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This is to be used for any text that might require bullet point use through the </a:t>
            </a:r>
            <a:r>
              <a:rPr lang="en-US" dirty="0" err="1"/>
              <a:t>powerpoint</a:t>
            </a:r>
            <a:r>
              <a:rPr lang="en-US" dirty="0"/>
              <a:t>.</a:t>
            </a:r>
          </a:p>
          <a:p>
            <a:pPr marL="285744" marR="0" lvl="0" indent="-285744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This is to be used for any text that might require bullet point use through the </a:t>
            </a:r>
            <a:r>
              <a:rPr lang="en-US" dirty="0" err="1"/>
              <a:t>powerpoint</a:t>
            </a:r>
            <a:r>
              <a:rPr lang="en-US" dirty="0"/>
              <a:t>.</a:t>
            </a:r>
          </a:p>
          <a:p>
            <a:pPr marL="285744" marR="0" lvl="0" indent="-285744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This is to be used for any text that might require bullet point use through the </a:t>
            </a:r>
            <a:r>
              <a:rPr lang="en-US" dirty="0" err="1"/>
              <a:t>powerpoint</a:t>
            </a:r>
            <a:r>
              <a:rPr lang="en-US" dirty="0"/>
              <a:t>.</a:t>
            </a:r>
          </a:p>
          <a:p>
            <a:pPr marL="285744" marR="0" lvl="0" indent="-285744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This is to be used for any text that might require bullet point use through the </a:t>
            </a:r>
            <a:r>
              <a:rPr lang="en-US" dirty="0" err="1"/>
              <a:t>powerpoint</a:t>
            </a:r>
            <a:r>
              <a:rPr lang="en-US" dirty="0"/>
              <a:t>.</a:t>
            </a:r>
          </a:p>
          <a:p>
            <a:pPr marL="285744" marR="0" lvl="0" indent="-285744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This is to be used for any text that might require bullet point use through the </a:t>
            </a:r>
            <a:r>
              <a:rPr lang="en-US" dirty="0" err="1"/>
              <a:t>powerpoint</a:t>
            </a:r>
            <a:r>
              <a:rPr lang="en-US" dirty="0"/>
              <a:t>.</a:t>
            </a:r>
          </a:p>
          <a:p>
            <a:pPr marL="285744" marR="0" lvl="0" indent="-285744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This is to be used for any text that might require bullet point use through the </a:t>
            </a:r>
            <a:r>
              <a:rPr lang="en-US" dirty="0" err="1"/>
              <a:t>powerpoint</a:t>
            </a:r>
            <a:r>
              <a:rPr lang="en-US" dirty="0"/>
              <a:t>.</a:t>
            </a:r>
          </a:p>
          <a:p>
            <a:pPr marL="285744" marR="0" lvl="0" indent="-285744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This is to be used for any text that might require bullet point use through the </a:t>
            </a:r>
            <a:r>
              <a:rPr lang="en-US" dirty="0" err="1"/>
              <a:t>powerpoint</a:t>
            </a:r>
            <a:r>
              <a:rPr lang="en-US" dirty="0"/>
              <a:t>.</a:t>
            </a:r>
          </a:p>
          <a:p>
            <a:pPr marL="285744" marR="0" lvl="0" indent="-285744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This is to be used for any text that might require bullet point use through the </a:t>
            </a:r>
            <a:r>
              <a:rPr lang="en-US" dirty="0" err="1"/>
              <a:t>powerpoint</a:t>
            </a:r>
            <a:r>
              <a:rPr lang="en-US" dirty="0"/>
              <a:t>.</a:t>
            </a:r>
          </a:p>
          <a:p>
            <a:pPr marL="285744" marR="0" lvl="0" indent="-285744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This is to be used for any text that might require bullet point use through the </a:t>
            </a:r>
            <a:r>
              <a:rPr lang="en-US" dirty="0" err="1"/>
              <a:t>powerpoint</a:t>
            </a:r>
            <a:r>
              <a:rPr lang="en-US" dirty="0"/>
              <a:t>.</a:t>
            </a:r>
          </a:p>
          <a:p>
            <a:pPr marL="285744" marR="0" lvl="0" indent="-285744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dirty="0"/>
          </a:p>
          <a:p>
            <a:pPr lvl="0"/>
            <a:endParaRPr lang="en-US" dirty="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0B0D3CC3-42E7-7420-2506-8653F75CE1A6}"/>
              </a:ext>
            </a:extLst>
          </p:cNvPr>
          <p:cNvGrpSpPr/>
          <p:nvPr userDrawn="1"/>
        </p:nvGrpSpPr>
        <p:grpSpPr>
          <a:xfrm>
            <a:off x="10688320" y="6276058"/>
            <a:ext cx="1503680" cy="581942"/>
            <a:chOff x="10688320" y="6276058"/>
            <a:chExt cx="1503680" cy="581942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6BC2A114-C6F2-5CBA-030B-D9A0EF0E008A}"/>
                </a:ext>
              </a:extLst>
            </p:cNvPr>
            <p:cNvGrpSpPr/>
            <p:nvPr userDrawn="1"/>
          </p:nvGrpSpPr>
          <p:grpSpPr>
            <a:xfrm>
              <a:off x="10688320" y="6293503"/>
              <a:ext cx="1503680" cy="564497"/>
              <a:chOff x="10688320" y="6293503"/>
              <a:chExt cx="1503680" cy="564497"/>
            </a:xfrm>
          </p:grpSpPr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DA33D99A-80DF-B000-5C94-FE9422B75358}"/>
                  </a:ext>
                </a:extLst>
              </p:cNvPr>
              <p:cNvSpPr/>
              <p:nvPr userDrawn="1"/>
            </p:nvSpPr>
            <p:spPr>
              <a:xfrm>
                <a:off x="10688320" y="6318421"/>
                <a:ext cx="1503680" cy="539579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1"/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8E0C8D83-6C1F-4E5E-9719-BF0183A8799F}"/>
                  </a:ext>
                </a:extLst>
              </p:cNvPr>
              <p:cNvSpPr txBox="1"/>
              <p:nvPr userDrawn="1"/>
            </p:nvSpPr>
            <p:spPr>
              <a:xfrm>
                <a:off x="10688320" y="6293503"/>
                <a:ext cx="1402079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900" b="0" i="0" kern="1200" dirty="0">
                    <a:solidFill>
                      <a:schemeClr val="bg2"/>
                    </a:solidFill>
                    <a:effectLst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Artificial Intelligence</a:t>
                </a:r>
                <a:endParaRPr lang="en-US" sz="900" b="0" i="0" dirty="0">
                  <a:solidFill>
                    <a:schemeClr val="bg2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pic>
            <p:nvPicPr>
              <p:cNvPr id="14" name="Picture 13">
                <a:extLst>
                  <a:ext uri="{FF2B5EF4-FFF2-40B4-BE49-F238E27FC236}">
                    <a16:creationId xmlns:a16="http://schemas.microsoft.com/office/drawing/2014/main" id="{FCD31E5D-516B-571D-C15C-CD38C3A51874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2"/>
              <a:stretch>
                <a:fillRect/>
              </a:stretch>
            </p:blipFill>
            <p:spPr>
              <a:xfrm>
                <a:off x="10772301" y="6472722"/>
                <a:ext cx="917730" cy="382856"/>
              </a:xfrm>
              <a:prstGeom prst="rect">
                <a:avLst/>
              </a:prstGeom>
            </p:spPr>
          </p:pic>
        </p:grpSp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1B8CF761-B206-1FA6-1631-95E8AC8BDE71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11157438" y="6276058"/>
              <a:ext cx="1034562" cy="581941"/>
            </a:xfrm>
            <a:prstGeom prst="rect">
              <a:avLst/>
            </a:prstGeom>
          </p:spPr>
        </p:pic>
      </p:grpSp>
      <p:sp>
        <p:nvSpPr>
          <p:cNvPr id="15" name="Slide Number Placeholder 4">
            <a:extLst>
              <a:ext uri="{FF2B5EF4-FFF2-40B4-BE49-F238E27FC236}">
                <a16:creationId xmlns:a16="http://schemas.microsoft.com/office/drawing/2014/main" id="{8F1884E3-782D-A62D-05AB-FE7DDB2BAC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5600" y="6417523"/>
            <a:ext cx="2743200" cy="365125"/>
          </a:xfrm>
        </p:spPr>
        <p:txBody>
          <a:bodyPr/>
          <a:lstStyle>
            <a:lvl1pPr>
              <a:defRPr sz="1000" b="0" i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E9C85F8-0BD3-7742-B238-5BE9A2749A8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083701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yle 7 - Large Image Box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">
            <a:extLst>
              <a:ext uri="{FF2B5EF4-FFF2-40B4-BE49-F238E27FC236}">
                <a16:creationId xmlns:a16="http://schemas.microsoft.com/office/drawing/2014/main" id="{E57A80E5-2379-9B46-BEC6-413D106080F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81419"/>
            <a:ext cx="4969768" cy="632219"/>
          </a:xfrm>
        </p:spPr>
        <p:txBody>
          <a:bodyPr anchor="t" anchorCtr="0">
            <a:noAutofit/>
          </a:bodyPr>
          <a:lstStyle>
            <a:lvl1pPr>
              <a:defRPr sz="4400" b="1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Page Title</a:t>
            </a:r>
          </a:p>
        </p:txBody>
      </p:sp>
      <p:sp>
        <p:nvSpPr>
          <p:cNvPr id="26" name="Picture Placeholder 2">
            <a:extLst>
              <a:ext uri="{FF2B5EF4-FFF2-40B4-BE49-F238E27FC236}">
                <a16:creationId xmlns:a16="http://schemas.microsoft.com/office/drawing/2014/main" id="{812783BF-98F9-9345-BF11-B0AC41FBDE6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38201" y="1119706"/>
            <a:ext cx="10531475" cy="4857857"/>
          </a:xfrm>
        </p:spPr>
        <p:txBody>
          <a:bodyPr/>
          <a:lstStyle/>
          <a:p>
            <a:r>
              <a:rPr lang="en-US" dirty="0"/>
              <a:t>Add Picture here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01BA0998-2EC2-811F-C93B-278973FB4CEB}"/>
              </a:ext>
            </a:extLst>
          </p:cNvPr>
          <p:cNvGrpSpPr/>
          <p:nvPr userDrawn="1"/>
        </p:nvGrpSpPr>
        <p:grpSpPr>
          <a:xfrm>
            <a:off x="10688320" y="6276058"/>
            <a:ext cx="1503680" cy="581942"/>
            <a:chOff x="10688320" y="6276058"/>
            <a:chExt cx="1503680" cy="581942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A77E8D76-5E3D-8296-877D-09E99FE98423}"/>
                </a:ext>
              </a:extLst>
            </p:cNvPr>
            <p:cNvGrpSpPr/>
            <p:nvPr userDrawn="1"/>
          </p:nvGrpSpPr>
          <p:grpSpPr>
            <a:xfrm>
              <a:off x="10688320" y="6293503"/>
              <a:ext cx="1503680" cy="564497"/>
              <a:chOff x="10688320" y="6293503"/>
              <a:chExt cx="1503680" cy="564497"/>
            </a:xfrm>
          </p:grpSpPr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36B96EF3-78F7-A366-80A6-0C642B45E4B7}"/>
                  </a:ext>
                </a:extLst>
              </p:cNvPr>
              <p:cNvSpPr/>
              <p:nvPr userDrawn="1"/>
            </p:nvSpPr>
            <p:spPr>
              <a:xfrm>
                <a:off x="10688320" y="6318421"/>
                <a:ext cx="1503680" cy="539579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1"/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B1369147-C836-5A48-5CEC-21A546E95281}"/>
                  </a:ext>
                </a:extLst>
              </p:cNvPr>
              <p:cNvSpPr txBox="1"/>
              <p:nvPr userDrawn="1"/>
            </p:nvSpPr>
            <p:spPr>
              <a:xfrm>
                <a:off x="10688320" y="6293503"/>
                <a:ext cx="1402079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900" b="0" i="0" kern="1200" dirty="0">
                    <a:solidFill>
                      <a:schemeClr val="bg2"/>
                    </a:solidFill>
                    <a:effectLst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Artificial Intelligence</a:t>
                </a:r>
                <a:endParaRPr lang="en-US" sz="900" b="0" i="0" dirty="0">
                  <a:solidFill>
                    <a:schemeClr val="bg2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pic>
            <p:nvPicPr>
              <p:cNvPr id="14" name="Picture 13">
                <a:extLst>
                  <a:ext uri="{FF2B5EF4-FFF2-40B4-BE49-F238E27FC236}">
                    <a16:creationId xmlns:a16="http://schemas.microsoft.com/office/drawing/2014/main" id="{BA7C5095-9559-36E6-DAA4-F5F481B5EF70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2"/>
              <a:stretch>
                <a:fillRect/>
              </a:stretch>
            </p:blipFill>
            <p:spPr>
              <a:xfrm>
                <a:off x="10772301" y="6472722"/>
                <a:ext cx="917730" cy="382856"/>
              </a:xfrm>
              <a:prstGeom prst="rect">
                <a:avLst/>
              </a:prstGeom>
            </p:spPr>
          </p:pic>
        </p:grpSp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0E85BF1F-2D82-360A-ECA2-7AFA5E2F508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11157438" y="6276058"/>
              <a:ext cx="1034562" cy="581941"/>
            </a:xfrm>
            <a:prstGeom prst="rect">
              <a:avLst/>
            </a:prstGeom>
          </p:spPr>
        </p:pic>
      </p:grpSp>
      <p:sp>
        <p:nvSpPr>
          <p:cNvPr id="15" name="Slide Number Placeholder 4">
            <a:extLst>
              <a:ext uri="{FF2B5EF4-FFF2-40B4-BE49-F238E27FC236}">
                <a16:creationId xmlns:a16="http://schemas.microsoft.com/office/drawing/2014/main" id="{E0963CC3-AB74-9CEB-7CCB-1B45375358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5600" y="6417523"/>
            <a:ext cx="2743200" cy="365125"/>
          </a:xfrm>
        </p:spPr>
        <p:txBody>
          <a:bodyPr/>
          <a:lstStyle>
            <a:lvl1pPr>
              <a:defRPr sz="1000" b="0" i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E9C85F8-0BD3-7742-B238-5BE9A2749A8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333553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yle 8 - Left Aligned Tex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D7B47B32-3A52-1F48-BE63-C5EB36A2E04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81419"/>
            <a:ext cx="4969768" cy="632219"/>
          </a:xfrm>
        </p:spPr>
        <p:txBody>
          <a:bodyPr anchor="t" anchorCtr="0">
            <a:noAutofit/>
          </a:bodyPr>
          <a:lstStyle>
            <a:lvl1pPr>
              <a:defRPr sz="4400" b="1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Page Title</a:t>
            </a:r>
          </a:p>
        </p:txBody>
      </p:sp>
      <p:sp>
        <p:nvSpPr>
          <p:cNvPr id="18" name="Text Placeholder 13">
            <a:extLst>
              <a:ext uri="{FF2B5EF4-FFF2-40B4-BE49-F238E27FC236}">
                <a16:creationId xmlns:a16="http://schemas.microsoft.com/office/drawing/2014/main" id="{999451E6-42D4-A041-898E-E9362B934ED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1107852"/>
            <a:ext cx="4969768" cy="4894155"/>
          </a:xfrm>
        </p:spPr>
        <p:txBody>
          <a:bodyPr>
            <a:normAutofit/>
          </a:bodyPr>
          <a:lstStyle>
            <a:lvl1pPr marL="0" indent="0">
              <a:buFont typeface="+mj-lt"/>
              <a:buNone/>
              <a:defRPr sz="14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189" indent="0">
              <a:buFont typeface="+mj-lt"/>
              <a:buNone/>
              <a:defRPr/>
            </a:lvl2pPr>
            <a:lvl3pPr marL="914377" indent="0">
              <a:buFont typeface="+mj-lt"/>
              <a:buNone/>
              <a:defRPr/>
            </a:lvl3pPr>
            <a:lvl4pPr marL="1371566" indent="0">
              <a:buFont typeface="+mj-lt"/>
              <a:buNone/>
              <a:defRPr/>
            </a:lvl4pPr>
            <a:lvl5pPr marL="1828754" indent="0">
              <a:buFont typeface="+mj-lt"/>
              <a:buNone/>
              <a:defRPr/>
            </a:lvl5pPr>
          </a:lstStyle>
          <a:p>
            <a:pPr lvl="0"/>
            <a:r>
              <a:rPr lang="en-US" dirty="0"/>
              <a:t>This will be the text paragraph that will contain any of the relevant content you wish to include.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B4D60C82-C500-B131-44DF-EC245B0F1CA0}"/>
              </a:ext>
            </a:extLst>
          </p:cNvPr>
          <p:cNvGrpSpPr/>
          <p:nvPr userDrawn="1"/>
        </p:nvGrpSpPr>
        <p:grpSpPr>
          <a:xfrm>
            <a:off x="10688320" y="6276058"/>
            <a:ext cx="1503680" cy="581942"/>
            <a:chOff x="10688320" y="6276058"/>
            <a:chExt cx="1503680" cy="581942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C6B6E645-A775-B18D-7A7D-E33B24E99D45}"/>
                </a:ext>
              </a:extLst>
            </p:cNvPr>
            <p:cNvGrpSpPr/>
            <p:nvPr userDrawn="1"/>
          </p:nvGrpSpPr>
          <p:grpSpPr>
            <a:xfrm>
              <a:off x="10688320" y="6293503"/>
              <a:ext cx="1503680" cy="564497"/>
              <a:chOff x="10688320" y="6293503"/>
              <a:chExt cx="1503680" cy="564497"/>
            </a:xfrm>
          </p:grpSpPr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3EFEC917-BC9B-D9F5-566E-28C4ABA92ADD}"/>
                  </a:ext>
                </a:extLst>
              </p:cNvPr>
              <p:cNvSpPr/>
              <p:nvPr userDrawn="1"/>
            </p:nvSpPr>
            <p:spPr>
              <a:xfrm>
                <a:off x="10688320" y="6318421"/>
                <a:ext cx="1503680" cy="539579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1"/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4AADAF47-4FB1-16CD-8732-3E3F414B6EFA}"/>
                  </a:ext>
                </a:extLst>
              </p:cNvPr>
              <p:cNvSpPr txBox="1"/>
              <p:nvPr userDrawn="1"/>
            </p:nvSpPr>
            <p:spPr>
              <a:xfrm>
                <a:off x="10688320" y="6293503"/>
                <a:ext cx="1402079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900" b="0" i="0" kern="1200" dirty="0">
                    <a:solidFill>
                      <a:schemeClr val="bg2"/>
                    </a:solidFill>
                    <a:effectLst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Artificial Intelligence</a:t>
                </a:r>
                <a:endParaRPr lang="en-US" sz="900" b="0" i="0" dirty="0">
                  <a:solidFill>
                    <a:schemeClr val="bg2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pic>
            <p:nvPicPr>
              <p:cNvPr id="14" name="Picture 13">
                <a:extLst>
                  <a:ext uri="{FF2B5EF4-FFF2-40B4-BE49-F238E27FC236}">
                    <a16:creationId xmlns:a16="http://schemas.microsoft.com/office/drawing/2014/main" id="{6418A011-A6DC-F25A-63AC-A7279A727590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2"/>
              <a:stretch>
                <a:fillRect/>
              </a:stretch>
            </p:blipFill>
            <p:spPr>
              <a:xfrm>
                <a:off x="10772301" y="6472722"/>
                <a:ext cx="917730" cy="382856"/>
              </a:xfrm>
              <a:prstGeom prst="rect">
                <a:avLst/>
              </a:prstGeom>
            </p:spPr>
          </p:pic>
        </p:grpSp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48241CAA-D7C2-A8C8-C934-EE7AF5E04DA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11157438" y="6276058"/>
              <a:ext cx="1034562" cy="581941"/>
            </a:xfrm>
            <a:prstGeom prst="rect">
              <a:avLst/>
            </a:prstGeom>
          </p:spPr>
        </p:pic>
      </p:grpSp>
      <p:sp>
        <p:nvSpPr>
          <p:cNvPr id="16" name="Slide Number Placeholder 4">
            <a:extLst>
              <a:ext uri="{FF2B5EF4-FFF2-40B4-BE49-F238E27FC236}">
                <a16:creationId xmlns:a16="http://schemas.microsoft.com/office/drawing/2014/main" id="{B6E95B5D-F62C-23E0-9018-9BC0EBDCAA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5600" y="6417523"/>
            <a:ext cx="2743200" cy="365125"/>
          </a:xfrm>
        </p:spPr>
        <p:txBody>
          <a:bodyPr/>
          <a:lstStyle>
            <a:lvl1pPr>
              <a:defRPr sz="1000" b="0" i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E9C85F8-0BD3-7742-B238-5BE9A2749A8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628755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yle 9 - Right Aligned Tex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5517BEAB-A995-204B-91D6-36ABBF329A2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84512" y="381419"/>
            <a:ext cx="4969768" cy="632219"/>
          </a:xfrm>
        </p:spPr>
        <p:txBody>
          <a:bodyPr anchor="t" anchorCtr="0">
            <a:noAutofit/>
          </a:bodyPr>
          <a:lstStyle>
            <a:lvl1pPr>
              <a:defRPr sz="4400" b="1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Page Title</a:t>
            </a:r>
          </a:p>
        </p:txBody>
      </p:sp>
      <p:sp>
        <p:nvSpPr>
          <p:cNvPr id="20" name="Text Placeholder 13">
            <a:extLst>
              <a:ext uri="{FF2B5EF4-FFF2-40B4-BE49-F238E27FC236}">
                <a16:creationId xmlns:a16="http://schemas.microsoft.com/office/drawing/2014/main" id="{6B931009-8692-1340-AFDB-626C48A2153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384512" y="1114007"/>
            <a:ext cx="4969768" cy="4888000"/>
          </a:xfrm>
        </p:spPr>
        <p:txBody>
          <a:bodyPr>
            <a:normAutofit/>
          </a:bodyPr>
          <a:lstStyle>
            <a:lvl1pPr marL="0" indent="0">
              <a:buFont typeface="+mj-lt"/>
              <a:buNone/>
              <a:defRPr sz="14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189" indent="0">
              <a:buFont typeface="+mj-lt"/>
              <a:buNone/>
              <a:defRPr/>
            </a:lvl2pPr>
            <a:lvl3pPr marL="914377" indent="0">
              <a:buFont typeface="+mj-lt"/>
              <a:buNone/>
              <a:defRPr/>
            </a:lvl3pPr>
            <a:lvl4pPr marL="1371566" indent="0">
              <a:buFont typeface="+mj-lt"/>
              <a:buNone/>
              <a:defRPr/>
            </a:lvl4pPr>
            <a:lvl5pPr marL="1828754" indent="0">
              <a:buFont typeface="+mj-lt"/>
              <a:buNone/>
              <a:defRPr/>
            </a:lvl5pPr>
          </a:lstStyle>
          <a:p>
            <a:pPr lvl="0"/>
            <a:r>
              <a:rPr lang="en-US" dirty="0"/>
              <a:t>This will be the text paragraph that will contain any of the relevant content you wish to include.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5F75C75E-535D-3E13-83B2-78913A4C3803}"/>
              </a:ext>
            </a:extLst>
          </p:cNvPr>
          <p:cNvGrpSpPr/>
          <p:nvPr userDrawn="1"/>
        </p:nvGrpSpPr>
        <p:grpSpPr>
          <a:xfrm>
            <a:off x="10688320" y="6276058"/>
            <a:ext cx="1503680" cy="581942"/>
            <a:chOff x="10688320" y="6276058"/>
            <a:chExt cx="1503680" cy="581942"/>
          </a:xfrm>
        </p:grpSpPr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B4C9F514-DC38-14BF-8A18-F76D2A4359FE}"/>
                </a:ext>
              </a:extLst>
            </p:cNvPr>
            <p:cNvGrpSpPr/>
            <p:nvPr userDrawn="1"/>
          </p:nvGrpSpPr>
          <p:grpSpPr>
            <a:xfrm>
              <a:off x="10688320" y="6293503"/>
              <a:ext cx="1503680" cy="564497"/>
              <a:chOff x="10688320" y="6293503"/>
              <a:chExt cx="1503680" cy="564497"/>
            </a:xfrm>
          </p:grpSpPr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DC14BD3C-2E89-1792-27E5-6DCF3CC94944}"/>
                  </a:ext>
                </a:extLst>
              </p:cNvPr>
              <p:cNvSpPr/>
              <p:nvPr userDrawn="1"/>
            </p:nvSpPr>
            <p:spPr>
              <a:xfrm>
                <a:off x="10688320" y="6318421"/>
                <a:ext cx="1503680" cy="539579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1"/>
              </a:p>
            </p:txBody>
          </p: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40B2FB90-52B0-393C-DABB-185AB20A56F5}"/>
                  </a:ext>
                </a:extLst>
              </p:cNvPr>
              <p:cNvSpPr txBox="1"/>
              <p:nvPr userDrawn="1"/>
            </p:nvSpPr>
            <p:spPr>
              <a:xfrm>
                <a:off x="10688320" y="6293503"/>
                <a:ext cx="1402079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900" b="0" i="0" kern="1200" dirty="0">
                    <a:solidFill>
                      <a:schemeClr val="bg2"/>
                    </a:solidFill>
                    <a:effectLst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Artificial Intelligence</a:t>
                </a:r>
                <a:endParaRPr lang="en-US" sz="900" b="0" i="0" dirty="0">
                  <a:solidFill>
                    <a:schemeClr val="bg2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pic>
            <p:nvPicPr>
              <p:cNvPr id="15" name="Picture 14">
                <a:extLst>
                  <a:ext uri="{FF2B5EF4-FFF2-40B4-BE49-F238E27FC236}">
                    <a16:creationId xmlns:a16="http://schemas.microsoft.com/office/drawing/2014/main" id="{1CF88BE8-27A3-FCA8-0936-4A57020AF393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2"/>
              <a:stretch>
                <a:fillRect/>
              </a:stretch>
            </p:blipFill>
            <p:spPr>
              <a:xfrm>
                <a:off x="10772301" y="6472722"/>
                <a:ext cx="917730" cy="382856"/>
              </a:xfrm>
              <a:prstGeom prst="rect">
                <a:avLst/>
              </a:prstGeom>
            </p:spPr>
          </p:pic>
        </p:grpSp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CF9DCB7B-97CF-0A10-074E-8778907E4C8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11157438" y="6276058"/>
              <a:ext cx="1034562" cy="581941"/>
            </a:xfrm>
            <a:prstGeom prst="rect">
              <a:avLst/>
            </a:prstGeom>
          </p:spPr>
        </p:pic>
      </p:grpSp>
      <p:sp>
        <p:nvSpPr>
          <p:cNvPr id="16" name="Slide Number Placeholder 4">
            <a:extLst>
              <a:ext uri="{FF2B5EF4-FFF2-40B4-BE49-F238E27FC236}">
                <a16:creationId xmlns:a16="http://schemas.microsoft.com/office/drawing/2014/main" id="{C7BA06DD-DBC7-D6C4-A0BA-9445D1A9F3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5600" y="6417523"/>
            <a:ext cx="2743200" cy="365125"/>
          </a:xfrm>
        </p:spPr>
        <p:txBody>
          <a:bodyPr/>
          <a:lstStyle>
            <a:lvl1pPr>
              <a:defRPr sz="1000" b="0" i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E9C85F8-0BD3-7742-B238-5BE9A2749A8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091862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E9C85F8-0BD3-7742-B238-5BE9A2749A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63572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8" r:id="rId1"/>
    <p:sldLayoutId id="2147483737" r:id="rId2"/>
    <p:sldLayoutId id="2147483661" r:id="rId3"/>
    <p:sldLayoutId id="2147483681" r:id="rId4"/>
    <p:sldLayoutId id="2147483672" r:id="rId5"/>
    <p:sldLayoutId id="2147483662" r:id="rId6"/>
    <p:sldLayoutId id="2147483663" r:id="rId7"/>
    <p:sldLayoutId id="2147483673" r:id="rId8"/>
    <p:sldLayoutId id="2147483680" r:id="rId9"/>
    <p:sldLayoutId id="2147483674" r:id="rId10"/>
    <p:sldLayoutId id="2147483710" r:id="rId11"/>
    <p:sldLayoutId id="2147483675" r:id="rId12"/>
    <p:sldLayoutId id="2147483736" r:id="rId13"/>
    <p:sldLayoutId id="2147483676" r:id="rId14"/>
    <p:sldLayoutId id="2147483677" r:id="rId15"/>
  </p:sldLayoutIdLst>
  <p:hf hdr="0" ftr="0" dt="0"/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94" indent="-228594" algn="l" defTabSz="914377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8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1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9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8478E3-1D32-C4DC-B248-6FEBA14F73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20E06A-1066-A5DE-F881-1B1F42A827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3930" y="2629454"/>
            <a:ext cx="5610023" cy="470617"/>
          </a:xfrm>
        </p:spPr>
        <p:txBody>
          <a:bodyPr/>
          <a:lstStyle/>
          <a:p>
            <a:r>
              <a:rPr lang="en-US" dirty="0"/>
              <a:t>MSc Artificial Intelligence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6356FD-181A-8FD5-9638-6C2A5B6A619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Knowledge Engineering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0004E6F-9524-284D-4439-0AD2E141788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15 November 2023</a:t>
            </a:r>
          </a:p>
        </p:txBody>
      </p:sp>
    </p:spTree>
    <p:extLst>
      <p:ext uri="{BB962C8B-B14F-4D97-AF65-F5344CB8AC3E}">
        <p14:creationId xmlns:p14="http://schemas.microsoft.com/office/powerpoint/2010/main" val="26331914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346952-1434-929D-6459-7CDC49E684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81419"/>
            <a:ext cx="9496245" cy="632219"/>
          </a:xfrm>
        </p:spPr>
        <p:txBody>
          <a:bodyPr/>
          <a:lstStyle/>
          <a:p>
            <a:r>
              <a:rPr lang="en-US" dirty="0"/>
              <a:t>How Automated Reasoning works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48C2C87-823E-9A87-D370-CB1660610CB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  <p:txBody>
          <a:bodyPr/>
          <a:lstStyle/>
          <a:p>
            <a:r>
              <a:rPr lang="en-US" dirty="0"/>
              <a:t>Natural deduction has many rules</a:t>
            </a:r>
          </a:p>
          <a:p>
            <a:endParaRPr lang="en-US" dirty="0"/>
          </a:p>
          <a:p>
            <a:r>
              <a:rPr lang="en-US" dirty="0"/>
              <a:t>How we apply them and in what order is not obvious and relies on “human intuition”.</a:t>
            </a:r>
          </a:p>
          <a:p>
            <a:endParaRPr lang="en-US" dirty="0"/>
          </a:p>
          <a:p>
            <a:r>
              <a:rPr lang="en-US" dirty="0"/>
              <a:t>Computers don’t have human intuition…..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02F9B6-0C0C-B4E6-AD5E-DC59D8FC4D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08216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70695A-72B0-044E-4260-9209748419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81419"/>
            <a:ext cx="7494917" cy="632219"/>
          </a:xfrm>
        </p:spPr>
        <p:txBody>
          <a:bodyPr/>
          <a:lstStyle/>
          <a:p>
            <a:r>
              <a:rPr lang="en-US" dirty="0"/>
              <a:t>Logical Equivalencies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Picture Placeholder 2">
                <a:extLst>
                  <a:ext uri="{FF2B5EF4-FFF2-40B4-BE49-F238E27FC236}">
                    <a16:creationId xmlns:a16="http://schemas.microsoft.com/office/drawing/2014/main" id="{85853A79-C0DE-F75B-95ED-8A7EC4A238D1}"/>
                  </a:ext>
                </a:extLst>
              </p:cNvPr>
              <p:cNvSpPr>
                <a:spLocks noGrp="1"/>
              </p:cNvSpPr>
              <p:nvPr>
                <p:ph type="pic" sz="quarter" idx="13"/>
              </p:nvPr>
            </p:nvSpPr>
            <p:spPr/>
            <p:txBody>
              <a:bodyPr/>
              <a:lstStyle/>
              <a:p>
                <a:r>
                  <a:rPr lang="en-US" dirty="0"/>
                  <a:t>Automated inference would be easier if we only had one rule to apply</a:t>
                </a:r>
              </a:p>
              <a:p>
                <a:r>
                  <a:rPr lang="en-US" dirty="0"/>
                  <a:t>Consider the expressions</a:t>
                </a:r>
              </a:p>
              <a:p>
                <a:pPr marL="457189" lvl="1" indent="0">
                  <a:buNone/>
                </a:pPr>
                <a:endParaRPr lang="en-GB" b="0" i="1" dirty="0">
                  <a:latin typeface="Cambria Math" panose="02040503050406030204" pitchFamily="18" charset="0"/>
                </a:endParaRPr>
              </a:p>
              <a:p>
                <a:pPr marL="457189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⇒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𝑄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;    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GB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∧</m:t>
                      </m:r>
                      <m:r>
                        <a:rPr lang="en-GB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𝑄</m:t>
                      </m:r>
                      <m:r>
                        <a:rPr lang="en-GB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;    </m:t>
                      </m:r>
                      <m:r>
                        <a:rPr lang="en-GB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𝑃</m:t>
                      </m:r>
                      <m:r>
                        <a:rPr lang="en-GB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∨</m:t>
                      </m:r>
                      <m:r>
                        <a:rPr lang="en-GB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𝑄</m:t>
                      </m:r>
                    </m:oMath>
                  </m:oMathPara>
                </a14:m>
                <a:endParaRPr lang="en-GB" b="0" dirty="0"/>
              </a:p>
              <a:p>
                <a:pPr marL="457189" lvl="1" indent="0">
                  <a:buNone/>
                </a:pPr>
                <a:endParaRPr lang="en-US" dirty="0"/>
              </a:p>
              <a:p>
                <a:r>
                  <a:rPr lang="en-US" dirty="0"/>
                  <a:t>Can we represent a knowledge base using only </a:t>
                </a:r>
                <a:r>
                  <a:rPr lang="en-US"/>
                  <a:t>one of these</a:t>
                </a:r>
                <a:r>
                  <a:rPr lang="en-US" dirty="0"/>
                  <a:t>?</a:t>
                </a:r>
              </a:p>
            </p:txBody>
          </p:sp>
        </mc:Choice>
        <mc:Fallback xmlns="">
          <p:sp>
            <p:nvSpPr>
              <p:cNvPr id="3" name="Picture Placeholder 2">
                <a:extLst>
                  <a:ext uri="{FF2B5EF4-FFF2-40B4-BE49-F238E27FC236}">
                    <a16:creationId xmlns:a16="http://schemas.microsoft.com/office/drawing/2014/main" id="{85853A79-C0DE-F75B-95ED-8A7EC4A238D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pic" sz="quarter" idx="13"/>
              </p:nvPr>
            </p:nvSpPr>
            <p:spPr>
              <a:blipFill>
                <a:blip r:embed="rId3"/>
                <a:stretch>
                  <a:fillRect l="-1084" t="-2089" r="-60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A24F99-E960-C486-CA7D-9EA166C2F0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92526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A42D0A-6782-8EA6-89F3-27362AAB32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81419"/>
            <a:ext cx="8288547" cy="632219"/>
          </a:xfrm>
        </p:spPr>
        <p:txBody>
          <a:bodyPr/>
          <a:lstStyle/>
          <a:p>
            <a:r>
              <a:rPr lang="en-US" dirty="0"/>
              <a:t>Rule Based Systems 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358DD7F-0ADF-563C-C74F-6E2D093370C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  <p:txBody>
          <a:bodyPr/>
          <a:lstStyle/>
          <a:p>
            <a:r>
              <a:rPr lang="en-US" dirty="0"/>
              <a:t>If we can represent a Knowledge base purely in terms of material implication and negation, we only need one inference rule: </a:t>
            </a:r>
            <a:r>
              <a:rPr lang="en-US" i="1" dirty="0"/>
              <a:t>modus ponens</a:t>
            </a:r>
          </a:p>
          <a:p>
            <a:endParaRPr lang="en-US" i="1" dirty="0"/>
          </a:p>
          <a:p>
            <a:r>
              <a:rPr lang="en-US" dirty="0"/>
              <a:t>Will allow us to prove logical statements by either:</a:t>
            </a:r>
          </a:p>
          <a:p>
            <a:endParaRPr lang="en-US" dirty="0"/>
          </a:p>
          <a:p>
            <a:r>
              <a:rPr lang="en-US" dirty="0"/>
              <a:t>Systematically deriving new facts until we find the one we want</a:t>
            </a:r>
          </a:p>
          <a:p>
            <a:r>
              <a:rPr lang="en-US" dirty="0"/>
              <a:t>Systematically exploring the known facts to establish compatibility.</a:t>
            </a:r>
          </a:p>
          <a:p>
            <a:endParaRPr lang="en-US" i="1" dirty="0"/>
          </a:p>
          <a:p>
            <a:endParaRPr lang="en-US" i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39786E-E48A-924B-0232-33ED56F03D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24574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3C2791-FCAC-6BBF-DECB-BB1AF41B1C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 Example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D9F0266-FF01-C57E-C9F2-2425B4DEB04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38201" y="1119706"/>
            <a:ext cx="6838505" cy="4857857"/>
          </a:xfrm>
        </p:spPr>
        <p:txBody>
          <a:bodyPr>
            <a:noAutofit/>
          </a:bodyPr>
          <a:lstStyle/>
          <a:p>
            <a:pPr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altLang="en-US" sz="2400" dirty="0">
                <a:solidFill>
                  <a:srgbClr val="000000"/>
                </a:solidFill>
                <a:latin typeface="Helvetica" pitchFamily="2" charset="0"/>
                <a:cs typeface="Arial" panose="020B0604020202020204" pitchFamily="34" charset="0"/>
              </a:rPr>
              <a:t>Knowledge base of medical treatments.</a:t>
            </a:r>
          </a:p>
          <a:p>
            <a:pPr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altLang="en-US" sz="2400" dirty="0">
                <a:solidFill>
                  <a:srgbClr val="000000"/>
                </a:solidFill>
                <a:latin typeface="Helvetica" pitchFamily="2" charset="0"/>
                <a:cs typeface="Arial" panose="020B0604020202020204" pitchFamily="34" charset="0"/>
              </a:rPr>
              <a:t>Includes facts about diseases and the medicines that can be used to treat them:</a:t>
            </a:r>
          </a:p>
          <a:p>
            <a:pPr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altLang="en-US" sz="2400" dirty="0">
                <a:solidFill>
                  <a:srgbClr val="000000"/>
                </a:solidFill>
                <a:latin typeface="Helvetica" pitchFamily="2" charset="0"/>
                <a:cs typeface="Arial" panose="020B0604020202020204" pitchFamily="34" charset="0"/>
              </a:rPr>
              <a:t>There are six diseases {A, B, C, D, E, F }.</a:t>
            </a:r>
          </a:p>
          <a:p>
            <a:pPr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altLang="en-US" sz="2400" dirty="0">
                <a:solidFill>
                  <a:srgbClr val="000000"/>
                </a:solidFill>
                <a:latin typeface="Helvetica" pitchFamily="2" charset="0"/>
                <a:cs typeface="Arial" panose="020B0604020202020204" pitchFamily="34" charset="0"/>
              </a:rPr>
              <a:t>There are five medicines {U, V, W, X, Y, Z}</a:t>
            </a:r>
          </a:p>
          <a:p>
            <a:pPr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altLang="en-US" sz="2400" dirty="0">
                <a:solidFill>
                  <a:srgbClr val="000000"/>
                </a:solidFill>
                <a:latin typeface="Helvetica" pitchFamily="2" charset="0"/>
                <a:cs typeface="Arial" panose="020B0604020202020204" pitchFamily="34" charset="0"/>
              </a:rPr>
              <a:t>The medicines are available in either oral or injectable form {O, I}.</a:t>
            </a:r>
          </a:p>
          <a:p>
            <a:pPr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altLang="en-US" sz="2400" dirty="0">
                <a:solidFill>
                  <a:srgbClr val="000000"/>
                </a:solidFill>
                <a:latin typeface="Helvetica" pitchFamily="2" charset="0"/>
                <a:cs typeface="Arial" panose="020B0604020202020204" pitchFamily="34" charset="0"/>
              </a:rPr>
              <a:t>KB tells us which medicines treat a disease, and what form each medicine is available in</a:t>
            </a:r>
          </a:p>
          <a:p>
            <a:pPr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altLang="en-US" sz="2400" dirty="0">
                <a:solidFill>
                  <a:srgbClr val="000000"/>
                </a:solidFill>
                <a:latin typeface="Helvetica" pitchFamily="2" charset="0"/>
                <a:cs typeface="Arial" panose="020B0604020202020204" pitchFamily="34" charset="0"/>
              </a:rPr>
              <a:t>We have the following rules:</a:t>
            </a:r>
            <a:br>
              <a:rPr lang="en-US" altLang="en-US" sz="2400" dirty="0">
                <a:solidFill>
                  <a:srgbClr val="000000"/>
                </a:solidFill>
                <a:latin typeface="Helvetica" pitchFamily="2" charset="0"/>
              </a:rPr>
            </a:br>
            <a:br>
              <a:rPr lang="en-US" altLang="en-US" sz="2400" dirty="0">
                <a:latin typeface="Helvetica" pitchFamily="2" charset="0"/>
              </a:rPr>
            </a:br>
            <a:endParaRPr lang="en-US" altLang="en-US" sz="2400" dirty="0">
              <a:latin typeface="Helvetica" pitchFamily="2" charset="0"/>
            </a:endParaRPr>
          </a:p>
          <a:p>
            <a:pPr marL="0" lvl="0" indent="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None/>
            </a:pPr>
            <a:br>
              <a:rPr lang="en-US" altLang="en-US" sz="2400" dirty="0">
                <a:solidFill>
                  <a:srgbClr val="000000"/>
                </a:solidFill>
                <a:latin typeface="Helvetica" pitchFamily="2" charset="0"/>
              </a:rPr>
            </a:br>
            <a:br>
              <a:rPr lang="en-US" altLang="en-US" sz="2400" dirty="0">
                <a:latin typeface="Helvetica" pitchFamily="2" charset="0"/>
              </a:rPr>
            </a:br>
            <a:endParaRPr lang="en-US" altLang="en-US" sz="2400" dirty="0">
              <a:latin typeface="Helvetica" pitchFamily="2" charset="0"/>
            </a:endParaRPr>
          </a:p>
          <a:p>
            <a:pPr>
              <a:spcAft>
                <a:spcPts val="600"/>
              </a:spcAft>
            </a:pPr>
            <a:endParaRPr lang="en-US" sz="2400" dirty="0">
              <a:latin typeface="Helvetica" pitchFamily="2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5240CC-9F09-28A4-A2FE-FDBA5CF10D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7539C7B-F338-8BDF-8B9A-821C6CB0EDC9}"/>
              </a:ext>
            </a:extLst>
          </p:cNvPr>
          <p:cNvSpPr txBox="1"/>
          <p:nvPr/>
        </p:nvSpPr>
        <p:spPr>
          <a:xfrm>
            <a:off x="8753844" y="697528"/>
            <a:ext cx="1863356" cy="5940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000" dirty="0">
                <a:solidFill>
                  <a:srgbClr val="000000"/>
                </a:solidFill>
                <a:latin typeface="Helvetica" pitchFamily="2" charset="0"/>
                <a:cs typeface="Arial" panose="020B0604020202020204" pitchFamily="34" charset="0"/>
              </a:rPr>
              <a:t>1. A ⇒ V</a:t>
            </a:r>
            <a:br>
              <a:rPr lang="en-US" altLang="en-US" sz="2000" dirty="0">
                <a:solidFill>
                  <a:srgbClr val="000000"/>
                </a:solidFill>
                <a:latin typeface="Helvetica" pitchFamily="2" charset="0"/>
              </a:rPr>
            </a:br>
            <a:r>
              <a:rPr lang="en-US" altLang="en-US" sz="2000" dirty="0">
                <a:solidFill>
                  <a:srgbClr val="000000"/>
                </a:solidFill>
                <a:latin typeface="Helvetica" pitchFamily="2" charset="0"/>
                <a:cs typeface="Arial" panose="020B0604020202020204" pitchFamily="34" charset="0"/>
              </a:rPr>
              <a:t>2. B ⇒ U</a:t>
            </a:r>
            <a:br>
              <a:rPr lang="en-US" altLang="en-US" sz="2000" dirty="0">
                <a:solidFill>
                  <a:srgbClr val="000000"/>
                </a:solidFill>
                <a:latin typeface="Helvetica" pitchFamily="2" charset="0"/>
              </a:rPr>
            </a:br>
            <a:r>
              <a:rPr lang="en-US" altLang="en-US" sz="2000" dirty="0">
                <a:solidFill>
                  <a:srgbClr val="000000"/>
                </a:solidFill>
                <a:latin typeface="Helvetica" pitchFamily="2" charset="0"/>
                <a:cs typeface="Arial" panose="020B0604020202020204" pitchFamily="34" charset="0"/>
              </a:rPr>
              <a:t>3. B ⇒ V</a:t>
            </a:r>
            <a:br>
              <a:rPr lang="en-US" altLang="en-US" sz="2000" dirty="0">
                <a:solidFill>
                  <a:srgbClr val="000000"/>
                </a:solidFill>
                <a:latin typeface="Helvetica" pitchFamily="2" charset="0"/>
              </a:rPr>
            </a:br>
            <a:r>
              <a:rPr lang="en-US" altLang="en-US" sz="2000" dirty="0">
                <a:solidFill>
                  <a:srgbClr val="000000"/>
                </a:solidFill>
                <a:latin typeface="Helvetica" pitchFamily="2" charset="0"/>
                <a:cs typeface="Arial" panose="020B0604020202020204" pitchFamily="34" charset="0"/>
              </a:rPr>
              <a:t>4. C ⇒ U</a:t>
            </a:r>
            <a:br>
              <a:rPr lang="en-US" altLang="en-US" sz="2000" dirty="0">
                <a:solidFill>
                  <a:srgbClr val="000000"/>
                </a:solidFill>
                <a:latin typeface="Helvetica" pitchFamily="2" charset="0"/>
              </a:rPr>
            </a:br>
            <a:r>
              <a:rPr lang="en-US" altLang="en-US" sz="2000" dirty="0">
                <a:solidFill>
                  <a:srgbClr val="000000"/>
                </a:solidFill>
                <a:latin typeface="Helvetica" pitchFamily="2" charset="0"/>
                <a:cs typeface="Arial" panose="020B0604020202020204" pitchFamily="34" charset="0"/>
              </a:rPr>
              <a:t>5. C ⇒ W</a:t>
            </a:r>
            <a:br>
              <a:rPr lang="en-US" altLang="en-US" sz="2000" dirty="0">
                <a:solidFill>
                  <a:srgbClr val="000000"/>
                </a:solidFill>
                <a:latin typeface="Helvetica" pitchFamily="2" charset="0"/>
              </a:rPr>
            </a:br>
            <a:r>
              <a:rPr lang="en-US" altLang="en-US" sz="2000" dirty="0">
                <a:solidFill>
                  <a:srgbClr val="000000"/>
                </a:solidFill>
                <a:latin typeface="Helvetica" pitchFamily="2" charset="0"/>
                <a:cs typeface="Arial" panose="020B0604020202020204" pitchFamily="34" charset="0"/>
              </a:rPr>
              <a:t>6. D ⇒ X</a:t>
            </a:r>
            <a:br>
              <a:rPr lang="en-US" altLang="en-US" sz="2000" dirty="0">
                <a:solidFill>
                  <a:srgbClr val="000000"/>
                </a:solidFill>
                <a:latin typeface="Helvetica" pitchFamily="2" charset="0"/>
              </a:rPr>
            </a:br>
            <a:r>
              <a:rPr lang="en-US" altLang="en-US" sz="2000" dirty="0">
                <a:solidFill>
                  <a:srgbClr val="000000"/>
                </a:solidFill>
                <a:latin typeface="Helvetica" pitchFamily="2" charset="0"/>
                <a:cs typeface="Arial" panose="020B0604020202020204" pitchFamily="34" charset="0"/>
              </a:rPr>
              <a:t>7. D ⇒ Z</a:t>
            </a:r>
            <a:br>
              <a:rPr lang="en-US" altLang="en-US" sz="2000" dirty="0">
                <a:solidFill>
                  <a:srgbClr val="000000"/>
                </a:solidFill>
                <a:latin typeface="Helvetica" pitchFamily="2" charset="0"/>
              </a:rPr>
            </a:br>
            <a:r>
              <a:rPr lang="en-US" altLang="en-US" sz="2000" dirty="0">
                <a:solidFill>
                  <a:srgbClr val="000000"/>
                </a:solidFill>
                <a:latin typeface="Helvetica" pitchFamily="2" charset="0"/>
                <a:cs typeface="Arial" panose="020B0604020202020204" pitchFamily="34" charset="0"/>
              </a:rPr>
              <a:t>8. E ⇒ W</a:t>
            </a:r>
            <a:br>
              <a:rPr lang="en-US" altLang="en-US" sz="2000" dirty="0">
                <a:solidFill>
                  <a:srgbClr val="000000"/>
                </a:solidFill>
                <a:latin typeface="Helvetica" pitchFamily="2" charset="0"/>
              </a:rPr>
            </a:br>
            <a:r>
              <a:rPr lang="en-US" altLang="en-US" sz="2000" dirty="0">
                <a:solidFill>
                  <a:srgbClr val="000000"/>
                </a:solidFill>
                <a:latin typeface="Helvetica" pitchFamily="2" charset="0"/>
                <a:cs typeface="Arial" panose="020B0604020202020204" pitchFamily="34" charset="0"/>
              </a:rPr>
              <a:t>9. E ⇒ X</a:t>
            </a:r>
            <a:br>
              <a:rPr lang="en-US" altLang="en-US" sz="2000" dirty="0">
                <a:solidFill>
                  <a:srgbClr val="000000"/>
                </a:solidFill>
                <a:latin typeface="Helvetica" pitchFamily="2" charset="0"/>
              </a:rPr>
            </a:br>
            <a:r>
              <a:rPr lang="en-US" altLang="en-US" sz="2000" dirty="0">
                <a:solidFill>
                  <a:srgbClr val="000000"/>
                </a:solidFill>
                <a:latin typeface="Helvetica" pitchFamily="2" charset="0"/>
                <a:cs typeface="Arial" panose="020B0604020202020204" pitchFamily="34" charset="0"/>
              </a:rPr>
              <a:t>10. F ⇒ Y</a:t>
            </a:r>
            <a:br>
              <a:rPr lang="en-US" altLang="en-US" sz="2000" dirty="0">
                <a:solidFill>
                  <a:srgbClr val="000000"/>
                </a:solidFill>
                <a:latin typeface="Helvetica" pitchFamily="2" charset="0"/>
              </a:rPr>
            </a:br>
            <a:r>
              <a:rPr lang="en-US" altLang="en-US" sz="2000" dirty="0">
                <a:solidFill>
                  <a:srgbClr val="000000"/>
                </a:solidFill>
                <a:latin typeface="Helvetica" pitchFamily="2" charset="0"/>
                <a:cs typeface="Arial" panose="020B0604020202020204" pitchFamily="34" charset="0"/>
              </a:rPr>
              <a:t>11. F ⇒ Z</a:t>
            </a:r>
            <a:br>
              <a:rPr lang="en-US" altLang="en-US" sz="2000" dirty="0">
                <a:solidFill>
                  <a:srgbClr val="000000"/>
                </a:solidFill>
                <a:latin typeface="Helvetica" pitchFamily="2" charset="0"/>
              </a:rPr>
            </a:br>
            <a:r>
              <a:rPr lang="en-US" altLang="en-US" sz="2000" dirty="0">
                <a:solidFill>
                  <a:srgbClr val="000000"/>
                </a:solidFill>
                <a:latin typeface="Helvetica" pitchFamily="2" charset="0"/>
                <a:cs typeface="Arial" panose="020B0604020202020204" pitchFamily="34" charset="0"/>
              </a:rPr>
              <a:t>12. U ⇒ O</a:t>
            </a:r>
            <a:br>
              <a:rPr lang="en-US" altLang="en-US" sz="2000" dirty="0">
                <a:solidFill>
                  <a:srgbClr val="000000"/>
                </a:solidFill>
                <a:latin typeface="Helvetica" pitchFamily="2" charset="0"/>
              </a:rPr>
            </a:br>
            <a:r>
              <a:rPr lang="en-US" altLang="en-US" sz="2000" dirty="0">
                <a:solidFill>
                  <a:srgbClr val="000000"/>
                </a:solidFill>
                <a:latin typeface="Helvetica" pitchFamily="2" charset="0"/>
                <a:cs typeface="Arial" panose="020B0604020202020204" pitchFamily="34" charset="0"/>
              </a:rPr>
              <a:t>13. V ⇒ O</a:t>
            </a:r>
            <a:br>
              <a:rPr lang="en-US" altLang="en-US" sz="2000" dirty="0">
                <a:solidFill>
                  <a:srgbClr val="000000"/>
                </a:solidFill>
                <a:latin typeface="Helvetica" pitchFamily="2" charset="0"/>
              </a:rPr>
            </a:br>
            <a:r>
              <a:rPr lang="en-US" altLang="en-US" sz="2000" dirty="0">
                <a:solidFill>
                  <a:srgbClr val="000000"/>
                </a:solidFill>
                <a:latin typeface="Helvetica" pitchFamily="2" charset="0"/>
                <a:cs typeface="Arial" panose="020B0604020202020204" pitchFamily="34" charset="0"/>
              </a:rPr>
              <a:t>14. W ⇒ O</a:t>
            </a:r>
          </a:p>
          <a:p>
            <a:pPr marL="0" lvl="0" indent="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000" dirty="0">
                <a:solidFill>
                  <a:srgbClr val="000000"/>
                </a:solidFill>
                <a:latin typeface="Helvetica" pitchFamily="2" charset="0"/>
                <a:cs typeface="Arial" panose="020B0604020202020204" pitchFamily="34" charset="0"/>
              </a:rPr>
              <a:t>15. W ⇒ I</a:t>
            </a:r>
            <a:br>
              <a:rPr lang="en-US" altLang="en-US" sz="2000" dirty="0">
                <a:solidFill>
                  <a:srgbClr val="000000"/>
                </a:solidFill>
                <a:latin typeface="Helvetica" pitchFamily="2" charset="0"/>
              </a:rPr>
            </a:br>
            <a:r>
              <a:rPr lang="en-US" altLang="en-US" sz="2000" dirty="0">
                <a:solidFill>
                  <a:srgbClr val="000000"/>
                </a:solidFill>
                <a:latin typeface="Helvetica" pitchFamily="2" charset="0"/>
                <a:cs typeface="Arial" panose="020B0604020202020204" pitchFamily="34" charset="0"/>
              </a:rPr>
              <a:t>16. X ⇒ I</a:t>
            </a:r>
            <a:br>
              <a:rPr lang="en-US" altLang="en-US" sz="2000" dirty="0">
                <a:solidFill>
                  <a:srgbClr val="000000"/>
                </a:solidFill>
                <a:latin typeface="Helvetica" pitchFamily="2" charset="0"/>
              </a:rPr>
            </a:br>
            <a:r>
              <a:rPr lang="en-US" altLang="en-US" sz="2000" dirty="0">
                <a:solidFill>
                  <a:srgbClr val="000000"/>
                </a:solidFill>
                <a:latin typeface="Helvetica" pitchFamily="2" charset="0"/>
                <a:cs typeface="Arial" panose="020B0604020202020204" pitchFamily="34" charset="0"/>
              </a:rPr>
              <a:t>17. Y ⇒ I</a:t>
            </a:r>
            <a:br>
              <a:rPr lang="en-US" altLang="en-US" sz="2000" dirty="0">
                <a:solidFill>
                  <a:srgbClr val="000000"/>
                </a:solidFill>
                <a:latin typeface="Helvetica" pitchFamily="2" charset="0"/>
              </a:rPr>
            </a:br>
            <a:r>
              <a:rPr lang="en-US" altLang="en-US" sz="2000" dirty="0">
                <a:solidFill>
                  <a:srgbClr val="000000"/>
                </a:solidFill>
                <a:latin typeface="Helvetica" pitchFamily="2" charset="0"/>
                <a:cs typeface="Arial" panose="020B0604020202020204" pitchFamily="34" charset="0"/>
              </a:rPr>
              <a:t>18. Y ⇒ O</a:t>
            </a:r>
            <a:br>
              <a:rPr lang="en-US" altLang="en-US" sz="2000" dirty="0">
                <a:solidFill>
                  <a:srgbClr val="000000"/>
                </a:solidFill>
                <a:latin typeface="Helvetica" pitchFamily="2" charset="0"/>
              </a:rPr>
            </a:br>
            <a:r>
              <a:rPr lang="en-US" altLang="en-US" sz="2000" dirty="0">
                <a:solidFill>
                  <a:srgbClr val="000000"/>
                </a:solidFill>
                <a:latin typeface="Helvetica" pitchFamily="2" charset="0"/>
                <a:cs typeface="Arial" panose="020B0604020202020204" pitchFamily="34" charset="0"/>
              </a:rPr>
              <a:t>19. Z ⇒ I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4709269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03AD85-A0AD-770E-FE29-86452AFF8B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Forward Chaining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0E2A4F0-001F-C50D-6A36-CEDCF77C31B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38201" y="1119706"/>
            <a:ext cx="5469609" cy="485785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In forward chaining, we start with a fact and a goal, and we explore the implications in a forward direction to find out whether our goal is satisfied.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Given disease B (fact), is there an oral medication available (goal)?</a:t>
            </a:r>
            <a:endParaRPr lang="en-US" i="1" dirty="0"/>
          </a:p>
          <a:p>
            <a:pPr algn="l">
              <a:buFont typeface="Arial" panose="020B0604020202020204" pitchFamily="34" charset="0"/>
              <a:buChar char="•"/>
            </a:pPr>
            <a:endParaRPr lang="en-US" dirty="0"/>
          </a:p>
          <a:p>
            <a:pPr algn="l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5EAAE0-4B01-D995-945F-0DEB12ABFD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12B82BF-7554-6E48-AB0B-1971B148B5EF}"/>
              </a:ext>
            </a:extLst>
          </p:cNvPr>
          <p:cNvSpPr txBox="1"/>
          <p:nvPr/>
        </p:nvSpPr>
        <p:spPr>
          <a:xfrm>
            <a:off x="8753844" y="697528"/>
            <a:ext cx="1863356" cy="5940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000" dirty="0">
                <a:solidFill>
                  <a:srgbClr val="000000"/>
                </a:solidFill>
                <a:latin typeface="Helvetica" pitchFamily="2" charset="0"/>
                <a:cs typeface="Arial" panose="020B0604020202020204" pitchFamily="34" charset="0"/>
              </a:rPr>
              <a:t>1. A ⇒ V</a:t>
            </a:r>
            <a:br>
              <a:rPr lang="en-US" altLang="en-US" sz="2000" dirty="0">
                <a:solidFill>
                  <a:srgbClr val="000000"/>
                </a:solidFill>
                <a:latin typeface="Helvetica" pitchFamily="2" charset="0"/>
              </a:rPr>
            </a:br>
            <a:r>
              <a:rPr lang="en-US" altLang="en-US" sz="2000" dirty="0">
                <a:solidFill>
                  <a:srgbClr val="000000"/>
                </a:solidFill>
                <a:latin typeface="Helvetica" pitchFamily="2" charset="0"/>
                <a:cs typeface="Arial" panose="020B0604020202020204" pitchFamily="34" charset="0"/>
              </a:rPr>
              <a:t>2. B ⇒ U</a:t>
            </a:r>
            <a:br>
              <a:rPr lang="en-US" altLang="en-US" sz="2000" dirty="0">
                <a:solidFill>
                  <a:srgbClr val="000000"/>
                </a:solidFill>
                <a:latin typeface="Helvetica" pitchFamily="2" charset="0"/>
              </a:rPr>
            </a:br>
            <a:r>
              <a:rPr lang="en-US" altLang="en-US" sz="2000" dirty="0">
                <a:solidFill>
                  <a:srgbClr val="000000"/>
                </a:solidFill>
                <a:latin typeface="Helvetica" pitchFamily="2" charset="0"/>
                <a:cs typeface="Arial" panose="020B0604020202020204" pitchFamily="34" charset="0"/>
              </a:rPr>
              <a:t>3. B ⇒ V</a:t>
            </a:r>
            <a:br>
              <a:rPr lang="en-US" altLang="en-US" sz="2000" dirty="0">
                <a:solidFill>
                  <a:srgbClr val="000000"/>
                </a:solidFill>
                <a:latin typeface="Helvetica" pitchFamily="2" charset="0"/>
              </a:rPr>
            </a:br>
            <a:r>
              <a:rPr lang="en-US" altLang="en-US" sz="2000" dirty="0">
                <a:solidFill>
                  <a:srgbClr val="000000"/>
                </a:solidFill>
                <a:latin typeface="Helvetica" pitchFamily="2" charset="0"/>
                <a:cs typeface="Arial" panose="020B0604020202020204" pitchFamily="34" charset="0"/>
              </a:rPr>
              <a:t>4. C ⇒ U</a:t>
            </a:r>
            <a:br>
              <a:rPr lang="en-US" altLang="en-US" sz="2000" dirty="0">
                <a:solidFill>
                  <a:srgbClr val="000000"/>
                </a:solidFill>
                <a:latin typeface="Helvetica" pitchFamily="2" charset="0"/>
              </a:rPr>
            </a:br>
            <a:r>
              <a:rPr lang="en-US" altLang="en-US" sz="2000" dirty="0">
                <a:solidFill>
                  <a:srgbClr val="000000"/>
                </a:solidFill>
                <a:latin typeface="Helvetica" pitchFamily="2" charset="0"/>
                <a:cs typeface="Arial" panose="020B0604020202020204" pitchFamily="34" charset="0"/>
              </a:rPr>
              <a:t>5. C ⇒ W</a:t>
            </a:r>
            <a:br>
              <a:rPr lang="en-US" altLang="en-US" sz="2000" dirty="0">
                <a:solidFill>
                  <a:srgbClr val="000000"/>
                </a:solidFill>
                <a:latin typeface="Helvetica" pitchFamily="2" charset="0"/>
              </a:rPr>
            </a:br>
            <a:r>
              <a:rPr lang="en-US" altLang="en-US" sz="2000" dirty="0">
                <a:solidFill>
                  <a:srgbClr val="000000"/>
                </a:solidFill>
                <a:latin typeface="Helvetica" pitchFamily="2" charset="0"/>
                <a:cs typeface="Arial" panose="020B0604020202020204" pitchFamily="34" charset="0"/>
              </a:rPr>
              <a:t>6. D ⇒ X</a:t>
            </a:r>
            <a:br>
              <a:rPr lang="en-US" altLang="en-US" sz="2000" dirty="0">
                <a:solidFill>
                  <a:srgbClr val="000000"/>
                </a:solidFill>
                <a:latin typeface="Helvetica" pitchFamily="2" charset="0"/>
              </a:rPr>
            </a:br>
            <a:r>
              <a:rPr lang="en-US" altLang="en-US" sz="2000" dirty="0">
                <a:solidFill>
                  <a:srgbClr val="000000"/>
                </a:solidFill>
                <a:latin typeface="Helvetica" pitchFamily="2" charset="0"/>
                <a:cs typeface="Arial" panose="020B0604020202020204" pitchFamily="34" charset="0"/>
              </a:rPr>
              <a:t>7. D ⇒ Z</a:t>
            </a:r>
            <a:br>
              <a:rPr lang="en-US" altLang="en-US" sz="2000" dirty="0">
                <a:solidFill>
                  <a:srgbClr val="000000"/>
                </a:solidFill>
                <a:latin typeface="Helvetica" pitchFamily="2" charset="0"/>
              </a:rPr>
            </a:br>
            <a:r>
              <a:rPr lang="en-US" altLang="en-US" sz="2000" dirty="0">
                <a:solidFill>
                  <a:srgbClr val="000000"/>
                </a:solidFill>
                <a:latin typeface="Helvetica" pitchFamily="2" charset="0"/>
                <a:cs typeface="Arial" panose="020B0604020202020204" pitchFamily="34" charset="0"/>
              </a:rPr>
              <a:t>8. E ⇒ W</a:t>
            </a:r>
            <a:br>
              <a:rPr lang="en-US" altLang="en-US" sz="2000" dirty="0">
                <a:solidFill>
                  <a:srgbClr val="000000"/>
                </a:solidFill>
                <a:latin typeface="Helvetica" pitchFamily="2" charset="0"/>
              </a:rPr>
            </a:br>
            <a:r>
              <a:rPr lang="en-US" altLang="en-US" sz="2000" dirty="0">
                <a:solidFill>
                  <a:srgbClr val="000000"/>
                </a:solidFill>
                <a:latin typeface="Helvetica" pitchFamily="2" charset="0"/>
                <a:cs typeface="Arial" panose="020B0604020202020204" pitchFamily="34" charset="0"/>
              </a:rPr>
              <a:t>9. E ⇒ X</a:t>
            </a:r>
            <a:br>
              <a:rPr lang="en-US" altLang="en-US" sz="2000" dirty="0">
                <a:solidFill>
                  <a:srgbClr val="000000"/>
                </a:solidFill>
                <a:latin typeface="Helvetica" pitchFamily="2" charset="0"/>
              </a:rPr>
            </a:br>
            <a:r>
              <a:rPr lang="en-US" altLang="en-US" sz="2000" dirty="0">
                <a:solidFill>
                  <a:srgbClr val="000000"/>
                </a:solidFill>
                <a:latin typeface="Helvetica" pitchFamily="2" charset="0"/>
                <a:cs typeface="Arial" panose="020B0604020202020204" pitchFamily="34" charset="0"/>
              </a:rPr>
              <a:t>10. F ⇒ Y</a:t>
            </a:r>
            <a:br>
              <a:rPr lang="en-US" altLang="en-US" sz="2000" dirty="0">
                <a:solidFill>
                  <a:srgbClr val="000000"/>
                </a:solidFill>
                <a:latin typeface="Helvetica" pitchFamily="2" charset="0"/>
              </a:rPr>
            </a:br>
            <a:r>
              <a:rPr lang="en-US" altLang="en-US" sz="2000" dirty="0">
                <a:solidFill>
                  <a:srgbClr val="000000"/>
                </a:solidFill>
                <a:latin typeface="Helvetica" pitchFamily="2" charset="0"/>
                <a:cs typeface="Arial" panose="020B0604020202020204" pitchFamily="34" charset="0"/>
              </a:rPr>
              <a:t>11. F ⇒ Z</a:t>
            </a:r>
            <a:br>
              <a:rPr lang="en-US" altLang="en-US" sz="2000" dirty="0">
                <a:solidFill>
                  <a:srgbClr val="000000"/>
                </a:solidFill>
                <a:latin typeface="Helvetica" pitchFamily="2" charset="0"/>
              </a:rPr>
            </a:br>
            <a:r>
              <a:rPr lang="en-US" altLang="en-US" sz="2000" dirty="0">
                <a:solidFill>
                  <a:srgbClr val="000000"/>
                </a:solidFill>
                <a:latin typeface="Helvetica" pitchFamily="2" charset="0"/>
                <a:cs typeface="Arial" panose="020B0604020202020204" pitchFamily="34" charset="0"/>
              </a:rPr>
              <a:t>12. U ⇒ O</a:t>
            </a:r>
            <a:br>
              <a:rPr lang="en-US" altLang="en-US" sz="2000" dirty="0">
                <a:solidFill>
                  <a:srgbClr val="000000"/>
                </a:solidFill>
                <a:latin typeface="Helvetica" pitchFamily="2" charset="0"/>
              </a:rPr>
            </a:br>
            <a:r>
              <a:rPr lang="en-US" altLang="en-US" sz="2000" dirty="0">
                <a:solidFill>
                  <a:srgbClr val="000000"/>
                </a:solidFill>
                <a:latin typeface="Helvetica" pitchFamily="2" charset="0"/>
                <a:cs typeface="Arial" panose="020B0604020202020204" pitchFamily="34" charset="0"/>
              </a:rPr>
              <a:t>13. V ⇒ O</a:t>
            </a:r>
            <a:br>
              <a:rPr lang="en-US" altLang="en-US" sz="2000" dirty="0">
                <a:solidFill>
                  <a:srgbClr val="000000"/>
                </a:solidFill>
                <a:latin typeface="Helvetica" pitchFamily="2" charset="0"/>
              </a:rPr>
            </a:br>
            <a:r>
              <a:rPr lang="en-US" altLang="en-US" sz="2000" dirty="0">
                <a:solidFill>
                  <a:srgbClr val="000000"/>
                </a:solidFill>
                <a:latin typeface="Helvetica" pitchFamily="2" charset="0"/>
                <a:cs typeface="Arial" panose="020B0604020202020204" pitchFamily="34" charset="0"/>
              </a:rPr>
              <a:t>14. W ⇒ O</a:t>
            </a:r>
          </a:p>
          <a:p>
            <a:pPr marL="0" lvl="0" indent="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000" dirty="0">
                <a:solidFill>
                  <a:srgbClr val="000000"/>
                </a:solidFill>
                <a:latin typeface="Helvetica" pitchFamily="2" charset="0"/>
                <a:cs typeface="Arial" panose="020B0604020202020204" pitchFamily="34" charset="0"/>
              </a:rPr>
              <a:t>15. W ⇒ I</a:t>
            </a:r>
            <a:br>
              <a:rPr lang="en-US" altLang="en-US" sz="2000" dirty="0">
                <a:solidFill>
                  <a:srgbClr val="000000"/>
                </a:solidFill>
                <a:latin typeface="Helvetica" pitchFamily="2" charset="0"/>
              </a:rPr>
            </a:br>
            <a:r>
              <a:rPr lang="en-US" altLang="en-US" sz="2000" dirty="0">
                <a:solidFill>
                  <a:srgbClr val="000000"/>
                </a:solidFill>
                <a:latin typeface="Helvetica" pitchFamily="2" charset="0"/>
                <a:cs typeface="Arial" panose="020B0604020202020204" pitchFamily="34" charset="0"/>
              </a:rPr>
              <a:t>16. X ⇒ I</a:t>
            </a:r>
            <a:br>
              <a:rPr lang="en-US" altLang="en-US" sz="2000" dirty="0">
                <a:solidFill>
                  <a:srgbClr val="000000"/>
                </a:solidFill>
                <a:latin typeface="Helvetica" pitchFamily="2" charset="0"/>
              </a:rPr>
            </a:br>
            <a:r>
              <a:rPr lang="en-US" altLang="en-US" sz="2000" dirty="0">
                <a:solidFill>
                  <a:srgbClr val="000000"/>
                </a:solidFill>
                <a:latin typeface="Helvetica" pitchFamily="2" charset="0"/>
                <a:cs typeface="Arial" panose="020B0604020202020204" pitchFamily="34" charset="0"/>
              </a:rPr>
              <a:t>17. Y ⇒ I</a:t>
            </a:r>
            <a:br>
              <a:rPr lang="en-US" altLang="en-US" sz="2000" dirty="0">
                <a:solidFill>
                  <a:srgbClr val="000000"/>
                </a:solidFill>
                <a:latin typeface="Helvetica" pitchFamily="2" charset="0"/>
              </a:rPr>
            </a:br>
            <a:r>
              <a:rPr lang="en-US" altLang="en-US" sz="2000" dirty="0">
                <a:solidFill>
                  <a:srgbClr val="000000"/>
                </a:solidFill>
                <a:latin typeface="Helvetica" pitchFamily="2" charset="0"/>
                <a:cs typeface="Arial" panose="020B0604020202020204" pitchFamily="34" charset="0"/>
              </a:rPr>
              <a:t>18. Y ⇒ O</a:t>
            </a:r>
            <a:br>
              <a:rPr lang="en-US" altLang="en-US" sz="2000" dirty="0">
                <a:solidFill>
                  <a:srgbClr val="000000"/>
                </a:solidFill>
                <a:latin typeface="Helvetica" pitchFamily="2" charset="0"/>
              </a:rPr>
            </a:br>
            <a:r>
              <a:rPr lang="en-US" altLang="en-US" sz="2000" dirty="0">
                <a:solidFill>
                  <a:srgbClr val="000000"/>
                </a:solidFill>
                <a:latin typeface="Helvetica" pitchFamily="2" charset="0"/>
                <a:cs typeface="Arial" panose="020B0604020202020204" pitchFamily="34" charset="0"/>
              </a:rPr>
              <a:t>19. Z ⇒ I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2761794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C39671-FEB2-7F0E-02B4-41170F42E4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6DA411-1CF6-2413-0465-F29C6D167E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81419"/>
            <a:ext cx="5686586" cy="632219"/>
          </a:xfrm>
        </p:spPr>
        <p:txBody>
          <a:bodyPr/>
          <a:lstStyle/>
          <a:p>
            <a:r>
              <a:rPr lang="en-US" dirty="0"/>
              <a:t>Backward Chaining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D6B0406-132C-9FC6-4848-AA7DC852E62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38201" y="1119706"/>
            <a:ext cx="5877731" cy="4857857"/>
          </a:xfrm>
        </p:spPr>
        <p:txBody>
          <a:bodyPr>
            <a:normAutofit/>
          </a:bodyPr>
          <a:lstStyle/>
          <a:p>
            <a:pPr marL="0" indent="0" algn="l">
              <a:buNone/>
            </a:pPr>
            <a:r>
              <a:rPr lang="en-US" dirty="0"/>
              <a:t>In backward chaining, we start with our goal, and work through the implications backwards to see if the goal is supported by the facts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en-US" dirty="0"/>
          </a:p>
          <a:p>
            <a:pPr algn="l">
              <a:buFont typeface="Arial" panose="020B0604020202020204" pitchFamily="34" charset="0"/>
              <a:buChar char="•"/>
            </a:pPr>
            <a:r>
              <a:rPr lang="en-US" dirty="0"/>
              <a:t>Given that the patient wants oral medication O, is that suitable for their disease B?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AEDB50-F334-800B-18E8-6817279D9A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D49BD2E-360A-8A61-2F7C-CFAC01BA787E}"/>
              </a:ext>
            </a:extLst>
          </p:cNvPr>
          <p:cNvSpPr txBox="1"/>
          <p:nvPr/>
        </p:nvSpPr>
        <p:spPr>
          <a:xfrm>
            <a:off x="8753844" y="697528"/>
            <a:ext cx="1863356" cy="5940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000" dirty="0">
                <a:solidFill>
                  <a:srgbClr val="000000"/>
                </a:solidFill>
                <a:latin typeface="Helvetica" pitchFamily="2" charset="0"/>
                <a:cs typeface="Arial" panose="020B0604020202020204" pitchFamily="34" charset="0"/>
              </a:rPr>
              <a:t>1. A ⇒ V</a:t>
            </a:r>
            <a:br>
              <a:rPr lang="en-US" altLang="en-US" sz="2000" dirty="0">
                <a:solidFill>
                  <a:srgbClr val="000000"/>
                </a:solidFill>
                <a:latin typeface="Helvetica" pitchFamily="2" charset="0"/>
              </a:rPr>
            </a:br>
            <a:r>
              <a:rPr lang="en-US" altLang="en-US" sz="2000" dirty="0">
                <a:solidFill>
                  <a:srgbClr val="000000"/>
                </a:solidFill>
                <a:latin typeface="Helvetica" pitchFamily="2" charset="0"/>
                <a:cs typeface="Arial" panose="020B0604020202020204" pitchFamily="34" charset="0"/>
              </a:rPr>
              <a:t>2. B ⇒ U</a:t>
            </a:r>
            <a:br>
              <a:rPr lang="en-US" altLang="en-US" sz="2000" dirty="0">
                <a:solidFill>
                  <a:srgbClr val="000000"/>
                </a:solidFill>
                <a:latin typeface="Helvetica" pitchFamily="2" charset="0"/>
              </a:rPr>
            </a:br>
            <a:r>
              <a:rPr lang="en-US" altLang="en-US" sz="2000" dirty="0">
                <a:solidFill>
                  <a:srgbClr val="000000"/>
                </a:solidFill>
                <a:latin typeface="Helvetica" pitchFamily="2" charset="0"/>
                <a:cs typeface="Arial" panose="020B0604020202020204" pitchFamily="34" charset="0"/>
              </a:rPr>
              <a:t>3. B ⇒ V</a:t>
            </a:r>
            <a:br>
              <a:rPr lang="en-US" altLang="en-US" sz="2000" dirty="0">
                <a:solidFill>
                  <a:srgbClr val="000000"/>
                </a:solidFill>
                <a:latin typeface="Helvetica" pitchFamily="2" charset="0"/>
              </a:rPr>
            </a:br>
            <a:r>
              <a:rPr lang="en-US" altLang="en-US" sz="2000" dirty="0">
                <a:solidFill>
                  <a:srgbClr val="000000"/>
                </a:solidFill>
                <a:latin typeface="Helvetica" pitchFamily="2" charset="0"/>
                <a:cs typeface="Arial" panose="020B0604020202020204" pitchFamily="34" charset="0"/>
              </a:rPr>
              <a:t>4. C ⇒ U</a:t>
            </a:r>
            <a:br>
              <a:rPr lang="en-US" altLang="en-US" sz="2000" dirty="0">
                <a:solidFill>
                  <a:srgbClr val="000000"/>
                </a:solidFill>
                <a:latin typeface="Helvetica" pitchFamily="2" charset="0"/>
              </a:rPr>
            </a:br>
            <a:r>
              <a:rPr lang="en-US" altLang="en-US" sz="2000" dirty="0">
                <a:solidFill>
                  <a:srgbClr val="000000"/>
                </a:solidFill>
                <a:latin typeface="Helvetica" pitchFamily="2" charset="0"/>
                <a:cs typeface="Arial" panose="020B0604020202020204" pitchFamily="34" charset="0"/>
              </a:rPr>
              <a:t>5. C ⇒ W</a:t>
            </a:r>
            <a:br>
              <a:rPr lang="en-US" altLang="en-US" sz="2000" dirty="0">
                <a:solidFill>
                  <a:srgbClr val="000000"/>
                </a:solidFill>
                <a:latin typeface="Helvetica" pitchFamily="2" charset="0"/>
              </a:rPr>
            </a:br>
            <a:r>
              <a:rPr lang="en-US" altLang="en-US" sz="2000" dirty="0">
                <a:solidFill>
                  <a:srgbClr val="000000"/>
                </a:solidFill>
                <a:latin typeface="Helvetica" pitchFamily="2" charset="0"/>
                <a:cs typeface="Arial" panose="020B0604020202020204" pitchFamily="34" charset="0"/>
              </a:rPr>
              <a:t>6. D ⇒ X</a:t>
            </a:r>
            <a:br>
              <a:rPr lang="en-US" altLang="en-US" sz="2000" dirty="0">
                <a:solidFill>
                  <a:srgbClr val="000000"/>
                </a:solidFill>
                <a:latin typeface="Helvetica" pitchFamily="2" charset="0"/>
              </a:rPr>
            </a:br>
            <a:r>
              <a:rPr lang="en-US" altLang="en-US" sz="2000" dirty="0">
                <a:solidFill>
                  <a:srgbClr val="000000"/>
                </a:solidFill>
                <a:latin typeface="Helvetica" pitchFamily="2" charset="0"/>
                <a:cs typeface="Arial" panose="020B0604020202020204" pitchFamily="34" charset="0"/>
              </a:rPr>
              <a:t>7. D ⇒ Z</a:t>
            </a:r>
            <a:br>
              <a:rPr lang="en-US" altLang="en-US" sz="2000" dirty="0">
                <a:solidFill>
                  <a:srgbClr val="000000"/>
                </a:solidFill>
                <a:latin typeface="Helvetica" pitchFamily="2" charset="0"/>
              </a:rPr>
            </a:br>
            <a:r>
              <a:rPr lang="en-US" altLang="en-US" sz="2000" dirty="0">
                <a:solidFill>
                  <a:srgbClr val="000000"/>
                </a:solidFill>
                <a:latin typeface="Helvetica" pitchFamily="2" charset="0"/>
                <a:cs typeface="Arial" panose="020B0604020202020204" pitchFamily="34" charset="0"/>
              </a:rPr>
              <a:t>8. E ⇒ W</a:t>
            </a:r>
            <a:br>
              <a:rPr lang="en-US" altLang="en-US" sz="2000" dirty="0">
                <a:solidFill>
                  <a:srgbClr val="000000"/>
                </a:solidFill>
                <a:latin typeface="Helvetica" pitchFamily="2" charset="0"/>
              </a:rPr>
            </a:br>
            <a:r>
              <a:rPr lang="en-US" altLang="en-US" sz="2000" dirty="0">
                <a:solidFill>
                  <a:srgbClr val="000000"/>
                </a:solidFill>
                <a:latin typeface="Helvetica" pitchFamily="2" charset="0"/>
                <a:cs typeface="Arial" panose="020B0604020202020204" pitchFamily="34" charset="0"/>
              </a:rPr>
              <a:t>9. E ⇒ X</a:t>
            </a:r>
            <a:br>
              <a:rPr lang="en-US" altLang="en-US" sz="2000" dirty="0">
                <a:solidFill>
                  <a:srgbClr val="000000"/>
                </a:solidFill>
                <a:latin typeface="Helvetica" pitchFamily="2" charset="0"/>
              </a:rPr>
            </a:br>
            <a:r>
              <a:rPr lang="en-US" altLang="en-US" sz="2000" dirty="0">
                <a:solidFill>
                  <a:srgbClr val="000000"/>
                </a:solidFill>
                <a:latin typeface="Helvetica" pitchFamily="2" charset="0"/>
                <a:cs typeface="Arial" panose="020B0604020202020204" pitchFamily="34" charset="0"/>
              </a:rPr>
              <a:t>10. F ⇒ Y</a:t>
            </a:r>
            <a:br>
              <a:rPr lang="en-US" altLang="en-US" sz="2000" dirty="0">
                <a:solidFill>
                  <a:srgbClr val="000000"/>
                </a:solidFill>
                <a:latin typeface="Helvetica" pitchFamily="2" charset="0"/>
              </a:rPr>
            </a:br>
            <a:r>
              <a:rPr lang="en-US" altLang="en-US" sz="2000" dirty="0">
                <a:solidFill>
                  <a:srgbClr val="000000"/>
                </a:solidFill>
                <a:latin typeface="Helvetica" pitchFamily="2" charset="0"/>
                <a:cs typeface="Arial" panose="020B0604020202020204" pitchFamily="34" charset="0"/>
              </a:rPr>
              <a:t>11. F ⇒ Z</a:t>
            </a:r>
            <a:br>
              <a:rPr lang="en-US" altLang="en-US" sz="2000" dirty="0">
                <a:solidFill>
                  <a:srgbClr val="000000"/>
                </a:solidFill>
                <a:latin typeface="Helvetica" pitchFamily="2" charset="0"/>
              </a:rPr>
            </a:br>
            <a:r>
              <a:rPr lang="en-US" altLang="en-US" sz="2000" dirty="0">
                <a:solidFill>
                  <a:srgbClr val="000000"/>
                </a:solidFill>
                <a:latin typeface="Helvetica" pitchFamily="2" charset="0"/>
                <a:cs typeface="Arial" panose="020B0604020202020204" pitchFamily="34" charset="0"/>
              </a:rPr>
              <a:t>12. U ⇒ O</a:t>
            </a:r>
            <a:br>
              <a:rPr lang="en-US" altLang="en-US" sz="2000" dirty="0">
                <a:solidFill>
                  <a:srgbClr val="000000"/>
                </a:solidFill>
                <a:latin typeface="Helvetica" pitchFamily="2" charset="0"/>
              </a:rPr>
            </a:br>
            <a:r>
              <a:rPr lang="en-US" altLang="en-US" sz="2000" dirty="0">
                <a:solidFill>
                  <a:srgbClr val="000000"/>
                </a:solidFill>
                <a:latin typeface="Helvetica" pitchFamily="2" charset="0"/>
                <a:cs typeface="Arial" panose="020B0604020202020204" pitchFamily="34" charset="0"/>
              </a:rPr>
              <a:t>13. V ⇒ O</a:t>
            </a:r>
            <a:br>
              <a:rPr lang="en-US" altLang="en-US" sz="2000" dirty="0">
                <a:solidFill>
                  <a:srgbClr val="000000"/>
                </a:solidFill>
                <a:latin typeface="Helvetica" pitchFamily="2" charset="0"/>
              </a:rPr>
            </a:br>
            <a:r>
              <a:rPr lang="en-US" altLang="en-US" sz="2000" dirty="0">
                <a:solidFill>
                  <a:srgbClr val="000000"/>
                </a:solidFill>
                <a:latin typeface="Helvetica" pitchFamily="2" charset="0"/>
                <a:cs typeface="Arial" panose="020B0604020202020204" pitchFamily="34" charset="0"/>
              </a:rPr>
              <a:t>14. W ⇒ O</a:t>
            </a:r>
          </a:p>
          <a:p>
            <a:pPr marL="0" lvl="0" indent="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000" dirty="0">
                <a:solidFill>
                  <a:srgbClr val="000000"/>
                </a:solidFill>
                <a:latin typeface="Helvetica" pitchFamily="2" charset="0"/>
                <a:cs typeface="Arial" panose="020B0604020202020204" pitchFamily="34" charset="0"/>
              </a:rPr>
              <a:t>15. W ⇒ I</a:t>
            </a:r>
            <a:br>
              <a:rPr lang="en-US" altLang="en-US" sz="2000" dirty="0">
                <a:solidFill>
                  <a:srgbClr val="000000"/>
                </a:solidFill>
                <a:latin typeface="Helvetica" pitchFamily="2" charset="0"/>
              </a:rPr>
            </a:br>
            <a:r>
              <a:rPr lang="en-US" altLang="en-US" sz="2000" dirty="0">
                <a:solidFill>
                  <a:srgbClr val="000000"/>
                </a:solidFill>
                <a:latin typeface="Helvetica" pitchFamily="2" charset="0"/>
                <a:cs typeface="Arial" panose="020B0604020202020204" pitchFamily="34" charset="0"/>
              </a:rPr>
              <a:t>16. X ⇒ I</a:t>
            </a:r>
            <a:br>
              <a:rPr lang="en-US" altLang="en-US" sz="2000" dirty="0">
                <a:solidFill>
                  <a:srgbClr val="000000"/>
                </a:solidFill>
                <a:latin typeface="Helvetica" pitchFamily="2" charset="0"/>
              </a:rPr>
            </a:br>
            <a:r>
              <a:rPr lang="en-US" altLang="en-US" sz="2000" dirty="0">
                <a:solidFill>
                  <a:srgbClr val="000000"/>
                </a:solidFill>
                <a:latin typeface="Helvetica" pitchFamily="2" charset="0"/>
                <a:cs typeface="Arial" panose="020B0604020202020204" pitchFamily="34" charset="0"/>
              </a:rPr>
              <a:t>17. Y ⇒ I</a:t>
            </a:r>
            <a:br>
              <a:rPr lang="en-US" altLang="en-US" sz="2000" dirty="0">
                <a:solidFill>
                  <a:srgbClr val="000000"/>
                </a:solidFill>
                <a:latin typeface="Helvetica" pitchFamily="2" charset="0"/>
              </a:rPr>
            </a:br>
            <a:r>
              <a:rPr lang="en-US" altLang="en-US" sz="2000" dirty="0">
                <a:solidFill>
                  <a:srgbClr val="000000"/>
                </a:solidFill>
                <a:latin typeface="Helvetica" pitchFamily="2" charset="0"/>
                <a:cs typeface="Arial" panose="020B0604020202020204" pitchFamily="34" charset="0"/>
              </a:rPr>
              <a:t>18. Y ⇒ O</a:t>
            </a:r>
            <a:br>
              <a:rPr lang="en-US" altLang="en-US" sz="2000" dirty="0">
                <a:solidFill>
                  <a:srgbClr val="000000"/>
                </a:solidFill>
                <a:latin typeface="Helvetica" pitchFamily="2" charset="0"/>
              </a:rPr>
            </a:br>
            <a:r>
              <a:rPr lang="en-US" altLang="en-US" sz="2000" dirty="0">
                <a:solidFill>
                  <a:srgbClr val="000000"/>
                </a:solidFill>
                <a:latin typeface="Helvetica" pitchFamily="2" charset="0"/>
                <a:cs typeface="Arial" panose="020B0604020202020204" pitchFamily="34" charset="0"/>
              </a:rPr>
              <a:t>19. Z ⇒ I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3712112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8AF040-76DD-B46A-E26E-F6D3A4225D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461984-6C2E-F013-7C6E-D66E0E0891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81419"/>
            <a:ext cx="9752308" cy="632219"/>
          </a:xfrm>
        </p:spPr>
        <p:txBody>
          <a:bodyPr/>
          <a:lstStyle/>
          <a:p>
            <a:r>
              <a:rPr lang="en-US" dirty="0"/>
              <a:t>Forward vs Backward Chaining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B179333-B7B4-D9BB-7C78-CEE86141ED3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38201" y="1119706"/>
            <a:ext cx="5877731" cy="4857857"/>
          </a:xfrm>
        </p:spPr>
        <p:txBody>
          <a:bodyPr>
            <a:normAutofit/>
          </a:bodyPr>
          <a:lstStyle/>
          <a:p>
            <a:r>
              <a:rPr lang="en-US" dirty="0"/>
              <a:t>Forward chaining: given the facts, what goals can we solve?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Backward chaining: is the goal we want to solve supported by the evidence?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en-US" i="1" dirty="0"/>
          </a:p>
          <a:p>
            <a:pPr algn="l">
              <a:buFont typeface="Arial" panose="020B0604020202020204" pitchFamily="34" charset="0"/>
              <a:buChar char="•"/>
            </a:pPr>
            <a:endParaRPr lang="en-US" dirty="0"/>
          </a:p>
          <a:p>
            <a:pPr algn="l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2B21D1-CFD8-D760-2369-818E91C509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84CAD4A-D2AD-EDC0-DC85-0D34C7801003}"/>
              </a:ext>
            </a:extLst>
          </p:cNvPr>
          <p:cNvSpPr txBox="1"/>
          <p:nvPr/>
        </p:nvSpPr>
        <p:spPr>
          <a:xfrm>
            <a:off x="9437760" y="458956"/>
            <a:ext cx="1863356" cy="5940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000" dirty="0">
                <a:solidFill>
                  <a:srgbClr val="000000"/>
                </a:solidFill>
                <a:latin typeface="Helvetica" pitchFamily="2" charset="0"/>
                <a:cs typeface="Arial" panose="020B0604020202020204" pitchFamily="34" charset="0"/>
              </a:rPr>
              <a:t>1. A ⇒ V</a:t>
            </a:r>
            <a:br>
              <a:rPr lang="en-US" altLang="en-US" sz="2000" dirty="0">
                <a:solidFill>
                  <a:srgbClr val="000000"/>
                </a:solidFill>
                <a:latin typeface="Helvetica" pitchFamily="2" charset="0"/>
              </a:rPr>
            </a:br>
            <a:r>
              <a:rPr lang="en-US" altLang="en-US" sz="2000" dirty="0">
                <a:solidFill>
                  <a:srgbClr val="000000"/>
                </a:solidFill>
                <a:latin typeface="Helvetica" pitchFamily="2" charset="0"/>
                <a:cs typeface="Arial" panose="020B0604020202020204" pitchFamily="34" charset="0"/>
              </a:rPr>
              <a:t>2. B ⇒ U</a:t>
            </a:r>
            <a:br>
              <a:rPr lang="en-US" altLang="en-US" sz="2000" dirty="0">
                <a:solidFill>
                  <a:srgbClr val="000000"/>
                </a:solidFill>
                <a:latin typeface="Helvetica" pitchFamily="2" charset="0"/>
              </a:rPr>
            </a:br>
            <a:r>
              <a:rPr lang="en-US" altLang="en-US" sz="2000" dirty="0">
                <a:solidFill>
                  <a:srgbClr val="000000"/>
                </a:solidFill>
                <a:latin typeface="Helvetica" pitchFamily="2" charset="0"/>
                <a:cs typeface="Arial" panose="020B0604020202020204" pitchFamily="34" charset="0"/>
              </a:rPr>
              <a:t>3. B ⇒ V</a:t>
            </a:r>
            <a:br>
              <a:rPr lang="en-US" altLang="en-US" sz="2000" dirty="0">
                <a:solidFill>
                  <a:srgbClr val="000000"/>
                </a:solidFill>
                <a:latin typeface="Helvetica" pitchFamily="2" charset="0"/>
              </a:rPr>
            </a:br>
            <a:r>
              <a:rPr lang="en-US" altLang="en-US" sz="2000" dirty="0">
                <a:solidFill>
                  <a:srgbClr val="000000"/>
                </a:solidFill>
                <a:latin typeface="Helvetica" pitchFamily="2" charset="0"/>
                <a:cs typeface="Arial" panose="020B0604020202020204" pitchFamily="34" charset="0"/>
              </a:rPr>
              <a:t>4. C ⇒ U</a:t>
            </a:r>
            <a:br>
              <a:rPr lang="en-US" altLang="en-US" sz="2000" dirty="0">
                <a:solidFill>
                  <a:srgbClr val="000000"/>
                </a:solidFill>
                <a:latin typeface="Helvetica" pitchFamily="2" charset="0"/>
              </a:rPr>
            </a:br>
            <a:r>
              <a:rPr lang="en-US" altLang="en-US" sz="2000" dirty="0">
                <a:solidFill>
                  <a:srgbClr val="000000"/>
                </a:solidFill>
                <a:latin typeface="Helvetica" pitchFamily="2" charset="0"/>
                <a:cs typeface="Arial" panose="020B0604020202020204" pitchFamily="34" charset="0"/>
              </a:rPr>
              <a:t>5. C ⇒ W</a:t>
            </a:r>
            <a:br>
              <a:rPr lang="en-US" altLang="en-US" sz="2000" dirty="0">
                <a:solidFill>
                  <a:srgbClr val="000000"/>
                </a:solidFill>
                <a:latin typeface="Helvetica" pitchFamily="2" charset="0"/>
              </a:rPr>
            </a:br>
            <a:r>
              <a:rPr lang="en-US" altLang="en-US" sz="2000" dirty="0">
                <a:solidFill>
                  <a:srgbClr val="000000"/>
                </a:solidFill>
                <a:latin typeface="Helvetica" pitchFamily="2" charset="0"/>
                <a:cs typeface="Arial" panose="020B0604020202020204" pitchFamily="34" charset="0"/>
              </a:rPr>
              <a:t>6. D ⇒ X</a:t>
            </a:r>
            <a:br>
              <a:rPr lang="en-US" altLang="en-US" sz="2000" dirty="0">
                <a:solidFill>
                  <a:srgbClr val="000000"/>
                </a:solidFill>
                <a:latin typeface="Helvetica" pitchFamily="2" charset="0"/>
              </a:rPr>
            </a:br>
            <a:r>
              <a:rPr lang="en-US" altLang="en-US" sz="2000" dirty="0">
                <a:solidFill>
                  <a:srgbClr val="000000"/>
                </a:solidFill>
                <a:latin typeface="Helvetica" pitchFamily="2" charset="0"/>
                <a:cs typeface="Arial" panose="020B0604020202020204" pitchFamily="34" charset="0"/>
              </a:rPr>
              <a:t>7. D ⇒ Z</a:t>
            </a:r>
            <a:br>
              <a:rPr lang="en-US" altLang="en-US" sz="2000" dirty="0">
                <a:solidFill>
                  <a:srgbClr val="000000"/>
                </a:solidFill>
                <a:latin typeface="Helvetica" pitchFamily="2" charset="0"/>
              </a:rPr>
            </a:br>
            <a:r>
              <a:rPr lang="en-US" altLang="en-US" sz="2000" dirty="0">
                <a:solidFill>
                  <a:srgbClr val="000000"/>
                </a:solidFill>
                <a:latin typeface="Helvetica" pitchFamily="2" charset="0"/>
                <a:cs typeface="Arial" panose="020B0604020202020204" pitchFamily="34" charset="0"/>
              </a:rPr>
              <a:t>8. E ⇒ W</a:t>
            </a:r>
            <a:br>
              <a:rPr lang="en-US" altLang="en-US" sz="2000" dirty="0">
                <a:solidFill>
                  <a:srgbClr val="000000"/>
                </a:solidFill>
                <a:latin typeface="Helvetica" pitchFamily="2" charset="0"/>
              </a:rPr>
            </a:br>
            <a:r>
              <a:rPr lang="en-US" altLang="en-US" sz="2000" dirty="0">
                <a:solidFill>
                  <a:srgbClr val="000000"/>
                </a:solidFill>
                <a:latin typeface="Helvetica" pitchFamily="2" charset="0"/>
                <a:cs typeface="Arial" panose="020B0604020202020204" pitchFamily="34" charset="0"/>
              </a:rPr>
              <a:t>9. E ⇒ X</a:t>
            </a:r>
            <a:br>
              <a:rPr lang="en-US" altLang="en-US" sz="2000" dirty="0">
                <a:solidFill>
                  <a:srgbClr val="000000"/>
                </a:solidFill>
                <a:latin typeface="Helvetica" pitchFamily="2" charset="0"/>
              </a:rPr>
            </a:br>
            <a:r>
              <a:rPr lang="en-US" altLang="en-US" sz="2000" dirty="0">
                <a:solidFill>
                  <a:srgbClr val="000000"/>
                </a:solidFill>
                <a:latin typeface="Helvetica" pitchFamily="2" charset="0"/>
                <a:cs typeface="Arial" panose="020B0604020202020204" pitchFamily="34" charset="0"/>
              </a:rPr>
              <a:t>10. F ⇒ Y</a:t>
            </a:r>
            <a:br>
              <a:rPr lang="en-US" altLang="en-US" sz="2000" dirty="0">
                <a:solidFill>
                  <a:srgbClr val="000000"/>
                </a:solidFill>
                <a:latin typeface="Helvetica" pitchFamily="2" charset="0"/>
              </a:rPr>
            </a:br>
            <a:r>
              <a:rPr lang="en-US" altLang="en-US" sz="2000" dirty="0">
                <a:solidFill>
                  <a:srgbClr val="000000"/>
                </a:solidFill>
                <a:latin typeface="Helvetica" pitchFamily="2" charset="0"/>
                <a:cs typeface="Arial" panose="020B0604020202020204" pitchFamily="34" charset="0"/>
              </a:rPr>
              <a:t>11. F ⇒ Z</a:t>
            </a:r>
            <a:br>
              <a:rPr lang="en-US" altLang="en-US" sz="2000" dirty="0">
                <a:solidFill>
                  <a:srgbClr val="000000"/>
                </a:solidFill>
                <a:latin typeface="Helvetica" pitchFamily="2" charset="0"/>
              </a:rPr>
            </a:br>
            <a:r>
              <a:rPr lang="en-US" altLang="en-US" sz="2000" dirty="0">
                <a:solidFill>
                  <a:srgbClr val="000000"/>
                </a:solidFill>
                <a:latin typeface="Helvetica" pitchFamily="2" charset="0"/>
                <a:cs typeface="Arial" panose="020B0604020202020204" pitchFamily="34" charset="0"/>
              </a:rPr>
              <a:t>12. U ⇒ O</a:t>
            </a:r>
            <a:br>
              <a:rPr lang="en-US" altLang="en-US" sz="2000" dirty="0">
                <a:solidFill>
                  <a:srgbClr val="000000"/>
                </a:solidFill>
                <a:latin typeface="Helvetica" pitchFamily="2" charset="0"/>
              </a:rPr>
            </a:br>
            <a:r>
              <a:rPr lang="en-US" altLang="en-US" sz="2000" dirty="0">
                <a:solidFill>
                  <a:srgbClr val="000000"/>
                </a:solidFill>
                <a:latin typeface="Helvetica" pitchFamily="2" charset="0"/>
                <a:cs typeface="Arial" panose="020B0604020202020204" pitchFamily="34" charset="0"/>
              </a:rPr>
              <a:t>13. V ⇒ O</a:t>
            </a:r>
            <a:br>
              <a:rPr lang="en-US" altLang="en-US" sz="2000" dirty="0">
                <a:solidFill>
                  <a:srgbClr val="000000"/>
                </a:solidFill>
                <a:latin typeface="Helvetica" pitchFamily="2" charset="0"/>
              </a:rPr>
            </a:br>
            <a:r>
              <a:rPr lang="en-US" altLang="en-US" sz="2000" dirty="0">
                <a:solidFill>
                  <a:srgbClr val="000000"/>
                </a:solidFill>
                <a:latin typeface="Helvetica" pitchFamily="2" charset="0"/>
                <a:cs typeface="Arial" panose="020B0604020202020204" pitchFamily="34" charset="0"/>
              </a:rPr>
              <a:t>14. W ⇒ O</a:t>
            </a:r>
          </a:p>
          <a:p>
            <a:pPr marL="0" lvl="0" indent="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000" dirty="0">
                <a:solidFill>
                  <a:srgbClr val="000000"/>
                </a:solidFill>
                <a:latin typeface="Helvetica" pitchFamily="2" charset="0"/>
                <a:cs typeface="Arial" panose="020B0604020202020204" pitchFamily="34" charset="0"/>
              </a:rPr>
              <a:t>15. W ⇒ I</a:t>
            </a:r>
            <a:br>
              <a:rPr lang="en-US" altLang="en-US" sz="2000" dirty="0">
                <a:solidFill>
                  <a:srgbClr val="000000"/>
                </a:solidFill>
                <a:latin typeface="Helvetica" pitchFamily="2" charset="0"/>
              </a:rPr>
            </a:br>
            <a:r>
              <a:rPr lang="en-US" altLang="en-US" sz="2000" dirty="0">
                <a:solidFill>
                  <a:srgbClr val="000000"/>
                </a:solidFill>
                <a:latin typeface="Helvetica" pitchFamily="2" charset="0"/>
                <a:cs typeface="Arial" panose="020B0604020202020204" pitchFamily="34" charset="0"/>
              </a:rPr>
              <a:t>16. X ⇒ I</a:t>
            </a:r>
            <a:br>
              <a:rPr lang="en-US" altLang="en-US" sz="2000" dirty="0">
                <a:solidFill>
                  <a:srgbClr val="000000"/>
                </a:solidFill>
                <a:latin typeface="Helvetica" pitchFamily="2" charset="0"/>
              </a:rPr>
            </a:br>
            <a:r>
              <a:rPr lang="en-US" altLang="en-US" sz="2000" dirty="0">
                <a:solidFill>
                  <a:srgbClr val="000000"/>
                </a:solidFill>
                <a:latin typeface="Helvetica" pitchFamily="2" charset="0"/>
                <a:cs typeface="Arial" panose="020B0604020202020204" pitchFamily="34" charset="0"/>
              </a:rPr>
              <a:t>17. Y ⇒ I</a:t>
            </a:r>
            <a:br>
              <a:rPr lang="en-US" altLang="en-US" sz="2000" dirty="0">
                <a:solidFill>
                  <a:srgbClr val="000000"/>
                </a:solidFill>
                <a:latin typeface="Helvetica" pitchFamily="2" charset="0"/>
              </a:rPr>
            </a:br>
            <a:r>
              <a:rPr lang="en-US" altLang="en-US" sz="2000" dirty="0">
                <a:solidFill>
                  <a:srgbClr val="000000"/>
                </a:solidFill>
                <a:latin typeface="Helvetica" pitchFamily="2" charset="0"/>
                <a:cs typeface="Arial" panose="020B0604020202020204" pitchFamily="34" charset="0"/>
              </a:rPr>
              <a:t>18. Y ⇒ O</a:t>
            </a:r>
            <a:br>
              <a:rPr lang="en-US" altLang="en-US" sz="2000" dirty="0">
                <a:solidFill>
                  <a:srgbClr val="000000"/>
                </a:solidFill>
                <a:latin typeface="Helvetica" pitchFamily="2" charset="0"/>
              </a:rPr>
            </a:br>
            <a:r>
              <a:rPr lang="en-US" altLang="en-US" sz="2000" dirty="0">
                <a:solidFill>
                  <a:srgbClr val="000000"/>
                </a:solidFill>
                <a:latin typeface="Helvetica" pitchFamily="2" charset="0"/>
                <a:cs typeface="Arial" panose="020B0604020202020204" pitchFamily="34" charset="0"/>
              </a:rPr>
              <a:t>19. Z ⇒ I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8080986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1FE7BE7B-0166-523A-A6D9-582A1DC759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0663" y="1216316"/>
            <a:ext cx="7168541" cy="483444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A4D252A-2F48-8C2C-C0C6-7321B18DD7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Search and Proof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CCDC04-E83D-8606-43DC-2B8B5648B18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38200" y="4545496"/>
            <a:ext cx="4616302" cy="146797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000" i="1" dirty="0">
                <a:solidFill>
                  <a:schemeClr val="tx2"/>
                </a:solidFill>
              </a:rPr>
              <a:t>What forms of drug can be used to treat disease D?</a:t>
            </a:r>
          </a:p>
          <a:p>
            <a:pPr marL="0" indent="0">
              <a:buNone/>
            </a:pPr>
            <a:endParaRPr lang="en-US" sz="2000" i="1" dirty="0">
              <a:solidFill>
                <a:schemeClr val="tx2"/>
              </a:solidFill>
            </a:endParaRPr>
          </a:p>
          <a:p>
            <a:pPr marL="0" indent="0">
              <a:buNone/>
            </a:pPr>
            <a:r>
              <a:rPr lang="en-US" sz="2000" i="1" dirty="0">
                <a:solidFill>
                  <a:schemeClr val="tx2"/>
                </a:solidFill>
              </a:rPr>
              <a:t>What diseases can be treated with an injection?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9B3E43-4C2D-FEF8-245E-73BB2AF978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756B6BE-B1B7-9FE4-5BF5-819EB27866E5}"/>
              </a:ext>
            </a:extLst>
          </p:cNvPr>
          <p:cNvSpPr txBox="1"/>
          <p:nvPr/>
        </p:nvSpPr>
        <p:spPr>
          <a:xfrm>
            <a:off x="10501016" y="253433"/>
            <a:ext cx="1863356" cy="5940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000" dirty="0">
                <a:solidFill>
                  <a:srgbClr val="000000"/>
                </a:solidFill>
                <a:latin typeface="Helvetica" pitchFamily="2" charset="0"/>
                <a:cs typeface="Arial" panose="020B0604020202020204" pitchFamily="34" charset="0"/>
              </a:rPr>
              <a:t>1. A ⇒ V</a:t>
            </a:r>
            <a:br>
              <a:rPr lang="en-US" altLang="en-US" sz="2000" dirty="0">
                <a:solidFill>
                  <a:srgbClr val="000000"/>
                </a:solidFill>
                <a:latin typeface="Helvetica" pitchFamily="2" charset="0"/>
              </a:rPr>
            </a:br>
            <a:r>
              <a:rPr lang="en-US" altLang="en-US" sz="2000" dirty="0">
                <a:solidFill>
                  <a:srgbClr val="000000"/>
                </a:solidFill>
                <a:latin typeface="Helvetica" pitchFamily="2" charset="0"/>
                <a:cs typeface="Arial" panose="020B0604020202020204" pitchFamily="34" charset="0"/>
              </a:rPr>
              <a:t>2. B ⇒ U</a:t>
            </a:r>
            <a:br>
              <a:rPr lang="en-US" altLang="en-US" sz="2000" dirty="0">
                <a:solidFill>
                  <a:srgbClr val="000000"/>
                </a:solidFill>
                <a:latin typeface="Helvetica" pitchFamily="2" charset="0"/>
              </a:rPr>
            </a:br>
            <a:r>
              <a:rPr lang="en-US" altLang="en-US" sz="2000" dirty="0">
                <a:solidFill>
                  <a:srgbClr val="000000"/>
                </a:solidFill>
                <a:latin typeface="Helvetica" pitchFamily="2" charset="0"/>
                <a:cs typeface="Arial" panose="020B0604020202020204" pitchFamily="34" charset="0"/>
              </a:rPr>
              <a:t>3. B ⇒ V</a:t>
            </a:r>
            <a:br>
              <a:rPr lang="en-US" altLang="en-US" sz="2000" dirty="0">
                <a:solidFill>
                  <a:srgbClr val="000000"/>
                </a:solidFill>
                <a:latin typeface="Helvetica" pitchFamily="2" charset="0"/>
              </a:rPr>
            </a:br>
            <a:r>
              <a:rPr lang="en-US" altLang="en-US" sz="2000" dirty="0">
                <a:solidFill>
                  <a:srgbClr val="000000"/>
                </a:solidFill>
                <a:latin typeface="Helvetica" pitchFamily="2" charset="0"/>
                <a:cs typeface="Arial" panose="020B0604020202020204" pitchFamily="34" charset="0"/>
              </a:rPr>
              <a:t>4. C ⇒ U</a:t>
            </a:r>
            <a:br>
              <a:rPr lang="en-US" altLang="en-US" sz="2000" dirty="0">
                <a:solidFill>
                  <a:srgbClr val="000000"/>
                </a:solidFill>
                <a:latin typeface="Helvetica" pitchFamily="2" charset="0"/>
              </a:rPr>
            </a:br>
            <a:r>
              <a:rPr lang="en-US" altLang="en-US" sz="2000" dirty="0">
                <a:solidFill>
                  <a:srgbClr val="000000"/>
                </a:solidFill>
                <a:latin typeface="Helvetica" pitchFamily="2" charset="0"/>
                <a:cs typeface="Arial" panose="020B0604020202020204" pitchFamily="34" charset="0"/>
              </a:rPr>
              <a:t>5. C ⇒ W</a:t>
            </a:r>
            <a:br>
              <a:rPr lang="en-US" altLang="en-US" sz="2000" dirty="0">
                <a:solidFill>
                  <a:srgbClr val="000000"/>
                </a:solidFill>
                <a:latin typeface="Helvetica" pitchFamily="2" charset="0"/>
              </a:rPr>
            </a:br>
            <a:r>
              <a:rPr lang="en-US" altLang="en-US" sz="2000" dirty="0">
                <a:solidFill>
                  <a:srgbClr val="000000"/>
                </a:solidFill>
                <a:latin typeface="Helvetica" pitchFamily="2" charset="0"/>
                <a:cs typeface="Arial" panose="020B0604020202020204" pitchFamily="34" charset="0"/>
              </a:rPr>
              <a:t>6. D ⇒ X</a:t>
            </a:r>
            <a:br>
              <a:rPr lang="en-US" altLang="en-US" sz="2000" dirty="0">
                <a:solidFill>
                  <a:srgbClr val="000000"/>
                </a:solidFill>
                <a:latin typeface="Helvetica" pitchFamily="2" charset="0"/>
              </a:rPr>
            </a:br>
            <a:r>
              <a:rPr lang="en-US" altLang="en-US" sz="2000" dirty="0">
                <a:solidFill>
                  <a:srgbClr val="000000"/>
                </a:solidFill>
                <a:latin typeface="Helvetica" pitchFamily="2" charset="0"/>
                <a:cs typeface="Arial" panose="020B0604020202020204" pitchFamily="34" charset="0"/>
              </a:rPr>
              <a:t>7. D ⇒ Z</a:t>
            </a:r>
            <a:br>
              <a:rPr lang="en-US" altLang="en-US" sz="2000" dirty="0">
                <a:solidFill>
                  <a:srgbClr val="000000"/>
                </a:solidFill>
                <a:latin typeface="Helvetica" pitchFamily="2" charset="0"/>
              </a:rPr>
            </a:br>
            <a:r>
              <a:rPr lang="en-US" altLang="en-US" sz="2000" dirty="0">
                <a:solidFill>
                  <a:srgbClr val="000000"/>
                </a:solidFill>
                <a:latin typeface="Helvetica" pitchFamily="2" charset="0"/>
                <a:cs typeface="Arial" panose="020B0604020202020204" pitchFamily="34" charset="0"/>
              </a:rPr>
              <a:t>8. E ⇒ W</a:t>
            </a:r>
            <a:br>
              <a:rPr lang="en-US" altLang="en-US" sz="2000" dirty="0">
                <a:solidFill>
                  <a:srgbClr val="000000"/>
                </a:solidFill>
                <a:latin typeface="Helvetica" pitchFamily="2" charset="0"/>
              </a:rPr>
            </a:br>
            <a:r>
              <a:rPr lang="en-US" altLang="en-US" sz="2000" dirty="0">
                <a:solidFill>
                  <a:srgbClr val="000000"/>
                </a:solidFill>
                <a:latin typeface="Helvetica" pitchFamily="2" charset="0"/>
                <a:cs typeface="Arial" panose="020B0604020202020204" pitchFamily="34" charset="0"/>
              </a:rPr>
              <a:t>9. E ⇒ X</a:t>
            </a:r>
            <a:br>
              <a:rPr lang="en-US" altLang="en-US" sz="2000" dirty="0">
                <a:solidFill>
                  <a:srgbClr val="000000"/>
                </a:solidFill>
                <a:latin typeface="Helvetica" pitchFamily="2" charset="0"/>
              </a:rPr>
            </a:br>
            <a:r>
              <a:rPr lang="en-US" altLang="en-US" sz="2000" dirty="0">
                <a:solidFill>
                  <a:srgbClr val="000000"/>
                </a:solidFill>
                <a:latin typeface="Helvetica" pitchFamily="2" charset="0"/>
                <a:cs typeface="Arial" panose="020B0604020202020204" pitchFamily="34" charset="0"/>
              </a:rPr>
              <a:t>10. F ⇒ Y</a:t>
            </a:r>
            <a:br>
              <a:rPr lang="en-US" altLang="en-US" sz="2000" dirty="0">
                <a:solidFill>
                  <a:srgbClr val="000000"/>
                </a:solidFill>
                <a:latin typeface="Helvetica" pitchFamily="2" charset="0"/>
              </a:rPr>
            </a:br>
            <a:r>
              <a:rPr lang="en-US" altLang="en-US" sz="2000" dirty="0">
                <a:solidFill>
                  <a:srgbClr val="000000"/>
                </a:solidFill>
                <a:latin typeface="Helvetica" pitchFamily="2" charset="0"/>
                <a:cs typeface="Arial" panose="020B0604020202020204" pitchFamily="34" charset="0"/>
              </a:rPr>
              <a:t>11. F ⇒ Z</a:t>
            </a:r>
            <a:br>
              <a:rPr lang="en-US" altLang="en-US" sz="2000" dirty="0">
                <a:solidFill>
                  <a:srgbClr val="000000"/>
                </a:solidFill>
                <a:latin typeface="Helvetica" pitchFamily="2" charset="0"/>
              </a:rPr>
            </a:br>
            <a:r>
              <a:rPr lang="en-US" altLang="en-US" sz="2000" dirty="0">
                <a:solidFill>
                  <a:srgbClr val="000000"/>
                </a:solidFill>
                <a:latin typeface="Helvetica" pitchFamily="2" charset="0"/>
                <a:cs typeface="Arial" panose="020B0604020202020204" pitchFamily="34" charset="0"/>
              </a:rPr>
              <a:t>12. U ⇒ O</a:t>
            </a:r>
            <a:br>
              <a:rPr lang="en-US" altLang="en-US" sz="2000" dirty="0">
                <a:solidFill>
                  <a:srgbClr val="000000"/>
                </a:solidFill>
                <a:latin typeface="Helvetica" pitchFamily="2" charset="0"/>
              </a:rPr>
            </a:br>
            <a:r>
              <a:rPr lang="en-US" altLang="en-US" sz="2000" dirty="0">
                <a:solidFill>
                  <a:srgbClr val="000000"/>
                </a:solidFill>
                <a:latin typeface="Helvetica" pitchFamily="2" charset="0"/>
                <a:cs typeface="Arial" panose="020B0604020202020204" pitchFamily="34" charset="0"/>
              </a:rPr>
              <a:t>13. V ⇒ O</a:t>
            </a:r>
            <a:br>
              <a:rPr lang="en-US" altLang="en-US" sz="2000" dirty="0">
                <a:solidFill>
                  <a:srgbClr val="000000"/>
                </a:solidFill>
                <a:latin typeface="Helvetica" pitchFamily="2" charset="0"/>
              </a:rPr>
            </a:br>
            <a:r>
              <a:rPr lang="en-US" altLang="en-US" sz="2000" dirty="0">
                <a:solidFill>
                  <a:srgbClr val="000000"/>
                </a:solidFill>
                <a:latin typeface="Helvetica" pitchFamily="2" charset="0"/>
                <a:cs typeface="Arial" panose="020B0604020202020204" pitchFamily="34" charset="0"/>
              </a:rPr>
              <a:t>14. W ⇒ O</a:t>
            </a:r>
          </a:p>
          <a:p>
            <a:pPr marL="0" lvl="0" indent="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000" dirty="0">
                <a:solidFill>
                  <a:srgbClr val="000000"/>
                </a:solidFill>
                <a:latin typeface="Helvetica" pitchFamily="2" charset="0"/>
                <a:cs typeface="Arial" panose="020B0604020202020204" pitchFamily="34" charset="0"/>
              </a:rPr>
              <a:t>15. W ⇒ I</a:t>
            </a:r>
            <a:br>
              <a:rPr lang="en-US" altLang="en-US" sz="2000" dirty="0">
                <a:solidFill>
                  <a:srgbClr val="000000"/>
                </a:solidFill>
                <a:latin typeface="Helvetica" pitchFamily="2" charset="0"/>
              </a:rPr>
            </a:br>
            <a:r>
              <a:rPr lang="en-US" altLang="en-US" sz="2000" dirty="0">
                <a:solidFill>
                  <a:srgbClr val="000000"/>
                </a:solidFill>
                <a:latin typeface="Helvetica" pitchFamily="2" charset="0"/>
                <a:cs typeface="Arial" panose="020B0604020202020204" pitchFamily="34" charset="0"/>
              </a:rPr>
              <a:t>16. X ⇒ I</a:t>
            </a:r>
            <a:br>
              <a:rPr lang="en-US" altLang="en-US" sz="2000" dirty="0">
                <a:solidFill>
                  <a:srgbClr val="000000"/>
                </a:solidFill>
                <a:latin typeface="Helvetica" pitchFamily="2" charset="0"/>
              </a:rPr>
            </a:br>
            <a:r>
              <a:rPr lang="en-US" altLang="en-US" sz="2000" dirty="0">
                <a:solidFill>
                  <a:srgbClr val="000000"/>
                </a:solidFill>
                <a:latin typeface="Helvetica" pitchFamily="2" charset="0"/>
                <a:cs typeface="Arial" panose="020B0604020202020204" pitchFamily="34" charset="0"/>
              </a:rPr>
              <a:t>17. Y ⇒ I</a:t>
            </a:r>
            <a:br>
              <a:rPr lang="en-US" altLang="en-US" sz="2000" dirty="0">
                <a:solidFill>
                  <a:srgbClr val="000000"/>
                </a:solidFill>
                <a:latin typeface="Helvetica" pitchFamily="2" charset="0"/>
              </a:rPr>
            </a:br>
            <a:r>
              <a:rPr lang="en-US" altLang="en-US" sz="2000" dirty="0">
                <a:solidFill>
                  <a:srgbClr val="000000"/>
                </a:solidFill>
                <a:latin typeface="Helvetica" pitchFamily="2" charset="0"/>
                <a:cs typeface="Arial" panose="020B0604020202020204" pitchFamily="34" charset="0"/>
              </a:rPr>
              <a:t>18. Y ⇒ O</a:t>
            </a:r>
            <a:br>
              <a:rPr lang="en-US" altLang="en-US" sz="2000" dirty="0">
                <a:solidFill>
                  <a:srgbClr val="000000"/>
                </a:solidFill>
                <a:latin typeface="Helvetica" pitchFamily="2" charset="0"/>
              </a:rPr>
            </a:br>
            <a:r>
              <a:rPr lang="en-US" altLang="en-US" sz="2000" dirty="0">
                <a:solidFill>
                  <a:srgbClr val="000000"/>
                </a:solidFill>
                <a:latin typeface="Helvetica" pitchFamily="2" charset="0"/>
                <a:cs typeface="Arial" panose="020B0604020202020204" pitchFamily="34" charset="0"/>
              </a:rPr>
              <a:t>19. Z ⇒ I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6042643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105BE9-382E-C731-9CD5-2B3FB38232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573D80-161A-6915-D98B-D857AC5E4F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Search and Proof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F48E2C-D253-92BC-10EA-594CF4E13AD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38200" y="1100863"/>
            <a:ext cx="4400228" cy="4912611"/>
          </a:xfrm>
        </p:spPr>
        <p:txBody>
          <a:bodyPr>
            <a:normAutofit/>
          </a:bodyPr>
          <a:lstStyle/>
          <a:p>
            <a:r>
              <a:rPr lang="en-US" sz="1600" dirty="0">
                <a:solidFill>
                  <a:schemeClr val="tx2"/>
                </a:solidFill>
              </a:rPr>
              <a:t>Inference in rule based systems is equivalent to </a:t>
            </a:r>
            <a:r>
              <a:rPr lang="en-US" sz="1600" b="1" dirty="0">
                <a:solidFill>
                  <a:schemeClr val="tx2"/>
                </a:solidFill>
              </a:rPr>
              <a:t>search </a:t>
            </a:r>
            <a:r>
              <a:rPr lang="en-US" sz="1600" dirty="0">
                <a:solidFill>
                  <a:schemeClr val="tx2"/>
                </a:solidFill>
              </a:rPr>
              <a:t>on a directed graph</a:t>
            </a:r>
          </a:p>
          <a:p>
            <a:r>
              <a:rPr lang="en-US" sz="1600" dirty="0">
                <a:solidFill>
                  <a:schemeClr val="tx2"/>
                </a:solidFill>
              </a:rPr>
              <a:t>A proof corresponds to finding a path in the graph between the premises and the goal.</a:t>
            </a:r>
          </a:p>
          <a:p>
            <a:endParaRPr lang="en-US" sz="1600" dirty="0">
              <a:solidFill>
                <a:schemeClr val="tx2"/>
              </a:solidFill>
            </a:endParaRPr>
          </a:p>
          <a:p>
            <a:r>
              <a:rPr lang="en-US" sz="1600" dirty="0">
                <a:solidFill>
                  <a:schemeClr val="tx2"/>
                </a:solidFill>
              </a:rPr>
              <a:t>In forward chaining, we start with the premises</a:t>
            </a:r>
          </a:p>
          <a:p>
            <a:pPr marL="0" indent="0">
              <a:buNone/>
            </a:pPr>
            <a:r>
              <a:rPr lang="en-US" sz="1600" i="1" dirty="0">
                <a:solidFill>
                  <a:schemeClr val="tx2"/>
                </a:solidFill>
              </a:rPr>
              <a:t>Patients has disease B. Can we treat it with Oral medication?</a:t>
            </a:r>
          </a:p>
          <a:p>
            <a:endParaRPr lang="en-US" sz="1600" dirty="0">
              <a:solidFill>
                <a:schemeClr val="tx2"/>
              </a:solidFill>
            </a:endParaRPr>
          </a:p>
          <a:p>
            <a:r>
              <a:rPr lang="en-US" sz="1600" dirty="0">
                <a:solidFill>
                  <a:schemeClr val="tx2"/>
                </a:solidFill>
              </a:rPr>
              <a:t>In backward chaining, we start with the goal</a:t>
            </a:r>
          </a:p>
          <a:p>
            <a:pPr marL="0" indent="0">
              <a:buNone/>
            </a:pPr>
            <a:r>
              <a:rPr lang="en-US" sz="1600" i="1" dirty="0">
                <a:solidFill>
                  <a:schemeClr val="tx2"/>
                </a:solidFill>
              </a:rPr>
              <a:t>Oral medication. Can it treat disease B?</a:t>
            </a:r>
          </a:p>
          <a:p>
            <a:endParaRPr lang="en-US" sz="1600" dirty="0">
              <a:solidFill>
                <a:schemeClr val="tx2"/>
              </a:solidFill>
            </a:endParaRPr>
          </a:p>
          <a:p>
            <a:r>
              <a:rPr lang="en-US" sz="1600" dirty="0">
                <a:solidFill>
                  <a:schemeClr val="tx2"/>
                </a:solidFill>
              </a:rPr>
              <a:t>Both cases require us to traverse the graph. How to do this systematically?</a:t>
            </a:r>
          </a:p>
          <a:p>
            <a:endParaRPr lang="en-US" sz="1600" dirty="0">
              <a:solidFill>
                <a:schemeClr val="tx2"/>
              </a:solidFill>
            </a:endParaRPr>
          </a:p>
          <a:p>
            <a:pPr marL="0" indent="0">
              <a:buNone/>
            </a:pPr>
            <a:endParaRPr lang="en-US" sz="1600" i="1" dirty="0">
              <a:solidFill>
                <a:schemeClr val="tx2"/>
              </a:solidFill>
            </a:endParaRPr>
          </a:p>
          <a:p>
            <a:pPr marL="0" indent="0">
              <a:buNone/>
            </a:pPr>
            <a:endParaRPr lang="en-US" sz="1600" i="1" dirty="0">
              <a:solidFill>
                <a:schemeClr val="tx2"/>
              </a:solidFill>
            </a:endParaRPr>
          </a:p>
          <a:p>
            <a:pPr marL="742944" indent="-457200"/>
            <a:endParaRPr lang="en-US" sz="1600" dirty="0">
              <a:solidFill>
                <a:schemeClr val="tx2"/>
              </a:solidFill>
            </a:endParaRPr>
          </a:p>
          <a:p>
            <a:pPr marL="914389" lvl="1" indent="-457200"/>
            <a:endParaRPr lang="en-US" sz="2600" dirty="0">
              <a:solidFill>
                <a:schemeClr val="tx2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0D1E2E-8AE5-A406-3A84-16D25A3875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10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225114B-EE84-2983-0C4A-CFCC0413FD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8800" y="1501908"/>
            <a:ext cx="5715000" cy="38541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76199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6CE97B-E535-D213-C26D-7E0416CBE1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81419"/>
            <a:ext cx="11102439" cy="632219"/>
          </a:xfrm>
        </p:spPr>
        <p:txBody>
          <a:bodyPr/>
          <a:lstStyle/>
          <a:p>
            <a:r>
              <a:rPr lang="en-US" dirty="0"/>
              <a:t>Breadth-First Search (Forward Chaining)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21C71D-B90F-C87B-1AB2-CE5BFE3615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11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87B14E7-83A8-299E-B7ED-4DE584BCA2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1196" y="1293702"/>
            <a:ext cx="5646290" cy="491117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D87E672-5EAA-C634-2591-585393ACC8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1018" y="1234891"/>
            <a:ext cx="7772400" cy="52416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60856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50D4D8-5634-6522-BFAE-813220B4FE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D9FF2B-31B4-23B9-2A9C-6FFA471899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81419"/>
            <a:ext cx="11500263" cy="632219"/>
          </a:xfrm>
        </p:spPr>
        <p:txBody>
          <a:bodyPr/>
          <a:lstStyle/>
          <a:p>
            <a:r>
              <a:rPr lang="en-US" dirty="0"/>
              <a:t>Breadth-First Search (Backward Chaining)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80CDEC-6B1F-1E60-30D3-F69404B115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12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06EB622-C2CB-8C2A-0BEF-B9C18CCB12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1196" y="1293702"/>
            <a:ext cx="5646290" cy="491117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138F43A6-473E-978A-9646-A1B5E16420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9800" y="1175833"/>
            <a:ext cx="7772400" cy="52416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68563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CF5E06-75C1-9AC8-1943-1531FF9710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6F6916-C080-03A1-E8E7-5C6BB3D425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81419"/>
            <a:ext cx="10857854" cy="632219"/>
          </a:xfrm>
        </p:spPr>
        <p:txBody>
          <a:bodyPr/>
          <a:lstStyle/>
          <a:p>
            <a:r>
              <a:rPr lang="en-US" dirty="0"/>
              <a:t>Depth-First Search (Forward Chaining)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45BAF1-C1D3-C29C-C9F1-297A10A425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13</a:t>
            </a:fld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B06704B-91B9-3E8B-D510-8BCE528A31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808155"/>
            <a:ext cx="7772400" cy="52416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085144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6DB016-A11C-ABCA-0E92-CB61A51E38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B6DD76-5F16-73FC-311E-CBD14581B0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81419"/>
            <a:ext cx="11312471" cy="632219"/>
          </a:xfrm>
        </p:spPr>
        <p:txBody>
          <a:bodyPr/>
          <a:lstStyle/>
          <a:p>
            <a:r>
              <a:rPr lang="en-US" dirty="0"/>
              <a:t>Depth-First Search (Backward Chaining)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3E4E11-6539-2756-412A-C6D4DD45E9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14</a:t>
            </a:fld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CED5DE6-0657-280E-665B-C768B922E4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1234891"/>
            <a:ext cx="7772400" cy="52416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210420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2D569C-7482-874A-E669-773FB73A61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81419"/>
            <a:ext cx="10811359" cy="632219"/>
          </a:xfrm>
        </p:spPr>
        <p:txBody>
          <a:bodyPr/>
          <a:lstStyle/>
          <a:p>
            <a:r>
              <a:rPr lang="en-US" dirty="0"/>
              <a:t>Breadth vs Depth-First Search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6B6F72-77E4-EBA7-FECE-4BFC9B4C8B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15</a:t>
            </a:fld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0712F8E-FBF7-6A3C-8A52-8A701758E6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8743" y="1276597"/>
            <a:ext cx="11590475" cy="4310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269461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3EFE28-A46F-086B-8C33-47A70D7FCB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23898E0-4A5E-6323-06B7-F52A39F46D9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6000" b="1" dirty="0"/>
              <a:t>Exercises 6: Automating Natural Deduction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9A1633-BF73-E66E-B238-D1A029D2BF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739374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08FE8A-915A-3E51-42B8-77D69C86CF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7A98F8-B0F8-A713-499E-C9BAE6C7F8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Day 2 Wrap-up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5D2F98-9F4B-10ED-CC9E-A35B89AC7A8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1">
                  <a:lumMod val="50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>
                    <a:lumMod val="50000"/>
                  </a:schemeClr>
                </a:solidFill>
              </a:rPr>
              <a:t>Logic programming with </a:t>
            </a:r>
            <a:r>
              <a:rPr lang="en-US" sz="2400" dirty="0" err="1">
                <a:solidFill>
                  <a:schemeClr val="tx1">
                    <a:lumMod val="50000"/>
                  </a:schemeClr>
                </a:solidFill>
              </a:rPr>
              <a:t>Kanren</a:t>
            </a:r>
            <a:endParaRPr lang="en-US" sz="2400" dirty="0">
              <a:solidFill>
                <a:schemeClr val="tx1">
                  <a:lumMod val="50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>
                    <a:lumMod val="50000"/>
                  </a:schemeClr>
                </a:solidFill>
              </a:rPr>
              <a:t>Forward and Backward Chaining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>
                    <a:lumMod val="50000"/>
                  </a:schemeClr>
                </a:solidFill>
              </a:rPr>
              <a:t>Proof and Search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1">
                  <a:lumMod val="50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1">
                  <a:lumMod val="50000"/>
                </a:schemeClr>
              </a:solidFill>
            </a:endParaRPr>
          </a:p>
          <a:p>
            <a:endParaRPr lang="en-US" sz="2400" dirty="0">
              <a:solidFill>
                <a:schemeClr val="tx1">
                  <a:lumMod val="50000"/>
                </a:schemeClr>
              </a:solidFill>
            </a:endParaRPr>
          </a:p>
          <a:p>
            <a:r>
              <a:rPr lang="en-US" sz="2400" dirty="0">
                <a:solidFill>
                  <a:schemeClr val="tx1">
                    <a:lumMod val="50000"/>
                  </a:schemeClr>
                </a:solidFill>
              </a:rPr>
              <a:t>Next Week: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>
                    <a:lumMod val="50000"/>
                  </a:schemeClr>
                </a:solidFill>
              </a:rPr>
              <a:t>First Order Logic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DB3F90-0DC7-7DAB-FE48-4406DB567B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97345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Queens University 1">
      <a:dk1>
        <a:srgbClr val="494949"/>
      </a:dk1>
      <a:lt1>
        <a:srgbClr val="9B9B9B"/>
      </a:lt1>
      <a:dk2>
        <a:srgbClr val="2F2F2F"/>
      </a:dk2>
      <a:lt2>
        <a:srgbClr val="FFFFFF"/>
      </a:lt2>
      <a:accent1>
        <a:srgbClr val="00AFAB"/>
      </a:accent1>
      <a:accent2>
        <a:srgbClr val="93D60A"/>
      </a:accent2>
      <a:accent3>
        <a:srgbClr val="D6000D"/>
      </a:accent3>
      <a:accent4>
        <a:srgbClr val="F18903"/>
      </a:accent4>
      <a:accent5>
        <a:srgbClr val="AC004D"/>
      </a:accent5>
      <a:accent6>
        <a:srgbClr val="672E6C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I_Master_PPT" id="{520EB0CF-6B0E-8A45-BC11-DA0C3C33E0F5}" vid="{AE149573-493F-1C48-9EE6-1B6DC626C8B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eaab77ea-b4a5-49e3-a1e8-d6dd23a1f286}" enabled="0" method="" siteId="{eaab77ea-b4a5-49e3-a1e8-d6dd23a1f286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2062</TotalTime>
  <Words>1149</Words>
  <Application>Microsoft Macintosh PowerPoint</Application>
  <PresentationFormat>Widescreen</PresentationFormat>
  <Paragraphs>112</Paragraphs>
  <Slides>17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Arial</vt:lpstr>
      <vt:lpstr>Calibri</vt:lpstr>
      <vt:lpstr>Calibri Light</vt:lpstr>
      <vt:lpstr>Cambria Math</vt:lpstr>
      <vt:lpstr>Helvetica</vt:lpstr>
      <vt:lpstr>Office Theme</vt:lpstr>
      <vt:lpstr>MSc Artificial Intelligence</vt:lpstr>
      <vt:lpstr>How Automated Reasoning works</vt:lpstr>
      <vt:lpstr>Logical Equivalencies</vt:lpstr>
      <vt:lpstr>Rule Based Systems </vt:lpstr>
      <vt:lpstr>An Example</vt:lpstr>
      <vt:lpstr>Forward Chaining</vt:lpstr>
      <vt:lpstr>Backward Chaining</vt:lpstr>
      <vt:lpstr>Forward vs Backward Chaining</vt:lpstr>
      <vt:lpstr>Search and Proof</vt:lpstr>
      <vt:lpstr>Search and Proof</vt:lpstr>
      <vt:lpstr>Breadth-First Search (Forward Chaining)</vt:lpstr>
      <vt:lpstr>Breadth-First Search (Backward Chaining)</vt:lpstr>
      <vt:lpstr>Depth-First Search (Forward Chaining)</vt:lpstr>
      <vt:lpstr>Depth-First Search (Backward Chaining)</vt:lpstr>
      <vt:lpstr>Breadth vs Depth-First Search</vt:lpstr>
      <vt:lpstr>PowerPoint Presentation</vt:lpstr>
      <vt:lpstr>Day 2 Wrap-up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Iain Styles</dc:creator>
  <cp:lastModifiedBy>Iain Styles</cp:lastModifiedBy>
  <cp:revision>1</cp:revision>
  <dcterms:created xsi:type="dcterms:W3CDTF">2024-11-07T11:06:47Z</dcterms:created>
  <dcterms:modified xsi:type="dcterms:W3CDTF">2025-09-17T19:47:31Z</dcterms:modified>
</cp:coreProperties>
</file>