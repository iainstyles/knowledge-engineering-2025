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0" r:id="rId1"/>
  </p:sldMasterIdLst>
  <p:notesMasterIdLst>
    <p:notesMasterId r:id="rId21"/>
  </p:notesMasterIdLst>
  <p:handoutMasterIdLst>
    <p:handoutMasterId r:id="rId22"/>
  </p:handoutMasterIdLst>
  <p:sldIdLst>
    <p:sldId id="389" r:id="rId2"/>
    <p:sldId id="360" r:id="rId3"/>
    <p:sldId id="361" r:id="rId4"/>
    <p:sldId id="362" r:id="rId5"/>
    <p:sldId id="404" r:id="rId6"/>
    <p:sldId id="382" r:id="rId7"/>
    <p:sldId id="384" r:id="rId8"/>
    <p:sldId id="385" r:id="rId9"/>
    <p:sldId id="387" r:id="rId10"/>
    <p:sldId id="395" r:id="rId11"/>
    <p:sldId id="396" r:id="rId12"/>
    <p:sldId id="398" r:id="rId13"/>
    <p:sldId id="397" r:id="rId14"/>
    <p:sldId id="399" r:id="rId15"/>
    <p:sldId id="400" r:id="rId16"/>
    <p:sldId id="401" r:id="rId17"/>
    <p:sldId id="405" r:id="rId18"/>
    <p:sldId id="406" r:id="rId19"/>
    <p:sldId id="403" r:id="rId20"/>
  </p:sldIdLst>
  <p:sldSz cx="12192000" cy="6858000"/>
  <p:notesSz cx="6858000" cy="9144000"/>
  <p:defaultTextStyle>
    <a:defPPr>
      <a:defRPr lang="en-US"/>
    </a:defPPr>
    <a:lvl1pPr marL="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50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6000D"/>
    <a:srgbClr val="494949"/>
    <a:srgbClr val="672E6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0C6BDDF-3255-A441-9D24-9FD8E8112726}" v="270" dt="2025-09-22T13:59:21.75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5941" autoAdjust="0"/>
    <p:restoredTop sz="94874" autoAdjust="0"/>
  </p:normalViewPr>
  <p:slideViewPr>
    <p:cSldViewPr snapToGrid="0" snapToObjects="1" showGuides="1">
      <p:cViewPr varScale="1">
        <p:scale>
          <a:sx n="90" d="100"/>
          <a:sy n="90" d="100"/>
        </p:scale>
        <p:origin x="704" y="184"/>
      </p:cViewPr>
      <p:guideLst>
        <p:guide orient="horz" pos="2160"/>
        <p:guide pos="50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napToObjects="1" showGuides="1">
      <p:cViewPr varScale="1">
        <p:scale>
          <a:sx n="144" d="100"/>
          <a:sy n="144" d="100"/>
        </p:scale>
        <p:origin x="4792" y="18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ain Styles" userId="befbdaae-53f8-4d26-a8dc-3366b09f768a" providerId="ADAL" clId="{5E0D2633-D8F6-500D-A7FC-C9CB56BC4BFB}"/>
    <pc:docChg chg="undo custSel addSld delSld modSld delSection modSection">
      <pc:chgData name="Iain Styles" userId="befbdaae-53f8-4d26-a8dc-3366b09f768a" providerId="ADAL" clId="{5E0D2633-D8F6-500D-A7FC-C9CB56BC4BFB}" dt="2025-09-22T13:59:21.750" v="1625"/>
      <pc:docMkLst>
        <pc:docMk/>
      </pc:docMkLst>
      <pc:sldChg chg="del">
        <pc:chgData name="Iain Styles" userId="befbdaae-53f8-4d26-a8dc-3366b09f768a" providerId="ADAL" clId="{5E0D2633-D8F6-500D-A7FC-C9CB56BC4BFB}" dt="2025-09-16T18:53:00.131" v="12" actId="2696"/>
        <pc:sldMkLst>
          <pc:docMk/>
          <pc:sldMk cId="0" sldId="257"/>
        </pc:sldMkLst>
      </pc:sldChg>
      <pc:sldChg chg="del">
        <pc:chgData name="Iain Styles" userId="befbdaae-53f8-4d26-a8dc-3366b09f768a" providerId="ADAL" clId="{5E0D2633-D8F6-500D-A7FC-C9CB56BC4BFB}" dt="2025-09-16T18:53:00.662" v="13" actId="2696"/>
        <pc:sldMkLst>
          <pc:docMk/>
          <pc:sldMk cId="0" sldId="258"/>
        </pc:sldMkLst>
      </pc:sldChg>
      <pc:sldChg chg="del">
        <pc:chgData name="Iain Styles" userId="befbdaae-53f8-4d26-a8dc-3366b09f768a" providerId="ADAL" clId="{5E0D2633-D8F6-500D-A7FC-C9CB56BC4BFB}" dt="2025-09-16T18:53:00.849" v="14" actId="2696"/>
        <pc:sldMkLst>
          <pc:docMk/>
          <pc:sldMk cId="0" sldId="259"/>
        </pc:sldMkLst>
      </pc:sldChg>
      <pc:sldChg chg="del">
        <pc:chgData name="Iain Styles" userId="befbdaae-53f8-4d26-a8dc-3366b09f768a" providerId="ADAL" clId="{5E0D2633-D8F6-500D-A7FC-C9CB56BC4BFB}" dt="2025-09-16T18:52:58.120" v="1" actId="2696"/>
        <pc:sldMkLst>
          <pc:docMk/>
          <pc:sldMk cId="4150415409" sldId="291"/>
        </pc:sldMkLst>
      </pc:sldChg>
      <pc:sldChg chg="del">
        <pc:chgData name="Iain Styles" userId="befbdaae-53f8-4d26-a8dc-3366b09f768a" providerId="ADAL" clId="{5E0D2633-D8F6-500D-A7FC-C9CB56BC4BFB}" dt="2025-09-16T19:10:23.249" v="56" actId="2696"/>
        <pc:sldMkLst>
          <pc:docMk/>
          <pc:sldMk cId="1844458811" sldId="292"/>
        </pc:sldMkLst>
      </pc:sldChg>
      <pc:sldChg chg="del">
        <pc:chgData name="Iain Styles" userId="befbdaae-53f8-4d26-a8dc-3366b09f768a" providerId="ADAL" clId="{5E0D2633-D8F6-500D-A7FC-C9CB56BC4BFB}" dt="2025-09-16T18:52:59.737" v="10" actId="2696"/>
        <pc:sldMkLst>
          <pc:docMk/>
          <pc:sldMk cId="1192987580" sldId="293"/>
        </pc:sldMkLst>
      </pc:sldChg>
      <pc:sldChg chg="del">
        <pc:chgData name="Iain Styles" userId="befbdaae-53f8-4d26-a8dc-3366b09f768a" providerId="ADAL" clId="{5E0D2633-D8F6-500D-A7FC-C9CB56BC4BFB}" dt="2025-09-16T19:10:23.247" v="54" actId="2696"/>
        <pc:sldMkLst>
          <pc:docMk/>
          <pc:sldMk cId="3491441995" sldId="294"/>
        </pc:sldMkLst>
      </pc:sldChg>
      <pc:sldChg chg="del">
        <pc:chgData name="Iain Styles" userId="befbdaae-53f8-4d26-a8dc-3366b09f768a" providerId="ADAL" clId="{5E0D2633-D8F6-500D-A7FC-C9CB56BC4BFB}" dt="2025-09-16T19:10:23.161" v="19" actId="2696"/>
        <pc:sldMkLst>
          <pc:docMk/>
          <pc:sldMk cId="2638281172" sldId="295"/>
        </pc:sldMkLst>
      </pc:sldChg>
      <pc:sldChg chg="del">
        <pc:chgData name="Iain Styles" userId="befbdaae-53f8-4d26-a8dc-3366b09f768a" providerId="ADAL" clId="{5E0D2633-D8F6-500D-A7FC-C9CB56BC4BFB}" dt="2025-09-16T19:10:23.247" v="53" actId="2696"/>
        <pc:sldMkLst>
          <pc:docMk/>
          <pc:sldMk cId="1304821645" sldId="296"/>
        </pc:sldMkLst>
      </pc:sldChg>
      <pc:sldChg chg="del">
        <pc:chgData name="Iain Styles" userId="befbdaae-53f8-4d26-a8dc-3366b09f768a" providerId="ADAL" clId="{5E0D2633-D8F6-500D-A7FC-C9CB56BC4BFB}" dt="2025-09-16T19:10:23.246" v="52" actId="2696"/>
        <pc:sldMkLst>
          <pc:docMk/>
          <pc:sldMk cId="2889626591" sldId="297"/>
        </pc:sldMkLst>
      </pc:sldChg>
      <pc:sldChg chg="del">
        <pc:chgData name="Iain Styles" userId="befbdaae-53f8-4d26-a8dc-3366b09f768a" providerId="ADAL" clId="{5E0D2633-D8F6-500D-A7FC-C9CB56BC4BFB}" dt="2025-09-16T19:10:23.164" v="21" actId="2696"/>
        <pc:sldMkLst>
          <pc:docMk/>
          <pc:sldMk cId="3933355230" sldId="298"/>
        </pc:sldMkLst>
      </pc:sldChg>
      <pc:sldChg chg="del">
        <pc:chgData name="Iain Styles" userId="befbdaae-53f8-4d26-a8dc-3366b09f768a" providerId="ADAL" clId="{5E0D2633-D8F6-500D-A7FC-C9CB56BC4BFB}" dt="2025-09-16T19:10:23.258" v="59" actId="2696"/>
        <pc:sldMkLst>
          <pc:docMk/>
          <pc:sldMk cId="1489423034" sldId="299"/>
        </pc:sldMkLst>
      </pc:sldChg>
      <pc:sldChg chg="del">
        <pc:chgData name="Iain Styles" userId="befbdaae-53f8-4d26-a8dc-3366b09f768a" providerId="ADAL" clId="{5E0D2633-D8F6-500D-A7FC-C9CB56BC4BFB}" dt="2025-09-16T19:10:23.225" v="43" actId="2696"/>
        <pc:sldMkLst>
          <pc:docMk/>
          <pc:sldMk cId="3060807951" sldId="300"/>
        </pc:sldMkLst>
      </pc:sldChg>
      <pc:sldChg chg="del">
        <pc:chgData name="Iain Styles" userId="befbdaae-53f8-4d26-a8dc-3366b09f768a" providerId="ADAL" clId="{5E0D2633-D8F6-500D-A7FC-C9CB56BC4BFB}" dt="2025-09-16T19:10:23.227" v="45" actId="2696"/>
        <pc:sldMkLst>
          <pc:docMk/>
          <pc:sldMk cId="780336828" sldId="301"/>
        </pc:sldMkLst>
      </pc:sldChg>
      <pc:sldChg chg="del">
        <pc:chgData name="Iain Styles" userId="befbdaae-53f8-4d26-a8dc-3366b09f768a" providerId="ADAL" clId="{5E0D2633-D8F6-500D-A7FC-C9CB56BC4BFB}" dt="2025-09-16T19:10:23.193" v="25" actId="2696"/>
        <pc:sldMkLst>
          <pc:docMk/>
          <pc:sldMk cId="3539568370" sldId="302"/>
        </pc:sldMkLst>
      </pc:sldChg>
      <pc:sldChg chg="del">
        <pc:chgData name="Iain Styles" userId="befbdaae-53f8-4d26-a8dc-3366b09f768a" providerId="ADAL" clId="{5E0D2633-D8F6-500D-A7FC-C9CB56BC4BFB}" dt="2025-09-16T19:10:23.168" v="24" actId="2696"/>
        <pc:sldMkLst>
          <pc:docMk/>
          <pc:sldMk cId="2463367022" sldId="303"/>
        </pc:sldMkLst>
      </pc:sldChg>
      <pc:sldChg chg="del">
        <pc:chgData name="Iain Styles" userId="befbdaae-53f8-4d26-a8dc-3366b09f768a" providerId="ADAL" clId="{5E0D2633-D8F6-500D-A7FC-C9CB56BC4BFB}" dt="2025-09-16T19:10:23.159" v="18" actId="2696"/>
        <pc:sldMkLst>
          <pc:docMk/>
          <pc:sldMk cId="3284479578" sldId="304"/>
        </pc:sldMkLst>
      </pc:sldChg>
      <pc:sldChg chg="del">
        <pc:chgData name="Iain Styles" userId="befbdaae-53f8-4d26-a8dc-3366b09f768a" providerId="ADAL" clId="{5E0D2633-D8F6-500D-A7FC-C9CB56BC4BFB}" dt="2025-09-16T19:10:23.207" v="31" actId="2696"/>
        <pc:sldMkLst>
          <pc:docMk/>
          <pc:sldMk cId="1690556488" sldId="305"/>
        </pc:sldMkLst>
      </pc:sldChg>
      <pc:sldChg chg="del">
        <pc:chgData name="Iain Styles" userId="befbdaae-53f8-4d26-a8dc-3366b09f768a" providerId="ADAL" clId="{5E0D2633-D8F6-500D-A7FC-C9CB56BC4BFB}" dt="2025-09-16T19:10:23.257" v="57" actId="2696"/>
        <pc:sldMkLst>
          <pc:docMk/>
          <pc:sldMk cId="79776030" sldId="306"/>
        </pc:sldMkLst>
      </pc:sldChg>
      <pc:sldChg chg="del">
        <pc:chgData name="Iain Styles" userId="befbdaae-53f8-4d26-a8dc-3366b09f768a" providerId="ADAL" clId="{5E0D2633-D8F6-500D-A7FC-C9CB56BC4BFB}" dt="2025-09-16T19:10:23.244" v="50" actId="2696"/>
        <pc:sldMkLst>
          <pc:docMk/>
          <pc:sldMk cId="1437246558" sldId="307"/>
        </pc:sldMkLst>
      </pc:sldChg>
      <pc:sldChg chg="del">
        <pc:chgData name="Iain Styles" userId="befbdaae-53f8-4d26-a8dc-3366b09f768a" providerId="ADAL" clId="{5E0D2633-D8F6-500D-A7FC-C9CB56BC4BFB}" dt="2025-09-16T19:10:23.220" v="36" actId="2696"/>
        <pc:sldMkLst>
          <pc:docMk/>
          <pc:sldMk cId="1202893673" sldId="309"/>
        </pc:sldMkLst>
      </pc:sldChg>
      <pc:sldChg chg="del">
        <pc:chgData name="Iain Styles" userId="befbdaae-53f8-4d26-a8dc-3366b09f768a" providerId="ADAL" clId="{5E0D2633-D8F6-500D-A7FC-C9CB56BC4BFB}" dt="2025-09-16T19:10:23.197" v="29" actId="2696"/>
        <pc:sldMkLst>
          <pc:docMk/>
          <pc:sldMk cId="590912617" sldId="310"/>
        </pc:sldMkLst>
      </pc:sldChg>
      <pc:sldChg chg="del">
        <pc:chgData name="Iain Styles" userId="befbdaae-53f8-4d26-a8dc-3366b09f768a" providerId="ADAL" clId="{5E0D2633-D8F6-500D-A7FC-C9CB56BC4BFB}" dt="2025-09-16T19:10:23.208" v="32" actId="2696"/>
        <pc:sldMkLst>
          <pc:docMk/>
          <pc:sldMk cId="863111172" sldId="311"/>
        </pc:sldMkLst>
      </pc:sldChg>
      <pc:sldChg chg="del">
        <pc:chgData name="Iain Styles" userId="befbdaae-53f8-4d26-a8dc-3366b09f768a" providerId="ADAL" clId="{5E0D2633-D8F6-500D-A7FC-C9CB56BC4BFB}" dt="2025-09-16T19:10:23.224" v="42" actId="2696"/>
        <pc:sldMkLst>
          <pc:docMk/>
          <pc:sldMk cId="2957935270" sldId="312"/>
        </pc:sldMkLst>
      </pc:sldChg>
      <pc:sldChg chg="del">
        <pc:chgData name="Iain Styles" userId="befbdaae-53f8-4d26-a8dc-3366b09f768a" providerId="ADAL" clId="{5E0D2633-D8F6-500D-A7FC-C9CB56BC4BFB}" dt="2025-09-16T19:10:23.245" v="51" actId="2696"/>
        <pc:sldMkLst>
          <pc:docMk/>
          <pc:sldMk cId="398718148" sldId="314"/>
        </pc:sldMkLst>
      </pc:sldChg>
      <pc:sldChg chg="del">
        <pc:chgData name="Iain Styles" userId="befbdaae-53f8-4d26-a8dc-3366b09f768a" providerId="ADAL" clId="{5E0D2633-D8F6-500D-A7FC-C9CB56BC4BFB}" dt="2025-09-16T19:10:23.223" v="40" actId="2696"/>
        <pc:sldMkLst>
          <pc:docMk/>
          <pc:sldMk cId="685004756" sldId="315"/>
        </pc:sldMkLst>
      </pc:sldChg>
      <pc:sldChg chg="del">
        <pc:chgData name="Iain Styles" userId="befbdaae-53f8-4d26-a8dc-3366b09f768a" providerId="ADAL" clId="{5E0D2633-D8F6-500D-A7FC-C9CB56BC4BFB}" dt="2025-09-16T19:10:23.209" v="33" actId="2696"/>
        <pc:sldMkLst>
          <pc:docMk/>
          <pc:sldMk cId="467970236" sldId="317"/>
        </pc:sldMkLst>
      </pc:sldChg>
      <pc:sldChg chg="del">
        <pc:chgData name="Iain Styles" userId="befbdaae-53f8-4d26-a8dc-3366b09f768a" providerId="ADAL" clId="{5E0D2633-D8F6-500D-A7FC-C9CB56BC4BFB}" dt="2025-09-16T19:10:23.248" v="55" actId="2696"/>
        <pc:sldMkLst>
          <pc:docMk/>
          <pc:sldMk cId="1701179987" sldId="318"/>
        </pc:sldMkLst>
      </pc:sldChg>
      <pc:sldChg chg="del">
        <pc:chgData name="Iain Styles" userId="befbdaae-53f8-4d26-a8dc-3366b09f768a" providerId="ADAL" clId="{5E0D2633-D8F6-500D-A7FC-C9CB56BC4BFB}" dt="2025-09-16T18:52:58.324" v="2" actId="2696"/>
        <pc:sldMkLst>
          <pc:docMk/>
          <pc:sldMk cId="1496860457" sldId="319"/>
        </pc:sldMkLst>
      </pc:sldChg>
      <pc:sldChg chg="del">
        <pc:chgData name="Iain Styles" userId="befbdaae-53f8-4d26-a8dc-3366b09f768a" providerId="ADAL" clId="{5E0D2633-D8F6-500D-A7FC-C9CB56BC4BFB}" dt="2025-09-16T18:52:58.532" v="3" actId="2696"/>
        <pc:sldMkLst>
          <pc:docMk/>
          <pc:sldMk cId="1663710516" sldId="320"/>
        </pc:sldMkLst>
      </pc:sldChg>
      <pc:sldChg chg="del">
        <pc:chgData name="Iain Styles" userId="befbdaae-53f8-4d26-a8dc-3366b09f768a" providerId="ADAL" clId="{5E0D2633-D8F6-500D-A7FC-C9CB56BC4BFB}" dt="2025-09-16T18:52:58.707" v="4" actId="2696"/>
        <pc:sldMkLst>
          <pc:docMk/>
          <pc:sldMk cId="3439088038" sldId="321"/>
        </pc:sldMkLst>
      </pc:sldChg>
      <pc:sldChg chg="del">
        <pc:chgData name="Iain Styles" userId="befbdaae-53f8-4d26-a8dc-3366b09f768a" providerId="ADAL" clId="{5E0D2633-D8F6-500D-A7FC-C9CB56BC4BFB}" dt="2025-09-16T18:52:58.878" v="5" actId="2696"/>
        <pc:sldMkLst>
          <pc:docMk/>
          <pc:sldMk cId="579893352" sldId="322"/>
        </pc:sldMkLst>
      </pc:sldChg>
      <pc:sldChg chg="del">
        <pc:chgData name="Iain Styles" userId="befbdaae-53f8-4d26-a8dc-3366b09f768a" providerId="ADAL" clId="{5E0D2633-D8F6-500D-A7FC-C9CB56BC4BFB}" dt="2025-09-16T18:52:59.048" v="6" actId="2696"/>
        <pc:sldMkLst>
          <pc:docMk/>
          <pc:sldMk cId="4156057639" sldId="323"/>
        </pc:sldMkLst>
      </pc:sldChg>
      <pc:sldChg chg="del">
        <pc:chgData name="Iain Styles" userId="befbdaae-53f8-4d26-a8dc-3366b09f768a" providerId="ADAL" clId="{5E0D2633-D8F6-500D-A7FC-C9CB56BC4BFB}" dt="2025-09-16T18:52:59.223" v="7" actId="2696"/>
        <pc:sldMkLst>
          <pc:docMk/>
          <pc:sldMk cId="574810486" sldId="324"/>
        </pc:sldMkLst>
      </pc:sldChg>
      <pc:sldChg chg="del">
        <pc:chgData name="Iain Styles" userId="befbdaae-53f8-4d26-a8dc-3366b09f768a" providerId="ADAL" clId="{5E0D2633-D8F6-500D-A7FC-C9CB56BC4BFB}" dt="2025-09-16T18:52:59.406" v="8" actId="2696"/>
        <pc:sldMkLst>
          <pc:docMk/>
          <pc:sldMk cId="3211664744" sldId="325"/>
        </pc:sldMkLst>
      </pc:sldChg>
      <pc:sldChg chg="del">
        <pc:chgData name="Iain Styles" userId="befbdaae-53f8-4d26-a8dc-3366b09f768a" providerId="ADAL" clId="{5E0D2633-D8F6-500D-A7FC-C9CB56BC4BFB}" dt="2025-09-16T18:52:59.912" v="11" actId="2696"/>
        <pc:sldMkLst>
          <pc:docMk/>
          <pc:sldMk cId="3149925182" sldId="326"/>
        </pc:sldMkLst>
      </pc:sldChg>
      <pc:sldChg chg="del">
        <pc:chgData name="Iain Styles" userId="befbdaae-53f8-4d26-a8dc-3366b09f768a" providerId="ADAL" clId="{5E0D2633-D8F6-500D-A7FC-C9CB56BC4BFB}" dt="2025-09-16T18:52:59.573" v="9" actId="2696"/>
        <pc:sldMkLst>
          <pc:docMk/>
          <pc:sldMk cId="2126351794" sldId="327"/>
        </pc:sldMkLst>
      </pc:sldChg>
      <pc:sldChg chg="del">
        <pc:chgData name="Iain Styles" userId="befbdaae-53f8-4d26-a8dc-3366b09f768a" providerId="ADAL" clId="{5E0D2633-D8F6-500D-A7FC-C9CB56BC4BFB}" dt="2025-09-16T19:10:23.196" v="28" actId="2696"/>
        <pc:sldMkLst>
          <pc:docMk/>
          <pc:sldMk cId="1330158202" sldId="328"/>
        </pc:sldMkLst>
      </pc:sldChg>
      <pc:sldChg chg="del">
        <pc:chgData name="Iain Styles" userId="befbdaae-53f8-4d26-a8dc-3366b09f768a" providerId="ADAL" clId="{5E0D2633-D8F6-500D-A7FC-C9CB56BC4BFB}" dt="2025-09-16T19:10:23.210" v="34" actId="2696"/>
        <pc:sldMkLst>
          <pc:docMk/>
          <pc:sldMk cId="3952004508" sldId="329"/>
        </pc:sldMkLst>
      </pc:sldChg>
      <pc:sldChg chg="del">
        <pc:chgData name="Iain Styles" userId="befbdaae-53f8-4d26-a8dc-3366b09f768a" providerId="ADAL" clId="{5E0D2633-D8F6-500D-A7FC-C9CB56BC4BFB}" dt="2025-09-16T19:10:23.166" v="22" actId="2696"/>
        <pc:sldMkLst>
          <pc:docMk/>
          <pc:sldMk cId="72769195" sldId="330"/>
        </pc:sldMkLst>
      </pc:sldChg>
      <pc:sldChg chg="del">
        <pc:chgData name="Iain Styles" userId="befbdaae-53f8-4d26-a8dc-3366b09f768a" providerId="ADAL" clId="{5E0D2633-D8F6-500D-A7FC-C9CB56BC4BFB}" dt="2025-09-16T19:10:23.259" v="61" actId="2696"/>
        <pc:sldMkLst>
          <pc:docMk/>
          <pc:sldMk cId="1101232837" sldId="331"/>
        </pc:sldMkLst>
      </pc:sldChg>
      <pc:sldChg chg="del">
        <pc:chgData name="Iain Styles" userId="befbdaae-53f8-4d26-a8dc-3366b09f768a" providerId="ADAL" clId="{5E0D2633-D8F6-500D-A7FC-C9CB56BC4BFB}" dt="2025-09-16T19:11:05.890" v="87" actId="2696"/>
        <pc:sldMkLst>
          <pc:docMk/>
          <pc:sldMk cId="1064686169" sldId="333"/>
        </pc:sldMkLst>
      </pc:sldChg>
      <pc:sldChg chg="del">
        <pc:chgData name="Iain Styles" userId="befbdaae-53f8-4d26-a8dc-3366b09f768a" providerId="ADAL" clId="{5E0D2633-D8F6-500D-A7FC-C9CB56BC4BFB}" dt="2025-09-16T19:11:05.818" v="67" actId="2696"/>
        <pc:sldMkLst>
          <pc:docMk/>
          <pc:sldMk cId="151509357" sldId="334"/>
        </pc:sldMkLst>
      </pc:sldChg>
      <pc:sldChg chg="del">
        <pc:chgData name="Iain Styles" userId="befbdaae-53f8-4d26-a8dc-3366b09f768a" providerId="ADAL" clId="{5E0D2633-D8F6-500D-A7FC-C9CB56BC4BFB}" dt="2025-09-16T19:11:05.865" v="70" actId="2696"/>
        <pc:sldMkLst>
          <pc:docMk/>
          <pc:sldMk cId="2387415900" sldId="335"/>
        </pc:sldMkLst>
      </pc:sldChg>
      <pc:sldChg chg="del">
        <pc:chgData name="Iain Styles" userId="befbdaae-53f8-4d26-a8dc-3366b09f768a" providerId="ADAL" clId="{5E0D2633-D8F6-500D-A7FC-C9CB56BC4BFB}" dt="2025-09-16T19:11:05.874" v="79" actId="2696"/>
        <pc:sldMkLst>
          <pc:docMk/>
          <pc:sldMk cId="2553047233" sldId="336"/>
        </pc:sldMkLst>
      </pc:sldChg>
      <pc:sldChg chg="del">
        <pc:chgData name="Iain Styles" userId="befbdaae-53f8-4d26-a8dc-3366b09f768a" providerId="ADAL" clId="{5E0D2633-D8F6-500D-A7FC-C9CB56BC4BFB}" dt="2025-09-16T19:11:05.847" v="69" actId="2696"/>
        <pc:sldMkLst>
          <pc:docMk/>
          <pc:sldMk cId="3896931805" sldId="337"/>
        </pc:sldMkLst>
      </pc:sldChg>
      <pc:sldChg chg="del">
        <pc:chgData name="Iain Styles" userId="befbdaae-53f8-4d26-a8dc-3366b09f768a" providerId="ADAL" clId="{5E0D2633-D8F6-500D-A7FC-C9CB56BC4BFB}" dt="2025-09-16T19:11:05.867" v="74" actId="2696"/>
        <pc:sldMkLst>
          <pc:docMk/>
          <pc:sldMk cId="209391180" sldId="339"/>
        </pc:sldMkLst>
      </pc:sldChg>
      <pc:sldChg chg="del">
        <pc:chgData name="Iain Styles" userId="befbdaae-53f8-4d26-a8dc-3366b09f768a" providerId="ADAL" clId="{5E0D2633-D8F6-500D-A7FC-C9CB56BC4BFB}" dt="2025-09-16T19:11:05.867" v="72" actId="2696"/>
        <pc:sldMkLst>
          <pc:docMk/>
          <pc:sldMk cId="2261925084" sldId="340"/>
        </pc:sldMkLst>
      </pc:sldChg>
      <pc:sldChg chg="del">
        <pc:chgData name="Iain Styles" userId="befbdaae-53f8-4d26-a8dc-3366b09f768a" providerId="ADAL" clId="{5E0D2633-D8F6-500D-A7FC-C9CB56BC4BFB}" dt="2025-09-16T19:11:05.876" v="82" actId="2696"/>
        <pc:sldMkLst>
          <pc:docMk/>
          <pc:sldMk cId="3274019869" sldId="342"/>
        </pc:sldMkLst>
      </pc:sldChg>
      <pc:sldChg chg="del">
        <pc:chgData name="Iain Styles" userId="befbdaae-53f8-4d26-a8dc-3366b09f768a" providerId="ADAL" clId="{5E0D2633-D8F6-500D-A7FC-C9CB56BC4BFB}" dt="2025-09-16T19:10:23.228" v="46" actId="2696"/>
        <pc:sldMkLst>
          <pc:docMk/>
          <pc:sldMk cId="311109508" sldId="343"/>
        </pc:sldMkLst>
      </pc:sldChg>
      <pc:sldChg chg="del">
        <pc:chgData name="Iain Styles" userId="befbdaae-53f8-4d26-a8dc-3366b09f768a" providerId="ADAL" clId="{5E0D2633-D8F6-500D-A7FC-C9CB56BC4BFB}" dt="2025-09-16T19:10:23.222" v="39" actId="2696"/>
        <pc:sldMkLst>
          <pc:docMk/>
          <pc:sldMk cId="570359550" sldId="344"/>
        </pc:sldMkLst>
      </pc:sldChg>
      <pc:sldChg chg="del">
        <pc:chgData name="Iain Styles" userId="befbdaae-53f8-4d26-a8dc-3366b09f768a" providerId="ADAL" clId="{5E0D2633-D8F6-500D-A7FC-C9CB56BC4BFB}" dt="2025-09-16T19:10:23.211" v="35" actId="2696"/>
        <pc:sldMkLst>
          <pc:docMk/>
          <pc:sldMk cId="0" sldId="345"/>
        </pc:sldMkLst>
      </pc:sldChg>
      <pc:sldChg chg="del">
        <pc:chgData name="Iain Styles" userId="befbdaae-53f8-4d26-a8dc-3366b09f768a" providerId="ADAL" clId="{5E0D2633-D8F6-500D-A7FC-C9CB56BC4BFB}" dt="2025-09-16T19:10:23.220" v="37" actId="2696"/>
        <pc:sldMkLst>
          <pc:docMk/>
          <pc:sldMk cId="1019959995" sldId="346"/>
        </pc:sldMkLst>
      </pc:sldChg>
      <pc:sldChg chg="del">
        <pc:chgData name="Iain Styles" userId="befbdaae-53f8-4d26-a8dc-3366b09f768a" providerId="ADAL" clId="{5E0D2633-D8F6-500D-A7FC-C9CB56BC4BFB}" dt="2025-09-16T19:10:23.224" v="41" actId="2696"/>
        <pc:sldMkLst>
          <pc:docMk/>
          <pc:sldMk cId="2795853998" sldId="347"/>
        </pc:sldMkLst>
      </pc:sldChg>
      <pc:sldChg chg="del">
        <pc:chgData name="Iain Styles" userId="befbdaae-53f8-4d26-a8dc-3366b09f768a" providerId="ADAL" clId="{5E0D2633-D8F6-500D-A7FC-C9CB56BC4BFB}" dt="2025-09-16T19:10:23.230" v="49" actId="2696"/>
        <pc:sldMkLst>
          <pc:docMk/>
          <pc:sldMk cId="1050254540" sldId="348"/>
        </pc:sldMkLst>
      </pc:sldChg>
      <pc:sldChg chg="del">
        <pc:chgData name="Iain Styles" userId="befbdaae-53f8-4d26-a8dc-3366b09f768a" providerId="ADAL" clId="{5E0D2633-D8F6-500D-A7FC-C9CB56BC4BFB}" dt="2025-09-16T19:10:23.258" v="58" actId="2696"/>
        <pc:sldMkLst>
          <pc:docMk/>
          <pc:sldMk cId="183393448" sldId="349"/>
        </pc:sldMkLst>
      </pc:sldChg>
      <pc:sldChg chg="del">
        <pc:chgData name="Iain Styles" userId="befbdaae-53f8-4d26-a8dc-3366b09f768a" providerId="ADAL" clId="{5E0D2633-D8F6-500D-A7FC-C9CB56BC4BFB}" dt="2025-09-16T19:10:23.194" v="26" actId="2696"/>
        <pc:sldMkLst>
          <pc:docMk/>
          <pc:sldMk cId="3465088771" sldId="350"/>
        </pc:sldMkLst>
      </pc:sldChg>
      <pc:sldChg chg="del">
        <pc:chgData name="Iain Styles" userId="befbdaae-53f8-4d26-a8dc-3366b09f768a" providerId="ADAL" clId="{5E0D2633-D8F6-500D-A7FC-C9CB56BC4BFB}" dt="2025-09-16T19:10:23.260" v="62" actId="2696"/>
        <pc:sldMkLst>
          <pc:docMk/>
          <pc:sldMk cId="3104361659" sldId="352"/>
        </pc:sldMkLst>
      </pc:sldChg>
      <pc:sldChg chg="del">
        <pc:chgData name="Iain Styles" userId="befbdaae-53f8-4d26-a8dc-3366b09f768a" providerId="ADAL" clId="{5E0D2633-D8F6-500D-A7FC-C9CB56BC4BFB}" dt="2025-09-16T19:10:23.198" v="30" actId="2696"/>
        <pc:sldMkLst>
          <pc:docMk/>
          <pc:sldMk cId="1381691829" sldId="353"/>
        </pc:sldMkLst>
      </pc:sldChg>
      <pc:sldChg chg="del">
        <pc:chgData name="Iain Styles" userId="befbdaae-53f8-4d26-a8dc-3366b09f768a" providerId="ADAL" clId="{5E0D2633-D8F6-500D-A7FC-C9CB56BC4BFB}" dt="2025-09-16T19:10:23.226" v="44" actId="2696"/>
        <pc:sldMkLst>
          <pc:docMk/>
          <pc:sldMk cId="3625528858" sldId="354"/>
        </pc:sldMkLst>
      </pc:sldChg>
      <pc:sldChg chg="del">
        <pc:chgData name="Iain Styles" userId="befbdaae-53f8-4d26-a8dc-3366b09f768a" providerId="ADAL" clId="{5E0D2633-D8F6-500D-A7FC-C9CB56BC4BFB}" dt="2025-09-16T19:10:23.259" v="60" actId="2696"/>
        <pc:sldMkLst>
          <pc:docMk/>
          <pc:sldMk cId="3530153824" sldId="355"/>
        </pc:sldMkLst>
      </pc:sldChg>
      <pc:sldChg chg="del">
        <pc:chgData name="Iain Styles" userId="befbdaae-53f8-4d26-a8dc-3366b09f768a" providerId="ADAL" clId="{5E0D2633-D8F6-500D-A7FC-C9CB56BC4BFB}" dt="2025-09-16T19:10:23.167" v="23" actId="2696"/>
        <pc:sldMkLst>
          <pc:docMk/>
          <pc:sldMk cId="4018349267" sldId="356"/>
        </pc:sldMkLst>
      </pc:sldChg>
      <pc:sldChg chg="del">
        <pc:chgData name="Iain Styles" userId="befbdaae-53f8-4d26-a8dc-3366b09f768a" providerId="ADAL" clId="{5E0D2633-D8F6-500D-A7FC-C9CB56BC4BFB}" dt="2025-09-16T19:10:23.221" v="38" actId="2696"/>
        <pc:sldMkLst>
          <pc:docMk/>
          <pc:sldMk cId="600945326" sldId="357"/>
        </pc:sldMkLst>
      </pc:sldChg>
      <pc:sldChg chg="del">
        <pc:chgData name="Iain Styles" userId="befbdaae-53f8-4d26-a8dc-3366b09f768a" providerId="ADAL" clId="{5E0D2633-D8F6-500D-A7FC-C9CB56BC4BFB}" dt="2025-09-16T19:10:23.162" v="20" actId="2696"/>
        <pc:sldMkLst>
          <pc:docMk/>
          <pc:sldMk cId="248963492" sldId="359"/>
        </pc:sldMkLst>
      </pc:sldChg>
      <pc:sldChg chg="addSp modSp mod modNotesTx">
        <pc:chgData name="Iain Styles" userId="befbdaae-53f8-4d26-a8dc-3366b09f768a" providerId="ADAL" clId="{5E0D2633-D8F6-500D-A7FC-C9CB56BC4BFB}" dt="2025-09-22T12:07:09.643" v="1620"/>
        <pc:sldMkLst>
          <pc:docMk/>
          <pc:sldMk cId="3309252680" sldId="361"/>
        </pc:sldMkLst>
        <pc:spChg chg="mod">
          <ac:chgData name="Iain Styles" userId="befbdaae-53f8-4d26-a8dc-3366b09f768a" providerId="ADAL" clId="{5E0D2633-D8F6-500D-A7FC-C9CB56BC4BFB}" dt="2025-09-16T20:32:56.282" v="93" actId="20577"/>
          <ac:spMkLst>
            <pc:docMk/>
            <pc:sldMk cId="3309252680" sldId="361"/>
            <ac:spMk id="3" creationId="{85853A79-C0DE-F75B-95ED-8A7EC4A238D1}"/>
          </ac:spMkLst>
        </pc:spChg>
        <pc:inkChg chg="add">
          <ac:chgData name="Iain Styles" userId="befbdaae-53f8-4d26-a8dc-3366b09f768a" providerId="ADAL" clId="{5E0D2633-D8F6-500D-A7FC-C9CB56BC4BFB}" dt="2025-09-22T12:07:09.643" v="1620"/>
          <ac:inkMkLst>
            <pc:docMk/>
            <pc:sldMk cId="3309252680" sldId="361"/>
            <ac:inkMk id="5" creationId="{4DAE2015-BB89-02D8-AD2D-A1D8CCBD2F3B}"/>
          </ac:inkMkLst>
        </pc:inkChg>
      </pc:sldChg>
      <pc:sldChg chg="del">
        <pc:chgData name="Iain Styles" userId="befbdaae-53f8-4d26-a8dc-3366b09f768a" providerId="ADAL" clId="{5E0D2633-D8F6-500D-A7FC-C9CB56BC4BFB}" dt="2025-09-16T19:11:05.875" v="80" actId="2696"/>
        <pc:sldMkLst>
          <pc:docMk/>
          <pc:sldMk cId="1312821279" sldId="363"/>
        </pc:sldMkLst>
      </pc:sldChg>
      <pc:sldChg chg="del">
        <pc:chgData name="Iain Styles" userId="befbdaae-53f8-4d26-a8dc-3366b09f768a" providerId="ADAL" clId="{5E0D2633-D8F6-500D-A7FC-C9CB56BC4BFB}" dt="2025-09-16T19:11:05.866" v="71" actId="2696"/>
        <pc:sldMkLst>
          <pc:docMk/>
          <pc:sldMk cId="2474917633" sldId="364"/>
        </pc:sldMkLst>
      </pc:sldChg>
      <pc:sldChg chg="del">
        <pc:chgData name="Iain Styles" userId="befbdaae-53f8-4d26-a8dc-3366b09f768a" providerId="ADAL" clId="{5E0D2633-D8F6-500D-A7FC-C9CB56BC4BFB}" dt="2025-09-16T19:11:05.891" v="88" actId="2696"/>
        <pc:sldMkLst>
          <pc:docMk/>
          <pc:sldMk cId="1020281087" sldId="365"/>
        </pc:sldMkLst>
      </pc:sldChg>
      <pc:sldChg chg="del">
        <pc:chgData name="Iain Styles" userId="befbdaae-53f8-4d26-a8dc-3366b09f768a" providerId="ADAL" clId="{5E0D2633-D8F6-500D-A7FC-C9CB56BC4BFB}" dt="2025-09-16T19:11:05.876" v="83" actId="2696"/>
        <pc:sldMkLst>
          <pc:docMk/>
          <pc:sldMk cId="3525204167" sldId="366"/>
        </pc:sldMkLst>
      </pc:sldChg>
      <pc:sldChg chg="del">
        <pc:chgData name="Iain Styles" userId="befbdaae-53f8-4d26-a8dc-3366b09f768a" providerId="ADAL" clId="{5E0D2633-D8F6-500D-A7FC-C9CB56BC4BFB}" dt="2025-09-16T19:11:05.875" v="81" actId="2696"/>
        <pc:sldMkLst>
          <pc:docMk/>
          <pc:sldMk cId="1911525105" sldId="367"/>
        </pc:sldMkLst>
      </pc:sldChg>
      <pc:sldChg chg="del">
        <pc:chgData name="Iain Styles" userId="befbdaae-53f8-4d26-a8dc-3366b09f768a" providerId="ADAL" clId="{5E0D2633-D8F6-500D-A7FC-C9CB56BC4BFB}" dt="2025-09-16T19:11:05.817" v="65" actId="2696"/>
        <pc:sldMkLst>
          <pc:docMk/>
          <pc:sldMk cId="709510685" sldId="368"/>
        </pc:sldMkLst>
      </pc:sldChg>
      <pc:sldChg chg="del">
        <pc:chgData name="Iain Styles" userId="befbdaae-53f8-4d26-a8dc-3366b09f768a" providerId="ADAL" clId="{5E0D2633-D8F6-500D-A7FC-C9CB56BC4BFB}" dt="2025-09-16T19:11:05.867" v="73" actId="2696"/>
        <pc:sldMkLst>
          <pc:docMk/>
          <pc:sldMk cId="325496427" sldId="369"/>
        </pc:sldMkLst>
      </pc:sldChg>
      <pc:sldChg chg="del">
        <pc:chgData name="Iain Styles" userId="befbdaae-53f8-4d26-a8dc-3366b09f768a" providerId="ADAL" clId="{5E0D2633-D8F6-500D-A7FC-C9CB56BC4BFB}" dt="2025-09-16T19:11:05.817" v="66" actId="2696"/>
        <pc:sldMkLst>
          <pc:docMk/>
          <pc:sldMk cId="1965545114" sldId="370"/>
        </pc:sldMkLst>
      </pc:sldChg>
      <pc:sldChg chg="del">
        <pc:chgData name="Iain Styles" userId="befbdaae-53f8-4d26-a8dc-3366b09f768a" providerId="ADAL" clId="{5E0D2633-D8F6-500D-A7FC-C9CB56BC4BFB}" dt="2025-09-16T19:11:05.874" v="77" actId="2696"/>
        <pc:sldMkLst>
          <pc:docMk/>
          <pc:sldMk cId="4262266284" sldId="372"/>
        </pc:sldMkLst>
      </pc:sldChg>
      <pc:sldChg chg="del">
        <pc:chgData name="Iain Styles" userId="befbdaae-53f8-4d26-a8dc-3366b09f768a" providerId="ADAL" clId="{5E0D2633-D8F6-500D-A7FC-C9CB56BC4BFB}" dt="2025-09-16T19:11:05.868" v="75" actId="2696"/>
        <pc:sldMkLst>
          <pc:docMk/>
          <pc:sldMk cId="2315743507" sldId="373"/>
        </pc:sldMkLst>
      </pc:sldChg>
      <pc:sldChg chg="del">
        <pc:chgData name="Iain Styles" userId="befbdaae-53f8-4d26-a8dc-3366b09f768a" providerId="ADAL" clId="{5E0D2633-D8F6-500D-A7FC-C9CB56BC4BFB}" dt="2025-09-16T19:11:05.816" v="64" actId="2696"/>
        <pc:sldMkLst>
          <pc:docMk/>
          <pc:sldMk cId="2852682168" sldId="374"/>
        </pc:sldMkLst>
      </pc:sldChg>
      <pc:sldChg chg="del">
        <pc:chgData name="Iain Styles" userId="befbdaae-53f8-4d26-a8dc-3366b09f768a" providerId="ADAL" clId="{5E0D2633-D8F6-500D-A7FC-C9CB56BC4BFB}" dt="2025-09-16T19:11:05.873" v="76" actId="2696"/>
        <pc:sldMkLst>
          <pc:docMk/>
          <pc:sldMk cId="0" sldId="375"/>
        </pc:sldMkLst>
      </pc:sldChg>
      <pc:sldChg chg="del">
        <pc:chgData name="Iain Styles" userId="befbdaae-53f8-4d26-a8dc-3366b09f768a" providerId="ADAL" clId="{5E0D2633-D8F6-500D-A7FC-C9CB56BC4BFB}" dt="2025-09-16T19:11:05.882" v="84" actId="2696"/>
        <pc:sldMkLst>
          <pc:docMk/>
          <pc:sldMk cId="4143986112" sldId="376"/>
        </pc:sldMkLst>
      </pc:sldChg>
      <pc:sldChg chg="del">
        <pc:chgData name="Iain Styles" userId="befbdaae-53f8-4d26-a8dc-3366b09f768a" providerId="ADAL" clId="{5E0D2633-D8F6-500D-A7FC-C9CB56BC4BFB}" dt="2025-09-16T19:11:05.889" v="85" actId="2696"/>
        <pc:sldMkLst>
          <pc:docMk/>
          <pc:sldMk cId="492829823" sldId="377"/>
        </pc:sldMkLst>
      </pc:sldChg>
      <pc:sldChg chg="del">
        <pc:chgData name="Iain Styles" userId="befbdaae-53f8-4d26-a8dc-3366b09f768a" providerId="ADAL" clId="{5E0D2633-D8F6-500D-A7FC-C9CB56BC4BFB}" dt="2025-09-16T19:11:05.909" v="89" actId="2696"/>
        <pc:sldMkLst>
          <pc:docMk/>
          <pc:sldMk cId="1723573332" sldId="378"/>
        </pc:sldMkLst>
      </pc:sldChg>
      <pc:sldChg chg="del">
        <pc:chgData name="Iain Styles" userId="befbdaae-53f8-4d26-a8dc-3366b09f768a" providerId="ADAL" clId="{5E0D2633-D8F6-500D-A7FC-C9CB56BC4BFB}" dt="2025-09-16T19:11:05.846" v="68" actId="2696"/>
        <pc:sldMkLst>
          <pc:docMk/>
          <pc:sldMk cId="1568652430" sldId="379"/>
        </pc:sldMkLst>
      </pc:sldChg>
      <pc:sldChg chg="del">
        <pc:chgData name="Iain Styles" userId="befbdaae-53f8-4d26-a8dc-3366b09f768a" providerId="ADAL" clId="{5E0D2633-D8F6-500D-A7FC-C9CB56BC4BFB}" dt="2025-09-16T19:11:05.890" v="86" actId="2696"/>
        <pc:sldMkLst>
          <pc:docMk/>
          <pc:sldMk cId="3707850439" sldId="380"/>
        </pc:sldMkLst>
      </pc:sldChg>
      <pc:sldChg chg="del">
        <pc:chgData name="Iain Styles" userId="befbdaae-53f8-4d26-a8dc-3366b09f768a" providerId="ADAL" clId="{5E0D2633-D8F6-500D-A7FC-C9CB56BC4BFB}" dt="2025-09-16T19:11:05.874" v="78" actId="2696"/>
        <pc:sldMkLst>
          <pc:docMk/>
          <pc:sldMk cId="632667121" sldId="381"/>
        </pc:sldMkLst>
      </pc:sldChg>
      <pc:sldChg chg="addSp modSp mod">
        <pc:chgData name="Iain Styles" userId="befbdaae-53f8-4d26-a8dc-3366b09f768a" providerId="ADAL" clId="{5E0D2633-D8F6-500D-A7FC-C9CB56BC4BFB}" dt="2025-09-22T12:07:09.643" v="1620"/>
        <pc:sldMkLst>
          <pc:docMk/>
          <pc:sldMk cId="1276179479" sldId="382"/>
        </pc:sldMkLst>
        <pc:spChg chg="mod">
          <ac:chgData name="Iain Styles" userId="befbdaae-53f8-4d26-a8dc-3366b09f768a" providerId="ADAL" clId="{5E0D2633-D8F6-500D-A7FC-C9CB56BC4BFB}" dt="2025-09-17T19:10:19.746" v="647" actId="20577"/>
          <ac:spMkLst>
            <pc:docMk/>
            <pc:sldMk cId="1276179479" sldId="382"/>
            <ac:spMk id="3" creationId="{80E2A4F0-001F-C50D-6A36-CEDCF77C31B6}"/>
          </ac:spMkLst>
        </pc:spChg>
        <pc:spChg chg="add mod">
          <ac:chgData name="Iain Styles" userId="befbdaae-53f8-4d26-a8dc-3366b09f768a" providerId="ADAL" clId="{5E0D2633-D8F6-500D-A7FC-C9CB56BC4BFB}" dt="2025-09-17T19:08:06.121" v="358"/>
          <ac:spMkLst>
            <pc:docMk/>
            <pc:sldMk cId="1276179479" sldId="382"/>
            <ac:spMk id="5" creationId="{212B82BF-7554-6E48-AB0B-1971B148B5EF}"/>
          </ac:spMkLst>
        </pc:spChg>
        <pc:inkChg chg="add">
          <ac:chgData name="Iain Styles" userId="befbdaae-53f8-4d26-a8dc-3366b09f768a" providerId="ADAL" clId="{5E0D2633-D8F6-500D-A7FC-C9CB56BC4BFB}" dt="2025-09-22T12:07:09.643" v="1620"/>
          <ac:inkMkLst>
            <pc:docMk/>
            <pc:sldMk cId="1276179479" sldId="382"/>
            <ac:inkMk id="6" creationId="{3669A5F7-6AF4-8AD1-0837-AA46429498B6}"/>
          </ac:inkMkLst>
        </pc:inkChg>
      </pc:sldChg>
      <pc:sldChg chg="addSp modSp mod">
        <pc:chgData name="Iain Styles" userId="befbdaae-53f8-4d26-a8dc-3366b09f768a" providerId="ADAL" clId="{5E0D2633-D8F6-500D-A7FC-C9CB56BC4BFB}" dt="2025-09-22T12:07:09.643" v="1620"/>
        <pc:sldMkLst>
          <pc:docMk/>
          <pc:sldMk cId="3371211255" sldId="384"/>
        </pc:sldMkLst>
        <pc:spChg chg="mod">
          <ac:chgData name="Iain Styles" userId="befbdaae-53f8-4d26-a8dc-3366b09f768a" providerId="ADAL" clId="{5E0D2633-D8F6-500D-A7FC-C9CB56BC4BFB}" dt="2025-09-17T19:25:03.715" v="913" actId="20577"/>
          <ac:spMkLst>
            <pc:docMk/>
            <pc:sldMk cId="3371211255" sldId="384"/>
            <ac:spMk id="3" creationId="{9D6B0406-132C-9FC6-4848-AA7DC852E62C}"/>
          </ac:spMkLst>
        </pc:spChg>
        <pc:spChg chg="add mod">
          <ac:chgData name="Iain Styles" userId="befbdaae-53f8-4d26-a8dc-3366b09f768a" providerId="ADAL" clId="{5E0D2633-D8F6-500D-A7FC-C9CB56BC4BFB}" dt="2025-09-17T19:23:09.016" v="648"/>
          <ac:spMkLst>
            <pc:docMk/>
            <pc:sldMk cId="3371211255" sldId="384"/>
            <ac:spMk id="5" creationId="{2D49BD2E-360A-8A61-2F7C-CFAC01BA787E}"/>
          </ac:spMkLst>
        </pc:spChg>
        <pc:inkChg chg="add">
          <ac:chgData name="Iain Styles" userId="befbdaae-53f8-4d26-a8dc-3366b09f768a" providerId="ADAL" clId="{5E0D2633-D8F6-500D-A7FC-C9CB56BC4BFB}" dt="2025-09-22T12:07:09.643" v="1620"/>
          <ac:inkMkLst>
            <pc:docMk/>
            <pc:sldMk cId="3371211255" sldId="384"/>
            <ac:inkMk id="6" creationId="{C21F52CF-2BF7-3ADE-AACA-2EE7946D36B7}"/>
          </ac:inkMkLst>
        </pc:inkChg>
      </pc:sldChg>
      <pc:sldChg chg="addSp modSp mod">
        <pc:chgData name="Iain Styles" userId="befbdaae-53f8-4d26-a8dc-3366b09f768a" providerId="ADAL" clId="{5E0D2633-D8F6-500D-A7FC-C9CB56BC4BFB}" dt="2025-09-17T19:37:43.986" v="1216" actId="20577"/>
        <pc:sldMkLst>
          <pc:docMk/>
          <pc:sldMk cId="808098600" sldId="385"/>
        </pc:sldMkLst>
        <pc:spChg chg="mod">
          <ac:chgData name="Iain Styles" userId="befbdaae-53f8-4d26-a8dc-3366b09f768a" providerId="ADAL" clId="{5E0D2633-D8F6-500D-A7FC-C9CB56BC4BFB}" dt="2025-09-17T19:37:43.986" v="1216" actId="20577"/>
          <ac:spMkLst>
            <pc:docMk/>
            <pc:sldMk cId="808098600" sldId="385"/>
            <ac:spMk id="3" creationId="{9B179333-B7B4-D9BB-7C78-CEE86141ED30}"/>
          </ac:spMkLst>
        </pc:spChg>
        <pc:spChg chg="add mod">
          <ac:chgData name="Iain Styles" userId="befbdaae-53f8-4d26-a8dc-3366b09f768a" providerId="ADAL" clId="{5E0D2633-D8F6-500D-A7FC-C9CB56BC4BFB}" dt="2025-09-17T19:32:33.038" v="915" actId="1076"/>
          <ac:spMkLst>
            <pc:docMk/>
            <pc:sldMk cId="808098600" sldId="385"/>
            <ac:spMk id="5" creationId="{D84CAD4A-D2AD-EDC0-DC85-0D34C7801003}"/>
          </ac:spMkLst>
        </pc:spChg>
      </pc:sldChg>
      <pc:sldChg chg="del">
        <pc:chgData name="Iain Styles" userId="befbdaae-53f8-4d26-a8dc-3366b09f768a" providerId="ADAL" clId="{5E0D2633-D8F6-500D-A7FC-C9CB56BC4BFB}" dt="2025-09-17T18:35:12.558" v="107" actId="2696"/>
        <pc:sldMkLst>
          <pc:docMk/>
          <pc:sldMk cId="2797813325" sldId="386"/>
        </pc:sldMkLst>
      </pc:sldChg>
      <pc:sldChg chg="addSp delSp modSp mod delAnim modAnim">
        <pc:chgData name="Iain Styles" userId="befbdaae-53f8-4d26-a8dc-3366b09f768a" providerId="ADAL" clId="{5E0D2633-D8F6-500D-A7FC-C9CB56BC4BFB}" dt="2025-09-22T12:07:09.643" v="1620"/>
        <pc:sldMkLst>
          <pc:docMk/>
          <pc:sldMk cId="3604264392" sldId="387"/>
        </pc:sldMkLst>
        <pc:spChg chg="mod">
          <ac:chgData name="Iain Styles" userId="befbdaae-53f8-4d26-a8dc-3366b09f768a" providerId="ADAL" clId="{5E0D2633-D8F6-500D-A7FC-C9CB56BC4BFB}" dt="2025-09-17T19:43:17.704" v="1605" actId="14100"/>
          <ac:spMkLst>
            <pc:docMk/>
            <pc:sldMk cId="3604264392" sldId="387"/>
            <ac:spMk id="3" creationId="{E4CCDC04-E83D-8606-43DC-2B8B5648B183}"/>
          </ac:spMkLst>
        </pc:spChg>
        <pc:spChg chg="add mod">
          <ac:chgData name="Iain Styles" userId="befbdaae-53f8-4d26-a8dc-3366b09f768a" providerId="ADAL" clId="{5E0D2633-D8F6-500D-A7FC-C9CB56BC4BFB}" dt="2025-09-17T19:39:12.986" v="1225" actId="1076"/>
          <ac:spMkLst>
            <pc:docMk/>
            <pc:sldMk cId="3604264392" sldId="387"/>
            <ac:spMk id="6" creationId="{C756B6BE-B1B7-9FE4-5BF5-819EB27866E5}"/>
          </ac:spMkLst>
        </pc:spChg>
        <pc:picChg chg="add mod">
          <ac:chgData name="Iain Styles" userId="befbdaae-53f8-4d26-a8dc-3366b09f768a" providerId="ADAL" clId="{5E0D2633-D8F6-500D-A7FC-C9CB56BC4BFB}" dt="2025-09-17T19:43:26.807" v="1608" actId="1076"/>
          <ac:picMkLst>
            <pc:docMk/>
            <pc:sldMk cId="3604264392" sldId="387"/>
            <ac:picMk id="7" creationId="{1FE7BE7B-0166-523A-A6D9-582A1DC7595D}"/>
          </ac:picMkLst>
        </pc:picChg>
        <pc:inkChg chg="add">
          <ac:chgData name="Iain Styles" userId="befbdaae-53f8-4d26-a8dc-3366b09f768a" providerId="ADAL" clId="{5E0D2633-D8F6-500D-A7FC-C9CB56BC4BFB}" dt="2025-09-22T12:07:09.643" v="1620"/>
          <ac:inkMkLst>
            <pc:docMk/>
            <pc:sldMk cId="3604264392" sldId="387"/>
            <ac:inkMk id="5" creationId="{3CA283D7-2677-EEDE-CBF3-CFEB10779420}"/>
          </ac:inkMkLst>
        </pc:inkChg>
      </pc:sldChg>
      <pc:sldChg chg="del">
        <pc:chgData name="Iain Styles" userId="befbdaae-53f8-4d26-a8dc-3366b09f768a" providerId="ADAL" clId="{5E0D2633-D8F6-500D-A7FC-C9CB56BC4BFB}" dt="2025-09-17T18:35:12.566" v="108" actId="2696"/>
        <pc:sldMkLst>
          <pc:docMk/>
          <pc:sldMk cId="1447274719" sldId="388"/>
        </pc:sldMkLst>
      </pc:sldChg>
      <pc:sldChg chg="del">
        <pc:chgData name="Iain Styles" userId="befbdaae-53f8-4d26-a8dc-3366b09f768a" providerId="ADAL" clId="{5E0D2633-D8F6-500D-A7FC-C9CB56BC4BFB}" dt="2025-09-16T19:10:23.229" v="48" actId="2696"/>
        <pc:sldMkLst>
          <pc:docMk/>
          <pc:sldMk cId="773077602" sldId="390"/>
        </pc:sldMkLst>
      </pc:sldChg>
      <pc:sldChg chg="del">
        <pc:chgData name="Iain Styles" userId="befbdaae-53f8-4d26-a8dc-3366b09f768a" providerId="ADAL" clId="{5E0D2633-D8F6-500D-A7FC-C9CB56BC4BFB}" dt="2025-09-16T19:10:23.195" v="27" actId="2696"/>
        <pc:sldMkLst>
          <pc:docMk/>
          <pc:sldMk cId="832998783" sldId="391"/>
        </pc:sldMkLst>
      </pc:sldChg>
      <pc:sldChg chg="del">
        <pc:chgData name="Iain Styles" userId="befbdaae-53f8-4d26-a8dc-3366b09f768a" providerId="ADAL" clId="{5E0D2633-D8F6-500D-A7FC-C9CB56BC4BFB}" dt="2025-09-16T19:10:23.142" v="17" actId="2696"/>
        <pc:sldMkLst>
          <pc:docMk/>
          <pc:sldMk cId="1778785276" sldId="392"/>
        </pc:sldMkLst>
      </pc:sldChg>
      <pc:sldChg chg="del">
        <pc:chgData name="Iain Styles" userId="befbdaae-53f8-4d26-a8dc-3366b09f768a" providerId="ADAL" clId="{5E0D2633-D8F6-500D-A7FC-C9CB56BC4BFB}" dt="2025-09-16T19:10:23.229" v="47" actId="2696"/>
        <pc:sldMkLst>
          <pc:docMk/>
          <pc:sldMk cId="2371962881" sldId="393"/>
        </pc:sldMkLst>
      </pc:sldChg>
      <pc:sldChg chg="del">
        <pc:chgData name="Iain Styles" userId="befbdaae-53f8-4d26-a8dc-3366b09f768a" providerId="ADAL" clId="{5E0D2633-D8F6-500D-A7FC-C9CB56BC4BFB}" dt="2025-09-16T18:53:01.029" v="15" actId="2696"/>
        <pc:sldMkLst>
          <pc:docMk/>
          <pc:sldMk cId="24635098" sldId="394"/>
        </pc:sldMkLst>
      </pc:sldChg>
      <pc:sldChg chg="addSp delSp modSp mod delAnim">
        <pc:chgData name="Iain Styles" userId="befbdaae-53f8-4d26-a8dc-3366b09f768a" providerId="ADAL" clId="{5E0D2633-D8F6-500D-A7FC-C9CB56BC4BFB}" dt="2025-09-17T19:40:48.423" v="1360" actId="20577"/>
        <pc:sldMkLst>
          <pc:docMk/>
          <pc:sldMk cId="4107619910" sldId="395"/>
        </pc:sldMkLst>
        <pc:spChg chg="mod">
          <ac:chgData name="Iain Styles" userId="befbdaae-53f8-4d26-a8dc-3366b09f768a" providerId="ADAL" clId="{5E0D2633-D8F6-500D-A7FC-C9CB56BC4BFB}" dt="2025-09-17T19:40:48.423" v="1360" actId="20577"/>
          <ac:spMkLst>
            <pc:docMk/>
            <pc:sldMk cId="4107619910" sldId="395"/>
            <ac:spMk id="3" creationId="{10F48E2C-D253-92BC-10EA-594CF4E13AD2}"/>
          </ac:spMkLst>
        </pc:spChg>
        <pc:picChg chg="add mod">
          <ac:chgData name="Iain Styles" userId="befbdaae-53f8-4d26-a8dc-3366b09f768a" providerId="ADAL" clId="{5E0D2633-D8F6-500D-A7FC-C9CB56BC4BFB}" dt="2025-09-17T19:40:14.253" v="1282" actId="1076"/>
          <ac:picMkLst>
            <pc:docMk/>
            <pc:sldMk cId="4107619910" sldId="395"/>
            <ac:picMk id="7" creationId="{2225114B-EE84-2983-0C4A-CFCC0413FDE6}"/>
          </ac:picMkLst>
        </pc:picChg>
      </pc:sldChg>
      <pc:sldChg chg="addSp modSp mod">
        <pc:chgData name="Iain Styles" userId="befbdaae-53f8-4d26-a8dc-3366b09f768a" providerId="ADAL" clId="{5E0D2633-D8F6-500D-A7FC-C9CB56BC4BFB}" dt="2025-09-22T12:07:09.643" v="1620"/>
        <pc:sldMkLst>
          <pc:docMk/>
          <pc:sldMk cId="3716085635" sldId="396"/>
        </pc:sldMkLst>
        <pc:picChg chg="add mod">
          <ac:chgData name="Iain Styles" userId="befbdaae-53f8-4d26-a8dc-3366b09f768a" providerId="ADAL" clId="{5E0D2633-D8F6-500D-A7FC-C9CB56BC4BFB}" dt="2025-09-17T19:46:14.536" v="1610" actId="1076"/>
          <ac:picMkLst>
            <pc:docMk/>
            <pc:sldMk cId="3716085635" sldId="396"/>
            <ac:picMk id="3" creationId="{CD87E672-5EAA-C634-2591-585393ACC8A2}"/>
          </ac:picMkLst>
        </pc:picChg>
        <pc:inkChg chg="add">
          <ac:chgData name="Iain Styles" userId="befbdaae-53f8-4d26-a8dc-3366b09f768a" providerId="ADAL" clId="{5E0D2633-D8F6-500D-A7FC-C9CB56BC4BFB}" dt="2025-09-22T12:07:09.643" v="1620"/>
          <ac:inkMkLst>
            <pc:docMk/>
            <pc:sldMk cId="3716085635" sldId="396"/>
            <ac:inkMk id="6" creationId="{BB36F53D-92C0-A117-EC6A-3463282D374E}"/>
          </ac:inkMkLst>
        </pc:inkChg>
      </pc:sldChg>
      <pc:sldChg chg="addSp delSp modSp mod delAnim">
        <pc:chgData name="Iain Styles" userId="befbdaae-53f8-4d26-a8dc-3366b09f768a" providerId="ADAL" clId="{5E0D2633-D8F6-500D-A7FC-C9CB56BC4BFB}" dt="2025-09-22T12:07:09.643" v="1620"/>
        <pc:sldMkLst>
          <pc:docMk/>
          <pc:sldMk cId="1670851442" sldId="397"/>
        </pc:sldMkLst>
        <pc:picChg chg="add mod">
          <ac:chgData name="Iain Styles" userId="befbdaae-53f8-4d26-a8dc-3366b09f768a" providerId="ADAL" clId="{5E0D2633-D8F6-500D-A7FC-C9CB56BC4BFB}" dt="2025-09-17T19:46:22.638" v="1614"/>
          <ac:picMkLst>
            <pc:docMk/>
            <pc:sldMk cId="1670851442" sldId="397"/>
            <ac:picMk id="3" creationId="{AB06704B-91B9-3E8B-D510-8BCE528A319F}"/>
          </ac:picMkLst>
        </pc:picChg>
        <pc:inkChg chg="add">
          <ac:chgData name="Iain Styles" userId="befbdaae-53f8-4d26-a8dc-3366b09f768a" providerId="ADAL" clId="{5E0D2633-D8F6-500D-A7FC-C9CB56BC4BFB}" dt="2025-09-22T12:07:09.643" v="1620"/>
          <ac:inkMkLst>
            <pc:docMk/>
            <pc:sldMk cId="1670851442" sldId="397"/>
            <ac:inkMk id="5" creationId="{A4BF8E9E-709C-F8E0-919F-1097739763D6}"/>
          </ac:inkMkLst>
        </pc:inkChg>
      </pc:sldChg>
      <pc:sldChg chg="addSp modSp mod">
        <pc:chgData name="Iain Styles" userId="befbdaae-53f8-4d26-a8dc-3366b09f768a" providerId="ADAL" clId="{5E0D2633-D8F6-500D-A7FC-C9CB56BC4BFB}" dt="2025-09-22T12:07:09.643" v="1620"/>
        <pc:sldMkLst>
          <pc:docMk/>
          <pc:sldMk cId="3166856374" sldId="398"/>
        </pc:sldMkLst>
        <pc:picChg chg="add mod">
          <ac:chgData name="Iain Styles" userId="befbdaae-53f8-4d26-a8dc-3366b09f768a" providerId="ADAL" clId="{5E0D2633-D8F6-500D-A7FC-C9CB56BC4BFB}" dt="2025-09-17T19:46:19.669" v="1612" actId="1076"/>
          <ac:picMkLst>
            <pc:docMk/>
            <pc:sldMk cId="3166856374" sldId="398"/>
            <ac:picMk id="3" creationId="{138F43A6-473E-978A-9646-A1B5E16420F7}"/>
          </ac:picMkLst>
        </pc:picChg>
        <pc:inkChg chg="add">
          <ac:chgData name="Iain Styles" userId="befbdaae-53f8-4d26-a8dc-3366b09f768a" providerId="ADAL" clId="{5E0D2633-D8F6-500D-A7FC-C9CB56BC4BFB}" dt="2025-09-22T12:07:09.643" v="1620"/>
          <ac:inkMkLst>
            <pc:docMk/>
            <pc:sldMk cId="3166856374" sldId="398"/>
            <ac:inkMk id="6" creationId="{104D9623-30C4-6F90-0F24-E46D4EBCB9D4}"/>
          </ac:inkMkLst>
        </pc:inkChg>
      </pc:sldChg>
      <pc:sldChg chg="addSp delSp modSp mod delAnim">
        <pc:chgData name="Iain Styles" userId="befbdaae-53f8-4d26-a8dc-3366b09f768a" providerId="ADAL" clId="{5E0D2633-D8F6-500D-A7FC-C9CB56BC4BFB}" dt="2025-09-22T12:07:09.643" v="1620"/>
        <pc:sldMkLst>
          <pc:docMk/>
          <pc:sldMk cId="2472104205" sldId="399"/>
        </pc:sldMkLst>
        <pc:picChg chg="add mod">
          <ac:chgData name="Iain Styles" userId="befbdaae-53f8-4d26-a8dc-3366b09f768a" providerId="ADAL" clId="{5E0D2633-D8F6-500D-A7FC-C9CB56BC4BFB}" dt="2025-09-17T19:46:28.186" v="1617" actId="1076"/>
          <ac:picMkLst>
            <pc:docMk/>
            <pc:sldMk cId="2472104205" sldId="399"/>
            <ac:picMk id="3" creationId="{ACED5DE6-0657-280E-665B-C768B922E4D5}"/>
          </ac:picMkLst>
        </pc:picChg>
        <pc:inkChg chg="add">
          <ac:chgData name="Iain Styles" userId="befbdaae-53f8-4d26-a8dc-3366b09f768a" providerId="ADAL" clId="{5E0D2633-D8F6-500D-A7FC-C9CB56BC4BFB}" dt="2025-09-22T12:07:09.643" v="1620"/>
          <ac:inkMkLst>
            <pc:docMk/>
            <pc:sldMk cId="2472104205" sldId="399"/>
            <ac:inkMk id="5" creationId="{10CE02F8-EC16-6845-0FF5-562C1921C6AA}"/>
          </ac:inkMkLst>
        </pc:inkChg>
      </pc:sldChg>
      <pc:sldChg chg="addSp">
        <pc:chgData name="Iain Styles" userId="befbdaae-53f8-4d26-a8dc-3366b09f768a" providerId="ADAL" clId="{5E0D2633-D8F6-500D-A7FC-C9CB56BC4BFB}" dt="2025-09-22T12:07:09.643" v="1620"/>
        <pc:sldMkLst>
          <pc:docMk/>
          <pc:sldMk cId="2242694616" sldId="400"/>
        </pc:sldMkLst>
        <pc:inkChg chg="add">
          <ac:chgData name="Iain Styles" userId="befbdaae-53f8-4d26-a8dc-3366b09f768a" providerId="ADAL" clId="{5E0D2633-D8F6-500D-A7FC-C9CB56BC4BFB}" dt="2025-09-22T12:07:09.643" v="1620"/>
          <ac:inkMkLst>
            <pc:docMk/>
            <pc:sldMk cId="2242694616" sldId="400"/>
            <ac:inkMk id="3" creationId="{07CD2AB3-7EAC-F6D0-F22D-AFAB0B36A02B}"/>
          </ac:inkMkLst>
        </pc:inkChg>
      </pc:sldChg>
      <pc:sldChg chg="modSp mod">
        <pc:chgData name="Iain Styles" userId="befbdaae-53f8-4d26-a8dc-3366b09f768a" providerId="ADAL" clId="{5E0D2633-D8F6-500D-A7FC-C9CB56BC4BFB}" dt="2025-09-17T19:47:26.703" v="1619"/>
        <pc:sldMkLst>
          <pc:docMk/>
          <pc:sldMk cId="3857393744" sldId="401"/>
        </pc:sldMkLst>
        <pc:spChg chg="mod">
          <ac:chgData name="Iain Styles" userId="befbdaae-53f8-4d26-a8dc-3366b09f768a" providerId="ADAL" clId="{5E0D2633-D8F6-500D-A7FC-C9CB56BC4BFB}" dt="2025-09-17T19:47:26.703" v="1619"/>
          <ac:spMkLst>
            <pc:docMk/>
            <pc:sldMk cId="3857393744" sldId="401"/>
            <ac:spMk id="6" creationId="{723898E0-4A5E-6323-06B7-F52A39F46D92}"/>
          </ac:spMkLst>
        </pc:spChg>
      </pc:sldChg>
      <pc:sldChg chg="modSp mod">
        <pc:chgData name="Iain Styles" userId="befbdaae-53f8-4d26-a8dc-3366b09f768a" providerId="ADAL" clId="{5E0D2633-D8F6-500D-A7FC-C9CB56BC4BFB}" dt="2025-09-17T18:02:28.424" v="106" actId="5793"/>
        <pc:sldMkLst>
          <pc:docMk/>
          <pc:sldMk cId="1439734588" sldId="403"/>
        </pc:sldMkLst>
        <pc:spChg chg="mod">
          <ac:chgData name="Iain Styles" userId="befbdaae-53f8-4d26-a8dc-3366b09f768a" providerId="ADAL" clId="{5E0D2633-D8F6-500D-A7FC-C9CB56BC4BFB}" dt="2025-09-17T18:02:28.424" v="106" actId="5793"/>
          <ac:spMkLst>
            <pc:docMk/>
            <pc:sldMk cId="1439734588" sldId="403"/>
            <ac:spMk id="3" creationId="{FA5D2F98-9F4B-10ED-CC9E-A35B89AC7A80}"/>
          </ac:spMkLst>
        </pc:spChg>
      </pc:sldChg>
      <pc:sldChg chg="del">
        <pc:chgData name="Iain Styles" userId="befbdaae-53f8-4d26-a8dc-3366b09f768a" providerId="ADAL" clId="{5E0D2633-D8F6-500D-A7FC-C9CB56BC4BFB}" dt="2025-09-16T19:10:23.138" v="16" actId="2696"/>
        <pc:sldMkLst>
          <pc:docMk/>
          <pc:sldMk cId="694455866" sldId="404"/>
        </pc:sldMkLst>
      </pc:sldChg>
      <pc:sldChg chg="addSp delSp modSp new mod">
        <pc:chgData name="Iain Styles" userId="befbdaae-53f8-4d26-a8dc-3366b09f768a" providerId="ADAL" clId="{5E0D2633-D8F6-500D-A7FC-C9CB56BC4BFB}" dt="2025-09-17T19:07:54.096" v="357" actId="20577"/>
        <pc:sldMkLst>
          <pc:docMk/>
          <pc:sldMk cId="3470926922" sldId="404"/>
        </pc:sldMkLst>
        <pc:spChg chg="mod">
          <ac:chgData name="Iain Styles" userId="befbdaae-53f8-4d26-a8dc-3366b09f768a" providerId="ADAL" clId="{5E0D2633-D8F6-500D-A7FC-C9CB56BC4BFB}" dt="2025-09-17T18:35:42.190" v="119" actId="20577"/>
          <ac:spMkLst>
            <pc:docMk/>
            <pc:sldMk cId="3470926922" sldId="404"/>
            <ac:spMk id="2" creationId="{2C3C2791-FCAC-6BBF-DECB-BB1AF41B1C0A}"/>
          </ac:spMkLst>
        </pc:spChg>
        <pc:spChg chg="mod">
          <ac:chgData name="Iain Styles" userId="befbdaae-53f8-4d26-a8dc-3366b09f768a" providerId="ADAL" clId="{5E0D2633-D8F6-500D-A7FC-C9CB56BC4BFB}" dt="2025-09-17T19:07:54.096" v="357" actId="20577"/>
          <ac:spMkLst>
            <pc:docMk/>
            <pc:sldMk cId="3470926922" sldId="404"/>
            <ac:spMk id="3" creationId="{4D9F0266-FF01-C57E-C9F2-2425B4DEB042}"/>
          </ac:spMkLst>
        </pc:spChg>
        <pc:spChg chg="add mod">
          <ac:chgData name="Iain Styles" userId="befbdaae-53f8-4d26-a8dc-3366b09f768a" providerId="ADAL" clId="{5E0D2633-D8F6-500D-A7FC-C9CB56BC4BFB}" dt="2025-09-17T19:06:55.842" v="201" actId="20577"/>
          <ac:spMkLst>
            <pc:docMk/>
            <pc:sldMk cId="3470926922" sldId="404"/>
            <ac:spMk id="11" creationId="{A7539C7B-F338-8BDF-8B9A-821C6CB0EDC9}"/>
          </ac:spMkLst>
        </pc:spChg>
      </pc:sldChg>
      <pc:sldChg chg="del">
        <pc:chgData name="Iain Styles" userId="befbdaae-53f8-4d26-a8dc-3366b09f768a" providerId="ADAL" clId="{5E0D2633-D8F6-500D-A7FC-C9CB56BC4BFB}" dt="2025-09-16T19:11:05.915" v="90" actId="2696"/>
        <pc:sldMkLst>
          <pc:docMk/>
          <pc:sldMk cId="2593958790" sldId="405"/>
        </pc:sldMkLst>
      </pc:sldChg>
      <pc:sldChg chg="addSp delSp new mod">
        <pc:chgData name="Iain Styles" userId="befbdaae-53f8-4d26-a8dc-3366b09f768a" providerId="ADAL" clId="{5E0D2633-D8F6-500D-A7FC-C9CB56BC4BFB}" dt="2025-09-22T13:54:13.310" v="1623"/>
        <pc:sldMkLst>
          <pc:docMk/>
          <pc:sldMk cId="3484123248" sldId="405"/>
        </pc:sldMkLst>
        <pc:spChg chg="del">
          <ac:chgData name="Iain Styles" userId="befbdaae-53f8-4d26-a8dc-3366b09f768a" providerId="ADAL" clId="{5E0D2633-D8F6-500D-A7FC-C9CB56BC4BFB}" dt="2025-09-22T13:28:26.146" v="1622" actId="478"/>
          <ac:spMkLst>
            <pc:docMk/>
            <pc:sldMk cId="3484123248" sldId="405"/>
            <ac:spMk id="2" creationId="{247F0AE6-C8C1-932C-3410-E5F09D15E703}"/>
          </ac:spMkLst>
        </pc:spChg>
        <pc:spChg chg="del">
          <ac:chgData name="Iain Styles" userId="befbdaae-53f8-4d26-a8dc-3366b09f768a" providerId="ADAL" clId="{5E0D2633-D8F6-500D-A7FC-C9CB56BC4BFB}" dt="2025-09-22T13:28:26.146" v="1622" actId="478"/>
          <ac:spMkLst>
            <pc:docMk/>
            <pc:sldMk cId="3484123248" sldId="405"/>
            <ac:spMk id="3" creationId="{6E660F7F-2D0A-74E3-957F-867FDD8A82C3}"/>
          </ac:spMkLst>
        </pc:spChg>
        <pc:spChg chg="del">
          <ac:chgData name="Iain Styles" userId="befbdaae-53f8-4d26-a8dc-3366b09f768a" providerId="ADAL" clId="{5E0D2633-D8F6-500D-A7FC-C9CB56BC4BFB}" dt="2025-09-22T13:28:26.146" v="1622" actId="478"/>
          <ac:spMkLst>
            <pc:docMk/>
            <pc:sldMk cId="3484123248" sldId="405"/>
            <ac:spMk id="4" creationId="{C6D9B04B-CC7D-F2F7-A45A-8B4B993A4FD5}"/>
          </ac:spMkLst>
        </pc:spChg>
        <pc:inkChg chg="add">
          <ac:chgData name="Iain Styles" userId="befbdaae-53f8-4d26-a8dc-3366b09f768a" providerId="ADAL" clId="{5E0D2633-D8F6-500D-A7FC-C9CB56BC4BFB}" dt="2025-09-22T13:54:13.310" v="1623"/>
          <ac:inkMkLst>
            <pc:docMk/>
            <pc:sldMk cId="3484123248" sldId="405"/>
            <ac:inkMk id="5" creationId="{EDB717FA-C536-CCC1-5E12-8CFFB2BB7321}"/>
          </ac:inkMkLst>
        </pc:inkChg>
      </pc:sldChg>
      <pc:sldChg chg="del">
        <pc:chgData name="Iain Styles" userId="befbdaae-53f8-4d26-a8dc-3366b09f768a" providerId="ADAL" clId="{5E0D2633-D8F6-500D-A7FC-C9CB56BC4BFB}" dt="2025-09-16T18:52:57.444" v="0" actId="2696"/>
        <pc:sldMkLst>
          <pc:docMk/>
          <pc:sldMk cId="64577220" sldId="406"/>
        </pc:sldMkLst>
      </pc:sldChg>
      <pc:sldChg chg="addSp new">
        <pc:chgData name="Iain Styles" userId="befbdaae-53f8-4d26-a8dc-3366b09f768a" providerId="ADAL" clId="{5E0D2633-D8F6-500D-A7FC-C9CB56BC4BFB}" dt="2025-09-22T13:59:21.750" v="1625"/>
        <pc:sldMkLst>
          <pc:docMk/>
          <pc:sldMk cId="2225168541" sldId="406"/>
        </pc:sldMkLst>
        <pc:inkChg chg="add">
          <ac:chgData name="Iain Styles" userId="befbdaae-53f8-4d26-a8dc-3366b09f768a" providerId="ADAL" clId="{5E0D2633-D8F6-500D-A7FC-C9CB56BC4BFB}" dt="2025-09-22T13:59:21.750" v="1625"/>
          <ac:inkMkLst>
            <pc:docMk/>
            <pc:sldMk cId="2225168541" sldId="406"/>
            <ac:inkMk id="5" creationId="{2E6BE8A0-6B64-3E90-6CA9-71CEB7F8FA5B}"/>
          </ac:inkMkLst>
        </pc:inkChg>
      </pc:sldChg>
    </pc:docChg>
  </pc:docChgLst>
  <pc:docChgLst>
    <pc:chgData name="Iain Styles" userId="befbdaae-53f8-4d26-a8dc-3366b09f768a" providerId="ADAL" clId="{EC32E1E7-569B-5A48-B30C-DB697CEB8225}"/>
    <pc:docChg chg="delSld modSld modSection">
      <pc:chgData name="Iain Styles" userId="befbdaae-53f8-4d26-a8dc-3366b09f768a" providerId="ADAL" clId="{EC32E1E7-569B-5A48-B30C-DB697CEB8225}" dt="2024-11-11T05:31:57.740" v="62" actId="2696"/>
      <pc:docMkLst>
        <pc:docMk/>
      </pc:docMkLst>
      <pc:sldChg chg="modSp modAnim">
        <pc:chgData name="Iain Styles" userId="befbdaae-53f8-4d26-a8dc-3366b09f768a" providerId="ADAL" clId="{EC32E1E7-569B-5A48-B30C-DB697CEB8225}" dt="2024-11-11T04:59:04.839" v="27" actId="20577"/>
        <pc:sldMkLst>
          <pc:docMk/>
          <pc:sldMk cId="780336828" sldId="301"/>
        </pc:sldMkLst>
      </pc:sldChg>
      <pc:sldChg chg="modSp del mod">
        <pc:chgData name="Iain Styles" userId="befbdaae-53f8-4d26-a8dc-3366b09f768a" providerId="ADAL" clId="{EC32E1E7-569B-5A48-B30C-DB697CEB8225}" dt="2024-11-11T05:00:57.947" v="35" actId="2696"/>
        <pc:sldMkLst>
          <pc:docMk/>
          <pc:sldMk cId="504524839" sldId="308"/>
        </pc:sldMkLst>
      </pc:sldChg>
      <pc:sldChg chg="modSp">
        <pc:chgData name="Iain Styles" userId="befbdaae-53f8-4d26-a8dc-3366b09f768a" providerId="ADAL" clId="{EC32E1E7-569B-5A48-B30C-DB697CEB8225}" dt="2024-11-11T05:01:02.972" v="36"/>
        <pc:sldMkLst>
          <pc:docMk/>
          <pc:sldMk cId="1202893673" sldId="309"/>
        </pc:sldMkLst>
      </pc:sldChg>
      <pc:sldChg chg="del">
        <pc:chgData name="Iain Styles" userId="befbdaae-53f8-4d26-a8dc-3366b09f768a" providerId="ADAL" clId="{EC32E1E7-569B-5A48-B30C-DB697CEB8225}" dt="2024-11-11T05:10:54.013" v="37" actId="2696"/>
        <pc:sldMkLst>
          <pc:docMk/>
          <pc:sldMk cId="1441943578" sldId="316"/>
        </pc:sldMkLst>
      </pc:sldChg>
      <pc:sldChg chg="modSp mod">
        <pc:chgData name="Iain Styles" userId="befbdaae-53f8-4d26-a8dc-3366b09f768a" providerId="ADAL" clId="{EC32E1E7-569B-5A48-B30C-DB697CEB8225}" dt="2024-11-11T04:56:13.241" v="24" actId="20577"/>
        <pc:sldMkLst>
          <pc:docMk/>
          <pc:sldMk cId="3211664744" sldId="325"/>
        </pc:sldMkLst>
      </pc:sldChg>
      <pc:sldChg chg="del">
        <pc:chgData name="Iain Styles" userId="befbdaae-53f8-4d26-a8dc-3366b09f768a" providerId="ADAL" clId="{EC32E1E7-569B-5A48-B30C-DB697CEB8225}" dt="2024-11-11T05:31:57.740" v="62" actId="2696"/>
        <pc:sldMkLst>
          <pc:docMk/>
          <pc:sldMk cId="3757354000" sldId="332"/>
        </pc:sldMkLst>
      </pc:sldChg>
      <pc:sldChg chg="modSp modAnim">
        <pc:chgData name="Iain Styles" userId="befbdaae-53f8-4d26-a8dc-3366b09f768a" providerId="ADAL" clId="{EC32E1E7-569B-5A48-B30C-DB697CEB8225}" dt="2024-11-11T05:20:08.247" v="61" actId="113"/>
        <pc:sldMkLst>
          <pc:docMk/>
          <pc:sldMk cId="2795853998" sldId="347"/>
        </pc:sldMkLst>
      </pc:sldChg>
      <pc:sldChg chg="modSp mod">
        <pc:chgData name="Iain Styles" userId="befbdaae-53f8-4d26-a8dc-3366b09f768a" providerId="ADAL" clId="{EC32E1E7-569B-5A48-B30C-DB697CEB8225}" dt="2024-11-10T20:14:03.434" v="16" actId="20577"/>
        <pc:sldMkLst>
          <pc:docMk/>
          <pc:sldMk cId="3530153824" sldId="355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36D3417-75BC-C54F-B209-3B706A8CCE1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CE0A46D-43DE-BC4C-9837-2979FE0093D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7ADF77-2023-D74B-9A03-BFA0C5C7CE1A}" type="datetimeFigureOut">
              <a:rPr lang="en-US" smtClean="0"/>
              <a:t>9/22/25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1BBCED-4587-A646-BEDB-46936438AF7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1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44CE3C-DF0C-9349-B48C-C47FA90BE6D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C03ADA-6B43-F443-8DD3-2F88E92869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3618733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2T11:15:32.96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2189 11287 24575,'23'-42'0,"0"-1"0,2-13 0,-4 36 0,-21 20 0,0-21 0,0-4 0,0-1 0,0-25 0,0 43 0,0-23 0,0 31 0,0-20 0,0-26 0,0 15 0,0-10 0,-21 21 0,16 15 0,-15-16 0,20 21 0,0 0 0,0 174-851,0-128 1,0 3 850,0-2 0,0 11 0,0 6 0,0 0 0,0-5 0,0-11 0,0 8 0,0-2 0,0-4 0,0 9 0,0 2 0,0-4 0,0-12 0,1-9 0,-2-3 0,-9 38 0,-1-25 0,6-87 0,-5 9 0,0-2 0,8-4 0,4 2 0,-2-15 0,0 51 0</inkml:trace>
  <inkml:trace contextRef="#ctx0" brushRef="#br0" timeOffset="594">2235 10918 24575,'-46'-41'0,"20"31"0,6-51 0,20 56 0,0-47 0,20 45 0,-10-28 0,6-2 0,31 30 0,3 4 0,-12-38-2835,8 38 1,13 13 0,-10 3 2834,2 13-940,-10-2 1,7 4 0,-6-3 939,-9-11 0,-5 5-406,-2 24 0,-4 12 0,-3-10 406,6-1-54,-32 3 0,-16 12 1,-8-6 53,-7-14 0,-8-5 0,-3 0 0,6-2 0,-2 0 0,-1-2 0,-2-4 0,-4-6 0,-4-6 0,4 0 0,10 0 0,6 10 0,13-12 0,20-74 0,44 63 0,16 8 0,5-16 0,1-1 0</inkml:trace>
  <inkml:trace contextRef="#ctx0" brushRef="#br0" timeOffset="1330">2949 11540 24575,'-5'-30'0,"30"1"0,6-6 0,27 10 0,-3 9 0,-37 10 0,36-5 0,4 2 0,-27 9 0,23 0 0,10 0 0,-10 0 0,2 0 0,9 0 0,0 0 0,0 0 0,-7 0 0,-7 0 0,-91 20 0,-12-7 0,1 0 0</inkml:trace>
  <inkml:trace contextRef="#ctx0" brushRef="#br0" timeOffset="1713">2995 11794 24575,'20'-50'0,"1"0"0,17 24 0,6 6 0,4-14 0,4 6-451,3 25 0,2 6 451,-1-3 0,-2 0 0,-5 0 0,0 0 0,10 0 0,-3 0-212,5 0 0,-20 21 1,-41 4-1</inkml:trace>
  <inkml:trace contextRef="#ctx0" brushRef="#br0" timeOffset="2410">3594 11218 24575,'-26'-26'0,"6"6"0,20 40 0,38 8 0,16 0 0,-8 0 0,3-2-1353,-7-5 0,2-1 0,0-4 1353,14-5 0,2-2-1606,-2 4 1,4 3 0,-8-4 1605,-15-7 0,-1 0 0,16 6 0,5 3 0,-29 2-643,-60 15 643,22-23 0,-32 16 0,-12 3 0,10-14 0,-3-1 0,-3 8 0,-4 3 0,1 1-452,5-4 0,1-1 1,5 3 451,-2 14 0,2-3 0,-5-15 0,8 0 4758,27 23-4758,-29-38 0,6-1 843,56 39-843,-46-36 0,75 16 0,-27-21 0,21 0 0</inkml:trace>
  <inkml:trace contextRef="#ctx0" brushRef="#br0" timeOffset="3492">5483 11033 24575,'-41'-32'0,"0"0"0,17 3 0,0 7 0,-28 22 0,6 21 0,-5-16 0,5 15 0,10-7 0,0 5 0,8 20 0,3 14 0,4-4 0,-1 9 0,2 1 0,1-6 0,0-11 0,3-3 0,5 6 0,8 19 0,9 13 0,2-6 0,1-24 0,1-23 0,20 3 0,16 5 0,6-5 0,-6-16 0,-3-30 0,-3-17 0,3 1-2262,16 12 1,4 3 0,-9-8 2261,-14-9 0,-6-7 0,-10 3 0,-10 0 0,-8 7 0,-6 9 0,11-25 0,-1-10 0,-16 3 0,-4 1 0,10-1 0,-5 1 0,-12 7 0,-8 0 0,1 16 0,-7 24 0,-18-5 0,6 10 0,30 30 0,-13-2 0,1 0 0</inkml:trace>
  <inkml:trace contextRef="#ctx0" brushRef="#br0" timeOffset="3821">5276 11540 24575,'51'30'0,"0"-1"0,0 1 0,1 0 0,-1-1 0,0 1 0,0 0 0,4 4 0,1 0 0,-3-1 0,-9-1 0,-14-2 0,-17 4 0,0-1 0</inkml:trace>
  <inkml:trace contextRef="#ctx0" brushRef="#br0" timeOffset="31128">7464 11172 24575,'-46'20'0,"21"-15"0,-26 16 0,43-21 0,-23 0 0,31-21 0,0 16 0,0-15 0,0 20 0,0-21 0,0 16 0,-20-15 0,15 20 0,-36 0 0,36 0 0,5-21 0,5 16 0,44-7 0,14 4 0,1 8-1696,-10 3 0,14 3 0,1 0 0,-14-1 1696,-16-3 0,-1 1-194,26 9 1,9 4-1,-26-3 194,-37-8 0,31 16 0,-61-21 0,15 0 0,-16 0 0</inkml:trace>
  <inkml:trace contextRef="#ctx0" brushRef="#br0" timeOffset="31626">7372 11425 24575,'37'-18'0,"1"0"0,3 19 0,7 3 0,7-12 0,11-6 0,1 1 0,-7 7 0,-9 11 0,-5 5 0,-2 1 0,19 1 0,-8 2 0,-4 6 0,-74-40 0,15-6 0</inkml:trace>
  <inkml:trace contextRef="#ctx0" brushRef="#br0" timeOffset="32147">7372 11794 24575,'55'-13'0,"-1"0"0,1 0 0,-1 0 0,0 1 0,-7 2 0,16-4 0,8 1 0,-4 2 0,-13 7 0,1 11 0,-8 7 0,5 2 0,-4 4 0,-13 2 0,-9 4 0,-10 31 0</inkml:trace>
  <inkml:trace contextRef="#ctx0" brushRef="#br0" timeOffset="34396">9538 11379 24575,'-46'0'0,"20"0"0,6 0 0,20 0 0,-21-20 0,16 14 0,-15-14 0,-1 20 0,16 0 0,-15 0 0,20 0 0,0 0 0,20 0 0,6 0 0,20 0 0,-21 0 0,13 5 0,12 4 0,-4-3 0,-7-3 0,1 0-253,12 3 0,6 2 0,-2-2 253,-10-5 0,-3-1 0,1-1 0,3 1 0,1 0 0,-2 0 0,17 0 0,-3 0 0,-11 0 0,-8 0 0,-11 0 0,-30 0 0,0 0 0,-30 0 0,22 0 0,-23 0 759,31 0-759,-20 92 0,15-48 0,-4 4 0,-3 18 0,0-1 0,4-14 0,3 3 0,-5-6 0,-2 6 0,13-23 0,40-52 0,-31 16 0,24-21 0,4-9 0,0-16 0</inkml:trace>
  <inkml:trace contextRef="#ctx0" brushRef="#br0" timeOffset="35059">11012 10872 24575,'-1'59'0,"-1"0"0,0 0 0,0 0 0,0 0 0,0-1 0,0 1 0,0 0 0,-8-3 0,0 1 0,1-1 0,-1 0 0,1 1 0,-1-1 0,1 0 0,-1 1 0</inkml:trace>
  <inkml:trace contextRef="#ctx0" brushRef="#br0" timeOffset="35494">11059 10964 24575,'0'-43'0,"0"-1"0,30 9 0,-19 2 0,6 4-4916,45 23 1,4 12 3425,-22-6 2429,-3 3 0,7 2 1,-4 8-940,0 19 0,-6 2 0,-6-18 0,-5 4 0,-12 27 0,-8 14 0,-9-15 0,-11-23 573,-9 10 0,-11 10 0,-4-7-573,-2-13 0,-4-7 0,2 1 0,-2 11 0,-3-2 0,-10-5 0,-6-2 0,11-2 0,-3 3 0,18-20 0,21 0 0,56 0 0,-5 20 0,23 6 0</inkml:trace>
  <inkml:trace contextRef="#ctx0" brushRef="#br0" timeOffset="36581">11934 11425 24575,'26'-26'0,"-26"6"0,-6 20 0,-14 0 0,20 0 0,0 0 0,20 41 0,-14-31 0,2 21 0,4 10 0,5-2 0,2 4 0,-4-5 0,-2 21 0,13-14 0,9 5 0,-4-12 0,0-12 0,15-21 0,-8-42 0,-4-23 0,-18 12 0,-3-6 0,-2-3 0,2 3-2258,8-5 0,0 1 0,-1 1 2258,-5-4 0,-2 1 0,0 12 0,7 7 0,-15 16 0,16-1 0,-21 26 0,20 26 0,6 20 0</inkml:trace>
  <inkml:trace contextRef="#ctx0" brushRef="#br0" timeOffset="37440">13455 11033 24575,'-18'-29'0,"0"0"0,-8-7 0,-7 30 0,-3 12 0,-15 30 0,18 4 0,-1 9 0,5-7 0,-1 3 0,2 6-1701,10-2 0,3 7 1,1 2-1,1-1 1,-1-8 1700,-6-1 0,0-6 0,9 6 343,10 5 1,7 9 0,5 0 0,4-8 0,5-18-344,14-23 0,6-6-1513,5 21 1,3 6 0,-3-14 1512,-5-25 0,0-11-502,5-3 1,3-5-1,-8 1 502,6-13 0,-27-4 0,1-20 0,-1-10 0,0-2 0,-2 6 0,-1 16 0,7 3 0,-5-1 0,-9-2 0,-2-15 0,-2-6 0,-3-1 0,-2 8 0,-3 12-354,-8-2 1,-3 9 353,2 1 0,-2 1 0,-12-10 0,1 13 0,17 33 573,-22 7 1,9 28-1,1 13 1,-6 13-1,1-1 1</inkml:trace>
  <inkml:trace contextRef="#ctx0" brushRef="#br0" timeOffset="37775">13455 11471 24575,'39'37'0,"1"0"0,0 0 0,0 0 0,0-1 0,-22-2 0,0-1 0,23 4 0,19 8 0,4 2 0,-11-3 0,-25-7 0,-44 19 0,11 3 0</inkml:trace>
  <inkml:trace contextRef="#ctx0" brushRef="#br0" timeOffset="53163">15228 11379 24575,'-25'-41'0,"4"31"0,1-31 0,35 10 0,30 26 0,8 2 0,-21-12 0,5 0-2126,14 10 0,13 6 0,0 1 1,-13 0 2125,-16-2 0,-1 0 0,18 0 0,14 0 0,-2 0 0,-15 0-2034,-1 0 2034,8 0 0,1 0 0,-6 0 0,-59 0 0,24 30 0,-44-1 0,-24 6 0,27-14 0</inkml:trace>
  <inkml:trace contextRef="#ctx0" brushRef="#br0" timeOffset="53777">15228 11725 24575,'61'-18'0,"-1"0"0,0 0 0,0 0 0,-7 1 0,-3 1 0,6 3 0,4 5 0,9 3 0,3 1 0,-5 2 0,-10 0 0,63 2 0,-120 0 0,-7 0 0,-26 8 0,-6 5 0,-12 12 0</inkml:trace>
  <inkml:trace contextRef="#ctx0" brushRef="#br0" timeOffset="54297">15275 11978 24575,'-47'0'0,"22"0"0,4 0 0,49 0 0,16 0 0,15 0-197,-3 0 1,13 0-1,1 0 197,-20-1 0,1 0 0,-1 1 0,1 2 0,-1 4 0,0 3 0,0 0 0,-3-2 0,6-5 0,-2-2 0,-9 5 0,9 26 36,-82-31 1,54-31-1,-15-7 1</inkml:trace>
  <inkml:trace contextRef="#ctx0" brushRef="#br0" timeOffset="59924">17578 11425 24575,'49'-15'0,"0"-1"0,-1 1 0,-12-11 0,0 15 0,17 0 0,11-1 0,5 1 0,-2 1 0,-7 1 0,-15 2 0,3 1 0,-3-1 0,2-5 0,12-4 0,3-2 0,-8 2 0,-15 6 0,-6 5 0,-13-15 0,-27 20 0,-24 0 0,31 20 0,0-15 0,0 39 0,0 4 0,0-30-1696,-3 24 0,-3 21 0,-1 4 0,3-13 1696,1-20 0,0 1 0,-5 15 0,-4 14 0,0-3 0,3-14 0,4-1 0,5-46 0,13-38 0,0 0 0</inkml:trace>
  <inkml:trace contextRef="#ctx0" brushRef="#br0" timeOffset="62240">19859 10780 24575,'13'-36'0,"0"0"0,7 19 0,-24-22 0,-12 6 0,-10 33 0,-15 8 0,-12 7 0,9 3 0,-5 23 0,27-12 0,-7 11 0,-5 10 0,-3 6 0,-1 4 0,2 3 0,2-1 0,4-3 0,8-5 0,7-8 0,11 10 0,12-8 0,2 1 0,-8 8 0,-12-7 0,-8 9 0,-5 5 0,-3 3 0,0 0 0,4-3 0,7-6 0,9-8 0,14-12 0,25-2 0,18-14 0,3-6 0,-11 0-446,-13 4 1,-1-4 0,34-9 0,-13-14 0,-50-19 0</inkml:trace>
  <inkml:trace contextRef="#ctx0" brushRef="#br0" timeOffset="63061">20320 11126 24575,'-29'-23'0,"-1"0"0,-6 17-2458,20 44 0,4 30 1,5 11-1,1-13 1961,3-19 1,3-5-1,-2 7 497,-1 2 0,0 7 0,-2 5 0,1 0 0,1-5 0,1-10-451,1 16 1,2-10 450,-1-15 0,0-4 2105,0 16-2105,0-84 0,0-37 0,0 9 0,0 0-90,1 20 0,2-11 0,1-5 1,1-1-1,2 5 90,5-4 0,2 2 0,1 1 0,1 2 0,1-4 0,1 2 0,0-2 0,-4 6 0,0-1 0,0-1 0,1 3 0,0-16 0,2 2 0,12 22-384,24 39 0,12 20 0,-9-16 384,-25-39 0,-9-14 0,7 23 0,16 42 0,11 26 0,-4 12 0,-21-4 0,-24-5 0,-16 1 0,-4 2-660,-2-1 1,-5 2 0,-1-1 0,0-2 659,3 5 0,0-3 0,-10-11 257,-24-12 0,-12-12 0,11-14-257,22-13 0,3-9 547,-5-3 1,-3-4-1,8 3-547,2-12 0,47 20 0,24 28 0,12 12 0,-5-4 0,0 0 0,1 1 0</inkml:trace>
  <inkml:trace contextRef="#ctx0" brushRef="#br0" timeOffset="63848">21011 11978 24575,'-20'38'0,"15"-7"0,-16-62 0,21 3 0,0-28 0,23 12 0,14-6 0,-5 6 0,-10 10 0,0-1 0,4-12 0,6-10 0,-1-1 0,-2 10 0,1 3 0,-4 5 0,-12-8 0,0 14 0,17 39-3392,-17 48 0,-8 17 3392,-4-19 0,1 3 0,5-7 0,3 5 0,0-1 0,0-6 0,2-1 0,0-4 0,-3 18 0,5-19 0,26-59 0,-22-16 0,-2-10 0,3 3 0,-1-1 0,1 1 0</inkml:trace>
  <inkml:trace contextRef="#ctx0" brushRef="#br0" timeOffset="64812">22186 11425 24575,'-25'-15'0,"4"25"0,21-51 0,0 41 0,0 0 0,72 0 0,-34 0 0,-3 0 0,7 0 0,5 0 0,7 0 0,-1 0 0,-5 0 0,0 0 0,1 0 0,11 0 0,3 0 0,-4 0 0,-5-3 0,-2 0 0,-20 9 0,-26 14 0,9-14 0,-36 14 0,1 1 0,-6 35 0,1-23 0,12 11 0,5 4 0,8 14 0,0-25 0,0 0 0,0 19 0,0-35 0,17-39 0,7-15 0,2 1 0,-1 0 0</inkml:trace>
  <inkml:trace contextRef="#ctx0" brushRef="#br0" timeOffset="65747">23822 11218 24575,'0'-46'0,"-13"13"0,-5-1 0,6 2 0,-4 3 0,-22 3 0,-1 3 0,8-8 0,3 39 0,-5 15 0,-1 11 0,0 10 0,5-2 0,7-3 0,0 2 0,-16 11 0,-7 5 0,16-8 0,23 3 0,-4 5 0,0 3 0,7-20 0,6 0 0,4 3 0,6 4 0,8-4 0,12-5 0,9-5 0,6-10 0,-2-13 0,4-8 0,3-6 0,0-4 0,7-5 0,2-5 0,-1-7 0,-6-6-1696,-5-7 0,-3-8 0,-5-4 0,-4 3 1696,2-4 0,-5 1 0,-13-5 0,-18 2 0,-10-6 0,-4 4 0,2 12 0,-3-6 0,-9 4 0,-11-14 0,-3 2 0,7 13 0,-12 1 0,4-1 0,-7-7 0,2 18 0,-22 35 0,13 37 0,30 5 0,8 9 0,11 10 0,0-1 0</inkml:trace>
  <inkml:trace contextRef="#ctx0" brushRef="#br0" timeOffset="66154">23822 11586 24575,'34'52'0,"0"-1"0,1 0 0,-1 0 0,0 0 0,-2 0 0,0 1 0,0-1 0,0 0 0</inkml:trace>
  <inkml:trace contextRef="#ctx0" brushRef="#br0" timeOffset="66740">24467 10780 24575,'19'-43'0,"-1"-1"0,1 1 0,5-4 0,1 12 0,11 14 0,5 26 0,-24 31 0,-4 22 0,-1 10 0,2-4 0,4-9 0,1 0 0,1 1 0,-3 3 0,0-3 0,0 1 0,-2 3 0,-4 1 0,-9 4 0,-9-8 0,-5 5 0,-6 3 0,-3 1 0,-2-1 0,0-5 0,2-6 0,2-9 0,-1 1 0,-1-10 0,-4 5 0,-4 5 0,-7 10 0,-4 4 0,1-4 0,2-12 0,8-20 0,-17-24 0,0 0 0</inkml:trace>
  <inkml:trace contextRef="#ctx0" brushRef="#br0" timeOffset="131996">2143 13613 24575,'-16'-48'0,"1"-1"0,-13 11 0,-8-13 0,15 56 0,19 24 0,4 13 0,-11 20 0,-2 2-497,8-17 0,1 6 497,-4-3 0,-3 10 0,-2 5 0,2 1 0,3-5 0,3 0 0,2-1 0,1-1 0,-1 1 0,-4 4 0,-1 1 0,0 0 0,2 0 0,5 2 0,2 4 0,-1-9 0,-8-19 0,-14-18 0,15-9 0,-16-78 0,18 27 0,6 1 0,18-2 0,-16 36 0,15 26 0</inkml:trace>
  <inkml:trace contextRef="#ctx0" brushRef="#br0" timeOffset="132649">2027 13567 24575,'16'-44'0,"-1"0"0,0-1 0,21 26 0,10 11 0,3 2 0,4-5 0,6-1 0,-2 6 0,-8 14 0,-1 26 0,-9 16 0,-16 7-1701,-22-8 0,-12 8 1,-8 2-1,-4-1 1,0-7 1700,0-4 0,-2-4 0,-5-3 0,-7-4 0,-10 0 0,-10-2 0,-4-4 0,3-6 0,10-9-535,-3-11 0,7-8 535,1 4 0,12-5-603,28-16 1,49 17 0,21 8 0,-2-4 0,1 0 0</inkml:trace>
  <inkml:trace contextRef="#ctx0" brushRef="#br0" timeOffset="133529">2995 14281 24575,'-38'-35'0,"-1"-1"0,6 18 0,-18-13 0,70 72 0,13 21 0,-26-18 0,1 6-1701,10-4 0,8 9 1,3 2-1,-3-4 1,-8-10 1700,-10-7 0,2-3 90,22 18 1,13 4-1,-7-28-90,-3-53-48,-9-5 0,3-10 1,-5-5 47,-3-13 0,-6-7 0,-1 5 0,1-3 0,-3 0 0,-4 10 0,-1-6 0,-1 5 0,-2 19 0,-3 21 0,0-47 0,0 62 0,30 21 0,-22 25 0,7-11 0,1 1 0</inkml:trace>
  <inkml:trace contextRef="#ctx0" brushRef="#br0" timeOffset="134556">4377 13821 24575,'26'-51'0,"-6"17"0,-18-5 0,-4 1 0,2 13 0,-20 4 0,15 21 0,-16 0 0,21 0 0,0 0 0,-30 0 0,1 0-2262,-9 23 1,-11 13 0,8-2 2261,-2 9-50,12-9 0,-7 9 0,1 3 1,10 0 49,10 3 0,9 1 0,2 2 0,-1 11 0,3 2 0,10-1 0,13-2 0,10-1 0,5-7 0,-3-15 0,4-4 0,4-7 0,11-8 0,5-7 0,-7-5-2236,-9-7 1,-3-2 2235,1 4 0,2-6-997,2-15 1,1-10-1,-7 2 997,9-12 747,-13 8 1,8-8-1,-2-3 1,-11 1-748,-17-18 0,-8-4 0,13 12 0,3-4 0,-7-6 0,-12 9 0,-6-7 0,-5-4 0,-1 0 0,1 3 0,2 6 0,0-12 0,0 7 0,-3-4 26,-3 10 1,-3-6 0,-2 1-1,1 5 1,4 13-27,-12-12 756,-22 81 0,55 2 0,8 6 0,-10 15 1,1 1-1</inkml:trace>
  <inkml:trace contextRef="#ctx0" brushRef="#br0" timeOffset="134856">4562 14074 24575,'38'26'0,"-19"5"0,-7-1 0,-12-20 0,5 28 0,3 16 0,-1-13 0,-2-18 0,9 15 0,7 14 0,3 2 0,-1-13 0,23 2 0,-2 1 0,2-11 0,10-38 0</inkml:trace>
  <inkml:trace contextRef="#ctx0" brushRef="#br0" timeOffset="135765">6543 14074 24575,'65'-4'0,"0"0"0,-1-1 0,1 1 0,0 0 0,0 0 0,-19 4 0,19 5 0,0 0 0,0 0 0,0 0 0,0 0 0</inkml:trace>
  <inkml:trace contextRef="#ctx0" brushRef="#br0" timeOffset="136244">6658 14327 24575,'64'-8'0,"-1"0"0,1 0 0,0 0 0,-1 0 0,1 0 0,0 0 0,-16-6 0,1 0 0,-1 8 0,19 0 0,10 1 0,3 1 0,-4 1 0,-13 0 0,-19 1 0,-28 0 0,-67 2 0,38 0 0,-30 12 0,-6 7 0,-3 19 0</inkml:trace>
  <inkml:trace contextRef="#ctx0" brushRef="#br0" timeOffset="136957">6704 14627 24575,'-25'0'0,"4"-21"0,21 16 0,21-15 0,23 7 0,9 5 0,-13 5 0,4 1 0,1-2 0,9-1 0,5-1 0,-2 2 0,-5 3 0,5 6 0,-4 3 0,0-1 0,12-6 0,1-3 0,-12 8 0,-13 15 0,-21-1 0,-25-15 0,-15 16 0,20-21 0,20 0 0,-15-41 0,16-10 0</inkml:trace>
  <inkml:trace contextRef="#ctx0" brushRef="#br0" timeOffset="142644">9791 14166 24575,'-20'26'0,"15"-6"0,-16-20 0,21 0 0,0-20 0,0 15 0,0-36 0,-20 36 0,15-16 0,-16 21 0,1 0 0,15 0 0,-16-20 0,21 15 0,-20-16 0,15 21 0,-16 0 0,-10 0 0,24-20 0,-24 15 0,31-16 0,0 21 0,0 0 0,31 0 0,-3 0 0,8 0 0,25 0 0,-30-31 0,8 25 0,12 7 0,-3-3 0,-1-14 0,1 1 0,-5 12 0,5 4 0,7 1 0,-2-2 0,9 0 0,4 0 0,0 0 0,-5 0 0,-11 0-595,8 0 0,-1 0 595,3 0 0,18 0 0,-1 0 0,-18 0 0,-36 0 0,-54 0 0,3 0 0,-8 0 0,16 0 0,20 0 0,-20 51 0,14-18 0,-5 20 0,-4 17 0,0-3 0,5-17 0,1-1 0,3-2 595,4 16 0,-1-11-595,-13-21 0,32-51 0,9-14 0,-4-4 0,4 4 0,11 21 0,0 1 0</inkml:trace>
  <inkml:trace contextRef="#ctx0" brushRef="#br0" timeOffset="143325">11519 13567 24575,'-23'-48'0,"0"-1"0,18-10 0,-5 12 0,5 17 0,25 71 0,-18-11 0,-4 7 0,3 16 0,0 14 0,0 1 0,-4-8 0,-7 2 0,0 2 0,7-13 0,3 11 0,0 4 0,1 1 0,-2-7 0,-1-11 0,-9 6 0,1-5 0,8 13 0,3 5 0,0-17 0,-1-20 0,0-62 0,21 23 0,-19-25 0,1-5 0,38 7 0,-29-2 0,1-1 0</inkml:trace>
  <inkml:trace contextRef="#ctx0" brushRef="#br0" timeOffset="144309">11634 13406 24575,'-64'5'0,"13"-10"0,51-21 0,0-35 0,51 51 0,-17-31 0,4 38 0,17 10 0,7 8 0,-3 5 0,-12 2 0,-13 11 0,-8 7 0,6-5 0,15-12 0,10-6 0,-5 2 0,-19 6 0,-22 31 0,-27 1 0,-25-15 0,-15-7-2262,14-15 1,-3-2 0,1 3 2261,7 5 0,0 2 0,-4-6-1286,-22-8 0,-8-9 0,16-3 1286,11-2-786,-9-9 1,14-3 785,39 7-457,41-15 1,-3 18 0,6 4-1,21-2 1,1 0 0</inkml:trace>
  <inkml:trace contextRef="#ctx0" brushRef="#br0" timeOffset="150028">12856 14028 24575,'-50'0'0,"0"0"0,4 0 0,0 0 0,10 0 0,31 0 0,-16 0 0,83 0 0,-47 0 0,31 0 0,22 0 0,-8 0 0,-22 0 0,3 0-1357,12 0 0,14 0 0,5 0 1,-2 0-1,-12 0 1357,10 0 0,-5 0 0,-2 3 0,4 1 0,-20-11 0,-22-24 0,-53-7 0</inkml:trace>
  <inkml:trace contextRef="#ctx0" brushRef="#br0" timeOffset="150655">12740 14420 24575,'-51'15'0,"0"0"0,110-38 0,-31 46 0,13-23 0,21-10 0,8-6 0,0 1 0,-14 5 0,7 7 0,0 1 0,-9-4 0,12-3 0,1-2 0,-6 2 0,-15 3 0,13 1 0,54-16 0,-113 21 0,0 0 0,0-20 0,0-6 0</inkml:trace>
  <inkml:trace contextRef="#ctx0" brushRef="#br0" timeOffset="151412">13547 13821 24575,'-21'-28'0,"1"-1"0,81 32 0,-22-6 0,-2 19 0,15 14 0,5 7 0,-1-1 0,-8-6 0,-4-7 0,-5-3 0,1 6 0,7 9 0,4 8 0,-7 0 0,-17-5 0,-27 23 0,-5-12 0,-23-19 0,-15 1 0,1 0 0,-4 12 0,-2 1 0,6-11 0,-3 0 0,1 1 0,4-1 0,0 1 0,2-4 0,-4 1 0,3-6 0,-15 3 0,14-9 0,8-7 0,27-12 0,-15 0 0,40 0 0,-15-31 0,27 26 0,8 3 0,-8-14 0,0 1 0</inkml:trace>
  <inkml:trace contextRef="#ctx0" brushRef="#br0" timeOffset="152592">15228 13821 24575,'26'-21'0,"-5"-15"0,-42-12 0,16 12 0,-36 15 0,36 21 0,-57 0 0,52 0 0,-30-3 0,-12 6 0,-1 32 0,1 2 0,15-29 0,0 2-2262,-12 27 1,-1 14 0,16-6 2261,24 1-1513,-9 9 1,-6 12 0,7-7 1512,14-21 0,3 1-27,-2 7 1,-2 9-1,5 1 1,8-7 26,17-1 0,11-5 0,0-1 0,-5 6 0,1 0 0,10-12 0,14-19 0,11-12 0,2-5 0,-10 0 0,2 9 0,-4-17 0,-21-20 0,5-18 0,1-10 0,0-6 0,-3 2 0,-5 6 0,-7 15 1694,0 5 0,-5-1-1694,-1-13 0,5-19 0,0-9 0,-4 3 0,-7 12 0,-13 22 6163,-22 15-6163,6-14 0,-1-19 0,-1-8 0,0 6 0,0 17 218,-22 0-218,12 3 0,-3-13 0,-2 4 0,4 19 0,-14 28 0,-8 31-855,19 18 1,27-10 0,6 3-1,-3 4 1,0 1 0</inkml:trace>
  <inkml:trace contextRef="#ctx0" brushRef="#br0" timeOffset="152893">15182 14281 24575,'0'26'0,"0"-6"0,41 3 0,11-5 0,-9-7 0,-6 7 0,5 8 0,-3 1 0,1 5 0,-3 5 0,-6 7 0,0 6 0,1-5 0,12-2 0,-1-2 0,1 5 0,-1 0 0</inkml:trace>
  <inkml:trace contextRef="#ctx0" brushRef="#br0" timeOffset="184181">1728 16262 24575,'-45'0'0,"0"0"0,-8 4 0,14-8 0,34-16 0,-15-36 0,20 22 0,-2 48 0,-1 22 0,-1 19 0,0 13 0,-2 10 0,1 3 0,0 0 0,0-5 0,1-11 0,1-15 0,-1 9 0,1-12 0,-1 11 0,1-7 0,-3 15 0,-1 11 0,0 4 0,0 2 0,0-4 0,2-10 0,3-13 0,2-18 0,3-24 0,16-53 0,3-24 0,-7 31 0,1 0 0,17-14 0,1 0 0</inkml:trace>
  <inkml:trace contextRef="#ctx0" brushRef="#br0" timeOffset="185112">1636 16216 24575,'-50'-35'0,"0"-1"0,80 28 0,6-2 0,-44-27 0,4 2-1405,34 29 1,24 12 0,18 10-1,7 5 1,-1 1 0,-8-2-1,-18-7 660,1-6 0,-6 9 1214,-7 14 1,10 13 0,1 9-1,-6 2 1,-15-5 0,-21-11-470,-43-2 0,-29-11 0,4 9 0,27 11 0,5 9 0,-1-2 0,-11-16 0,-9-22 0,-13-10 0,-1-8 0,6-3 0,17 0 0,6-6 214,-13-7 1,-11-4 0,27 17 0,43 28 0,15 9 0,-3 2 0,1 0 0</inkml:trace>
  <inkml:trace contextRef="#ctx0" brushRef="#br0" timeOffset="185928">2649 17483 24575,'-38'0'0,"38"-51"0,8 38 0,13-18 0,8-12 0,-8 5 0,-10-8 0,8 4 0,3-6 0,-9 5 0,0-2 0,2 5 0,4 7 0,3 2 0,11-21 0,3 7 0,-1 24 0,-14 21 0,-8 41 0,-6 10 0,-1-7 0,3 7 0,4 12 0,5-8 0,11-13 0,-1-5 0,-13 6 0,3-4 0,18-13 0,0-11 0,-11-15 0,1 0 0,-26 21 0,-26 4 0</inkml:trace>
  <inkml:trace contextRef="#ctx0" brushRef="#br0" timeOffset="186803">4308 16723 24575,'-10'-40'0,"0"1"0,-22 6 0,-3 4 0,-1-17 0,-9 29 0,-2 14 0,-1 44 0,17-29 0,0 6-1701,9 18 0,0 17 1,2 6-1,2-2 1,3-11 1700,-3 0 0,3 0 255,2-1 0,0 10 0,1 2 0,2-1 1,6-7-256,10 18 0,9-9 0,1-21 0,4 0 0,-2 8 0,3 5 0,9-12-1464,16-20 1,9-13 0,-3 3 1463,9 17 0,-1-4 0,1-16 0,3-10-979,1-3 0,4-6 1,-19-10 978,-32-15 0,-2-4 713,19 20 0,13 4 0,2-3 0,-9-9-713,-12-22 0,-10-14 0,-3-1 0,2 11-63,12 4 0,-1-2 63,-11 4 0,2-11 0,-3-4 0,-5 1 0,-8 7 0,-15-6 0,-11 5 0,4 0 1428,14 5 1,4-1 0,-9-2-1429,-9 3 0,-8-7 0,-5 0 0,1 10 0,2 17 0,-23 14 0,5-36 0,2 17 0,15 80 0,7 25 0,9-11 0,1 0 0</inkml:trace>
  <inkml:trace contextRef="#ctx0" brushRef="#br0" timeOffset="187062">4423 17069 24575,'26'0'0,"-6"20"-4916,25 16 1,3 5 4170,-28-13 0,3 3 529,17 4 1,12 5-1,2-1 1,-10-5-1,-11-4 1,-2-1 0,8 4-1,0-1 1,0 0-1</inkml:trace>
  <inkml:trace contextRef="#ctx0" brushRef="#br0" timeOffset="188033">6543 16907 24575,'61'-3'0,"1"-1"0,-1 0 0,1 1 0,-1-1 0,1 0 0,-1 1 0,-28-8 0,1 1 0,29 10 0,0 0 0,0 0 0,0 0 0,0 0 0,0 0 0</inkml:trace>
  <inkml:trace contextRef="#ctx0" brushRef="#br0" timeOffset="188389">6658 17276 24575,'8'-42'0,"0"0"0,27-1 0,11 9 0,-7 18 0,7 6 0,3 3 0,12 0 0,4 1 0,-5 4 0,-14 4 0,-12 7 0,-1 2 0,21-8 0,18-4 0,5-1 0,-9 2 0,-22 5 0,-12 16 0,26-17 0,16-6 0,-38 0 0,-69 2 0,21 0 0</inkml:trace>
  <inkml:trace contextRef="#ctx0" brushRef="#br0" timeOffset="188911">6658 17575 24575,'61'7'0,"-1"-1"0,1 1 0,-1-1 0,1 0 0,-1 1 0,0-1 0,1 1 0,2 4 0,-6 2 0,-3-2 0,5-5 0,6-7 0,9-2 0,-2-5 0,-14-4 0,-25-5 0,-38-35 0</inkml:trace>
  <inkml:trace contextRef="#ctx0" brushRef="#br0" timeOffset="193815">10367 16861 24575,'26'-20'0,"-6"15"0,-20-16 0,-20 21 0,15 21 0,-16-16 0,21 15 0,0-20 0,0 0 0,-30 0 0,22 0 0,-23 0 0,-10 0 0,31 0 0,-51 0 0,55 0 0,-14 0 0,20 0 0,0 0 0,-20 0 0,14 0 0,-14 0 0,40 0 0,-14 0 0,26 0 0,17 0-2262,7 0 1,7 0 0,-2 0 2261,-13 0 0,-2 0 0,3 0 0,16 0 0,4 0 0,-8 0-358,-10 0 1,-5 0 357,-9 0 0,0 0 0,17 1 0,5-2 0,-4-4 0,4-4 0,-7 3 0,-11 4 0,-3-1 0,27-4 0,-17-7 0,-48-6 0,0 15 6430,0-16-6430,0 21 1069,0-20-1069,-31-16 0,7 66 0,0 24 0,2-4 0,1 5 0,2 2 0,2-1 0,1 1 0,3 4 0,5 1 0,2 6 0,2-4 0,2-18 0,2-7 0,41-39 0,-31-39 0,14 8 0,11-4 0,-2 4 0,-1 8 0,0 0 0</inkml:trace>
  <inkml:trace contextRef="#ctx0" brushRef="#br0" timeOffset="194655">12994 16055 24575,'-31'-32'0,"0"-1"0,1 1 0,7-7 0,-24 36 0,-16 12 0,19 6 0,29 8 0,-6 9 0,-9 14 0,-2 7 0,2-1 0,9-10 0,10-2 0,5 5-1093,0-3 1,-1 13 0,0 10 0,0 6-1,0 3 1,1 0 0,1-5 0,1-6-1,1-11 596,1 14 1,3-11-1,5 11 603,3-14 0,3 9 0,4 8 1,1 2-1,1 2 0,0-3 1,-1-6-1,-2-8 0,-3-11-106,0 12 0,4-9-341,21 2 0,9 1 0,-17-9 0,-29-1 0,0-41 0</inkml:trace>
  <inkml:trace contextRef="#ctx0" brushRef="#br0" timeOffset="196008">13616 16470 24575,'-40'0'0,"0"0"0,-1 0 0,1 0 0,40 0 0,0 0 0,0 20 0,0 9 0,0 9 0,-1 3 0,1 7 0,0 6 0,1 2 0,1-2 0,1 4 0,1 2 0,0 1 0,0-1 0,-1-4-187,-1 8 0,-2-3 1,1-1-1,1 0 187,3 9 0,1 5 0,0-9 0,-2-22 0,-4-22 0,20-42 0,16-25 0,-7 10 0,1 0 0</inkml:trace>
  <inkml:trace contextRef="#ctx0" brushRef="#br0" timeOffset="196423">13616 16401 24575,'7'-46'0,"-1"0"0,1-1 0,19-1 0,2 10 0,10 14 0,1 37 0,8 19 0,0 10 0,-6-3 0,-6-1 0,-6 1 0,5 4 0,8-4 0,10 4 0,0 1 0,-10 1 0,-20-1 0,-29 17 0,-24 0 0,-8-6-2262,-2-11 1,-8-5 0,-2-2 2261,10-5 0,-2 0 0,-2-3 0,-3-9-819,-6-12 0,-7-9 0,6-4 0,16 3 819,10 2-115,70 0 0,9 0 0,10 0 0,3 0 0,-1 0 0,0 0 0</inkml:trace>
  <inkml:trace contextRef="#ctx0" brushRef="#br0" timeOffset="196942">14975 16977 24575,'-54'-30'0,"1"1"0,9 10 0,18 2 0,47-4 0,-8 21 0,18 0 0,22 0 0,12 0 0,5 0 0,-5 0 0,-11 0 0,-4 0 0,-7 0 0,7 0 0,10 0 0,11 0 0,3 0 0,-7 0 0,-14 0 0,-2-2 0,-25 4 0,-67 19 0,2-8 0,1-1 0</inkml:trace>
  <inkml:trace contextRef="#ctx0" brushRef="#br0" timeOffset="197259">14883 17276 24575,'55'-13'0,"0"0"0,0 1 0,0-1 0,6 0 0,-15 6 0,14-2 0,10 0 0,0-1 0,-5 2 0,-12 0-1639,12-4 1,-10 3-1,-1 8 1,-8-3 0,-13-16-1</inkml:trace>
  <inkml:trace contextRef="#ctx0" brushRef="#br0" timeOffset="197779">15643 16562 24575,'-28'-21'0,"0"1"0,30 10 0,16-11 0,44 26 0,-16 16 0,-12 7 0,4 5 0,6-1 0,6 3 0,-11-6 0,5 6 0,2 2 0,0-2 0,-6-5-192,1-3 0,-3-5 1,1 3 191,16 13 0,1 3 0,-24-7 0,-32-8 0,-25 3 0,-19 10 0,-7 0 0,8-8 0,3-7 0,-2 0 0,2 4 0,-9 8 0,-5 4 0,0-1 0,5-3 0,8-10 0,-8-3 0,8-2 0,-9 22 0,24-10 0,56-38 0</inkml:trace>
  <inkml:trace contextRef="#ctx0" brushRef="#br0" timeOffset="199029">17164 16977 24575,'-49'0'0,"0"0"0,11 0 0,-34 0 0,72 0 0,72 0 0,-54 0 0,32-15 0,13-1 0,-11 12 0,-2 0 0,-10-11 0,4-1-2126,8 8 0,11 3 0,0 1 1,-10 1 2125,-11 0 0,0 1-123,6-3 1,9-1 0,-2 0 0,-12 2 122,3 4 0,-9 21 0,-13 10 0,-40 2 0,-9 8 0,20 2 0,6 6 0,-7-3 0,-27 6 0,4-4 0,37-6 0,0-7 0,-24-15 0,57-20 0,-15 0 0</inkml:trace>
  <inkml:trace contextRef="#ctx0" brushRef="#br0" timeOffset="199676">18776 16562 24575,'-20'-46'0,"15"20"0,-57 6 0,52 20 0,-20 16 0,-13 14 0,4 6 0,9 2 0,4 6 0,2 7 0,3 0 0,0 7 0,1 4 0,5 1 0,5-3-1701,8-5 0,5 1 1,3-1-1,2-2 1,-2-1 1700,-6 6 0,-1-1 0,4-4 0,15-8-527,26-3 1,19-6-1,2-11 1,-12-16 526,-15-22 0,1-15 0,1 9 0,9-3 0,6-4 0,0-4 0,-6-5 0,-10-7 0,-13-8 0,-9-10 0,-6-7 0,-3-2 0,-1 0 0,3 3 0,6 7-654,10 0 0,5 6 0,1 1 0,-3 0 0,-9-6 654,-10-3 0,-5-7 0,-4-3 0,-4 4 0,-2 11 0,-3 16 0,-18-1 0,-21 12 0,-3 2 0,12-7 1279,-12 11 0,7 16-1279,38 63 0,-14-20 0,-3 2 0,9 13 0,1 1 0</inkml:trace>
  <inkml:trace contextRef="#ctx0" brushRef="#br0" timeOffset="199959">18846 16977 24575,'41'37'0,"1"1"0,0-1 0,0 1 0,0-1 0,-1 1 0,-2-10 0,-1 0 0,5 10 0,12 14 0,1 1 0,-10-14 0,-21-26 0,-25-52 0</inkml:trace>
  <inkml:trace contextRef="#ctx0" brushRef="#br0" timeOffset="200577">19698 15894 24575,'63'0'0,"-1"0"0,-20 15 0,-2 9 0,-4 9 0,-7 9 0,-5 10 0,-2 4 0,-2-4-679,2-2 1,-3-1 0,-4 10 678,-9-7 0,-3 11 0,-2 7 0,-2 3 0,-1 0 0,-1-4 0,1-7 0,0-12 218,3 1 1,-1-11-1,-6 10-218,-5-3 0,-5 10 0,-4 7 0,-2 4 0,-3 1 0,0-2 0,1-5 0,2-10 0,3-11 168,-10 9 0,-4-8-168,3-2 0,-9 6 0,-1 2 0,5-5 0,10-10 0,5 8 0,20-15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2T11:29:32.78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24628 3040 24575,'26'-25'0,"-6"4"0,-61 1 0,31 15 0,-24-16 0,-4 1 0,10 15 0,-28-16 0,23 30 0,-1 3 0,-27-7 0,12 36 0,12-31 0,3 5 0,17 33 0,3 2 0,-32-12 0,34 0 0,6 13 0,4 6 0,1 2 0,2 0 0,4 4 0,0 2 0,1-1 0,-2-6 0,-2-5 0,-2-5 0,1 1 0,1 4 0,2 13 0,1 11 0,0-2 0,-1-12 0,-2-27 0,-2-26 0,0 52 0,-9-23 0,-2-2 0,6 2 0,-15-3 0,-9 6 0,6-8 0,10-3 0,-14-7 0,3-2 0,24-1 0,0-21 0,0 0 0,31 0 0,18 0 0,12-21 0,-29 18 0,3 1 0,13-9 0,1 2 0,-9 7 0,-1 4 0,2-2 0,0 0 0,0 0 0,-10 0 0,-24 0 0,-20 20 0,-15 11 0,-16 1 0,-1 0 0</inkml:trace>
  <inkml:trace contextRef="#ctx0" brushRef="#br0" timeOffset="56884">24628 11586 24575,'26'-25'0,"-6"4"0,-20 21 0,0 0 0,-20 0 0,-6 0 0,-30 0 0,7 0 0,-14 8 0,-2 5 0,33-1 0,0 1 0,-18-2 0,3 4 0,6 26 0,36-36 0,-16 36 0,21-36 0,0 16 0,0-21 0,0 30 0,0-22 0,0 43 0,0-46 0,1 41 0,-2 21 0,-4-10 0,-4 4 0,3-3 0,4-14 0,2-3 0,-3 5 0,-6 16 0,-3 10 0,0-5 0,4-22 0,3-22 0,-20 30 0,-1 6 0,18-2 0,-18-30 0,1-1 0,20 31 0,-16-16 0,21-16 0,0 1 0,0-6 0,21-20 0,-16 0 0,15 0 0,11-20 0,-23 15 0,43-16 0,-46 21 0,56 0 0,-50 0 0,26 0 0,17 0 0,-12 0 0,-19 0-2262,19 0 1,12 0 0,-17 0 2261,-27 0-232,26 0 0,0 0 232,-29 0 0,-27 0 0,-44 0 0</inkml:trace>
  <inkml:trace contextRef="#ctx0" brushRef="#br0" timeOffset="60489">23707 4215 24575,'-53'-14'0,"0"1"0,0-1 0,17 7 0,-2 4 0,-10 2 0,-12 2 0,-6 4 0,-1 7 0,6 12 0,15 6 0,1 8 0,2 7 0,0 5 0,1 5 0,-1 2 0,0 0 0,0 0-820,6-11 1,1 3 0,-1 1 0,0 3 0,0 0-1,-1 1 1,1 1 0,0-1 0,0 0 0,1 0 0,0-2-1,0-2 671,-2 4 0,-1-2 0,1-2 0,0 0 0,0 0 0,1 0 0,1 1 0,0 2 0,1 2 0,2 3 149,4-5 0,1 2 0,-1 3 0,2 1 0,0 2 0,1 0 0,0 0 0,1 1 0,1-2 0,1 0 0,2-2 0,0-2 0,2-3 114,-4 10 0,4-4 0,1-3 1,2-1-1,0 1 0,0 1 0,0 5 1,-1 4-115,3-15 0,0 3 0,0 2 0,-1 2 0,0 1 0,0 1 0,0 2 0,0 0 0,0 2 0,1-1 0,1 1 0,0 0 0,1 0 0,1 0 0,1-1-127,1 0 0,1 1 0,1 1 0,1 1 0,0 0 1,1 1-1,0 0 0,1 0 0,0-1 0,0 0 1,1 0-1,-1-2 0,1 0 0,-1-2 0,1-2 1,-1-1 126,-2 8 0,1-2 0,0-1 0,-1-2 0,1-1 0,0 0 0,1-2 0,0 1 0,1-1 0,1 1 0,1 0-47,0 4 1,1 1-1,2 0 1,-1 0-1,2 0 1,0-2-1,0-1 1,2-2-1,-1-3 1,1-4 46,2 7 0,0-5 0,1-2 0,1-2 0,1 1 0,0 2 0,1 1 0,0 1 0,1 1 0,1 1 0,0 0 0,1 0 0,2 0 0,1 3 0,0 2 0,2 0 0,0 0 0,3-1 0,1-1 0,3-2 536,2-2 0,2 0 0,2-1 1,1-2-1,3-2 0,3-4 1,1-3-537,3-7 0,3-3 0,3-2 0,1-3 0,0-2 0,-2-1 0,-3-1 0,9 7 0,-3-3 0,1-2 0,6 2 0,-8-6 0,7 3 0,4 1 0,-1-1 0,-1-3 0,-5-5 0,-9-5 0,20-5 0,-4-5 523,3 13 1,3 4 0,-12-8-524,-3-13 0,-11 0 0,-31 0 1598,51 0 0,-117 21 0,0 4 0</inkml:trace>
  <inkml:trace contextRef="#ctx0" brushRef="#br0" timeOffset="61404">23154 11794 24575,'-10'-50'0,"-1"0"0,6 4 0,-15-16 0,20 62 0,20 21 0,0 12 0,7 17 0,3 9 0,1 0 0,-1-9 0,1-10 0,1-4 0,-1 0 0,1 5 0,-1 10 0,0 6 0,0 2 0,-1-5 0,-2-11 0,15 6 0,-14-27 0,-29-42 0,0 15 0,0-16 0,0 42 0,-21-16 0,16 36 0,-46-36 0,23 36 0,-29-36-1357,22 17 0,-9 13 0,-3 6 1,2-3-1,6-10 1357,-4-10 0,-1 0-169,1 11 1,-9 13 0,-1 1 0,5-9 0,14-18 168,3-32 0,-10 32 0,54-46 0,15-12 0,-2 10 0,-1 0 0</inkml:trace>
  <inkml:trace contextRef="#ctx0" brushRef="#br0" timeOffset="63903">11727 10527 24575,'0'25'0,"37"-11"0,18-7 0,0-6 0,5-2-1607,-11 3 0,3 0 1,3-6 1606,3-10 0,5-6 0,-2-2 0,-7 6 0,-2 9 0,1-4 0,-9-9 0,9-9 0,3-5 0,2-2 0,-3 1 0,-7 5 0,10-4 0,-6 4 0,5-6-941,-10 5 0,6-4 0,3-3 0,-1 0 1,-3 1-1,-5 4 941,-4 0 0,-4 3 0,-1 1 0,3-2 0,0 2 0,2-1 0,1 0 0,0-1 0,-1 0-13,6-8 0,-1 1 1,0-2-1,4-2 13,-6 7 0,3-1 0,1-2 0,1 0 0,-3 0 0,-3 0-480,-3-1 0,-4 0 0,-2 0 0,2-1 0,3 0 480,5 0 0,5-1 0,1-2 0,-1 2 0,-6 3 0,-9 3 0,0-12 0,-3 0 0,6 8 0,10-5 0,4-2 0,-3 3 0,-10 5 0,0-7 0,-1 0 0,-6 11 0,6-5 0,4-3 0,1-1 0,-4 2 0,-6 5 0,1-5 0,-5 3 0,5-4 0,1 5 0,5-5 0,4-2 0,2-2 0,-2 1 0,-3 1-48,0-3 1,-3 2 0,0-1 0,2-2-1,5-4 48,-9 13 0,2-3 0,3-2 0,1-1 0,2-1 0,0-1 0,0 0 0,-1 0 0,-2 1 0,-1 1 0,-3 0 0,-1 1 0,-1 0 0,-2 0 0,1 0 0,0-1 0,2-1 0,1-1 0,2-1 0,-3 4 0,3-1 0,2-3 0,2 0 0,1-1 0,0-1 0,0 0 0,-1 1 0,-1 0 0,-2 2 0,-1 1 0,-4 3 0,-3 2 0,9-15 0,-6 3 0,-3 3 0,0 1 0,0 0 0,5-1 48,2 1 0,4-1 0,1 1 0,1-1 0,-1 1 0,-2 2 0,-4 0-48,0-3 0,-4 2 0,-2 1 0,4-2 0,6-2-92,-6 12 1,4-3 0,4 0 0,3-2-1,1 0 1,0 0 0,0 0 0,-2 0 0,-4 2-1,-3 2 92,5-11 0,-5 3 0,-3 1 0,0-1 0,3 1 0,4-1-158,-2 7 0,6-3 0,4-1 0,1 0 1,0 1-1,-3 2 0,-5 3 0,-7 5 1,-9 4 157,-1-10 0,-3 3 465,15 4 0,9-1 1,5-3-1,-2-5-465,-13 4 0,1-4 0,0-4 0,0 1 0,0 2 0,-1 4 0,9-2 0,-2 5 0,2-1 0,5-5 0,-13 6 0,3-4 0,1-3 0,2-1 0,2-1 0,1 0 0,2 1 0,1 3-167,-2 6 1,2 0-1,3 1 1,1 1 0,1 0-1,0 0 1,0 1 0,-2 1-1,-2 0 1,-2 0 166,6-4 0,-4 1 0,-2 1 0,0 0 0,1 0 0,1 0 0,4-1 251,-7 4 1,5-3 0,2-2 0,2 0 0,1 0 0,-3 2 0,-2 4 0,-5 4 0,-6 6 0,-7 6-252,20 9 0,-11 8 1186,-4-4 0,-2 0-1186,-7 0 0,3 0 376,8 4 0,6 3 0,4 3-376,-6 0 0,4 2 0,2 2 0,-2 1 0,-4 0 1906,7 5 0,-3 2 1,5 3-1907,-10-4 0,6 4 0,2 1 0,1 1 0,-1 0 0,-4-2 93,-2-1 1,-1 0 0,-2-1-1,-1 2 1,0 2-94,1 5 0,-2 4 0,0 1 0,1-2 0,1-4 0,4-6 0,3-3 0,-1-1 0,-4-1 0,-10 2 0,1 19 0,-12-5 0,-6-15 2747,10-21-2747,-3 20 0,8-15 0,5 16-1131,-36-1 0,-3 15 1,-4 7-1,-11 13 0,0 0 1</inkml:trace>
  <inkml:trace contextRef="#ctx0" brushRef="#br0" timeOffset="64836">23453 2787 24575,'-47'0'0,"0"0"0,0 0 0,27-62 0,25 92 0,13 7 0,39-43 0,-1 2 0,-52 53 0,-3 12 0,32-23 0,5 1 0,-18 4 0,-5 7 0,4 0 0,14 4 0,4 0 0,-4-1 0,-14-6 0,-3-1 0,0-3 0,25 49 0,-41-92 0,0 0 0,-21 0 0,-16 0 0,-13 0 0,-1 0 0,5-1 0,-1-1 0,-6 5 0,-10 6 0,-15 4 0,1 4 0,16 0 0,30-1 0,34 2 0,3 17 0,1 1 0</inkml:trace>
  <inkml:trace contextRef="#ctx0" brushRef="#br0" timeOffset="91291">28844 12231 24575,'-48'0'0,"-1"0"0,11 0 0,-3 3 0,10-6 0,31-17 0,0 15 0,0-16 0,20-20 0,6 31 0,-10-21 0,-6 1 0,-10 24 0,-26-14 0,0 61 0,6 10 0,20 0 0,-2 4 0,4 3 0,8-13 0,0 0 0,-7 10 0,0 0 0,8-13 0,-2-8 0,-9-13 0,0-21 0,0 20 0,0-15 0,0 16 0,-20-21-1357,32-21 0,27-18 0,12-11 1,3-1-1,-11 7 1357,-2-4 0,-4 3 0,8-5-649,-9 13 1,6-2 0,3-3 0,2 0 0,1-2 0,-1 1 0,-2 1 648,-3 1 0,-1 2 0,0 0 0,0-1 0,1-2 0,2-2 0,2-3-138,-7 5 0,2-3 0,2-3 0,2-2 0,1-1 0,0-1 0,0-1 0,-1 2 0,-1 1 0,-1 1 0,-2 4 0,-3 2 138,6-4 0,-3 3 0,-2 3 0,0 1 0,-1-1 0,1-1 0,2-5-2485,349-424 2485,-390 471 0,20 0 2485,-15 0-2485,46 0 0,11 0 0,-19 0 743,26-13 0,-20 6 1,-64 22-1,-16-10 1</inkml:trace>
  <inkml:trace contextRef="#ctx0" brushRef="#br0" timeOffset="120565">3202 14028 24575,'0'-50'0,"0"0"0,0 4 0,0-15 0,0 61 0,0 0 0,-20 61 0,15-45 0,-16 45 0,21-61 0,0-113 0,0 65 0,-13-20 0,-4 18 0,9 50 0,-23 5 0,68 30 0,18 2 0,-32-24 0,9 14 0,-12-3 0,-31-24 0,-50 0 0,25 0 0,0 9 0,3 2 0,12-6 0,6 16 0</inkml:trace>
  <inkml:trace contextRef="#ctx0" brushRef="#br0" timeOffset="121335">4677 13061 24575,'20'-57'0,"-17"23"0,-1-1 0,19-26 0,-53 47 0,-22 8 0,7 0 0,-7-9-2126,4 28 0,-14 14 0,-1 3 1,14-8 2125,18-14 0,2 2-705,-9 17 1,-5 13-1,-1-1 1,8-12 704,-21-12 0,28 38 0,26 7 0,45-31 0,27-9 0,0 5 0,-18 7 0,0 5 0,1 0 0,2-5-603,1-9 0,4-5 1,-3-1-1,-6 5 603,1 5 0,-7 4 0,-20 3 760,-33 3 0,-19 3 0,-1 1-760,7-2 0,0-1 0,-7 5 0,-1-5 0,-6 4 0,-3 2 0,-2 0 0,2-4 0,5-5 0,-5 6 0,3-5 0,0-13 638,-22-16 1,22-14 0,72-21 0,0-10 0,0 1 0,0-1-1</inkml:trace>
  <inkml:trace contextRef="#ctx0" brushRef="#br0" timeOffset="121737">5230 13014 24575,'-26'-17'0,"26"-17"0,0 51 0,0 26 0,0 19 0,1 11 0,-1 2 0,2-6 0,0-14 0,5 9 0,1-9 0,-2 8-558,-3-3 0,-1 10 0,-1 5 1,-1-3-1,-2-9 0,-2-14 1,-4-5-1,-5-14 0,-12-4 0</inkml:trace>
  <inkml:trace contextRef="#ctx0" brushRef="#br0" timeOffset="121905">5138 13821 24575,'-29'-57'0,"1"1"0,0 0 0,4 27 0,12 1-2458,37-12 0,27-9 1,9 4-1,-9 16 1713,-8 22 0,4 9 935,-2-6 1,10-1 0,4 0 0,-5 1 0,-11 1 0,-5 3 0,-4 0 0,16 0 0,1 0-1</inkml:trace>
  <inkml:trace contextRef="#ctx0" brushRef="#br0" timeOffset="122485">5944 13821 24575,'46'20'0,"-8"14"0,1 9 0,-11-6 0,0-1 0,0 1 0</inkml:trace>
  <inkml:trace contextRef="#ctx0" brushRef="#br0" timeOffset="122781">6290 14028 24575,'0'-57'0,"0"0"0,0 0 0,20 44 0,-20-52 0,5 9 0,38 88 0,6 8 0,-10-55 0,9 12 0,1 1 0</inkml:trace>
  <inkml:trace contextRef="#ctx0" brushRef="#br0" timeOffset="123903">6451 13659 24575,'0'-46'0,"0"0"0,-21-10 0,-35 28 0,23-3 0,-9 35 0,-12 15 0,6 9 0,16 15 0,7 10 0,-2-3-555,-9-8 0,-2-2 1,4 4 554,7 14 0,5 6 0,10-12 403,12-4-403,41-17 0,-10-31-2123,10-24 1,10-14 0,-5 8 2122,-14 20 0,0-3 0,10-26 0,9-19 0,-9 3 0,-29 23 0,-51 29 0,54-33 0,1 5 0,-51 61 0,-3 17 0,37-13 281,-5 11 0,0 11 1,15-14-282,31-25 0,10-11 0,-15 8 0,2-8 0,14-35 0,0-1 0,0 0 0</inkml:trace>
  <inkml:trace contextRef="#ctx0" brushRef="#br0" timeOffset="124408">6750 13959 24575,'16'31'0,"1"-74"0,7-19 0,2 38 0,1-1 0,-6-12 0,-2-8 0,-7 2 0,-15-10 0,6 14 0,58 28 0,-15-9 0,-7 27 0,8 11 0,-2 3 0,8 15 0,1 0 0</inkml:trace>
  <inkml:trace contextRef="#ctx0" brushRef="#br0" timeOffset="124651">7464 12899 24575,'-25'11'0,"4"-6"0,14 23 0,6 23 0,4 16 0,3 9 0,1 1 0,0-6 0,-1-14 0,2 7 0,0-9 0,1 8 0,-2-7 0,-1 14 0,1 6 0,0-2 0,0-10 0,-1-19 0,1-26 0,-2-21 0,-10-57 0</inkml:trace>
  <inkml:trace contextRef="#ctx0" brushRef="#br0" timeOffset="124784">7464 13659 24575,'29'-49'0,"0"-1"0,0 1 0,-1-1 0,1 0 0,3-3 0,0 1 0,2 6 0,4 15 0,10 20 0,4 14 0,-1 5 0,10 12 0,0-1 0</inkml:trace>
  <inkml:trace contextRef="#ctx0" brushRef="#br0" timeOffset="126318">9192 13521 24575,'-25'-59'0,"4"24"0,21-6 0,0 35 0,0-14 0,-13 54 0,-10 42 0,8-2-2835,15-21 1,5-1 0,-2 2 2834,-7-1 0,-4 3 0,3-1 0,6-7 0,17 22 0,13-27-208,8-51 1,-1-15 207,-7-5 0,-2-21 0,5-16 0,-5 10 0,4 1 0,-15 2 0,1-10 0,0 23 0,2 34-745,-18 35 1,-6 11 744,3 3 0,20 11 0,14 9 0,4-24 0,3-43 0,2-20 0,-5-9 0,-1-11 0,-4 0 0,3-6 0,-11-4 232,-18-10 0,-8-6 1,-5 37-1,-3 66 0,-2 24 1,-2 0-1,0-1 1</inkml:trace>
  <inkml:trace contextRef="#ctx0" brushRef="#br0" timeOffset="126600">10160 13613 24575,'-10'-48'0,"0"-1"0,21 94 0,8 41 0,-14-30 0,-15-51 0,10 29 0,11 28 0,5 11 0,3-5 0,-3-23 0,9-12 0,1-54 0,-16-23 0,0-1 0</inkml:trace>
  <inkml:trace contextRef="#ctx0" brushRef="#br0" timeOffset="126800">10298 13268 24575,'-33'-50'0,"0"0"0,2 4 0,4 11 0,13 9 0,34 26 0,6 20 0,20 26 0,-23-10 0,0 0 0</inkml:trace>
  <inkml:trace contextRef="#ctx0" brushRef="#br0" timeOffset="127581">10713 12807 24575,'46'26'0,"0"0"0,0 0 0,0 1 0,0-1 0,12 16 0,2 7 0,-8-11 0,-17-29 0,-25-41 0,-14-22 0,3 7 0,22-12 0,-18 17 0,-6 2 0,-18-1 0,16 41 0,-15 0 0,20 0 0,0 0 0,0-31 0,0 24 0,-13 28 0,-5 19 0,-1 18 0,0-1 0</inkml:trace>
  <inkml:trace contextRef="#ctx0" brushRef="#br0" timeOffset="128084">11012 12646 24575,'-20'-46'0,"15"20"0,-36 6 0,36 40 0,-6 14 0,1 9 0,8 1 0,3 7 0,0 5-1701,-1 2 0,0 9 1,0 2-1,0 0 1,0-7 1700,0-7 0,0-5 0,0 0 0,0 5-470,0-2 0,0 7 1,0 2-1,0-3 1,0-6-1,0-12 470,0 23 0,0-20 0,0-17 0,0-32 0,0 5 0,0 5 0,21 16 0,4-21 0</inkml:trace>
  <inkml:trace contextRef="#ctx0" brushRef="#br0" timeOffset="128431">10874 13268 24575,'-15'-30'0,"-1"1"0,9-7 0,-24 16 0,31 20 0,143 0 0,-86 0 0,-14-1 0,15 0 0,4-1 0,-5-4 0,-16-5 0,-15-10 0,-4-4 0,16 1 0,0 0 0,-1 0 0</inkml:trace>
  <inkml:trace contextRef="#ctx0" brushRef="#br0" timeOffset="128838">11427 12761 24575,'-25'-59'0,"4"95"0,21-38 0,0 32 0,0 32-1639,0-15 1,0 11-1,0 7 1,0 0 0,0-6-1,0-10 894,0 3 0,0 1 745,1-4 0,2 15 0,0 7 0,0 2 0,0-7 0,1-13 0,0-20 2818,1-15-2818,36-38 0,-28-12 0,-1-11-705,5 1 1,4-7-1,0-2 1,-3 6 704,-2-8 0,1 4-1017,22 1 1,-6 6 1016,-28 12 1110,16 57 0,-1 17-1110,-15-5 0,8 0 0,6 14 0,2 0 0,-2-9 0,-4-7 0,3-5 0,18 25 0,5-16 0,5-47 0</inkml:trace>
  <inkml:trace contextRef="#ctx0" brushRef="#br0" timeOffset="130034">12856 12807 24575,'-16'-38'0,"1"-1"0,-13 6 0,-8-18 0,27 74 0,3 31 0,3 16 0,2 1 0,-1-13 0,1-7 0,2-5 0,-1 8-1215,0-1 0,0 11 0,0 5 1,0 2-1,0-2 0,0-6 1,0-11 1214,0-2 0,0-8 0,0 4 268,-2 11 1,-2 9 0,3-9 0,8-27-269,14-35 0,-16-36 0,10-10 0,5-14 0,-4 4 0,-14 1 0,4 0 0,13 7 0,8-7 0,6 6 0,0 16 0,11 23 0,5 7 0,-4-14 0,3-4 0,-1 12 2155,1 22 0,-2 10 0,-7 5-2155,-9 7 0,-6 2 0,8-9 0,-13 0 481,-37-3 1,-15 1-482,-11 18 0,-6-2 0,-2-19 0,1 3 0,11 22 0,2 12 0,6-10 0,-4-7 0,29 1 0,14-1 0,27-11 0,9-13 0,16-29 0,7 24 0,-4-3 0,-29-26 0,18 20 0,-51 20 0,0 6 0</inkml:trace>
  <inkml:trace contextRef="#ctx0" brushRef="#br0" timeOffset="130488">13662 13521 24575,'-13'-32'0,"0"0"0,-7 2 0,17 65 0,6 27 0,-5-4 0,1 6 0,4-10 0,6-21 0,2-2 0,0 40 0,4-24-2126,4-74 0,6-39 0,2-10 1,-1 20 2125,4 26 0,-1-2-564,-8-11 1,0-15-1,0-4 1,-3 5-1,-2 16 564,10-2 0,-6 22 0,-20 52 0,-11 30 0,2-2 0,5 3 0,3 2 0,-2-11 0,1 6 0,1-3 0,7-14 0,19-4 0,11-16 0,5-13 0,1-35 0,1 1 0</inkml:trace>
  <inkml:trace contextRef="#ctx0" brushRef="#br0" timeOffset="130852">14307 13452 8191,'-10'-43'0,"-1"-1"0,-7 78 0,-6 31 0,0-26 5063,-12-57-5063,16 53 0,2 32 0,3 5 0,7-20 0,8-19 0,17-3 0,7-4 0,6-5-719,1-40 1,5-20 0,-5 5 718,2-10 538,-15 3 1,3-13 0,-8 0 0,-14 14-539,-33 17 0,-4 2 0,30-30 0,-2 10 0,-30 44 0,9 14 0,51 9 0,6 20 0</inkml:trace>
  <inkml:trace contextRef="#ctx0" brushRef="#br0" timeOffset="131331">14514 13406 24575,'-51'21'0,"27"12"0,7 10 0,5 27 0,24-9 0,32-47 0,17-13 0,-12 7 0,-30 22 0,0-6 0,22-34 0,15-22 0,-3-8 0,-19 4 0,-26-25 0,21 17 0,-7 18 0,-44 46 0,-2 17 0,50 7 0,7 6 0,-36-6 0,-9 3 0,9-2 0,20 4 0,11-2 0,4-25 0,1-37 0,5-25 0,-1-9 0,-7 4 0,-2-11 0,-7-3 0,3 0 0,-1-5 0,-19 11 0,-42 19 0,-1 1 0</inkml:trace>
  <inkml:trace contextRef="#ctx0" brushRef="#br0" timeOffset="132105">15689 13567 24575,'-20'-5'0,"15"-10"0,-2 42 0,-2 30 0,4-8 0,5 0-3277,0-4 0,0 7 0,0-11 1787,0-16 4308,41-45-2818,-20-28 0,-3-19 0,5 8 0,13 18 0,2 0 0,-17-9 0,-1-12 0,-2 5 0,0 21 0,7 26 1719,16 10-1719,-21 43 0,-4 27 0,4-9 0,16-19 0,3-2 0,-5 15 0,0-1 0,0 1 0</inkml:trace>
  <inkml:trace contextRef="#ctx0" brushRef="#br0" timeOffset="132892">17624 13867 24575,'4'-61'0,"-1"0"0,1 0 0,-1 0 0,1 0 0,-1 0 0,0 0 0,1 0 0,-1 0 0,1 0 0,-1 0 0,0 0 0,16 5 0,2 13 0,2 0 0,-4-12 0,-9 3 0,-4-14 0,-2-9 0,-2-7 0,0-2 0,1 1 0,1 5 0,2 9 0,4 12 0,4 17 0,5 19 0,17 26 0,10 27 0,2 13 0,-3 1 0,-10-10 0,-4-7 0,-9 4 0,-2 17 0,-2 16 0,-9 2 0,-15-12 0,-32-19 0,0-1 0,-1 1 0</inkml:trace>
  <inkml:trace contextRef="#ctx0" brushRef="#br0" timeOffset="133155">17256 13406 24575,'31'-34'0,"-1"0"0,1 0 0,-11 4 0,4 6-1093,31 6 1,16 10 0,-8 13 0,-14 25-1,-3 10 1,6-5 0,0 1 0,0 0-1</inkml:trace>
  <inkml:trace contextRef="#ctx0" brushRef="#br0" timeOffset="133834">18477 13567 24575,'-33'55'0,"1"-1"0,-1 1 0,0-1 0,-12 1 0,-1-5 0,30-22 0,46-30 0,24-19 0,-8-7 0,-19-9 0,-8-8 0,2 4 0,15 0 0,-5 3 0,-11-39 0,-20 77 0,0 5 0,-20 56 0,14 1 0,-4-25 0,0 0 0,10 19 0,30-41 0,12-9 0,2-6 0,1 0 0</inkml:trace>
  <inkml:trace contextRef="#ctx0" brushRef="#br0" timeOffset="134236">19099 13567 24575,'0'-57'0,"0"-1"0,-14 2 0,-3 20 0,10 36 0,-33 25 0,-18 21 0,12-4 0,18 6-363,-8-11 0,-10 4 0,15-1 363,30-2 0,2-4 0,-21-1 0,15 23 357,36-15-357,11-35 0,10-7 0,10 13 0,-1-3 0,-11-16 0,-5-7 0,6-11 0</inkml:trace>
  <inkml:trace contextRef="#ctx0" brushRef="#br0" timeOffset="134558">19606 12807 24575,'-57'21'0,"46"20"0,10 22 0,7 13 0,0 0 0,-3-10 0,-4-11 0,-1-4 0,1 0 0,2 5 0,2 1 0,2 8 0,0 2 0,1-1 0,2-6 0,1-9 0,19 23 0,-15-31 0,-28-43 0,10-25 0</inkml:trace>
  <inkml:trace contextRef="#ctx0" brushRef="#br0" timeOffset="134783">19491 13521 24575,'5'-53'0,"0"-1"0,0 0 0,25 5 0,14 8 0,5 10 0,8 4 0,-2 14 0,12 21 0,-11 14 0,-15 17 0</inkml:trace>
  <inkml:trace contextRef="#ctx0" brushRef="#br0" timeOffset="135387">20251 13406 24575,'-3'54'0,"-1"1"0,1-1 0,0 1 0,5-3 0,2-2 0,-12-6 0,-20-7 0,-9-4 0,4-11 0,3-12 0,-14 19 0,-5 3 0,17-19 0,0 0 0</inkml:trace>
  <inkml:trace contextRef="#ctx0" brushRef="#br0" timeOffset="136536">18477 13613 24575,'20'-25'0,"-14"4"0,14 21 0,-40 0 0,14-20 0,-35-16 0,36 8 0,-24-1 0,-3 7 0,22 17 0,-36-7 0,-1 3 0,35 9 0,-32 23 0,-4 5 0,17-15 0,-9 29 0,3 8 0,9 1 0,7-11 0,11 2 0,24-4 0,13 0 0,4-4 0,21 2 0,6-5 0,-21-5 0,1 0 0,2-12 0,15-19 0,2-14 0,-31 3 0,-56 0 0,12-15 0,0 1 0</inkml:trace>
  <inkml:trace contextRef="#ctx0" brushRef="#br0" timeOffset="138707">3156 15341 24575,'46'-20'0,"-20"-6"0,-6 0 0,-20 6 0,0 20 0,-20 0 0,-6 0 0,1 20 0,4 6 0,42 0 0,4-47 0,1 11 0,-26-31 0,-5 82 0,5 10 0,5 0 0,56-51 0,-50-10 0,15-31 0,-11 0 0,-36 31 0,16-31 0,-15 41 0,40 0 0,6 0 0</inkml:trace>
  <inkml:trace contextRef="#ctx0" brushRef="#br0" timeOffset="139903">4469 14926 24575,'0'-46'0,"-1"14"0,2-2 0,9-8 0,1 2 0,-6-14 0,16 3 0,-21 102 0,0-2 0,0 14 0,0 4 0,0-8 0,0-10 0,0-3 0,0 8 0,-1-1 0,0 12 0,-1 6 0,1 2 0,1-4 0,1-8 0,3-13 0,5 0 0,2-4 0,-2 23 0,2 8 0,5-33 0,12-47-2126,3-15 0,-31 20 0,0 0 1</inkml:trace>
  <inkml:trace contextRef="#ctx0" brushRef="#br0" timeOffset="141123">5437 14926 24575,'0'-46'0,"0"0"0,0 0 0,0-2 0,0-8 0,0 19 0,0 73 0,0 13-2835,-5 2 1,-4 12 0,3-8 2834,3-19 0,0 2 0,-1 12 0,-2 14 0,0 5 0,2-3 0,4-13-621,10 0 0,0-4 621,-9 16 0,-3 4 0,9-29 0,13-40 0,-37-34 0,-17-13 0,9 6 0,-4 2 0,-19-8 0,-6 17 2659,1 41 0,3 19-2659,10 10 0,6 7 0,3 2 0,6 2 2213,9-2 1,11-1-2214,20 5 0,11-8 0,1-24 0,8-4 0,13 11 0,9 2 0,4-16 0,-5-24 0,5-14 0,-1-6 0,-4 2 0,4 1 0,-4-1 0,0-2 0,3-2 0,-1-2 0,-17-7 0,-24-4 0,-11-4 0,-8 10 0,-19 0 0,20-8 0,-3-3 0,-16 14 0,-1 16 0,16 22 0,-56-4 0,50 58-2262,-16-12 1,-10 5 0,9-4 2261,19-11 0,5 1-727,0 21 1,1 8-1,10-15 727,27-16 0,2-7 0,8 2 0,-7-10 0,-1-13-477,11-10 0,12-6 0,-11-3 0,-5-20 1,-3 9-1,-1-1 0,0 0 0</inkml:trace>
  <inkml:trace contextRef="#ctx0" brushRef="#br0" timeOffset="141542">6290 15433 24575,'-34'46'0,"1"0"0,2-23 0,10 27 0,4 16 0,14-18 0,24-30 0,10-39 0,4-19 0,-5 3 0,0-6 0,-3-3 0,-2-15 0,-3-5 0,6 17 0,9 20 0,-3 22 0,-19 32 0,-4 16 0,7 3 0,3 5 0,-4-1 0,-2 12 0,-2-2 0,3-8 0,-1 0 0</inkml:trace>
  <inkml:trace contextRef="#ctx0" brushRef="#br0" timeOffset="142322">7165 14880 24575,'-10'-33'0,"0"0"0,4 2 0,-4 59 0,0 16 0,10 4-1405,1-8 1,2 14 0,0 11-1,1 3 1,0 0 0,-1-7-1,-1-12 660,0 13 0,2-1 745,2-11 0,5 11 0,1 5 0,1-2 0,-2-9 0,-3-16 2818,2 2-2818,21-13 0,0-15 0,-26-42 0,-5-14 0,10-2 0,0 1 0</inkml:trace>
  <inkml:trace contextRef="#ctx0" brushRef="#br0" timeOffset="142567">7004 15502 24575,'-36'-39'0,"0"-1"0,11 9 0,4 1 0,0-17 0,52 23 0,20 7 0,4 15 0,9 10 0,2 2 0,-13-1 0,1 3 0,1 1 0,-2-1 0,13-2 0,-2 0 0,-7 6 0,-11 14 0,0 1 0</inkml:trace>
  <inkml:trace contextRef="#ctx0" brushRef="#br0" timeOffset="143149">7718 15433 24575,'10'48'0,"0"0"0,1 0 0,-1 0 0,18-12 0,5-3 0,2 18 0,0 1 0,0-1 0</inkml:trace>
  <inkml:trace contextRef="#ctx0" brushRef="#br0" timeOffset="143400">8225 15756 24575,'30'-55'0,"0"1"0,0 0 0,0-1 0,0 1 0,0-1 0,0 1 0,0 0 0,-1-1 0,0 1 0,0 0 0,0 0 0,0 0 0,0 0 0</inkml:trace>
  <inkml:trace contextRef="#ctx0" brushRef="#br0" timeOffset="144601">8478 15687 24575,'-25'58'0,"4"-42"0,21-1 0,0-62 0,0-18 0,0 41 0,-1-24 0,1-20 0,1 0 0,4 11 0,3 0 0,0-5-1967,-3 7 1,0-6 0,0-1 0,0 1 0,0 5 1593,0 5 1,0 2-1,1 2 1,4 0 69,5-6 1,5-3 0,0 8 0,-4 20 302,-3 23 422,34-15 0,-2-1-422,-34 16 0,25 12 0,10 7 0,-4-2 0,-3 6 871,-8 21 0,-3-1 1,24-10-1,-78 3 0</inkml:trace>
  <inkml:trace contextRef="#ctx0" brushRef="#br0" timeOffset="144958">8478 15295 24575,'-46'20'0,"41"-14"0,10 14 0,48-16 0,12-8 0,-22 4 0,8-4 0,9 1 0,-17 10 0,-28 34 0,16-15 0,0-1 0</inkml:trace>
  <inkml:trace contextRef="#ctx0" brushRef="#br0" timeOffset="145448">8824 15502 24575,'25'44'0,"1"-1"0,-1-8 0,4-3 0,10 12 0,4-19 0,-9-46 0,1-24 0,-7-2 0,-9-9 0,-5-5 0,37-103 0,-51 164 0,0 51 0,-1-10 0,-2 13 0,-1 7 0,-1 4 0,-2-2 0,0-9 0,-2 3 0,0 2 0,-1 1 0,-3-2 0,0-2 0,-3-3 0,-5 8 0,-1-2 0,-3-3 0,-4-4 0,-4-6 0,-15 4 0,-7-3 0,-1-12 0,7-24 0,5-31 0,4-24 0,4-7 0,13-2 0,1 0 0,-1 1 0,1-1 0,-1 0 0</inkml:trace>
  <inkml:trace contextRef="#ctx0" brushRef="#br0" timeOffset="145619">7971 15042 24575,'7'-54'0,"0"0"0,0 0 0,23 8 0,11 5 0,6 11 0,6 23 0,1 0 0,0 0 0</inkml:trace>
  <inkml:trace contextRef="#ctx0" brushRef="#br0" timeOffset="146603">10966 15295 24575,'-35'-13'0,"-1"0"0,-12 16 0,-4 15-1967,13 5 1,-3 11 0,-2 4 0,2-1 0,4-5 1469,-7-6 1,4-2-1,17 5 1386,28 26 0,20 7 1,9-25-890,19-55 0,12-26-689,-13 16 1,7-5-1,-1-1 1,-11 1 688,4-13 0,-23 3-645,-48-9 645,-20 68 1391,20 24 1,5 17-1,5-1-1391,8 3 0,6-3 60,-5 4 0,11-4-60,32 3 0,11-26 0,-11-68 0,5-22 0,4 18 0,0 1 0,1-1 0</inkml:trace>
  <inkml:trace contextRef="#ctx0" brushRef="#br0" timeOffset="146906">11727 15295 24575,'-33'-32'0,"1"-1"0,-1 1 0,-8 59 0,-3 26 0,-1-18 0,-15-54 0,5 5 0,26 42 0,3 21 0,3 11 0,8 0 0,10-12 0,27 12 0,8-5 0,-26 5 0,9-4 0,27-21 0,17-2 0,3-11 0,-12-20 0,-16-32 0,-9-22 0,7 1 0,19 9 0,0 1 0,1-1 0,-1 0 0</inkml:trace>
  <inkml:trace contextRef="#ctx0" brushRef="#br0" timeOffset="147200">12187 14834 24575,'-10'-48'0,"0"-1"0,6 72 0,3 33 0,1 12 0,0-8 0,-1-3 0,1-1 0,1 5 0,-1-11 0,-1 5 0,1 2 0,1 2 0,1-1 0,1-4 0,4 10 0,2 6 0,1-4 0,-1-18 0,-3-30 0,-1-51 0,15-11 0</inkml:trace>
  <inkml:trace contextRef="#ctx0" brushRef="#br0" timeOffset="147353">12187 15594 24575,'-11'-51'0,"-1"0"0,0 0 0,0 0 0,1-1 0,2-5 0,1-2 0,7 7 0,16 16 0,31 23 0,20 20 0,1-1 0,-17-10 0,1-1 0,1-1 0,2 0 0,1 1 0,0 0 0,0 0 0,0 0 0,-1 0 0</inkml:trace>
  <inkml:trace contextRef="#ctx0" brushRef="#br0" timeOffset="148205">12994 15341 24575,'13'59'0,"-1"0"0,1 0 0,0 0 0,20-65 0,6 41 0,-1-1 0</inkml:trace>
  <inkml:trace contextRef="#ctx0" brushRef="#br0" timeOffset="148506">13362 15387 24575,'27'49'0,"0"0"0,-1 1 0,1-1 0,-1 0 0,24-22 0,5-14 0,-8-12 0,-11-15 0,-6-16 0,-11-11 0,-4-17 0,-2-7 0,-3 2 0,0 11 0,2-2 0,-4 3 0,-8-87 0,0 138 0,31 56 0,-12-13 0,0-1 0</inkml:trace>
  <inkml:trace contextRef="#ctx0" brushRef="#br0" timeOffset="149438">14422 15295 24575,'-44'5'0,"-1"0"0,1 0 0,11-15-2458,-12 31 0,-16 22 1,1 6-1,21-8 968,21 7 1361,-2 6 0,-4 11 0,17-15 129,32-17 206,12-17 1,3-11-207,14-33 0,-13 2 0,5-7 0,-5-5 0,-11-10 0,-7-5 0,3 5 2274,17 3 1,-4 1-2275,2-69 0,-41 113 3613,21 174-3613,6-127 0,2 1 1044,-18 14 0,-4 7 1,8-14-1045,22-16 0,-2-26 0,-19-58 0,-6-23 0,5 21 0,0 0 0,1 0 0</inkml:trace>
  <inkml:trace contextRef="#ctx0" brushRef="#br0" timeOffset="149741">15021 14742 24575,'0'-60'0,"0"0"0,0 9-1639,0 70 1,0 30-1,0 19 1,0 7 0,0-4-1,0-16 1142,0-8 1,-1-7-1,2 9 497,1 1 0,1 13 0,1 8 0,1 3 0,-1-2 0,1-6 0,-1-11 0,0-17 563,4 8 1,22-46-1,-30-38 1,0-1 0</inkml:trace>
  <inkml:trace contextRef="#ctx0" brushRef="#br0" timeOffset="149968">14929 15249 24575,'-38'-40'0,"-1"1"0,37-23-3277,17 23 0,9-3 0,6 5 2532,13 5 0,14 6 930,-8 7 1,13 0 0,6 0 0,0-1-1,-10-1 1,-15 1 0,-14-11 0,-2 0 0,31 5-1,0-1 1,0 1 0</inkml:trace>
  <inkml:trace contextRef="#ctx0" brushRef="#br0" timeOffset="150704">15528 15548 24575,'62'17'0,"1"0"0,-1 0 0,1 0 0,-1 0 0,2 9 0,-1 6 0,-5-9 0,-10-20 0,-11-29 0,-9-17 0,-1 0 0,12-9 0,-1 1 0</inkml:trace>
  <inkml:trace contextRef="#ctx0" brushRef="#br0" timeOffset="151285">16749 14489 24575,'-13'-58'0,"0"1"0,13 77 0,3 31 0,0 18 0,-2-17 0,0 8 0,0 3 0,-2-2 0,-1-7 0,-6-2 0,-1-6 0,0 7 0,3 2 0,2 8 0,-1 2 0,0-5 0,-1-12 0,-6-3 0,4-5 0,16 28 0,4-26 0,-7-60 0,9-19 0,-7-8-3392,-38-8 0,-10 4 3392,24 17 0,-4 10 0,-30 19 0,-15 18 0,14 14 0,27 15 0,13 13 0,5-2 0,1 9 0,12-3 0,10-10 0,9-1 0,9-18 0,24-27 0,12-24 0,-11-7 0,-20-11 0,-7-8 0,-5 1 0,1 1 0,-1-1 0</inkml:trace>
  <inkml:trace contextRef="#ctx0" brushRef="#br0" timeOffset="152291">15689 15640 24575,'26'-54'0,"-1"-1"0,1 1 0,0-1 0,-1 0 0,1 1 0,-63 24 0,0 1 0,46-18 0,25-18 0,7-3 0,-8 12 0,-25 28 0,-37 40 0,-18 23 0,10-10 0,17-20 0,7 39 0,0 4 0,-12-30 0,9 25 0,6 18 0,15-11 0,28-22 0,6-5 0,-21 9 0,2-5 0,29-31 0,0 0 0</inkml:trace>
  <inkml:trace contextRef="#ctx0" brushRef="#br0" timeOffset="153918">15643 15640 24575,'-25'-20'0,"4"15"0,21-16 0,0 21 0,0 0 0,41-20 0,-4-8 0,7-8 0,-2 3 0,3 1 0,0 0 0,0-5 0,4-5 0,-5 3 0,-2-1 0,-7 3 0,-2-17 0,6 14 0,-6 4 0,-28 10 0,-5 6 0,-5 20 0,-16 0 0,1 0 0,14 0 0,-45 0 0,23 0 0,-8-2 0,-5 4 0,-1 7 0,2 2 0,-13-6 0,1 37 0,11 8 0,31-11 0,-3 4 0,-4 9 0,6-9 0,11-7 0,-4 23 0,8-6 0,17-40 0,6 34 0,2-2 0,4-34 0,26 20 0,-5-1 0,-39-25 0,28 10 0,-4-9 0,-34-27 0,16-5 0</inkml:trace>
  <inkml:trace contextRef="#ctx0" brushRef="#br0" timeOffset="154842">13247 15088 24575,'-51'-39'0,"0"1"0,22 11 0,4 0-1967,-8-3 1,15 4 0,69 5 0,13 21 0</inkml:trace>
  <inkml:trace contextRef="#ctx0" brushRef="#br0" timeOffset="155857">17763 15940 24575,'-13'-41'0,"0"0"0,14-3 0,6-12 0,4-6 0,1-2 0,0 4 0,-4 8-583,-2-3 0,-1 5 0,2-6 583,1-4 0,2-15 0,0-4 0,3 6 0,1 18 0,3 28 0,24 45 0,-31-61 282,41 56 1,11 25-283,-21 10 0,-3 1 0,7-18 0,-3 2 0,-21 6 0,-1 1 0,1-1 0</inkml:trace>
  <inkml:trace contextRef="#ctx0" brushRef="#br0" timeOffset="156399">18431 15433 24575,'0'-46'0,"0"0"0,0-5 0,-7-4 0,-7 18 0,-12 73 0,-4 7 0,-3-51-2126,10 43 0,1 30 0,4 7 1,9-13 2125,13-16 0,7-2 573,2 16 0,3 6 0,12-22-573,10-35 0,9-17 0,-2 1 0,14 9 0,-2-11 0,-20-14 0,0-12 0,-3-5 0,-4 2 0,-6-1 0,-5 0 0,-1 0 0,8-13 0,-3-2 0,-10 10 0,-2-1 0,-4 10 0,-7 4 0,0-1 0,0 19 0,0 50 0,0 24 0,0-3 0,0 0 3392,0 2 0,0 2-3392,0-4 0,0 3 0,0-13 0,0-9 0,28-8 0,5-15 0,-14-51 0,-2-21 0,12 14 0,0-1 0,0 1 0</inkml:trace>
  <inkml:trace contextRef="#ctx0" brushRef="#br0" timeOffset="156689">19283 14834 24575,'0'-48'0,"0"1"0,0-1 0,-17 8 0,-7 16 0,-27 44 0,22 22 0,0 17 0,5 2-1094,5-1 0,3 3 0,3 1 1094,1-17 0,1 2 0,4-1 0,6 2 0,12 8 0,8 1 0,4-1 0,-4-5 0,-8-9 0,0-4 0,5 1 0,11 11 0,9 6 0,0-9 0,-7-26 0,4-44 0,-7-11 0,-1 0 0</inkml:trace>
  <inkml:trace contextRef="#ctx0" brushRef="#br0" timeOffset="157151">19398 15433 24575,'45'-20'0,"0"-1"0,0 1 0,0-1 0,-15 1 0,14 3 0,17-3 0,-1-2 0,-20-1 0,-19-28 0,-16-3 0,15-7 0,-39 10 0,-13 9 0,-1 30 0,-24 16 0,-4 12 0,26-2 0,3 10 0,1 17 0,-1 14 0,4 5 0,9-6 0,12-4 0,7-2 0,7 0-2262,8 6 1,8 0 0,1-6 2261,4 6 0,8-16-308,22-26 1,-4-24-1,-34-15 1,-4-7 0,14-4-1,-1-1 1</inkml:trace>
  <inkml:trace contextRef="#ctx0" brushRef="#br0" timeOffset="157569">20320 15088 24575,'-26'-39'0,"1"1"0,-8 5 0,-4 17 0,-3 11 0,-1 22 0,5 15 0,5 20 0,8 8-4252,1 0 1,8 1 4251,14-6 0,16-3-940,23-8 1,15-3 0,-7-8 939,-17-16 0,-1-1 0,23 15 0,5 4 0,-33-9 0,-63-21 0,-9 1 0,46 34 0,-47-36 0,-15-8 0,24 12 0,3 5 756,8 3 0,0 4 0,-13 2 0,7 4 1,14 31-1</inkml:trace>
  <inkml:trace contextRef="#ctx0" brushRef="#br0" timeOffset="159392">3548 17230 24575,'-26'0'0,"6"0"0,40-31 0,-15 24 0,16-24 0,-21 31 0,0 0 0,-21 0 0,16 0 0,-15 51 0,20-38 0,20 38 0,-15-71 0,16-16 0,-42-13 0,16 13 0,-56 36 0,49 35 0,14 7 0,18-4 0,-15 3 0,6-10 0,50-51 0,-66-17 0,-11-3 0,11 1 0,-30 63 0,9 14 0,77-5 0,-55 27 0,3-7 0,39-50 0,-9-11 0,-91-13 0,11 21 0,0 0 0</inkml:trace>
  <inkml:trace contextRef="#ctx0" brushRef="#br0" timeOffset="160649">5276 17023 24575,'0'61'0,"0"1"0,0 0 0,0 0 0,0 0 0,0-1 0,0 1 0,0-7 0,0-1 0,0 1 0,0 0 0,0-1 0,0 1 0</inkml:trace>
  <inkml:trace contextRef="#ctx0" brushRef="#br0" timeOffset="161052">5276 17023 24575,'-17'-47'0,"0"0"0,0 0 0,-3-17 0,19 15-4916,45 43 1,9 12 3425,-9-6 951,5 7 0,16 4 1,0 2-1,-19-3 539,-13 0-176,6 9 0,16 9 0,6 5 1,-7-2-1,-17-9 176,-9 2 0,15 13 0,7 12 0,-30-2 0,-43-19 0,-26-2 0,-13-2 0,0-2 0,12 0 0,11 2 0,6-1 0,-7 0 606,-10 1 1,-11 3 0,-2-1 0,5-4 0,11-9-607,-4-9 0,25-8 2268,60-6 1,19 0-2269,-5 5 0,-7-3 0,10-3 0,3-1 0,-5 2 0,-5 1 0,-1 1 0,1-1 0</inkml:trace>
  <inkml:trace contextRef="#ctx0" brushRef="#br0" timeOffset="161518">6036 17737 24575,'-23'30'0,"0"1"0,9 2 0,2 1 0,-1 2 0,6 2 0,14 19 0,6-22 0,-2-68 0,4-16 0,31 6 0,-33 3 0,-6-9 0,-1-1 0,0 0 0,1-1 0,0 1 0,9-13 0,-1 4 0,-15 6 0,8 6 0,37-1 0,2 24 0,-32 45 0,22-11 0,8 5 0,-13 12 0,0 8 0,1 0 0,13 2 0,-1 0 0,0-1 0</inkml:trace>
  <inkml:trace contextRef="#ctx0" brushRef="#br0" timeOffset="161929">6865 17575 24575,'-25'-38'0,"-1"0"0,4 62 0,-2 25 0,-4-12 0,-23-37 0,5 5 0,32 35 0,12 25 0,7 10 0,3-5 0,-3-18 0,3 7 0,18-21 0,14 7 0,4-9 0,-6-22 0,1-40 0,-4-27 0,-9-6 0,-11 8 0,-8-4 0,-3-2 0,-4 2 0,-1 5 0,-3 0 0,-4 2 0,-5 2-436,-6-3 0,-5-2 1,-4 9-1,-1 15 436,-16 18 0,14 18 0,51 26 0,6-5 0,-1-1 0</inkml:trace>
  <inkml:trace contextRef="#ctx0" brushRef="#br0" timeOffset="162939">7464 17737 24575,'-46'12'0,"30"27"0,7 17 0,2-5 0,1 9 0,1 3 0,2-4 0,2-7 0,1-2 0,1 0 0,-1 0 0,0 7 0,0 3 0,0-6 0,0-17 0,0-17 0,0-42 0,0-30 0,0-7 0,2 13 0,1-6 0,1-4 0,0-2 0,0 0 0,0 0-1418,0-1 1,-1-2 0,1 0 0,0 1 0,0 0 0,2 3 1417,1-3 0,-1 0 0,1 2 0,4 5 0,4 5 573,13-11 0,6 8 0,2 28-573,6 45 0,3 32 0,-2 3 0,-12-18 0,-1 3 0,-1 1 0,-3-1 0,7 12 0,-3 1 0,-17 3 0,-21 0 0,-16 6 0,-8-5 0,-1-15 0,-13-18 0,-8-8 0,8 2 0,-8 5 0,3-4 0,15-11 0,11-15 0,-26-20 0,94 12 0,26 5 0,-24 8 0,0 0 0</inkml:trace>
  <inkml:trace contextRef="#ctx0" brushRef="#br0" timeOffset="163585">8478 17668 24575,'-51'20'0,"0"1"0,0-1 0,14 6 0,4 7 0,3 4 0,-3 9 0,4 1 0,11-6 0,10 7 0,19-14 0,34-30 0,21-19 0,-8-4 0,-23 3 0,-1-7 0,2-9 0,8-11 0,1-6 0,-7 2 0,-12 8 0,-15 2 0,-4 0 0,19-13 0,6-4 0,-23 20 0,-60 34 0,43 25 0,-10 13 0,-5 13 0,13-1 0,24-3 0,14-1 0,-4 1 0,-12 0 0,-3 0 0,9-5 0,23-11 0,0-1 0,0 1 0</inkml:trace>
  <inkml:trace contextRef="#ctx0" brushRef="#br0" timeOffset="164164">9238 17668 24575,'-48'-36'0,"-1"0"0,18 52 0,3 14-4916,-3 8 1,6 8 4418,11 1 1,6 4-1,15-5 442,24-11 0,15-6 0,-11-4 55,-12 6 513,7-45 1,13-22 0,-2-11-1,-11 1-513,-19-8 0,-12-3 0,3-1 0,11 9 0,4-2 0,-2 1 0,-8 3 0,-13-11 0,-8 2 0,3 32 0,8 60 0,3 42 0,-5-8 0,-10-27 0,0 6 0,10-6 0,3 13 0,2 8 0,1 4 0,0 1 0,1-3 0,0-8 0,-1-11 1324,1 17 0,-4-3-1324,-5-3 0,-2 17 0,-4 5 0,-3-6 0,-5-16 0,-6-29 0,-10-36 0,-7-27 0,-4-9 0,1 12 0,-11 17 0,-1 7 0,4-13 0,16-12 0,-1-10 0,4-6 0,7 0 0,9 5 0,8-21 0,24 11 0,40 26 0,19 13 0,-10 5 0,-1 1 0,1-1 0</inkml:trace>
  <inkml:trace contextRef="#ctx0" brushRef="#br0" timeOffset="164966">10114 17668 24575,'-26'-34'0,"1"1"0,12 2 0,-25 21 0,-18 8 0,7 14 0,17 22 0,7 13 0,-3-5 0,-27-9 0,3 3 0,20 16 0,8 9 0,18-10 0,21-22 0,11-4 0,13 8 0,4-5 0,16-7 0,-20-37 0,9-17 0,-3-4 0,-13 5 0,-9-17 0,8-5 0,8-11 0,-17 21 0,-22 31 0,-31 13 0,24 31 0,7 12 0,-5 6 0,10-1 0,25 1 0,9-8 0,7-5 0,10-51 0,0-22 0,-24-7 0,0-1 0</inkml:trace>
  <inkml:trace contextRef="#ctx0" brushRef="#br0" timeOffset="165268">10713 16861 24575,'-15'36'0,"-1"0"0,1 16 0,2 8 0,5 0-403,12-9 0,5 0 1,-1 8 402,-6-5 0,-1 8 0,-2 4 0,0 0 0,0-5 0,1-9-3064,0 14 1,0-2 3063,0-5 0,0 9 0,0-3 0,0-14 0,0 11 192,9-15 1,2-17 0,1-65-1,2-25 1,1 19 0,1 0 0,-1 0-1</inkml:trace>
  <inkml:trace contextRef="#ctx0" brushRef="#br0" timeOffset="165466">10667 17368 24575,'-7'-64'0,"1"0"0,-19 26 0,12 2 0,39 2 0,27-3 0,15 0 0,2 5 0,-11 8 0,-2 11 0,-2 7 0,2-3 0,-8-8 0,5-6 0,0-1 0,-3 5 0,-6 10 0,12 22 0,-1-1 0</inkml:trace>
  <inkml:trace contextRef="#ctx0" brushRef="#br0" timeOffset="166138">11174 17829 24575,'43'33'0,"1"0"0,-1 1 0,1-1 0,-1 0 0,1 0 0,-1 1 0,1-1 0,-1 0 0</inkml:trace>
  <inkml:trace contextRef="#ctx0" brushRef="#br0" timeOffset="167845">11381 17921 24575,'-59'-21'0,"44"16"0,-1-15 0,37 20 0,-21-21 0,0 16 0,0-15 0,0 20 0,72 0 0,-18-17 0,10-9 0,-1-3 0,-14 7 0,1-1 0,-1-2 0,-2-5 0,5-6 0,1-5 0,-7-3 0,-13 2 0,-8-24 0,-29 11 0,-27 34 0,-16 9 0,-3 9 0,-9 12 0,-3 13 0,1 9 0,17 0 0,0 7 0,2 4 0,1 0 0,5-3 0,-7 2 0,6-3 0,7 8 0,6 9 0,5 10 0,8-3 0,13-13 0,21-15 0,11-4 0,2 13 0,5 5 0,7-11 0,11-21 0,7-10 0,-4 0 0,-13 5 0,-3 0 0,0-3 0,24-10 0,-23 4 0,-47 19 0,-25 4 0</inkml:trace>
  <inkml:trace contextRef="#ctx0" brushRef="#br0" timeOffset="227869">24789 18497 24575,'-38'0'0,"-13"0"0,46 0 0,-16 0 0,21 0 0,0 0 0,-20 0 0,15 0 0,-16 0 0,21 0 0,-20 0 0,15 0 0,-16 0 0,21 0 0,0 0 0,0-21 0,0 16 0,0-15 0,0-11 0,21 3 0,16 1 0,2-2 0,0-17 0,11 32 0,-8 2 0,-37-9 0,57 21 0,-32 21 0,-4 5 0,-31 20 0,-23-8 0,-16 8 0,-4 1 0,9-9 0,12-11 0,0 2 0,-6 10 0,-10 12 0,-2 4 0,7-7 0,13-16 0,12-11 0,-9 21 0,13-3 0,41-34 0,13-10 0,0 5 0,0 0 0,-2-2 0,-2 4 0,1 13 0,-12 1 0,-25-8 0,16 23 0</inkml:trace>
  <inkml:trace contextRef="#ctx0" brushRef="#br0" timeOffset="228601">25342 18543 24575,'-54'29'0,"-1"0"0,1 0 0,67 4 0,4 3 0,-39 1 0,-15 2 0,22-7 0,52-4 0,16-21-2835,-17-39 1,-2-25 0,-12 8 2834,-17 1 204,4-10 1,1-13-1,-9 15-204,-21 18-2085,-7-2 0,-2 3 2085,-5 17-1938,-17 40 1938,51-15 535,5 30 0,11 2 0,40-24 0,-14 12 1,0 1-1</inkml:trace>
  <inkml:trace contextRef="#ctx0" brushRef="#br0" timeOffset="229223">25596 18888 24575,'46'-46'0,"-20"21"0,-26 25 0,-6 25 0,6 1 0,6-6 0,14-20 0,-61-41 0,15 16 0,1-1 0</inkml:trace>
  <inkml:trace contextRef="#ctx0" brushRef="#br0" timeOffset="230441">26402 18497 24575,'0'36'0,"0"-41"0,-5 39 0,-3 40 0,1-8 0,4-26 0,1-1 0,-13 29 0,9-11 0,27-36 0,-18-48 0,-1-15 0,8 8 0,0 1-3392,-9-2 0,-2 4 3392,1 10-685,0 21 685,0-31 0,0-17 0,0 7 0,0 0 0</inkml:trace>
  <inkml:trace contextRef="#ctx0" brushRef="#br0" timeOffset="231016">26402 18497 24575,'50'-29'0,"1"-1"0,-1 1 0,0 0 0,0 0 0,9-6 0,1-3 0,-6 10 0,-17 21 0,-11 54 0,-6-22 0,-48 13 0,-16-4 0,6-21 0,-12 9 0,-14 7 0,9-9 0,-9-15 0,59 57 0,35-30 0,14-3 0,3-7 0,5 0 0,-20 8-2262,-35 24 1,-23 10 0,-2-13 2261,-15-2 0,2-16 0,-12 6 0,0-7 0,18-23 0,15-61 0,35 40 0,27-14 0,0 0 0</inkml:trace>
  <inkml:trace contextRef="#ctx0" brushRef="#br0" timeOffset="231758">27324 18543 24575,'54'-5'0,"1"0"0,-1 0 0,0-1 0,-41 1 0,29 2 0,26 1 0,-6 3 0,-34 3 0,-70 9 0,-1 0 0</inkml:trace>
  <inkml:trace contextRef="#ctx0" brushRef="#br0" timeOffset="232365">27416 18704 24575,'-41'10'0,"0"1"0,-8-6 0,49 15 0,28-20 0,16-3 0,18-3 0,2 0 0,-13 1 0,-17 2 0,-2 1 0,26 0 0,6 1 0,-32 4 0,-40 2 0,-21 18 0,7-5 0,37-34 0,-10 11 0</inkml:trace>
  <inkml:trace contextRef="#ctx0" brushRef="#br0" timeOffset="233423">27784 18382 24575,'-38'-21'0,"7"16"0,31-15 0,31 20 0,-3 51 0,18-24 0,6 0 0,-17 1 0,-4 5 0,-7 5 0,-2 5 0,1-11 0,28-15 0,-57 22 0,-3-6 0,24-33 0,-35 0 0,-11 0 0,24 0 0,-25 6 0,-8 9 0,5 13 0,0 9 0,2-5 0,2-9 0,-2-3 0,-21 19 0,16-16 0,38-31 0,21-23 0,15 31 0,12 31 0,-20-12 0,1 1 0</inkml:trace>
  <inkml:trace contextRef="#ctx0" brushRef="#br0" timeOffset="234416">28683 18497 24575,'-26'-26'0,"6"-25"0,20 43 0,0-22 0,-21 30 0,16 0 0,-15 0 0,-1 0 0,-14 30 0,6-1 0,-18-5 0,2 8 0,37 17 0,1-1 0,-24-29 0,0 0 0,26 41 0,10-7 0,-5-43 0,16 32 0,9-2 0,6-30-3392,26 12 0,4-3 3392,-2-19 0,-10-8 0,-1-4 0,8-14 0,-30 5 0,-3-4 0,13-21 0,-13 1 0,-5-7 0,-13 9 0,-5-2 0,0 2 0,7-7 0,-14 6 0,-30 17 0,-22 6 0,-4 6 0,12 6 0,15 9 0,0 5 0,-19 0 0,-15 2 0,6-1 0,28-3 0,31-3 0,45-24 0,33-14 0,-18 13 0,0-1 0,1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2T11:36:14.43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28291 11586 24575,'-25'-48'0,"-1"-1"0,34 11 0,17 38 0,14 18 0,8 26 0,-2 4 0,-19-23 0,3 19 0,-2 10 0,-11 6 0,-4 0 0,5-15 0,-3 2 0,-11 13 0,-4 6 0,-1-18 0,2-25 0,0 21 0,0 16 0,0 0 0,0-10 0,0 0 0,0 1 0,0 7 0,0 1 0,0 1 0,0-2 0,0 0 0,0-3 0,0 8 0,0-8 0,0 6 0,0-5 0,0-2 0,0-8 0,0-4 0,0-2 0,0-4 0,0 13 0,0 7 0,0-10 0,3 12 0,-6 2 0,-12-28 0,-1 0 0,12 26 0,0 1 0,-12-17 0,2-7 0,14-1 0,-6 12 0,-9 0 0,-31-16 0,-5-4 0,5-11 0,17-34 0,7-3 0,14 17 0,8-36 0,49 36 0,-8-5 0,-1 0 0</inkml:trace>
  <inkml:trace contextRef="#ctx0" brushRef="#br0" timeOffset="1897">28337 16401 24575,'-51'-26'0,"38"6"0,-38 20 0,51 0 0,0 0 0,0 20 0,31 16 0,-26 4 0,-2 9 0,12 2 0,6 5 0,-6-4 0,-10 2 0,-5 2 0,2-2 0,0 8 0,-1 0 0,-6-9 0,-8-1 0,-10-5 0,-8-1 0,-8-1 0,-1-10 0,0-14 0,-2-11 0,-6-7 0,7-12 0,10-42 0,31 44 0,31 27 0,-3 13 0,-2-3 0,4-3 0,16-7 0</inkml:trace>
  <inkml:trace contextRef="#ctx0" brushRef="#br0" timeOffset="4364">30664 14028 24575,'-10'-40'0,"0"1"0,-16-2 0,1 20 0,-9 28 0,-4 12 0,1 19 0,0 1 0,-6-24 0,-1 3 0,7 15 0,-1 11 0,3 3 0,6-7 0,8-7 0,4 3 0,-3 15 0,-1 13 0,2 1 0,7-10 0,7-4 0,10-2 0,9-4 0,7 5 0,5-2 0,6-9 0,13-4 0,9-11 0,3-17 0,-8-21 0,4-17 0,1-8 0,-1-2 0,-4 8 0,12 3 0,-3 4 0,-10-16 0,-20-3 0,-3-11 0,-4-8 0,-6-3 0,-9 3 0,-9 7 0,-17 1 0,-16 3 0,-6 3 0,0 2 0,8 2 0,5-8 0,6 3 0,-7 2 0,-14 2 0,-12-4 0,9 9 0,30 18 0,48 24 0,7 0 0</inkml:trace>
  <inkml:trace contextRef="#ctx0" brushRef="#br0" timeOffset="5086">29144 13268 24575,'-26'-31'0,"67"75"0,2-16 0,14 4 0,6 4 0,-6 3 0,-14-2 0,-3 2 0,0 3 0,0 0 0,2 1 0,0-5 0,3 1 0,1 1 0,-2-1 0,-5 0 0,-7-2 0,2 15 0,-9-1 0,-7-8 0,-2 14 0,-37-57 0,1-36 0,-6-23 0</inkml:trace>
  <inkml:trace contextRef="#ctx0" brushRef="#br0" timeOffset="5754">29651 13360 24575,'0'-38'0,"0"-1"0,-21 6 0,16-18 0,-15 51 0,20 0 0,-52-21 0,19 16 0,-5-6 0,-1 2 0,-7 9 0,-2 0 0,-1 0 0,-10 0 0,8-3 0,5 6 0,20 17 0,6 16 0,20-8 0,0 23 0,0-25 0,16 8 0,9 10 0,-5-4 0,-13-9 0,1 2-1696,19 11 0,13 9 0,-1-1 0,-11-12 1696,-10 4 0,2-10 0,7 6 0,-3-2-545,0 3 1,-7-5 544,-7 2 0,11 3 0,-47-79 0</inkml:trace>
  <inkml:trace contextRef="#ctx0" brushRef="#br0" timeOffset="7026">29950 15640 24575,'30'-35'0,"-1"-1"0,7-10 0,-13 18 0,-5 5 0,-13 15 0,15-23 0,-20 31 0,0 0 0,-20 31 0,-6 3 0,-4 1 0,5-14 0,-4 4 0,-2 4 0,-8 9 0,-7 7 0,-1 3 0,1-1 0,6-4 0,7-6-627,6 0 0,6-5 0,-8 6 627,-4-2 0,-9 6 0,-7 4 0,-3 3 0,0 0 0,2-2 0,6-3 0,8-6 0,-3 13 0,8-5 0,-4-2 0,0-11 0,-5-1 0,1-1 0,2 1 0,-7 9 0,3 1 0,13-13 0,18-16 0,-12 18 0,3-11 0,19-40 0,21-16 0,-16 8 0,22-7 0,7-2 0,-8 11 0,-1 1 0</inkml:trace>
  <inkml:trace contextRef="#ctx0" brushRef="#br0" timeOffset="7420">29098 16309 24575,'-39'-21'0,"1"1"0,5 9 0,3-13 0,8 7 0,22 38 0,-19 10 0,-3 4 0,17-3 0,0 3-2835,-12 13 1,-6 6 0,2-5 2834,2-8 0,2 0 573,3 9 0,2 5 0,10-9-573,22 0 0,-7-11 0,8-9 0,19-32 0,13-20 0,2-3 0,-9 6 0,4-2 0,-4 1 0,-11 9 0,-2 7 0,-15 26 0</inkml:trace>
  <inkml:trace contextRef="#ctx0" brushRef="#br0" timeOffset="62032">24375 11794 24575,'25'0'0,"-4"0"0,-21 0 0,0 0 0,0-31 0,0-18 0,0 8 0,-33 6 0,-6 9 0,21 21 0,-27-6 0,-2 1 0,22 10 0,-1 0 0,8 38 0,4 24 0,5-8 0,4 5 0,-1-17 0,-1 13 0,-2 6 0,-1-1 0,1-7 0,-3 6 0,0-5 0,0 5 0,0 2 0,0 6 0,-1-1 0,1-5 0,0-1 0,-1-5 0,3 2 0,2-2 0,2 3 0,2-3 0,1-13-6784,3 1 6784,2 3 0,-4 0 0,-18 16 0,7-30 0,0 2 0,1 13 0,-2 1 0,-4 5 0,-5-9 0,-12-13 0,16 24 0,9 3 0,10-20 0,1 9 0,6 3 0,19-8 0,-1-7 6784,-20-2-6784,12-5 0,7-4 0,13-11 0,3-6 0,-1-4 0,2-1 0,10 9 0,0-1 0,-12-9 0,-11-2 0,-23 1 0,-10 0 0</inkml:trace>
  <inkml:trace contextRef="#ctx0" brushRef="#br0" timeOffset="64084">24214 16654 24575,'12'-38'0,"1"-1"0,0-8 0,-5 12 0,-8 30 0,0-15 0,0 20 0,-21 0 0,16 0 0,-36 0 0,36 0 0,-36 20 0,3-9 0,-1 4 0,10 16 0,-1 4 0,-19-3 0,1-2 0,23-5 0,4-2 0,-5 8 0,6-10 0,20 25 0,0-16 0,6 19 0,8-5 0,12-32 0,9 20 0,10 12 0,-7-7 0,5-1 0,-14-2 0,-17-2 0,-44-21 0,0-1 0</inkml:trace>
  <inkml:trace contextRef="#ctx0" brushRef="#br0" timeOffset="82998">23868 13061 24575,'-38'-11'0,"-1"1"0,6 5 0,-18-16 0,51 21 0,-21 0 0,-4 0 0,-1 0 0,-8-3 0,-4 6 0,2 32 0,-2 12 0,2-15 0,-7 1 0,0 2 0,6-2 0,7 2 0,4 0 0,-2 6 0,-4 7 0,-5 11 0,1 2 0,3-2 0,7-10 0,5 3 0,4-2 0,-2-3 0,-3 5 0,2 3 0,4 1 0,6 6 0,4 3 0,3-3 0,1-8 0,2-2 0,0 1 0,0 0 0,0 10 0,0 4 0,0-5 0,0-12 0,0-10 0,0-1 0,0 14 0,0 12 0,0-1 0,0-16 0,0 1 0,3-2 0,0 15 0,3 2 0,3-12 0,7-7 0,4 0-1696,-4 5 0,2 10 0,0 0 0,-1-10 1696,4-9 0,-1 2-908,-6 6 1,1 12 0,-2 4-1,-1-6 1,-5-16 907,-2 3 0,-1 2 0,0 15 0,2 1 0,1-14 0,13 12 0,-2-25 0,0 0 0,10 19 0,-12-25 0,-1-1 0,5 11 2268,-8 2 1,2 4-2269,7-4 0,4-4 0,-3-12 0,2-3 0,14 1 0,1-9 0,15-16 6784,2 31-6784,-32 0 0,-7 7 0,-15 12 0,1-3 0,38-3 0,-36-21 0,16-59 0,-19-3 0,-4-4 0,2 5 0,0-1 0</inkml:trace>
  <inkml:trace contextRef="#ctx0" brushRef="#br0" timeOffset="101715">27669 2395 24575,'-5'-59'0,"-10"24"0,48 18 0,5 13 0,-25 25 0,32 3 0,2 8 0,-28 13 0,-7 5 0,12-3 0,-2 3 0,-12-9 0,-4 2 0,-1 3 0,-3 17 0,-3 3 0,0-5 0,1-3 0,0 2 0,0-1 0,0 10 0,0 0 0,0-5-2262,0-7 1,0-5 0,0 0 2261,0-5 0,1-1 0,-2 2 0,-4 8 0,-3 2 0,0 2 0,2-10 0,0 3 0,0-2 0,-1-6-170,-6 9 1,0 0 169,6-2 0,1 9 0,2-1 0,1-8 0,2 1 0,2-4 0,-1-4 0,0 1 0,0-1 3308,1 10 1,-2 0-3309,-5-3 0,-2 1 0,1-15 0,2-20 0,-2 24 0,-1 17 0,2-6 0,6-17 0,0 0 0,0 20 0,0 3 0,0-7 0,0-7 0,0-14 506,0 10-506,-14-8 0,-2 5 0,12 16 0,0 2 0,-12-9 0,1 1 0,13-5 0,5 3 0,-4-2 0,-9 9 0,0-3 0,7-9 0,1 2 0,-9 20 0,1-8 0,10-30 0,0 27 0,0-24 0,0 8 0,0 5 0,0-36 0,0 36 0,0-36 0,0 29 0,0 3 0,0-24 0,-9 34 0,-2-2 0,6-34 0,-16 30 0,1-1 0,15 1 0,-6-6 0,1 0 0,10 0 0,0-14 0,0-21 0,0 0 0,-20 0 0,15 0 0,-16 0 0,-10 0 0,24 0 0,-45 0 0,47 0 0,-56 0 0,10 0 0</inkml:trace>
  <inkml:trace contextRef="#ctx0" brushRef="#br0" timeOffset="104269">27923 9605 24575,'0'-25'0,"0"4"0,-21 21 0,16 0 0,-36 0 0,36 0 0,-15 0 0,20 0 0,0 0 0,41 21 0,-31-16 0,18 25 0,5 1 0,3-21 0,-8 31 0,23-20 0,-45-16 0,14 46 0,-20-2 0,0-2 0,0 10 0,0-8 0,1-14 0,-2 0 0,-5 15 0,-2 7 0,2-11 0,0-5 0,-4-6 0,0-1 0,10 2 0,0-16 0,-31-20 0,24 0 0,-24 0 0,-31 0 0,20 10 0,-3 1 0,5-10 0,1 3 0,-5 21 0,16-9 0,46-38 0,15-12 0,-1 6 0,0-1 0</inkml:trace>
  <inkml:trace contextRef="#ctx0" brushRef="#br0" timeOffset="107755">28130 9951 24575,'9'-64'0,"1"0"0,-1-1 0,0 1 0,1 0 0,-1 0 0,0 0 0,1 0 0,-1-1 0,1 1 0,-1 0 0,0 0 0,1 0 0,-1 0 0,0-1 0,1 1 0,-1 0 0,0 0 0,1 0 0,-1 0 0,0-1 0,1 1 0,-1 0 0,0 0 0,1 0 0,-1 0 0,0-1 0,1 1 0,-1 0 0,0 0 0,1 0 0,-1 0 0,0-1 0,1 1 0,-1 0 0,1 0 0,-1 0 0,0 0 0,1-1 0,-1 1 0,0 0 0,1 0 0,-1 0 0,-2-3 0,0-2 0,1-1 0,0-3 0,-1 0 0,1-2 0,1 0 0,-1-1 0,0-2 0,0 1 0,0-1 0,0 0 0,0 0 0,0 1 0,-1 0 0,0 0 0,0 1 0,0 2 0,-1 0 0,0 2 0,-1 1 0,0 2 0,-1 1 0,0 3 0,-1 2 0,0 2 0,-1 3 0,-1 3 0,-1 2 0,0 4 0,-2 3 0,0 3 0,-1 4 0,-1 4 0,-1 4 0,-1 4 0,-1 4 0,-29-31 0,-15 19 0,7 3 0,-13-5 0,-6-1 0,0 1 0,8 4 0,15 7 0,12 4 0,2 3 0,-23-4 0,-9 0 0,12 8 0,10 10 0,-8-7 0,-2 3 0,12 18 0,2 3 0,-4-11 0,5 3 0,10 16-1357,42-20 0,25 0 0,-10 0 1,0 0-1</inkml:trace>
  <inkml:trace contextRef="#ctx0" brushRef="#br0" timeOffset="114284">22854 15249 24575,'-47'-40'0,"0"-1"0,0 1 0,1-1 0,-1 1 0,0 0 0,0-1 0,0 1 0,0-1 0,0 1 0,0 0 0,0-1 0,0 1 0,0 0 0,0-1 0,0 1 0,0-1 0,0 1 0,-6-5 0,10 10 0,3 2 0,-1-5 0,-7-13 0,19 17 0,-5-5 0,-4-5 0,-2-4 0,-3-4 0,-1-3 0,-2-2 0,-1-2 0,0-2 0,1 0 0,1-1 0,1 1 0,3 0 0,2 2 0,3 2 0,5 2 0,4 3 0,4 3 0,7 5 0,5 4-1967,7-25 1,14 9 0,8 3 0,4 1 0,-4-6 1753,-5 6 0,2-3 0,0-2 0,0 0 1,1 0-1,-1 3 0,-1 2 213,0-6 0,0 1 0,0 2 0,0 6 0,1 7 1409,7 0 0,5 5-1409,5-4 0,7-2 0,3 4 0,1 9 0,3 5 0,5-2 0,-4 2 0,5-4 0,3 1 0,-2 2 0,-4 4 407,6 3 1,-3 5-1,5-4-407,-7-4 0,5-5 0,3-3 0,1 1 0,0 3 0,-2 6 0,1 8 0,-1 5 0,-1 4 0,1-3 0,2-4 0,-2-7 0,2-5 0,0-2 0,0-1 0,-1 3 0,-2 4 0,-2 4 0,-2 4 0,-1 1 0,0-1 0,-1-1 0,1-4 0,0-2 0,-1 0 0,0 2 0,-1 2 0,11 3 0,-1 4 0,-1 2 0,-2-2 0,2-1 0,-2 0 0,9 1 0,-14 3 0,7 0 0,5 1 0,3 0 0,0 0 0,0-1 0,-5 1 0,-5-1 0,2-2 0,-5 0 0,-2-1 0,1 1 0,3 0 953,2 1 1,2 0 0,2 1-1,1-1 1,-1-1 0,0-1-954,0-1 0,3-3 0,0 0 0,-4 1 0,-7 0 0,-12 3 0,20-2 0,-9 3 0,17-3 0,7 1 0,-7 0 0,-18 4 0,8 3-1448,-5 0 0,14 0 0,3 0 0,-13 0 1448,-10 0 0,-1 0-1088,7-4 1,10-2 0,1 0 0,-10 1 1087,-3 4 0,1-3-443,-7-3 1,10-3-1,5-3 1,-1 1 0,-5 1-1,-11 3 443,-1 2 0,1 2-290,1-3 0,12-2 0,7-2 1,3 0-1,-3 1 0,-9 2 0,-12 2 290,-7 3 0,-1 1 377,14 1 1,12 1-1,6 0 1,-2 0-1,-10 1-377,-6 0 0,-5 0 0,-1 2 0,3 3 0,0 3 0,3-3 0,1-4 0,4-1 0,0-2 0,-2-1 0,2-4 0,-3-3 0,0 3 0,-5 5 0,0 1 0,3-4 0,9-10 0,6-7 0,-3 0 0,-14 5 0,2 3 721,-3-7 1,13-11 0,4-1 0,-6 3-722,-9 7 0,-4 2 0,5-5 0,0-3 0,5-5 0,3-3 0,1 0 0,-2 3 719,-4 5 0,0 2 0,0 0 1,-1-1-1,0-2-719,2-4 0,0-4 0,-2-1 0,-1 2 0,-3 1 0,-5 4 0,-2 2 0,-2 0 0,-2-2 0,5-12 0,-2-2 0,-2 0 0,4-4 0,0-1 0,-5 3 0,-4 1 0,0-3 0,-5 11 0,4-7 0,4-3 0,0-2 0,-2 3 0,-4 4 0,5-11 0,-4 5 0,0-4 59,-5 7 0,-1-3 0,1-1 0,1-2 0,0 0-59,4-5 0,3-3 0,-1 0 0,-3 5 0,-5 9 0,-1-3 0,-2 3 0,2-2 0,5-7 0,-3 1 0,-9 6 0,-13 0 0,-6 6 0,3-9 0,3-1 0,-1-12 0,-7 6 0,-18 10 0,-5 2 0,6-9 0,-1-5 0,-7 3 0,-11 8 0,-7 4 0,-1 1 801,11 9 0,-1 1 0,0 0 0,4 1-801,4 0 0,3 2 0,-2-2-1732,-16-12 0,-3-1 0,11 6 1732,2-6 0,6 15 0,-7 1 229,-1 10 1,-7 3 0,-5 3-230,3 5 0,-7 3 0,-2 1 0,1 0 0,3-4-125,3-4 1,2-2-1,1-1 1,-4 4 124,-1 5 0,-5 1 0,0 3 0,3 0 0,8 2-1100,-8 0 0,9 2 1100,-15-1 2170,11 0 0,-1 0-2170,15 0 0,1 0 0,-7 0 0,-2 0 0,4 0 0,2 0 0,-20 0 0,15 0 0,36 0 0,-16 0 0,21 0-563,21 0 0,22 0 0,11 0 0,-9 0 0,0 0 0,1 0 0</inkml:trace>
  <inkml:trace contextRef="#ctx0" brushRef="#br0" timeOffset="115336">29558 7256 24575,'0'-49'0,"0"0"0,0 13 0,0 6 0,0 9 0,0 21 0,0 0 0,-30 0 0,22 0 0,-27 0 0,-2 0 0,27 0 0,-31 0 0,-20 0 0,10 0 0,2 0 0,-3 6 0,-18 5 0,-1 1 0,13 0 0,15 3 0,2 1-2262,-20 5 1,-7 3 0,15-2 2261,12 3 0,20-4 0,47-21 0,30 0 0,-7 0 0,-13 0 0,-16 0 0,-20 0 0,0 30 0,21-1-754,-8 8 1,-1 2 753,14 13-60,-6-16 1,6 11-1,3 5 1,1-2-1,-2-5 60,5 3 0,0-5 0,1 4 0,-2 5 0,1 5 0,0-3 0,-1-15 0,10-7 0,-12-23 0,-30-57 0,0 7 0,0 0 0</inkml:trace>
  <inkml:trace contextRef="#ctx0" brushRef="#br0" timeOffset="126984">29098 7210 24575,'-32'-23'0,"0"0"0,-9 10 0,10 0 0,26-7 0,-57 40 0,52-15 0,-26 25 0,11 2 0,61-22 0,-26 31-1215,20-43 0,20-16 0,14-11 1,7-6-1,1-1 0,-7 4 1,-13 10 1214,-1 6 0,-8 6 0,4-8 286,4-9 1,12-12-1,3-3 1,-7 1-1,-18 10 1,-27 17-287,-49 25 0,-29 13 0,13-10 0,-8 0 0,-3 1 0,1 4 0,8 2 0,-1 2 0,0 3 0,3 0 0,4-2 0,-5 6 0,6-1 0,3-1 0,-13 10 0,25-14 0,71-40 0,18-9 0,-20 14 3392,1-15 0,-6 12-3392,-32 42 0,-14 23 0,4 3-2262,12 5 1,5 4 0,-3 1 2261,-8-14 0,-2 0 0,0 1 0,2 1 0,6 10 0,4 4 0,-1-3 0,-1-11 0,-5-8 0,0-6 0,0 21 0,0-98 0,0-7 0,-7-7 0,-7-7 0,-3 18 0,-3-1 0,1 3 3392,2 2 0,1-3-3392,-1-4 0,-3-8 0,1 0 0,3 9 0,2 7 0,2 3 0,-1-15 0,1 3 0,-9-5 0,62 71 0,-14 14 0,0 11 0,1-6 0,2-16 0,-1 3 0,-4 15 0,1 14 0,-3 2 0,-5-6 0,-3 8 0,-4-3 0,-5-8 0,0 0 0,7-8 0,24-6 0,-2-12 0,-22-11 0,16-52 0,-7-11 0,-22 40 0,-23-20 0,-5 13 0,15 70 0,-22-26 0,-2 3 0,25 24 0,-1-1 0</inkml:trace>
  <inkml:trace contextRef="#ctx0" brushRef="#br0" timeOffset="159922">24421 3202 24575,'0'-39'0,"0"1"0,-21 5 0,16-19 0,-25 45 0,-11 14 0,0 17 0,-3 13 0,3-6 0,1-10 0,1 2 0,0 10 0,-5 10 0,3 4 0,11-1 0,14 3 0,9 2 0,-1 0-2262,-7 6 1,-1 1 0,1-2 2261,8-12 0,2-2 0,-3 3-25,-7 18 1,-3 2-1,0-9 25,1-21 0,0-1 0,-2 17 0,-1 7 0,3-3 0,4 0 0,6-8 0,7 7 0,0-3 0,0-51 0,0 21 6748,20 4-6748,17 14 0,3-1 0,-2-4 55,15-7 0,7-3-55,-8-11 0,-2-6 0,-5-3 0,-5-3 0,-4-1 0,-93-25 0</inkml:trace>
  <inkml:trace contextRef="#ctx0" brushRef="#br0" timeOffset="161511">21518 3870 24575,'-26'0'0,"6"-31"0,-1 23 0,16-23 0,-15 31 0,20 0 0,0-20 0,0-6 0,0 1 0,0 4 0,0 21 0,0 0 0,0 41 0,20 0-2262,-16 13 1,-5 14 0,3-8 2261,8-18 0,1 0-1135,-5 12 1,0 12 0,-1-3 0,-2-15 1134,3-5-906,18 20 0,3-13 906,-20-45 0,24-5 0,-31-5 0,15-26 0,15-25 0,5-7 0,-2 8 0,-6 11 0,-1 2 0,10-10 0,-11 18 0,4-6 0,5-5 0,3-4 0,4-4 0,2-3 0,1-2 0,1 0 0,0 0 0,0 1 0,-1 1 0,-3 3 0,-2 4 0,-3 4 0,-5 6 261,15-18 1,-7 10-1,-2 3 1,1-2 0,7-8-262,-12 12 0,6-7 0,4-4 0,1-4 0,3-2 0,-1 1 0,-1 0 0,-3 4 0,-3 4 0,-6 5 0,-6 9 0,-7 8 2134,11-23-2134,-83 87 0,111-36 0,-40 41 0,1 0 0</inkml:trace>
  <inkml:trace contextRef="#ctx0" brushRef="#br0" timeOffset="220042">1728 13314 24575,'0'-56'0,"0"-1"0,0 1 0,-10 7 0,-1 1 0,10-6 0,3-4 0,-8 16 0,-14 22 0,20 45 0,0 19 0,0 17 0,0 3 0,0-6 0,0 3 0,0 3 0,0 4-184,0-16 1,0 4 0,0 2 0,0 1-1,0 0 1,0-1 0,0-3 183,0 11 0,0 0 0,0-2 0,0-2 0,0-3 0,0 2 0,0-2 0,0-4 0,0-7 0,0 12 0,0-28 0,0-72 0,0-7 0,0 44 0,23-33 0,15 1 0,1 48 0,-1-1 0</inkml:trace>
  <inkml:trace contextRef="#ctx0" brushRef="#br0" timeOffset="220610">2696 13821 24575,'-24'-40'0,"0"1"0,0 0 0,-4 16 0,-3 2 0,0-12 0,-3-4 0,-3 15 0,-12 27 0,-3 18 0,14 11 0,26 17 0,16 13 0,2 0 0,-5-9 0,1-1 0,5 1 0,9 7 0,6 0 0,4-7 0,19 0 0,-18-18 0,-53-29 0,-31 18 0,-4-1 0,18-20 0,-10-3 0,-12-2 0,19-2 0,28-3 0,18 5 0,45 13 0,0-1 0</inkml:trace>
  <inkml:trace contextRef="#ctx0" brushRef="#br0" timeOffset="221617">4055 13867 24575,'-50'-20'0,"-1"1"0,1-1 0,0 1 0,0 0 0,1 8 0,1 4 0,-10-8 0,-11-4 0,5 7 0,24 22 0,31 25 0,16 21 0,11 7 0,8-5 0,4-17-2835,23-22 1,12-17 0,-6 13 2834,-22 30 0,-6 19 0,-1-7 0,2-31 429,10-45 1,5-31 0,-6-12 0,-17 4-430,-27-5 0,-18-1 0,4 4 0,13-6 0,-2 6 0,-15 7 0,1 24 0,16 71 0,8 39 0,-3-33 0,2 9 0,0 8 0,0 4 0,-1 2 0,-2 0 0,-4-4 0,-4-5-265,-6-6 1,-5-3 0,-2-2 0,-3-1 0,0 1 0,2 1-1,2 3 265,5 3 0,2 5 0,1 1 0,1 2 0,-1-3 0,-2-3 0,-4-5 0,-5-8 0,-10 4 0,-6-2 0,-2-8 0,-1-12 0,3-20 0,-9-30 0,0-28 0,4-11 0,12 6 0,17 11 0,8-1 0,-1-2 0,-10-5 0,-4-5 0,6 2 0,15 8 652,23 5 0,14 7 0,4 11 0,17 17 0,6 12 0,-5 3 0,0-1 0,0 1 0</inkml:trace>
  <inkml:trace contextRef="#ctx0" brushRef="#br0" timeOffset="222248">4815 13913 24575,'-31'-33'0,"1"-1"0,-11 15 0,-5 8 0,1 4 0,-3 6 0,0 9 0,-8 15 0,0 13 0,9 7 0,12 4 0,9 7 0,8 1 0,5 9 0,10 1 0,19-17 0,30-33 0,19-17 0,-5 4 0,-2 25 0,-6-16 0,-15-35 0,2-21 0,-2-11 0,-9 1 0,-15 10 0,-29-3 0,-9 2 0,22-5 0,5-4 0,-11 12 0,-32 13 0,10 19 0,54 37 0,2 19 0,9 7 0,10-15 0,1-1 0,-1 1 0</inkml:trace>
  <inkml:trace contextRef="#ctx0" brushRef="#br0" timeOffset="223146">5437 13913 24575,'-26'-49'0,"1"1"0,9 17 0,-1 3 0,-20-14 0,-3 7 0,-6 14 0,8 53 0,-1 8 0,-15-22 0,19 27 0,1 18 0,6-7 0,10-25 0,5 2 0,-1 22 0,3 11 0,16-13 0,29-19 0,9-9 0,-15 2 0,2-13 0,10-39 0,4-25 0,-10 4 0,-17 17 0,-3 0 0,9-22 0,-5 20 0,-18 59 0,4 21 0,12-1 0,31-28 0,4-4 0,-29 21 0,-1-13-1357,10-45 0,9-31 0,4-17 1,-5 0-1,-9 14 1357,-5 3 0,-6-3-236,-4 10 1,1-8-1,1-4 1,0-3-1,0 2 1,-2 3 235,1 0 0,-1 1 0,0 1 0,-1 3 0,-2 4 0,0-4 0,-2 6 0,1-6 0,0 1 0,0-8 0,1-1 0,0 6 0,-2 12 0,11-11 0,-19 75 0,-4 24 0,2-4 0,0 11 0,0 5 0,0 0 0,0-5-397,0 9 0,0-3 0,0 8 397,0-14 0,0 8 0,0 5 0,0 2 0,0-3 0,0-6 0,0-10 0,0 4 0,0-10 0,0 4 0,-1 2 0,-1 6 0,2-4 0,3-10 5494,17 19-5494,6-88 0,-2-5 0,-2-4 0,-8 5 0,-2-2 0,-2-7 0,0-1 0</inkml:trace>
  <inkml:trace contextRef="#ctx0" brushRef="#br0" timeOffset="224363">7557 13775 8191,'-46'-40'0,"-1"0"0,-4 8 0,0 3 2531,13 5 1,2 2-2532,-5-2 0,5 7 0,10 12 2818,6-16-2818,21 51 0,11 34 0,4 10 0,-4-17 645,-8-19 1,2 1-646,8 11 0,6 13 0,3 5 0,-2-5 0,-7-15 3286,-7-13 0,-1-3-3286,21 23 0,-3 0 0,-24 6 0,-38-72 0,-25-25 0,5-3 0,33 18 0,60 32 0,29 14 0,-25-18 0,-62-45 0,-29-21 0,30 18 0,52 37 0,29 16 0,13 9 0,0 0 0,-18-10 0,-11-8 0,-2-6 0,23-2 0,9-6 0,-20-14 0,-34-32 0,-15-8 0,6 20 0,-5 0 0,-16-21 0,-16 14 0,-14 45 0,10 14 0,31-2-2048,-2 34 0,1 23 0,4-9 2048,17 1-1513,1 1 1,6 10 0,2-16 1512,30-21-964,-5-33 1,10-11-1,-13-4 964,-7-19 0,-14-4 0,6-16 0,-5-1 0,-16 12 0,-30-5 573,19 4 0,6-7 1,-9 28-574,-21 48 1978,16 22 1,8 13-1979,1 2 0,4 4 0,-3-2 0,-7 5 0,7-3 0,22-4 0,12-1 0,5-15 0,13-28 0,-1 0 0</inkml:trace>
  <inkml:trace contextRef="#ctx0" brushRef="#br0" timeOffset="225334">8639 14074 24575,'-12'59'0,"0"-1"0,0 1 0,0-1 0,0 1 0,0-1 0,0 1 0,-44-29 0,43 14 0,7 26 0,3 11 0,4-4 0,0-20 0,-2-35 0,-1-39 0,-1-29 0,0-18 0,3-9 0,2-1 0,4 10 0,7 5 0,5-1 0,4 0 0,0 1 0,-1 2 0,-4 1 0,-4-9 0,-5 3 0,2 2 0,7 2 0,14-7 0,9-4 0,-1 15 0,-10 34 0,-11 57 0,-9 34 0,-11-10-3392,-16-27 0,-5-4 3392,8 22 0,-6-6 0,-12-31 0,0-10 0,12-5 0,42 0 0,25 0 0,13-10 0,5 0 0,-21 10 0,-2-5 0,2-20 0,-1-10 0,-9 2 0,-7-5 0,-12-8 0,-8 15 0,-15 59 0,-2 16 6784,6-1-6784,0 8 0,-2 19 0,2 2 0,1-14 0,4-13 0,0 0 0,-2 14 0,0 14 0,1-10 0,6-36 0,8-49 0,5-36 0,3-14 0,-1 4 0,-3 15 0,0-3 0,1 0 0,1-2 0,-1 0 0,-1 2 0,-1-3 0,1-1 0,1 2 0,2 4 0,2 6 0,12-7 0,4 1 0,0 14 0,-9 25 0,7 63-1357,-22-6 0,2 14 0,-3 6 1,-2-4-1,-4-15 1357,-7 14 0,-2 1 0,-2 10 0,-11-30 0,-16-58 0,-4-7 0,-1 35 0,9-33 0,13-1 0,40 26 0</inkml:trace>
  <inkml:trace contextRef="#ctx0" brushRef="#br0" timeOffset="226709">10160 13821 24575,'13'-39'0,"0"1"0,-13 5 0,-26-19 0,-10 49 0,-5 6 0,-13-3 0,-10-4 0,0 8 0,35 21 0,0 2 0,-33-14 0,6 7 0,33 33 0,15 12 0,0 0 0,16-2 0,24-25 0,15-4 0,-3-1 0,-2 13 0,6-16 0,1-31 0,11-16 0,-2-9 0,-16-6 0,-18-15 0,-15-9 0,2 2 0,5 5 0,2 1 0,-1 25 0,14 54 0,-41 25 0,19-1 0,10 8 0,-1-32 0,2-62 0,-9-16 0,-3-15 0,4 5 0,10 1 0,5 1 0,-4 2 0,3-4 0,7 9 0,4 17 0,6 7 0,-1 7 0,10 11 0,-4-1 0,-7-14 0,0-9 0,5-11 0,2-8 0,-9 6 0,-16 19 0,-2-6 0,-4-7 0,3-15 0,1-8 0,-1-5 0,0 1 0,-4 6 0,-2 10 0,-2 1 0,-4 7 0,0-6 0,1-24 0,1-16 0,-3 14 0,-2 42 0,-5 71 0,-15 0 0,-1 12-826,12-1 1,4 10 0,1 5-1,-1 2 1,-5-4 825,-6-5 0,-5-3 0,-1 1 0,1 1 0,5 4 0,5-4 0,4 4 0,3 3 0,0 1 0,-1-3 0,-1-4 0,-3-6 0,-6 3 0,-4-4 0,2-6 0,7-5 0,14 15 0,3-27 0,-10-63 0,1-28 0,11 7 0,7-9 0,0-1 0,-5 7 0,-12-8 0,4 4-1806,20 4 1,10-2-1,-11 11 1806,-17 2 0,31 42 0,19 15 0,-8 3 0,-17 0 0,0 3 0,19 5 0,1 0 0,-1 0 0</inkml:trace>
  <inkml:trace contextRef="#ctx0" brushRef="#br0" timeOffset="227352">11381 13821 24575,'38'-42'0,"1"0"0,-1 0 0,1 1 0,-1-1 0,0 0 0,8-4 0,4-5 0,-3 5 0,-12 12 0,-21 21 0,-34 33 0,-23 24 0,9 5 0,22-5 0,8 6 0,5 3 0,4-3-851,2 2 1,5 1 0,4-4-1,5-8 1,26 10 0,11-26 0,-2-56-1,1-1 1,-1 1 0</inkml:trace>
  <inkml:trace contextRef="#ctx0" brushRef="#br0" timeOffset="227818">12533 12807 24575,'0'-48'0,"0"-1"0,0 215-2014,0-166 2014,0 343 0,0-290 0,0-8 0,0 3 162,0 1 0,0 4 0,0-2 0,0-7-162,3 9 0,-6-24 0,-15-50 0,-5-14 0,-8-9 0,-4 11 0,-9-3 0,6 13 0,-1 23 0,1 21 0,-11 15 0,2 7 0,17 0 0,22 4 0,13 3 0,6 2-1528,0 0 1,4 5 0,5-2 0,3-7 1527,7 1 0,5-6 0,10-12 0,3-17 0,11-8 0,4-7 0,-4-6 0,-11-5 0,5-23 0,-7-12 0,-8 15 0,0-1 0,0 0 0,0 1 0</inkml:trace>
  <inkml:trace contextRef="#ctx0" brushRef="#br0" timeOffset="229382">13708 12600 24575,'0'-45'0,"0"0"0,0 25 0,0 65 0,0 35 0,0-32 0,0 3 0,0 4 0,0 4-1639,0-2 1,0 5-1,0 3 1,0 1 0,0-3-1,0-5 1266,0 2 1,1-4-1,-1-1 1,-1 4 372,-1-5 0,-2 6 0,0 2 0,0-3 0,0-7 0,1-11 2818,-2 23-2818,-6 4 0,2-24 0,9-59 1719,0-11-1719,0-14 0,0-19 0,0-3 0,0 8-247,-1 2 1,2-3 246,-2-3 0,-1-15 0,3-2 0,5 7 0,10 19 0,31 19 0,4 7 0,-19-43 0,0 19 0,-2 60 0,9 25 0,1 14 0,-5 4 0,-10-5 0,-15-2 0,-11 2 0,-3 1 0,6 1 1308,11-2 0,7 3 0,0 1 0,-7-3 0,-15-6-1308,-22 2 0,-16-3 0,-3-7 0,7-10 0,-13-3 0,-7-25 0,-13-10 0,15 0 0,18 0 0,0-22 0,11 2 0,25 25 0,29-4 0,25 0 0,-4 7 0,-15 11 0,4 2 0,6-9 0,10-5 0,5-2 0,1-1 0,-5 3 0,-5 2 0,1-1 0,0 1 0,0 0 0</inkml:trace>
  <inkml:trace contextRef="#ctx0" brushRef="#br0" timeOffset="229860">14422 13775 24575,'0'-58'0,"0"0"0,40 60 0,12 17 0,-9-3 0,3 3 0,1-5 0,7-4 0,2-5 0,-5-15-2126,-14-18 0,-3-13 0,-5-6 1,-6 1 2125,2-11 0,-8-2 0,-18 24-1374,-60 56 1374,50 17 0,6 19-44,-3-15 0,-3 10 0,-1 6 1,-2 6-1,-2 3 0,0-1 0,-2-2 1,1-4 43,-3 5 0,0 2 0,0 1 0,-3-3 0,-1-5 0,-4-7 0,-4-11 0,-14-9 0,-5-13 0,-3-3 0,3 8 0,6 16 0,0 14 0,1-2 0,3-13 0,4-30 0,9-30 0,0-22 0,2-17 0,2-9 0,3-6 0,4 3 0,5 7 0,6 14 0,11-4 0,8 7 0,0 2 0,-10-24 0,12 18 0,46 60 0,1 0 0</inkml:trace>
  <inkml:trace contextRef="#ctx0" brushRef="#br0" timeOffset="230531">16035 14028 24575,'-33'23'0,"-1"0"0,24-38 0,7-22 0,5-17 0,4-9 0,1 15 0,3-6 0,3-6 0,1-1 0,-1-1 0,1 3 0,-3 4-258,1-3 1,-2 4-1,0 1 1,1-3 0,0-7 257,-2 8 0,0-7 0,1-5 0,-1-3 0,1-2 0,0 2 0,0 3 0,-1 5 0,-1 7 0,0 10 139,1-5 1,-2 10 0,8-5-140,3 0 0,7-9 0,5-4 0,1 0 0,0 4 0,-2 10 0,-4 14 214,31-1-214,-10 26 0,17 6 0,4 3 0,-7 5 0,-19 2 0,-8 25 0,8 2 0,14 13 0,-4 2 0,-24-5-558,-34-3 1,-16 2 0,7 0 0,-1 8-1,-4 0 1,-7-7 0,-18-16 0,1 1-1,-1-1 1,1 1 0</inkml:trace>
  <inkml:trace contextRef="#ctx0" brushRef="#br0" timeOffset="230738">15989 13107 24575,'62'8'0,"0"0"0,0 0 0,0 0 0,-1 1 0,0-8 0,-7-1 0,0 9 0,-4 11 0,1 8 0,-4 4 0,-10 0 0,-12 13 0,1 0 0</inkml:trace>
  <inkml:trace contextRef="#ctx0" brushRef="#br0" timeOffset="231247">16910 13406 24575,'-49'32'0,"0"0"0,0-1 0,0 1 0,0 0 0,28 14 0,-17-10 0,-24 10 0,-4 2 0,15-9 0,33-19 0,42-22 0,29-15 0,10-8 0,-9-2-2126,-12-3 0,-2-5 0,-1-2 1,1 3 2125,8 4 0,2 1 0,-2 0 0,-9-3 573,-5-20 0,-7-4 0,-17 31-573,-26 70 0,-21 17 0,-9-49 0,-1 2 0,24 27 0,7 19 0,2 0 0,-2-15 0,-19-2 0,42 0 0,15 9 0,0-17 0,-4-26 0,21 2 0,16-2 0,-6-12 0,-9-30 0,-1-12 0,11 7 0,-1 0 0,1 1 0</inkml:trace>
  <inkml:trace contextRef="#ctx0" brushRef="#br0" timeOffset="231502">17417 13521 24575,'13'-45'0,"0"1"0,4-19 0,-14 13 0,-44 40 0,-9 6 0,-2 8 0,19 6 0,2 11 0,-1 12 0,-6 16 0,3 6 0,11-3 0,20-11 0,42-6 0,28-11 0,-6 4 0,-29 8 0,-4 1 0,9-13 0,22-43 0,0 0 0,0 0 0,0 0 0,0 0 0</inkml:trace>
  <inkml:trace contextRef="#ctx0" brushRef="#br0" timeOffset="231829">18016 12761 24575,'-10'-55'0,"0"0"0,7 6 0,1 21-3277,-5 59 0,-1 33 0,2-5 2532,6-24 0,0 4 745,-2 4 0,-1 10 0,-1 7 0,-1 2 0,1-1 0,2-5 595,-1 10 0,2-4 0,0 0 0,0 2-595,1-8 0,0 1 0,0 1 0,0-1 0,0-4 0,1 3 0,-1-1 0,1-5 0,3-6 0,16 38-527,-20-82 1,0-61 0,0 22-1,0 1 1</inkml:trace>
  <inkml:trace contextRef="#ctx0" brushRef="#br0" timeOffset="232270">17970 13706 24575,'-26'-51'0,"1"0"0,-1 1 0,1-1 0,3-1 0,4 3 0,4 2 0,-5-7 0,17 11 0,41 25 0,12 7 0,-13-5 0,6 2 0,10 9 0,13 6 0,0 1 0,-12 0 0,-10-2 0,0 0 0,4 1 0,10 1 0,-2-2 0,-12-3 0,8-18 0,-45-10 0,-10-4 0,-11-1 0,-31-3 0,-10 16 0,8 44 0,11 20 0,28 20 0,11 6 0,-15-15 0,4 6-1131,14-5 0,8 12 1,4 7-1,2-1 0,-1-8 1,-5-13 1130,4-7 0,-7-2-429,-11 21 1,-7 16-1,-8-6 1,-8-28 428,-10-37 0,-8-14 0,-12-1 0,-5-5 0,31 3 0,56 3 0,8-9 0,-1 1 0</inkml:trace>
  <inkml:trace contextRef="#ctx0" brushRef="#br0" timeOffset="232399">18938 13959 24575,'-44'10'0,"1"0"0,-1 1 0,-17 8 0,-1 0 0</inkml:trace>
  <inkml:trace contextRef="#ctx0" brushRef="#br0" timeOffset="233935">18984 13567 24575,'-45'0'0,"-1"0"0,1 0 0,2 0 0,9 0 0,19 0 0,66-20 0,-23-16 0,8-13 0,-15-7 0</inkml:trace>
  <inkml:trace contextRef="#ctx0" brushRef="#br0" timeOffset="234337">19352 13199 24575,'5'-53'0,"-1"0"0,0 0 0,5 17 0,5-2 0,4 2 0,9-9 0,5-6 0,3-4 0,0-3 0,-2-1 0,-6 2 0,-9 3-1639,-7-5 1,-9-1-1,-4 1 1,-2 0 0,3 0-1,6-1 1390,12-2 1,10-2 0,3 0 0,-5 2-1,-13 4 1,-18 5 248,-19 12 0,-16 0 0,-11 2 0,-7 3 0,-3 4 0,1 5 0,6 6 0,10 7 939,-4 7 0,6 10 1,-5 6-940,-15 5 0,-16 5 0,1 4 0,19 0 0,35-4 0,59 0 0,28 0 0,-9 5 0,-1 0 0,1 0 0</inkml:trace>
  <inkml:trace contextRef="#ctx0" brushRef="#br0" timeOffset="251664">22393 15894 24575,'-56'8'0,"0"-1"0,13 9 0,-7 7 0,-7 5 0,-3 4 0,-3 2 0,0-1 0,1-1 0,2-5 0,2-2 0,0-3 0,0 0 0,0-1 0,-1 0 0,1 2 0,-1 0 0,1 2 0,2 2 0,-1 2 0,-1 1 0,1 2 0,-1 0 0,3-2 0,1-1 0,4-4 0,3-3 0,-25 6 0,-2-3 0,17-6 0,35-9 0,48-10 0,-1 0 0,16 0 0,-5 0 0,23 0 0</inkml:trace>
  <inkml:trace contextRef="#ctx0" brushRef="#br0" timeOffset="252399">21518 15894 24575,'-51'-26'0,"10"6"0,68 11 0,29 2 0,-6 2 0,4 0 0,-14-1 0,7-1 0,4 0 0,2 0 0,5 1 0,1 0 0,-4 4-2835,1 6 1,-4 3 0,4-2 2834,6-12 0,7-7 0,-7 7 0,-22 19-705,-29 32 1,-21 21-1,-10 2 1,-2-18 704,-6-22 0,-3-2-469,-4 27 1,-5 18-1,8-4 1,21-29 468,22-32 0,35 16 0,-11-28 0,1-7 0,-4 1 0,0 0 0</inkml:trace>
  <inkml:trace contextRef="#ctx0" brushRef="#br0" timeOffset="253568">17671 16861 24575,'-11'-33'0,"1"0"0,5 2 0,-3-8 0,-5 6 0,-7 26 0,-36-24 0,22 31 0,-7-6 0,-12-4 0,4 6 0,6 11 0,2 1 0,-16-22 0,6 13 0,26 42 0,11 23 0,12-6 0,20-10 0,10 2 0,-9-6 0,1 9 0,2 3 0,0-3 0,-2-9 0,10 10 0,-2-3 0,-1 6 0,-4 5 0,-21-12-2262,-32-25 1,-16-10 0,4 4 2261,9 25 0,-3-11 0,-7-37 0,-11-17 0,1-5 0,13 5 0,2-2 0,-8-26 0,20 6 0,67 43 0,-3 22 0,6 7 0,0-7 0,-1-1 0,1 0 0</inkml:trace>
  <inkml:trace contextRef="#ctx0" brushRef="#br0" timeOffset="254181">17878 17161 24575,'-21'-46'0,"-14"20"0,6 6 0,-22 20 0,46 20 0,-15-15 0,6 35 0,7 12 0,3-12 0,3 0 0,-2 3 0,6 1 0,20 8 0,10-12 0,21-32-1696,-15-33 0,8-19 0,-1-4 0,-9 11 1696,-11 16 0,-3-4 0,-1-20 0,4-20 0,-3-4 0,-6 15 0,-13 31 0,-40 77 0,8-88 0,14 64 0,4 30 0,3-1 0,-1 9 0,16-6 0,24-25 0,13-6 0,-9-4 0,-8 14 0,28-73 0,1 0 0</inkml:trace>
  <inkml:trace contextRef="#ctx0" brushRef="#br0" timeOffset="255183">18523 16401 24575,'0'-59'0,"0"0"0,0 15 0,0-11 0,0 18 0,0 88 0,0-38-1418,0 22 1,0 23 0,0 15 0,0 3 0,0-5 0,0-15 1417,0 4 0,0 0 0,-2-12 0,0 10 0,-2 7 0,1 1 0,-1-2 0,1-9 0,1-12 247,0 1 0,-2-8-247,-7 5 0,2-5 0,9-16 0,0-71 0,0 18 0,0-4 0,0-3 0,-1 6 0,2 1 6178,19-28-6178,-19 25 0,4 3 0,46-3 915,-8 10 1,3 11-916,-5 31 0,0 4 0,7-29 0,-6 7 0,-20 54 0,-13 9 0,-9-23 0,-14 9 0,-7 9 0,4-10 0,5-8 0,-26-5 0,-16 2 0,2-11 0,10-19 0,0-4 0,-12 9 0,0 0 0,7-12 0,12 4 0,30 19 0,26-16 0,30 15 0,-5-20 0,0 0 0</inkml:trace>
  <inkml:trace contextRef="#ctx0" brushRef="#br0" timeOffset="256300">19398 17230 24575,'-25'-59'0,"4"3"0,-9 30 0,22 6 0,-43-1 0,18 7 0,-1 3 0,2 6 0,-2 4 0,-14-2 0,6 12 0,13 43 0,22 13 0,26-20 0,13-5 0,0-7 0,6-2 0,3-13 0,9-25 0,5-17 0,-4-2 0,7 0 0,-9-12 0,-24-9 0,-3-15 0,-9 7 0,-11 30 0,-43 74 0,30-98 0,-2 77 0,-5 37 0,0 12 0,6-17-445,9-19 0,1 3 445,-3 3 0,-1 13 0,-1 6 0,-2 3 0,-2-3 0,-2-8 0,-6 2 0,-2-3 0,-2-5 0,-4-1-1623,-1-5 1,-3-3 0,-1-2-1,0-5 1623,-2 5 0,1-5 0,0-23-1085,2-42 0,1-31 1,3-8-1,3 15 1085,2 18 0,3 1 0,-1-15 0,2-7 0,7 12 0,11 16 0,49 49 0,-8 11 0,0 0 0</inkml:trace>
  <inkml:trace contextRef="#ctx0" brushRef="#br0" timeOffset="256963">19997 17322 24575,'-20'-46'0,"15"20"0,-16-25 0,21 44 0,0-24 0,0 31-6784,-133 71 6784,100-53 0,-2 8 0,-11 11 0,2 4 0,15-1 0,23 10 0,7 0 0,-16-4 0,10 0 0,30 1 0,18-1 0,1-27 0,-4-43 0,2-30 0,-1-11 0,-2 11 0,-2 16 0,-2 4 0,-2-6 0,-1-13 0,1-10 0,-9 1 0,-21 12 0,-29 8 0,-17 7 0,2 20 0,5 28 0,5 15 0,4 0 0,8 5 0,15 4 0,13 0 0,20-3 0,15-1 0,1-2 0,0-8 0,0 1 0,1 0 0</inkml:trace>
  <inkml:trace contextRef="#ctx0" brushRef="#br0" timeOffset="257690">20620 17368 24575,'-21'-46'0,"16"20"0,-16 6 0,21 20 0,-30-20 0,22 14 0,-43-14 0,5 40 0,-5 6-2126,21 9 0,-2 15 0,1 2 1,6-10 2125,4-13 0,3 1 573,-7 22 0,1 8 0,22-18-573,46-36 0,9-12 0,-9 6-1135,-2-18 1,12-12 0,-2-5 0,-16 5 1134,-13-19-1012,13 0 1,10-10 0,-15 9 1011,-26-2 1107,6 13 0,-1 2-1107,-10 9 0,-19 73 0,-3 22 0,11-31 0,-7 10 0,-8 17 0,3 2 0,19-14 0,35-13 0,2-4 0,-42 18 0,5-9 0,48-33 0,4-20 0,-35-22 0,0 0 0</inkml:trace>
  <inkml:trace contextRef="#ctx0" brushRef="#br0" timeOffset="258138">21172 16861 24575,'0'-48'0,"0"-1"0,0 11 0,0 38 0,0 38 0,2 20 0,-4 12 0,-9-15 0,-6 3 0,4-5-4916,8 0 1,0-1 4487,-6-1 0,-5 4 0,2-2 1125,3-4 0,0-2 0,3-5-697,4-7 0,0-1 1791,-27 84-1791,31-118 0,31-5 0,-23-15 0,22 40 0,-30 6 0</inkml:trace>
  <inkml:trace contextRef="#ctx0" brushRef="#br0" timeOffset="258815">21633 17368 24575,'21'-46'0,"4"0"0,1 20 0,-47 6 0,11 20 0,-31 6 0,-10 8 0,13 6 0,2 6 0,-8 15 0,1 0 0,1-14 0,17 0 0,45 11 0,22-4 0,11-18 0,6-7 0,-4 2 0,-5 4 0,-3 13 0,-22 5 0,-55-2 0,-17 0 0,20-4 0,-5 0-2262,-21 0 1,-11 0 0,12-10 2261,9-12 0,-9 10 0,12-9 0,40-27 0,51 16 0,-19-5 0,0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2T11:42:47.495"/>
    </inkml:context>
    <inkml:brush xml:id="br0">
      <inkml:brushProperty name="width" value="0.05292" units="cm"/>
      <inkml:brushProperty name="height" value="0.05292" units="cm"/>
      <inkml:brushProperty name="color" value="#A020F0"/>
    </inkml:brush>
    <inkml:brush xml:id="br1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19445 6104 24575,'-7'59'0,"1"-1"0,-1 1 0,1-1 0,0 1 0,-1-1 0,1 1 0,-1-1 0,1 3 0,0 1 0,0 2 0,0-1 0,1-1 0,0-3 0,1-4 0,1-5 0,2 10 0,1-7 0,1-3 0,-1 0 0,0 7 0,0-1 0,0 5 0,-1-4 0,-2 5 0,1 3 0,3-3 0,4-6-2835,14 3 1,5-7 0,-5 3 2834,-13-7 0,-5 1 0,0 2 0,6 3-470,7-1 0,6 6 1,3 1-1,0-1 1,-3-6-1,-7-9 470,-7 2 0,1 0 0,7-2 0,7 9 0,4 8 0,3 2 0,0-1 0,-2-5 0,-5-8 0,3 9 0,-3-8 0,4 1 0,4-3 0,5 2 0,-1-1 0,-7-4 0,1 24 0,-13-31 0,-14-58 0,-20 20 0,15 0 0,-16 0 0,21 0 0</inkml:trace>
  <inkml:trace contextRef="#ctx0" brushRef="#br0" timeOffset="788">19398 9099 24575,'-5'-57'0,"-10"29"0,42 41 0,21 21 0,-10 1 0,-15 24 0,2-23 0,10 6 0,3 1 0,-3-3 0,0 1 0,-2-3 0,1-4 0,6-1 0,5-7 0,10-8 0,8-7 0,-12-20 0,-25-27 0,-10-19 0,0 0 0,11 4 0,1-1 0,-6-1 0,-8-1 0,-7 0 0,-7 11 0,-21 2 0,-4 90 0,2-8 0,0 0 0</inkml:trace>
  <inkml:trace contextRef="#ctx0" brushRef="#br0" timeOffset="3775">20758 11033 24575,'-26'-30'0,"6"22"0,40-23 0,-15 31 0,16 0 0,-21 0 0,0-20 0,0 15 0,0-16 0,0 72-1131,-2-8 0,-1 14 1,-2 9-1,1 3 0,0-5 1,1-12 1130,1-5 0,1-7 0,-1 9 0,-1-3 0,-1 8 0,-1 5 0,1 5 0,0 1 0,1 0 0,3-4 0,3-4-757,5 2 1,4-1 0,2-3 0,0-1 0,0-1 0,-5-2 756,-2 7 0,-4-5 0,0 2 0,2 7-31,2-11 0,1 6 0,1 4 0,1 2 0,1 0 0,-1 0 1,-1-2-1,-1-4 31,0 3 0,0-1 0,-1-2 0,0-1 0,-1-1 0,-1-2 0,-2 1 0,-2-2 0,-1-1 0,2 1 0,2 3 0,3 4 0,0 6 0,3 1 0,1-3 0,1-7 0,3-12 2207,12-3 0,2-3-2207,-10 14 0,-2 11 0,0 4 0,4-3 0,6-4 0,4-1 0,-1 0 0,-5-1 1650,-10-8 0,-3 0 1,-1 0-1,5 2-1650,3 1 0,3 4 0,2 1 0,0-5 0,-1-8-3116,11 7 1,-1-4 3115,-10-1 0,1 3 0,3-17-661,13-25 0,-8-16 661,-27-10 0,15-53 0,-20 71 0</inkml:trace>
  <inkml:trace contextRef="#ctx0" brushRef="#br0" timeOffset="4474">21080 15042 24575,'-52'0'0,"-1"0"0,12-21 0,6 16 0,55-15 0,-3 42 0,7 17 0,9-12 0,11 3 0,5 2 0,-1-1 0,-7-3 0,-3 6 0,-4-2 0,7-3 0,17 4 0,12 3 0,-4-12 0,-20-25 0,-27-33 0,-16-21 0,3 1 0,10 7 0,3 0 0,-2-5 0,-5-8 0,-1-8 0,0 4 0,1 13 0,2 15 0,2 8 0,5 1 0,-1 0 0</inkml:trace>
  <inkml:trace contextRef="#ctx0" brushRef="#br0" timeOffset="9079">20504 5482 24575,'-25'21'0,"4"-16"0,21 15 0,21-20 0,-16 31 0,15-3 0,11 8 0,8-9 0,15 5 0,4-1 0,-7-9 0,2-11 0,4 1 0,-10 8 0,11 9 0,7 6 0,1 1 0,-3-1 0,-8-6 0,-12-8 0,-3-6 0,-1-2 0,2 3 0,8 4 0,6 2 0,2 2 0,-2 2 0,-4-1 0,-2 5 0,-4 1 0,0 1 0,0 1 0,4 0 0,2-1 0,5 1 0,1 0 0,-1 1 0,0 1 0,-5 0-1203,2 7 1,-4 1 0,-1 1 0,0-2 0,0-3 1202,-5-7 0,-1-3 0,0-2 0,4 2 0,6 3-480,-6-5 1,6 3 0,4 3 0,3 0-1,2 1 1,0 0 0,-1-2 0,-1-1-1,-5-3 1,-4-3 479,11 2 0,-8-7 0,-1-1 0,5 5 0,10 9 0,-28-12 0,5 4 0,3 3 0,4 3 0,3 2 0,2 2 0,2 2 0,2 1 0,0 1 0,1 2 0,1-1 0,-2 1 0,0-1 0,-1 0 0,-3-1 0,-1-1 0,-4-2 0,-2-2 0,-5-1 0,-3-4-236,13 12 0,-7-3 0,-5-3 0,-2 0 0,-1-1 0,1 1 0,2 2 0,5 3 236,-2-3 0,4 3 0,3 2 0,3 1 0,0 2 0,0-1 0,0 1 0,-2-2 0,-3 0 0,-3-3 0,-4-1 0,-6-4 0,8 11 0,-8-3 0,-3-3 0,-3 0 0,1 1 0,8 10 0,-1 0 0,-2 1 0,-2 1 647,-9-7 0,-3 1 0,-1 1 0,3 1 0,2-1-647,5 0 0,5 0 0,2 1 0,-1-1 0,-2-1 0,-5-2 1364,-3 3 1,-5-2 0,0-2 0,3-1-1365,7 2 0,5-1 0,-3-4 0,-8-5 0,-2 19 0,-13-26 0,2 5 999,2 9 1,3 9-1,0 0 1,-1-10-1000,-2-13 0,1 0 0,2 21 0,0 9 0,-1-17 0,3-20 0,-21-21 0,0 0 0,0 20 0,0 6 0,0-1 0,0 16 0,0-56 0,0 10 0</inkml:trace>
  <inkml:trace contextRef="#ctx0" brushRef="#br0" timeOffset="9706">26356 10573 24575,'-25'-39'0,"-1"1"0,46 65 0,21 30 0,-2-10 0,9-17 0,-18 10 0,2 16 0,3 1 0,-1-15 0,18-7 0,-12-24 0,-35-52 0,14 5 0,9-7 0,-3-6 0,-9-5 0,-4-6 0,0-2 0,2 5 0,5-2 0,2 3 0,0 2 0,2-1 0,0 1 0,-7 15-1418,-11 18 1,5 47 0,0 20 0,-10-1 0,0-1 0</inkml:trace>
  <inkml:trace contextRef="#ctx0" brushRef="#br0" timeOffset="11400">26310 13107 24575,'-31'46'0,"24"-21"0,-24-4 0,31-42 0,31-25 0,-24-5 0,24 5 0,-31 25 0,-20 48 0,-11 28 0,6-9 0,-4 11 0,-2 4 0,-1-1 0,3-7-1437,3-10 0,1-4 0,-1 0 0,-2 6 1437,2-1 0,-3 6 0,-1 3 0,-1 2 0,-1-1 0,1-3 0,0-5 0,-2 2 0,2-6 0,-1 0 0,-3-1 0,-5 4-543,3-8 1,-5 3 0,-3 0 0,-3 1 0,-1 1-1,1-1 1,0 0 0,4-1 0,3-1 542,-4 6 0,5 0 0,2-1 0,-1-1 0,-2-1 0,-5 0 0,2-5 0,-4 0 0,-3 0 0,-2 0 0,1-2 0,-1-2 0,3-2 0,2-4-653,-9 1 0,0-3 1,2-4-1,3-1 1,4-2 652,-1 3 0,4-2 0,-4 0-437,-1 0 1,-9 3-1,0 0 1,11-4-1,18-7 437,20-6 1719,-52 16-1719,57-1 0,-15-14 3034,40 14-3034,6-20 0,20-20 0,0-6 0</inkml:trace>
  <inkml:trace contextRef="#ctx0" brushRef="#br0" timeOffset="11892">24260 14673 24575,'0'-43'0,"0"-1"0,0 8 0,0-25 0,0 61 0,0 0 0,-21 41 0,3-5 0,-5 8 0,-2-1 0,-3-8 0,-2 0 0,1 5 0,6 1 0,1 7 0,-1 2 0,0 0 0,-2-4 0,-10 2 0,-4-4 0,3 0 0,13 2 0,21 11 0,14 1 0,-9-2 0,-24-3 0,-7-2 0,23-14 0,37-20 0,21-12 0,10-6 0,-6-5 0,7-8 0,-2-8 0,-1 2 0,-9 8 0,-1 1 0,-3-4 0,-5-9 0,-1 0 0,1 0 0</inkml:trace>
  <inkml:trace contextRef="#ctx0" brushRef="#br1" timeOffset="46761">23154 15042 24575,'-51'25'0,"10"-4"0,61-38 0,32-18 0,9-5 0,-23 15 0,6-3 0,6-3 0,4-2 0,2-2 0,1 0 0,-1 0 0,-3 0 0,-2 2 0,-6 3-394,4-6 1,-6 3 0,-2 1 0,0-1 0,4-2 0,7-4 393,-9 9 0,6-2 0,5-4 0,5-1 0,1-2 0,3 0 0,-1-1 0,-1 1 0,-1 0 0,-4 2 0,-5 2 0,-5 2 0,-8 4 0,-8 3 251,4-13 1,-13 6-1,9-3-251,6 6 0,9-4 0,5-2 0,3 1 0,-2 0 0,-5 3 0,-10 4 194,9-16 1,-3 6-195,2 13 0,7 1 0,1 1 0,-7 0 0,7-9 0,-4 3 0,13 4 0,-9 9 0,-32 16 0,6 0 0,20 0 0,0 0 0</inkml:trace>
  <inkml:trace contextRef="#ctx0" brushRef="#br1" timeOffset="47273">25342 13521 24575,'51'-41'0,"0"0"0,-1 0 0,1 0 0,0 1 0,-27 2 0,0 4 0,31 0 0,20-3 0,-4 12 0,-31 24 0,-41 33 0,-23 22 0,-2 0 0,1 1 0,-2 1 0,5 0 0,13-3 0,1 0 0,-1-1 0</inkml:trace>
  <inkml:trace contextRef="#ctx0" brushRef="#br1" timeOffset="48296">23062 14788 24575,'-43'10'0,"1"1"0,21-55 0,6 1 0,0 40 0,19-20 0,15-22 0,11-15 0,6-10 0,4-3 0,-1 2 0,-6 9 0,-9 16-1058,1-8 1,1-2 1057,-7 18 0,5-9 0,5-9 0,3-5 0,2-5 0,2-3 0,1-1 0,-1 0 0,-1 3 0,-3 4 0,-2 7 0,-5 6 0,-5 10-1043,6-11 0,-7 12 0,3-9 1043,-2 3 0,4-8 0,3-6 0,0-3 0,0 0 0,-2 4 0,-3 5 0,-5 10 0,9-25 0,-11 13 0,-9-9-251,-4 10 1,-4 16 250,-4 38 0,-14 20 0,20-15 0,0 16 0,0-21 0,20 0 0,6 0 0,20 0 0</inkml:trace>
  <inkml:trace contextRef="#ctx0" brushRef="#br1" timeOffset="48691">23661 12899 24575,'-52'-20'0,"52"-26"0,10 7 0,11-4 0,13 0 0,13-5 0,4-1 0,-4 2-2458,-9 7 0,-2 1 1,-1 0-1,2 1 2085,4-1 1,2-1-1,-3 2 1,-8 4 1781,1-13 0,-14 22-1409,-30 76 0,-9-26 0,-1 4 573,10 10 0,5 8 0,3 0-573,6 4 0,3 1 0,0-4 0,-5 1 0,3-3 0,15 20 0,8-19 0,20-63 0,-1 11 0</inkml:trace>
  <inkml:trace contextRef="#ctx0" brushRef="#br1" timeOffset="49896">21771 10780 24575,'0'13'0,"7"19"0,4 16 0,2 8 0,-2-7 0,1 6 0,1 4 0,2 6 0,3 2 0,3 4-757,-4-20 1,3 5 0,2 3 0,2 2 0,2 2 0,0 2-1,1 0 1,0 0 0,-1-1 0,0-1 0,-2-2 0,-2-3-1,-2-4 570,1 9 1,-2-5 0,-1-2 0,-2-1 0,0-1-1,1 1 1,1 2 0,3 3 186,0-1 0,4 5 0,3 3 0,1 3 0,0 0 0,-1-1 0,-1-3 0,-3-5 0,-4-6 0,-4-8 0,-7-9 1409,-6 7 0,-6-6-1409,3 17 0,0 5 0,0-9-2818,0 7 2818,0-20 0,0-1-24,0 3 24,0-36 0,0 15 4525,20-20-4525,6-20 0,-1 15 0,-4-16 0,-21 21 1691,20 0 1,-35 41 0,10 11 0</inkml:trace>
  <inkml:trace contextRef="#ctx0" brushRef="#br1" timeOffset="50518">21771 11126 24575,'-10'51'0,"0"0"0,5 3 0,-16-3 0,21-102 0,6-3 0,2-12 0,-1-1 0,-5 17 0,-1-1 0,-1-1 0,2-2 0,1-4 0,2-4 0,0-1 0,0 4 0,-3 6 0,-2 3 0,-2 6 0,4 3 0,9-17 0,9 23 0,17 67 0,16 29 0,-15-34 0,10 2 0,4 2 0,1-1 0,-2 0 0,-7-1-69,0 5 1,-6-1 0,0-1 0,4 0 0,6 0 0,9 5 0,-1-3 0,-8-11 0,-17-16 0,-10-33 0</inkml:trace>
  <inkml:trace contextRef="#ctx0" brushRef="#br1" timeOffset="51856">19099 10573 24575,'13'0'0,"13"19"0,13 18 0,9 10 0,5 3 0,-16-17 0,5 4 0,5 3 0,3 2 0,3 3 0,1 1 0,1 1 0,0 0 0,-2-1 0,-2-2 0,-3-1 0,-4-3-638,2 2 1,-4-3 0,-3-2 0,0-1 0,-1 2 0,1 1 0,2 4 0,3 5 637,-9-8 0,5 4 0,2 4 0,2 4 0,2 1 0,1 2 0,0 1 0,0 1 0,-2-2 0,-1 0 0,-2-2 0,-3-2 0,-4-4 0,-5-4 0,-4-4 0,-6-6 0,3 20 0,-12-10 0,9 7 0,5-8 0,8 6 0,5 6 0,5 2 0,2 1 0,1-1 0,0-3 0,-3-5 0,-4-7-1098,7 1 1,-3-6 0,0-5 0,0 0-1,3 1 1098,5 5 0,2 1 0,1-1 0,0-1 0,0-3 0,-1-4 0,1-2 0,0-1 0,-3-1 0,-7 2 658,-2 5 0,-6 1 0,1-1-658,8-1 0,3-1 0,-5 4-1311,-5 6 0,-4 5 1,-9-5 1310,-5 16 1221,-20-35-1221,0-21 4537,0 0-4537,21-51 0,-16 17 0,-29 3 0,-18-3 0,-5 2 0,-8 8 0,-1 0 0,1 0 0</inkml:trace>
  <inkml:trace contextRef="#ctx0" brushRef="#br1" timeOffset="52743">19560 11172 24575,'-16'38'0,"1"0"0,7-55 0,-22 55 0,30-89 0,-30 19 0,-2 2 0,17-5 0,-15-10 0,-2-8 0,19 7 0,5-3 0,-1 3 0,-6 9 0,2-5 0,4-9 0,2-13 0,0-6 0,1 5 0,-1 13 0,-5 8 0,3 1 0,8-8 0,4-10 0,3 3 0,7 18 0,23 15 0,-8 4 0,10 40 0,10 21 0,-11-7 0,-14-10 0,7 12 0,11 9 0,0-10 0,8-18 0,-1-6 0,-6 4 0,1-3 0,6-6 0,4-4 0,-12-7 0,-10-19 0,-16-22 0</inkml:trace>
  <inkml:trace contextRef="#ctx0" brushRef="#br1" timeOffset="56267">27001 8269 24575,'16'-48'0,"-1"1"0,0-1 0,-17 4 0,21 61 0,11 28 0,-8 11 0,-16-14 0,-6 7 0,-4 7 0,-3 5 0,-2 4 0,-2 3 0,1 2 0,1 1 0,2 0-450,3-16 1,1 2 0,-1 3 0,0 2-1,1 2 1,0 0 0,-1 2 0,1 0-1,0 1 1,0-1 0,-1 0 0,1-1-1,0-2 1,0-1 0,0-2 0,-1-2 449,1 8 0,-1-1 0,0-2 0,0-1 0,1-1 0,-1-1 0,0-1 0,0 0 0,1 0 0,-1-1 0,0 0 0,0 14 0,-1 8 0,0 3 0,0 0 0,0-4 0,1-11 0,1-13 0,0-19 0,2-23 0,1-42 0,-9-17 0,1 0 0,-1 0 0</inkml:trace>
  <inkml:trace contextRef="#ctx0" brushRef="#br1" timeOffset="57055">26909 8730 24575,'-47'-14'0,"0"1"0,0-1 0,-8 4 0,18-11 0,39-14 0,20-15 0,10-8 0,3 0 0,-8 8 0,-4 2 0,-2 4 0,4-7 0,-2 6 0,4-7 0,2-5 0,2-1 0,-2 2 0,-1 7 0,-6 10 0,6-14 0,3 22 0,9 29 0,6 16 0,-4 10 0,-6 14 0,-7 13 0,1 3 0,1 0 0,3 5 0,-4-3 0,-7-10 0,0 13 0,-36-67 0</inkml:trace>
  <inkml:trace contextRef="#ctx0" brushRef="#br1" timeOffset="58895">25803 7924 24575,'0'-46'0,"0"20"0,0 6 0,0 20 0,0 0 0,0 20 0,0-15 0,0 16 0,0-21 0,0 0 0,-31 0 0,24 0 0,-24 0 0,31 20 0,0-15 0,0 16 0,0-21 0,0 0 0,-20 0 0,14 20-1696,-5 15 0,-6 15 0,-1 5 0,3-5 1696,5-9 0,2-2 0,-5 9 0,-1-4 0,-4 9 0,-3 7 0,-3 4 0,-1 4 0,-2 0 0,0-1 0,0-3 0,0-5-568,0-1 1,-2-3 0,-1 0 0,0-2 0,-1 0 0,1 1 0,0-1 0,2 1 567,1 1 0,2 0 0,1 1 0,-1-1 0,1 1 0,-2-1 0,-1 0 0,-2-1-338,-2-3 1,-3 4 0,-3 1 0,-1-1 0,1-1 0,1-4 0,3-5 0,5-6 0,5-9 337,-3-1 0,0-2 0,-6 11 0,-9 12 0,-3 2 0,3-10 0,10-19 0,-5-28 3034,16 61-3034,30-76 4537,31 20-4537,-21-21 0,37-5 0,-15 3 0,0 0 0</inkml:trace>
  <inkml:trace contextRef="#ctx0" brushRef="#br1" timeOffset="59572">25342 8431 24575,'36'-48'0,"-1"0"0,0 0 0,0 0 0,1 7 0,5-3 0,2 1 0,-2 0 0,-5 3 0,-8 5 0,-3-15 0,-1 5 0,20 7 0,10 2 0,-14 0 0,-25-6 0,-4 12 0,9 30 0,-16 29 0,-11 26 0,-5 12 0,-2 2 0,2-12 0,2-6 0,0-5 0,0 8-153,0 3 0,-2 12 1,0 5-1,2-3 0,5-12 1,8-21-1,17-9 1,31-47-1</inkml:trace>
  <inkml:trace contextRef="#ctx0" brushRef="#br1" timeOffset="61013">23062 6749 24575,'46'-46'0,"-32"7"0,-3 1 0,10 5 0,-21-18 0,0 51 0,0 0 0,0 51 0,-22-22 0,-13 4 0,0 10 0,12-1 0,0 9 0,0 7 0,-1 6 0,0 1 0,-2 2 0,0-2 0,-3-4-754,1-6 0,-1-1 0,-3 0 1,0 0-1,-1 0 0,1 0 0,0 1 1,1-1-1,1 1 754,3 0 0,1-1 0,1 2 0,0-1 0,0 0 0,1 1 0,-1-1 0,-1-1 0,-1 0 0,-1 1 0,-3 3 0,0 1 0,-1-1 0,1-1 0,0-4 0,3-4 0,2-7 0,3-7 0,-12 8 0,1-4 0,0 11 0,-5 10 0,2-2 0,9-16 0,2-12 0,6-9 0,40-47 0,-18-7 0,1 0 0,38 2 0,-36-10 1696,16 41 0,-1 41 0,6 10 0</inkml:trace>
  <inkml:trace contextRef="#ctx0" brushRef="#br1" timeOffset="61723">22555 7256 24575,'-19'-31'0,"-1"0"0,41-5-810,-17 3 1,5 0 809,25 5 0,3 5-2014,-11-5 2014,-7 3 0,8-7 0,7 3 0,13-8 0,8-5 0,3-2 0,-1 1 0,-5 2 0,-12 6 0,-4-4 0,-8 4 0,8-4 0,5 4 0,13-7 0,7-3 0,0 0 0,-7 3 0,-11 5 0,-19 9 843,-19-7-843,-14 60 0,-3 21 0,9-4 0,1 5 0,-3 0 0,-9-1 0,-4 1 0,9 1 0,14 12 0,9 2 0,8-15 0,6-25 0,6-11 0,2-6 0,2-10 0,0-27 0,1 0 0</inkml:trace>
  <inkml:trace contextRef="#ctx0" brushRef="#br1" timeOffset="63173">19491 6542 24575,'28'36'0,"0"1"0,0 0 0,5 9 0,-1 4 0,0 2 0,-6-7 0,-1 0 0,1 4 0,0 4-459,-5-7 0,1 3 1,1 4-1,0 1 0,-1 1 1,-1 0-1,-2-1 459,-1 8 0,-2 0 0,-1 1 0,-1 0 0,1-2 0,1-1 168,3-5 0,3-1 1,0-1-1,-2-1 1,-2-1-1,-6-1-168,-6 14 0,-8 1 0,0-7 0,5-15 527,18-4-527,-21 12 0,0-56 0,0-16 1674,0 21-1674,20 0 0,-15-29 0,-5-13 0,11-3 0,-1 0 0</inkml:trace>
  <inkml:trace contextRef="#ctx0" brushRef="#br1" timeOffset="64042">19560 6956 24575,'-40'3'0,"0"-1"0,-1-27 0,0-6 0,35-13 0,9-15 0,0 9 0,-3-9 0,0 5 0,0-15 0,0-2 0,0 11 0,0 7 0,0 1 0,0-13 0,0-6 0,0 13 0,0 4 0,0 3 0,41 82 0,-30-3 0,26 9 0,17 10 0,-12-3 0,-32-12 0,3 0-2126,28 3 0,19 3 0,1-2 1,-18-7 2125,-15 2-470,25-10 0,17-2 1,-29-18-1,-59-42 1,30-11-1</inkml:trace>
  <inkml:trace contextRef="#ctx0" brushRef="#br1" timeOffset="66180">17878 6150 24575,'-5'-56'0,"-11"28"0,37-3 0,-21 31 0,0 0 0,-21 0-6784,-14 0 6784,6 0 0,-1 31 0,40 1 0,10 5 0,-6-9 0,1 10-349,-5-5 0,2 9 0,1 9 0,2 7 0,1 5 0,0 4 0,1 3 0,0 1 0,0 0 0,-1-3 0,-2-3 0,0-4 0,-2-8 349,2 10 0,-3-6 0,-1-4 0,0-1 0,0 2 0,2 4 0,0 7 0,-1-14 0,1 6 0,1 3 0,1 4 0,0 2 0,1 2 0,0 0 0,-1 1 0,1-1 0,-1-2 0,-1-3 0,-1-3 0,-1-4 0,-2-6 0,-1-5 0,2 27 0,-3-13 0,-2-4 0,1 2 0,3 11 0,0 3 0,-1-7 0,-3-21 4537,-5-20-4537,20 28 0,6-92 0,-3-13 0,0-2 0,2 10 0,-20 0 0,-10 0 0,-20 8 0</inkml:trace>
  <inkml:trace contextRef="#ctx0" brushRef="#br1" timeOffset="66842">17832 6657 24575,'-50'2'0,"0"1"0,4 12 0,11-40 0,8-21 0,25 2 0,10-10 0,8-3 0,3 4 0,6 3 0,7 2 0,2 1 0,-2 0 0,-3 0 0,-2-2 0,3 5 0,5 8 0,16 3 0,6 11 0,1 15 0,1 23 0,1 16 0,-5-3 0,2 0 0,-4-9 0,4-21 0,-11-14 0,-31-28 0</inkml:trace>
  <inkml:trace contextRef="#ctx0" brushRef="#br1" timeOffset="76313">6865 17161 24575,'-38'-46'0,"7"20"0,31-35 0,0 20 0,-27 15 0,-7 3 0,-2-8-2126,-6 40 0,-16 16 0,-3 7 1,12-5 2125,11-8 0,-1 5 0,-3 6 0,-10 10 0,-3 4 0,4-3 0,11-7 859,-2-3 1,20 2-860,29 5 0,19 10 0,10 7 0,4 0 0,-1-6 0,-8-12 0,0 0 0,7-7 0,7-4 0,17 4 0,7 1 0,-1-4 0,-9-7 0,-19-11 0,-4-19 0,2-12 0,-15 3 0,-43 19 0,-6 0 0</inkml:trace>
  <inkml:trace contextRef="#ctx0" brushRef="#br1" timeOffset="76646">7257 17575 24575,'-25'-46'0,"25"82"0,2 5 0,1 5 0,0 6 0,-6 1 0,-15 12 0,-10-12 0,-4-33 0,2-15 0,12-25 0,26-31 0</inkml:trace>
  <inkml:trace contextRef="#ctx0" brushRef="#br1" timeOffset="77093">7764 17230 24575,'-26'33'0,"16"6"0,4 10 0,2 4 0,2-5 0,2 4 0,1 0 0,0-2 0,-1 12 0,0-1 0,0-7 0,1 5 0,-2-26 0,-8-67 0,-3-24 0,0 0 0,-1 1 0</inkml:trace>
  <inkml:trace contextRef="#ctx0" brushRef="#br1" timeOffset="77425">7718 17276 24575,'20'-51'0,"1"0"0,-1-1 0,1 1 0,6 2 0,3 6 0,2 23-3277,12 42 0,3 30 0,-4-1 2780,-13-19 1,-2-1-1,-2 6-42,3 15 0,0 11 1,-5-1-1,-9-9 539,-9-7 0,-12-2 718,-10 14 1,-11 7-1,-7-14-718,-13-20 0,-5-8 0,-8 6 0,2-7 0,-11-22 0,69 0 907,7 0 0,26 0 1,6 0-1,12 0 1</inkml:trace>
  <inkml:trace contextRef="#ctx0" brushRef="#br1" timeOffset="77771">8478 17668 24575,'-23'35'0,"0"1"0,18 23 0,8 3 0,-1-1 0</inkml:trace>
  <inkml:trace contextRef="#ctx0" brushRef="#br1" timeOffset="78273">9192 17161 24575,'0'-51'0,"0"-1"0,-20 11 0,-15 76 0,-7 33 0,20-26 0,0 7 0,0 3 0,0-2 0,0-5 0,-8 2 0,-1-6 0,2 7 0,6-1 0,-1 8 0,1 1 0,7-6 0,10-13 0,22 2 0,8 1 0,8-4 0,27-15 0,-14-18 0,7-5 0,-1 1 0,18 4 0,-7-6 0,-23-15 0,-4-5 0,-2-3 0,1 1 0</inkml:trace>
  <inkml:trace contextRef="#ctx0" brushRef="#br1" timeOffset="78510">9146 17575 24575,'-39'-20'0,"-1"-1"0,-1 11 0,41-31 0,43 55 0,16 13 0,0-23 0,-2 2 0,-10 23 0,-10 4 0,-11-7 0</inkml:trace>
  <inkml:trace contextRef="#ctx0" brushRef="#br1" timeOffset="78689">9192 17322 24575,'0'-58'0,"0"1"0,30 19 0,14 4 0,-5 14 0,10 20 0,0 6 0,16 4 0,0 5 0,-14 5 0,-14 14 0,-5 6 0,14 3 0,0-1 0,0 1 0</inkml:trace>
  <inkml:trace contextRef="#ctx0" brushRef="#br1" timeOffset="79197">10160 17829 24575,'-40'40'0,"-1"0"0,1 1 0,0-1 0,-6 6 0,0 0 0,-1 0 0</inkml:trace>
  <inkml:trace contextRef="#ctx0" brushRef="#br1" timeOffset="79660">10552 17368 24575,'-46'21'0,"20"-57"0,6 46 0,35-47 0,10-8 0,-14 35 0,12-26 0,-5 0 0,-18 29 0,0 7 0,0 28 0,-9 29 0,-3 14 0,4-14 0,-1 4 0,1-3 0,-2-9 0,1-2 0,2 3 0,4 4 0,3 5 0,1-4 0,1-13 0,3-4 0,16 18 0,-1-19 0,-15-53 0,16 11 0</inkml:trace>
  <inkml:trace contextRef="#ctx0" brushRef="#br1" timeOffset="79989">10460 17483 24575,'-6'-42'0,"1"0"0,40-1 0,12 9 0,-15 20 0,5 2 0,8-4 0,9-3 0,2-1 0,-6 4 0,10-2 0,-5 3 0,12-11 0,-19 16 0,-48 46 0,-38-8 0,0 0 0,-1 0 0</inkml:trace>
  <inkml:trace contextRef="#ctx0" brushRef="#br1" timeOffset="80274">10621 17668 24575,'49'0'0,"1"0"0,-1 0 0,15 0 0,-7 0 0,4 0 0,-46 0 0</inkml:trace>
  <inkml:trace contextRef="#ctx0" brushRef="#br1" timeOffset="84090">8432 14120 24575,'0'-46'0,"0"82"0,0 13 0,0 15 0,0 2 0,0-12 0,0 1 0,0 1 0,0-1 0,0 1 0,0 2 0,0-4 0,0-9 0,-2 1 0,4-21-1696,19-66 0,-16-7 0,15 17 0</inkml:trace>
  <inkml:trace contextRef="#ctx0" brushRef="#br1" timeOffset="84621">8225 14120 24575,'-39'-10'0,"1"0"0,5-16 0,-19 1 0,90 12 0,17 5 0,-12 8-3277,13 0 0,14 0 0,-6 0 2532,-15 0 0,-4 0 745,6 0 0,3 0-719,2 0 1,3 0 0,-10 0 718,0 0-235,-4 0 0,7 0 0,-11 0 235,-15 0 0,-6 0 0,-20 0 0,-41 0 0,-10 0 0</inkml:trace>
  <inkml:trace contextRef="#ctx0" brushRef="#br1" timeOffset="85158">8271 14834 24575,'-46'-41'0,"20"31"0,6-31 0,20 41 0,20 0 0,-15 0-3392,39 0 0,4 0 3392,-30 0 0,17 2 0,14-1 0,0-4 0,2-11 0,0-7 0,-4 5 0,1 10 0,-1-1 0,5-11 0,3-5 0,-29 13 0,-67 30 0,-10 6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2T11:49:06.52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12026 3800 24575,'15'-49'0,"0"-1"0,-1 0 0,1 0 0,-1 16 0,-13 4-1639,-27 2 1,-24-2-1,-14-1 1,-6 3 0,3 6-1,12 7 1142,-2 9 1,7 10-1,-12 3 497,11-2 0,-10 2 0,-7 1 0,-4 2 0,-1 0 0,1 0 0,6 1 0,8 0 0,10-1-719,-2 5 1,11 0 0,-5 1 718,-11-3 0,-6-2 0,0 5 0,8 13 329,17 6 1,5 9-1,3 6 1,2 4-1,2 3 1,0 0-330,3-3 0,3 3 0,1 3 0,2 2 0,-1 0 0,0 0 0,-1-1 0,-1-3 0,-6 2 0,-2-3 0,-2-2 0,1 1 0,2 1 0,5 4 0,6 3 0,8-8 0,3 5 0,3 5 0,3 2 0,2 0 0,2 1 0,1-3 0,1-4 0,1-5 0,-1-6 0,0-10 1245,5 11 1,2-13-1,8 3-1245,3 3 0,7 6 0,4 2 0,2-2 0,-2-8 0,-5-12 0,5-7 0,3-12 0,18-1 0,11-5 0,-4-2 0,-20-2 0,-1-2 0,4-2 0,2-3 0,6-2 0,2-2 0,1-4 0,-2-5 0,-9-2 0,1-5 0,-1-4 0,0-1 0,0-1 0,-1 0 0,2 0 0,1-1 0,-1-1 0,-1-2 0,-2 0 0,-2-1 0,1-7 0,-2-2 0,-3 0 0,-2-1 0,-2 2 0,1 2 0,-2 2 0,-3-2 0,-7-8-103,-10-1 0,-5-7 1,-5-3-1,-1-2 1,1 2-1,1 5 103,6-6 0,0 4 0,1 1 0,-2-4 0,-3 5 0,1-3 0,-1-2 0,-1 0 0,-4 4 0,-3 5 0,-12-15 0,-6 6 0,4 10 0,11 16 0,-7 3-802,-23 2 0,-19-2 1,-9-1-1,2 3 1,14 4 801,9 0 0,-2 1 0,-6 3 0,-11-5 0,-7-1 0,-4 3 0,2 5 0,6 9-595,-6 13 1,3 11-1,2 2 1,1-7 594,7-11 0,2-6 0,-1 2 0,-4 8 395,-2 11 1,-7 7 0,-2 5-1,1 4 1,5 4 0,7 2-396,9 4 0,7 6 0,4 2 0,0 0 0,-4-3 0,-7-2 0,-4-3 0,1 1 0,2 3 0,6 6 0,13-1 0,2 8 0,3 3 0,3 2 0,2-3 0,2-4 0,2-7 0,-2 3 0,4-8 0,7 7 0,8 1 0,6 9 0,4 3 0,3-1 0,-1-7 0,-3-11 290,2-3 0,8-4-290,5-2 0,12 7 0,8 4 0,4 2 0,-1-4 0,-5-4 0,-10-10 0,10 1 0,0-4 0,-2 4 0,9 8 0,3 1 0,-4-3 0,-11-10 0,-9-9 0,-1-4 483,13 3 1,6-1 0,0-7-484,-6-10 0,-2-7 0,4-8 0,-5-3 0,6-7 0,1-5 0,0-3 0,-4 1 0,-6 1 0,7-10 0,-8-2 0,3-10 0,-15 17 0,3-5 0,2-6 0,1-3 0,0-1 0,-2-2 0,-2 2 0,-3 1 0,-5 3-495,-2-5 0,-6 1 0,-3 0 0,-1 1 0,1 0 0,3 0 495,5-4 0,4-1 0,1 1 0,-2 0 0,-3 1 0,-6 3-5,-3-9 1,-5 0 0,-7 5-1,-11 8 5,-20 3 0,-12 7 0,3 6 0,5 0 0,-6 2 0,-1 7 0,-14-3 0,-6-1 0,-2 1 0,5 3 0,11 5 1412,-7-3 1,-3 11-1413,16 12 0,-11 4 0,-6 2 0,-6 4 0,-1 4 0,0 3 0,4 4 0,7 3 0,8 4-204,5 12 0,9 7 0,5 6 0,3 3 0,0 1 1,-2-3-1,-7-4 204,-7-5 0,-6-3 0,-3-2 0,1-1 0,1 2 0,6 2 0,8 4 147,7 4 0,3 4 0,3 3 1,5 0-1,6-2 0,6-5 1,8-8-1,18 7 0,15-9 0,2 1 1,1 8-1,0 0 0,1 0 1</inkml:trace>
  <inkml:trace contextRef="#ctx0" brushRef="#br0" timeOffset="25963">10667 5643 24575,'14'-48'0,"-1"-1"0,1 0 0,-20 12 0,2 3 0,25-14 0,-7 14 0,-34 34 0,20 20 0,-21 6 0,16-1 0,-15-4 0,20-1 0,0-14 0,-21 35 0,7-16 0,-7 6 0,-4 0 0,-7 7 0,-5 6 0,-4 3 0,-1 2 0,2-2 0,3-4 0,-4 7 0,2-2 0,1 0 0,-2 2 0,-2 5-754,10-11 0,-4 5 0,0 2 1,-2 2-1,1 0 0,0-1 0,2-1 1,2-4-1,3-4 754,-12 14 0,4-7 0,3-1 0,1 5 0,5 0 0,2 3 0,0 3 0,0-2 0,-1-1-99,-1-4 1,-1-2 0,0-1 0,-1 1 0,0 3 98,0-2 0,0 2 0,-1 1 0,-1 1 0,1 1 0,-1 2 0,5-8 0,-2 1 0,1 2 0,-1 0 0,1 1 0,0 0 0,2-2 0,1 0 0,1 1 0,1 0 0,2 0 0,0-1 0,1-1 0,0 0 0,0-2 0,-5 8 0,0-4 0,1 0 0,1 3 0,2 6 0,6-10 0,1 7 0,1 3 0,0 3 0,1 0 0,0-2 0,1-4 0,1-6 0,1-7 0,-4 10 0,2-10 0,0 10 0,3-6 0,-2 10 0,0 8 0,0 2 0,1-2 0,1-5 0,2-10 0,3-14 6541,4 18-6541,0-5 0,0 8 0,0-21 734,0-30-734,0 31 0,0-41 0,0 0 0,0-20 0,0 15 0,8-26 0,5-10 0,-1 9 0,1 0 0</inkml:trace>
  <inkml:trace contextRef="#ctx0" brushRef="#br0" timeOffset="27004">8386 9352 24575,'-52'-38'0,"-1"-1"0,20 23 0,5-1 0,-13-34 0,41 51 0,0 0 0,0 51 0,20-18 0,-18 10 0,1 11-1696,15-4 0,9 7 0,1 1 0,-9-8 1696,-10 4 0,0 0-862,12-1 0,7 7 1,-1-3-1,-10-17 862,-12-15 0,15 16 0,-20-36 0,0 47 0,0-24 0,0 28 0,0-30 5077,0 15-5077,0-16 5154,0 1-5154,0-6 0,0-20 0,0 0 0,21-41 0,-1 4 0,6-8 0,0 3 0,5-7 0,2-2 0,0 1 0,0 1 0,1-1 0,0 1 0,0 0-1644,0 3 0,-1 0 0,0 2 1,-2 4 1643,12-13 0,-9 9-682,-14 3 682,-20 35 0,0-34 0,0 34 0,0 27 0,0 30 0</inkml:trace>
  <inkml:trace contextRef="#ctx0" brushRef="#br0" timeOffset="40973">12233 5689 24575,'0'-25'0,"-20"4"0,15 21 0,-16 0 0,21 0 0,0 0 0,0 21 0,0-16 0,0 15 0,0 1 0,0-16 0,0 15 0,0-20 0,0 0 0,21 0 0,-16 0 0,16 23 0,-1 6 0,-15-17 0,17 10 0,7 8 0,0 17 0,0 14 0,3 5 0,-8-20 0,3 3 0,1 3 0,1 2 0,-1 4 0,0 3 0,-8-10 0,0 3 0,0 4 0,-1 1 0,1 2 0,-1 0 0,1 1 0,1-2 0,0-1 0,1-3-249,2-1 0,1-1 1,1 0-1,1-1 0,-1-1 1,1 0-1,-2-1 0,0 0 1,-2 0 248,1 11 0,-2 2 0,-1 0 0,-1-2 0,1-3 0,2-7 0,2-8 0,21 3 0,2-12 0,-9 6 0,-16 12 0,-10 6 0,0 3 0,0-9 0,1 2 0,-1 0 0,-2-1 0,-4-4 0,-3-2 0,1 2 0,4 2 0,6 9 0,5 8 0,1-1 0,1-8 0,-2-16 0,18 5 0,-10 5 0,0 11 0,-12-20 0,-16-33 0,0 40 0,0-32 0,0-15 0,0 16 0</inkml:trace>
  <inkml:trace contextRef="#ctx0" brushRef="#br0" timeOffset="41664">13201 8891 24575,'54'16'0,"-38"30"0,-7 22 0,12-8 0,13-30 0,10-7 0,2 0 0,-6 8 0,-6 22 0,-5 11 0,-3-5 0,-3-25 0,6-29 0,6-10 0,-14-21 0,-1-15 0,-15-15 0,16 2 0,1 2 0,6-10 0,-6 7 0,-13 21 0,0-1 0,14-20 0,7-9 0,-12 14 0,-18 17 0,0-18 0,0 82 0,0 7 0</inkml:trace>
  <inkml:trace contextRef="#ctx0" brushRef="#br0" timeOffset="51422">1014 12807 24575,'-9'50'0,"1"-1"0,-1 1 0,-1 7 0,-2 6 0,1 2 0,3-2 0,5-4 0,3-1 0,0 0 0,-2-3 0,-5 22 0,-1-3 0,3-40 0,5-86 0</inkml:trace>
  <inkml:trace contextRef="#ctx0" brushRef="#br0" timeOffset="52016">1014 12761 24575,'5'-51'0,"0"0"0,0 0 0,0-1 0,37 10 0,14 9 0,-5 16 0,-13 20 0,0 12 0,16 10 0,5 9 0,-3-1 0,-13-6 0,-4 0 0,-3-4 0,-2-5 0,-4 2 0,11 40 0,-26-7 0,-76-43-1696,10 7 0,-14 7 0,-2 0 0,7-7 1696,7-16 0,5-4 0,11 15 0,17 29 0,13 18 0,7 7 0,1-6 0,0 1 0,5-3 0,7 2 0,15-5 0,12 1 0,-6 0 0,-23-6 0,-30-3 0,-18-2 0,-9-7 0,2-14 0,-2-20 0,-2-14 0,7 1 0,-13 3 0,86-17 0,0 0 0</inkml:trace>
  <inkml:trace contextRef="#ctx0" brushRef="#br0" timeOffset="52764">1935 13452 24575,'44'-10'0,"-1"0"0,-15 5-2458,21-1 0,21 0 1,4 1-1,-16 1 1713,-20 2 0,-1 4 1097,12 6 0,13 5 0,-9 2 1,-28 0-1,-63 19 0,18 4 1,1 0-1</inkml:trace>
  <inkml:trace contextRef="#ctx0" brushRef="#br0" timeOffset="53135">2488 13153 24575,'53'8'0,"1"0"0,-1 0 0,0 0 0,0 1 0,2 3 0,-5 2 0,4 3 0,6 0 0,11 2 0,-1 2 0,-13 3 0,-26 3 0,-28 14 0,-26 0-2126,-14-17 0,-16-5 0,-6-3 1,6 1 2125,0 2 0,2-2 0,-1 6 0,2 2 0,-8 6 0,3 1 0,12 0 0,23-3 0,35-1 0,9 3 0,-18 17 0,0 1 0</inkml:trace>
  <inkml:trace contextRef="#ctx0" brushRef="#br0" timeOffset="54311">4124 13014 24575,'23'-49'0,"0"-1"0,-69 96 0,28-3 0,2-1 0,-5 14 0,-2 7 0,2-1 0,5-8 0,1-5 0,5-4 0,9 4 0,12 6 0,11 8 0,4 1 0,3-7 0,-4-14 0,-1-15 0,5-8 0,15 4 0,11 3 0,3-8 0,-5-17 0,-6-25 0,-4-19 0,-1-6 0,-2 7-1655,3 8 0,-1 4 0,-2-6 1655,-3-1 0,1-4 0,-4-3 0,-4-7-857,-11 2 1,-3-8-1,-2-3 1,-4 0-1,-2 5 1,-4 8 856,-5-12 0,-5 0 0,3-1 0,2-18 0,-1 1 0,-5 15 0,-6 32-2,-13 47 0,-7 16 2,-18-10 0,5 10-859,31 11 0,9 13 0,5 2 1,-3-8 858,-7 1 0,2-1 0,6-5 0,2 6 0,2 0 0,2-3 663,0-3 1,3-2 0,5 1-664,9-2 0,5 1 0,3-1 0,-3-1 0,-5 5 0,-1-3 0,5-2 0,16-4 0,-1 1 0,0-1 0</inkml:trace>
  <inkml:trace contextRef="#ctx0" brushRef="#br0" timeOffset="54548">5322 13706 24575,'0'-34'0,"0"1"0,0 2 0,-21 11 0,16 45 0,-7 14 0,-4 12 0,3-2 0,10 1 0,1-1 0,-9 17 0,2-6 0,9-9 0</inkml:trace>
  <inkml:trace contextRef="#ctx0" brushRef="#br0" timeOffset="55046">5691 13153 24575,'0'46'0,"4"-3"0,3 9 0,2 4 0,-2 0 0,0 6 0,4-4 0,10-12 0,16-16 0,9-11 0,-6 2 0,-7 19 0,-2-16-1215,-5-44 0,6-25 0,2-18 1,0-10-1,-2-1 0,-5 7 1,-7 14 1214,-8 7 0,-6 7 0,4-6-83,6-2 0,5-9 0,3-4 0,-1 3 0,-5 7 0,-7 13 83,-11-9-137,0 46 1,0 76 0,0-21-1,0 0 1</inkml:trace>
  <inkml:trace contextRef="#ctx0" brushRef="#br0" timeOffset="60084">6796 13775 24575,'-37'40'0,"-1"0"0,1 0 0,-12-66 0,20 59 0,-4 31 0,2 1 0,6-27 0,5-33 0</inkml:trace>
  <inkml:trace contextRef="#ctx0" brushRef="#br0" timeOffset="63415">9607 12185 24575,'46'0'0,"-41"0"0,11 0 0,-57 0 0,5 0 0,8 0 0,-3 0 0,82 0 0,-18 21 0,4-8 0,15 3 0,10 2 0,2 0 0,-4-1 0,-12-2-526,10 6 1,2 1 525,-16-5 0,11 4 0,7 3 0,3 1 0,0-1 0,-4-2 0,-8-4 0,-10-5 0,5-4 0,-2 0 0,-1 8 0,8 6 0,6 5 0,3 4 0,1 0 0,-2 0-805,-7-4 1,1 3-1,2 0 1,0 2-1,0 0 1,-1-1 0,-2-1-1,-3-2 805,0 1 0,-3-2 0,-2-1 0,0 0 0,2 1 0,2 1-107,-1-1 0,6 1 0,1 1 0,1 1 1,-1-1-1,-5 0 0,-5-3 0,-9-1 107,1 5 0,-10-1 0,3 1-1006,5 0 1,3 1 0,0 2 0,-4-1 1005,-6 7 0,-3 0 0,8 1 0,4-11 0,10 2 0,4 0 0,1-1 0,-6-3 0,-8-2 205,0 9 0,4-4-205,4-11 0,15 0 0,7-1 0,0-1 0,-6-1 0,-15-1 0,-4 5 0,-1-1 0,6-5 0,11 0 0,5 1 0,0 1 0,-7 2 0,-4 4 0,-5 2 0,0 2 0,1 1 0,-1-3 0,1 2 0,1 1 0,-1 0 0,-1-1 0,6 6 0,0 1 0,-1-1 0,-1-2 0,-3-7 0,-1-3 0,-1 1 0,-5 8 0,-5 14 0,-6 9 0,-1-1 0,3-12 0,25-9 0,-3 0 0,-27 12 0,-5 14 0,-3-4 0,-2-22 0,1-26 4224,-15 16-4224,16-21 898,-21-21-898,0 16 6761,0-15-6761,0 20-1119,0 0 0,51 92 0,-30-54 0,1 1 0,-1-1 0</inkml:trace>
  <inkml:trace contextRef="#ctx0" brushRef="#br0" timeOffset="64160">14514 14926 24575,'-33'0'0,"0"0"0,2 0 0,-10 0 0,62 31 0,15-9 0,14 1 0,2 1 0,2 8 0,2 2 0,0-3 0,-3-6 0,0-2 0,2 4 0,-9-3 0,5 4 0,-1 1 0,-6-2 0,-9-2 0,-10 1 0,-2-1 0,22 6 0,6 1 0,-29-5 0,-55-8 0,-26-8 0,10-7 0,-8-4 0,-3-2 0,3 0-197,-7 1 0,2 0 0,-4 3 197,13 3 0,-7 2 0,1 1 0,7 2 0,13 1 0,-8 20 0,17 2 0,-1 0 0</inkml:trace>
  <inkml:trace contextRef="#ctx0" brushRef="#br0" timeOffset="68934">14468 11379 24575,'-13'-46'0,"1"0"0,-9 23 0,18-31 0,6 16 0,-3 58 0,23 12 0,19 12 0,6 5 0,-7-5 0,-12-5 0,-3-2 0,8 10-318,-8-13 0,3 7 1,3 4-1,3 4 0,3 4 1,2 2-1,1 0 1,1 1-1,1-2 0,0-2 1,0-2-1,-2-5 318,6 0 0,2-2 0,1-3 0,1-1 0,0-2 0,1 1 0,-2 1 0,-1 1 0,-1 3 0,-3 2 0,-5 2 0,-1 2 0,-2 3 0,-1 1 0,-1 1 0,0 1 0,-1-1 0,1-1 0,0-1 0,1-4 0,1-2 110,12 6 0,4-2 0,3-2 0,-1-2 0,-3-2 0,-6-1 1,-9-3-1,-11-2-110,-9 10 0,-13-5 0,-5 2 0,-3 8 0,-5 0 0,2-11 0,2-9 0,-18-6 0,-5-2 0,-1-5 0,-27 6 0</inkml:trace>
  <inkml:trace contextRef="#ctx0" brushRef="#br0" timeOffset="69946">16357 13199 24575,'-7'62'0,"-1"1"0,0-1 0,1 1 0,-1-1 0,5-1 0,0 3 0,1 1 0,2-2 0,3-3 0,2-7 0,8 11 0,4-7 0,2-1 0,-1-1 0,3 0 0,1-4 0,0-6 0,1-3 0,-1-17 0,3-25 0,-4 0 0,-61-20 0,-33-11 0,31 13 0,-4-2 0,-1 1 0,0 2 0,-11 1 0,-1 2 0,5-2 0,-19-21 0,28 18-848,56 47 0,19 5 0,23-25 0,9-6 0,-19 12 0,0 0 0,-1-1 0</inkml:trace>
  <inkml:trace contextRef="#ctx0" brushRef="#br0" timeOffset="73977">16242 13314 24575,'0'-38'0,"0"-1"0,0-9 0,0 1 0,1 14 0,-2 0 0,-8-19 0,-2 12 0,6 32 0,5-43 0,5 46 0,-5-16 0,10 59 0,7 40 0,-8-9 0,-15-38 0,1 4-848,9 7 0,5 14 0,4 10 0,2 6 0,1 1 0,-1-4 0,-3-8 0,-4-14 848,-1 12 0,-1-2-550,2-4 1,2 14 0,0 5-1,1-2 1,-3-10 0,-4-19 549,-4-5 0,0-16 0,0-71 0,0 0 0,-40 3 0,-12 4 5151,9 11-5151,2 15 0,-16 0 0,-5-2 0,4-1 0,15 0 2464,11-10 1,2 1-2465,-21 10 0,-17 2 0,8 2 0,34 1-970,69-7 1,17 8 0,-32 14 0,27 8 0,-1 1 0,1 0 0</inkml:trace>
  <inkml:trace contextRef="#ctx0" brushRef="#br0" timeOffset="171049">25043 7670 24575,'0'-46'0,"0"0"0,0 0 0,-36 61 0,-18 31 0,1-2 0,5-17 0,-1-1 0,-3 11 0,16-4 0,-3 6 0,-2 6 0,0 4 0,-2 2 0,1 0 0,0 0 0,1-2-280,1-1 0,-1 1 0,1 1 0,0 0 0,1-1 0,0 1 0,1-2 0,0 0 280,0 0 0,1 0 0,1-2 0,0 1 0,0 0 0,0 1 0,-1 1 0,1-1 0,-2 3 0,-1 1 0,0 1 0,2-1 0,0-2 0,3-3 0,2-4 0,-6 10 0,5-5 0,0-1 0,-3 5 0,4-7 0,-1 2 0,-2 3 0,-1 2 0,0 0 0,2-1 0,1 0 0,-1 5 0,1 1 0,1-1 0,1 1 0,0-2 0,0-1 0,-2 3 0,-1-1 0,1-2 0,1 1 0,3 2 143,1 6 1,1 4 0,2-1 0,4-7-1,4-12-143,1-7 0,12-11-1207,55 2 1,-18-31-1,6 0 1,-1 0-1</inkml:trace>
  <inkml:trace contextRef="#ctx0" brushRef="#br0" timeOffset="171513">22808 10250 24575,'-32'31'0,"0"0"0,6 7 0,4 6 0,19-6 0,30-9 0,21-3 0,9-6 0,-5-11 0,7-13 0,0-14 0,2-6 0,-12 5 0,3-6 0,-1-1 0,-3-1 0,-9 2 0,11-25 0,-24 23 0,-54 74 0,0 0 0</inkml:trace>
  <inkml:trace contextRef="#ctx0" brushRef="#br0" timeOffset="174283">26563 8177 24575,'-39'-38'0,"-1"-1"0,8 12 0,3 1 0,4-4 0,4 3 0,0 7 0,21 20 0,0 0 0,21 0 0,-16 51 0,15-18 0,0 20 0,1 12 0,-2-9 0,1 4 0,3 3-856,-3-13 1,3 2 0,1 3 0,0 1 0,0 2 855,-4-6 0,0 2 0,1 2 0,0 1 0,-2 0 0,0 1 0,-1 0-601,-1 2 1,-2 2 0,0 0 0,-1 0 0,-1 0 0,0-1 0,0 0 600,-1-5 0,1 0 0,-1-1 0,0 0 0,-2 0 0,0 1 0,-2 0 0,-2 4 0,-2 1 0,0 1 0,-2 0 0,0-1 0,-1-2 0,0-2-326,0 9 1,0-4-1,-1-1 1,0 0-1,-2 2 326,0-8 0,-2 1 0,0 0 0,0 0 0,0-2 0,2-1-230,0 13 1,3-2 0,-2-2-1,-2-1 230,-6-2 0,-2-1 0,0-2 0,1-1 661,2 6 1,1-1 0,-4-4-662,-6-8 0,-4-1 0,3-4 2002,4 6 1,-1-9-2003,-15-4 2423,30-15-2423,0-21 1735,0 0-1735,0-21 875,0 16-875,0-15 0,0 20 0,0-31 0,0-7 0</inkml:trace>
  <inkml:trace contextRef="#ctx0" brushRef="#br0" timeOffset="174697">26610 11379 24575,'-3'-47'0,"0"-1"0,4 78 0,4 17 0,7-19 0,1 6 0,-7 8 0,-3 14 0,-2 9 0,0 0 0,2-5 0,4-11 0,8 17 0,11-16-4252,22-15 1,6-12 4251,-22-7 0,0-14 339,1-32 1,3-29 0,0-12 0,-3 2 0,-7 17-340,-7 11 0,0 5 0,21-25 0,-3 25 0,-17 79 0</inkml:trace>
  <inkml:trace contextRef="#ctx0" brushRef="#br0" timeOffset="183508">21887 12047 24575,'46'-31'0,"-21"24"0,-4-24 0,-21 31 0,0 0 0,-21 0 0,-4 0 0,-21 0 0,-11 0 0,25-1 0,-5 2 0,-15 6 0,-9 5 0,0 0 0,7-4 0,0 1 0,-4 2 0,4 2 0,-6 3 0,-1 2 0,1-2 0,5-2-196,-5-4 0,5-3 0,-6 6 196,11 3 0,-5 5 0,-1 3 0,-3 1 0,-1-1 0,-1-1 0,4-3 0,-3-2 0,-1 1 0,0-1 0,0 1 0,2 1 0,1 2-340,-1 4 1,2 1-1,2 2 1,0 0-1,-3 1 1,-3 1 339,7-7 0,-3 1 0,-1 0 0,-3 0 0,1 1 0,0 1 0,1 1 0,2 0 0,3 2 0,2 0 0,4 1 0,1 1 0,1 0 0,0 2 0,0 2 0,-2 2 0,-3 2 0,8-4 0,-2 2 0,-2 3 0,0 1 0,-2 2 0,0 1 0,0 0 0,1 0 0,-1 1 0,1-2 0,2-1 0,0-1 0,3-2 0,-8 5 0,1-1 0,2-1 0,0-2 0,1 1 0,1-1 0,0 1 0,0 0 0,0 2 0,-1 1 0,-2 3 0,-1 1 0,0 1 0,2-1 0,2-2 0,5-2 0,5-3 0,6-5 0,-3 17 0,9-6 0,5-17 0,-2-21 0,21 31 0,-20-41 527,15 0-527,-16 0 2098,21 0-2098,21-21-1357,-16 16 0,21-14 0,9-3 1,16-3-1</inkml:trace>
  <inkml:trace contextRef="#ctx0" brushRef="#br0" timeOffset="183982">17624 14074 24575,'-30'-32'0,"-1"-1"0,0 1 0,8 14 0,-23 2 0,0 17 0,33 34 0,11 21 0,-3-2 0,-12-9 0,-3-1 0,0 8 0,9-4 0,0 9 0,1 6 0,0 1 0,0 0 0,0-6 0,-2-7 0,-9 10 0,0-9 0,2 6 0,4 0 0,-2 11 0,3-1 0,10-11 0,13-22 0,29-25 0,16-20 0,-12-2 0,6-8 0,4-4 0,2 0 0,-2 1 0,4 3 0,0 0 0,2-1 0,-2 0 0,0-2 0,-2-4 0,0-6 0,-1 1 0,-2 6 0,-5 11 0,10 14 0,-4 10 0,-27 6 0,-51 10 0,-19 9 0,15 20 0,0 0 0,0 0 0</inkml:trace>
  <inkml:trace contextRef="#ctx0" brushRef="#br0" timeOffset="189952">23200 13360 24575,'25'-49'0,"1"1"0,-13 9 0,15-21 0,-5 8 0,-23 42 0,0-31 0,0 41 0,0 0 0,-51 61 0,37-8 0,6 12 0,-3-4 0,-7-21 0,-2-3 0,1 9 0,9-2 0,1 7 0,2 5 0,0 3 0,0 3 0,-2 0 0,-3-2 0,-2-6 0,-1 3 0,-2 0 0,-2 1 0,1 1 0,-1-1 0,0-2 0,2-1 0,1-2 0,-1 9 0,2-4 0,0-2 0,0 1 0,-1 1 0,-3 4 0,0-5 0,-2 6 0,-2 4 0,-1 2 0,-1-2 0,2-4 0,2-6 0,2-9 0,4-12 0,-1-1 0,2-6 0,-10 33 0,7-6 0,17-30 0,0 25 0,0-43 0,0 22 0,25-63 0,11-26 0,-10 21 0,-1-1 0,1 1 0</inkml:trace>
  <inkml:trace contextRef="#ctx0" brushRef="#br0" timeOffset="190625">22647 15088 24575,'-19'60'0,"-1"0"0,1 0 0,0 0 0,-14-14-1048,19 2 0,1 22 1,1 4-1,4-12 1,4-29 1047,4-28 1577,0 16-1577,0-21 849,30 30-849,1-62 0,7-20-1951,11 17 0,8 2 0,-4-4 1951,-15-1 0,-3-2 0,2-2 27,5-2 0,6-5 1,-4 6-1,-9 15-27,-2 15 0,-2-7 0,-56 58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2T11:53:23.66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1313 12047 24575,'-24'-40'0,"0"0"0,1 0 0,-2 14 0,3 1 0,9-25 0,6 18 0,7 73-2126,0 8 0,0 19 0,0 5 1,0-7 2125,0-8 0,0-2 0,0 4 343,0-8 1,1 3 0,0 3 0,-1 2 0,-2-1-344,-2 7 0,-3 5 0,0 0 0,0-8 0,1-12-509,3-9 1,-1-2 508,-27 206 0,31-246 0,0-62 0,31 27 0,-12-9 0,0 0 0</inkml:trace>
  <inkml:trace contextRef="#ctx0" brushRef="#br0" timeOffset="1283">1313 12139 24575,'-46'-20'0,"21"-6"0,4 0 0,21 6 0,0 20 0,0-31 0,0 24 0,0-24 0,0 31 0,0 0 0,0-21 0,-20 16 0,14-15 0,-14 20 0,20 0 0,61 20 0,-15-15 0,-9 15 0,10 10 0,3 10 0,-8 5 0,-15 5 0,-22-1 0,-15 9 0,-10 4 0,-4 3 0,0 0 0,5-2 0,11-6 0,14 4 0,10-4 0,3-1 0,-7 0 0,-14 4 0,-13-9 0,-12 8 0,-7 5 0,-5 1 0,-2-3 0,1-6 0,2-11 0,7-14 0,9-16 0,-6-31 0,-19 41 0,12-4 0,62-60 0,23-14 0,-20 34 0,-1 0 0</inkml:trace>
  <inkml:trace contextRef="#ctx0" brushRef="#br0" timeOffset="3800">1382 12231 24575,'-24'-53'0,"1"1"0,-1-1 0,5 25 0,-1 2 0,-6-18 0,-2-4 0,5 27 0,11 55 0,7 35 0,2-3 0,3-7 0,0 5-1639,-3-13 1,-2 11-1,-1 5 1,-1 0 0,1-4-1,2-10 1142,2-1 1,0-7-1,-1 7 497,-4 1 0,-2 10 0,-1 4 0,-1-1 0,2-6 0,3-11-1078,4 4 1,-1-3 1077,-9 12 0,-5 6 0,5-9 1077,10-18 1,-1-5-1078,-17 18 0,20 2-1012,5-90 1,3-37 0,-1 12 1011,-2 13 0,0-3 0,2-17 0,-2 1 0,-1 20 0,-4 14 265,0-11 1,0-10 0,0 8-266,0 0 0,4 0 0,4-19 0,2-10 0,1-1 0,-1 8 0,-2 18 0,-2 13 0,1 1 0,2-18 0,4-16 0,0-4 0,-3 9 0,-4 21-531,-6 16 531,0-20 1582,16 12 1,9 12-1583,11 36 0,10 15-367,8-11 1,8-1-1,-7 7 367,-19 8 0,-6 6 0,4 2 822,5-5 1,8 2 0,1 2 0,-6 0-1,-13 1-822,-13 4 0,-11 2 0,-3 4-693,-2 3 0,-3 7 0,-2 3 0,-1-3 1,0-6 692,1-1 0,-1-5 0,-12 2-14,-7-8 0,-10 5 0,-6 1 0,-2-3 0,0-6 0,5-10 14,-23-4 0,2-6 0,15 12 0,-1 5 0,-2-11 1489,-8-18 0,-4-10 1,9-1-1490,-9 4 0,18-10 0,0 0 0,1 4 80,60-14-80,-15 20 6722,36 0-6722,-36 0 189,36-20-189,-36 14-1131,36-14 0,-13-12 1,1-8-1,13-5 0,0 1 1</inkml:trace>
  <inkml:trace contextRef="#ctx0" brushRef="#br0" timeOffset="5041">1267 12139 24575,'-25'0'0,"-17"-12"0,12 4 0,48 23 0,-62-30 0,95 35 0,-45 1 0,32-19 0,16 1 0,-12 18 0,1 10 0,2 9 0,-10-4 0,2 7 0,1 4 0,-2 2 0,-1-2 0,-3-5 0,10 8 0,-3-3 0,-10 9 0,-14-4 0,-4 10 0,-3 4 0,-5-1 0,-6-9 0,-8-14 0,-24-6 0,-12-8 0,7 3 0,-5 6 0,-1-3 0,5-8 0,2-8 0,-3-8 0,-5-6 0,-9-3 0,0-3 0,12-1 0,-15-5 0,4-11 0,-11-8 0,13 2 0,7-6 0,11 8 0,1 0 0,3 3 0,59 17 0,16 6 0,15-3 0,-17 0 0,-2 0 0,1 0 0,-10 20 0,-24-15 0,38 16 0,2-1 0,-31-15 0,29 9 0,2-7 0,-19-28 0,18 12 0,5-7 0,-19-17 0,-4-9 0,-1-1-2262,0 5 1,-2 0 0,-2-1 2261,-1-2 0,-1-2 0,-13-4-113,-17-2 1,-13-7 0,-7-2 0,0 5 0,5 8 112,1 0 0,-2 3 0,-2-5 0,-3-9 0,-2 5 0,3 16 0,-22 14 0,43 21 0,-23 0 0,62 0 0,-23 21 0,22-16 0,-9 15 0,4-20 0</inkml:trace>
  <inkml:trace contextRef="#ctx0" brushRef="#br0" timeOffset="5724">1567 12393 24575,'0'-41'0,"0"0"0,0 4 0,0 5 0,0-4 0,-41-5 0,30 36 0,-19 14 0,-18 14 0,-5 7 0,10 0 0,13-1 0,6 3 0,-6 7-1405,-3 1 1,-7 9 0,-5 6-1,-1 2 1,2 0 0,5-5-1,7-7 908,-5 8 1,7-6-1,12 2 487,14 12 0,12 2 0,9-29 10,12-42 0,11-22-237,-6 4 0,8-9 1,5-6-1,1-3 0,-1 0 1,-4 3-1,-10 6 237,0-2 0,-8 5 0,2-7-473,5-9 1,7-10-1,-1-3 1,-7 7 0,-12 14 472,-14 2 235,-30 49 1,-20 23 0,-8 11 0,7-2-236,5-6 0,1 0 0,3 5 0,6 6 226,8 3 0,0 11 0,4 3 1,6-2-1,10-12 0,13-18-226,23-21 0,17-18 0,2 2 0,-4 15 0,3 6 0,0-5 0,-1-13 0,-6-18 0,1-11 0,-1-8 0,-3 0 0,-5 4-24,7-7 1,-5 2 0,-22 22-1,-36 37 1,-14 14 0,-9 9 0</inkml:trace>
  <inkml:trace contextRef="#ctx0" brushRef="#br0" timeOffset="6298">1014 14281 21699,'-11'-60'0,"1"0"0,5 9-2278,-3 78 0,-4 39 0,0 12 0,3-14 2278,6-6 0,1 5 0,0-12 0,-2 14 0,1 8 0,-1 1 0,1-3 0,0-10 0,2-16 1448,-1-8 0,4-5-1448,7 37 0,2-25 0,-6-65 0,25-15 0,2-5 0,-22-17 0,10 9 0,1 0 0</inkml:trace>
  <inkml:trace contextRef="#ctx0" brushRef="#br0" timeOffset="6841">1106 14028 24575,'-10'-40'0,"-1"1"0,6-23 0,-10 26 0,10 6 0,38 16 0,23 13 0,-2 11 0,-4 19 0,-2 15 0,3 0 0,-4-15 0,4-1 0,-1 2 0,-6 9-1701,-8 9 0,-3 11 1,-4 3-1,-5-1 1,-8-7 1700,-7-4 0,-7-5 0,-8 6 0,-5-4 0,-5 7 0,-5 3 0,-3-1 0,1-5 0,0-9 475,-2-4 1,-2-8 0,-5 4-476,-4 3 0,-8 8 0,-5 1 0,2-1 0,3-6 0,10-10 0,5-7 0,-1-6 0,-27 3 0,-12-2 0,21-12 0,33-12 0,-38-20 0,14 2 0,62 20 0,-5-15 0,23 20 0,0 0 0</inkml:trace>
  <inkml:trace contextRef="#ctx0" brushRef="#br0" timeOffset="7454">2281 14627 24575,'50'-17'0,"0"1"0,0-1 0,-1 0 0,0 5 0,-3 2 0,8 2 0,-3 2 0,8 1 0,5 1 0,-1 1 0,-5 1 0,-7 1-884,-1 1 0,-6 2 1,-3 1 883,18 6 0,-26 3 0,-84 8 0,19-7 0,0 0 0</inkml:trace>
  <inkml:trace contextRef="#ctx0" brushRef="#br0" timeOffset="8054">2235 15042 24575,'64'3'0,"0"0"0,0 1 0,0-1 0,0 1 0,0-1 0,-9 0 0,0-1 0,5 2 0,-1-1 0,1 0 0,0 1 0,-1-1 0,1 1 0</inkml:trace>
  <inkml:trace contextRef="#ctx0" brushRef="#br0" timeOffset="8409">3041 14281 24575,'36'-42'0,"0"0"0,0 27 0,7 15-1405,-4 13 1,10 13 0,6 8-1,3 5 1,-3 2 0,-7-3-1,-9-4 908,-3 5 1,-9 0-1,5 3 935,8-2 0,13 4 0,3 4 0,-6-1 0,-13-3 0,-25-6-438,-38 5 0,-29-6 0,-7 1-548,12-4 1,-6 2-1,-3 1 1,2-2 0,5 0 547,6-3 0,5 0 0,0-1 0,-5-1 0,-10 1 0,-9 4 0,0-3 0,13-8 0,24-13-54,22-11 0,27-20 0,30-6 0</inkml:trace>
  <inkml:trace contextRef="#ctx0" brushRef="#br0" timeOffset="9191">4930 14212 24575,'0'-25'0,"0"-16"0,0 36 0,-20-16 0,15 62 0,-16-31 0,12 18 0,3 19 0,1 15 0,2 9 0,1 3 0,0-1 0,1-8 0,-2-14 0,1 5 0,0-9 0,-1 9 0,0-7 0,-1 11 0,-1 7 0,0 1 0,0 0 0,1-7 0,1-9 0,1-14 0,2 19 0,0-109 0,0 8 0,0-1 0</inkml:trace>
  <inkml:trace contextRef="#ctx0" brushRef="#br0" timeOffset="9483">4469 14212 24575,'-25'-48'0,"-1"-1"0,18-1 0,16 3 0,24 19 0,14 6 0,-1 3 0,-3-4 0,6 5-1967,3 8 1,14 3 0,4 2 0,-4 4 0,-13 3 1221,-9 9 0,1 4 314,8-5 0,14 1 0,4 1 0,-6 0 0,-14-1 431,-13 1 0,-5 4 178,15 16 1,1 10-1,-25-3 1,-49-4 0,-20 2-1,8 11 1,-1 1 0,1-1-1</inkml:trace>
  <inkml:trace contextRef="#ctx0" brushRef="#br0" timeOffset="9806">4562 15249 24575,'-46'0'0,"-1"0"0,0 4 0,13-8 0,36-47 0,-20 38 0,49-5 0,30-2 0,-9 7 0,-9 13 0,1 0 0,15 0 0,5 0 0,-1 0-155,-8 0 0,2 0 0,0 0 0,0 0 0,-4 0 0,2 0 0,-4 0 0,0 0 0,2 0 0,10 0 0,0 0 0,0 0 0,-1 0 0</inkml:trace>
  <inkml:trace contextRef="#ctx0" brushRef="#br0" timeOffset="10208">6290 15295 24575,'-26'-21'0,"77"16"0,-6-5 0,0 0 0</inkml:trace>
  <inkml:trace contextRef="#ctx0" brushRef="#br0" timeOffset="10496">6612 14742 24575,'-42'-32'0,"0"0"0,4-13 0,19-2 0,47 6 0,16 0 0,-19 10 0,1-2 0,7-3-1405,4 5 1,8-4 0,7-2-1,2-1 1,-1 1 0,-3 1-1,-8 5 908,11-10 1,-7 4-1,4-8 497,-13 8 0,7-6 0,3-5 0,1-2 0,-3-1 0,-5 3 0,-7 4 0,-12 6 1221,-5-16 0,-22 1-1221,-15 3 0,-15-9 0,-9-2 0,-2 8 0,1 15 38,-2 14 0,-1 15 0,-12 3-38,9 5 0,-14 2 0,-8 3 0,-4 1 0,-1 2 0,5 0 0,8 0 0,14 0 0,17-3 0,1 4 0,-11 14 0,-1 0 0,1-1 0,0 1 0</inkml:trace>
  <inkml:trace contextRef="#ctx0" brushRef="#br0" timeOffset="24491">18270 11425 24575,'-47'0'0,"47"17"0,9 11 0,9 9 0,7 10 0,7 7 0,4 5 0,5 5 0,3 4 0,1 0 0,1 1 0,-1-1 0,-1-2 0,-4-5 0,-9-14 0,1 1 0,1 0 0,0 1 0,1 0 0,1 1 0,0 0 0,1 1 0,1 1 0,0-1 0,0 1 0,1 1 0,0-1 0,1 1 0,-1 0 0,1 0 0,0 1 0,1-1 0,-1 0 0,0 1 0,0-1 0,-2-3 0,0 0 0,1 1 0,1 1 0,-1 0 0,2 0 0,-1 1 0,1 0 0,0 0 0,0 0 0,1 1 0,-1-1 0,1 0 0,-1 0 0,0 0 0,1 0 0,-1-1 0,-1 0 0,1 0 0,-1-1 0,0-1 0,-1 0 0,0-1 0,0-1 0,-2 0 0,7 8 0,0 0 0,1 1 0,-1 0 0,0 0 0,0 0 0,-1-1 0,0 0 0,0-2 0,-1-1 0,-1-1 0,0-1 0,-1-3 0,-1-1 0,-1-3 0,-1-2 0,-1-3 0,-1-2 0,10 1 0,-1 1 0,1-1 0,0 0 0,0 1 0,0-1 0,0 1 0</inkml:trace>
  <inkml:trace contextRef="#ctx0" brushRef="#br0" timeOffset="25388">18431 12139 24575,'-13'-56'0,"0"0"0,0-1 0,1 1 0,-1 0 0,0-1 0,52 58 0,25 29 0,8 9 0,-7-9 0,-21-30 0,-31-36 0,-18-26 0,-8-13 0,-1 0 0,8 14 0,18 27 0,42 58 0,-1 0 0,0 0 0,0 0 0,1 0 0</inkml:trace>
  <inkml:trace contextRef="#ctx0" brushRef="#br0" timeOffset="28721">20758 11425 24575,'19'60'0,"1"-1"0,-1 1 0,1 0 0,-1-1 0,0 1 0,1 0 0,-1-1 0,1 1 0,-1-1 0,1 1 0,-1 0 0,1-1 0,-1 1 0,1 0 0,-1-1 0,0 1 0,1 0 0,-1-1 0,1 1 0,2 3 0,-3-12 0,-2-6 0,1 1 0,1 7 0,4 14 0,-11-28 0,3 6 0,0 4 0,1 5 0,2 3 0,0 5 0,1 2 0,1 2 0,0 4 0,1 0 0,0 3 0,1 0 0,-1 1 0,1 0 0,0 0 0,-1-1 0,0-1 0,0-2 0,-1-1 0,-1-3 0,0-2 0,-1-4 0,-1-4 0,0-3 0,-3-5 0,0-4 0,-1-6 0,-3-6 0,17 38 0,-6-21 0,1 9 0,-6-3 0,1 13 0,1 6 0,0 0 0,-1-9 0,0-15 0,-3-22 0,7-20 0,-17-38 0,-8-12 0,-17-4 0,9 10 0,-1 1 0</inkml:trace>
  <inkml:trace contextRef="#ctx0" brushRef="#br0" timeOffset="29897">20712 11932 24575,'-23'38'0,"0"1"0,17-6 0,6-61 0,6-26 0,6 4 0,9-13 0,2-5 0,0 0 0,-5 7 0,-7 9 0,-2 3 0,-1 0 0,2-3 0,5-13 0,3-13 0,-1 3 0,-2 18 0,-8 35 0,-7 38 0,0-32 0,-21 37 0,16-21 0,-46 20 0,43-15 0,-22 16 0,60 9 0,5 9 0,7 11 0,2 2 0,-10-9 0,0 2 0,2 0 0,1-1 0,4 0 0,3 1 0,-2-5 0,-6-8 0,-3-4 0,-7-15 0,-3-31 0,-35-24 0,-6 12 0,16 57 0,4 18 0,-2 0 0,0 0 0</inkml:trace>
  <inkml:trace contextRef="#ctx0" brushRef="#br0" timeOffset="33356">22992 13107 24575,'-8'64'0,"0"0"0,0 0 0,-1 1 0,1-1 0,0 0 0,0 1 0,-1-1 0,1 0 0,-1-6 0,0-4 0,0-2 0,-1 0 0,0 1 0,0 3 0,-2 6 0,3-10 0,-2 4 0,1 5 0,-2 2 0,1 2 0,-1 1 0,0 0 0,-1-1 0,1-1 0,-1-2 0,1-4 0,0-5 0,0-4-748,-8 24 1,-2-7-1,1-5 1,2-6-1,4-5 748,4 14 0,-4-11 582,-19-5 0,-3-14-582,3-18-789,-2-16 0,46-36 0,16-15 0,2 0 0,1 1 0,-1 0 0</inkml:trace>
  <inkml:trace contextRef="#ctx0" brushRef="#br0" timeOffset="34390">22601 13613 24575,'-49'0'0,"1"0"0,9 0 0,-33 0 0,72 0 0,226-266 0,-183 225 0,-3 6 0,5-7 0,-5 0 0,5-8 0,3-4 0,-1 1 0,-2 8 0,-7 11 0,17-1 0,-12 18 0,-18 17 0,-4 0 0,-21-20 0,0 15 0,0-36 0,0 36 0,0-16 0,0 21 0,0 62 0,4-19 0,4 10 0,4 2 0,5-7 0,11 0 0,7-6 0,4-4 0,3 3 0,3-3 0,4-20 0,-4-41 0,1-1 0,-1 0 0,1 1 0</inkml:trace>
  <inkml:trace contextRef="#ctx0" brushRef="#br0" timeOffset="36887">23200 16470 24575,'-49'20'0,"1"1"0,9-11 0,-33 31 0,72-41 0,0 0 0,31 0 0,-23 0 0,23 0 0,-31 0 0,41-21 0,-9-1 0,12-11 0,6-6 0,3-3 0,-2 3 0,-5 5-629,-2 3 1,-4 5 0,2-3-1,11-8 629,-19 12 0,5-4 0,5-4 0,4-3 0,3-3 0,3-3 0,2-1 0,2-1 0,0-1 0,1 0 0,-1 0 0,-1 1 0,-2 1 0,-2 2 0,-3 3 0,-4 2 0,-4 4 0,-5 3-934,20-14 1,-11 7 0,-4 4 0,4-3 0,8-8 933,-15 12 0,5-3 0,4-3 0,3-4 0,3-1 0,1-2 0,2 0 0,-1-1 0,0 0 0,-2 2 0,-2 1 0,-3 2 0,-5 3 0,-4 3 0,-6 4 0,15-16 0,-9 6 0,-5 2 0,2 1 0,-1 1 0,0 0 0,-1 1 0,-1 1 0,78-79 0,-112 113 0,0 0 0,21 0 0,4-20 0,21-6 0</inkml:trace>
  <inkml:trace contextRef="#ctx0" brushRef="#br0" timeOffset="37473">25596 14212 24575,'-47'0'0,"0"0"0,0 0 0,-24 0 0,29 0 0,104 0 0,-11 0 0,5 0 0,-14 2 0,1-1 0,8-4 0,-4-3 0,10-5 0,4-3 0,3 0 0,-3 0 0,-5 1 0,-10 3 0,17-4 0,-3 8 0,-7 11 0,12 4 0,1 6 0,-13 4 0,-24 5 0,-42 25 0,-20 12 0,21 1 0,4 7 0,-3-8-1357,-15-6 0,11-13 0,36-17 1,4-4-1</inkml:trace>
  <inkml:trace contextRef="#ctx0" brushRef="#br0" timeOffset="57851">16910 9559 24575,'-25'0'0,"4"0"0,21 0 0,0 0 0,0-30 0,0 22 0,0-43 0,0 46 0,0-16 0,0 1-1696,0 14 0,21-14 0,4 20 0</inkml:trace>
  <inkml:trace contextRef="#ctx0" brushRef="#br0" timeOffset="61159">16864 9099 24575,'-38'25'0,"7"-4"0,52-39 0,9-5 0,-17 12 0,38-30 0,-51 41 0,0 0 0,0 21 0,0 5 0,0-1 0,0-4 0,0-21 0,0 0 0,-20 0 0,15 0 0,-16 0 0,21 0 0,0 0 0,-30 0 0,22 0 0,-23 0 0,31 0 0,-20 0 0,-6-41 0,0 0 0,6-8 0,8-10 0,3 5 0,4 34 0,0-24 0,-1-18 0,-3-6 0,-2 14 0,-3-5 0,-2-2 0,0-1 0,1-2-1131,2 5 0,0-2 1,0-1-1,0 0 0,0 1 1,-1 0 1130,0 6 0,-1 0 0,-1 1 0,1 0 0,1 0 0,1-1 0,0-4 0,0-5 0,1 0 0,1 5 0,3 7 0,3 12-3520,5-14 3520,0 7 0,0-9 0,0 1 0,1 9 0,0 2 0,-3-5 0,-3-6 0,-4-5 0,-1-1 0,4 4-907,3 3 0,1 2 0,-1 0 907,-4-19 0,-2-1 0,-6 31 3693,-5 41-3693,15 0 0,-16 0 3857,21 0-3857,0 0 0,21-21 0,4-5 0</inkml:trace>
  <inkml:trace contextRef="#ctx0" brushRef="#br0" timeOffset="61941">16104 7164 8191,'-50'20'0,"0"1"0,4-11 5063,5 10-5063,67-45 1409,-2-18 0,-2-12-1409,-13 9 0,-3-5 0,4-3-705,10-2 1,5-3-1,1-2 1,-4 4 704,-8 2 0,-4 1 0,4-3 907,2 6 0,5-3 1,0-3-1,0 1 1,-3 3-908,-1-3 0,-2 1 0,-2 1 0,-2 1 0,-2 4 0,-2 0 0,-1 1 0,1 0 0,2-22 0,0 0 0,3 20 0,9 25 0,-16 25 0,23 41 0,5 15 0,-2-12-1513,3 6 1,9 10 0,-2-17 1512,18-28 0,-11 6 0,7 4 0,-10-9 0,-6-16 0,-4 0 0,1 0 0</inkml:trace>
  <inkml:trace contextRef="#ctx0" brushRef="#br0" timeOffset="64375">18085 9905 24575,'37'-46'0,"0"0"0,-8 2 0,2 14 0,11-5 0,4-2 0,-4 1 0,4-6 0,-2 0 0,-1 3 0,-8 11 0,-1 2 0,2-4 0,4-9 0,2-5 0,3-1 0,2 4-2458,4 6 0,4 4 1,-1 0-1,-1-3 2085,-8-2 1,-3-3-1,2-1 1,6-1 372,-2 7 0,6-2 0,4-2 0,1 1 0,-1 0 0,-5 1 0,-6 3 283,-4-2 0,-7 4 1,0-2-1,12-6-283,-12 12 0,6-4 0,4-3 0,5-2 0,3-2 0,2-2 0,1 0 0,1-1 0,0 0 0,-1 1 0,-1 1 0,-4 2 0,-3 2 0,-4 2 0,13-9 0,-6 3 0,-4 2 0,0 1 0,0-1 0,3-2 0,5-5-163,-10 9 0,3-4 0,3-1 0,2-3 0,2-1 1,1 0-1,-1-1 0,-1 1 0,-1 1 0,-2 2 0,-4 1 1,-4 4-1,-4 3 163,14-12 0,-7 6 0,-5 2 0,-1 1 0,-2-4-542,-1-3 0,2-4 1,-4 1-1,-6 4 1,-10 10 541,-8-6 1354,11-2 0,6 8-1354,12 32 0,-31 0 0,31 0 984,-41 0-984,20 0 0,-15 31 0,16 7 0</inkml:trace>
  <inkml:trace contextRef="#ctx0" brushRef="#br0" timeOffset="64988">21725 6864 24575,'29'-37'0,"0"-1"0,0 1 0,11 11 0,10 1 0,9 1 0,4-1 0,1 1 0,-3 1 0,-5 0 0,-11 1 0,8-14 0,-10 3 0,10-1 0,-2 8 0,15-4 0,6-2 0,0 2 0,-9 8 0,-17 9 0,-25 15 0,-33 24 0,-31 19 0,-14 10 0,0-1 0,16-9 0,10 2 0,9 1 0,-2 9 0,5 6 0,21-17 0,55-33 0,1 0 0</inkml:trace>
  <inkml:trace contextRef="#ctx0" brushRef="#br0" timeOffset="72805">20205 9099 24575,'-26'25'0,"6"-4"0,20-21 0,0 20 0,0-15 0,0 16 0,-32-33 0,-8-17 0,21 1 0,0-6-238,-7 0 1,-6-6-1,0-4 1,4-4 237,7-5 0,5-4 0,2-4 0,-1-4 0,-1-4 0,3 16 0,0-4 0,-1-2 0,1-2 0,-2-2 0,0 0 0,-1-1 0,-2 0 0,-1 1 0,0 4 0,-3 0 0,-2-2 0,0 0 0,-2 0 0,0 0 0,1 0 0,0 1 0,1 0 0,3 2 0,1 1 0,0-8 0,3 1 0,1 0 0,1 2 0,0 1 0,1 0 0,-1 2 0,-1 1 0,-3-3 0,-4-4 0,0 1 0,1 3 0,3 6 0,7 8 0,7 13 0,21-7-1294,13 19 0,3 4 0,-1-3 0,7-5 0</inkml:trace>
  <inkml:trace contextRef="#ctx0" brushRef="#br0" timeOffset="73436">19030 7071 24575,'-56'11'0,"32"-37"0,12-10 0,21 7 0,7-6 0,-3-20 0,0-10 0,2 1 0,2 11 0,1 2 0,4-1 0,-1 3 0,4-1 0,0 0 0,-2 2 0,-1-8 0,-3 3 0,7 11 0,19 5 0,2 23 0,-11 37 0,-3 10 0,13 0-2262,-2 3 1,8 8 0,-15-11 2261,-19-18 0,21 11 0,-6 10 0,-37 7 0,-13 6 0,5 8 0,-1 1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2T11:55:23.60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1682 11840 24575,'-57'-21'0,"29"16"0,-2-15 0,60 20 0,-2 0 0,8 0 0,-15 0 0,-21 20 0,-11 15 0,-7 14 0,-4 5 0,2-6 0,-4 7 0,-2 3 0,0 1 0,0-1 0,2-6 0,-2 5 0,2-5 0,-2 1 0,-3 8 0,6-14 0,-3 8 0,-3 5 0,-2 3 0,0 1 0,0-2 0,1-2 0,3-6 0,3-8 0,4-9 0,-7 8 0,1-3 0,-3 8 0,-8 16 0,1 1 0,11-13 0,19-25 0,26-29 0,-15 0 0,28-13 0,25-14 0,6-3 0,-14 8 0,-18 10 0,2 1 0,15-6 0,13-4 0,6-1 0,-1 2 0,-10 8 0,-7 8 0,-5 6 0,0 0-1131,10-1 0,1 1 1,-11-5-1,2-18 0,-91-4 1</inkml:trace>
  <inkml:trace contextRef="#ctx0" brushRef="#br0" timeOffset="293">1474 12761 24575,'29'-48'0,"0"1"0,1-1 0,-2 12 0,3 7 0,12-10 0,7-1 0,-3 5 0,-8 14 0,25 16 0,-4-2 0,12-1 0,-15 3 0,-13 5 0,7 6 0,-10 8 0,-41 12 0</inkml:trace>
  <inkml:trace contextRef="#ctx0" brushRef="#br0" timeOffset="851">1636 11886 24575,'-60'-10'0,"-1"-1"0,72-14-2458,14-1 0,16-7 1,6 0-1,-2 7 1961,8 7 1,2 8-1,6-3 497,-7 0 0,8-4 0,3-1 0,-1 1 0,-6 4 0,-10 5 352,5 4 0,-6 10 0,-4 9 1,0 8-1,-11 4 0,-22 12 1,0 1-1</inkml:trace>
  <inkml:trace contextRef="#ctx0" brushRef="#br0" timeOffset="1448">2834 12554 24575,'-26'-51'0,"57"38"0,12-23 0,9 0 0,5 30 0,8 7 0,-16-5 0,4-3 0,1 2 0,-2 1 0,6 2 0,-1 3 0,-1 0-3277,-2-1 0,-2 0 0,-2 0 2532,12 0 0,-6 0 1617,-20 0 1,-5 0-873,-1 0 310,11 0 0,-45 30 0,-12 11 1,3 4-1,0 0 0</inkml:trace>
  <inkml:trace contextRef="#ctx0" brushRef="#br0" timeOffset="1889">2949 13014 24575,'-38'-39'0,"-1"-1"0,61 18 0,15 3 0,1-4 0,8 5 0,0 13 0,9 4 0,5 3 0,0 1 0,-7-2-312,9-1 0,-5 0 1,6 0 311,-10 0 0,7 0 0,4 0 0,-3 0 0,-7 0 0,-11 0-2648,-4 0 0,-3 0 2648,16-2 0,13-3 0,-7 4 0,-28 9 0,-54 33 0,17 10 0</inkml:trace>
  <inkml:trace contextRef="#ctx0" brushRef="#br0" timeOffset="2563">3755 12139 24575,'-29'-25'0,"-1"-1"0,-10 2 0,16 7 0,76 17 0,-21 0 0,4 0 0,12-2 0,7 1 0,4 4 0,0 7 0,3 6 0,3 2 0,-1-1 0,-12-4 0,1-1 0,0 0 0,-1 2 0,-4 2 0,2 5 0,-3 3 0,-3 1 0,-4 0 0,17 15 0,-20-4 0,-36-10 0,0 21 0,0-2 0,0-27 0,-22 35 0,-7 7 0,14-30 0,-4 1-1696,-11 7 0,-11 6 0,-1 1 0,7-5 1696,2 0 0,2-1 0,-4 4 0,-3 5 0,-7-6-1135,0-14 1,-8-4 0,2-2 0,11 1 1134,9 9 0,0 0 0,-25 0 0,-18 4 0,8-5 0,37-12 0,34-14 0,-20-10 0,51-18 0,-1 0 0</inkml:trace>
  <inkml:trace contextRef="#ctx0" brushRef="#br0" timeOffset="3343">5990 11840 24575,'0'-26'0,"0"-25"0,0 2 0,-20-12 0,14 15 0,-28 73 0,-3 17 0,24-21 0,0 15 0,-3 19 0,-2 7 0,3-3 0,5-14 0,5 17 0,2-25 0,-1 15 0,-1 11 0,-1 6 0,1 3 0,-1-2 0,1-4 0,1-9 0,1-14-340,0 13 0,1-3 340,0 2 0,0 18 0,0 5 0,2-5 0,1-19 0,4-30-1640,0-26 0,16-52 1,-21-12-1</inkml:trace>
  <inkml:trace contextRef="#ctx0" brushRef="#br0" timeOffset="3676">5483 11678 24575,'-55'-23'0,"0"0"0,6 9 0,21 3 0,62-2 0,24 5 0,-14 12 0,3 5 0,3-1 0,-1-6 0,3-1 0,2-1 0,4 2 0,-5-1 0,4 0 0,3-1 0,-1 3 0,-3 2 0,-6 5 0,3 8 0,-5 4 0,-4 3 0,-5 3 0,7 6 0,-6 3 0,-18 7 0,-42 8 0,0-1 0,0 1 0,1 0 0</inkml:trace>
  <inkml:trace contextRef="#ctx0" brushRef="#br0" timeOffset="3964">5391 13268 24575,'-29'-26'0,"-1"1"0,66 0 0,35 1 0,-9-2-925,-29-8 0,6 2 925,3 17 0,15 1 0,8 3 0,5 2 0,-1 3 0,-5 1 0,-11 3 0,6 5 0,-8 5 0,2 2 0,4-2 0,4 1 0,-3 3 0,-11 5 0,-11 19 0,0 0 0</inkml:trace>
  <inkml:trace contextRef="#ctx0" brushRef="#br0" timeOffset="14142">22601 4630 24575,'-53'21'0,"0"-1"0,1 1 0,-1 0 0,1 0 0,-1 0 0,0 0 0,-4 2 0,2 1 0,-1 0 0,1 0 0,-2 2 0,-1 1 0,7-3 0,0 2 0,-2 0 0,0 1 0,-1 0 0,-1 2 0,-1 0 0,-1 1 0,6-3 0,-5 2 0,-3 3 0,-1 0 0,0 0 0,1 0 0,1 0 0,5-3 0,4-2 0,6-3 0,8-3-453,-19 12 0,3 1 453,12-12 0,-11 7 0,-7 2 0,-3 3 0,-2 1 0,3-2 0,6-3 0,9-4 0,12-5 223,-17 17-223,9-15 0,-15 4 0,-5 3 0,7-2 0,16-3 0,3 21 0,-3-22 0,-16 0 0,-9 3 0,1 0 0,8 2 0,7 5 0,4 2 0,1 0 0,-7-4 0,-2-8 0,-5-4 0,-3-1 0,-1 0 0,0 4-1093,2 3 0,-3 5 0,0 1 0,1-1 0,2-3 0,4-7 1093,-11-6 0,4-7 0,-3 7 0,17 3 0,-4 6 0,-1 2 0,0 1 0,1-1 0,4-4 89,-4-1 1,2-3 0,2 0 0,-2 5-90,2 4 0,-1 4 0,0 3 0,-1 0 0,-2-1 0,3-5 0,-2 0 0,-1 0 0,0 0 0,2 1 0,3 1-901,-2 5 0,3 2 0,1 0 0,1-2 0,0-2 901,-4-2 0,1-3 0,1-1 0,3-1 0,-4 7 0,4-2 0,9-13 0,6-18 4505,26 0-4505,57 0 0,-4-20 0,-4-9 0,0-9 0,-14-11 0,1 1 0</inkml:trace>
  <inkml:trace contextRef="#ctx0" brushRef="#br0" timeOffset="14928">17878 6864 24575,'10'-48'0,"0"-1"0,-4 10 0,14-32 0,-20 71 0,0 0 0,-20 41 0,-18 6 0,-1 8 0,21 0 0,-3 5 0,-5-20 0,-10 4 0,-5 2 0,0 0 0,6-2 0,10-5 0,7 16 0,2 0 0,-10-11 0,-10 8 0,-3 0 0,6-5 0,14-12 0,14 4 0,-7 11 0,3-8 0,9-37 0,0 15 0,21-40 0,-16 15 0,15-36 0,21 36 0,2-15 0,14-12 0,3-2 0,-5 7-2262,-7 11 1,-3 4 0,5-3 2261,3-8 0,5-5 0,3-2 0,-3 3 0,-8 7 0,8 5 0,1 1-105,-6-4 0,9-7 0,4-2 1,-3 2-1,-7 8 105,-3 6 0,-5 5 0,-1 2 0,10-1 0,-1 1 0,-25 13 0,-69 43 0,1-1 0</inkml:trace>
  <inkml:trace contextRef="#ctx0" brushRef="#br0" timeOffset="35233">16956 8891 24575,'-3'57'0,"-1"-1"0,0 0 0,0 0 0,4-6 0,2 2 0,1 2 0,0 3 0,-1 1 0,-1 3 0,-2 2 0,-1-9 0,-2 2 0,-1 3 0,-1 1 0,0 1 0,-1 2 0,0 0 0,0 0 0,1 1 0,0-1 0,1-1-224,1 1 0,0 0 0,2 0 0,-1 0 1,1 0-1,0 1 0,-1-1 0,0 2 1,0 0-1,-2 0 0,0 1 224,-1-3 0,-1 2 0,-1 2 0,-1 1 0,0 0 0,0 1 0,-1-1 0,1-1 0,-1-2 0,1-1 0,0-3 0,1-3 0,1-4 0,-1 11 0,0-7 0,1-3 0,1-2 0,-1 1 0,0 1 0,-1 5 0,-1 0 0,0 4 0,0 3 0,-1 2 0,0-1 0,0-2 0,1-3 0,0-4 0,2-7 134,-3 11 1,2-8 0,1-3 0,1 1-135,3 13 0,2-1 0,-3-2 0,-26 101 463,30-164-463,0-31 0,30 3 0,-10 0 0,-1 0 0</inkml:trace>
  <inkml:trace contextRef="#ctx0" brushRef="#br0" timeOffset="36123">16403 12692 24575,'-56'-20'0,"28"14"0,26 44 0,13 27 0,0-4 0,-5-11 0,1 8 0,0-17 0,2 11 0,2 6 0,0 5 0,1 3 0,1-1 0,-2-2 0,-1-5 0,-2-7-2458,2 12 0,-3-7 1,0-2-1,0 6 2209,0-4 1,1 6 0,0 2 0,0-3-1,0-7 1,-1-11 1657,5 5 0,-3-24-1409,-9-50 0,11-8 0,8-9 0,6-6 0,5-6 0,5-7 53,-9 19 0,4-5 0,2-2 1,1-2-1,0-1 0,-1 0 1,-3 1-54,1-5 0,-3 0 0,0-1 0,-1 1 0,0 0 0,2 0 0,1 2 0,2-1 0,1 0 0,-2 2 0,-2 2 0,-4 3 0,-1-5 0,-2 0 0,-5 8 0,-4 10 0,-5 6 0,24-11 6117,-31 41-6117,0 0 0,20 41 0,6 10 0</inkml:trace>
  <inkml:trace contextRef="#ctx0" brushRef="#br0" timeOffset="51879">17832 10158 24575,'-64'0'0,"13"0"0,51 0 0,0 0 0,133 113 0,-102-80 0,2 7 0,4 5 0,1 3 0,2 3 0,0 1 0,0-1 0,-1-1 0,-1-4 0,-3-4-553,8 4 1,-3-5-1,0-3 1,-1 1 0,3 5-1,2 9 553,-12-13 0,1 5 0,1 4 0,2 3 0,1 2 0,0 2 0,1 3 0,0 0 0,0 0 0,0 0 0,0 0 0,-1-1 0,-1-2 0,-1-3 0,-2-2 0,4 4 0,0-1 0,-1-2 0,-1 0 0,0-1 0,-1-1 0,-1 0 0,1 0 0,-2-1 0,0 1 0,0 0-575,2 6 1,-1 0 0,-2 0 0,0 0 0,0-1 0,0 0 0,1 0-1,0-1 1,2-1 574,1 2 0,2 2 0,2 2 0,-1-1 0,1-2 0,-1-4 0,0-5 0,-3-7 0,-1-8 0,15-3 0,-3-12 0,-1 3-1325,3 18 1,-2 5-1,1-1 1325,-6-14 0,1-2 0,0 2 0,-3 6-20,-6 6 0,-2 7 0,-2 3 0,-1 1 0,2-1 20,1-3 0,0 1 0,0 0 0,1-1 0,2 1 0,4 1 0,3 1 0,1-1 0,-1-1 0,-1-1 280,0 2 0,-2-2 1,1 0-1,5 2-280,-4-12 0,5 2 0,4 2 0,0-2 0,-2 0 0,-7-4 0,-8-4 0,2 13 0,-1-1 0,7-4 0,14 6 0,1 2 0,-8-3 0,-18-9 4480,-19 11-4480,31-41 6699,-41 10-6699,0-35 0,0-1 0,-20-4 0,-6-21 0</inkml:trace>
  <inkml:trace contextRef="#ctx0" brushRef="#br0" timeOffset="52611">21219 15042 24575,'-34'2'0,"1"1"0,2 12 0,3-56 0,15-10 0,34 33 0,8 13 0,8 10 0,8 21 0,6 16 0,2 0 0,-5-8 0,4 1 0,0-1 0,-2-1 0,-6-5 0,0 0 0,-1-3 0,-2-4 0,24 5 0,-10-11 0,-24-15 0,-31 0 0,0 0 0,20 0 0,-15 0 0,9-40 0,-7-33 0,-12 27 0,-4-11 0,-5-6 0,-3-3 0,0 0 0,1 4 0,1 5 0,-1-9 0,1 5 0,0 2 0,-3-6 0,3 3 0,-1-12 0,0-1 0,-2 7 0,0 16 0,-1 25 0,-22 37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2T11:56:44.86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2235 12231 24575,'-46'-25'0,"20"4"0,-25 21 0,43 0 0,-43 0 0,46 0 0,-16 0 0,15 34 0,10 27 0,-2 8 0,-3-17 0,-2 8 0,0 6 0,-1 2 0,0 0 0,1-3 0,1-4 0,0 4 0,2-4 0,-1-1 0,0 2 0,0 5 0,-1-12 0,0 7 0,-1 3 0,0 2 0,0 0 0,1-4 0,-1-5 0,1-9 0,1-10-1631,1 4 0,0-7 1631,0 77-431,0-113 431,0 0 0,-20-72 0,7 27 0,0 0 0</inkml:trace>
  <inkml:trace contextRef="#ctx0" brushRef="#br0" timeOffset="471">1981 12600 24575,'19'-51'0,"-1"-1"0,1 1 0,-1 0 0,0 0 0,-10 0 0,8 10 0,26 10 0,20 2 0,4 12 0,-11 22 0,-22 25 0,-8 19 0,-4 12 0,0 2 0,4-7-421,6-10 1,3-2-1,0 0 1,-3 2-1,-5 4 421,-5 5 0,-3 6 0,-4 3 0,-2-2 0,-6-4 0,-5-10 0,-12 14 0,-14-4 0,2-10 0,-6 6 0,-4 2 0,-4-2 0,-2-7-1447,-1-11 0,-4-4 0,-2-3 0,1 0 0,2 1 1447,0 10 0,3 3 0,-1-4 0,-6-10 458,-16-12 0,-9-9 0,6-8 0,21-5-458,22-7 0,-9-15 0,13 2 0,70 25 0</inkml:trace>
  <inkml:trace contextRef="#ctx0" brushRef="#br0" timeOffset="1081">3410 13014 8191,'-59'0'0,"43"-30"2531,46 24 1,17 4-2532,2-8 0,5-2 0,-1 3 0,-7 7 0,0 3 0,3 0 0,10-1 0,7 0 0,-2 0 0,-12 0 1409,-15-1 0,-2 2-1409,18 7 0,6 3 0,-23 1 0,-31-4 0,-10 22 0</inkml:trace>
  <inkml:trace contextRef="#ctx0" brushRef="#br0" timeOffset="1383">3548 13406 24575,'-26'-20'0,"26"14"0,26-14 0,29 15 0,8 10 0,-33 5 0,4 0 0,12-7 0,11-5 0,3 1 0,-3 7 0,-9 8 0,-1 6 0,-2 0 0,-1-3 0,4-6 0,-3-2 0,-2 5 0,-7 11 0,-1 1 0,1-1 0</inkml:trace>
  <inkml:trace contextRef="#ctx0" brushRef="#br0" timeOffset="1834">4009 12761 24575,'15'-51'0,"6"59"0,24-7 0,21-2 0,4 6 0,-12 7 0,4 5 0,3 4 0,-1 1 0,-3 0-1967,-6 1 1,-2 2 0,0 0 0,-1-1 0,1-3 1668,6-6 0,5-5 0,-2 0 0,-12 5 0,-21 9 29,-26 18 1,-21 10 0,-10-1 0,-1-11 268,-14-12 0,-11-3-181,16 1 0,-8 8 1,-4 4-1,-3 1 1,3-2-1,3-4 1,8-9 180,-13-1 0,2-3-565,-6 8 0,-12 6 0,11-2 0,33-13 565,34-14 299,6 36 1,16-22 0,10-2 0,9 12 0,0 1 0</inkml:trace>
  <inkml:trace contextRef="#ctx0" brushRef="#br0" timeOffset="2320">5944 12554 24575,'-26'-32'0,"1"0"0,-9 73 0,6-24 0,0 9 0,16 9 0,2 15 0,3 12 0,2 8 0,1 3 0,2 1 0,1-4 0,1-8 0,0-10 0,4 14 0,3-12 0,-2 10-1229,-6-13 0,-1 10 0,-3 6 0,1 2 1,0-2-1,1-6 0,3-10 0,3-14 1009,18 14 1,-20-78-1,-2-18 1,1 0-1,0 0 1</inkml:trace>
  <inkml:trace contextRef="#ctx0" brushRef="#br0" timeOffset="2623">5437 12646 24575,'-38'-36'0,"-1"0"0,1 0 0,16-11 0,23 5-3277,40 22 0,26 11 0,-3 2 2780,-21-1 1,-3 2-1,7 0 497,10 0 0,8 0 0,5 1 0,-2 2 0,-5 2 704,-6 2 1,-4 0-1,-1 4 1,1 3-705,6 5 0,3 3 0,-5 5 0,-12 6 0,-12 7 0,-9 5 0,-15 3 0,-32 4 0,-1-1 0,0 1 0,1-1 0</inkml:trace>
  <inkml:trace contextRef="#ctx0" brushRef="#br0" timeOffset="2833">5483 13706 24575,'-25'-21'0,"57"-1"0,28-2 0,-18 8 0,9-1 0,3 0 0,1 0 0,-4 2-226,2-3 1,-2 0 0,1 5 0,2 8 0,3 11 0,6 7 0,0 6 0,-6 6 0,-10 4 0,-21 16 0,0 0 0,0 0 0,1 0 0</inkml:trace>
  <inkml:trace contextRef="#ctx0" brushRef="#br0" timeOffset="9356">22301 16101 24575,'-59'0'0,"3"0"0,71-20 0,-25 15 0,51-16 0,-41 21 0,-20-20 0,-14 3 0,-9-2 0,-3-2 0,-6-1 0,-1-4 0,9 0 0,-1-2 0,-1-1 0,-1-1-490,3 4 0,-2-1 0,0-1 1,0-1-1,3-2 490,2-2 0,1-3 0,1-2 0,1 0 0,-1-1 0,-3-3 0,1-1 0,-1-2 0,1 1 0,-1 0 0,0 1 0,-1 0 0,1 0 0,0 1 0,4 1 0,2 1 0,2 1 0,1 1 0,0-1 0,-2-2 0,-1-1 0,1-1 0,3 0 0,4 1 0,2-1 0,1 0 0,2 0 0,-4-14 0,3-1 0,-5-4 0,5 17 0,-6-4 0,-1-1 0,0 0 0,2 3 0,5 4 0,1-8 0,5 4 0,-5-1 0,-1 1 0,-3-2 0,-4-1 0,-4 1 0,-4 4 0,-5 0 0,-3 0 0,-2-1 0,-3 0 0,12 10 0,-3 0 0,-1-1 0,-2 0 0,1-1 0,0 0 0,1-1 0,3 0-157,-1-4 1,3-1 0,1 0-1,0-1 1,0-1 0,0-1-1,-3-1 157,2 3 0,-2-3 0,-3 0 0,1-1 0,-1-1 0,3 0 0,1 1 0,5 2 0,4 0 0,-2-14 0,7 2 0,4 1 0,-2-1 0,-4-1-7,0 10 1,-2-2-1,-2 0 1,-1 0-1,0 1 1,-1 1-1,1 2 7,-2-2 0,-1 1 0,0 1 0,1 2 0,-1 3 0,2 5 0,-7-1 0,0 5 0,3 3 0,7-1 0,-10-19 0,25 10 0,73 20 0,1 16 0,-8-17 0,-2-7 0,-2-9 0</inkml:trace>
  <inkml:trace contextRef="#ctx0" brushRef="#br0" timeOffset="10008">18776 11978 8191,'-58'15'0,"-1"1"0,15-9 1692,-5-31 0,6-13-1692,23-7 0,15-1 0,4-17 0,3-8 0,-2 2 0,-2 11 0,-8-4 0,0 0 497,8 12 0,1-9 1,1-5-1,1 2 1,0 5-1,0 12-497,-4 1 0,6 7 956,14-10 1,17 10-957,8 30 0,15 14 0,7 7 0,-1 3 0,-10-4 0,-4-1 0,-7 1 0,5 0 0,18-2 0,11 1 0,-13-3 0,-36-4 0,-58-6 0</inkml:trace>
  <inkml:trace contextRef="#ctx0" brushRef="#br0" timeOffset="14172">18085 9905 24575,'-59'20'0,"24"-15"0,14 16 0,21-21 0,0 0 0,0-62 0,0 47 0,1-17 0,1-18 0,-1-13 0,-1-6 0,-4-4 0,-1 24 0,-1-4 0,-1-5 0,-2-4 0,-1-2 0,-1-2 0,0-1 0,-1 0 0,-1 0 0,1 1 0,-1 2 0,1 2 0,0 4-679,-1-4 1,-1 4-1,-1 1 1,0 1 0,0 1-1,0 0 1,0-1 0,0-1-1,0-2 1,1-2 678,2 2 0,0-3 0,2-3 0,0-3 0,0 0 0,0 0 0,-1 0 0,0 1 0,-1 3 0,-2 3 0,0 3 0,-3 5 0,-1 5 0,-14-12 0,-7 5 0,-1 6 0,1 5 0,7 5 0,9 5 0,10-1 0,3 0 0,-9-6 0,-7-11 0,-1-3 0,2 0 0,9 8 0,11-18 0,5 4 0,-6 10 0,-3-2 0,4 6 0,4 1 0,2 21 0,-1 45 0,0 6 0,0-21 0,0-10 0</inkml:trace>
  <inkml:trace contextRef="#ctx0" brushRef="#br0" timeOffset="14986">17118 7118 24575,'-49'0'0,"0"0"0,11-21 0,-1 21 0,6-5 0,33-46 0,0-8 0,0-3 0,0 25 0,0-5 0,4-14 0,2-14 0,0 1 0,-1 13 0,-3 19 0,1 0 0,2-19 0,1-13 0,0 0 0,-3 12 0,-2 16 0,-2 3 0,1-26 0,0 8 0,0 25 0,0 10 0,0 16 0,0-36 0,0 36 0,52 26 0,-19-11 0,5 7 0,1 7 0,-18 1 0,4 1 0,22-1 0,12-1 0,-7 1 0,-10 8 0,1 1 0,4-11 0,11 0 0,-3 0 0,-13 0 0,-13 1 0,-12 1 0,-17 16 0,-38-21 0,-1 1 0</inkml:trace>
  <inkml:trace contextRef="#ctx0" brushRef="#br0" timeOffset="23288">18085 9559 24575,'-50'0'0,"0"0"0,4 0 0,-11-2 0,2 4 0,21 19 0,-22-16 0,56 15 0,29-21 0,23-15 0,7-4 0,-9 6 0,-8 9 0,3-3-1357,4-8 0,11-7 0,4-4 1,-4 1-1,-12 6 1357,-6 4 0,1-4 0,-8-1 0,7-7 0,6-5 0,4-4 0,4-3 0,3-2 0,0 0 0,1 1 0,0 2-349,-10 8 0,2-1 0,2 0 0,2 0 0,1-1 0,0 0 0,1 0 0,0 0 0,-1 0 0,0 0 0,-2 1 0,-1-1 0,-3 1 349,6-4 0,-3 0 0,-2 1 0,-1-1 0,-1 1 0,1 0 0,1-1 0,1-1 0,3 0 0,3-1-57,-9 7 1,3-2 0,3-1-1,3 0 1,0-2 0,2 1-1,1-1 1,-1 0 0,0 1-1,-1 0 1,-2 1 0,-2 1 0,-3 1-1,-3 3 1,-4 1 0,-5 2 56,23-15 0,-10 5 0,-5 2 0,0 1 0,4-2 0,-6 5 0,1 0 0,2 0 0,0-1 0,-1 0 0,0 1 0,-2-1 0,6-4 0,3-2 0,-1 0 0,-4 2 0,-9 6 0,-12 8 4090,-2 0-4090,8-7 0,13-11 0,-1 0 0,-17 12 6116,-18 14-6116,38-38 2016,-51 51-2016,0 0 0,-20 0 0,14 0 0,-14 0 0,20 51 0,0 13 0</inkml:trace>
  <inkml:trace contextRef="#ctx0" brushRef="#br0" timeOffset="24051">21887 7002 24575,'-51'11'0,"1"-1"0,0 0 0,3-7 0,7 2 0,-22 25 0,62-30 0,21 0 0,-16 0 0,32-20 0,24-18 0,-6 4 0,-18 13 0,1-1 0,1-4 0,8-5 0,4-3 0,0 2 0,-4 6 0,7 5 0,-2 5 0,-2 0 0,-3-4 0,-2 0 0,-1 3 0,10 4 0,-11 6 0,-22 7 0,-42 0 0,16 20 0,-15-15 0,9 30 0,1 2 0,-16-24 0,12 18 0,3 10 0,-1 9 0,3-3 0,9-4-1131,-5 20 0,10-13 1,57-65-1,-24 12 0,1 0 1</inkml:trace>
  <inkml:trace contextRef="#ctx0" brushRef="#br0" timeOffset="45855">22232 16262 24575,'-51'-20'0,"46"-17"0,10-3 0,5 2 0,12 1 0,-3 2 0,-19 15 0,-20 15 0,-6-47 0,1 45 0,4-45 0,1 47 0,14-15 0,-14 20 0,20 0 0,0 0 0,-92-113 0,62 66 0,0-9 0,-1-3 0,-1 0 0,-1 6-250,-4 6 1,0 5 0,-3-3 0,-2-15 249,18 22 0,-1-6 0,-2-5 0,-1-4 0,-2-5 0,-1-3 0,0-2 0,-1-1 0,1-2 0,-1 1 0,1 0 0,1 2 0,2 2 0,0 3 0,2 3 0,2 5 0,3 6-549,-10-19 1,6 10 0,2 4-1,0 0 1,-2-4 0,-4-11 548,8 20 0,-3-6 0,-1-3 0,-2-3 0,-1-4 0,-1-1 0,-1-2 0,0-1 0,-1-1 0,1 1 0,0 0 0,0 1 0,2 2 0,1 2 0,1 3 0,3 3 0,1 4 0,-6-14 0,3 4 0,1 4 0,1 2 0,2 1 0,0 1 0,1-2 0,0-1-32,0-2 1,1-1-1,0 0 1,0 0-1,2 0 1,0 0-1,2 2 1,0 0 31,-1-9 0,1 0 0,1 0 0,2 2 0,3 5 0,4 5-1761,3-10 1,5 8 0,6 6 1760,32-34 546,-41 82-546,0 0 2277,51 21-2277,-18-16 0,10-15 0,11-8 0,-2-5 0,-7-7 0,0 0 0,1 0 0</inkml:trace>
  <inkml:trace contextRef="#ctx0" brushRef="#br0" timeOffset="46520">20320 12185 24575,'-42'24'0,"0"0"0,1 0 0,26-70 0,13-28 0,-7 28 0,-22 51 0,29-36 0,13-27 0,8-16 0,2-1 0,-3 11 0,-4 10 0,0 3 0,0 2 0,0 0 0,3-11 0,0 0 0,-2-1 0,-7 0 0,-2-7 0,1 10 0,8 22 0,26 31 0,-36 5 0,10 29 0,11 16 0,7-7 0,12 6 0,2-4 0,-3-13 0,5-18 0,4-6 0,0 8 0,12 4 0,-11-2 0,-31-8 0,-47-14 0,-19-3 0,-17 5 0,0-1 0</inkml:trace>
  <inkml:trace contextRef="#ctx0" brushRef="#br0" timeOffset="49936">20251 9744 24575,'-46'0'0,"20"0"0,6 0 0,20 0 0,0 0 0,-21 0 0,16 0 0,-36-14 0,-10-13-3392,21-13 0,1-2 3392,-13 12 0,2 1 0,15-4 0,9-6 0,14-5 0,6-6 0,-6 11 0,-18 6 0,10 7 0,-3-11 0,-3-10 0,-1-9 0,-2-7 0,-1-5 0,-1-3 0,-1-3 0,-1 0 0,1 1 0,0 2 0,1 6 0,1 5 0,1 7 0,2 10 0,-11-15 0,1 14 0,1 0 0,-3-17 0,14 21 0,-2-7 0,-1-7 0,-1-6 0,0-5 0,-1-3 0,-1-3 0,0-3 0,0 0 0,1-1 0,0 1 0,0 1 0,1 3 0,2 4 0,0 3 0,2 6 0,2 6 0,2 7 0,1 8 2261,-4-19 0,5 15 1,-1-8-2262,0-7 0,-2-13 0,0-7 0,0-1 0,1 7 0,2 13 0,3 20 0,1 10 0,5 6 0,31-1 0,15 1 0,9-6 0,0 0 0</inkml:trace>
  <inkml:trace contextRef="#ctx0" brushRef="#br0" timeOffset="50640">18846 7164 24575,'-2'-59'0,"1"1"0,0-1 0,0 1 0,0-1 0,0 1 0,0-1 0,7 7 0,6 2 0,1-4 0,2-17 0,5-5 0,4 4 0,4 16 0,5 26 0,10 33 0,8 25 0,3 13 0,-1 2 0,-6-12 0,2-9 0,-4-4 0,-1 6 0,4 12 0,3 10 0,-10-5 0,-27-15 0,-52-21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2T11:58:07.10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8570 6357 24575,'30'17'0,"-1"0"0,7-30 0,-15 85 0,-21-72 0,0 0 0,-21 0 0,-22 29 0,-11 13 0,5-17 0,-4-1 0,-1 7 0,12-1 0,-1 5 0,-1 3 0,2 1 0,0-2 0,-4 3 0,1 0 0,2-1 0,1-2 0,-5 0 0,2-2 0,3 3 0,4 7 0,3 2 0,-2-6 0,-10-7 0,-3-2 0,12 0 0,-4 4 0,1 0 0,6-4-1957,-1 4 1,0-5 1956,-26 0 0,12-1 0,42 1 0,-43-23 0,13 17 0,-3 11 0,2-5 0,6-13 0,-3-1 0,-7 8 0,-8 5 0,0 2 0,6-1 0,9 1 0,5-1 0,-1 1 0,-4 0 0,0 1 0,0-1 0,5-1 0,0-1 0,-4-1 0,-15 4 0,-6 0 0,1-2 0,3-1 0,0-2 0,-1 1 978,10-6 0,-1 0 0,-1 0 1,1 3-979,-6 5 0,-2 3 0,4-1 0,8-3 0,7 0 0,2-1 0,-20 11 0,5-4 0,26-15 0,-1-1 0,-4 6 0,-1-1 0,5-4 0,-9-21 0,2 31 0,-8-24 0,15 24 0,21-31 0,0 0 0,92-92 0,-53 54 0,-1-1 0,1 1 0</inkml:trace>
  <inkml:trace contextRef="#ctx0" brushRef="#br0" timeOffset="892">5737 8338 24575,'-26'-30'0,"6"22"0,20-23 0,0 31 0,0 0 0,20 0 0,-15 0 0,16 0 0,-21 0 0,0 0-6784,-93 92 6784,70-48 0,-3-5 0,-9 10 0,-3 4 0,4-5 0,4-1 0,3-3 0,2 1 0,5 0 0,1 1 0,0-1 0,-12 4 0,-1 0 0,23-19 0,60-33-592,-38 26 592,21-35 0,3-7 0,-11 19 0,0-20 3245,15 17 0,10 1-3245,-9-16 0,1-7 0,2 6 0,0 14 0,1 5 0,4-5-1298,-1-9 0,7-6 0,0-3 0,-4 2 0,-9 7 1298,-4 8 0,-4-1 0,35-20 0,-27 3 0,-69 24 0</inkml:trace>
  <inkml:trace contextRef="#ctx0" brushRef="#br0" timeOffset="5225">6197 9099 24575,'-59'-11'0,"1"1"0,14 5 0,-48-16 0,92 21 0,0 0 0,61-30-848,-20 23 0,14 2 0,10 2 0,6 1 0,3 0 0,-3 0 0,-6-1 0,-10-1 848,0-5 0,-9-1 0,0 1 0,9 1 0,-4 3 0,9 2 0,6-1 0,3 2 0,0 0 0,-3 0 0,-7 1 0,-9 0 0,-12 0 0,23 1 0,-11 0 0,9 0 0,-7 0 0,-14 1 0,4-2 0,3-1 0,14-1 0,6-1 0,1 0 0,-6 0 0,-12 1 0,-1 0 0,3 1-649,1-1 1,15 0 0,9-1 0,2 1 0,-3-1 0,-9 2 0,-17 0 648,-11 2 0,2 0-304,1-2 1,13 0-1,11-2 1,6-1 0,4 0-1,0 0 1,-2 0 0,-6 0-1,-9 1 1,-12 0 303,14-1 0,-1 0 25,-8 1 1,12-2-1,9 0 1,4 0 0,-1-1-1,-5 2 1,-9 1 0,-14 1-26,0 2 0,-2 2 0,4 0 0,9 0 0,5 0 0,0-2 0,-4-1 0,-2-4 0,-3-3 0,-1 0 0,2 2 0,0 4 0,0 2 0,0 1 0,1-3 0,6-4 0,2-3 0,-4 1 0,-11 4 0,16 5 0,-13 0 0,-5 0 0,-26 0 3135,21 0-3135,0 0 0,-7 0 0,1 0 0,22 0 0,2 0 0,-1 0 0,-14 0 0,48 0 0,-92 0 0,0 0 0</inkml:trace>
  <inkml:trace contextRef="#ctx0" brushRef="#br0" timeOffset="6306">11059 8592 24575,'-21'-30'0,"1"1"0,9-27 0,-30 30 0,41-15 0,0 36 0,21 5 0,26 8 0,3 10 0,-6 28 0,-1-30 0,16-3 0,4 0 0,-3 1 0,-9 3 0,-2 1 0,0 0 0,-1-2 0,11-1 0,0-2 0,-3 0 0,4 3 0,-2 0 0,-33-7 0,-30-9 0,-46 20 0,43-15 0,-22 16 0,60-21 0,-1 31 0,6-24 0,-14 24 0,-21-31 0,0 0 0,-51 0 0,-3 21 0,1-7 0,-11 2 0,7 0 0,13-3 0,-2 4 0,-8 7 0,-11 7 0,2 0 0,15-4 0,-1 11 0,1-7 0,-10 5 0,21-5 0,29-6 0,49-4 0,4-21 0,0 0 0</inkml:trace>
  <inkml:trace contextRef="#ctx0" brushRef="#br0" timeOffset="12914">11634 9306 24575,'21'-40'0,"-1"1"0,-9-2 0,30 0 0,-62 41 0,-4 0 0,-32 0 0,29 0 0,-8 0 0,0 0 0,6 0 0,-1 9 0,-5 2 0,-13-8 0,1-1 0,-11 19 0,14-9 0,-14 3 0,-7 1 0,-2 0 0,4-4 0,4-3 0,-1-3 0,0 0 0,1 1 0,0 4-1357,-2 6 0,1 4 0,0 1 1,1-1-1,2-5 1357,-4-7 0,2-4 0,2-1 0,7 4 0,-11 10 0,12 5 0,6 12 0,-12-17 0,-17-3 0,13 1 0,28 2 0,0 0 0,-18-2 0,-12 1 0,-5-2 0,5-2 0,1-2 0,2-3 0,-10 4 0,23-1 0,-5 2 0,-5 1 0,-2 2 0,-2 1 0,-1 1 0,-1-1 0,1 0 0,1-2 0,-1 1 0,-1-1 0,0 0 0,-1 1 0,0-1 0,1 0 0,0 0 0,1-1 0,2 1 0,-1-1 0,3 0 0,0-1 0,1 1 0,0 0 0,-1 0 0,-2 1 0,-3 2 0,5-1 0,-5 3 0,-2 1 0,-3 0 0,0 2 0,1-1 0,1-1 0,4 0 0,3-2 0,6-3 0,6-1-289,-8 0 1,9-4 0,2 0-1,-7 4 289,-4 3 0,-6 4 0,-5 2 0,-1 1 0,1-1 0,3-1 0,6-3 0,-5 0 0,6-2 0,1-1 0,-3 1-100,3-1 1,-1 0 0,-1 1 0,-1 0 0,0-1 99,-5 0 0,0 0 0,-2 0 0,1 0 0,-1 2 0,6-1 0,-1 3 0,-1 0 0,2-1 0,2-1 0,4-2 550,-3-3 0,4-4 0,3 1 0,-1 4-550,3 5 0,0 3 0,1 0 0,3-3 0,-17 0 0,0-2 0,15-2 0,-2 1 0,1 1 0,0 2 0,1 1 0,-3-2 0,-11-2 0,-2-1 0,9 0 0,-8 10 0,12 4 0,-7 7 0,7-9 0,-12-9 436,25 11 1,0 9 0,5-13-437,3-19 0,6 14 641,20-20-641,-21 0 4283,16 0-4283,-46 0 0,43 0 0,-23 0 0,31 20 0,-20-14 0,-6 14 0,1-20 0,4 0 0,21 0 0,21-20 0,22 7 0,11 0 0,-9-2 0,0-1 0,1 1 0</inkml:trace>
  <inkml:trace contextRef="#ctx0" brushRef="#br0" timeOffset="13631">4377 10964 24575,'-51'-5'0,"14"11"0,0 4 0,3 3 0,1 2 0,2-2 0,1 4 0,3 15 0,3-2 0,-10-15 0,-4 22 0,-8 14 0,2-6 0,4-16 0,1 1 0,3 12 0,1 7 0,4-7 0,5-13 0,6-4 0,-1 26 0,21-51 0,0 0 0,41 0 0,-10 0-2262,24 0 1,18 0 0,-12 0 2261,-4 0 0,5 5 0,11 3 0,-24 0 0,-39-3 0,31 15 0</inkml:trace>
  <inkml:trace contextRef="#ctx0" brushRef="#br0" timeOffset="15095">4516 11794 24575,'7'-50'0,"1"0"0,33 4 0,-8 12 0,8 6 0,9 20 0,8 11 0,3 2 0,-5 3 0,3 3 0,1 1 0,-2-2-247,-8-2 1,-2 0-1,1-1 1,4 1 246,7 1 0,8 0 0,1 1 0,-7-1 0,-14 0 161,-12 3 1,-3-3-162,20-12 0,8-6 0,-21 0 0,-30 4 0,31-36 0,-41 36 0,-21-16 0,16 21 32,-15 0 1,71 21 0,-19-8 0,0-1 0</inkml:trace>
  <inkml:trace contextRef="#ctx0" brushRef="#br0" timeOffset="15631">5783 11540 24575,'-26'-38'0,"4"9"0,3 7 0,14 17 0,-15-16-4252,67 41 1,18 11 4251,-37-18 400,14 4 0,17 7 0,6 2 0,-5-1-400,-14-4 0,0 1 0,-2-2 0,1-1 0,16 2 0,0-3 0,-1 2-1171,6 7 0,-1 1 0,-14-11 1171,-15-17-498,-36 0 498,-36 0 0,-11-2 0,-13 1 0,6 4 0,13 5 0,-3 4 0,-8-1 0,-13 2 0,-4 1 0,4 1 0,14-1 42,9 2 0,2 3-42,-11 5 0,-12 5 0,9-3 0,33-12 0,53-23 0,23-5 0,5 10 0,0 0 0</inkml:trace>
  <inkml:trace contextRef="#ctx0" brushRef="#br0" timeOffset="18646">7879 11840 24575,'-31'-57'0,"24"29"0,-24-2 0,62 30 0,-24 0 0,35 0 0,30 0 0,7 0 0,-16 0-652,-17 0 0,6 0 652,-12 0 0,13 0 0,8 0 0,7 0 0,5 0 0,2 0 0,-2 0 0,-1 0 0,-7 0 0,-7 0 0,-10 0 0,15 0 0,-13 0 0,11 0 0,-9 0 0,12 0 0,8 0 0,4 0 0,0 0 0,-3 0 0,-9 0 0,-11 0 0,-15 0 0,11 0 0,7 0 0,-20 0 0,-41 0 0,-16 30 0,21 9 0</inkml:trace>
  <inkml:trace contextRef="#ctx0" brushRef="#br0" timeOffset="19049">9538 11586 24575,'43'-9'0,"1"0"0,-16-44 0,14 60 0,21 23 0,6 13 0,-11 2 0,-29-7 0,-45 5 0,-4-1 0,51-5 0,17 0 0,-27-4-2126,-54-5 0,-36-5 0,-8-4 1,16-7 2125,21-9 0,3-1-403,-20 16 1,-5 5-1,32-12 1,82-34-1,-8 19 1,1 0-1</inkml:trace>
  <inkml:trace contextRef="#ctx0" brushRef="#br0" timeOffset="20042">11773 11794 24575,'-46'-31'0,"-1"28"0,-4-2-4916,11-21 1,1 1 4170,-3 22 0,2 1 3563,-1-19-2818,41 21 0,133 21 0,-86-16 0,8-1 0,7 1 0,4-1 0,1 1 0,-1-1 0,-3 0 0,-5 1 261,7 1 0,-5 0 0,-2 0 0,5 0 0,8-2-261,-19-2 0,6-2 0,5 0 0,4 0 0,3-1 0,1 0 0,1 0 0,-3 0 0,-1 0 0,-5 0 0,-5 2 0,-6 0 0,-8 1 0,22 6 0,-14 1 0,6-3 0,-1-8 0,12-6 0,3-2 0,-6 3 0,-14 4 0,-25 10 0,-27 24 0,-5-31 0,-15 0 0,20 0 0</inkml:trace>
  <inkml:trace contextRef="#ctx0" brushRef="#br0" timeOffset="20392">13408 11632 24575,'-10'-38'0,"0"0"0,25 4 0,27 28 0,14 12 0,-2 6 0,7 7 0,5 4-1639,-12-4 1,5 4-1,4 1 1,-1 1 0,-2-2-1,-7-4 1142,15 2 1,-7-4-1,-6 4 1436,-5 2 0,-5 3 1,-27-3-940,-41-8 0,-31-4 0,-18-1 0,-3 1 0,10 3 0,9 5 0,2 2 0,-1 1 0,2 1 0,-1 0 0,0-4 0,-3 0 0,2 0 0,6 3 0,11 4 0,17 13 0,1 0 0,0 0 0</inkml:trace>
  <inkml:trace contextRef="#ctx0" brushRef="#br0" timeOffset="23990">14169 12346 24575,'-49'0'0,"0"0"0,10 10 0,-1 1 0,-12-8 0,-9-1 0,11 1 0,-9 1 0,-3 0 0,-2 1 0,5 0 0,-3 0 0,2 1 0,0-1 0,-4-1 0,11-2 0,-2-1 0,-2-1 0,-1 0 0,1 1 0,2 0 0,-6 3 0,1 0 0,0 1 0,1 0 0,-1-2 0,2-2 0,-2-1 0,1 0 0,2-1 0,2 1-2458,2 0 0,2 0 1,2 0-1,-3 0 2085,-3 0 1,-2 0-1,-1 0 1,-2 0 877,5-1 1,0-1 0,-3 1 0,-5 2-1,-8 2-505,24 0 0,-5 2 0,-3 1 0,-4 1 0,-2 0 0,-2 2 0,-3-1 0,0 2 0,-1-1 0,0 0 0,1 0 0,0 0 0,2-1 0,3-1 0,2-1 0,-8 1 0,1-2 0,2 0 0,1 0 0,1-1 0,0 1 0,-1-1 0,0 1 0,-2 1 0,-1 0 0,-2 1-12,10 0 0,-1 1 0,-2 0 0,-2 1 0,-1 0 0,0 0 0,-1 1 0,0 0 0,1 0 0,0 0 0,1 0 0,1-1 0,2 0 0,3-1 0,1 0 0,3-1 12,-19 2 0,5-1 0,3 0 0,2-1 0,1 0 0,0-1 0,-2 0 0,-1-1 0,6-1 0,-1-1 0,-1 0 0,-1-1 0,1 0 0,-1-1 0,2 1 0,0 1 0,2-1 0,2 2 0,-8 0 0,5 1 0,2 1 0,0 0 0,-2 0 0,-6 0 0,-6 2 0,18-3 0,-5 1 0,-4 0 0,-4 0 0,-2 1 0,-2 0 0,-3 0 0,1 0 0,-2 1 0,1-1 0,1 1 0,2-1 0,2 1 0,3-1 0,4 1 0,3-1 0,6-1 0,-17 4 0,8-1 0,5 1 0,2-1 0,0 1 0,-4 0 0,-7 2 0,12-3 0,-4 1 0,-2 1 0,-3 1 0,-2 0 0,0 0 0,-1 0 0,0 1 0,1-1 0,2 0 0,1 0 0,3-1 0,3-1 0,-10 2 0,0 0 0,1 0 0,2-1 0,4 0 0,3 0 0,4-1 0,5 1 0,-9 4 0,10 0 0,-11 1 0,7-5 0,-8 1 0,-7 2 0,-4-1 0,-3 1 0,0-1 0,1 0 0,3-1 0,6-2 0,-6 0 0,4-2 0,1-1 0,1 1 0,-2 1 0,-3 3 0,8 1 0,-3 3 0,-1 2 0,-2 1 0,-1 0 0,2 1 0,1-2 0,3-2 0,4-1 973,-15-1 1,3-3 0,4-1 0,2 2 0,2 5-974,-6 8 0,0 4 0,8 2 0,15-4 0,2 19 0,0-31 0,2 1-870,16 25 0,49-54 1,16-15-1,1 2 1,-1 1-1</inkml:trace>
  <inkml:trace contextRef="#ctx0" brushRef="#br0" timeOffset="24492">2649 13659 8191,'-52'-23'0,"-1"0"0,21 10 0,3 1 5063,-12-9-5063,21 42 2818,14 4-2818,-10 9 0,-10 13 0,-6 7 0,0-1 0,5-10 859,-2 2 1,0 2-860,-5 5 0,-11 14 0,1 2 0,13-10 0,23-21 0,59-19 0,-68 18 0,42-32 0,29-11 0,17-6 0,3-5 0,-7-1 0,-21 3 0,-14-5 0,-2 1 0,31 10 0,1 0 0,-1-1 0,1 1 0</inkml:trace>
  <inkml:trace contextRef="#ctx0" brushRef="#br0" timeOffset="25647">2396 15249 24575,'-42'-15'0,"0"-1"0,-15 9 0,37-45 0,20 47 0,0-15 0,20 20 0,-15 0 0,27 0 0,8 0 0,14 0 0,1-1 0,13 1 0,3 1-421,-8 2 0,3 1 1,0 2-1,-2 1 421,-7 1 0,-2 1 0,-1 1 0,0-1 0,0-3 0,3-1 0,-7 1 0,-16 5 0,-14 20 0,-25-31 0,-36 20 0,15 6 0</inkml:trace>
  <inkml:trace contextRef="#ctx0" brushRef="#br0" timeOffset="26048">3041 15042 24575,'-13'-32'0,"0"0"0,13-20 0,34 45 0,9 14 0,-5 18 0,4 2 0,13-22 0,9-7 0,-9 11 0,-11 35 0,-4 5 0,3-28 0,3-3 0,-17 4 0,-28 14 0,-17 2 0,-10-4 0,-10-1 0,-5-3 0,-9 1 0,-6-4 0,1-3 0,8-5 0,1-2 0,3 1 0,-16 13 0,26-11 0,67-30 0,24-10 0,0 0 0,-1 1 0</inkml:trace>
  <inkml:trace contextRef="#ctx0" brushRef="#br0" timeOffset="26617">4009 15502 24575,'48'-9'0,"1"-1"0,0 0 0,-1 1 0,7 0 0,0 1 0,2 1 0,2 0 0,-5 2 0,3 2 0,0-1 0,-1 0 0,-4 0 0,8-5 0,-1 1 0,1-1 0</inkml:trace>
  <inkml:trace contextRef="#ctx0" brushRef="#br0" timeOffset="26946">4815 15249 24575,'59'13'0,"0"1"0,0-1 0,0 0 0,-1 0 0,16-5 0,4-3 0,-14 1 0,-36 6 0,-50 7 0,-32 3 0,-10 4 0,14-1 0,11 13 0,4-1 0,-22-4 0,17 0 0,55-2 0,0-1 0</inkml:trace>
  <inkml:trace contextRef="#ctx0" brushRef="#br0" timeOffset="27617">6082 15502 24575,'56'-8'0,"0"-1"0,0 1 0,0 0 0,0-1 0,0 1 0,0-1 0,-2 0 0,-1 0 0,1-1 0,0 1 0,0-1 0,-1 1 0</inkml:trace>
  <inkml:trace contextRef="#ctx0" brushRef="#br0" timeOffset="27878">6704 15249 24575,'55'18'0,"0"0"0,0 1 0,0-1 0,-1 0 0,1 1 0,0-1 0,6-6 0,-3-3 0,-7 0 0,-13 4 0,-5 31 0,-67-42 0,-25-9 0,19 12 0,39 25 0,7 9 0,-24 15 0,0-1 0</inkml:trace>
  <inkml:trace contextRef="#ctx0" brushRef="#br0" timeOffset="28574">8179 15548 24575,'-45'-32'0,"0"0"0,6-18 0,6 8 0,13 32 0,-6-10 0,71 40 0,18 16 0,-30-3 0,5-19 0,16-2 0,9-1 0,-1-3 0,-8-2 0,6-3 0,-4-4 0,-5-1 0,3 2 0,-8 0 0,-10 0 0</inkml:trace>
  <inkml:trace contextRef="#ctx0" brushRef="#br0" timeOffset="28890">8639 15341 24575,'5'-45'0,"-1"0"0,0-1 0,12 0 0,12 16 0,12 32 0,15 19 0,7 11 0,0 2 0,-10-6 0,0-1 0,-5-1 0,-3 6 0,-1 6 0,0 7 0,-7-1 0,-17-10 0,-26 2-2458,-32-15 0,-24 0 1,-5-1-1,17 0 2271,21 1 1,4 4 0,-10 8 0,-2 6 0,20-1-1,50 3 1,0 0 0</inkml:trace>
  <inkml:trace contextRef="#ctx0" brushRef="#br0" timeOffset="29565">9791 15640 24575,'36'-33'0,"0"0"0,-9 16 0,5 3 0,8 2 0,9-1 0,4 3 0,-1 4-543,1 7 0,-1 5 1,2 2-1,0-2 543,3-4 0,1-2 0,0 1 0,-1 1 0,0 3 0,0 1 0,-3 0 0,-7-3 0,5-2 0,-9-2 0,8 1 0</inkml:trace>
  <inkml:trace contextRef="#ctx0" brushRef="#br0" timeOffset="29939">10759 15295 24575,'-26'-56'0,"6"28"0,20-3 0,29 41 0,14 11 0,-3-12 0,6-1 0,-2 3 0,-4 5 0,-2 4 0,4 0 0,9-4 0,6 0 0,-1 0 0,-10 3-4252,-1 11 1,-5 1 4251,22-8 0,-22 3-186,-61 4 1,-28 6 0,7-10 185,3-11-946,-10 8 0,-19 10 0,3 1 1,22-11 945,25-11-422,-25 23 0,14 2 1,70-11-1,-15-3 0,0 0 1</inkml:trace>
  <inkml:trace contextRef="#ctx0" brushRef="#br0" timeOffset="30624">11980 15433 24575,'61'-10'0,"1"0"0,-1-1 0,-13 2 0,0-2 0,2 2 0,4 3 0,-2 5 0,5 4 0,3 2 0,-1 0 0,-3 0 0,-5-2 0,16-3 0,-7-2 0,-5 4 0,15 7 0,-27 3 0,-43-7 0,0 15 0,0-20 0</inkml:trace>
  <inkml:trace contextRef="#ctx0" brushRef="#br0" timeOffset="30974">12856 15249 24575,'-8'-51'0,"-15"38"0,68-15 0,22 5 0,-15 23 0,-10 7 0,12 4 0,3 5 0,-8 1 0,-4 3 0,-4 4 0,-7 6 0,-3 12 0,-8 6 0,-10 0 0,-17 15 0,-18-5 0,-24-13 0,-8-8 0,6-14 0,19-6 0,56-5 0,18-3 0,13 4 0,-1 0 0</inkml:trace>
  <inkml:trace contextRef="#ctx0" brushRef="#br0" timeOffset="31574">13961 15594 24575,'59'-3'0,"0"0"0,0 0 0,0 0 0,0-1 0,0 1 0,-1 0 0,1 0 0,0-8 0,0 1 0,-2 8 0,20 1 0,9 1 0,-1 1 0,-11 0 0,-22 0 0,-32-1 0,-46 0 0</inkml:trace>
  <inkml:trace contextRef="#ctx0" brushRef="#br0" timeOffset="31955">14768 15295 24575,'36'-38'0,"-1"-1"0,4 6 0,18 26 0,14 14 0,-18 5 0,6 6 0,1 4 0,-4 0 0,2 7 0,-3 1 0,3-2 0,-4-10 0,4-2 0,-3-1 0,-9 3 0,2 8 0,-25-1 0,-50-15 0,-29-4 0,6 6 0,9 24 0,-2 5-1696,-5-15 0,-10-2 0,1 1 0,12 2 1696,8 12 0,8 2 0,-9-3 0,14 0 0,39-6 0,11-2 0,0-5 0,-1 1 0</inkml:trace>
  <inkml:trace contextRef="#ctx0" brushRef="#br0" timeOffset="39135">25135 6496 24575,'31'-33'0,"-1"1"0,1-1 0,-28-5 0,44 9 0,-7 17 0,-56 28 0,-28 19 0,-17 11 0,-6 4 0,4-2 0,17-10 0,3 4 0,-4 3 0,16-18 0,-10 5 0,-6 5 0,-5 4 0,-4 2 0,-2 1 0,0 1 0,1-2 0,4-2 0,4-4 0,7-4 0,8-6 0,-8 9 0,11-9 0,-11 8 0,7-10 0,-6 5 0,-6 3 0,-5 3 0,-3 3 0,-4 1 0,-1 1 0,0-1 0,0 0 0,2-2 0,2-2 0,4-3 0,6-4 0,-16 8 0,5-5 0,3-3 0,1-1 0,-2 2 0,-5 4-672,11-5 1,-3 3 0,-2 2-1,-2 1 1,0 1 0,0-1 0,2-1-1,1-3 1,3-2 0,3-4 671,-14 2 0,4-5 0,2-2 0,5-1 0,4 3 0,-4 12 0,6 1 0,10-12 0,6-18 0,-3 15 0,31-20 0,72 0 0,-32-12 0,3-7 0,4-1 0,7 4 0,-1 0 0,0 0 0,0 0 0</inkml:trace>
  <inkml:trace contextRef="#ctx0" brushRef="#br0" timeOffset="39678">22854 7878 24575,'-38'-28'0,"-1"-1"0,-14 32 0,11 20 0,7 13 0,20 13 0,4 4 0,-8-6 0,-3 1 0,6-1 0,-2 3 0,-4-4 0,-8-9 0,-4-4 0,3 2 0,8 2 0,3 1 0,-3 0 0,-10 9 0,-3-1 0,13-27 0,15-42 0,69 26 0,-16-17 0,9-10 0,3 0 0,-5 9 0,-5 14 0,-3 7 0,3-1 0,14-1 0,1-1 0,-1 1 0</inkml:trace>
  <inkml:trace contextRef="#ctx0" brushRef="#br0" timeOffset="41206">21334 9352 24575,'0'-56'0,"0"27"0,0-1 0,0 30 0,0 0 0,0 30 0,0-22 0,-12 40 0,-7 17 0,5-23 0,-2 0 0,-3 7-1357,-4 3 0,-5 7 0,-2 3 1,2 0-1,4-3 1357,7-1 0,4-2 0,-1 0 0,-6 5 0,-3-11 0,-6 4 0,-4 3 0,0-1 0,0 0 0,3-2 0,6-5-1135,4 7 1,5-4 0,1-2 0,-6-1 1134,-6 2 0,-5-1 0,-1-1 0,-2-2-759,0-2 1,-4 0-1,3-4 1,9-8 758,3 5 0,-7-12 0,-12 1 0,2-3 0,-12-2 0,6-3 3034,3 7-3034,-19-14 0,11 1 0,46 8 4537,-15-21-4537,40 0 969,6-21 0,18 0 0,9-4 0,-16 1 0,-1 0 1,1 1-1</inkml:trace>
  <inkml:trace contextRef="#ctx0" brushRef="#br0" timeOffset="41630">20366 10780 24575,'-10'-40'0,"0"1"0,4 90 0,-7-10 0,-7 6 0,2 1 0,7-6 0,3 0 0,-1 4 0,0 10 0,0 6 0,1-2 0,-2-13 0,-10 12 0,62-30 0,8-17 0,-27-32 0,17-6 0,19-8 0,2-4 0,-16 0 0,-19-17 0,-4 8 0,23 18 0,-13 19 0,-62 44 0</inkml:trace>
  <inkml:trace contextRef="#ctx0" brushRef="#br0" timeOffset="43224">19352 12600 24575,'0'-49'0,"0"1"0,0 9 0,0-32 0,0 71 0,0 0 0,0-21 0,0 16 0,0 25-2262,0 28 1,0 18 0,0-6 2261,1-12 0,-2 7 0,-1-13 0,-1 10 0,0 9 0,-2 7 0,0 2 0,-1 2 0,0-1 0,-1-3 0,0-6 0,0-9-908,-3 6 1,-1-7 0,0-3-1,0 1 1,0 6 907,4 0 0,0 6 0,0 3 0,0 3 0,1-2 0,-2-4 0,-1-5 0,-1-9-84,-11 18 0,-3-10 0,8-24 84,10-27 0,-14 15 0,20-20 4412,0 0-4412,-31 0 0,24 31 0,48-74 0,3 26 0,1 0 0</inkml:trace>
  <inkml:trace contextRef="#ctx0" brushRef="#br0" timeOffset="43710">19145 13821 24575,'-26'-21'0,"-25"-15"0,44 39 0,-24-6 0,15 55 0,11 24 0,8-20 0,5 4 0,-3 1-2126,-8-8 0,-2 3 0,-1-1 1,4-1 2125,8 8 0,3-2 0,-3-6 314,-5 1 0,-2-13-314,1-21 0,11-47 0,9-20 0,5 10 0,7-1 0,0 0 0,8-11 0,2 1 0,-6 12 0,2 0 0,-2 13 0,20 22 0</inkml:trace>
  <inkml:trace contextRef="#ctx0" brushRef="#br0" timeOffset="46457">18938 15134 24575,'-39'-13'0,"1"0"0,5-7 0,-19 20 0,32 0 0,15 20 0,-16 6 0,21-1 0,10 13 0,1-4 0,-6-21-1215,22-2 0,23 0 0,16 2 1,8-2-1,1 0 0,-9-3 1,-14-2 1214,6-2 0,1-2 0,-7 1 0,14 1 0,7 2 0,2-2 0,-3 0 0,-11-3 0,-14-3 859,-7-5 1,-6-6-860,17-17 0,5-7 0,-9 6-757,-4 8 1,-7-15 0,-16 10 0,-49 51 0,-1 0 0</inkml:trace>
  <inkml:trace contextRef="#ctx0" brushRef="#br0" timeOffset="47026">19744 15088 24575,'-33'0'0,"-1"0"0,4 0 0,81-21 0,-8 16 0,5 4 0,16 0 0,2 2 0,-13 0 0,-10-4 0,-12 11 0,-18 33 0,-11 24 0,-6 3 0,-2-17 0,-7 1-820,-11 0 1,-12 17 0,7-4 0,26-26 0,38-37-1,23-22 1,3 2 0,-6 10 0,0 1 0,0-1 0,0 0-1</inkml:trace>
  <inkml:trace contextRef="#ctx0" brushRef="#br0" timeOffset="52898">20873 14420 24575,'-64'0'0,"13"0"0,51 0 0,-21 0 0,16 0 0,-15-21 0,20-4 0,9-31 0,2-6 0,-6-2-1131,2 22 0,4-14 1,2-6-1,1-1 0,0 7 1,-1 12 1130,4 6 0,-1 0-349,-5-5 1,-1-12 0,0-8 0,1-4 0,0 4 0,1 7 0,0 14 348,8 0 0,6 2-106,-4 0 0,5-11 1,4-7-1,3-5 1,1-1-1,0 2 1,0 6-1,-3 9 106,9-3 0,-1 8 0,1 2 0,6-7-432,-7 5 1,5-6 0,3-4 0,2-2 0,0 2 0,-3 3 0,-4 5-1,-5 9 432,6-2 0,-6 9 0,0-2 1150,13-12 0,0-1 0,-20 16-1150,-26 22 2254,16-16-2254,-21 21 0,72-51 0,-39 34 0,3 1 0,9-10 0,0 0 0,0 1 0</inkml:trace>
  <inkml:trace contextRef="#ctx0" brushRef="#br0" timeOffset="53582">21979 11886 24575,'-36'-23'0,"0"0"0,11-3 0,71 6 0,-5 16 0,14 5 0,7 2 0,-1-1 0,-9-4-390,-4-7 0,-5-3 0,7 2 390,1 7 0,10 4 0,4 0 0,-2 0 0,-9-2 0,-16-6-6205,6-23 6205,48 30 0,-92 0 0,0 0 0,-51 30 0,38-2-1447,-13 21 0,-10 15 0,6-8 1447,15-19 0,-1 1-627,-9 14 0,-7 12 1,-1 0-1,6-14 627,7-16 0,1-4 620,-26 26 0,18-15 0,48-41 0,5-25 0</inkml:trace>
  <inkml:trace contextRef="#ctx0" brushRef="#br0" timeOffset="57630">23361 12600 24575,'0'-26'0,"0"-15"0,0 5 0,0 8 0,0-23 0,0 46 0,-20-15 0,14 40 0,1 8 0,-2 16 0,-1 12 0,-2 9 0,-1 5 0,-1 2 0,-1-2 0,0-5 0,0-8 0,-4 3 0,-1-5 0,-2-3 0,1 1 0,0 2 0,2 6 0,5-4 0,3 7 0,1 3 0,0 2 0,0 0 0,-1-1 0,-1-4 0,-4-6 0,-2-6 0,-15 9 0,-7 0 0,0-8 0,7-16 0,15-24 0,21-44 0,-61 62-1696,97-72 0,-36 62 0,15 4 0</inkml:trace>
  <inkml:trace contextRef="#ctx0" brushRef="#br0" timeOffset="58142">22992 13821 24575,'-20'-26'0,"15"6"0,-16 40 0,11 18 0,4 15 0,2-6 0,0-10 0,3 1 0,0 14 0,0 15 0,7-8 0,10-28-1696,18-43 0,13-30 0,3-5 0,-7 23 1696,-1 41 0,-2-3-568,-1-41 1,9-25 0,-2-7 0,-11 11 0,-18 29 0,-33 50 0,11-21 0</inkml:trace>
  <inkml:trace contextRef="#ctx0" brushRef="#br0" timeOffset="59731">22946 15088 24575,'56'14'0,"0"0"0,-1 0 0,1 0 0,0 0 0,-1 0 0,1 0 0,0 0 0,-18 20 0,1 1 0,16-14 0,1-1 0,0 1 0,-1-1 0,1 1 0,0-1 0,-1 1 0,1-1 0</inkml:trace>
  <inkml:trace contextRef="#ctx0" brushRef="#br0" timeOffset="60272">23914 15180 24575,'-38'-10'0,"-1"-1"0,-15 6 0,-2-15 0,56 20 0,36 0 0,13 0-3392,-10 0 0,-2 0 3392,-6 0-817,12 7 1,16 5-1,0 4 1,-15 0 816,-3 17-459,7-15 1,18 1 0,-1 0 0,-19 2 458,-10 25 0,20-23 0,-15 0 0,-75 13 0,-16 5 0,38-5 0,-4 2 0,-23-5 0,-19 3 0,-7 1 0,2-2 0,14-2 0,1 12 0,6 0 1419,-12 2 1,-3 1 0,30-26-1420,52-42 0,4 6 0,4-3 0,7-16 0,-1 0 0</inkml:trace>
  <inkml:trace contextRef="#ctx0" brushRef="#br0" timeOffset="65846">25135 14374 24575,'-31'-57'0,"1"1"0,-1 0 0,0-1 0,18 4 0,4-3 0,4-5 0,1-2 0,2-2 0,0-3 0,-1-1 0,0 12 0,0-3 0,0-2 0,1-2 0,0-2 0,0 1 0,1-1 0,0 1 0,1 2 0,0 2 0,1 2-433,1-6 1,-1 2-1,1 2 1,1 1 0,1 1-1,1-1 1,2-1-1,3-2 433,0 5 0,3-2 0,1-1 0,1-1 0,2 0 0,1 0 0,0 2 0,1 0 0,1 2 0,0 2 0,2-2 0,2 0 0,2 2 0,-1 2 0,2 0 0,-1 2 0,0 0 0,0 1-1073,3-7 1,0 2 0,0 1 0,0 1 0,1-1 0,0-2 1072,-1 1 0,1-1 0,0-2 0,0 0 0,0 2 0,1 2 0,-1 4 0,4-4 0,-1 3 0,1 3 0,3 0 0,7 0-280,-2 10 0,7 1 1,4 0-1,2 0 1,1-1-1,-1 0 0,-4 0 1,-5-3 279,-5-2 0,-5-3 0,-4 0 0,1-1 0,1 1 0,4 1 0,7 3 0,0 6 0,7 1 0,5 0 0,3 1 0,1 1 0,0 2 0,-2 0 0,-3 2 0,-5 1 0,-6 2 0,12-11 0,-9 4 0,-1 2 0,6 0 0,-1 6 0,4 0 0,4 0 0,-2 0 0,-2 2 0,-8 1 0,11-6 0,-7 1 0,-6 4 0,0-2 0,-21 11 202,-30 15 0,5 0 1,26 0-1</inkml:trace>
  <inkml:trace contextRef="#ctx0" brushRef="#br0" timeOffset="66317">27623 8799 24575,'-61'10'0,"-1"1"0,94 0 0,11 3 0,-31 12 0,24-20 0,23-7 0,13-6 0,0-3 0,-11 1-358,2-3 1,-5-2-1,3-1 358,-2 2 0,4-2 0,-1 3 0,-8 4 175,10 0 1,-21 16-176,-43 30 0,-20 13-2142,-5-5 0,-9 2 0,1 2 2142,-1 1 0,1 2 0,0-1 0,-1-3 0,1 0 0,8-1 0,12 3 0,0 0 0</inkml:trace>
  <inkml:trace contextRef="#ctx0" brushRef="#br0" timeOffset="68063">29236 9444 24575,'0'-26'0,"-21"-14"0,19-9 0,-1 0 0,-17 6 0,14-9 0,12 12 0,14 40 0,16-21 0,13-4 0,-13-1 0,-16 5 0,1 21 0,-16 41 0,-14-1 0,-7 14 0,-7 10 0,-1 4 0,1-3 0,5-7-777,4-3 1,4-4-1,-2 0 1,-6 9 776,1-13 0,-3 5 0,-4 5 0,-1 2 0,-2 2 0,-1 1 0,-1-1 0,1-2 0,1-3 0,1-4 0,-1 3 0,-1-2 0,1-2 0,-1-2 0,1-2 0,0 0 0,-1-1-882,-5 8 1,-1-2 0,0-2 0,0 0 0,1 0 881,-2 4 0,-2 6 0,2-4 0,2-9 0,4-19 0,-18-17 0,1 30 0,21-41 0,4 0 0,42-41 0,4-11 0</inkml:trace>
  <inkml:trace contextRef="#ctx0" brushRef="#br0" timeOffset="68377">28337 10826 24575,'-12'-32'0,"-1"0"0,-8 32-3277,20 34 0,11 23 0,2-2 2532,0-3 0,1 1 441,-4 0 0,-1 5 1,1-10 303,11 8 1053,21-48 0,11-19-1053,-11-15 0,4-16 0,0-3 0,0 7 0,6 13 0,-1 4 0,0-7 0,-9-8 0,2-10 0,-2-3 0,-4 9 0,-9 17 0,0 18 0,3-16 0</inkml:trace>
  <inkml:trace contextRef="#ctx0" brushRef="#br0" timeOffset="69663">27416 12600 24575,'-46'-21'0,"20"-4"0,6-1 0,20-25 0,0 23 0,19 50 0,3 12 0,-12-11 0,-2 8 0,4 15 0,0 12 0,1 7 0,-3 2 0,-4 0 0,-6-7 0,-7-1 0,-6 0 0,-5 0 0,-2 0 0,1 0 0,2 0 0,4-1 0,6 0 0,5-1 0,2 1 0,0 0 0,-2-1 0,-3-2 0,-7-1 0,-8 1 0,-6 3 0,-4 1 0,-2-4 0,1-6 0,3-9 0,5-13 0,-15-1 0,-2-17 0,8 2 0,32 10 0,0 4 0,0 32 0,0-24 0,0 3 0,0 5 0,0 0 0</inkml:trace>
  <inkml:trace contextRef="#ctx0" brushRef="#br0" timeOffset="70026">26955 14281 24575,'-25'54'0,"4"-31"0,18 31 0,6 13 0,-3 0 0,0-7 0,0-16 0,51-49 0,27-21 0,-23 6 0,-39 15 0,32-30 0,1 0 0,0 0 0</inkml:trace>
  <inkml:trace contextRef="#ctx0" brushRef="#br0" timeOffset="70732">26955 15295 24575,'-49'-3'0,"1"1"0,9 27 0,46 33 0,27 7 0,6-33 0,14-5 0,6-3 0,-1-2 0,-11-3 0,3-1 0,0-1 0,0-2 0,-1-2 0,9 2 0,0-1 0,-2-5 0,-4-11 0,4-18 0,-5-11 0,-13 0 0,-6-15 0,6 1 0,-6 0 0,-28 10 0,16 35 0,-21 25 0</inkml:trace>
  <inkml:trace contextRef="#ctx0" brushRef="#br0" timeOffset="71089">27669 15295 24575,'62'-10'0,"-1"-1"0,-25 8 0,2 1-2458,14 0 0,12 0 1,1 2-1,-13 4 1713,-2 4 0,-18 10 2154,-33 26 0,-18 9-1409,0-13 0,-4 0 0,-2 1-353,-5 1 1,0 1 0,16-6 0,27-2 0,15-11-1,30-28 1,-1 1 0</inkml:trace>
  <inkml:trace contextRef="#ctx0" brushRef="#br0" timeOffset="72365">28798 14212 24575,'-55'-10'0,"0"0"0,12 0 0,9-6 0,14-30 0,17-8 0,6-10 0,-5 16 0,0-3 0,6-6-1418,6 6 1,5-7 0,3-3 0,1-2 0,-2 4 0,-4 6 1417,-5-13 0,-5 7 0,9-6 0,4 12 0,5-4 0,3-4 0,4 1 0,3 2 0,3 4 50,3 7 1,4 4 0,3 2 0,2 1 0,0 0 0,1-2-51,-5 3 0,0-1 0,1 1 0,1-1 0,1 0 0,0 1 0,1 0 0,-2 2 0,2-1 0,1 0 0,1 0 0,-1 1 0,-1 2 0,-2 3 0,-3 3 0,16-10 0,-3 4 0,-5 5 0,-6 8-316,1 5 1,-17 14 315,-27 10-141,0 44 141,0-45 1425,21 35 0,4-77 1,21 5-1</inkml:trace>
  <inkml:trace contextRef="#ctx0" brushRef="#br0" timeOffset="72730">29651 11978 24575,'37'-44'0,"1"-1"0,-1 1 0,-16-14 0,7 6 0,14 29 0,17 5 0,7 5 0,-3 1 0,-12 1-514,0-5 1,1 1 513,-1 5 0,11 0 0,4 1 0,-6 2 0,-12 2 168,-12 4 0,-3 2-168,14 1 0,6 2 0,-20 11 0,-37 22 0,-8 3 0,28-2-1611,-23 8 1,-12 18 0,-2 1 0,6-15 1610,5 9 0,5-6 0,1 9 0,13-18 0,42-24 0</inkml:trace>
  <inkml:trace contextRef="#ctx0" brushRef="#br0" timeOffset="73858">30319 15134 24575,'-57'-26'0,"29"6"0,14 59 0,10 35 0,22-3 0,14-39 0,16-4 0,13-2 0,7-1 0,2 0 0,-1 0 0,-8 3 0,-12 3-513,-6 14 0,-12 4 0,-3 2 0,6-5 0,15-9 513,-4-18 0,11-3 0,8-3 0,6-3 0,4-3 0,2-2 0,0-2 0,-3-2 0,-5-2 0,-6-2 0,-10-1 0,-11-1 408,20-13 1,-6-12-409,-12 6 0,10-6 0,8-5 0,1-3 0,-1-1 0,-6 0 0,-11 3 0,-14 5 211,-12-13 1,-8-1-212,17-1 0,9-8 0,-4 5 0,-14 16 0,-18 18 0,0 30 0,-12 16 0,-7 7 0,0 3 0,0 0 0</inkml:trace>
  <inkml:trace contextRef="#ctx0" brushRef="#br0" timeOffset="74274">31678 15433 24575,'-51'0'0,"71"31"0,18-26 0,17-11 0,10-5 0,-3 0 0,-5 1 0,3-1 0,1-2 0,-1 0 0,-1 1 0,-3 1 0,-1-1 0,0 0 0,-1 2 0,-2 4 0,5-1 0,0 1 0,-4 6 0,-10 13 0,-10 21 0,-10 15 0,-3 1 0,0 2 0,-4 2 0,2 1 0,8 4 0,-1 0 0,1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2T13:48:41.879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A020F0"/>
    </inkml:brush>
    <inkml:brush xml:id="br2">
      <inkml:brushProperty name="width" value="0.05292" units="cm"/>
      <inkml:brushProperty name="height" value="0.05292" units="cm"/>
      <inkml:brushProperty name="color" value="#FFFF00"/>
    </inkml:brush>
  </inkml:definitions>
  <inkml:trace contextRef="#ctx0" brushRef="#br0">1590 1958 24575,'-32'-45'0,"0"0"0,0-8 0,12 14 0,20 34 0,0-16 0,0 21 0,-20 41 0,15 0 0,-5-9 0,-1 5-749,4 17 0,1 9 0,-1 0 749,-4-8 0,-2 1 0,1 1 0,4-3 0,1 1 0,1 2 0,-1 0 0,-2 4 0,0 2 0,1-2 0,3-8 0,4 3 0,2-2 0,-1 10 0,0 5 0,0-10 0,0-23 0,0-3 0,0 17 0,0-2 0,0-2 0,0-21 0,0-4 0,0-62 0,0 10 561,0-15 1,0-5 0,0 12 0</inkml:trace>
  <inkml:trace contextRef="#ctx0" brushRef="#br0" timeOffset="450">1382 2004 24575,'54'-27'0,"0"0"0,0 0 0,-1 0 0,1 0 0,0 0 0,1 1 0,-1-1 0,-1 1 0,-2 4 0,-6 6 0,22-1 0,-8 13 0,-17 13 0,-7 3 0,-10-7 0,-37 22 0,-17 7 0,-9-8 0,-1-1 0</inkml:trace>
  <inkml:trace contextRef="#ctx0" brushRef="#br0" timeOffset="784">1474 2534 24575,'-46'0'0,"21"0"0,4 0 0,21 0 0,0 0 0,21 0 0,4 0 0,1 0 0,21 0 0,-2 0 0,-27 0-3392,41 0 0,5 0 3392,-31 0-1226,20-3 0,2 6 1226,-2 27 0,1-28 0,0 4 0,-16 36 0,-2 8 0,15-12 0,1 1 0</inkml:trace>
  <inkml:trace contextRef="#ctx0" brushRef="#br0" timeOffset="1252">2742 2902 24575,'52'-23'0,"1"-1"0,-1 1 0,0-1 0,1 1 0,-1-1 0,12-5 0,-1 0 0,-5 5 0,-10 14 0,-1 16 0,-17 14 0,-36 24 0,-19 9 0,-7 2 0,0 0 0</inkml:trace>
  <inkml:trace contextRef="#ctx0" brushRef="#br0" timeOffset="1533">2811 3340 24575,'-55'0'0,"0"0"0,12 0 0,9 0 0,13 0 0,21 0 0,0-31 0,41 23 0,-12-17 0,4-1 0,12 21 0,4 5 0,-2-9 0,-1-2 0,-1-1 0,-1 3 0,-8 6 0,0 1 0,19-9 0,0 2 0,-17 8 0,1 2 0,18-6 0,-4 10 0,-12 35 0,-21-14 0,1 0 0</inkml:trace>
  <inkml:trace contextRef="#ctx0" brushRef="#br0" timeOffset="1967">3225 2534 24575,'10'60'0,"-1"0"0,1 0 0,0 1 0,-1-1 0,1 0 0,-1 0 0,1 1 0,-1-1 0,1 0 0,-1 0 0,4 4 0,0 0 0,0 0 0,0 0 0,-1 0 0,1 0 0,0 0 0,0 0 0</inkml:trace>
  <inkml:trace contextRef="#ctx0" brushRef="#br0" timeOffset="3466">3179 2695 24575,'0'-26'0,"0"-15"0,-20 5 0,15 8 0,-16-2 0,-9 9 0,22 16 0,-43-16 0,46 21 0,-36 0 0,5 0 0,8-20 0,-3 15 0,10-16 0,16 21 0,-15 0 0,40 21 0,37-16 0,-15 13 0,0 5-233,-11-6 0,2 2 233,17 3 0,8 1 0,-2 1-524,-16-4 0,-2-1 0,4 3 524,11 7 0,5 4 0,2-2 0,-3-6 0,1-11 0,-2-5 0,-4 6 0,-6 19 0,-4 7 0,-4-13 0,18-21 0,-35 24 0,-21-31 0,0 0 0,-21 0 0,16 0 0,-36 21 0,-15 4 0,14 2 0,-1 3-340,2-7 0,-2 2 340,-7 9 0,-5 6 0,11-6 0,1 4 0,3-6 0,-12 8 0,0 0 0,12-9 0,-4 8 0,-2-9 0,-10 4 0,10-1 757,18-4 1,2-2-758,-18 9 0,1-3 0,-6 8 0,34-20 0,51-47 0,3-1 0,6-2 0,-2 4 0,-1 1 601,-14 5 1,0 3-602,33-5 0,-50 21 0,29-20 0,-40-6 0</inkml:trace>
  <inkml:trace contextRef="#ctx0" brushRef="#br0" timeOffset="4134">4654 2326 24575,'25'-56'0,"-4"28"0,-62 28 0,33 40 0,6 20 0,-11-16 0,-5 4 0,0 3 0,5 3-674,8-3 0,3 3 1,2 1-1,2 1 0,-2-1 674,0 0 0,-1 0 0,1 0 0,1-1 0,-1-2 0,0 4 0,1-2 0,0-2 0,2-6 393,8 12 1,-1-14-394,-10-24 0,0-47 0,0-22 0,0-6 0,0 0 0</inkml:trace>
  <inkml:trace contextRef="#ctx0" brushRef="#br0" timeOffset="4568">4700 2280 24575,'0'-47'0,"0"0"0,0 0 0,-12-17 0,3 3 0,13 12 0,8 6 0,24-6 0,11 52 0,11 15 0,-12-1 0,3 5 0,-4 3-885,-7 0 1,-2 3 0,0 3 884,3 4 0,2 4 0,-2 1 0,-9-5 0,-9-5 0,-4 4 0,7 15 0,4 13 0,-3 4 0,-10-3 0,-11-13 0,-8-1 0,-3 0 0,-1 3 0,0 0 0,-1 3 0,-2 1 0,-2-1 0,-2-2 0,-3-3 0,-1 0 0,-2-2 0,-4-2 0,-2-2 0,-14 7 0,-5-3 0,-2-4 0,1-5 0,-2-5 0,0-6 0,1-1 209,5 1 1,2-2 0,0-8-210,-10-15 0,4-6 0,-14 3 0,12 0 0,19 0 0,30 0 0,30 0 0,-2 0 0,8 0 0,5 21 0,-15 4 0</inkml:trace>
  <inkml:trace contextRef="#ctx0" brushRef="#br0" timeOffset="6470">1221 4860 24575,'51'0'0,"-10"0"0,-41 0 0,0 0 0,0-20 0,0 14 0,0-14 0,0 20 0,0 0 0,-20 51 0,15-18-850,-6 13 0,-6 17 1,-1 6-1,2-6 850,1 0 0,2-3 0,0 6 0,5-11 0,-1 5 0,1 4 0,0 0 0,0-3 0,1-6 0,-2-1 0,0-4 0,1-2 0,3-1 0,3 16 0,3-1 0,0-13 0,-1-2 0,0-27 0,0-20 0,0 0 0,0-20 0,31-27 0,-24-14 0,9 21 0,-1 1 0</inkml:trace>
  <inkml:trace contextRef="#ctx0" brushRef="#br0" timeOffset="6800">1175 5021 24575,'13'-57'0,"0"-1"0,-11 7 0,-4 10 0,-4 21 0,6-16 0,6 8 0,10 0 0,9 4 0,31 19 0,-2-15 0,9 8 0,2 3-4585,-7 4 4585,-19-6 0,-1 2 0,13 9 517,-17 8 0,2 4-517,1 1 0,2 0 0,9-4 0,-6 7 0,-21 21 0,-6-2 0,5-22 0,-22 19 0,-16 7 0,-25 0 0,-11-1 0,8-1 0,1 0 0,0-1 0</inkml:trace>
  <inkml:trace contextRef="#ctx0" brushRef="#br0" timeOffset="6999">1267 5344 24575,'-45'45'0,"1"-1"0,-9 1 0,13-18 0,35-27 0,-15 0 0,40 0 0,37-20 0,1 2 0,9 0-492,-13 2 1,2-1 0,0 1 491,-1 2 0,0 1 0,2 4 0,-9 6 0,2 2 0,0 2 0,-1 2 0,6 6 0,1-1 0,-1 1 0</inkml:trace>
  <inkml:trace contextRef="#ctx0" brushRef="#br0" timeOffset="7420">2603 5390 24575,'60'-6'0,"-1"1"0,0-1 0,0 1 0,1-1 0,-1 1 0,0-1 0,6 5 0,-1-1 0,1 1 0,-1-1 0,1 1 0</inkml:trace>
  <inkml:trace contextRef="#ctx0" brushRef="#br0" timeOffset="7684">2811 5712 24575,'-50'29'0,"0"-1"0,11-13 0,1-2 0,2 4 0,3-3 0,2-14 0,31 0 0,31-31 0,18 23 0,-8-2 0,12-5 0,4 0 0,-4 4 0,5 6 0,-1 5 0,2 0-386,0-1 1,2 1 0,1 0 0,-5 1 385,3-4 0,-3 1 0,-18 12 0,-27 41 0,-24-12 0</inkml:trace>
  <inkml:trace contextRef="#ctx0" brushRef="#br0" timeOffset="8215">3179 5183 24575,'56'32'0,"0"0"0,0 0 0,0 0 0,0 0 0,0 0 0,0 0 0,0 0 0,5 9 0,4 2 0,-2 1 0,-9-1 0,-17-2 0,-22-5 0,-37 4 0,-28-5 0,-4 0-447,8-1 0,-5 0 0,0-1 0,2-1 447,-1 2 0,3-2 0,-2-3 0,-2-6 0,-2-4 0,6 0 289,1 5 0,10-7-289,16-17 49,45 0 0,11-17 0,5-7 1,1-2-1,1 1 0</inkml:trace>
  <inkml:trace contextRef="#ctx0" brushRef="#br0" timeOffset="9050">5345 4975 24575,'0'-38'0,"0"-1"0,20-14 0,-17-1 0,0 0 0,17 0 0,-20-2 0,-20 36 0,-6 20 0,-30 0 0,23 16 0,-3 9 0,-6-3 0,-5 5 0,2 6-764,10 5 0,2 7 1,0 4-1,-1 0 764,-2-2 0,-2 1 0,-1 1 0,2 2 0,5 0 0,6-2 0,2 0 0,3 1 0,1 1 0,1 1-384,-1 3 0,0 2 1,2 0-1,5-1 1,7-2 383,9 1 0,7-1 0,3-2 0,2-1-197,-2-2 1,1 0 0,3-2-1,6-5 197,19 9 0,9-7 0,2-14 0,7-14 0,0-16 0,-5-13 0,-5-15 0,-20-8 0,-6-10 0,-1 2 0,2-1 0,-4 1 0,-8-8 0,-1 7 0,9 19 2581,-21 26-2581,0 26 1070,12 20 0,6 5-1070,11 8 0,-12-6 0,1 1 0,5-17 0,-5-5-2846,-12 9 2846,17-16 0,5-9 0,0-16 0,28 0 0</inkml:trace>
  <inkml:trace contextRef="#ctx0" brushRef="#br0" timeOffset="10516">2166 7832 24575,'-46'0'0</inkml:trace>
  <inkml:trace contextRef="#ctx0" brushRef="#br0" timeOffset="10665">1474 7670 24575,'31'-51'0,"8"10"0</inkml:trace>
  <inkml:trace contextRef="#ctx0" brushRef="#br0" timeOffset="11082">1590 7509 24575,'0'-51'0,"-10"11"0,-1 8 0,6 25 0,-15-24 0,20 10 0,0-4 0,0-1 0,-31 6 0,23 20 0,-15 14 0,-5 13 0,3 9 0,-1 10 0,0 5-839,0 2 1,0 6 0,-1 2 0,-4 1 838,4-12 0,-3 0 0,-2 2 0,0 0 0,1 0 0,1-1 0,-1 9 0,1 0 0,1-1 0,1-1 0,0-3-144,-1 1 1,-1-2-1,4-3 1,7-5 143,3 10 0,11-9 0,13-6-35,23-21 0,9-9 35,1-22 0,0-2 0,2 25 0,4 0-363,-3-19 1,6-7 0,1-3 0,-4 3 362,-2 5 0,-3 1 0,1 0 0,7 0 0,2 0 0,-3-2 0,-3-4 0,-2-2 0,-6 5 2943,16 6-2943,-6-6 0,-19 2 0,-65 9 0,-20 0 0</inkml:trace>
  <inkml:trace contextRef="#ctx0" brushRef="#br0" timeOffset="11281">1474 8246 24575,'-40'-10'0,"-1"0"0,-8 5 0,18-36 0,82 5 0,-11 11 0,5 1 0,15 4 0,0 4 0,-18 4 0,1 4 0,15 6 0,-4 4 0,-8-2 0,-7 0 0,-47 0 0</inkml:trace>
  <inkml:trace contextRef="#ctx0" brushRef="#br0" timeOffset="11484">1544 7670 24575,'-30'-41'0,"1"0"0,-1 5 0,3 3 0,2-2 0,4-6 0,21 35 0,15-19 0,11-1 0,13 20 0,4 5 0,0-14 0,4-1 0,6 7 0,7 2 0,-2 2-506,-9 3 0,-1 0 0,1 1 506,13-2 0,3 1 0,-5 7 0,-13 9 0,-4 5 0,-2 5 0,7 18 0,1 0 0</inkml:trace>
  <inkml:trace contextRef="#ctx0" brushRef="#br0" timeOffset="11922">2811 8039 24575,'60'4'0,"1"0"0,0-1 0,0 1 0,-4 7 0,0-1 0,0 0 0</inkml:trace>
  <inkml:trace contextRef="#ctx0" brushRef="#br0" timeOffset="12101">2811 8407 24575,'-40'0'0,"0"0"0,-21 0 0,56-20 0,-5 15 0,52-14 0,28-3 0,-16 3 0,2 2-874,-9 7 0,3 1 1,-1 0 873,1-4 0,-1 0 0,-2 8 0,11 17 0,-3 7 0,-3 0 0,1 0 0</inkml:trace>
  <inkml:trace contextRef="#ctx0" brushRef="#br0" timeOffset="12487">3225 7832 24575,'2'62'0,"0"0"0,0 0 0,-1 1 0,1-1 0,0 0 0,18-22 0,6 0 0,-5 17 0,1 0 0,-1 0 0,1 0 0,0 0 0,-1 0 0,1 0 0</inkml:trace>
  <inkml:trace contextRef="#ctx0" brushRef="#br0" timeOffset="13200">3179 8200 24575,'11'-42'0,"-1"0"0,3 3 0,-1 1 0</inkml:trace>
  <inkml:trace contextRef="#ctx0" brushRef="#br0" timeOffset="13901">3341 7832 24575,'-50'-11'0,"0"1"0,10-6 0,3-4 0,0-2 0,5-4 0,1-31 0,31 32 0,0-16 0,0 36 0,0-16 0,0 21 0,31 21 0,-23-16 0,32 21 0,12 9 0,-20-6 0,2 4 0,11 6 0,7 5 0,-3-2-339,-11-12 0,-2-2 1,0 4 338,-2 4 0,0 6 0,0-2 0,-3-10 0,7-10 0,-1-1 0,9 30 0,-5-6 0,-13-38 0,2 15 0,-30-20 0,-30 31 0,22-23 0,-43 22 0,46-30 0,-36 0 0,5 21 0,-13 4 0,-3 1 0,-3 5 0,15 3 0,0 1 121,-15-4 1,-2-1-122,19-4 0,1 2 0,2-5 0,-4-7 0,1-4 0,-9 3 0,4 1 0,8 4 0,14-15 0,21 16 0,0-21 0,0 0 773,21-21-773,14 16 0,14-15 0,7 20 0,-18-13 0,1-5 0,-2 5 0,0-2 0,15-13 0,-1 0 0</inkml:trace>
  <inkml:trace contextRef="#ctx0" brushRef="#br0" timeOffset="22850">4815 7832 24575,'-8'-44'0,"-1"1"0,0-1 0,-2-14 0,2 3 0,8 18 0,2 5 0,-1-3 0,0-6 0,0 35 0,0 6 0,0 6 0,0 31 0,0 18 0,0-6 0,0 6 0,0 2-1696,0-4 0,0 3 0,0 0 0,0-1 1696,0 10 0,0-2 0,0 1 0,0-7 0,0 3 0,0-3 0,0-11-191,0-12 0,0-1 191,0 25 0,0 10 0,0-15 0,0-15 0,0 9 0,0-2 0,0-19 0,0 30 0,0-28 0,0 3 0,0-10 0,0-16 0,0 15 0,0-20 0,0 0 6595,0-20-6595,0 15 0,0-30 0,0-2 0,0 24 71,-1-18 0,2-10 1,8-5-1,2-5 1,-2 6-1,0 0 0,-1 0 1</inkml:trace>
  <inkml:trace contextRef="#ctx0" brushRef="#br0" timeOffset="23283">4815 7878 24575,'-19'-44'0,"1"1"0,-1-1 0,6-8 0,3-1 0,5 5 0,3 6 0,4 4 0,-3-2 0,9 3 0,24 7 0,8 9 0,21 14 0,-25 4 0,3 6 0,2 7 0,4 8 0,-3 2 0,4 12 0,-3 8 0,-12-4 0,1 8 0,0 0 0,-1-7-633,18 1 0,-6 3 633,-22 19 0,-7 11 0,-1-12 0,6-30 0,-7 1 0,-17 16 0,-12 12 0,-7 3 0,-2-6 0,-5-3 0,-6-5 0,-5 2-501,8-6 0,-5 4 0,-1 0 0,-2-4 0,0-5 501,-5-6 0,-2-4 0,1-5 0,3-1 0,3-1 0,3-3 0,0-6 0,-22-9 0,9-6 0,21 3 0,-15 0 0,46-21 0,5 16 0,57-15 0,-21 20 91,-9 1 0,5-2 0,2-6 0,5-5 0,1 0 0,0-1 0,0 1 0,0-1 0</inkml:trace>
  <inkml:trace contextRef="#ctx0" brushRef="#br0" timeOffset="25498">1267 10204 24575,'-23'-41'0,"0"0"0,-3-7 0,6-4 0,20 47 0,0-36 0,0 36 0,0 56-3392,-15-8 0,-1 4 3392,12-7 0,3 4 0,-1 3 0,-5 5 0,-2 5 0,0 2 0,3-2-1135,4-6 1,2-1 0,1-1 0,0 0 1134,-1 16 0,0-1 0,0 2-52,0-9 0,0 3 0,0-3 1,0-11 51,0 18 0,0 3 0,0-6 0,0-33 0,0 3 0,0-31 4434,0-31-4434,0 24 6630,0-45-6630,0 47 0,0-36 0,13-4 0,5-7 0,-6 7 0,1 0 0,0-1 0</inkml:trace>
  <inkml:trace contextRef="#ctx0" brushRef="#br0" timeOffset="26081">1106 10365 24575,'-7'-43'0,"0"-1"0,0 1 0,5-3 0,2 0 0,-3 5 0,-7 2 0,0 4 0,10-22 0,20 16 0,-5 12 0,6 2 0,19 8 0,10 5 0,2-7 0,7 0 0,-1 12-449,-4 19 1,0 11 0,1-1 448,9-12 0,0-2 0,-10 13 0,-18 18 0,-10 10 0,-6-3-112,-5-5 0,-9 1 112,-13 5 0,-8 2 0,-9-6 0,-15-11 0,-9-7 0,1-1 0,-6 7 0,-1-2 0,7-7 0,-3-2 0,4-5 0,-2-9 0,6 0 0,10 12 0,3-1 0,-18-15 0,27 0 0,20 41 0,41-11 0,-12 16 0,3 5 0,14-7 0,3-3 338,-1-1 1,-4 4-339,-18 3 0,-4 5 0,-1-2 0,11 6 0,-7 3 0,-17 0 0,-6 5 0,-7-5 0,-9-1 0,-8-6 116,-1-9 1,-8-9-117,-20-19 0,-5-10 0,9-4 0,-1-2 0,-11 1 0,0 0 0,10 0 0,3 0 0,-10 0 0,77 0 0,-11 0 0,30-4 0,22-4 0,0 0 0,-11-1 0,0 1 0,0-1 0</inkml:trace>
  <inkml:trace contextRef="#ctx0" brushRef="#br0" timeOffset="26517">2811 10573 24575,'-58'0'0,"1"0"0,-36 0 0,93 0 0,0 0 0,21 0 0,25 0 0,-6 0 0,2 0 0,-6 0 0,2 0 0,25 1 0,2-2 0,-20-9 0,0-1 0,7 9 0,1-1 0,3-8 0,-5 2 0,3 9 0,2 0 0,-35 20 0,-40 14 0,-14 9 0,1 12 0,0 0 0</inkml:trace>
  <inkml:trace contextRef="#ctx0" brushRef="#br0" timeOffset="26850">2742 11057 24575,'-36'0'0,"0"0"0,-5 0 0,5 0 0,8 0 0,28 0 0,8 0 0,43 0 0,-13 0 0,1 0 0,20 0 0,-8-6 0,9-2 0,-3 1 0,2 5 0,-2-1 0,-14-4 0,0-1 0,1 2 0,22 5 0,-4 2 0,-18-1 0,-3 0 0,23 0 0,-44 0 0,-58 0 0</inkml:trace>
  <inkml:trace contextRef="#ctx0" brushRef="#br0" timeOffset="27366">3271 10365 24575,'-46'-25'0,"21"4"0,25 21 0,5 0 0,26-1 0,10 2 0,12 20 0,-8-18 0,3-1 0,-2 6 0,-3 4 0,-13 4 0,2-1 0,14-6 0,8-3 0,-6 7-274,-5 24 1,1 3 273,16-19 0,9-4 0,-14 7 0,-22 18 0,-7 5-21,17-2 1,-14 2 20,-40-6 0,-19 2 0,-1-1 0,4-5 0,-2 0 0,-4-1-418,-3-2 0,-5 2 0,-1-3 0,-1-3 418,-7-2 0,-1-4 0,1-2 0,-10 9 0,3-6 0,10-11 0,4-7 500,-13-7-500,30 0 38,6 0-38,20 0 430,20 0 1,6-21-1,20-4 1</inkml:trace>
  <inkml:trace contextRef="#ctx0" brushRef="#br0" timeOffset="28250">4815 10319 24575,'-36'53'0,"0"-1"0,1 1 0,-1-1 0,8 1 0,-1 4 0,6-16 0,-5 8 0,-4 6 0,-1 0 0,1 0 0,3-6 0,7-7-4845,-7 19 1,4-7 4844,-1-14 0,-2 0 0,5-2 1284,9 2 1,3-3-1285,-10 16 1506,21 4-1506,41-37 0,-3-18 0,6-4 0,10 2 0,2 0-191,-4 1 1,1-2 190,15-9 0,-8 0 0,-22 4 0,7-14 0,9-9 0,-9 7 5470,-7 9-5470,17-21 0,-2-4 0,-25 13 0,3-21 0</inkml:trace>
  <inkml:trace contextRef="#ctx0" brushRef="#br0" timeOffset="28499">4815 10964 24575,'-45'-32'0,"0"0"0,-1-8 0,21 9 0,45 26 0,37-16 0,-16 19 0,2 4 0,-1-2 0,1 0 0,13 0 0,-5 0-951,-18 0 951,19 0 0,-32 0 0,6 0 0</inkml:trace>
  <inkml:trace contextRef="#ctx0" brushRef="#br0" timeOffset="28699">4861 10435 24575,'-25'-30'0,"-1"1"0,5-28 0,49 36 0,21 3 0,2 1 0,1-1 0,3 2 0,2 1-2458,-3 5 0,3 2 1,1 0-1,-4-1 1961,6-6 1,-2 0-1,-5 4 497,9 12 0,-11-7 0,-23-26 0,-7-8 0,-6 8 0,0 0 0</inkml:trace>
  <inkml:trace contextRef="#ctx0" brushRef="#br0" timeOffset="30916">1014 12600 24575,'25'-31'0,"-4"23"0,-1-22 0,-15 9 0,16 16 0,-21-36 0,0-15 0,0 2 0,0-2 0,0 35 0,0 21 0,-41 72 0,10-44 0,0 3-457,13 9 1,2 6 0,-3 1 456,-16 2 0,-4-1 0,10 1-950,23 11 0,0 5 950,-15-16 0,-10 5 0,-3 3 0,1-1 0,8-3-1901,8 10 1,6-3 0,-4 1 1900,-8-9 0,-5 1 0,1 0 0,7-3 0,9 4 0,5-1 0,3-12 0,3-8 0,0 19 0,20-52 824,37 0-824,-8 1 0,7-2 0,-11-4 0,3-2 0,-1-2 354,-2-1 1,-1-2-1,-2-2-354,17-9 0,-5-2 3318,-17 6 0,-5 2-3318,4-4 0,-16 21 0,-71 0 0,-13 0 0</inkml:trace>
  <inkml:trace contextRef="#ctx0" brushRef="#br0" timeOffset="31165">899 13337 24575,'-43'-28'0,"1"0"0,-14 0 0,28 0 0,15 4 0,28 19 0,-10-15 0,52 20 0,-9 0 0,14 7 0,4 6 0,-19 5 0,1 0-235,9-8 1,6-2 0,-6 2 234,-10 7 0,-5-3-816,-2-12 1,-3-4 815,4 2 0,-77-51 0,21 19 0,-1 0 0</inkml:trace>
  <inkml:trace contextRef="#ctx0" brushRef="#br0" timeOffset="31417">1060 12692 24575,'-30'-37'0,"0"1"0,0-1 0,-14-4 0,17 5 0,47-5 0,-15 36 0,33-14 0,16-3 0,-2 4 0,6 0-562,-13 6 1,5-1 0,1 1-1,0 1 562,1 0 0,1 2 0,0 0 0,-1 2 0,-1 0 0,0 1 0,-2 2 0,-3 0 0,23 3 0,-7 2 0,-13-1 0,-1 0 0</inkml:trace>
  <inkml:trace contextRef="#ctx0" brushRef="#br0" timeOffset="31983">2534 12853 24575,'-51'0'0,"31"0"0,45-20 0,1-6 0,-6 1 0,11 4 0,-23 21 0,22 0 0,-9 0 0,4 0 0,22-31 0,-12 26 0,6 3 0,20-14 0,4 1-3166,-2 13 1,-1 4 3165,-9-2 0,-1 0 0,14-4 0,-9 8 0,-19 27 0,5-30 0,-9 5 0,-39 40 0,-21 11 0,-6-12 0,0-1 0</inkml:trace>
  <inkml:trace contextRef="#ctx0" brushRef="#br0" timeOffset="32449">2534 13337 24575,'-41'13'0,"0"0"0,5-1 0,3-4 0,-3-8 0,16 0 0,20 0 0,0 0 0,51-20 0,-18 14 0,4-4 0,3 0 0,16 10 0,-13 0 0,4 0 0,10 0 0,4 0-2262,-11 0 1,3 0 0,-5 0 2261,-4 0 0,1 0 0,12 0 0,5 0 0,-17 0 0,-22 0 0,22 0 0,13 0 0,-17 0 0,-29 0 0,40 0 0,-1 0 0,-38 0 0,38 0 0,-51 0 0</inkml:trace>
  <inkml:trace contextRef="#ctx0" brushRef="#br0" timeOffset="33000">3179 12485 24575,'-32'-13'0,"0"0"0,-19-7 0,51 20 0,0 0 0,51 0 0,3 20 0,-9-18 0,2 1 0,-3 15 0,2 5 0,-5-4 0,4 0 0,2-1-679,13 0 1,4-2 0,-1 4 678,-4 8 0,0 3 0,-3-3 0,-9-10 0,-1-4 0,-3 3 0,10 9 0,-14 4 0,-29 26 0,-6-12 0,-8 2 0,-21 2 0,-11 1-561,-2-2 1,-5 3 0,-2-1 560,7-9 0,-3 1 0,0-1 0,0 0 0,0 3 0,-1-1 0,0 0 0,0-2 0,2-5 0,-2-1 0,1-2 0,3-3 0,-17 17 0,5-15 0,-6-31 0,87-56 0,2 23 0,-3 3 0,8-7 0,3-3 0,-2 3 0,7-1 0,-1-1 0,0 1 0</inkml:trace>
  <inkml:trace contextRef="#ctx0" brushRef="#br0" timeOffset="33683">4446 13752 24575,'21'-34'0,"-4"-14"0,2-14 0,-4 15 0,3-5 0,0-5 0,0-2-1016,-3 6 1,1-4 0,-1-3-1,1 0 1,-1 1 0,0 3 1015,0-1 0,0 2 0,0 2 0,0-1 0,-1-1 0,2-5 0,1-3 0,0 1 0,-2 4 0,-3 7 0,-2 2 0,-2 6 0,0 4 0,0-4 0,4 14 1797,19 29-1797,-3 0 0,8 21 0,-13 6 0,-5 2 0,-13 4 0,10 10 0,6 10 0,-6-5 0,-10-13 0,-2 4-942,5 6 1,3 11 0,2 4 0,-2-1 0,-3-10 941,-4 7 0,-3 0 0,2-6 0,1 10 0,0 2 0,0-3 0,2-8-202,4 11 1,0-4 201,-9-4 0,-2 3 0,6-7 0,16-6 0,-1-8 2138,-15-6-2138,16-30 0,-26-29 0,-11-13 0,3-3 0,1 0 0</inkml:trace>
  <inkml:trace contextRef="#ctx0" brushRef="#br0" timeOffset="33899">4815 13176 24575,'-58'0'0,"1"0"0,-35 0 0,92 0 0,20 0 0,15-10 0,7-1 0,12 8 0,2 1-280,-2-8 1,2 0 279,-6 8 0,3 3 0,-7 0-2477,12-1 2477,-1 0 0,-6 0 0,-23 0 0,3 0 0</inkml:trace>
  <inkml:trace contextRef="#ctx0" brushRef="#br0" timeOffset="36116">1106 14765 24575,'-21'-25'0,"-4"-27"0,-12 47 0,-3 3 0,-14-29 0,-2 62 0,20-10 0,-4 5 0,3 6-872,5 16 1,4 9-1,-6-1 872,1-18 0,-6-1 0,-1 1 0,2 1 0,6 1 0,3 11 0,6 2 0,4 0 0,0-2 0,-2 5 0,2-1 0,8-5 0,7-5 0,13-6 0,36 4 0,2-14 0,-29-24 0,30 3 0,22 1 0,-3-5-75,-23-8 0,-3-4 0,4-1 75,4 1 0,5 0 0,1-1 0,-3-2 0,12-4 0,-1-1 0,-8-1-704,-10-2 0,-3 2 704,7 1 0,-6 11 0,-15 26 0,28 4 0</inkml:trace>
  <inkml:trace contextRef="#ctx0" brushRef="#br0" timeOffset="36450">2327 15088 24575,'-28'-20'0,"0"1"0,-1-11 0,-1 30 0,60-21 0,-22 16 0,23-6 0,10 1 0,-2 9 0,4 2 0,20-1 0,4 0-257,-20 0 0,1 0 0,-2 0 257,20-2 0,-7 4 0,3 19 0,-20-7 0,-12 8 0,-44 23 0,-16 10 0,13 5 0,1 0 0</inkml:trace>
  <inkml:trace contextRef="#ctx0" brushRef="#br0" timeOffset="36699">2442 15502 24575,'-60'0'0,"0"0"0,17 10 0,6 1 0,7-6 0,60-5 0,19-5 0,-15-5 0,4-1 0,20 0 0,4 2 0,-7 6 0,0 1-832,-10-5 0,2-1 0,-1 2 832,19 5 0,-4 2 0,-18-1 0,-2 0 0,-2 0 0,-1 0 0</inkml:trace>
  <inkml:trace contextRef="#ctx0" brushRef="#br0" timeOffset="37133">2903 14880 24575,'16'59'0,"-1"0"0,1 0 0,-1 0 0,1 0 0,0 0 0,-1-1 0,1 1 0,0 0 0,3 0 0,0 1 0,1-1 0,-1 0 0,1 0 0,-1 1 0,0-1 0</inkml:trace>
  <inkml:trace contextRef="#ctx0" brushRef="#br0" timeOffset="37749">4239 15871 24575,'0'25'0,"0"-4"0,0-62 0,9-5 0,3-10 0,-7 10 0,0-5 0,1-4 0,3-1-673,4 8 1,2-3 0,3-2-1,0 0 1,0-1 0,-3 1 672,1-9 0,-3-1 0,-1 0 0,1 1 0,3 0 0,2-2 0,4-1 0,0 1 0,-1 4 0,-5 6 0,-3 1 0,-3 6 0,3 1 0,5-6 0,3 0 0,2 12 0,18 7 0,-17 4 0,0 2-265,7 6 265,-11 21 0,-14 52 0,13-28 0,3 5 0,-8 16 0,-4 8 0,1 3-610,6 4 1,0 1 0,-2 5 609,-6-16 0,-2 2 0,-1 2 0,1 1 0,0 0 0,1 3 0,2 1 0,-1 0 0,-1 0 0,-2-2 0,-3 7 0,-3-1 0,0-1 0,2-3 855,5 6 1,1-2 0,-3-9-856,-5 25 1246,0-79-1246,0-8 0,0-22 0,0 9 0,0-4 0</inkml:trace>
  <inkml:trace contextRef="#ctx0" brushRef="#br0" timeOffset="37982">4493 15134 24575,'-45'0'0,"0"0"0,0-2 0,18 4 0,53 12 0,32 6 0,2-3 0,-10-11 0,3-4 0,2 3-984,4 5 1,5 5 0,0-1 0,-5-2 0,-1-4 0,-4-3 0,-5 2 0,0 6 0,0 0 0</inkml:trace>
  <inkml:trace contextRef="#ctx0" brushRef="#br0" timeOffset="38950">2857 14811 24575,'-28'-36'0,"-1"1"0,1-4 0,13-1 0,0 3 0,-6 17 0,16 20 0,-15 0 0,20 0 0,0 0 0,0 20 0,20-14 0,16 14 0,-8-20 0,6 12 0,4 7 0,1 2 0,4 6 0,-8 1 0,3 5 0,2 3 0,-2 0-462,-1 4 0,-1 1 1,0 2-1,1 0 462,3 1 0,3 0 0,-3 1 0,-7 1 0,-7 12 0,-8 2 0,2-9 0,9-11 0,-7-6 0,-22 17 0,0-51 0,0 0 0,-31 0 0,23 0 0,-22 0 0,30 0 0,-21 0 1847,16 0-1847,-15 0 0,-32 0 0,-1 21 0,12-5 0,0 4-350,3 3 0,-1 2 350,-10 2 0,-2 3 0,11 1 0,0 4 0,0-4 0,-16-3 0,2 3 0,17 4 0,3 5 0,8-8 0,0-4 0,26 3 0,56-31 0,-2-31 0,-16 18 0,1-2 0,-10 0 0,-2-6 0,7-22 0,1-6 0,6 4 0,0 1 0</inkml:trace>
  <inkml:trace contextRef="#ctx0" brushRef="#br0" timeOffset="41415">945 16608 24575,'38'-46'0,"-7"20"0,-31 6 0,0-31 0,0-3 0,0-8 0,0 25 0,0 3 0,0 6 0,0-8 0,-52 15 0,40 42 0,-20-5 0,-8 4 0,2 10 0,-1 9 0,4 1 0,-2 6 0,-1 1-500,4-8 0,-2 2 1,-1 1-1,3 2 500,1 6 0,0 2 0,2 2 0,3 0 0,2 0 0,1 1 0,3 0 0,3-1-39,-4 11 0,4-2 0,12-5 39,20 2 0,15-9 0,11-8 0,12-15 0,0-30 0,6-13 0,-4 1 0,-7 13 0,-2-5 0,-2-18 0,2-10 0,-8 0 0,-7 1 0,-4-1 0,5-12 0,2-3 0,8 3 0,-9 5 0,-23 13 0,-8-2 1986,-28 60-1986,1 7 0,-2 6 0,-2 0 0,5 3 0,9 5 0,6 1 0,6 0 0,10-7 0,23-12-461,12 8 1,7-10 0,-11-35-1,2-8 1,14 10 0,-1-1-1</inkml:trace>
  <inkml:trace contextRef="#ctx0" brushRef="#br0" timeOffset="41850">2166 16769 24575,'-26'-23'0,"0"0"0,2-5 0,7 0 0,17 0 0,21-3 0,25 31 0,-15 0 0,21 0 0,8 0 0,-16-1 0,2 2-186,11 6 0,7 5 0,-3 0 186,3 0 0,-3 4 0,-17 1 0,-2 3 0,-8-1 0,2 7 0,-52 8 0,-19 3 0,-10-5 0,1 0 0</inkml:trace>
  <inkml:trace contextRef="#ctx0" brushRef="#br0" timeOffset="42148">2212 17138 24575,'-54'0'0,"0"0"0,17 0 0,5 0 0,1 0 0,31 0 0,0 0 0,52 0 0,1 0 0,-4 0 0,9 0 0,-1 0-412,-11 0 1,-1 0-1,2 0 412,4 0 0,5 0 0,-1 0 0,-4 0 0,-4 0 0,-3 0 0,1 0 0,8 3 0,2-1 0,-10-7 0,-15-13 0,-6-5 0,1-3 0,1 1 0</inkml:trace>
  <inkml:trace contextRef="#ctx0" brushRef="#br0" timeOffset="42599">2811 16516 24575,'-53'-19'0,"1"-1"0,19 3 0,4 4 0,-12 13 0,41-21 0,0 16 0,62 5 0,-31 16 0,4 4 0,11-3 0,6-1 0,-4 0 0,-3 1 0,0 1 0,3 5 0,3 2 0,-2-1-439,8 0 1,-4 6 438,-13 9 0,-4 8 0,-2 0 0,-4-11 0,-2 0 0,-9 2 0,-12 25 0,-14-1 0,-1-14 0,-9-3 0,-19 1 0,-5-3 0,15-11 0,-2-2-34,-4-3 0,-5 0 0,-1-5 34,-14-5 0,-1-6 0,-3 7 0,2-5 0,10-11 0,6-4 0,-3 2 0,61 0 0,6 0 0,18-12 0,9-7 0,2 0 0,0 0 0</inkml:trace>
  <inkml:trace contextRef="#ctx0" brushRef="#br0" timeOffset="43083">4400 16723 24575,'13'-32'0,"0"0"0,0-9 0,-6 10 0,-7 26 0,0-15 0,0-1 0,-51 16 0,18-15 0,-3 24 0,-5 12 0,-7 18 0,-1 9 0,13-9 0,0 3 0,-2 2-1696,-2-1 0,-3 3 0,1 1 0,6-2 1696,2 4 0,5-1 0,2 1 0,-1 1 0,1 1 0,10-4-140,12-4 0,10-2 140,15 19 0,11-2 0,7-14 0,9-4 0,4-3 0,6 0 0,-4-4 0,-7 0 0,3-7 0,-1-14 0,8-4 0,-1-5 0,-9-6-1223,-5-15 0,-3-3 1223,5 13 0,4 2 0,-11-6 0,-13-18 0,-16-2 0,-32-1 0</inkml:trace>
  <inkml:trace contextRef="#ctx0" brushRef="#br0" timeOffset="45481">1313 18151 24575,'0'-55'0,"0"0"0,-10-3 0,0 9 0,5 21 0,-16-1 0,1 6 0,15 18 0,-28-1 0,-6 12 0,12 40 0,0 16 0,-7-21 0,-9 2 0,-2 2 0,3 5-625,8 1 1,2 3 0,1 4 0,0 0-1,1 0 625,-5 0 0,-2 2 0,2 0 0,8-1 0,15-4-1438,16-3 1,14-2 0,4-2-1,0-4 1438,-2 6 0,1-4 0,10-14 0,12-19 0,11-12 0,1-6 0,-10-4-531,-1-6 0,-11-6 531,-8-7 0,3-9 0,-4 3 0,-17 23 0,19-17 0,-1-5 0,-19-3 0,14 8 0,-20-3 0,0 11 1897,0 15-1897,0-16 6163,0 21-6163,0 0 1874,0 21-1874,-20 14 0,14 14 0,-14-13 0,-11 5 0,24-16-2671,-24 32 2671,31-9 0,0-12 0,28-29 0,21-11 0,13-6 0,4-3 0,-5 2 0,-5 1 0,-1-1 0,0 1 0,1-1 0,-1 0 0,1 1 0</inkml:trace>
  <inkml:trace contextRef="#ctx0" brushRef="#br0" timeOffset="46633">2903 18266 24575,'-46'0'0,"20"0"0,-25-30 0,43 22 0,-22-23 0,30 31 0,0 0 0,30 0 0,19 0 0,-8 0 0,14 13 0,3 5 0,-24-4 0,1 0 0,26 3 0,3 2 0,-7 10 0,-1 4 0,-2-5 0,-3 5 0,-20-1 0,-3 4 0,-3 1-2450,9 16 1,-12-1 2449,-22 9 0,-24-12 0,-8-6 0,-1-9-1465,-21 4 0,5 0 1465,37-12 0,-19-1 0,-12 2 0,4-7 0,-7-8 0,12 15 0,0-3 0</inkml:trace>
  <inkml:trace contextRef="#ctx0" brushRef="#br0" timeOffset="46633">3045 19049 18104,'22'-19'630,"6"-13"33,-9 1 0,0-1 0</inkml:trace>
  <inkml:trace contextRef="#ctx0" brushRef="#br0" timeOffset="62232">9423 2372 24575,'-26'-46'0,"-25"21"0,43 4 0,-43 21 0,22 37 0,2 18 0,8-13 0,2 6 0,-2 1 0,0-1-813,-4-3 0,-1-1 0,0 2 0,2 3 813,6 5 0,1 5 0,3 2 0,-1-1 0,0-4-502,-1-4 1,-1-3 0,1 0 0,1 3 501,1 0 0,1 3 0,1 2 0,2 0 0,3-2 0,4 12 0,3 0 0,4-2 0,2-5-220,3-2 0,2-4 1,4-8 219,9 2 0,2-24 0,-2-51 0,1-30 0,-8 0 0,-15 3 0,-3-7-584,4 8 0,3-8 1,1-6-1,1 1 0,-1 3 584,0-2 0,0 1 0,0 1 0,0 0 0,-2 0 0,-1 2 0,0-3 0,3-4 0,-1 11 0,0-4 0,2-3 0,1-2 0,0 2 0,0 1 0,1 5 0,3-5 0,0 2 0,1 3 0,1 0 0,2-1 0,0 2 0,0-2 0,1 0 0,2 1 0,2 5 0,3 6 246,9-5 1,3 4-1,3 10 1,2 15-247,15 19 0,4 20 0,-3 10 0,-15 3 0,-3 7 0,-1 6 0,-3-1 239,-1 1 1,-2 2 0,-3 1-1,-5 4-239,-6 3 0,-5 3 0,-5 1 0,-3-2 0,-2 11 0,-6-1 0,-11-6-1364,-16-10 1,-9-5 0,2-3 1363,7 3 0,-5-10 693,-13-18 1,-9-9 0,4-6-694,5-8 0,1-5 0,-8 2 0,-1-3 0,-5-13 0,8-3 0,17 2 287,-6 0 1,6 5-288,28 18 0,-15-16 0,34 43 0,13 8 0,14-18 0,-1 5 0,10 3 0,0-5 0,-1-15 0,0 0 0,-1 0 0</inkml:trace>
  <inkml:trace contextRef="#ctx0" brushRef="#br0" timeOffset="64449">9953 2280 24575,'0'-38'0,"-21"-13"0,16 25 0,-15 0 0,20-15 0,0 36 0,0-15 0,0 20 0,0 0 0,0-51 0,20 38 0,-17-21 0,-1-4 0,19 2 0,-21 8 0,3-10 0,-6 5 0,-18 22 0,-27 6 0,-11 10 0,20 11 0,1 7 0,-3 0-742,-10-1 0,-4 1 1,0 6 741,11 0 0,-2 5 0,0 3 0,1 2 0,0 1-749,0 3 1,2 2 0,0 2 0,-1 2 0,-1 3 748,10-12 0,-2 3 0,-1 1 0,0 2 0,0 0 0,1 2 0,2 0 0,1 0-532,3 2 1,1 1-1,0 1 1,2 0-1,1 1 1,1 0-1,1 1 1,0-2 531,-2 7 0,0 0 0,1 1 0,1 0 0,2-2 0,3-2 0,1-3 0,-1 11 0,2-4 0,5-1 0,3 3 0,4-3 0,3 3 0,3 0 0,3-3 0,3-9-1700,10 15 1,9-7 1699,-1-9 0,6 1 0,5-8 0,7-11 0,5-6 0,-2-10 183,1-9 1,2-12-184,-2-5 0,6-8 0,-1-2 0,-8 1 526,-6-3 0,0-3-526,2 2 0,8-4 0,3-3 0,-3 1 0,-9 2 0,-2-9 0,-1-2 0,3 6 0,7-3 0,4-2 0,-1-1 0,-8 3 0,2-8 0,-5 1 0,0-1 0,-4 6 0,2-1 0,-2 0 0,-4 4 1716,9-12 0,-19 17-1716,-25 30 0,-50 26 0,30 20 0,3 5 2526,5-23 0,1 3-2526,0 24 0,3 10 0,4-6 0,6-16 0,3 1 0,-5 3 0,-1 7 0,1 1 0,4-6 0,10 11 0,5-5 543,-5 1 1,9-7-544,18-17 0,7-13 874,0-14 1,0-10-875,-9-3 0,-2-4 0,9-2 0,-8-8 0,-25-23 0,-9-10 0,12-5 0,1 0 0</inkml:trace>
  <inkml:trace contextRef="#ctx0" brushRef="#br0" timeOffset="64901">9377 3662 24575,'-32'-19'0,"0"0"0,-5-9 0,2 5 0,-1 18 0,8-16 0,-3 21 0,31 0 0,0 0 0,52 0 0,-40 0 0,24 0 0,17 0 0,2 0 0,-2 1 0,2-1 0,3-1-627,-1-2 0,2-2 0,3-1 0,1 0 627,-5-1 0,3 0 0,0 0 0,-2-1 0,-4 1 0,11-2 0,-4 0 0,-6-1 0,9-8 0,-17 5 0,-33 13 0</inkml:trace>
  <inkml:trace contextRef="#ctx0" brushRef="#br0" timeOffset="65249">10736 3340 24575,'-26'-59'0,"6"23"0,40 16 0,14 7 0,9 5 0,5 5 0,7 2 0,3 0-849,-2-3 1,3-3 0,1 2-1,1 1 849,3 1 0,1 3 0,1 0 0,-3 3 0,-2 1 0,-1 1 0,-2 2 0,-6-3 132,20-6 0,-24 9 0,-48 34 0,-45-28 0,1 0 0</inkml:trace>
  <inkml:trace contextRef="#ctx0" brushRef="#br0" timeOffset="65483">10897 3800 24575,'-41'0'0,"0"0"0,5 0 0,3 0 0,-3 0 0,16 0 0,40 0 0,16-20 0,19 18 0,11-1-835,-14-14 0,2-7 0,6 3 835,-11 11 0,3 2 0,3 1 0,0 0 0,-2-2 0,8-2 0,-1-2 0,0 0 0,-1 2-195,-2 0 1,1 0-1,-4 3 1,-5 7-1,8 12 1,-9 9-1,3 18 1</inkml:trace>
  <inkml:trace contextRef="#ctx0" brushRef="#br0" timeOffset="65903">11634 2856 24575,'19'62'0,"0"0"0,0 0 0,0-1 0,-1 1 0,1 0 0,0 0 0,0 0 0,-1 0 0,1 0 0,0-1 0,0 1 0,2-5 0,0 0 0,0 1 0,1-1 0,-1 0 0,0 0 0,0 0 0,1 0 0,-1 0 0,0 0 0</inkml:trace>
  <inkml:trace contextRef="#ctx0" brushRef="#br0" timeOffset="66867">14077 2603 24575,'0'-59'0,"-21"2"0,16 1 0,-16 28 0,21-3 0,0 31 0,0 0 0,-30 103 0,25-46 0,5 6 0,-3 6-912,-5-12 0,-3 3 1,-2 2-1,2 2 0,3 0 912,4-7 0,2 2 0,2 1 0,0-1 0,1-1 0,-1-3 0,-1 15 0,1-3 0,0-2 0,1-6 0,-3 8 0,1-6 0,9-30 0,16-46 0,3-21 0,-14-11 0,0 0 0,-1 0 0</inkml:trace>
  <inkml:trace contextRef="#ctx0" brushRef="#br0" timeOffset="67366">14077 2372 24575,'6'-52'0,"1"0"0,0 0 0,-8-2 0,7 6 0,24 6 0,12 12 0,6 22 0,9 8-571,-12-2 1,6 0 0,1 2-1,-3 4 571,7 8 0,-2 5 0,0 3 0,-4-1 0,3 2 0,-6 3 0,-13 4 0,-17 18 0,-11 3 0,11-2 0,-11-2 0,-38 1 0,-13-2 0,17-8 0,-5-1 0,-8-3 0,-8-2 0,-2-2 0,-2-5 0,-3-3 0,-1-2 0,10-4 0,-2-2 0,0-1 0,2-2 0,-10-1 0,1-3 0,7 3 365,0 3 1,19 9-366,42 15 0,17 9 0,-4 0 0,5 4 0,5 1-351,1-8 0,5-1 0,2 2 0,-2 1 351,1 6 0,1 2 0,-3 1 0,-4-2 0,1 6 0,-5-1 0,-11 1-359,-12-5 0,-8 0 0,-11-2 359,-16 0 0,-12-4 0,-8-6 0,-3-15 0,-7-5 0,-2-4 0,3 1 0,-1 5 0,2-2 0,0-3 0,-1-7 0,-1-4 0,3 2 0,-3 5 0,2 6 0,15 2 0,1 4 0,-2 2 0,-11 9 0,1 1 0,0 0 0</inkml:trace>
  <inkml:trace contextRef="#ctx0" brushRef="#br0" timeOffset="68201">8778 6357 24575,'-52'0'0,"12"41"0,53 5 0,14 11 0,-12 0 0,-3 7 0,2 2-1155,2-9 1,2 2-1,0 1 1,0-1 1154,-3-2 0,0 1 0,-1-2 0,-2-4 470,-3-5 0,-1-3 0,0-5-470,4 8 0,-3-22 752,-9-66-752,0-5 0,0-10 0,0 9 0,1-4 0,-1-3 0,-1-2-551,-2 5 1,-1-2 0,0-2 0,-1 0 0,0-2 550,1 2 0,0-3 0,0-1 0,0 0 0,-1 2 0,1 2 0,-2-12 0,-1 2 0,1 2 0,-1 2 0,0 7 0,-1 1 0,2 3 0,7 5 0,12-19 0,15 20 598,8 39 0,10 13-598,-1-1 0,8 4 0,1 2 0,-4 5-607,1 7 1,-4 5-1,3 4 607,-6-3 0,4 5 0,0 2 0,-3-2 0,-4-3 0,-1-2 0,-4-2 0,-2 6 0,-6 9 0,-3 9 0,0-1 0,2-9-2426,19-6 0,-5 0 2426,-26 7 0,-9 8 0,1 0 0,6 5 0,0 2 0,-8 2 119,-11-8 0,-7 1 0,-3 2 1,-1 1-120,3-2 0,-1 3 0,-1 1 0,-2-3 0,-3-5 0,-5-1 0,-3-3 0,-2-4 0,-3-4 0,-11 4 0,-4-6 0,-3-9 0,-3-14 0,-2-8 0,0-6 36,3-4 0,1-5 0,1 2-36,3 6 0,0 3 0,6-8 0,-1-18 0,11-3 1290,13-2-1290,71-6 0,-15 12 0,7-3 0,4 3 0,1 7 0,0 0 0,0 0 0,0 0 0</inkml:trace>
  <inkml:trace contextRef="#ctx0" brushRef="#br0" timeOffset="68485">10851 6772 24575,'-42'0'0,"0"0"0,0 0 0,7 0 0,9 0 0,47 0 0,23 0 0,14 0 0,0 0 0,6 0 0,1 0-647,-1-1 1,0 1 0,3 1 646,-3 0 0,6-1 0,-9 5 0,-23 9 0,-36 43 0,-13-15 0,-1 0 0</inkml:trace>
  <inkml:trace contextRef="#ctx0" brushRef="#br0" timeOffset="68717">10690 7256 24575,'-58'0'0,"1"0"0,-35 0 0,92 0 0,71-31 0,-32 23 0,5 0 0,10-4 0,-4 2 0,-10-2 0,-1 3 0,10 6 0,5 3 0,-3-2-823,4-8 1,0 0 822,-11 8 0,2 3 0,0 0 0,16 0 0,1-2 0,-8-5 0,2-2 0,0 1 0,-2 5 0,0 2 0,-6-3 0,0-8 0,-9 1 0,-6 10 0</inkml:trace>
  <inkml:trace contextRef="#ctx0" brushRef="#br0" timeOffset="69136">11473 6288 24575,'21'61'0,"0"-1"0,-1 1 0,1-1 0,0 1 0,-1-1 0,1 1 0,0-1 0,0 1 0,-1-1 0,1 1 0,7-5 0,1 1 0,-1-1 0,1 1 0,-1 0 0,1-1 0,-1 1 0,1-1 0,-1 1 0</inkml:trace>
  <inkml:trace contextRef="#ctx0" brushRef="#br0" timeOffset="69766">13800 6519 24575,'-13'-45'0,"0"0"0,-3-13 0,12 14 0,24 36 0,-14-23 0,14 31 0,-20 0 0,0 0 0,0 31 0,0-23 0,-20 43 0,-6-26 0</inkml:trace>
  <inkml:trace contextRef="#ctx0" brushRef="#br0" timeOffset="70583">11542 6357 24575,'-52'-19'0,"-1"0"0,21 1 0,3 5 0,-12 13 0,41 0 0,0-20 0,-31-6 0,24 1 0,-24-27 0,10 45 0,16-24 0,-15 31 0,20 0 0,0 72 0,16-35 0,11 3 0,1 3-935,1 2 0,1 2 0,4 2 0,4-1 935,1-4 0,4 0 0,2 0 0,2-1 0,2 0 0,-4-4 0,3-1 0,2 0 0,-1 0 0,0 0 0,-4-1-196,2 2 0,-1 1 0,-2-1 0,-2-1 0,0-2 196,1-1 0,-1-1 0,-2-3 0,-7-1 0,29 42 0,-62-72 0,0 0 0,-21 0 3520,16-21-3520,-56 16 0,50-15 0,-28 23 0,-14 14 0,14-1 0,-2 3 0,-4 3-324,-6 1 0,-4 3 0,-3 1 1,-1 2 323,6-3 0,-1 3 0,-1 1 0,0-2 0,1-1-1192,3-3 1,0-1-1,1-1 1,2-1-1,2-1 1192,-12 9 0,3-2 0,7-6 0,5-7 0,9-7 0,14-7 0,20 0 0,20 0 1669,36 0-1669,-14-8 0,1-5 0,-1-3 0,0-4 471,5-3 0,4-2 0,-4 0 0,5-2 0,2 2 0,-5 7 0,-1 0 0,1 0 0,0 0 1</inkml:trace>
  <inkml:trace contextRef="#ctx0" brushRef="#br0" timeOffset="70982">13547 6519 24575,'-37'-29'0,"0"1"0,1 0 0,-7-2 0,9 4 0,13 5 0,21 42 0,0 21 0,0 13 0,0-4 0,-1 5 0,2 3-2126,3-2 0,2 3 0,0 0 1,-1-1 2125,-3-8 0,-2 0 0,1-2 0,1 2 0,2 4 0,1 1 0,1-1 0,-1-3 470,1-2 1,1-2-1,1 0-470,3 3 0,1 0 0,1-2 0,0 11 0,2-8-780,16-3 780,-31-49 0,20-100 0,-11 51 0,-1 1 0,1-1 0</inkml:trace>
  <inkml:trace contextRef="#ctx0" brushRef="#br0" timeOffset="71533">13501 6357 24575,'-13'-47'0,"0"1"0,0-1 0,10-6 0,4-1 0,1 4 0,-2 3 0,8 5 0,24-1 0,8 9 0,1 14-317,-2 10 1,11 3 0,1 3 316,2 7 0,2 4 0,4-1-1022,-9-6 0,4-1 1,2 0-1,-2 2 0,-5 5 1022,10 9 0,-5 6 0,2-1 0,-3-9 0,4-2 0,-5 2 0,-14 7 0,-17 18 0,-9 4 0,9 1 0,-11 0 0,-37 12 0,-23-1 0,3-15 0,-8-3 0,-4 0-362,9-4 0,-3-1 0,-2 0 0,-2-4 362,4-8 0,-4-4 0,0 0 0,1 0 0,5 5 0,1 7 0,3 4 0,3 0 0,1-5 0,-6-5 0,2-4 0,10 5 0,9 16 0,15 5 0,19-2 0,8-1 0,12 16 0,1-19 0,7 4 0,2-6 0,8-5 0,2-2 0,5 14 0,2-3 0,2-26 0,-2 3 0,-16 20 0,-4 12 0,2-3-117,3-12 0,2-2 1,-8 8 116,-10 14 0,-7 10 0,-8 2 0,-10-5 0,-16 3 0,-14-4 0,-7-3 0,1-12 0,-6-2 0,-4-3 0,-2-5-211,3-11 0,-4-3 0,-2-3 0,2-3 0,4-2 211,-7 1 0,3-3 0,0-6 0,-2-6 0,1-5 0,12 1 0,10 3 0,-10-15 0,41 20 0,21-21 0,4-4 0</inkml:trace>
  <inkml:trace contextRef="#ctx0" brushRef="#br0" timeOffset="76401">24075 1842 24575,'0'-25'0,"0"-16"0,0 15 0,0-30 0,21 28 0,-16-3 0,15 11 0,-20-6 0,0-30 0,0 28 0,0-3 0,0 31 0,-20 0 0,15 0 0,-16 0 0,21 31 0,0 17 0,0-7 0,-9 1 0,-2 8 0,8-1 0,2 3 0,0 3-1696,-4-7 0,-1 2 0,0 1 0,2 0 1696,3 3 0,2 0 0,0 2 0,-2 3 0,-3 2 0,-3 5 0,0 1 0,0-5 0,1-9-663,3 7 0,-1-2 663,-2-4 0,-1 9 0,-1 4 0,2-6 0,2-14 0,4-12 0,0-3 0,0 35 0,0-6 0,0-36 0,0-4 0,0-21 0,0 0 0,0-21 6127,0 16-6127,0-36 1983,0 5-1983,0-12 0,0 12 0,0 15 0,0 1 0,0-6 0</inkml:trace>
  <inkml:trace contextRef="#ctx0" brushRef="#br0" timeOffset="76850">24029 1704 24575,'0'-59'0,"0"24"0,-31-6 0,24 36 0,-24-16 0,31 21 0,31-31 0,-24 24 0,23-9 0,12 1 0,0 6 0,5 2 0,-3 2-573,1 3 0,2-1 573,5-1 0,8-3 0,0 2 0,-11 1 0,-12 3 0,0 2 0,23-1 0,11 0 0,-10 0 0,-24 0 0,0 0 0,18 0 0,7 0 0,-10 0 0,7 0 0,-18 0 0,-5 0 0,-16 0 0,-20 0 0,-20 20 0,15-15 0,-22 18 0,-16 12 0,0 0 0,5-6 0,-1 1 0,1 0 0</inkml:trace>
  <inkml:trace contextRef="#ctx0" brushRef="#br0" timeOffset="77117">24121 2119 24575,'-41'45'0,"0"-1"0,16-2 0,2-12 0,-8-30 0,31 0 0,51 0 0,-12 0 0,7 0 0,6 0 0,10 0 0,2 0 0,-9 0-1534,0 0 1,2 0 1533,-4 0 0,11 0 0,2 0 0,-7 0 0,-14 0 0,6 0 0,-5 0 0,8 0 0,-5 0 360,-8 0 1,-5 0-361,17 0 0,4 0 0,-82-22 0,-22-7 0,9 8 0,-1-1 0,1 1 0</inkml:trace>
  <inkml:trace contextRef="#ctx0" brushRef="#br0" timeOffset="93849">22601 3432 24575,'-39'-51'0,"9"10"0,30 10 0,0 3 0,0-28 0,30 30 0,-22-15 0,23 36 0,-31-16 0,0 21 0,20 0 0,-15 0 0,16 0 0,-21 0 0,0 0 0,-21 0 0,-12 38 0,-10 17 0,6-24 0,-4 2 0,-3 1 0,4 3-1055,4 7 0,4 2 1,-2 4-1,-7 2 1055,5-11 0,-5 3 0,-3 2 0,-3 1 0,0 1 0,0-1 0,2 1 0,4-3-575,2 1 1,2-2-1,1 0 1,1 1-1,0-1 1,-2 1-1,-3 2 575,2-3 0,-2 1 0,-2 1 0,-1 0 0,0 1 0,1-1 0,0-1 0,2-1 0,2-3 0,-7 8 0,2-3 0,2-1 0,1-1 0,2-2 0,2-1-84,-4 7 0,3 0 0,2-4 0,1-8 84,-14-2 0,9-6 0,10 13-64,-1-41 64,30 0 3072,0-21-3072,30-4 0,-22-1 4899,23 5-4899,-31 21 560,20-30-560,-15 22 110,16-23-110,-1 31 0,-15 0 0,35-15 0,13-11 0,-9 1 0,1-1 0</inkml:trace>
  <inkml:trace contextRef="#ctx0" brushRef="#br0" timeOffset="94350">21103 4445 24575,'-23'-52'0,"0"0"0,9 4 0,3 3 0,-1 10 0,3 1 0,9-22 0,0 30 0,0 6 0,-20 61 0,4 10 0,-4 10 0,-1-19 0,-6 1 0,0 3 0,2 3-641,6 1 0,3 5 1,1 1-1,-3 1 0,-4-2 641,-3-6 0,-4 0 0,-3 0 0,0-1 0,2 1 0,4-1 0,4 7 0,4 0 0,1 1 0,0-2 0,-3-2 0,-10 6 0,-4-2 0,2-3 0,7-3 0,4 18 0,6-10 0,-5-2 0,20-36 0,20-20 0,37 0 0,-20-18 0,5-11 0,4 5 0,0 11 0,3 5 0,3 1 0,-2-4 614,4-6 1,1-3-1,-1-1 1,-2 2-615,6-2 0,-2 1 0,-3 10 0,12 21 0,-12 1 0,-28-14 0,-19 46 0,-12 19 0,-7-8 0,1 0 0</inkml:trace>
  <inkml:trace contextRef="#ctx0" brushRef="#br0" timeOffset="95301">19468 6403 24575,'-21'-56'0,"18"22"0,1-1 0,-9-2 0,1 2 0,10-13 0,0 17 0,0 62 0,1 3 0,-2 11 0,-1 5 0,-3 9 0,-1 4 0,-1-2-2126,-1-1 0,0 0 0,-2 0 1,0 1 2125,-1 2 0,-2 1 0,0 0 0,2 1 0,0 0 0,2 2 0,1-2 0,0-7 0,0-7 0,0-4 0,3-1 0,4 2 0,1 1 0,1-5 1144,-1 27-1144,0-71 0,0 0 0,-20-71 0,16 15 0,3-9-1087,-4 17 1,-1-6-1,0-1 1,2 2 1086,3-8 0,1 2 0,1-2 0,-1 6 0,0-3 0,0 2 0,0 7 1877,0 1 0,0 1-1877,-1-13 0,0-8 0,3 7 0,7 12 0,3 3 0,-1-19 0,3 5 0,12 4 0,30 54 0,11 24 0,-28 8 0,-2 11 0,4 1 0,5-5 0,5 0 0,1 3 0,-3 4-217,-10-1 0,0 4 0,-2 1 0,-2 2 1,-4 0 216,-3-2 0,-3 0 0,-3 1 0,-2 0 0,-5 1 0,-1 8 0,-6 2 0,-4 0 0,-4-3-948,-3-5 0,-2 1 0,-5-4 1,-5-6 947,-10-2 0,-6-6 0,-5-6 0,-8-6 0,-5-6 0,1-6 0,-16-8 0,2-6 0,8 5 0,-2-4-765,-2-10 1,-3-6-1,16-3 765,22-12-344,-21 5 1,-14-4 0,17 5 343,28-1 238,-17 2 0,9 0 1,45 7-1,25 2 0,1-3 1,1-8-1,0 0 0,0 0 1</inkml:trace>
  <inkml:trace contextRef="#ctx0" brushRef="#br0" timeOffset="96034">26241 3179 24575,'-59'15'0,"16"-5"0,52 19 0,24 15 0,10 6 0,0-4-2458,0-4 0,4-3 1,2 1-1,-2 3 2160,-7-1 0,-1 4 0,0 1 0,1-1 0,2-4 298,3-7 0,3-2 0,1-2 0,-2-1 0,-3 2 491,0 4 0,-3 0 1,-2-1-1,-2-1-491,2-1 0,-3-2 0,-1 2 611,8 8 0,-1 3 1,-9-4-612,-16-6 0,-3-4 0,9-2 0,-5-5 0,-18-2 0,0 4 0,30 1 0,-22-26 0,23-26 0</inkml:trace>
  <inkml:trace contextRef="#ctx0" brushRef="#br0" timeOffset="96500">27301 3708 24575,'-11'-48'0,"1"-1"0,9 4 0,-3 0 0,-17-9 0,1 4 0,15-7 0,5 78 0,32 14 0,13 12 0,-19-1 0,-1 6 0,3 1-2126,3-12 0,5 1 0,-1 0 1,-4-1 2125,-4 5 0,-4 0 0,2 3 0,1-3 0,3 4 0,-1-1 0,-4-2-940,-4-2 1,-3-2 0,0-1 939,3 1 0,0 0 0,-4 2 0,-3 4 0,-4 2 0,-10-8 0,-16-13 0,-7-1 0,0 13 0,-3 7 0,-4-7-121,-2-13 0,-4-5 0,-3-3 121,-17 2 0,-6-4 0,6-4 0,9-3 0,1-4 0,-17-5 0,0-6 2178,11-7 0,6 0-2178,-1 4 3257,4-6 1,16 4-3258,59 28 0,17 16 0,-14-11 0,4-1 0,5-4 0,6-1 0,0-2 0,0-1 0,-1-1 0,1 0 0</inkml:trace>
  <inkml:trace contextRef="#ctx0" brushRef="#br0" timeOffset="97132">29420 5021 24575,'0'-57'0,"0"-1"0,0 8 0,0-2 0,0 11 0,0 8 0,-20-24 0,15 16 0,-47 36 0,4-15 0,-5 33 0,-7 15 0,12-6 0,-3 5 0,-1 6-905,10-3 0,-1 5 0,-1 3 0,0 1 1,0 0 904,-4 2 0,0 0 0,-1 1 0,2 2 0,3 3 0,7-2 0,2 3 0,1 1 0,1 2 0,1 0 0,1 0 0,0 0 0,0 0 0,1 2 0,2-1 0,3 1 0,3-1 0,3 3 0,4 0 0,2 0 0,4 0 0,4 1-46,4 3 1,5 2 0,3-1 0,3-3 0,1-5 45,3 7 0,4-7 0,9-4-1303,5-10 0,9-2 1,2-4-1,-6-5 1303,2 0 0,2-8 0,6-6 0,7-6 0,-7-6-43,-12-11 0,-1-1 43,18 11 0,-4-5 0,-12-36 0,5 16 0,-36-1 2148,15 6-2148,-20 20 1002,0 0-1002,0 41 0,0-31 0,0 39 0,0 14 0,-1-17 0,2-2 0,9 0 0,1 2 0,-14 23 0,11-16 0,33-56 0,10-11 0,-6 20 0,0 0 0</inkml:trace>
  <inkml:trace contextRef="#ctx0" brushRef="#br0" timeOffset="102234">18523 9674 24575,'26'-51'0,"-6"10"0,-20 41 0,-20 0 0,-6 0 0,0 41 0,6-31 0,4 31 0,1 11 0,2-10 0,-2 0 0,-13 1 0,0 4-412,16 16 0,-2 2 412,-14-24 0,-7-1 0,6 4-2171,14 10 1,7 4 0,-7-4 2170,-17-7 0,-7-5 0,2 5 0,11 1 0,3 4 0,-1 0 0,-3-4-500,-10 0 0,-4-5 1,-1 4 499,4 0 0,-2 4 0,2 0 0,3-3 0,4-2 0,4-2 0,-2-3 0,-4-8 0,-2-1 0,11 0 0,16 7 0,8-1 0,0 15 488,28 4-488,21-42 0,10-10 0,-6-4 0,4-2 1547,0 1 1,4 0 0,3 0-1548,-13 0 0,1 0 0,0 0 0,0 0 0,13 0 0,-1 0 0,-1 0 0,0 0 0,0 0 0,-7 0 1080,-12 0 0,-4 0-1080,5 0 0,-18 0 0,-43 0 0,11 0 0</inkml:trace>
  <inkml:trace contextRef="#ctx0" brushRef="#br0" timeOffset="102500">18200 10849 24575,'-25'-28'0,"-1"0"0,-15 0 0,41-23 0,0 25 0,0 0 0,21-25 0,14 45 0,7 4-4252,-4-13 1,3 0 4251,13 12 0,5 6 0,-7-3 0,3 0 0,-1 0-1233,12 0 0,-2 0 1233,2-2 0,-1 4-191,5 12 1,-17 2 190,-40-8 0,7 43 0,-58-25 0</inkml:trace>
  <inkml:trace contextRef="#ctx0" brushRef="#br0" timeOffset="102699">18408 9951 24575,'59'4'0,"0"0"0,-1 1 0,1-1 0,0 0 0,0 0 0,8 1 0,3 0 0,-3 0 0,-7-1 0,-12-2 0,-12-2 0,0 0 0</inkml:trace>
  <inkml:trace contextRef="#ctx0" brushRef="#br0" timeOffset="103233">17302 9536 24575,'0'0'0</inkml:trace>
  <inkml:trace contextRef="#ctx0" brushRef="#br0" timeOffset="104016">18730 9145 24575,'-20'58'0,"15"-1"0,-16-32 0,21-4 0,0-21 0,0 0 0,-20 0 0,15 31 0,-16-24 0,-10 44 0,24-25 0,-17 2 0,-3 0 0,1 0 0,0 3 0,6-31 0,20 0 0,0 0 0,20-31 0,5-4 0,7-9 0,-5 9 0,4-5 0,3-2 0,-1-2-634,-1-1 0,0-3 0,1-2 0,1-1 0,2 2 634,-3 5 0,3-1 0,1 0 0,-1 1 0,-2 1 0,-3 3 0,1-5 0,-4 2 0,-1 1 0,1 0 0,4-3 0,2-3 0,-5 5 0,-11 15-702,-13 16 702,15-40 0,-20 52 0,0 21 0,-20-16 0,15 15 0,-16 11 0,21-23 3041,0 23-3041,21-31 0,15-31 0,-7 12 0,0-1 0</inkml:trace>
  <inkml:trace contextRef="#ctx0" brushRef="#br0" timeOffset="104565">18938 8477 24575,'-36'12'0,"0"1"0,7 9 0,-1-3 0,-10-15 0,-2-3 0,-19 20 0,56-21 0,-47-21 0,45 16 0,7-15 0,28-1 0,7 4 0,7-2 0,1-1 0,4-4 0,-4-1-2123,0-12 0,1 3 2123,-1 15 0,3 4 0,-7 0 0,7-16-226,-3 17 0,11 1 0,-3-1 226,10-6 0,1-1 0,-2 5 0,3-1 0,-4 2 0,2-7 0,-9 13 0,-4 40 0,-17-3 0,-31 28 0,3-8 0,-6 1 0,-22-4 0,-1 0 1839,20 7 1,-1 1-1840,-30 3 0,2-5 839,30 3-839,-9-13 0,8-5 0,47-10 0,0-6 0,-7-27 0,1-6 0,21-13 0</inkml:trace>
  <inkml:trace contextRef="#ctx0" brushRef="#br0" timeOffset="129915">28314 8085 24575,'26'-46'0,"-6"20"0,-20 6 0,0-1 0,0-14 0,0-14 0,0 13 0,0-5 0,0 36 0,0-29 0,0-4 0,0 26 0,0-40 0,0 32 0,0 15 0,0-36 0,0 36 0,0-16 0,0 21 0,-20 41 0,13-4 0,1 10 0,1 7 0,-3 3-862,-2-2 0,-3 4 0,-1 3 0,0 3 0,0 1 0,3 0 862,2-9 0,3 0 0,-1 2 0,2 1 0,-1 0 0,0 0 0,-1 0 0,-1-2 0,-2 0 0,-1 2 0,-1-1 0,0 0 0,0-1 0,0-2 0,2-3 0,2-3 0,-1 18 0,3-4 0,0-5 0,-1-7 0,-24 61 0,31-113 0,0 0 0,0-20 0,31-6 0,-24-30 0,24 28 0,-10-24 0,-18 16 0,-1-4 0,8-15 0,0 0 0</inkml:trace>
  <inkml:trace contextRef="#ctx0" brushRef="#br0" timeOffset="130318">27623 8684 24575,'-42'-19'0,"0"0"0,-15-12 0,37 31 0,20 31 0,0-24-4252,-3 50 1,6 9 4251,17-22 0,-18 3 0,-4 12 0,8 3-113,10-14 0,8 2 0,4 2 0,0 0 0,-2 0 113,-2 1 0,-2 1 0,0 0 0,2 0 0,2 0 0,4 2 0,0 2 0,3-1 0,2-4 0,4-6 0,10 3 0,6-3 0,-1-11 0,-8-21-188,-1-32 0,-3-17 188,7 4 0,4-6 0,-6-8 0,-16-3 0,-6-8 0,-2-4 0,0 3 0,0 1 0,-1-1 0,0 2 0,1 4 0,5-3 0,0 5 0,-5 3 0,8-47 0,-31 92 0</inkml:trace>
  <inkml:trace contextRef="#ctx0" brushRef="#br0" timeOffset="131017">28199 11057 24575,'-23'-58'0,"0"0"0,2 14 0,-4 1 0,-6 18 0,-11 32 0,-7 23 0,-6-1-1967,9-12 1,-6 0 0,-1 0 0,0 2 0,4 1 1593,-2 5 1,2 3-1,2 2 1,-3 2 372,-1 4 0,-4 5 0,1 1 0,3-3 0,6-8 395,-13-1 0,6 4-395,20 10 0,2 15 0,1 6 0,1-6 0,1-14 0,-8-14 0,3 2 0,10 11 0,0 15 0,2 4 0,3-5 0,6-16 0,4 1 0,3 3 0,3 10 0,6-9 0,23 7 0,18-24 0,19-3 0,3-8 0,-17-11 0,3-6 0,1-4 0,5-1 0,-4 1 0,5-2 0,3-1 0,0-2 0,-1-1 0,-2-1-396,2-4 0,-1-1 0,-2-2 0,-1 0 1,-1 0 395,5 1 0,0-1 0,-4 1 0,-6 0 0,25-9 0,-36 7 0,-57 17 0,-29 0 0</inkml:trace>
  <inkml:trace contextRef="#ctx0" brushRef="#br0" timeOffset="135133">18892 11794 24575,'-57'0'0,"29"0"0,-23 0 0,46 0 0,-16 0 0,21-21 0,0-4 0,21-32 0,-16 29 0,15-3 0,6 56 0,0 22 0,-14-6 0,-3 6 0,3 6-716,5 0 0,4 7 0,3 3 1,-1 3-1,-1-1 716,-3-6 0,-2 2 0,1 0 0,-1 1 0,0 1 0,0 0 0,-1-7 0,-1 2 0,0 0 0,1 0 0,-1-1 0,2-1 0,-1-3 0,7 10 0,1-3 0,0-1 0,-1-3 0,-4-2-48,-1 15 1,-4-5 0,3-8 47,11-6 0,-5-10 0,-18-4 0,15-16 0,-20-40 0,0 15 0,-19-19 0,-13-3 0,0 7 0,0 1 0</inkml:trace>
  <inkml:trace contextRef="#ctx0" brushRef="#br0" timeOffset="135567">18776 13176 24575,'-35'-13'0,"-1"0"0,-10-7 0,25 20 0,21 0 0,21 71 0,15-32 0,4 2-601,-20-4 0,-3 3 1,5 0 600,17 7 0,6-1 0,-1 2 0,-12-8 0,0 3 0,-1-2 0,0-4 0,0-2 0,-1-4 0,3 3 0,7 9 0,4 5 0,0-4 0,-3-15 0,5-20 0,-2-5 0,9 25 0,-1-7 0,-12-33 0,-3-9 0,9-8 0,-16-20 0,-4-11 0,-8 17 0,-2-1 0,-1-3 0,-1-8 0,-3-3 0,0 2 0,-4 10 0,0 3 0,-1-2 0,2-7 0,-1-1 0,-1 7 435,-1-14-435,6 3 0,-2 4 0,-9 24 0,0 28 0,51 28 0,-19 1 0,0-1 0</inkml:trace>
  <inkml:trace contextRef="#ctx0" brushRef="#br0" timeOffset="136183">19099 15986 24575,'-45'26'0,"0"-1"0,-26 16 0,71-41 0,0-41 0,22 14 0,7-7 0,-15-7 0,-3-9 0,1-4 0,5 2-947,11-2 0,7 1 0,1-1 1,-2-5 946,-11 6 0,-1-3 0,0-3 0,-1 0 0,0 1 0,0 2-989,4-2 0,0 2 0,0 0 0,-2 2 1,0 2 988,-2-3 0,-1 2 0,-1 2 0,0 0 0,8-13 0,-1 1 0,-7 11-3892,-9-7 3892,12 18 0,-3 5 0,-19 16 0,0 40 0,0 6 0,0 10 0,0 4 0,0 14-589,-3 12 1,6-4 588,17-23 0,-16 9 0,-5 13 0,3-7 0,8-17 0,1 1 0,-2 14 0,-1 11 0,0 5 0,-2-3 535,-4-7 1,-2-2-1,1 2 1,3 0-536,4-4 0,4 2 0,1 1 0,-2-3 0,-3-3 0,-5 8 0,-4-4 0,4-3 0,4 18 0,6-28 4370,8-57-4370,-16 0 0,22-7 0,-3-5 0,-47-29 0,15 10 0</inkml:trace>
  <inkml:trace contextRef="#ctx0" brushRef="#br0" timeOffset="136434">19260 15617 24575,'-52'-12'0,"0"-1"0,0 0 0,14-3 0,2 1 0,-31 6 0,21-2 0,62-15 0,40 1 0,-8 15 0,10 3 0,-3 3-939,5 3 0,3 2 939,-9-1 0,6 0 0,-1 0 0,-12 0 0,17 0 0,-11-1 0,9-1 0,-8 5-1104,-18 7 0,-3 1 1104,20-11 0,-6 5 0,-11 36 0,-16-16 0</inkml:trace>
  <inkml:trace contextRef="#ctx0" brushRef="#br0" timeOffset="141282">24121 14443 24575,'-6'63'0,"-1"0"0,1 0 0,-1 1 0,0-1 0,1 0 0,-1 0 0,2 1 0,1 1 0,0-2 0,0-2 0,0-5 0,0-6 0,-6 5 0,1-7 0,7-10 0,23 3 0,-16-90 0,15-13 0,-17 18 0,-4-8 0,-1 0-2835,2-1 1,0 0 0,0 0 2834,0 4 0,0 0 0,0-4 0,0-6 0,0-7 0,0 2 0,0 13 503,1 15 1,-2 0-504,-3-11 0,-3-10 0,1-3 0,3 4 0,7-1 0,3 3 0,-3-1 0,-11-10 0,-3-2 0,12 4 0,20 4 0,13 3 0,0 10-2151,-2 12 1,3 11 2150,14 8 0,5 15 0,-11 18 0,1 10 0,-6-2-101,-9-11 1,-1 3 100,3 12 0,2 8 0,-3 2 0,-3 1 0,-3 2 0,-1-2 1703,4 6 1,-2 1-1704,-3-1 0,-2 5 0,-9-3 0,-16 6 0,-12-5 98,-9-2 0,-12-6-98,-12-11 0,-11-5 0,3-7 0,3-4 0,-2-9 0,-9-9 0,-6-7 0,15 2 0,7 3 0,6-8 0,14 6 2992,48 23 1,14 9-2993,-2 4 0,2 3 0,7 3 0,4 4-221,-9-5 1,4 4 0,0 1 0,-3-1 220,-3 0 0,-2-1 0,-1 3 0,9 12 0,-1 3 0,-10-1 574,-7 12 1,-21-6-575,-25-25 0,-13-5 0,1-3-30,2 0 1,-4-5 29,-13-8 0,-9-4 0,5-4 0,-1-4 0,4-4 0,-2 2 0,-1 0 0,-8 4 0,0-8 0,23-14 0,0-8 0,-2-1 0,-12-3 0,-1 0 0,1 0 0</inkml:trace>
  <inkml:trace contextRef="#ctx0" brushRef="#br0" timeOffset="142033">20527 11471 24575,'0'-25'0,"0"-16"0,0 15 0,0-30 0,0 7 0,0 13 0,0 16 0,21 20 0,-16-21 0,46 37 0,-2-32 0,-16 30 0,5 14 0,3 2-815,-1-5 0,2 2 0,4 2 1,1 2-1,1 3 815,-2 0 0,1 3 0,2 2 0,1 1 0,2 2 0,0 1 0,0 1-544,-8-8 1,0 0-1,1 1 1,1 1-1,0 1 1,1 0 0,0 1-1,0 0 1,-1 0-1,0 1 544,-1 0 0,0 0 0,1 2 0,0 0 0,0 0 0,0 1 0,-1-1 0,-1-1 0,0 0 0,-2-2 0,-2-1-410,11 8 0,-3-2 0,0-1 0,-2-1 1,-1-1-1,-1 2 0,-1 1 410,-1 0 0,0 3 0,-2 1 0,0-1 0,-2-2 0,0-2 0,-1-4-225,10 6 1,-1-6 0,-1-1-1,-1 2 225,0 5 0,0 3 0,-1-2 0,0-2 596,6 2 1,0-4-1,-6-3-596,0 2 0,-15-7 0,-28-14 0,0-21 4455,0 0-4455,-30-72 0,22 34 0,-11-6 0,-8-10 0,1 3 0,1-4 0,-1 0 0</inkml:trace>
  <inkml:trace contextRef="#ctx0" brushRef="#br0" timeOffset="142667">20643 12070 24575,'-39'0'0,"8"-51"0,62-3 0,-26 11 0,-2-6 0,13-12 0,-1 2-645,-14 25 1,-2-1 644,1-18 0,0-8 0,0 6-873,1 8 0,-2-1 873,-3-1 0,-3-7 0,-1-2 0,-4 3 0,-8-4 0,-4 3 0,-1 0 165,0-2 0,-1 1 1,0 6-166,-9-10 0,1 22 0,3 39 0,64 19 0,26 10 0,-19-5 0,1 0 0,4 0-424,-2-5 0,4 0 0,2-2 0,1-3 424,7-2 0,4-3 0,-1-1 0,-5-1 0,-3 1 0,-4-1 0,3-2 0,1-3 0,3-2 0,1-1 0,-1 0 151,9 1 0,-2 0 0,-1 0-151,-9 0 0,-2 0 0,-1 0 0,17 0 0,-12 0 50,-23 0 1,-83 0 0,-12 0-1</inkml:trace>
  <inkml:trace contextRef="#ctx0" brushRef="#br0" timeOffset="145578">21172 8407 24575,'26'44'0,"0"0"0,-1-1 0,15 5 0,5-1 0,-4 4-1416,-16-7 0,-4 2 0,1 2 0,4 1 1416,9 0 0,5 3 0,3 0 0,-4-1 0,-6-2 0,-6 10 0,-6-1 0,5 4 0,0-13 0,4 4 0,3 3 0,2 0 0,-1 1 0,0-3-861,-1 0 0,1-1 1,-1 1-1,1-1 1,-2-1-1,-1 0 861,0 2 0,-3-2 0,0-1 0,2 2 0,2 3 0,0-4 0,6 4 0,1 2 0,0 0 0,-2-1 0,-6-4 0,-7-6 55,-5 10 0,-10-7 0,7 7-55,2-11 0,6 6 0,2 4 0,2 1 0,-1-1 0,-4-4 0,-5-5 0,-3 11 0,-6-6 0,5 7 0,3-6 0,3 5 0,3 4 0,0 2 0,1-1 0,-3-2 0,-3-6 0,0-1 0,0 0 0,-1 0 0,0 0 0,0 2-288,-2-2 0,0 1 0,-1 0 1,0 1-1,2 0 0,1 0 1,2-1 287,4 2 0,2 1 0,2-1 0,1 0 0,1-1 0,-2-3 0,-2-2 0,1 2 0,-3-1 0,1-4 0,2-2 0,3-2 0,16 7 0,6-4 0,-1-5 0,-6-5 0,-4-2 0,-1-6 685,18 2 1,-12-11-686,-37-20 0,23 0 4544,-31-51-4544,0 17 0,0-8 0,0-3 2560,0-3-2560,-31-9 4202,23 11-4202,-22 21 0,30 4 0,0 21 0,0 0 0,0-30 0,0-9 0</inkml:trace>
  <inkml:trace contextRef="#ctx0" brushRef="#br0" timeOffset="146126">22969 12323 24575,'-52'-12'0,"-1"-1"0,5 1 0,4 3 0,-4 9 0,17 0 0,31 0 0,0 21 0,31 35 0,-9-28 0,4-2 0,10 3 0,0-2 0,13 14-3392,-10-14 0,-7 2 3392,-21 25-222,31-13 0,8 5 222,-31-9 0,-4 4 0,4 2 0,10 3 0,6 4 0,1 0 0,-2 1-244,-5-4 1,-2-1 0,0 2 0,0 0 243,-2 6 0,0 4 0,0-4 0,5-10 0,5-13 0,3-7 0,-4-5 0,20 12 0,-13-61 0,-5-17 0,-11-12 1685,-16 6 1,-4-10 0,2 0-1686,3 9 0,2 2 0,-4-1-296,-4 3 0,-3 0 0,2-1 296,7-8 0,3-1 0,-5 10 1303,-8-3-1303,3-1 0,-6 0 0,-28 0 0,23 19 262,-22 19 1,60 57-1,9-15 1</inkml:trace>
  <inkml:trace contextRef="#ctx0" brushRef="#br0" timeOffset="149720">27738 7141 24575,'-30'-52'0,"27"13"0,-2 7 0,-26 24 0,11-23 0,-6 11 0,1 15 0,4-16 0,21 21 0,0 21 0,0-16 0,-11 25 0,-9 11 0,-2-1 0,-4 5 0,4-4 0,-4 6 0,-1 6 0,-2 2 0,0 2-848,5-9 0,-1 4 0,-1 2 0,-1 1 0,0 1 0,1-1 0,-1-1 0,1-3 848,-4 6 0,1-4 0,0 0 0,-1 0 0,0 3 0,-1 5-413,8-13 1,0 3-1,0 4 1,-1 1-1,0 1 1,-1 1 0,1 0-1,-1-1 1,-1-1-1,0-2 1,0-3 412,-3 2 0,-1-2 0,0-2 0,-1-1 0,0 0 0,0 0 0,0 0 0,1 3 0,-1 1 0,4-1 0,1 0 0,0 2 0,1 1 0,-1 1 0,0 0 0,0 0 0,-1-1 0,0 1 0,-1-2 0,-2 0 0,-1-1 0,-2 1 0,0-1 0,-2-1 0,0 1 0,0-1 0,0 0 0,0-1 0,1 0 0,1-1 0,1 1-228,-2 4 1,0 0 0,2-1 0,0 1 0,0-2-1,0 0 1,1-1 0,-1-2 0,-1 0 227,-5 5 0,-2-2 0,1-2 0,0 0 0,0-1 0,3 0 0,1 0-119,0 5 0,3 1 0,1 0 0,1-2 0,0-2 0,1-4 119,-7 2 0,0-5 0,2-1 0,7 0 1056,7 8 1,6 0 0,-1-10-1057,-15 8 0,30-18 4741,30-31-4741,-2-31 0,8 23 0,-25-27 0,-1-1 0,10 25 0,-15-30 0,16 41 4114,-21-30-4114,0 22 2055,0-23-2055,0 31 0,0 0 0,-21 0 0,16 0 0,-15 31 0,20-23 0,-21 22 0,16-30 0,-15 21 0,-11 5 0,23-1 0,-43-45 0,25-32 0</inkml:trace>
  <inkml:trace contextRef="#ctx0" brushRef="#br0" timeOffset="150136">24813 11172 24575,'-9'-63'0,"0"1"0,1 0 0,-14 5 0,3 4 0,17-10 0,-1 23 0,-18 63 0,21-46 0,0 61 0,0 27 0,0-18 0,0 4 0,0 2-1020,1-7 0,0 2 0,-1 1 0,-2 5 1020,-1-3 0,-2 4 0,-1 2 0,-1 1 0,2-1 0,1-5-1358,1 8 0,2-5 0,0 1 0,-2 1 1358,-2-5 0,-1 1 0,-1 0 0,0 2 0,1 1 0,1 6 0,0 2 0,1 1 0,1-2 0,0-3-186,1-1 1,1-3 0,1-2 0,-2 3 185,-3 7 0,-1 4 0,0-3 0,2-12 0,0 3 0,8-25 0,18-48 0,7-22 0,4-9 0,3-10 0,0 3 422,-5 13 1,-1 3 0,4-3-423,-2 3 0,4-4 0,1-1 0,-2 3 0,-6 8 0,1 3 0,-1 2 0,1-7 0,4-7 0,0 2 0,-4 8 0,-3 12 0,0 2 0,8-20 0,4-5 0,-6 21 0,0 45 0,19-15 0</inkml:trace>
  <inkml:trace contextRef="#ctx0" brushRef="#br0" timeOffset="153114">26932 13130 24575,'0'-55'0,"0"0"0,-10-2 0,0 6 0,4 2 0,-14-7 0,20 31 0,0 4 0,20 21 0,-18 34 0,2 4 0,37-20 0,-34 16 0,-9 15 0,2 1 0,6 2 0,2 1 0,-2 0-976,-4-4 0,-3-1 0,0 4 976,1 7 0,0 7 0,0 0 0,0-9 0,2 5 0,-4 2 0,-3-17 0,-2 8 0,-3 5 0,-1 1 0,-3-1 0,0-3 0,-6 3 0,-4-1 0,-1-1 0,-1 0 0,3 1-779,5-5 0,3 1 0,0 1 1,-2 0-1,-2 0 0,-5 0 779,-5 0 0,-5 2 0,-4 0 0,-2-1 0,1-2 0,2-4 0,4-5 0,0 0 0,4-6 0,-1-1 0,-6 5 0,0-1 0,-4 4 0,-5 5 0,-2 1 0,0 0 0,0-2 0,3-4 0,4-6 0,-9 6 0,4-8 0,0-1 0,-5 7 0,9-7 0,-4 5 0,-3 2 0,-1 3 0,0-2 0,1-1 0,3-5 0,4-5 0,-8 1 0,6-7 0,-1 0 0,-5 5 0,9-3 0,-3 4 0,-2 2 0,-3 2 0,1 1 0,-2 0 0,2-2 0,0-1 0,-3 2 0,-1-1 0,0 0 0,0-1 0,1 0 0,-1-1 0,2 0 0,-4 2 0,2-1 0,0-1 0,-1 0 0,-1 1 0,-2-1 0,6-4 0,-2 1 0,-1 1 0,-1-1 0,-1 0 0,1-1 0,0-3 0,1-1-610,-2-3 1,1-1-1,-1-2 1,0-1 0,2-1-1,0-2 1,2 0 609,-7 2 0,2-3 0,1 0 0,-1-1 0,-3 1 0,-1 1 0,-4 3 0,-2-1 0,2-1 0,4-4 0,7-6-308,1-5 0,6-6 0,-5 0 308,-2 3 0,-6 1 0,-3-1 0,-1-1 0,1-4 0,0-2 0,-1-4 0,1-1 0,-2-1 0,-2 0-62,10 4 1,-1 0-1,-2 1 1,0-1 0,0-1-1,1-2 1,2-2 61,-5-4 0,1-2 0,0-2 0,2-2 0,0 1 0,1-1 0,1 1 0,-1-1 0,1 0 0,2 0 0,3-1 0,4 1 0,1-5 0,5 1 0,2-1 0,-3 1 0,-10-3 0,-2 1 0,1-1 0,8-2 0,11-6 0,6-2 0,-2 6 0,-24 5 0,1-1 0,24-9 0,5-6 0,-3 6 1316,-14 12 1,3 0-1317,20-18 0,1-2 2450,-22 10 0,4 5-2450,29-4 1779,5 16-1779,5 20 3909,16 0-3909,-21 0 0,0 0 0,20 0 0,-15 0 0,16 0 0,-42 51 0,9-19 0,-1 0 0</inkml:trace>
  <inkml:trace contextRef="#ctx0" brushRef="#br0" timeOffset="153647">20274 17253 24575,'-28'54'0,"0"-1"0,-1 1 0,-1-7 0,4-4 0,6 28 0,20-71 0,0-51 0,0 10 0,0-2 0,1-1 0,-2-2 0,-7-17 0,-5-2-808,-2 3 1,-6-1 807,1 8 0,-4-2 0,-1 2 0,1 10 0,0 2 0,1-4 0,4-6 0,3-7 0,-1 2 0,-1 9 0,-11 3 0,2 0 0,17-1 0,4-8 0,2-1 0,-1 9 0,-7 1 0,3 2 0,6-17 0,6 2 0,4 21 0,7 4 0,9-3 0,10 5 0,17 11 0,5 6-304,-12 3 0,3 4 304,2 3 0,4 3 0,-3 9 0,-12 12 0,-2 8 0,3-1 0,20-4 0,6-1 0,-4 5-803,-13 7 1,-3 4 0,0-2 802,2-4 0,0-2 0,-5-13 0,-4-19 0,-4-9 0,23-19 0</inkml:trace>
  <inkml:trace contextRef="#ctx0" brushRef="#br1" timeOffset="168500">24651 3662 24575,'-25'-30'0,"4"22"0,21-23 0,0 31 0,0 0 0,0-20 0,0 15 0,0-16 0,-20 21 0,15 0 0,-47 0 0,45 0 0,-44 0 0,45 0 0,-14 0 0,-1 21 0,16 14 0,-15-6 0,20 22 0,20-26 0,-15 1 0,36-6 0,-5-40 0,-8-6 0,3-30 0,-31 28 0,0-23 0,-51 46 0,38-16 0,-24 18 0,2 6 0,30-3 0,-15 0 0,20 21 0,0 14 0,0-6 0,20 1 0,37-30 0,-30-24 0,-1-3 0,31 14 0,-37-38 0,-40 0 0,-37 38 0,30-16 0,1 7 0,-4 43 0,3 9 0,7-17 0,17 20 0,6 6 0,-3-4 0,20-6 0,6 1 0,30-30 0,-28-30 0,3 1 0,-66 19 0,-22 5 0,-1 8 0,1-1 0</inkml:trace>
  <inkml:trace contextRef="#ctx0" brushRef="#br1" timeOffset="176563">24352 3962 24575,'-19'-41'0,"-1"0"0,-10-8 0,30-2 0,0 46 0,0-16 0,0 21 0,0-20 0,0-6 0,0 1 0,0 4 0,0 21 0,0 0 0,-21 41 0,-16-11 0,-3 2 0,23 2 0,-4 6-731,-10-5 1,-11 3 0,-5 4 0,-2 0 0,3 0 730,3 1 0,1 0 0,-1 0 0,-2 2 0,-2 2-546,7-9 0,-2 1 0,-2 2 0,-1 1 1,0 0-1,-1 0 0,0 0 0,1-1 546,-1 1 0,-1 0 0,0 0 0,0 0 0,0 0 0,1-1 0,1 1 0,1-2 0,0 2 0,0 0 0,1-1 0,1 0 0,1-1 0,1-2 0,2-3 0,-12 8 0,2-5 0,3 0 0,1 2 0,3 5 0,2 4 0,3-4 0,4-10 0,5-15 0,0-2 0,-8 11 0,-4 5 0,5 0-1397,7 7 1,1-5 1396,-4-19 0,3-1-128,7 36 128,20-52 2070,0 0-2070,0-31 4068,20 23-4068,-14-43 0,34 25 0,-4 1 0,13 4 0,-13 21 2264,-13-22 1,-5-7-2265,-13-4 0,20 6 0,1-2 136,-21-7 0,-2 0-136,27-18 0,-27 9 0,-6-2 0,3 10 0,0 5 0,0-4 0,-30 16 0,22 40-3392,-41 6 0,-4 4 3392,35 24 0,-12-16 0,-11 6 0,-1 2-1135,8-3 1,-2 3 0,3 1 0,3-1 1134,5 6 0,6 0 0,-9 2-159,-2-11 1,-8 2 0,-4 2 0,1 0 0,4-2 0,10-3 158,9 10 0,8-2 0,-5-1-26,-12-2 0,-7 1 0,2-2 0,7-5 26,10 4 0,4-6 0,-9 13 4015,40-52-4015,6-52 0,10 46 0,5 0 0,-3-31 0,-2 2 0,26 30 0,-5-21 0,-2 1 0,-6 17 0,-8-5 0,9-6 0,0 0 1788,-1-1 1,0 1-1,1 1-1788,-1 7 0,1 2 0,0-4 0,8-11 0,1-4 0,-8 9 336,-11 16 1,-5 0 0,3-15 0,-5-5 0,-7-2 0</inkml:trace>
  <inkml:trace contextRef="#ctx0" brushRef="#br1" timeOffset="177548">25181 3962 24575,'-49'-21'0,"1"1"0,9 10 0,-11-13 0,8 5 0,37 18 0,-36 0 0,5 0 0,8 0 0,-10 0 0,5 0 0,22 0 0,-30 0 0,41 0 0,0-31 0,0 23 0,0-23 0,0 11 0,0 15 0,21 36 0,4 2 0,2 17 0,3 7-890,2-10 1,5 1 889,-7-9 0,4 4 0,2 1 0,-3-1-880,-5-4 1,-2 1-1,2-1 1,5 2 879,3-4 0,6 3 0,3 0 0,0 0 0,-2-1 0,-6-2 0,-3 2 0,-5-2 0,0 0 0,7 1 0,8-2 0,9 2 0,3 0 0,0-1 0,-7-1 0,-10-4 0,0 16 0,-1-1 0,3-15 0,11 3 0,3 0 0,-5-1 0,-12-1 0,-9 13 0,-5-3 0,8-13 0,5-3 0,-6 1 0,0 10 0,-10-5 0,-16-7 0,15 30 0,-20-7 0,0-13 0,0-16 1444,0-20-1444,0 0 3853,0 21-3853,0-16 0,0 15 0,21-20 0,-16 0 0,36 21 0,-6-16 0,14-5 0,7-26 0</inkml:trace>
  <inkml:trace contextRef="#ctx0" brushRef="#br1" timeOffset="178065">26310 5090 24575,'-28'-40'0,"0"0"0,0 0 0,-3-3 0,5 7 0,6 5 0,61 62 0,0 17 0,7-7 0,-18 15 0,-8 1-841,-17-19 841,20 7 0,13 10 0,-9-6-421,-21-15 0,2 1 421,13 4 0,11 7 0,-1 0 0,-11-6 0,-16-3 0,-1 1 0,20 18 0,10 7 0,-3-13 0,1-12 0,1-1 0,6 9 0,-6-6 0,-1 14 0,-5-23 0,-5-1 0,-23 11 0,0-41 0,0 0 600,-20 0-600,-6-19 0,-5-3 0,-10 16 0,-2 2 0,2-17 0,-3 1-1901,-4 16 1,-6 6 0,8 0 1900,-18-2 0,19 0 0,-10 0 0,0 0 0,10 0-163,11-1 1,2 2 162,-21 4 0,-7 3 0,14-1 0,13-2 0,-7 16 0,8-1 0,27-15 0,5 16 0,56-42 0,-10 0 0,8-6 0,2-1 0,-5 0 0,1 1 0,-1-1 0,0 1 0</inkml:trace>
  <inkml:trace contextRef="#ctx0" brushRef="#br1" timeOffset="186012">21587 7878 24575,'36'50'0,"0"0"0,0 1 0,-1-1 0,1 0 0,0 0 0,0 1 0,0-1 0,0 0 0,-1 0 0,1 1 0,0-1 0,0 0 0,0 1 0,5 0 0,0-1 0,1-2 0,0-2 0,-1 0 0,-1 0 0,-2-1 0,-2 1 0,-4 1 0,-4 1-1405,2 15 1,-6 2 0,-3 2-1,-4-1 1,-1-3 0,0-5-1,1-7 908,8 7 1,-1-8-1,-1 5 497,-5-1 0,0 4 0,-1 4 0,1 0 0,0-3-431,0-5 0,1 1 0,-1-1 0,1-2 0,-1-4 431,7 12 0,-1-5 0,2 4-176,-6-5 0,2 6 0,0 0 1,0-5-1,-1-12 176,6-9 0,0-2-101,-1 22 1,0 10 0,-1-3 100,-5-17 0,0-2 0,-4 3 0,-5 16 0,-4 4 0,3-4 0,7-13 0,3-3 0,-6-3 0,-12 13 0,2-12 0,16-23 2885,-20-20-2885,0 0 4314,-20-20-4314,14-6 0,-14 0 0,20-14 0,0 34 0,0-45 0,0 44 6450,0-24-6450,0 31 0,0 31 0,0 7 0</inkml:trace>
  <inkml:trace contextRef="#ctx0" brushRef="#br1" timeOffset="186443">23062 11264 24575,'-39'0'0,"1"0"0,-14 0 0,12 0 0,32 0 0,-23 0 0,31 0 0,31 0 0,-18 30 0,2 11 0,17-11 0,8-2 0,-4 4-705,-5 20 1,-3 6 704,-6-14 0,3 5 0,1-2 0,-2-8 0,5-6 0,-2 1 0,-9 8 0,-1 9 0,-1 4 0,2-4 0,5-3 0,1-2 0,0 0 0,-3 1 0,-5 2 0,-5 2 0,1-1 0,3 0 0,8 3 0,4 1 0,-2-3 0,-8-7 0,-14 3 0,5-12 0,26-16 0,3-17 0,-9-59 0,0 14 0,1-8-1580,-13 3 1,-1-7 0,-2-1 0,-1 5 1579,-2 7 0,-1 4 0,0-4 0,4-8 0,2-6 0,-1 2 0,-5 9-7,-6 7 0,-1 3 7,9-20 0,-1 4 0,-10 12 0,0 0 0,0 62 156,0 5 1,0 18 0,0 9 0,0 2 0,0 0 0</inkml:trace>
  <inkml:trace contextRef="#ctx0" brushRef="#br1" timeOffset="192159">29259 7578 24575,'0'-64'0,"0"23"0,0 11 0,0 24 0,0-45 0,0 44 0,0-24 0,0 31 0,0 0 0,0 31 0,0-24 0,0 44 0,0-25 0,0 11 0,0 3 0,0 14-679,0-12 0,0 9 0,0 4 679,1-1 0,0 3 0,-1 5 0,-2 3-746,-1-12 1,-2 3-1,-2 3 1,1 1 0,-1 2-1,0 2 1,1-1 745,1-4 0,1 1 0,0 3 0,-1 0 0,1 0 0,0 0 0,-1-1 0,0-2 0,0-2 0,-1 1 0,-1-3 0,0-1 0,0-1 0,0 0 0,0 1 0,-1 1 0,1 6 0,-2 4 0,1 3 0,-1-3 0,2-5 0,1-8 0,1-11 0,2-4 0,1-4 0,-5 28 0,-1 10 0,3-12-2360,5-1 2360,0-18 0,0 0 0,0 0 0,0-10 0,0-23 1199,0 22-1199,0-60-813,20 1 813,-3 1 0,2 0 2445,9 3-2445,3-27 0,-31 45 0,0-24 0,0 31 0,0 0 0,-31 0 6784,23 0-6784,-22 0 0,9 0 0,16 0 0,-15-21 0,20 16 0,0-15 0,-21 20 0,16 0 0,-15-21 0,20 16 0,0-15 0,-31 20 0,23 0 0,-23 0 0,31 20 0,1 14 0,-2 9 0,-4 5 0,-3 6 0,1 5-641,5-10 0,1 3 0,1 2 0,-1 1 0,0 2 641,-2-5 0,-1 3 0,0 0 0,0 1 0,1-1 0,0-1-1145,2 8 1,1-1-1,0 0 1,1-3 0,-1-3 1144,0 11 0,0-5 0,0-1 0,0-1 0,0 0 0,0-13 0,0-8 0,0 12 0,0-3 0,0-21 0,0-26 0,21-56 0,15 2 0,-3 13 0,3 5 2143,5 10-2143,-4-8 0,-3-3 0,-5 4 3392,-3-4 0,4-3-3392,7 0 0,3 3 0,-4 10 0,2 0 0,12-12 0,-8 1 0,-24 13 0,-26 4 0</inkml:trace>
  <inkml:trace contextRef="#ctx0" brushRef="#br1" timeOffset="193344">26610 7256 24575,'0'-39'0,"0"-12"0,0 26 0,0-22 0,0 22 0,0-26 0,0 43 0,0-23 0,0 11 0,0 15 0,-21 56 0,16-13 0,-7 1 0,-5 7 0,5-3-499,11-6 0,-3 0 499,-18 12 0,-12 6 0,-2 5-881,12-17 0,-1 3 0,-2 2 0,0 2 1,-2 2-1,-1 1 881,2-2 0,-1 2 0,-1 2 0,0 1 0,-2 1 0,-1 0 0,-1 1 0,0 0-428,3-9 1,-1 0-1,-1 2 1,-2 0-1,1 0 1,-2 0-1,2 0 1,0 0-1,0 0 1,3-2-1,1 0 428,-3 9 0,2-1 0,2-1 0,0 0 0,1 0 0,0 0 0,-2 0 0,-3 2 0,3-5 0,-2 2 0,-2 1 0,0 0 0,-1 0 0,1 0 0,-1-1 0,2-3 0,1-1 0,1-3 0,-6 8 0,1-3 0,1-3 0,2-1 0,0 1 0,0 1-274,1 4 0,2 1 0,0 1 1,0 0-1,0-2 0,-2-2 274,-2-3 0,-2 0 0,0 0 0,0-3 0,4-5 0,6-4 0,-5 8 0,3 0 0,2 5 0,-2 10 0,0-1 0,3-12 0,0-16 0,1 0 0,-5 20 0,-1 9 0,2-5 201,1-10 1,0-3-202,-13 11 0,3-3 3072,12 6-3072,4-37 5610,21-20-5610,21-20 3544,-16 14-3544,15-14 0,-20 0 0,21-16 0,-16 8 0,18-1 0,5 6 0,0 18 0,8-36 0,-23 6 0,-5-6 0,-8-15 0,0 1 0</inkml:trace>
  <inkml:trace contextRef="#ctx0" brushRef="#br1" timeOffset="193746">24237 10642 24575,'-13'-32'0,"0"0"0,-14-15 0,3 2 0,16 4 0,-23-8 0,11 18 0,15 31 0,-16 31 0,11 0 0,0 7 0,-1 9 0,0 5 0,-3-2-753,-9 3 0,-3 1 753,7-7 0,-2 7 0,1-1 0,4-7 0,0 1 0,1 1 0,-2-4 0,-3 7 0,1 2 0,3-4 0,5 1 0,3-2 0,-1 0 0,-3-4 0,-1-1 0,2 0 0,-2 26 0,6-10 0,7-26 0,5 8 0,10-10 0,28-44 0,11-20 0,-16 13 0,-1-1 0,4-2-687,11-4 0,4-1 0,-3-7 687,-12-5 0,-1-7 0,-2 1 0,-1 10 0,8 15 0,0-1 0,-8-15 0,4-11 0,-2 1 0,-8 15 0,7 14 0,13-22 0,-9 9 0,-37 31 0,15 20 0,-36 14 0,-21 12 0,-2 2 0,10-5 0,0 1 0,1-1 0,-1 1 0</inkml:trace>
  <inkml:trace contextRef="#ctx0" brushRef="#br1" timeOffset="200642">23591 14489 24575,'0'59'0,"0"-24"0,0-14 0,0-21 0,0 0 0,-20 0 0,15 0 0,-16 0 0,1 0 0,-6-21 0,1-5 0,-6-4 0,-16 3 0,-6 0 0,9 3 0,-3-2 0,-3 0-759,2 2 0,-3 1 0,-2-2 0,-2-1 759,0 1 0,-3-2 0,-2-1 0,3-1 0,3-2-858,0-6 1,4-2-1,1-1 1,-3-3 857,6 6 0,-3-1 0,-1-1 0,-1-2 0,3-1 0,3-2 0,4 0 0,3-3 0,2-1 0,0 0 0,1 2 0,-2 3-661,-2 1 0,-1 4 0,1 0 0,-1-1 0,-2-4 661,5 1 0,-2-5 0,0-2 0,-1-1 0,1 2 0,1 1 0,2 5 0,-11-8 0,3 5 0,0 1 0,-3-4-285,7 8 0,-1-3 0,-2-1 0,0 0 0,1 1 0,0 1 285,-4-3 0,1-1 0,0 1 0,1 3 0,1 3 0,1 3 0,0 3 0,1 2 0,0 0 0,-14-8 0,0 2 0,4 6 783,1 5 0,2 3-783,1-5 0,0 0 1293,0 4 1,7 2-1294,12-4 4058,-3-25-4058,10 23 3270,16-28-3270,-36 30 0,36-25 0,-15 43 0,-1-23 0,16 31 0,-15 0 0,20 0 0,0 0 0,41-20 0,10-6 0</inkml:trace>
  <inkml:trace contextRef="#ctx0" brushRef="#br1" timeOffset="201311">20366 12646 24575,'-20'5'0,"14"10"0,-10-42 0,-8-17 0,-4 18 0,-1-2 0,5-11 0,1-8 0,-4 0-2126,-3 8 0,-5 0 0,0 1 1,2 3 2125,-14-11 0,4-3 0,17 4 0,0-9 0,1 4 0,2 15 1569,-12 12-1569,16-24 0,6-17 0,4 11 0,4 4-1496,-10 12 0,-6-6 1,5 3 1495,12 3 0,1 2-334,-14-1 1,3 3 333,14-2 4157,31 14-4157,-3 1 0,28 14 0,0-14 0,-9 18 0,6 4-122,-8-2 0,2 0 0,2 0 122,5-1 0,1 1 0,2 1 0,-6 2 0,2 2 0,-1 1 0,-5 0 0,13 7 0,-5 0 0,-3-3 0,-7 6 0,-20 10 0,-9-1 0,-11-17 0,16 43 0,-21-46 0,0 15 968,30-20-968,-22 0 0,43 0 0,-46-51 0,16 38 0,-21-38 0</inkml:trace>
  <inkml:trace contextRef="#ctx0" brushRef="#br2" timeOffset="240808">19537 10849 24575,'-31'-25'0,"23"4"0,-22-10 0,30 24 0,-21-24 0,16 31 0,-36 0 0,5 0 0,-12 31 0,12-24 0,15 24 0,21-31 0,0 21 0,0-16 0,0 15 0,0-20 0,0 0 0,21 0 0,-16 0 0,15-20 0,-20-16 0,0-13 0,0-7 0,-20 30 0,15 6 0,-16 61 0,21-31 0,9 26 0,3 0 0,-7-29 0,46 24 0,-43-31 0,43 0 0,-46 0 0,36 0 0,-36 0 0,16 0 0,-21 0 0,0-31 0,0 3 0,-21-28 0,-5 30 0,-30 6 0,28 40 0,-3-15 0,31 36 0,31-5 0,18-8 0,-8 3 0,-3-25 0,-5-12 0,-25-25 0,23 3 0,-31-28 0,20 0 0,-35 7 0,-21 13 0,-18 16 0,0 40 0,1 11 0,-1 2-1489,24 5 1,1 10-1,1-6 1489,2-13 0,3 1 0,7 17 0,3 9 0,6-11 0,7-6-1067,13 2 1,8 7-1,2-14 1067,10-21-118,8 5 0,11 5 0,-2-13 118,8-28 0,0-15 0,-18 9 0,3-2 0,0-2 0,-3 1-271,6-3 0,-3 0 0,-7-5 271,-11-6 0,-7-5 0,-4 5 0,-2 5 0,-4 3 0,-5-3 0,-6 0 0,-3 1 0,-8 1 0,-21-8 0,-7 7 0,14 18 0,-3 4 0,-10-3 0,-5 0 0,5 7 0,-13 9 0,17-2 0,-3 4 0,1 5 0,2 6 0,9 8 0,2 4 0,-5 3 0,6 6 0,10 26 0,9 0 0,6-12 0,7 1 0,7-5 0,11-19 0,11-4 0,11 0 0,-2-6 1431,-2-14 0,1-5-1431,17 3 0,7-2 0,-12-11 1812,-24-18 0,-6-8-1812,15-4 0,-10-1 0,-26 8 0,-10 2 0,-15-14 0,15-2 0,-44 43 0,-15 11 0,2-3 0,-2 0-314,19-1 0,-1 0 1,-1 8 313,-10 17 0,-1 11 0,15-2 0,9 16 0,9-2 0,-3 9 0,10-8 0,12 1-2446,26 12 0,12-10 2446,6-40 0,13 8 0,14 7 0,-2-10-1286,-16-18 1,-1-6 0,-1 3 1285,5 10 0,-1 5 0,-2-10-494,-3-17 1,-2-8 0,-10 6 493,-6 8 0,-12-34 0,-8-2 0,-6 34-240,-5-24 1,-10 3 0,-28 36 0,-12 11 0,10-11 0,0-1 0,0 1 0</inkml:trace>
  <inkml:trace contextRef="#ctx0" brushRef="#br2" timeOffset="254275">20113 11218 24575,'-26'0'0,"6"0"0,20 0 0,0 0 0,0-21 0,20 16 0,-15-15 0,16-11 0,-21 3 0,0-8 0,0 16 0,0 20 0,0 0 0,0-21 0,0 16 0,0-16 0,0 21 0,0 0 0,-21 0 0,16 0 0,-15 0 0,-11 0 0,23 0 0,-23 0 0,31 0 0,-20 21 0,15-16 0,-16 16 0,1-21 0,15 0 0,-16 0 0,21 0 0,0 0 0,21 0 0,-16 0 0,36 0 0,-36 0 0,15 0 0,-20 0 0,31-21 0,-23 16 0,43-16 0,-46 21 0,16 0 0,-21 0 0,20 0 0,-15 0 0,16 0 0,-21 0 0,20 0 0,-15 0 0,16 0 0,-21 0 0,0 0 0,-21 0 0,16 0 0,-15 0 0,20 0 0,0 0 0,0 21 0,20-16 0,-2 28 0,0 6 0,10-6 0,6 1 0,4 9 0,-13-4 0,0 7 0,0-1 0,2-6-1098,19-2 0,3 2 1098,-12 3 0,4 10 0,1 5 0,-3-3 0,-6-8-844,-7-8 1,-4-5 0,4 4 843,8 3 0,6 6 0,2 2 0,-2-3 0,-6-4 0,-8-4 0,-4-3 0,4 2 0,3 2 0,5 3 0,2 2 0,1-2 0,-2-4-444,12 3 0,0-5 0,0 5 444,-10-3 0,1 5 0,0 1 0,0-1 0,-2-4 0,10 7 0,-1-5 0,0 1 0,-8-5 0,2 2 0,-2-2 0,-2-5 0,8 1 0,-1-3 0,11 10 0,-1-1 0,-22-13 0,1-2 0,27 5 0,-3 1 0,-36-1 0,0 0 0,34-2 0,2-3 0,-7 13-2389,-10-14 1,1-4 2388,22-12-150,-24 29 1,-4 1 149,2-23 750,0 22 1,2 2-751,17-12-975,-24 4 1,1 8 0,0-5 974,6-13 0,-5 0 1962,-13 20 1,-2-6-1963,24-33 0,-36 0 1847,16 0-1847,-1-21 0,-15 16 0,46-15 0,-43 20 6784,23-21-6784,-31 16 0,0-16 0,0 21 0,0 0 0,0-30 0,0 22 0,-12-24 0,-7-8 0,-19-11 0</inkml:trace>
  <inkml:trace contextRef="#ctx0" brushRef="#br2" timeOffset="255025">22393 13821 24575,'-46'-13'0,"-1"0"0,0 0 0,2-4 0,5 4 0,-11 13 0,51 0 0,0 0 0,20 30 0,-14-22 0,28 18 0,3-1 0,-24-20 0,34 14 0,8 3 0,-1 4 0,-15-13 0,4-1 0,7 1 0,-3-5 0,7-8 0,-15 7 0,6 5 0,-1 0-2211,12 1 1,-2 2 2210,1 2 0,0 2 0,-10-4 0,1 0 0,-9-4 0,-3-6-1112,5 6 0,-7-2 1112,-27-9 0,16 0 0,-21 0 0,0 0 0,0-20 0,0-6 0,31 1 0,-24-27 0,24 45 3807,-31-24-3807,0 31 2838,20-21-2838,-14-4 0,4-12 0,0-3 0,-10-14-2371,-10-8 1,0-4 2370,8 23 0,-2-3 0,-6 1 0,-5-6 0,0-2 0,4 5 0,8 4 0,2 2 0,-2-3 0,-7-7 0,-2-4 0,-2-1 0,-2 5-1738,-1 0 0,-2 3 0,-1 4 1738,-5-15 0,-4 10 0,0 20 0,2 19 0,7 59 0,18-13 0,4 2 0,-4-1 0,4-3 0,18 3 0,16-16 0,23-20 0</inkml:trace>
  <inkml:trace contextRef="#ctx0" brushRef="#br2" timeOffset="269691">24075 13659 24575,'0'52'0,"-6"-13"0,-8-7 0,-22-24 0,8 23 0,-10-9 0,4-3 0,24-9 0,-22 9 0,2 3 0,25-2 0,-15-15 0,20 16 0,0-21 0,0 0 0,0-21 0,0 16 0,15-39 0,11-4 0,5 30-2262,0-28 1,4-19 0,-4 12 2261,2 10 0,3 4 0,14-12 0,-1-2 0,-10 7-1211,-14-1 1,1-1 1210,5 12 0,10-6 0,5-2 0,0-1 0,-3 2 0,-9 5 0,-5-5 0,-7 3 0,6-5 0,4 0 0,7-5 0,4-5 0,0 2 0,-2 2 0,-6 8 0,3-2 0,-4 6 0,4-5 0,-5 3 0,3-5 0,2-3 0,1 0 0,-2 3 0,-2 8 0,8-1 0,-2 7 0,0-7 0,-7-6 0,-1-9 0,0-3 0,1 3 0,-1 11 0,6 8 0,1 9 0,-1-8 0,-9-6 0,-1-8 0,0-4 0,0 2 0,-1 7 0,9-1 0,-1 5 0,1-3 0,1-7 0,3-4 0,-2 0 0,-3 5 0,-5 9 0,-3 3 0,3-4 0,-3 1 0,2-5 0,1-1 0,0-2 0,0 2 0,4-8 0,0 1 0,-1-1 0,3-4 0,-7 9 0,1-3 0,2-2 0,-1 0 0,-1 1 0,-2 2 0,0 0 0,-3 2 0,0 0 0,1 1 0,1-1 0,5-3 0,4-2 0,0 2 0,-3 2 0,-6 8 0,1-8 0,1 3 0,3 1 0,7-6 0,1 0 0,-7 6 0,1-2 0,-1-1 0,-1 1 0,4-9 0,0 1 0,-3 9-118,6 1 1,-3 3 117,-5-7 0,-1-4 0,-4 6 0,-8 14 0,-3 5 0,5-21 0,-21-2 0,0 46 0,0-16 0,0 21 5469,0 0-5469,0-20 3544,0 15-3544,0-16 427,0 21-427,0 0 0,0-31 0,0 3 0,0-28 0,20 30 0,-14 6 0,14-11 0,-20 24 0,0-24 0,0 31 0,0 0 0,-20 0 0,-6 0 0</inkml:trace>
  <inkml:trace contextRef="#ctx0" brushRef="#br2" timeOffset="270175">27209 8730 24575,'-59'0'0,"23"20"0,-20-2 0,-1 0 0,14 10 0,2-14 0,-8-3 0,11-5 0,10-6 0,-24 0 0,47 0 0,-15 0 0,47 3 0,17-6-3392,0-31 0,2-4 3392,7 31 0,4-3 0,-15-21 0,0-14 0,1-2 0,-1 6-1513,4 7 1,-1 5 0,0-3 1512,-9-1 0,0-4 0,1 0 0,0 3-191,10-1 1,1 4 0,-3-3 190,-6-1 0,-3-3 0,2 4 0,5 6 0,1 3 0,0-1 0,-6-1 0,-1-1 0,-2 1 0,7-14 0,-8 10 4254,-13 23-4254,-21 8 0,0 69 0,0-22 0,-5 2 0,-4 12 0,2-8 0,5-20 0,-1 1 0,-9 23 0,-4 11 0,3-9 251,12-18 0,-3-2-251,-11 4 0,-6 4 0,6-9 0,7-5 0,-12 18 0,10 0 0,40-18 0,-1 24 0,6-37 0,6-20 0,-56-51 0,10-13 0</inkml:trace>
  <inkml:trace contextRef="#ctx0" brushRef="#br2" timeOffset="271645">20735 8246 24575,'-52'0'0,"12"31"0,40-3 0,0 28 0,20 1 0,-15-9 0,6-10 0,3 6 0,2 2-1441,2 7 1,0 2 0,2 4 1440,-4-11 0,1 3 0,0 2 0,0 0 0,1-2-692,2 6 1,0-1 0,1 1-1,2 0 692,1-1 0,3 2 0,1 0 0,-2-4 0,-3-6 0,-2-4 0,-2-7 0,0 5 0,4 11 0,3 6 0,-1-1 0,-1-8 0,3-2 0,2-1 0,-3 1 0,4 7 0,2 3 0,0-1-687,-4-13 1,1 1-1,1 0 1,0 0-1,-1-2 687,6 7 0,-1-2 0,0 1 0,-1 4 0,-5-2 0,-1 3 0,-1 2 0,-1-1 0,-3-2-294,-3-3 1,-2-2 0,-1 1 0,1 6 293,-2-7 0,1 6 0,0 2 0,1 2 0,0-1 0,-1-2 0,-1-4 0,6 13 0,-2-4 0,0-2 0,2 3 0,0-5 0,2 3 0,0-1 0,-1-2 0,-4-4 0,-1 6 0,-3-6 0,4-1-724,10 0 0,4-3 1,-5-1 723,-9 12 0,-3-2 0,14 3 0,-7-8 336,-22-16-336,0 13 3071,21 7-3071,-16-30 1337,16 25-1337,-21-44 5628,0 24-5628,0-31 2758,0 0-2758,0-31 0,0 3 0,0-8 0,2-6 0,-4-8 0,-11 9 0,-7-2 0,1-3 0,3-7 0,0 0 0,0-1 0,0 1 0</inkml:trace>
  <inkml:trace contextRef="#ctx0" brushRef="#br2" timeOffset="272425">20850 8937 24575,'-42'40'0,"-1"0"0,2-19 0,6-1 0,9 21 0,6-41 0,20 20 0,0-15 0,0 16 0,0-21 0,0 0 0,-31-21 0,23-25 0,-8 17 0,1-3 0,13-12 0,4-2-267,-2 11 0,0-2 267,0-22 0,0-2-642,0 18 1,0-3 641,-1-2 0,-1-7 0,2 0 0,3 8 0,12 1 0,1 0 0,-12-6 0,-5-9 0,1 1 0,5 13 0,11 14 0,-1 2 0,-11-24 0,-6-9 0,0 14 0,2 11 0,0-23 0,0 1 0,0 28-29,0-23 29,0 35 0,20 21 0,-15 0 0,36 41 0,-5 0 0,-3 3 0,3 2-119,-2-10 1,4-1 118,6 0 0,7 2 0,-5 1-1750,-14 2 1,-3 1-1,4-4 1750,9-8 0,4-5 0,-1 3 0,4 9 0,-1 3 0,-4-12-1380,-7-21 0,0-4 1380,23 14 0,-2-2 0,-2-14 0,-70-22 0,-15-7 0,-1-3 0,1 0 0</inkml:trace>
  <inkml:trace contextRef="#ctx0" brushRef="#br2" timeOffset="281608">21541 7786 24575,'-15'0'0,"25"0"0,-51 0 0,41 0 0,-31 0 0,24 0 0,-24 0 0,31 0 0,-21 0 0,16 0 0,-15 0 0,-1 0 0,16 0 0,-15 0 0,40-52 0,6 19-1696,-3-3 0,7-11 0,2-4 0,1 6 1696,2 4 0,2 3 0,6-6 0,-10 9 0,6-6 0,3-3 0,3-2 0,-1-2 0,0 2 0,-3 1 0,-4 5-828,1-6 0,-5 5 0,-1 0 1,2-1-1,5-3 828,-2 7 0,3-1 0,3-2 0,2 0 0,1-2 0,1 1 0,-1-1 0,-1 0 0,-2 1-396,2-3 0,-2 0 1,0-1-1,0 0 0,0 1 1,0-1-1,0 1 0,2 0 396,-3 4 0,1 0 0,0 1 0,1 0 0,0 0 0,0-1 0,0 0 0,0 0 0,0 0 0,2-3 0,1-2 0,0-1 0,1 0 0,-1 0 0,-1 1 0,-1 3 0,-2 2 0,-3 3-135,10-6 0,-3 5 0,-2 3 1,-3-1-1,-3-2 135,1-12 0,-3-4 0,-4 4 0,-2 14 1416,-2 16 0,-2 3-1416,13-31 0,-3 1 0,-4 22 0,-3-1 0,-8 3 0,-22 17 3702,0-24-3702,0 31 6068,0 0-6068,-52 51 0,40-38 0,-26 20 0,4 5 0,29-2 0,-27-3 0,-8 3 0,8 5 0,0 0 0</inkml:trace>
  <inkml:trace contextRef="#ctx0" brushRef="#br2" timeOffset="281956">23545 5298 24575,'-46'-39'0,"-10"9"0,28 30 0,-3-21 0,51 0 0,11-4 0,-16-4 0,4-3-3277,23-8 0,14-2 0,-6 3 2532,-14 5 0,2-1 745,-2 6 0,5-6 0,4-1 0,1 1 0,-1 1-539,6-1 0,0 0 1,0 2-1,-2 1 539,-6 2 0,-3 2 0,2 0 0,2-1-176,4-1 0,6-2 0,0 1 1,-6 3-1,-11 5 176,6-10-421,10 14 0,12 0 0,-19 1 421,-28-3 1204,35 24 0,-4 15-1204,-41 7 0,23 32 0,-31-9 0,0-12 1800,7 10 1,6 0-1801,13-7 1140,-14 8 1,1 3-1141,6-20 0,3-4 0,5-1 0,3-1 0,12 4 0,0 0 0</inkml:trace>
  <inkml:trace contextRef="#ctx0" brushRef="#br2" timeOffset="282874">27301 8477 24575,'-52'0'0,"12"0"0,40 0 0,0 0 0,-31-31 0,23 3 0,-23-29 0,22 22 0,-2-6 0,-8-3 0,-7-7 0,-2-2 0,4 4-1188,4 1 1,2 3-1,-8-6 1188,-4 8 0,-7-4 0,-6-4 0,-2-2 0,1 1 0,4 3 0,7 4-1131,4-3 1,7 4-1,0 0 1,-10-4 1130,-1 6 0,-8-4 0,-5-2 0,-3-1 0,-1 0 0,3 0 0,3 3 0,6 3-885,-4-11 0,7 4 0,0-1 0,-6-3 885,5 11 0,-4-3 0,-3-2 0,-2-1 0,0 0 0,2 1 0,4 4 0,5 5 0,-2-5 0,6 6 0,1-1 0,-4-4 0,-3-1 0,-5-5 0,-4-3 0,1-1 0,2 1 0,6 4 0,8 5 0,8-3 0,7 5 0,-5-5 0,-8 2 0,-9-7 0,-3-3 0,0 1 0,5 2 0,8 7 0,4-18 0,4 1 0,-5 7 0,-4-6 0,0 0 0,3 7 0,-1-6 0,2 3 0,4 3 0,0-2 0,-3 9 0,-2 16 0,-2 6 0,-2-5 0,-3 7 0,-26 22 0,28 0 1864,-3 0-1864,62 20 0,-23-14 3912,43 14-3912,-46-20 5849,36 0-5849,-36 0 0,46 0 0,-23 0 0,8 0 0,-15 0 0,-1 0 0,-15-20 0,36 14 0,-36-34 0,16 14 0</inkml:trace>
  <inkml:trace contextRef="#ctx0" brushRef="#br2" timeOffset="283392">25089 5712 24575,'-31'46'0,"1"-1"0,-1 0 0,21-8 0,-3-5 0,-26-2 0,-11-2 0,16-14 0,26-14 0,-22 0 0,30 0 0,-21-51 0,16 38 0,-3-28 0,0-17 0,3 13 0,5 22-1781,0-29 0,0-20 0,0 12 1781,0 6 0,0-2 0,0-13 0,0 2-1672,0 17 1,0 2 0,0 1 1671,1 1 0,0 1 0,-3 0 0,-3-6 0,-4 0 0,3 4 0,4 4 0,-1 2 0,-8-2 0,1 2 0,10-16 0,21 37 0,4 40 0,32-15 0,-23 6 0,1-1 0,26-10 0,-2 24 0,0 3-177,-25-20 1,1-1 176,19 10 0,7 5 0,-4-7 0,-10-12 0,0-4 0,4 2 0,4 0 0,-7 0 0,-10 0 0,-2 0 0,10 0 0,-5 0 0,-13 0 0,3 0 689,-31 0 1,-102 0 0,38 0-1,0 0 1</inkml:trace>
  <inkml:trace contextRef="#ctx0" brushRef="#br2" timeOffset="284190">23453 4814 24575,'-60'13'0,"0"0"0,18-2 0,5-2 0,-15-9 0,47 0 0,5-20 0,36 14 0,-3-27 0,3-5 0,-1 21 0,2 1 0,8-22 0,-1-1-408,-14 15 1,2 2 407,15-3 0,7-1 0,-7 0-611,-14-2 1,1 2 610,10 10 0,12 4 0,-1-1 0,-10-2 0,-14-12 0,2 3 0,10 13 0,10 5 0,2 2 0,-7-3 0,7-12 0,-2 2 0,-4 6 0,4 3 0,-7 6 0,-7 9 0,-9 7 0,1 22 0,-31-8-3055,3 7 0,-6 1 3055,-28 5-834,7-7 1,0 1 833,5-6 0,-3-1 0,-27 10 0,6 0 0,30 16 0,-22-19 0,-13 2 0,8-1 0,21 1 0,0 0 0,-18-1 0,-9 1 0,1 3 0,1 7 0,1 4 0,4-4 0,1 0 0,2 1 0,1 1 0,0 5 0,13-8 0,22 7 0,0 4 706,30-37-706,4-28 0,2-4 0,10 7-93,2-13 0,-4-5 0,-16-13 0,0 6 0,0 1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2T13:56:03.35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12072 3017 24575,'-19'-28'0,"0"0"0,-12 0 0,31-3 0,0 31 0,0 0 0,0 51 0,0 13 0,-5-10 0,-4 9 0,3-3-1067,4-17 0,1-2 1,-2 5 1066,-2 1 0,-4 6 0,0 1 0,0 0 0,1-3-1741,-2 13 0,2-3 0,0 1 1741,1-13 0,1 2 0,-1-1 0,1-1 0,-2 16 0,1-1 0,2-8 0,4-15 0,2-3 0,-1 4 0,0-7 0,0-15 0,0-40 0,0 15 0,0-30 0,0-2 0,0 24 273,0-31 0,0-4 0,0 17 0,0-2 1,0 0-1</inkml:trace>
  <inkml:trace contextRef="#ctx0" brushRef="#br0" timeOffset="400">11957 3017 24575,'-23'-28'0,"0"0"0,-3 0 0,6-3 0,20 31 0,0 0 0,41 0 0,20 0 0,-16 1 0,5-2 0,-1-5 0,5-2 0,-3 2-3639,7 3 0,-1 1 3639,6-8 0,-1-1 0,-5 0 0,-6 2 1532,2 3-1532,-7-4 0,-5 0 0,-12 10 0,1 41 0,-30-31 0,0 31 0,-33-9 0,-21 3 0,-2 0 0,11-3 0,0 0 0,1 0 0,-1 0 0</inkml:trace>
  <inkml:trace contextRef="#ctx0" brushRef="#br0" timeOffset="615">11957 3593 24575,'-44'13'0,"1"0"0,-1 0 0,1 4 0,5-4 0,-3-13 0,61 0 0,6 0 0,30 0 0,-21-14 0,-1-2 0,7 8 0,16-9 0,-1 3 0,-18 14 0,6-5 0,10-4 0,-3 3 0,-6 2 0,-1 3 0,9-2 0,-1 6 0,-14 9 0,1 1 0</inkml:trace>
  <inkml:trace contextRef="#ctx0" brushRef="#br0" timeOffset="1199">13017 2487 24575,'-49'-38'0,"1"0"0,5 9 0,-4 4 0,-3 4 0,-5 1 0,4 5-713,6 2 1,0 5 712,-4 6 0,-4 3 0,7 0 0,-13-1 0,13 2 0,-12 1 0,-3 2 0,6 6-2547,-3 12 0,4 6 1,-3-5 2546,3-13 0,-3-6 0,0 2 0,2 9 0,8 9 0,1 9 0,1 3 0,3 0 0,4-6 73,-10 4 1,2 4-74,12-6 0,-5 8 0,-2 5 0,1 0 0,4-2 0,6-6 0,-8 15 0,4 2 0,7-13 0,-4 8 0,-3 4 0,1 0 0,3-4 0,6-9 0,-6 7 0,6 2 0,10-7 0,-1 10 0,2 6 0,0 0 0,1-3 0,2-9 0,0-1 0,2-7 0,1 9 0,1 0 0,-1 10 0,0 5 0,1 3 0,4-2 0,3-3 0,5-9-958,12 3 1,8-7 0,1-1-1,-6 5 958,-10 8 0,-7 6 0,-1 1 0,4-4 0,12-9 0,15-8 0,10-8 0,3-5 0,-3-4-322,7 5 1,8-7 321,-16-11 0,8 1 0,5-2 0,2-2 0,2-5 0,-3-5 0,2-9 0,1-7 0,0-5 0,1-3 0,1 1 0,2 3 0,-9 6 0,2 2 0,2 1 0,0-1 0,0 0 0,-1-2 0,-1-2 0,-3-4 0,3-5 0,-2-3 0,0-4 0,-3-1 0,0 0 0,-2-1 0,-2 1 0,9-6 0,-2 0 0,-2-1 0,-4 0 0,-5 2 30,5-7 0,-7 1 0,-2-7-30,-7 0 0,0-7 0,-1-4 0,-4 0 0,-6 4 0,-7 4 0,-7 2 0,-1-1 0,2-3 0,5-2 0,4-5 0,0-1 0,-4 1 0,-7 2 0,-9-5 0,-7 1 0,-5 2 0,-2 2 380,-1 6 1,-2 1 0,-3 2 0,-1-1-381,-3-4 0,-1 0 0,-2 1 0,0 4 0,-3-1 0,-1 4 0,-7 1 0,5 9 0,-4-2 0,-3 1 0,0 5 0,1 6-708,-9 7 1,1 9 0,-1-4 707,-4-17 0,-1-5 0,-2 10 0,-12 15 0,-2 10 0,27 13 0,41 40 0,-30-20 0,0 0 0</inkml:trace>
  <inkml:trace contextRef="#ctx0" brushRef="#br0" timeOffset="2147">10690 5390 24575,'20'-46'0,"-15"-10"0,16 27 0,-21-1 0,0-11 0,0 30 0,0-29 0,0 40 0,0 0 0,-21 40 0,-5-7 0,-9 6 0,-1 2 0,9-4 0,0 2 0,-2 2 0,-3 1-1357,-5 0 0,-4 2 0,-2 1 1,1-1-1,3-2 1357,0 1 0,3-1 0,1-1 0,-1 0 0,-1 1 0,-1 2 0,1-2 0,3-4-258,1-4 0,3-4 1,1 3 257,-2 15 0,2 3 0,-1-9 0,-7-17 0,3-1 0,8 26 0,3-8 0,-8-37 0,31 15 0,0-20 0,0 0 0,31-20 0,-3-16 0,0 7 0,0-1 0</inkml:trace>
  <inkml:trace contextRef="#ctx0" brushRef="#br0" timeOffset="2500">9907 5920 24575,'0'-45'0,"0"0"0,0-8 0,0 14 0,0 34 0,0-36 0,0 36 0,-31 5 0,17 33 0,0 11 0,-13-17 0,-3 4-2163,3 21 0,0 11 0,5-9 2163,5-17 0,0 1 0,-6 5 0,-5 7 0,-1 2 0,7-5 0,5 6 0,1-2 0,-8-9 0,-4-1 0,3 2-140,8 0 1,4 2 0,-3-5 139,-13 1 0,1-3 0,14 5 0,0-4 0,-16 2 0,81-41 0,-18 0 0,29-7 0,4-6-335,-7-13 335,-6 3 0,11-5 0,-2 2 0,-15 8 0,-2 1 0,1-2 0,12-10 0,1-2 0,-9 15 0,11 31 0,-71 16 0</inkml:trace>
  <inkml:trace contextRef="#ctx0" brushRef="#br0" timeOffset="3232">8317 7578 24575,'-64'0'0,"24"-4"0,8 8 0,27 37 0,-5 7 0,0 7 0,8 0 0,4 5-649,-3-14 0,0 6 0,1-1 1,2-3 648,8 17 0,0-5 0,-8-6 0,1-3 0,8 1 0,-1-12 616,-10-29-616,0 9 0,0-76 0,0 22 0,0-24 0,0-6 0,0 25 0,0-2 0,0-8 0,0-7 0,0 3-546,0-14 0,0 3 546,0 10 0,0 3 0,0 13 0,0-1 0,-2-10 0,4 1 931,6 13 0,4 1-931,5-8 0,2 5 0,9 6 0,7 26 0,2 10 0,4 26 0,-12-4 0,3 7 0,-4 4 0,-4 8 0,-4 3 0,-2 2-414,0 4 1,-3 0 0,-2 2 413,-4-1 0,-2 1 0,-3-4 0,-1 6 0,-6 0 0,-6-5 0,-5 4 0,-4-4 0,0-10 0,-2-2 0,-3-2 0,-12 16 0,-4-8 0,1-16 0,-1-12 0,-17-20 0,22 1 0,-1-2 0,-1-8 0,0-3 0,-10-4 0,2-4 0,12-2 0,3-4 0,3-1 0,6-3 0,-1-26 0,42 28 0,4-3 0</inkml:trace>
  <inkml:trace contextRef="#ctx0" brushRef="#br0" timeOffset="3782">9308 6818 24575,'-49'-41'0,"0"0"0,21 5 0,-3 3 0,-9 12 0,-7 4 0,6-1 0,15-6 0,-1 2 0,-35 6 0,-4 6-1115,22-1 1,-2 2 1114,-9 6 0,-7 4 0,2 1-650,12-4 1,2 0-1,-5 6 650,1 7 0,-3 5 0,-3 5 0,-1 1 0,-1 0-627,2-3 0,-3 1 0,0 1 0,0 1 1,0 3-1,3 3 627,6 2 0,1 4 0,1 2 0,0 1 0,1 0 0,0-1 0,0-2 0,-3-3 0,-1-2 0,0-2 0,2 2 0,1 2 0,3 6 0,4 2 0,1 5 0,1 3 0,3 1 0,1 2 0,2 0 0,3-1-507,2 4 1,4 0 0,3 0-1,0 1 1,1 2 0,-1 0 506,-2 1 0,-1 2 0,-1 2 0,2 0 0,1 0 0,3-1 0,4-1 0,3 0 0,2 0 0,3-1 0,3 0 0,3-1 0,4 0 0,5 9 0,4 1 0,5-1 0,4-5 0,3-6 0,3-11 0,3-7 0,4-1 0,5 3 0,0-2 0,6 4 0,3 2 0,3-1 0,-1-2 0,-2-4 0,-3-7 0,1-2 0,-4-8 0,1-2 0,7 2 0,1 2 0,6 3 0,4 0 0,2 1 0,0-4 0,-2-4 0,-5-5-408,2-7 0,-5-6 0,0-4 0,1-2 0,5-1 408,0 0 0,4-3 0,3-2 0,0-1 0,1 0 0,-3 0 0,-4 1 0,6 1 0,-4 2 0,-1-1 0,1-3 0,2-5 0,-11-1 0,3-3 0,1-3 0,1-3 0,-1 0 0,-1-2 0,-4 0 0,-3 0 0,0-4 0,-4-2 0,-2-1 0,-2 0 0,0 0 0,1 1 0,1 1 0,1 2 0,0 0 0,-2-2 0,-1-1 0,-4-4 0,-2-4 0,-2-4 0,-1-3 0,-4 1 0,-4 2 0,-5 4 0,-1-9 0,-7 5 0,-4-7 0,-2 6 0,-1-6 0,-2-3 0,-3-2 0,-2 0 0,-4 2 0,-5 2 0,-5 0 0,-3 0 0,-2 0 0,2 0 0,4-1 0,4 1 0,4-1 0,1 0 0,-2-1 0,-3 0 0,-7 0 0,-2 9 0,-6-3 0,-4-1 0,-2 0 0,-1 0 0,-1 2 0,2 4 0,3 4 0,3 5 0,-12-15 0,5 10 0,-6-4 0,4 4 0,-5-7 0,-4-2 0,1 3 0,1 7 0,4 13 0,-15 8 0,-2 10 0,8-3 0,-7-3 0,1 4 0,6 10-268,-11 24 1,5 11-1,-8-3 1,12 8 0,42 22-1,0 0 1</inkml:trace>
  <inkml:trace contextRef="#ctx0" brushRef="#br0" timeOffset="6149">13547 4607 24575,'17'41'0,"0"0"0,0 0 0,9-1 0,5 2 0,3-1 0,0-3-1878,6 2 0,2-4 0,7 6 1878,-10-9 0,7 6 0,2 2 0,3 1 0,0 0 0,-2-3 0,-3-4-1037,1-1 1,-2-4 0,-2-1 0,2 0 0,0 2 1036,0 2 0,1 2 0,1 0 0,0 1 0,0-1 0,-2-1 0,5 2 0,1 0 0,-2-1 0,-3-2 0,-7-4 395,6 6 0,-3-1-395,11-1 0,5 1 0,-10-1 0,-19-3 0,-4-4-768,31-1 768,-35 16 1691,-21-35-1691,0 14 5635,0-20-5635,0-20 1962,0 14-1962,-21-14 1505,16 20-1505,-15 0 0,-11-21 0,23 16 0,-23-15 0,62 40 0,8 6 0</inkml:trace>
  <inkml:trace contextRef="#ctx0" brushRef="#br0" timeOffset="6600">14653 6288 24575,'-45'-25'0,"0"-1"0,-8 1 0,14 9 0,34 16 0,-16 0 0,40 19 0,13 3 0,2-12-1957,-1 16 0,6 10 0,-4-6 1957,19 4 0,-13-2 0,5 8 0,-5-5 0,-12-8 0,1 0 0,7-1 0,9 2 0,0 0 0,-6-3 0,-4 3 0,2-2 0,10 1 0,11 2 0,0-1 0,-13-4 0,-15-7 0,-3-1 0,16 6 0,6 0 0,-11-15 1288,-3-38-1288,-10-13 0,-3-11 0,-9 9 0,-2-4 0,-2 0-464,-1-4 1,-1-2 0,-5-1 463,-5 8 0,-4-2 0,-1 0 0,2 5 0,4-12 0,-3 1 0,-11 1 0,-6-4 0,5 2 0,13 12 0,2 2 0,-2 4 0,-12-7 0,-1 4 0,5 0 0,2 14 0,3 29 0,6 0 0,36 0 0,-1 21 0,7 14 0,2 1 0,4 3 0,1-1 0,-1 1 0</inkml:trace>
  <inkml:trace contextRef="#ctx0" brushRef="#br0" timeOffset="7281">16772 7141 24575,'-46'-41'0,"20"30"0,2-10 0,-3 1 0,-21 20 0,13-2 0,-2 4 0,-8 17 0,0 3 0,9-8 0,1 3-1232,-9 16 0,-2 11 1232,7-4 0,-3 7 0,-1-1 0,3-8-723,-7-6 0,2 3 723,15 8 0,-2 13 0,1 5 0,2-6 0,3-14 0,-5-17 0,5 0 0,9 26 0,6 16 0,2 3 0,-2-13-9,-9-10 0,4 0 9,9 8 0,5 10 0,4 1 0,5-12 0,8-7 0,6-5 0,8 18 0,11-11 0,14-28 0,4-19 0,-2-21 0,-2-12-1446,-10 7 1,0-4 0,-6-1 1445,-6-4 0,-3-1 0,12-13 0,-10 4 1214,-23 18-1214,22 21 746,-30 10-746,0 37 0,0 13 0,0-21 0,0 2 0,2 10 0,3 6 0,9-10 0,20-15 0,9-8 0,12 12 0,0 0 0</inkml:trace>
  <inkml:trace contextRef="#ctx0" brushRef="#br0" timeOffset="7832">17141 6772 24575,'-44'-44'0,"1"1"0,-1-1 0,2 5 0,-2-1 0,-1 1 0,2 4 0,-2 2 0,1 4 0,-3 1-820,-4-2 0,-2 1 1,-4 9 819,4 12 0,-5 7 0,-1 4 0,1 3-775,2 1 1,0 3-1,-1 3 1,-4 6 774,8-1 0,-2 5 0,-4 3 0,0 2 0,-1 1 0,0 1 0,1 0-516,7-3 1,0 0 0,-1 2 0,1 0 0,0 1 0,0 1-1,1 2 1,1 1 515,3 1 0,0 1 0,1 2 0,0 1 0,0 1 0,2 0 0,0 0 0,2 1 0,2-1-435,-5 5 1,1 1 0,2 0-1,1 1 1,2 0 0,0 0 0,2 2 434,1 0 0,0 2 0,1 0 0,2 1 0,1 0 0,4 0 0,3-1-236,3 3 1,4-1-1,2 0 1,3 1 0,0 2-1,0 2 236,2-3 0,0 3 0,1 2 0,0 1 0,1 0 0,2-3 0,1-2 0,1-4 0,-1 14 0,0-7 0,6 0 0,10 5 0,3-11 0,6 7 0,4 3 0,5 1 0,2-2 0,4-3 0,1-7 0,3-9 0,4-8 0,4-8 0,4-6 0,2-3 0,2 0 0,4 3 0,-4 1 0,4 0 0,3 2 0,2-1 0,2-1 0,0-1 0,-2-2 0,-1-3 0,-3-3-155,1-2 1,-2-3 0,-2-1 0,0-3 0,0-3 0,2-4 0,3-2 154,-7-3 0,4-3 0,2-3 0,1-3 0,0-1 0,-1-1 0,-1-1 0,-4 0 0,-4 1 0,-5 1 0,17-8 0,-10 0 0,-2-1 0,5-6 0,-5 2 0,4-6 0,2-2 0,1-1 0,-2 0 0,-3 3 0,-7 5 0,0 3 0,-7 5 0,0-2 0,1-8 0,-6-1 0,2-6 0,2-6 0,-1-2 0,0-2 0,-1 0 0,-3 2 0,-2 4 0,3-10 0,-4 3 0,-3 1 0,1-1 0,1-2 0,1 1 0,2-2 0,1 0 0,-2-1 0,-3 1 0,-5 1 206,-3-10 1,-5 1-1,-4 1 1,-1 3-207,0-4 0,-2 3 0,-5 1 0,-8 10 0,-3 1 0,0-6 0,4 1 0,1-8 0,-1-1 0,-2 2 0,-3 7 0,-6 3 0,-4 6 0,-3-5 0,1-5 0,-3-8 0,-1-2 0,-1 4 0,2 11 0,-9-5 0,-8 8 0,2 11 0,-9-3 0,-5 0 0,0 5 0,5 8 0,-1 9 0,1 7 0,-3 1 0,2-4 0,-6-1 0,-1 0 0,3 4 0,7 4 0,-14 12 0,5 7 0,-21 1 0,29 6 0,70 1 0,18 4 0,-12 3 0,1-1 0</inkml:trace>
  <inkml:trace contextRef="#ctx0" brushRef="#br0" timeOffset="12199">5760 13544 24575,'-26'-25'0,"-15"25"0,36 5-3277,-15 23 0,-10 16 0,8-4 1787,9 14 1490,-12-4 0,-10 9 0,3-7 0,11-14 0,1 1 465,4 7 1,1 9 0,-2 3 0,-4-4-466,-4-8 0,-4-2 0,0-1 0,5 3 0,6 1 0,5 2 0,0 0 0,-2-2 0,-11 15 0,-2-1 0,5-15 1847,3-13-1847,25 6 0,10-6 0,11-28 0,30 15 0,-7-20 0,7 0-2132,-8 15 1,1 1 2131,10-8 0,-4 2 0,11 2 0,-8-4 805,-13-7 1,-3-2-806,15 3 0,-1-4-414,-4-12 1,-12-2 413,-27 8 0,6-24 0,-7-8 0,-38-11 0</inkml:trace>
  <inkml:trace contextRef="#ctx0" brushRef="#br0" timeOffset="12416">5598 14397 24575,'-38'0'0,"0"0"0,-17-7 0,17-7 0,61-22 0,-5-12 0,24 28 0,9 4 0,-15-6 0,2 3-2329,28 16 1,-4 1 2328,-24-19 0,24 14 0,-1 14 0,-28 34 0,6-15 0,-1-1 0</inkml:trace>
  <inkml:trace contextRef="#ctx0" brushRef="#br0" timeOffset="12632">5667 13706 24575,'-29'-32'0,"0"0"0,10-9 0,2 10 0,-4 26 0,42-16 0,-16 21 0,27 0 0,8 0 0,-7 0 0,28 0 0,6 0-608,-33 0 1,1 0 607,19 0 0,9 0 0,-9 0 0,-17 0 0,1 0 0,21 0 0,10 0 0,-8 0 0,-13 0 0,-1 0 0,5 0 0,0 0 0,0 0 0</inkml:trace>
  <inkml:trace contextRef="#ctx0" brushRef="#br0" timeOffset="13183">6520 12968 24575,'-7'62'0,"0"-1"0,1 1 0,-1-1 0,0 1 0,0-1 0,1 0 0,-1 1 0,0-1 0,0 1 0,0-1 0,1 1 0,-1-1 0,0 0 0,-4 9 0,-4 7 0,-2 4 0,-1 2 0,0-1 0,0-2 0,2-5 0,1-8 0,4-10 0,5-13 0,4-14 0,6-18-1967,15-31 1,11-34 0,5-16 0,-1 0 0,-9 18 1705,-4 14 1,-6 0 260,-6-14 0,-3-13 0,-1 0 0,3 10 0,9 5 0,-3 3 0,-11-6 0,-4-5 0,-1 5 0,4 8 0,-4 1 0,-11-5 0,-7-4 0,2 6 0,2 7 0,-2-1 0,-1-4 0,-5-9 0,0 3 0,4 12 0,-8 0 135,13-8 1,3-15 0,9-1-1,9 10 1,7-1 0,4-2-1,-2-3 1,-2-3 0,-1-1-1,1 0 1,0 0 0,0 0 0</inkml:trace>
  <inkml:trace contextRef="#ctx0" brushRef="#br0" timeOffset="14332">6359 12922 24575,'12'-42'0,"1"0"0,8-14 0,-21 4 0,0 45 0,0-24 0,-21 31 0,16 0 0,-46-20 0,43 14 0,-43-14 0,25 20-3392,-29-2 0,-7 4 3392,25 7 0,-1 2 0,-6 0 0,-6 0 0,4 3-697,0 7 0,0 7 697,7 1 0,-4 8 0,-2 4 0,-1-2 0,1-6 0,0-7 0,0-6 0,-1 2 0,-2 7-510,7 2 1,-2 7 0,-3 4-1,-1 2 1,1 1 0,1-1 0,2-4-1,3-6 510,-9 2 0,3-6 0,2 0 0,-1 7 0,3 3 0,-3 6 0,1 4 0,1-1 0,3-4 0,5-7-299,-11 10 0,3-1 299,6-1 0,-4 6 0,3 1 0,5-4 0,11-9 0,4-2 0,-1 2 0,-7 5 0,-3 2 0,8 1 0,9 3 0,6 2 0,3-8 0,3 14 0,-1-12 0,-1 7 0,5-7 0,18 12 0,-15-6 0,-1 9 0,9-8 0,24-16 0,1-2 0,-26 8 0,-7 7 0,8-5 0,18-12 0,7-5 0,-7 0 0,-16 7 0,1 2 0,16 5 0,12 6 0,3-1 0,-5-9 1086,6-1 0,2-4-1086,-5-2 0,6 5 0,1-2 0,-7-11 0,-2-10 0,1-7 0,1-5 0,8-2 0,0-2 0,-8 2-757,1 0 1,-2 0 756,5 0 0,4 0 0,-4 0 0,0 0 0,-3 0 0,5 2 0,1-4 0,-13-13 0,0-5 0,0 3 0,13 12 0,-1-2 0,-7-19 0,-1-10 0,-5 5 0,-9 12 0,-1-3 0,6-11 0,5-10 0,0-2 0,-6 5 0,-3 2 0,-3-3-115,-2-5 1,2-8-1,0-3 1,-3 4 114,0-4 0,-3 2 0,0 1-39,-1 7 0,-1 1 0,1-5 39,-5 0 0,0-8 0,0-1 0,-1 4 0,-2 11 0,3 7 0,-3-1 0,-4-8 0,0-12 0,-2-6 0,-2 1 0,-5 7 0,-7-5 0,-6 4 0,3-1 0,7-4 0,3-2 0,-5-1 0,-9 5 0,-6-4 0,0 3 0,2 9 0,4 3 0,-3 0 0,-2-1 0,-4-10 0,-4 3 0,-1 11 0,-12 8 0,-4 4 0,12-1 0,-2-6 0,0 3 0,-2 12-462,-19 18 1,0 5 461,3-22 0,2 1 1682,8 23 0,7 4-1682,7-2 287,28 0 0,69 0 1,-16 0-1,1 0 1</inkml:trace>
  <inkml:trace contextRef="#ctx0" brushRef="#br0" timeOffset="14999">6036 12692 24575,'-45'32'0,"1"0"0,-10 9 0,15-10 0,34-26 0,-15 15 0,-11-20 0,23 0 0,21-27 0,15-17 0,3-1 0,6-6 0,5-4-1599,-7 11 1,3-3 0,2-2-1,3-3 1,-1-1 0,-2-2 1598,-6 7 0,0-3 0,0 0 0,0-2 0,0-1 0,0 0 0,0 1 0,0 0-379,0 0 0,1 0 1,0 0-1,0 0 1,0 0-1,-2 1 0,0 1 1,-2 2 378,3-6 0,-2 1 0,-1 2 0,-1 0 0,0 0 0,0-1 0,0-1 0,0-4 0,0 1 0,-2 2 0,-1 5 0,-3 7 780,11-12 0,-1 3-780,-11 7 0,1-8 0,1-1 0,-1 3 0,0 10 0,14 3 0,-4 2 0,-7-23 0,-5 0 0,8 3 0,-30 28 0,0-3 0,0 31 3499,0 0-3499,0 51 0,0-17 0,0 22 0,0-36 0,0-60 0,0-12 0</inkml:trace>
  <inkml:trace contextRef="#ctx0" brushRef="#br0" timeOffset="15432">6727 10803 24575,'-45'0'0,"1"0"0,35-35 0,18-2 0,29 20-2458,-5-15 0,7-13 1,1-4-1,-6 11 1713,-7 11 0,2 0 745,4-2 0,7-8 0,4-1 0,-2 1 0,-6 7 629,8-5 0,2 0-629,-3 2 0,9-6 0,3-2 0,-1 0 0,-7 6 0,3 0 0,-5 4 0,1-3 0,-7-2 0,2-3 0,-1 0 0,-3 7 0,15 0 0,-9 8 1918,-18 4-1918,-6 20 0,-20 0 0,31 0 6110,-23 0-6110,22 40 0,-30 1 0,0 12 0,0 4 562,0-9 0,0 2-562,0-3 0,0 5 0,0-5 0,0-3 0,0 1 0,0 4 0,0 5 0,0-8 0,0 13 0,-3-18 0,6-6 0,38-14 0,-10-21 0,-6-26 0,2-16 0,-2-3 0,-6-2 0,1 0 0,0 0 0</inkml:trace>
  <inkml:trace contextRef="#ctx0" brushRef="#br0" timeOffset="18197">11473 15249 24575,'-10'-58'0,"0"1"0,5-7 0,-16 13 0,21 51 0,0 0 0,0 30 0,0-22 0,0 45 0,0 17-1534,0-24 1,0 2 1533,0-1 0,0 6 0,0 1 0,0-5 0,0 8 0,0 1 0,0-6 0,0 7 0,0 0 0,0-9 0,0-4 0,0 0 0,-1 12 0,0 11 0,1 0 0,2-9 0,8-1 0,1-5 0,-11-8 0,-2 2 0,9-9-531,19-12 0,-1-13 531,-17-14-209,8-24 0,-2-14 209,-11-16 0,-6-9 0,3 6 0,0-3 0,0-3 0,0 9 0,0 0 0,0-1 0,0 1 0</inkml:trace>
  <inkml:trace contextRef="#ctx0" brushRef="#br0" timeOffset="18699">11473 15134 24575,'-5'-61'0,"0"0"0,0 0 0,0 1 0,2 10 0,2 5 0,0 1 0,-5-27 0,12 20 0,29 45 0,14-14 0,-13 20 0,19 0 0,3 0-730,-5 0 730,-9 13 0,6 6 0,-3 0-395,1-5 1,-4 5 394,-12 12 0,-2 9 0,3-3 0,11-5 0,5-2 0,-9 3 0,-8 13 0,-5 5 0,6-4 0,3 4 0,-13-8 0,-18 5 0,-3 0 0,-4-4 0,-3-18 0,-34-11 0,-14-4 0,9 0 0,-2-2 0,-8-7 0,-2-4 0,-7 2 0,9 0 524,23 0-524,-10 0 0,10 0 0,23 0 0,-22 0 0,60 21 0,-22 14 0,26-2 0,4 3 0,-23 0 0,1 0 13,12-7 0,8-1 0,-3 5-13,-3 19 0,-2 6 0,-2-4 0,7-9 0,-2 2 0,-3 11 0,-1 8 0,-10-11 0,-12-1 0,-18-1 0,-5 1 0,6 0-206,-31-13 0,-7-5 206,9-11-2111,-1-1 1,-9 3 0,4-6 2110,10-14 0,-1-1 0,-17 10 0,-8 6 0,12-9 626,13-13-626,-27 0 0,7 0 0,45 0 0,-38 0 0,82-51 0,-8 25 0,3-2 0,1-6 0,0 0 0,0 0 0</inkml:trace>
  <inkml:trace contextRef="#ctx0" brushRef="#br0" timeOffset="19297">12487 14397 24575,'-28'-39'0,"0"1"0,-1-1 0,-3-5 0,0-1 0,-1 12 0,1 17 0,3 3 0,5-15 0,-1 0 0,-11 13 0,0 5 0,-5-11 0,1 8 0,-10 0 0,0 8 0,1 16 0,0 8 0,1-5-963,3-13 0,1-4 0,-3 7 963,-8 14 0,-6 9 0,3 5 0,12-1 0,10 10 0,0 2 0,-8-11 0,-13 2 0,-5 2 0,3 1 0,10 1-1343,12 3 0,7 3 1,2 0-1,-5-2 1343,-11 0 0,-4-3 0,1 2 0,4 4 0,13-1 0,2 6 0,3 0 0,1-2 0,3-7-715,-7 5 1,2 2 714,9 4 0,0 12 0,1 5 0,2-3 0,2-12-917,-3 1 1,4 3 916,6-10 0,0 12 0,1 7 0,0 3 0,2 0 0,1-4 0,2-7-561,2 5 0,3-7 0,0 0 0,-1 5 561,-4-4 0,-3 4 0,-1 2 0,2 1 0,3-2 0,6-3 0,9 3 0,6 0 0,2-2 0,1-4 0,-4-7 672,-6-4 1,-1-6 0,8 2-673,9 2 0,10 5 0,5 0 0,1-5 0,-5-10-234,-1-9 1,0-8 0,5 0 233,2 0 0,7 0 0,4-1 0,-3-1 0,-6-3 0,0-2 0,-6-2 0,8-6 0,-1-5 0,8-5 0,4-4 0,-1-1 0,-4 0 0,-9 1 0,-3-1 0,-8-1 0,6-5 0,-3-2 0,8-3 0,4-4 0,1-3 0,-1-1 0,-4-1 0,-7-1 0,-3-4 0,-6-2 0,-3-2 0,0-1 0,2-1-136,0 3 0,1-2 0,1 0 0,-1-1 0,-2-1 0,-3 0 136,0-8 0,-1-2 0,-4 0 0,-3 1 0,-3 2 0,-1-12 0,-7 3 0,-1-3 0,-2 7 0,-1-2 0,-2-1 0,-1 3 0,-1-8 0,-1 2 0,-4-1 0,0 12 0,-1-2 0,-2 1 0,-1 5 0,-2 3 0,-2 3 0,-5-2 0,-9-9 0,-6-6 0,-3 1 0,4 8 0,6 12 0,2 6 0,-6-5 0,-2 0 0,-5-5 0,-4-2 0,-1-1 0,0 2 0,3 5 0,-4-2 0,1 2 0,-1 3 0,0 2 0,-1 3 0,0 2 0,-2 2 0,0 0 0,-5-1 0,-4 0 0,4 4 0,11 8 1080,-1 10-1080,-12-9 0,0 8 0,2 47 0,8-16 0,0 1 0</inkml:trace>
  <inkml:trace contextRef="#ctx0" brushRef="#br0" timeOffset="20065">6773 15387 24575,'-56'-20'0,"28"15"0,28-16 0,28 1 0,28 14 0,1-14 0,-9 20-4252,5-2 1,2 4 4251,-17 8 0,3 0 0,15-8 0,8-3 0,0 6-705,-14 9 1,0 7-1,-1 0 1,2-6 704,-1-9 0,0-5 0,2 0 0,3 4-506,-1 6 0,5 4 1,2 2-1,0 1 1,-3-1-1,-5-3 506,-3-2 0,-6-2 0,2-1 0,6 1-290,3-1 0,7 1 0,5-1 1,2 1-1,-2 0 0,-4 0 0,-8 1 290,-2 3 0,-6 1 0,-1-1 0,7 0 0,3-5 0,7 0 0,5-1 0,1 0 0,-1 0 0,-7-1 0,-8 0 0,5 2 0,-10 0 0,7 1 236,-2 0 1,6 2 0,4 1-1,0 1 1,-4-2 0,-7-1-237,1-1 0,-6 0 0,1 0 0,14 5 0,2 2 0,-8-3 0,-13-1 0,-9-5 2732,-14-8-2732,-20 0 4085,0 0-4085,-20 0 6109,14 0-6109,-14 0 2038,20 0-2038,-20 0 0,14 0 0,-14 0 0,20 0 0,0-41 0,0-10 0</inkml:trace>
  <inkml:trace contextRef="#ctx0" brushRef="#br0" timeOffset="20966">7626 15088 24575,'-59'25'0,"23"16"0,-5-36 0,15 16 0,1-21 0,4-21 0,21-4 0,21-32 0,-16 29 0,15 0 0,1 5 0,-16 18 0,16-36 0,-21 36 0,0-16 0,-21 1 0,16 15 0,-36-16 0,5 21 0,8 21 0,-23-16 0,14 23 0,-3 5 0,-4-11 0,-2-3 0,5 5 0,-2 1 0,-15 4 0,3-7 0,9-17 0,3 4 0,-3 3-215,2-3 1,1 2 214,-4 7 0,-1 0 0,-11-5 0,0 2 0,11 11 0,1-1 0,2-12 0,3 0 0,16 8 0,4 4 0,3 4 0,2-2 0,-4 2 0,42 22 0,35-26 0,-30 13 0,2 1 0,14-23 0,3 1 0,-14 20 0,-3 9 0,3-6-2880,17-9 0,1-3 2880,-2 11 0,1 4 0,-5-5 0,2 2 0,-5-5-280,-11-11 1,0 0 279,13 7 0,5 3 0,-8 1 0,-12 10 0,0-3 0,28-14 0,-2-2 0,-36 3 0,-1-2 0,35-6 0,-51-21 0,0 0 0,-71-21 0,26 8 0,0 1 0</inkml:trace>
  <inkml:trace contextRef="#ctx0" brushRef="#br0" timeOffset="24666">7672 13706 24575,'-21'25'0,"16"-4"0,-15-21 0,20 0 0,0 0 0,20 0 0,6-21-1167,12-5 0,14-7 1,6-5 1166,-13 9 0,3-3 0,3-2 0,2-2 0,2-2 0,0 0-625,-9 4 0,2-1 0,1-2 0,1-2 0,0 1 0,1 0 0,-1 0 0,0 3 0,-1 1 625,7-2 0,0 3 0,-1 1 0,0 1 0,0-1 0,2-1 0,1-3-295,-9 4 1,2-2 0,2-1 0,0-2 0,0 0-1,0 0 1,-1 2 0,-1 0 0,-3 3 0,-2 3 294,8-3 0,-4 2 0,-2 3 0,-1 1 0,0-1 0,2 0 0,2-1 0,2 0 0,-1 0 0,0 0 0,-1-1 0,-3-1 0,3-9 0,0-4 0,-3 1 0,-4 6 0,-5 11 0,1 17 0,-3-2 0,-1-23 0,0-14 0,2 5-929,-1 11 0,1 4 0,-1 0 929,8-7 0,0-1 0,3-2 0,3-4 0,-9 6 1160,4-6-1160,4 7 0,-8-1 0,-34 0 0,22 14 0,-30 21 3361,0 0-3361,0 21 0,0 14 0,0 24 0</inkml:trace>
  <inkml:trace contextRef="#ctx0" brushRef="#br0" timeOffset="25565">11381 12116 24575,'22'-57'0,"0"0"0,0-1 0,0 1 0,1 0 0,-1 0 0,0-1 0,0 1 0,0 0 0,0 0 0,0 0 0,-2-2 0,-1 1 0,-2 1 0,-1 2 0,1 1 0,-1 1 0,0 1 0,1 2-424,5-7 0,1 1 0,0 2 0,-1 3 0,-3 3 0,-5 7 424,1-15 0,-4 4 270,-3 6 0,0-1 1,2 7-271,10-6 0,-20-5 419,0 43-419,0-23 0,20 31 0,-14 31 0,14 18 0,-4-20 0,-1 3 0,-12 17 0,1-1 1314,27 6-1314,-28-2 0,-6 4 0,3-15 0,0 2-2262,0 12 1,0 8 0,0-4 2261,0 5 0,0 2 0,0-9 0,0 7 0,0-1 0,0-9-2269,0-2 1,0-4 2268,0 1 0,0 2 0,0-2-1235,0 4 0,0-7 1235,0 3 0,0 4 0,0 11 0,0-17 0,0-24 0,-3 27 0,6-8 3313,18-42-3313,-16 0 4955,15 0-4955,-20 0 920,21 0 1,-17-29-1,-3-14 1,9-1-1,0-1 1</inkml:trace>
  <inkml:trace contextRef="#ctx0" brushRef="#br0" timeOffset="25798">11588 11586 24575,'-52'0'0,"-1"0"0,-8 0 0,0 0 0,55 0 0,-14 0 0,61-20 0,5 17 0,10 1 0,2-13 0,6-6 0,1 6-1696,-12 10 0,2 5 0,0 0 0,-3-3 1696,5-5 0,-2-3 0,0-1 0,2 0 0,1-1 0,-4-3 0,1-9 0,0-1 0</inkml:trace>
  <inkml:trace contextRef="#ctx0" brushRef="#br0" timeOffset="26347">12533 10158 24575,'-26'-45'0,"1"1"0,-18-5 0,-6 5 0,0 13 0,-7 6-1470,-1 10 1,-6 4 0,-4 4 1469,17 2 0,-2 2 0,-2 1 0,0 4 0,0 6-1177,-5 9 1,0 7 0,0 4-1,0 1 1,3-2 1176,-4-1 0,2-2 0,1 3 0,2 6 0,7 6 0,1 7 0,1 3 0,2 2 0,1-3-416,4-4 1,1 1 0,1-1 0,2 1 0,2 0 415,1 5 0,3-1 0,1 2 0,-3 4-200,1-7 1,-4 3 0,0 2 0,0 1 0,3 2-1,5 2 200,7-7 0,4 3 0,2 0 0,2 2 0,1 0 0,-1 0 0,0 1 0,-2 1 0,0 1 0,-1 0 0,2 1 0,0-1 0,1 0 0,2-1 0,-1 4 0,0 1 0,2-1 0,2-1 0,5-1 0,5-2 0,7 5 0,5 0 0,6-2 0,4-6 0,6-6 0,14-4 0,9-10 0,2-3 0,-5 2 0,-11 2 0,-3 0 0,1-1 0,7-4 0,4-7 0,7-3 0,5-1 0,-1-3 0,-5-3 0,-9-2 0,9 3 0,0-10 0,-8-8 0,9-6 0,5-4 0,1-2 0,-3-1 0,-9 1 0,6-6 0,-7-1 0,7-4 0,-5 1 0,8-3 0,4-3 0,-1 0 0,-5-1 0,-10 2 0,1-7 0,-10 0 0,6-4 0,0 5 0,7-5 0,4-2 0,-2-1 0,-6 1 0,-11 4 0,-9-3 0,-9 2 0,6-6 0,6 2 0,9-6 0,3-3 0,-1-1 0,-5 3 0,-10 4-248,-8-7 1,-8 4-1,3-5 248,5 3 0,6-6 0,0-1 0,-1 3 0,-5 7 0,2-10 0,-6-2 0,-8 11 0,-1-8 0,-1-3 0,-1 2 0,2 5 0,5-3 0,1 5 0,-4-2 0,-5 3 0,-4-3 0,0 1 0,0 1 0,3-12 0,0 2 0,-6 9 0,-11 12 0,-1 2 0,14-4 0,4-4 0,-9 4 119,-19 5 0,-11 3 1,-3 3-120,-7 1 0,-4 3 0,-2 3 126,4 3 0,-2 3 1,-5 3-127,2 8 0,-6 3 0,-3 1 0,3 2 0,8 1 0,-12-2 0,0 6 0,6 6 0,-11 4 0,-3 4 0,5 0 0,15-1 489,8 1 0,6 4 0,-21 19 0,26-3 0,78-27 0,0 0 0</inkml:trace>
  <inkml:trace contextRef="#ctx0" brushRef="#br0" timeOffset="30346">18154 12485 24575,'26'0'0,"-6"0"0,-20 0 0,0 0 0,0-21 0,0 16 0,0-15 0,0-1 0,-20 16 0,15-15-6784,-36 20 6784,5 0-1475,-12 8 0,-4 4 1475,18 1 0,-1 0-586,-25-4 1,-8 7 585,23 9 0,-4 10 0,-1 3 0,1-1 0,4-8-448,0-9 1,3-6 0,-4 8 447,-1 9 0,-8 10 0,-2 4 0,1 1 0,6-3 0,10-8 0,1 3 0,4-2 0,0-3 0,-6 4 0,1 0 0,8-3 0,2 2 0,6 0 0,-7 8 0,6 1 0,4 17 0,26-12 0,11-3 0,19-14 0,-4 18 0,7 0 0,3-29 0,7-7 0,-3 2 0,0 14 0,4 0 0,5-10 0,9-1 0,3-2 0,-5-6-406,-7-7 1,-2-4 0,0 1 405,10 9 0,2 3 0,-3-8-246,-7-13 0,-3-6 1,-7 2 245,9 3 0,1-18 0,0 1 0,0 20 0,-22-12 0,-8-7 0,-24-32 0,-13 14 0,0-1 0</inkml:trace>
  <inkml:trace contextRef="#ctx0" brushRef="#br0" timeOffset="30979">18684 12323 24575,'-48'-12'0,"-1"-1"0,14-9 0,1 3 0,-6 18 0,1-3-2336,-3-31 1,12-2 2335,20 24-192,-23-16 1,-17-12-1,-1 9 192,-11 13 0,-1 5 0,19-4 0,0-3 0,-6 3 0,0 7 0,-7 1 0,-3 2 0,4 1 0,7 2-506,-7 2 0,0 1 506,8 1 0,-9-1 0,-2 1 0,2 2 0,9 2 0,-10 8 0,1 4 0,9-3 0,-7 2 0,-3 1 0,2 2 0,7 2-878,-5 7 0,7 3 0,-6 0 878,5-8 0,-5-2 0,-1 1 0,2 2 0,6 1 0,-4 12 0,7 3 0,-5 2 0,1-9 0,-5 2 0,-3 1 0,4 0 0,8 0-353,2 9 0,8 0 0,-6 2 353,-6-7 0,-8 2 0,-2 1 0,5-1 0,12-2 0,6 15 0,5 4 0,-3-7 0,-6 5 0,1 4 0,8 2-562,14-9 1,6 2 0,3 1 0,0 1 0,-1-2 561,-5 10 0,-2-2 0,4 0 0,7 4 0,8-12 0,3 3 0,4 1 0,4 0 0,4-3 0,5-5-89,3-4 0,5-4 0,4-3 0,3-1 0,3-2 0,2-1 89,2-2 0,4-2 0,3-1 0,2-2 0,2-1 0,0-2 0,1 0-162,-5-2 1,3 0 0,0-1 0,2 0 0,-1-3 0,0-1 0,0-3 0,-2-3 161,0-2 0,-1-3 0,0-2 0,-1-2 0,1-3 0,1-1 0,1-2 0,1-3 0,3-2 0,1-2 0,1-3 0,-2 0 0,0-2 0,-3-1 0,-4-1-160,2-2 1,-3-3-1,-3-1 1,-1-1-1,1 0 1,0 1 159,3 0 0,1 0 0,0 1 0,0-2 0,-3-2 0,-1-2 0,-3-4 0,0-4 0,-1-1 0,-3-1 0,-6 2 0,-6 2 0,-4-2 0,-8 1 0,4-4-170,6-4 1,7-5 0,0-3 0,-3 1-1,-8 4 170,-10 3 0,-7 2 0,1-5 0,4-10 0,2-8 0,-1-4 0,-2 3 0,-4 8 0,-6 5 0,-5 7 0,-2-6 0,-4-3 0,-3-7 0,-1-2 0,-1 3 0,0 8 0,0-12 0,-9 3 187,-3 17 0,-9-4 0,-4-2 1,-1 1-1,1 2-187,4 4 0,0 1 0,-1 1 0,-1 0 0,-1 1 0,-5-3 0,-3 1 0,0 1 0,0 1 0,2 1 0,-5-6 0,1-1 0,1 5 0,1 9 0,-2 11 0,0 6 0,5 2 0,2-4 0,4 4 0,-22 13 0,6 30 0,13 9 0</inkml:trace>
  <inkml:trace contextRef="#ctx0" brushRef="#br0" timeOffset="31753">13017 12070 24575,'-5'-64'0,"40"13"0,-1 57 0,9 16 0,6 1 0,-1-8 0,5 0 0,5 1 0,1 2 0,2 3-1405,-6 0 1,3 5 0,1 1-1,1 1 1,1 1 0,-2-3-1,-1-2 1156,0-2 1,-2-2 0,-1-1 0,1-1-1,2 2 1,2 2 248,-5-1 0,4 2 0,1 1 0,1 1 0,-1-1 0,0 1 0,-2-1 0,-3-1-153,4 2 1,-3-1 0,-1 0-1,-1-1 1,0 0 0,1-1 152,0-2 0,2 0 0,-1-1 0,0 0 0,-2 1 0,-2-1 0,12 8 0,-3 0 0,-3 0 0,-3 0 0,9 4 0,-5 0 0,-18-1 6,-23 8-6,31-1 0,-6 3 0,-50-1 0,-1-6 0,23-20 4087,-36 38-4087,-9-51 3987,2-31-3987,-11 8 0,1-2 0,7-16 692,-10 0 1,24-2-1,3-6 1,-5-9-1,0 0 1</inkml:trace>
  <inkml:trace contextRef="#ctx0" brushRef="#br0" timeOffset="32365">13869 12070 24575,'-19'-29'0,"0"-1"0,-12-6 0,31-5 0,31 36 0,-24-15 0,24-1 0,-31 16 0,0-15 0,0 20 0,0 0 0,-31 0 0,3 0 0,-8 0 0,-4 0 0,-22 0 0,19 4 0,-6 3 0,0 2-2262,1 4 1,0 3 0,-2 1 2261,-4 3 0,-1 1 0,-2 0 0,7-5 0,-1 0 0,0 1 0,6 3-60,4 9 0,5 3 1,-2-6 59,-8-13 0,-2-5 0,9 4 0,-10 39 0,49-51 0,69 21 0,-21-19 0,1 1 0,-13 5 0,3 4-1493,16 11 1,8 4-1,-7-5 1493,-21-13 0,1 0 811,6 11 0,7 7 1,0 0-1,-4-9-811,4-15 0,-4-1 0,0 17 0,3 3 0,-4-9 0,5-3 0,-2 3 0,-5 2 0,-1 2 0,2 0 0,8 2 0,1 1 0,-4-3 81,-5-3 1,-4-2-82,1-4 0,-9 4 0,-23 19 0,23-24 0,-82 24 0,-13-31 0</inkml:trace>
  <inkml:trace contextRef="#ctx0" brushRef="#br0" timeOffset="33246">9308 12231 24575,'0'-64'0,"0"13"0,0 72 0,30 14-4916,17-9 1,6-3 4170,-18-4 0,4-2 745,9-8 0,9-4 0,3-1 0,-4-2 218,-1 0 0,-3-3 1,4 0-219,3 2 0,4 0 0,0-1 0,-4-2 0,-4-4 0,-4-2 0,-1 2 0,21 5 0,-14-3 1981,-29-17-1981,3 21 0,-31 0 0,0 0 5842,-31 21-5842,-18-16 0,19 13 0,-1 5 0,-8-6 0,1 2 0,12 3 0,3 4 0,7 2 0,-4 1 0,-14 2 0,-8 3 0,6-2 356,14-4 0,0 3-356,-6 3 0,-7 5 0,-1 1 0,7-5 0,4-1 0,2 1 0,-3 5 0,-3 7 0,0 0 0,5-9 0,5-11 0,0 0 0,-10 10 0,-7 9 0,1-1 0,12-10-382,10 4 382,0 1 0,6-3 0,14-17 0,45-40 0,-25 3 0,2-2 0,13-11 0,0 1 0</inkml:trace>
  <inkml:trace contextRef="#ctx0" brushRef="#br0" timeOffset="37230">17049 9536 24575,'6'65'0,"1"-1"0,-1 0 0,1 1 0,-1-1 0,1 0 0,0 1 0,-2-4 0,1 1 0,-1-1 0,0 0 0,1-2 0,2-4 0,3-5 0,5 6 0,2-7 0,2-2 0,2 3-1056,1 2 0,3 2 0,0 1 0,0 0 0,-1 1 1056,-3-1 0,-2 0 0,1 1 0,-1 0 0,2-2 0,2 0 0,3 0 0,-1 0 0,-2-4 0,-5-3 0,-4 0 0,-4-3 0,-1-5 0,2 2 0,-4-5 1588,-8 15-1588,-20-43 0,15 22 0,-16-9 0,21-16 856,0 16-856,0-21 0,0-21 0,0 16 0,21-46 0,-16 43 0,16-16 0,-1-3 0,-15 1 0,14 0 0,3-4 0,4-29 0</inkml:trace>
  <inkml:trace contextRef="#ctx0" brushRef="#br0" timeOffset="37747">17187 11264 24575,'-54'-26'0,"0"1"0,17 1 0,5 7 0,1 17 0,31-31 0,0 23 0,0-22 0,0 60 0,0-2 0,0 8 0,0 5 0,12-4 0,7 3 0,14 13 0,3 4-661,-11-5 0,-1 4 0,4-3 661,7-3 0,4-2 0,-3-5 0,-1 1 0,2-3 0,2-8 0,4-1 0,-5-5 0,11 3 0,2-7 0,-10 0 0,-36-2-1126,56-21 1126,-50 0 0,23-14 0,3-13 0,-21-19 0,-3-10 0,4 14 0,6-3 0,1-4 0,-1-2-679,-2-6 1,1-4 0,0-3 0,-1 0 0,-2 3 678,-4 7 0,-1 1 0,-1 1 0,0 1 0,1 0 0,4-11 0,2 2 0,-1 0 0,-5 4 0,-4-6 0,-4 3 0,-1 8 0,-3 15 0,1 3 39,10-9 0,-6 7-39,-27 15 912,15 20-912,-16 20 0,42 16 0,4 13 0,-2-21 0,0 0 0</inkml:trace>
  <inkml:trace contextRef="#ctx0" brushRef="#br0" timeOffset="42080">17578 8730 24575,'46'-26'0,"-3"-1"0,12 3 0,0 23 0,12 10 0,2 2 0,-7-7-2511,-6-11 1,-5-5 0,9 8 2510,-10 9 0,7 6 0,4 3 0,3 3 0,0 2 0,0 0 0,-5-1-688,5 1 0,-2 2 1,0 0-1,-2 1 1,0 1-1,-2 1 688,-4-1 0,-2 1 0,-1 1 0,0 0 0,1 2 0,3 0-193,-2-2 1,2 2-1,3 1 1,1 1-1,-2-1 1,-2 0-1,-4-1 1,-6-1 192,4 5 0,-8-2 0,0 2 0,7 3 0,-4-4 0,5 4 0,4 1 0,2 2 0,1 1 0,1 1 0,-2-1 0,-2 0 0,-1 0 0,-1-1 0,0 0 0,0 1 0,0 0 0,0 2 0,1 1 0,2 3-220,-7-5 1,1 2 0,2 2-1,1 1 1,0 1 0,0 0 0,-1 1-1,-1-2 1,-1 0 0,-2-2 0,-2-2 219,7 8 0,-1-2 0,-3-2 0,-1 0 0,-1-1 0,0 1 0,1 2-97,-3-4 0,1 2 0,2 1 0,-1-1 1,-2 0-1,-4-1 0,-4-4 0,-8-2 97,-1 9 0,-9-3 0,7 3 0,4-7 0,7 4 0,6 3 0,0 0 0,0 0 0,-5-1 0,-7-5 0,0 14 0,-8-4 0,6 7 145,-1-11 0,6 4 1,4 4-1,0 1 1,-1 1-1,-4-1 1,-7-2-146,-5 2 0,-6-2 0,-4 1 0,-1 1 0,2 4 0,0-1 0,2 4 0,1 2 0,-3 2 0,-2 1 0,-4-1 0,-5-1 0,-5-7 0,-5-1 0,-3 1 0,-2-1 0,-3 1 0,-1-1 0,-1 0 0,0-1 0,-2 2 0,-1 1 0,-3 0 0,0-1 0,-2-1 0,0-1 0,-1-3 0,-1-2 151,-5 3 0,0-3 1,-1-3-1,-2 0 0,-3-1 1,-4 2-152,6-9 0,-6 2 0,-2 1 0,-3 0 0,1-1 0,0-1 0,3-2 0,5-2 0,4-4 139,-3 8 1,7-5-1,0-2 1,-8 4-140,-3-2 0,-7 4 0,-4 1 0,-2 1 0,0-2 0,5-3 0,7-4 0,1-2 0,7-5 0,0 0 0,-5 1 0,-1-2 0,-4 2 0,-3 0 0,0-1 0,2-1 0,2-2 0,-4 2 0,4-3 0,-1-1 0,-5 1 0,2-2 0,-5 1 0,-2 0 0,0-1 0,4 0 0,6-2 0,-5 4 0,6-2 0,-7 0 0,0-4 0,-10 0 0,-4 1 0,0-1 0,6 0 0,9 0 0,7 2 0,8-1 0,-8 2 0,-5-2 0,-8 2 0,-6 1 0,-1 0 0,0-3 0,4-3-53,2-4 1,2-3 0,0-2 0,-1 0 0,-3 1 52,8 1 0,-4 2 0,0-1 0,-2 1 0,1-2 0,2 0 0,1-2 0,-8-2 0,1-1 0,2-2 0,0-2 0,-2-1 0,7-3 0,-2-1 0,0-2 0,1-1 0,0 0 0,3 0 0,-3 0 0,2 0 0,1-1 0,1 0 0,0 0 0,-7-4 0,1 0 0,0-1 0,-3 0 0,9 4 0,-3-1 0,-2 0 0,1 0 0,2 2 0,3 2-239,-3 0 1,4 2 0,1 1 0,-1-1 238,-2-1 0,0-2 0,-1 1 0,-1 1-114,-7 1 0,-4 1 1,3 1-1,6 2 114,-9 2 0,1 2-204,9-1 0,-7 0 1,0 0-1,7 0 204,-10-1 0,2 2 0,15 3 0,-3 2 0,0 0 0,8-1 0,-2-4 0,2 3 111,-5 11 1,-5 5 0,8-4-112,-12-8 218,10 2 1,-8 2-1,11-4-218,7-8 1259,-24 0 1,1 0-1260,28 0 0,-5-2 0,-1 4 3768,-7 19-3768,6-11 0,3 5 0,21 13 0,-1 1 0,-22-11 0,-10-4 0,14 2 0,17 20 0,-16-10 0,-13 0 0,5-6 0,-12-7 0,18 9 0,-4 7 0,4-9 0,-18-15 0,-9 16 0,3-1 4349,22-15-4349,-12 6 0,2-1 0,23-10 0,-13 0 0,4 0 0,21 0 0,-24 0 0,3 0 0,28 0 0,-35 0 0,36 0 4758,-15 0-4758,20 0 0,0 0 0,0 0 0</inkml:trace>
  <inkml:trace contextRef="#ctx0" brushRef="#br0" timeOffset="42647">14284 15456 22967,'-21'-59'0,"16"24"0,-15-6 787,20 35-787,0-14 270,0 20-270,-51 20 0,0 7 0,-3 3-581,8-5 0,-3 4 581,-3-1 0,-8 6 0,0 1 0,12-5-1289,12-1 1,0 1 1288,-2-2 0,-9 4 0,-3 2 0,3-4 0,9-5 0,6-6 0,0 0 0,-8 9 0,-11 9 0,-3 2 0,2-4 0,8-10 0,1-12 0,-1-3 0,-1 9 0,-8 7 0,1 0 0,10-5 0,11-3 0,1-5 0,-21-10 0,5 2 0,12 25 0,-17-30 0,51 0 0,0 0 0,21 0 0,14 0 0,-3 8 0,6 5 0,3 4 0,5 4 0,0-3-378,11-2 0,1 1 378,-7 6 0,3 4 0,-3-5 0,1-9 0,1 0 0,-10 3 0,4 4 0,1 1 0,-2-2 559,10 0 1,-1-3 0,-2 3-560,-3 5 0,-1 3 0,-2-1 0,19 2 0,-19 0 0,-42 0 0,15 24 0,1-47 0,-16 15 0,15 1 0,-20 14 0,31 14 0,-12-21 0,0 0 0</inkml:trace>
  <inkml:trace contextRef="#ctx0" brushRef="#br0" timeOffset="45951">6658 8039 24575,'-20'-38'0,"-1"-1"0,-10-15 0,10 24 0,-4 4 0,-26 6 0,23 20 0,-32-10 0,-8-1 0,32 8 0,-2 1-838,-24-6 1,-10-3 0,14 10 837,4 21 0,-4-12 0,-12-1 0,14 4 0,12 14 0,-2-4 0,-15 3 0,-1 1 0,11-3 0,15-4 0,0 3 0,-9 10 0,-9 9 0,-1 1 0,10-5 0,5-2 0,0 1 0,5-2 0,-7 7 0,-3 2 0,2-1 0,4-5-951,-3 2 1,4-5 0,-5 6 950,5-4 0,-4 5 0,-2 3 0,-1 0 0,3-2 0,4-5-928,-7 9 1,4-5 0,-3 6 927,9-7 0,-2 6 0,-2 3 0,1 0 0,2-2 0,3-3 0,3-2 0,3-3 0,0 0 0,-4 3 0,-3 2 0,-5 3 0,-2 2 0,0 1 0,3-3 0,6-4 0,0 10 0,5-4 0,-6 3 0,-3-10 0,-8 3 0,-4 1 0,1 0 0,4-1 0,10-4 0,6 5 0,8-2 0,-7 4 0,-5-3 0,-7 4 0,-4 3 0,0 1 0,5-3 0,7-3 0,6 7 0,7-3 0,-6 5 0,-1-12 0,-7 5 0,-2 2 0,-3 2 0,1 0 0,2-1 0,5-1-818,0 8 1,4-1 0,2 0 0,-1-2 0,-3-1 817,-4-3 0,-3-4 0,-1 0 0,1 2 0,2 3 0,4 2 0,2 5 0,0 2 0,1-2 0,0-5 0,0-8-299,-6-6 0,1-8 1,-1 8 298,4 8 0,-1 10 0,-1 6 0,1 0 0,2-5 0,1-11 0,0-8 0,2-8 0,-1 8 0,1 8 0,-3 10 0,-1 6 0,1 0 0,5-5 0,5-9 0,7 13 0,1 0 0,-7-16 0,-6 9 0,-3 4 0,1 1 0,2-4 0,6-6 0,8 8 0,5-7 0,-5 6 0,-5-6 0,-6 5 0,-2 3 0,-1 1 0,1-1 0,3-4 0,3-2 0,3-1 0,0-2 0,0 0 0,-1 1 0,-1 2 0,-1 1 0,0-1 0,1 1 0,1-2 0,-2 12 0,1 0 0,2-2 0,4-7-755,4 8 1,4-3 754,-2-15 0,0 2 0,0 4 0,0 7 0,0 5 0,0 3 0,0-1-264,0-3 1,0 0-1,0 1 1,0-1 263,-1 1 0,-1 0 0,2 0 0,3 0 0,3-9 0,3 3 0,0-2 0,1-5 0,-3-10 0,3 23 287,8-14 1,8 13 0,1 3 0,-6-4-288,-8-1 0,-5-2 0,5 0 0,5-12 0,4 0 0,2 2 0,-1 2 0,-5 7 0,-2 6 0,1 0 0,1-5 0,2-12 0,17-5 0,3-2 0,-13 3 0,1 11 0,1 3 0,0-7 0,-1-13 0,5-17 0,3-2 0,2 13 0,9 11 0,2 4 0,-2-3 0,-8-10 0,-1-7 0,1-1 0,-1 5 0,8 9 0,3 2 0,-2-2 0,-7-9 0,5-2 0,0-2 0,-9-1 0,5 6 0,4 1 0,2 0 0,1-4 0,8-2 0,2-3 0,3-2 0,1 0 0,1 3 0,-12-2 0,0 1 0,2 1 0,0 0 0,1 0 0,0-1 0,1-1-123,2-2 0,2 0 0,0-1 0,1-1 0,-1-1 0,-3-1 1,-2-1 122,3-1 0,-3-2 0,-2-1 0,1 0 0,3 2 0,-1 2 0,2 1 0,1 0 0,0 0 0,-1 0 0,-2-2 0,-1-2 0,-1-1 0,-2-1 0,0 0 0,1 0 0,2 2 0,0 0 0,1 0 0,0 0 0,4 2 106,-7-2 1,3 2-1,1 1 1,1-1-1,-1 0 1,-2-2-1,-3-1-106,14-1 0,-5-2 0,-1-2 0,3 3 0,-6 2 0,1 1 0,1 1 0,2-2 0,1-2 0,-2-2 0,5-3 0,2 0 0,-3-1 0,-5-1 0,-7-1 0,-4 0 0,-8-2 0,8 1 0,11 0 0,12 0 0,2 0 0,-4 0 0,-11 0 0,-2 1 0,0-2 0,-7-2 0,8-1 0,3-1 0,-3 0 0,-6 1 0,13 3 0,2-3 0,-11-2 0,9-3 0,4-1 0,-5 1 0,-11 2 0,-2 5 0,-1-1 0,0-4 0,11-5 0,3 0 0,-5 0 0,-12 4 0,-9 4 0,0 0 0,14-3 0,13-2 0,-2 0 0,-15 4 0,-2 5 0,7 0 0,11 0 0,-12 0 1118,-11 0-1118,23 0 0,4 0 0,-12 0 0,-1-8 0,1-5 3439,0-12-3439,-10 4 0,-1-4 0,-18-3 0,-2-1 1207,15-7 0,1 3-1207,-7 13 0,-2-1 1945,4-27 1,1 4-1946,21 31 193,-30-38-193,-6 51 0,-40 0 0,15 0 3599,-16 0-3599,21 0 0,0 0 0,21 0 0,-16 0 0,46 0 0,-43-20 0,43-16 0,-46 8 0,15-3 0,-20 10 0,0-4 0</inkml:trace>
  <inkml:trace contextRef="#ctx0" brushRef="#br0" timeOffset="46501">9100 17783 24575,'-45'-28'0,"1"-1"0,-8 1 0,58-2 0,45 30 0,-15-9 0,7-3 0,11 3 0,9 1 0,2 0-2126,-10 2 0,3 0 0,0 0 1,-1-2 2125,-4-4 0,-1-2 0,1 0 0,4 3 0,4 3 0,4 4 0,3 0 0,-3-1 0,-4-2 13,-6-6 1,-5-3 0,1 1 0,3 2-14,1 6 0,5 1 0,1 2 0,-4 0 0,-6 0 0,-2-5 0,-6 0 0,-5 6 0,5 10 0,-14 7 0,-29 11 0,-8 12 0,-5 3 0,-12 14 0,-3-16 0,-7 6 0,1 2-329,4 6 0,2 4 1,-4-3 328,-10-5 0,-3-2 0,7 3 0,14 5 0,6 4 0,-2-6 0,-5-11 0,-2-4 0,7-5 0,13 14 0,-13-11 0,9-8 607,42-27 1,-1-37 0,3-26 0,4-1 0,-1 13 0,1 0 0,-1-1 0,1 1 0</inkml:trace>
  <inkml:trace contextRef="#ctx0" brushRef="#br0" timeOffset="66515">26149 1428 24575,'13'-55'0,"-1"0"0,0 13 0,-3 7 0,-9 15 0,-21 20 0,16 0 0,-15 0 0,20 0 0,0 0 0,-31 0 0,23 0 0,-22 0 0,30 0 0,0 0 0,-21 0 0,16 0 0,-15 20 0,20 6-3392,0 10 0,0 4 3392,0 14 0,0-2 0,0 11 0,0 1-1513,0 1 1,0 0 0,0 0 1512,0-6 0,0-1 0,0 4-759,0 3 1,0 7-1,0-4 1,0-12 758,0-15 0,0-3 0,0 16 0,0 6 0,0-12 0,0-7 0,3-2 0,-6-7 0,-18-24 0,16 23 3034,-16-62-3034,21 23 0,0-43 0,0 46 0,0-36 0,0 5 0,0-12 0,0 12 4537,0-5-4537,0 36 0,0-16 0,0 21 0</inkml:trace>
  <inkml:trace contextRef="#ctx0" brushRef="#br0" timeOffset="67065">25987 1428 24575,'-38'0'0,"-13"0"0,25-21 0,1 16 0,4-46 0,21 43 0,0-22 0,41 30 0,0-21 0,-7 18 0,1 1 0,22-18 0,-1 20 0,-7 0 0,2 0 0,-17 0 0,1 0 0,13 0 0,1 0 0,-9 0 0,-3 0 0,17 0 0,-14 0 0,-4 0 0,-10 0 0,-5 0 0,-21 0 0,0 20 0,0-15 0,-28 27 0,-16 8 0,-1-8 0,0 0 0</inkml:trace>
  <inkml:trace contextRef="#ctx0" brushRef="#br0" timeOffset="67397">25826 2119 24575,'-13'41'0,"1"0"0,-15-15 0,2-4 0,18 9 0,7-31 0,7-31 0,45 3 0,-27-8 0,22 25 0,3 2 0,-11-11 0,2 15 0,10 4 0,4-2 0,12-2 0,-2 0 0,-11-2 0,-15-3 0,1-1 0,19 5 0,0 0 0,0-1 0,0 1 0</inkml:trace>
  <inkml:trace contextRef="#ctx0" brushRef="#br0" timeOffset="69381">24605 3593 24575,'0'-25'0,"0"4"0,0 1 0,0-16 0,21 8 0,-16-24 0,15 47 0,-20-15 0,0 20 0,0 0 0,31 0 0,-23 0 0,22 0 0,-30 0 0,0 0 0,-30 72 0,15-21 0,1 8-773,2-1 0,-1 5 0,3 2 773,3-14 0,2 1 0,1 0 0,-1 1 0,0 2 0,-1 0 0,1 0 0,1-3 0,2 4 0,1-3 0,-1-3 0,-9 11 0,1-9 0,10-11 0,0-41 0,21-41 0,-16 0 0,5-2 0,0-4 0,-10 6 0,0 0 0</inkml:trace>
  <inkml:trace contextRef="#ctx0" brushRef="#br0" timeOffset="69814">24651 3547 24575,'-8'-54'0,"-1"1"0,1-1 0,-4 8 0,3 2 0,8-9 0,2 14 0,-1 34 0,21-36 0,14 36 0,-2 2 0,4 6 0,9 16 0,0 8 0,-9 2 0,0 3-1791,0-3 1,2 1 0,-7 1 1790,-15 3 0,-1 4 0,14 11 0,6 7 0,-10 0 0,-19-13 0,-7 1 0,3-1 0,10 7 0,3 0 0,-4 1 0,-7 7 0,-6 2 0,-3-9 0,-5-13 0,-2-1 0,4 8 0,2 6 0,-9-7 0,-22-6 0,-5-4 0,4 13 0,0-4-618,8-22 0,-3-1 618,-14 11 0,-7 4 0,8-9 0,-1-13 0,-8 9 0,-12 7 0,7-9 0,18-16 0,3-3 0,-5 10 0,4-1 0,-2-10 0,41 0 0,0 0 0,20-21 0,23-5 0,12-4 0,-10 2 0,0 0 0,0 0 0</inkml:trace>
  <inkml:trace contextRef="#ctx0" brushRef="#br0" timeOffset="71085">27209 3547 24575,'46'0'0,"-21"0"0,-4-20 0,-21-16 0,0 8 0,20-24 0,-15 47 0,16-36 0,-21 36 0,0-15 0,0 20 0,0 0 0,-21 0 0,16 0 0,-36 0 0,36 0 0,-36 0 0,36 0 0,-26-3 0,-10 6 0,10 17 0,-2 1 0,-9-17 0,0 2 0,3 26 0,1 8 0,-12-1 0,3 1 0,17-7 0,1 3-291,0-2 1,-4 4-1,-1 2 1,2-3 290,-5 0 0,1-1 0,4 1 0,-4 17 0,3 2 0,6-18 0,1 1 0,7 1 0,14 5 0,8 2 0,-1-6 0,-4-7 0,4-1 0,12 13 0,7 6 0,-5-7 0,-3 17 0,22-25 0,2 0 0,-12 19 0,0-32 0,7-7 0,28-13 0,0-3 0,-6 20 0,-14-17 0,7-3 0,-1-6 0,13-13 0,-5-5 0,-21 9 0,0-3 0,11-11 0,4-7 0,-17 1 0,-26-20 0,16 9 0,-1 3 1162,-15 14-1162,16-23 0,-21 66 0,-21 1 0,16 32 0,-15-5 0,-1 1 0,16 10 0,-15 2 0,40 6 0,6-52 0,20 31 0,10-41 0,-7 0 0,-28-39 0,-7-14 0,-3-5 0,-1 1 0</inkml:trace>
  <inkml:trace contextRef="#ctx0" brushRef="#br0" timeOffset="83384">22969 5989 24575,'-25'-59'0,"4"23"0,21-5 0,0 5 0,0 8 0,0-3 0,0 11 0,0 15 0,0-16 0,0 21 0,0-20 0,0 15 0,0-16 0,0 21 0,0 0 0,0 21 0,0 14 0,0 7 0,0 1 0,0 3-1239,2 14 0,-4 6 1239,-6-6 0,-5 4 0,4-4 0,6-5 0,-2 2 0,-6-10 0,-5 8 0,-1 1 0,0-2 0,6-10 0,6 3 0,0-1 0,-4 1 0,-4 8 0,1-1 0,5-11 0,7 16-409,0-3 1,0-4 408,0-24 0,0 2 0,0-30 0,0 0 0,41-51 0,-31 38 0,12-20 0,-3-5 0,-19 2 2366,31-13-2366,-23 13 0,22-4 929,-30 34-929,0-14 0,0 20 0,0 0 0</inkml:trace>
  <inkml:trace contextRef="#ctx0" brushRef="#br0" timeOffset="84119">22854 5874 24575,'-23'-43'0,"0"1"0,12 1 0,-3 5 0,-38 11 0,45-16 0,-24 5 0,31 8 0,0-3 0,0 31 0,31 0 0,17 0 0,-13-2 0,2 4 0,10 23 0,-4 1 0,-2-13-1601,2 2 0,8 4 0,-12-2 1601,-16 4 0,14-13 0,17-2 0,3-2 0,-11 3 0,-11 5 0,-3 2 0,24 11 0,0 1-926,-20-13 1,-10 2 925,-21 21-537,-25 5 537,9-36 0,-30 20 0,-10 1 0,-3-18 0,13 6 0,-6 6 0,2-3 0,1-3 0,-1-2 0,-3-4 0,-3 0 0,9 1 0,-4 12 0,-14-19 0,7-4 0,40 2 4071,-38 0-4071,51 0 0,51 20 0,-38-14 0,31 5 0,4-2 0,-17-9 0,12 7 0,12 4 0,-4 2 0,-8 1 0,1 0 0,1-3 0,5 1 0,-2 1 0,11 6 0,-8 3 1857,-5 13-1857,-8-15 0,7 2 0,-15 6 0,-29 26 0,-10 4 0,19-18 0,-5 0 0,-18 1 0,-12 4 0,-6-3 0,-10-5 0,-6-3 0,2-1-529,-3 12 0,1 0 529,7-7 0,-2 1 0,4-8 0,-18-3 0,8 9 0,-1-3 0,-10-23 0,5 12 0,0-5 0,17-25 0,5-7 0,-9-12 0,17 0 0,7-4 441,17-18-441,21-9 1880,35 32-1880,-23 4 0,4 27 0,-2 9 0,-10 10 0</inkml:trace>
  <inkml:trace contextRef="#ctx0" brushRef="#br0" timeOffset="90201">27416 6196 24575,'0'-45'0,"0"0"0,0-1 0,0 11 0,0 1 0,0-4 0,0 5 0,0 12 0,0 16 0,0-15 0,0 20 0,0 0 0,0 20 0,0-15 0,0 46 0,0-22 0,0 7 0,0 4 0,0 22-2248,0-19 1,0 7 0,0-2 2247,1 4 0,-2 0 0,-8-4 0,-3 2 0,2-2 0,6 9 0,0-1 0,-5-7 0,-4 2 0,5-5 0,7-9 0,2 0 0,-1 13 0,0 5 0,0-17 0,0-25 0,0 38 0,0-51 0,0 0 0,0-30 0,0 2 0,30-29 0,-24-3 0,-4-8 0,8 19 0,1-1 0,-1 1 0</inkml:trace>
  <inkml:trace contextRef="#ctx0" brushRef="#br0" timeOffset="90797">27462 6081 24575,'0'-62'0,"0"-1"0,0 1 0,0 6 0,0 2 0,-2 4 0,0-2 0,6 11-9831,16 2 9086,-4-11 0,4 3 745,29 21 2230,7 6-2230,1 20 0,-9 20 0,5-10 0,2 6 0,-16 31 0,1 3 0,3-29 0,5-5 0,-6 6 293,-13 12 1,-7 6-1,1-6-293,8-9 0,-5-2 0,-6 34 0,-20-1 0,-34-21 0,-3-1 0,19 7 0,-27-22 0,-19-5 0,9-6 0,-9-8 1862,22 0 0,-5 0 0,3 0-1862,-3 0 0,4 0 0,6-2 0,2 4 0,-13 18 0,17-14 0,31 45 0,23-26 0,5-2 0,6 18 0,7-1 0,5-8-4424,2-24 4424,-21 15 0,2 5 0,20 1 0,0-2 0,-20-11 0,1 1 0,5 11 0,4 5 0,-6-1-233,-6-2 1,-5 1 232,0 4 0,-8 4 0,-26 16 0,-7-2 0,6 0 0,-21-26 0,-15-2 0,9 0 0,21 4 0,0-1 0,-36-1 0,-8-6 0,11-1 0,2-4 0,4-4 0,2-4 0,3-6 0,3-4 0,-13 2 0,45 0 357,-35-20-357,36 15 5070,5-46-5070,26 23 0,1 9 0,2 2 73,20-4 1,11 19-1,8 4 1,-23-2-1,0 0 1,1 0-1</inkml:trace>
  <inkml:trace contextRef="#ctx0" brushRef="#br0" timeOffset="91386">29697 6127 24575,'25'-46'0,"-4"0"0,-21-10 0,0 27 0,0-1 0,20 9 0,-15 16 0,16-15 0,-21 20 0,0 0 0,-21 0 0,16-21 0,-15 16 0,-1-15 0,-15 20 0,3 9 0,-3 2 0,1-9 0,-1 1 0,-9 16 0,0 3 0,0-5 0,-2 2-2262,5 2 1,-1 3 0,2 0 2261,-3 5 0,-1 3 0,-3 4 0,-3 4 0,1 2-1513,5 4 1,1 2 0,3-1 1512,8-8 0,2-2 0,0 5-96,0 1 1,-2 4 0,4 0 0,10-5 95,14-2 0,4-1 0,-11 17 0,4 1 0,13-10 0,10-5 0,21-3 0,5-6 1936,-14-6 0,5-5-1936,20-7 0,10-5 0,-7-5 2518,-18-4 0,0-2-2518,25 1 0,10 0 0,-14 0 0,-4 0 0,-11 0 0,6 0 0,-8 0 0,0 0 0,-6-14 0,-1-2 0,2 8 0,-87-23 0,6 31 0,0 0 0</inkml:trace>
  <inkml:trace contextRef="#ctx0" brushRef="#br0" timeOffset="99864">22923 8407 24575,'13'-57'0,"0"-1"0,7-34 0,-20 92 0,0 0-8503,-286 492 8503,253-439 0,6-8 0,-5 10 0,7-10 0,-4 11 0,-4 7 0,-3 5 0,1 2 0,0-2 0,3-4 0,4-7 0,5-11 0,7-12 1719,-5 15-1719,19 2 0,4-10 0,-2-36 0,21 15 0,15-20 0,-8 0 0,23 0 0,-25 0 0,11 0 0,2 0 0,-5 0 0,9-9 0,6-2 0,-9 8 0,2 1 0,13-9 0,0 1 3150,-13 9 1,0 2-3151,23-1 0,-7 0 0,-19 0 0,10 0 0,-1 0 0,-23 0 0,-4 0 0,-62 21 0,-10 4 0</inkml:trace>
  <inkml:trace contextRef="#ctx0" brushRef="#br0" timeOffset="100216">22808 9099 24575,'59'-18'0,"0"0"0,0 0 0,0 0 0,0 0 0,-51-30 0,1 4 0,47 40 0,-1-1 0,1 1 0,-1 0 0,1-1 0,-1 1 0</inkml:trace>
  <inkml:trace contextRef="#ctx0" brushRef="#br0" timeOffset="100416">23016 8361 24575,'-11'-38'0,"1"0"0,-3-4 0,0-1 0,-1 0 0,3 2 0,11-16 0,34 32 0,9 9 0,-5 11 0,6-1 0,11-3 0,-11 4-615,-5 5 615,6 5 0,10 4 0,-7-3 0,11-1 0,-5 8 0,10 3 0,-13-4 0,-7-6 0,2 4 0,0 0 0</inkml:trace>
  <inkml:trace contextRef="#ctx0" brushRef="#br0" timeOffset="104416">29213 1474 24575,'-39'33'0,"1"0"0,-6 11 0,4 7-1122,16 1 0,4 5 0,0 1 1122,-7-8 0,-2 0 0,13 6-721,19 7 0,13 15 0,4-1 0,-2-19 0,-9-35 0,-11-56 0,38 61 1,0 0-1</inkml:trace>
  <inkml:trace contextRef="#ctx0" brushRef="#br0" timeOffset="104852">28936 1589 24575,'46'-37'0,"-1"-1"0,0 1 0,0-1 0,0 1 0,0 0 0,0-1 0,0 1 0,3-8 0,0-4 0,-2 0 0,-2 7 0,-1 11 0,-3 16 0,12 25 0,-3 21 0,-9 5 0,-4 14 0,-11 5 0,-8-1 0,-8 2-471,-7 1 1,-9-1 470,-12-8 0,-8-7-805,0-20 1,-3-1 804,-1 11 0,-4 5 0,2-11 0,0-17 0,-3-3 0,-6 10 0,-7 6 0,-2 0 0,3-6 0,-3-10 0,0-6 0,2 2 0,2 5 0,1 3 0,1-4 0,-27-3 0,21-4 606,46 2-606,23 20 0,15 12 0,0 9 0,3 2-269,-4-14 0,4 0 0,1 3 269,0 2 0,2 3 0,-1 2 0,-3-1 0,-1 5 0,-4 0 0,0 2 0,-1-6 0,2 3 0,-4 0 0,-9 1 0,-7 9 0,-10 0 0,-13-5 0,-18-3 0,-15-6 0,-5-7 0,-7-8 0,-5-8 0,-1-5-292,14-5 0,-2-5 0,0-1 0,2-3 292,-11-2 0,2-3 0,7-4 655,12-5 1,4 0-656,-10 6 0,19 4 0,61 8 0,27 0 0,-20-7 0,8-3 0,5-2 0,0 0 0,8-1 0,-1 0 0,1 0 0,0 1 0</inkml:trace>
  <inkml:trace contextRef="#ctx0" brushRef="#br0" timeOffset="105267">30273 1704 24575,'-11'-39'0,"1"-1"0,5-1 0,-6 2 0,2 6 0,9 26 0,0-24 0,0 31 0,0 72 0,0-54-452,-7 24 0,-5 19 0,0-1 452,3-5 0,-1 1 0,1 0-964,-3 2 0,-1 0 0,2 5 964,5-11 0,3 5 0,-1 1 0,1-3 0,-2-8 0,-5 8 0,0 0 0,7-5 0,1 7 0,2-1 0,0-7 0,-1 1 0,2-5 0,-2 9 0,7-6 0,35-7 0,-5-61 0,-8-6 0,3-30 0,-11 7 0,6-7 0</inkml:trace>
  <inkml:trace contextRef="#ctx0" brushRef="#br0" timeOffset="105531">30273 1842 24575,'-13'-53'0,"0"-1"0,-16 18 0,7 3 0,31-4 0,5 2 0,-17-6 0,39-7 0,7 18 0,6 8 0,-6 18 0,4 3-2835,10-5 1,8-2 0,-5 2 2834,-2 5 0,-1 2 0,-8-1 0,2 0 0,-3 0-1202,7 0 1,-5 0 1201,-15 0 0,-1 0-128,22-4 1,-19 8-1,-57 18 1,-29 12-1,0 2 1,4 2-1,1 1 1,0-1 0</inkml:trace>
  <inkml:trace contextRef="#ctx0" brushRef="#br0" timeOffset="105748">30111 2165 24575,'-56'0'0,"59"0"0,-26 0 0,71-9 0,26-2-8503,-10 5 8503,-16-6 0,6-4 0,-2 3 0,0 10 0,1 1 191,-2-5 0,3-2 0,-3 5 0,7 12 0,-1 4 0,-9-3 0,0-1 0,0 1 0</inkml:trace>
  <inkml:trace contextRef="#ctx0" brushRef="#br0" timeOffset="106185">31908 1635 24575,'-37'53'0,"1"0"0,-1-1 0,0 1 0,0 0 0,0-1 0,0 1 0,0 0 0,0-1 0,0 1 0,0 0 0,1-1 0,-2 1 0,0 0 0,0-1 0,0 1 0,0-1 0,1 1 0,-1 0 0,0-1 0,0 1 0</inkml:trace>
  <inkml:trace contextRef="#ctx0" brushRef="#br0" timeOffset="108152">32024 1842 24575,'0'-46'0,"0"0"0,0 0 0,0 7 0,0-1 0,0-7 0,0-5 0,0 10 0,0 6 0,0 16 0,-31 20 0,3 0 0,-12 7 0,-7 6 0,0 10 0,-3 6 0,1-4 0,6-11 0,1-4 0,-4 5 0,1 5 0,-5 7 0,-2 2 0,4-3 0,5-6 0,-8-2 0,2-2 0,-9 5 0,-5 4 0,15 5 0,28 9 0,7-1 0,-18 16 0,43-14 0,17 7 0,7-6 0,13-7 0,9-7 0,-4 2 0,-12-2 0,-4 0 0,5 3 0,0-2 0,6 2 0,1 1 0,-5-1 0,-12-6 0,11 20 0,-18 5 0,-3 14 0,-21-6 0,-32-18 0,-21-5 0,-1 3-1337,8 6 0,-1 5 0,-2 0 1,-1-5 1336,-1-8 0,-2-3 0,0-3 0,0 0 0,0 0 0,-1 1 0,2-5 0,5-9 0,-2-9 0,5-14 0,-2-28 0,11-10 0,13-3 0,60 7 0,12 79 0</inkml:trace>
  <inkml:trace contextRef="#ctx0" brushRef="#br0" timeOffset="109516">28360 3754 24575,'-46'-46'0,"21"21"0,25 4-2363,30 14 1,25 8-1,13 3 1,-1-2 2362,-11-2 0,4 0 0,2 0 0,2 0 0,1 0 0,-1 0-368,-7 0 0,-1 0 0,0 0 0,1 0 0,2 0 0,3 0 0,3 0 368,-11 0 0,3 0 0,3 0 0,3-1 0,0 1 0,1-1 0,1 1 0,-1 0 0,-2 0 0,-1 1 0,-2-1 0,-4 1-176,7 1 1,-2 0 0,-3 1 0,-1 0 0,0 0 0,-1 0 0,0 0 0,2-1 175,4-1 0,0-1 0,1 0 0,1-1 0,-2 1 0,-1 0 0,-3 2 0,-3 1 0,13 4 0,-1 2 0,-3 1 0,-9-1 0,-12-3-918,12-1 918,2 15 2224,-35-20-2224,-21 0 888,0 0 1,0 21-1,0 4 1</inkml:trace>
  <inkml:trace contextRef="#ctx0" brushRef="#br0" timeOffset="112703">30273 9905 24575,'-13'-45'0,"0"0"0,4 7 0,-2 5 0,-20 2 0,3-18 0,-8 8 0,15 41 0,21 62 0,0-28 0,0 6-523,0 4 1,0 7 0,0 3 0,0-3 522,1-1 0,0-3 0,-3 4 0,-2 0 0,-1 4 0,-2 1 0,3 0 0,2-1 0,2 2 0,-1-2 0,-1-5 0,-4-5 0,-1-4 0,-1 4 0,1 3 0,-2 4 0,1 0 0,2-7 0,3 2 0,-2-5 0,-12 0 0,3-7 0,14-14 0,31-42 0,-23 16 0,17-12 0,1-7 0,-21-32 0,14 29 0,3 0 0,-9-11 0,-1-1 0</inkml:trace>
  <inkml:trace contextRef="#ctx0" brushRef="#br0" timeOffset="113166">30111 10158 24575,'-8'-64'0,"-1"0"0,1 0 0,0 14 0,0 2 0,3 0 0,4-19 0,2 6 0,-1 2 0,6 18 0,9 6 0,41 14 0,-2 21 0,-17 17 0,9 12 0,0 4 0,-6 1-2835,-4 4 1,-5 2 0,2 2 2834,-2-5 0,2 1 0,-1 1 0,-3 3 0,-1 6 0,-2 2 0,-4 1 0,-6 0-940,-8 10 1,-7-1 0,0-2 939,8-13 0,1-1 0,-8 3-252,-10 10 1,-9 6 0,-6-1-1,-6-9 252,-15-8 0,-9-9 0,-1 1 0,12-1 0,-1 2 0,-1 0 0,2-4 0,-9 3 0,1-2 0,0-10 0,-18-10 0,8-9 0,6-6 0,0-8 0,0-5 0,1-13 0,22-1 0,5-2 0,6 1 0,40-3 0,6 31 2019,11 0 1,3 0-2020,13 0 0,-13 7 0,5 5 0,-2 0 0,12 7 0,0 0 0</inkml:trace>
  <inkml:trace contextRef="#ctx0" brushRef="#br0" timeOffset="113584">31010 10112 24575,'13'-42'0,"-1"0"0,0 3 0,-3 1 0,-8-2 0,-2 3 0,1 4 0,0-18 0,0 51 0,0 51 0,0-18 0,1 11 0,1 12 0,-5-8-462,-7-16 0,-1 0 462,5 12 0,0 10 0,0 1 0,-1-8-895,-5-4 1,-2 1 894,1 8 0,-1 9 0,0 3 0,4-5 0,5-4 0,3-2 0,1 2-1472,0 4 1,1 4 0,0-1 0,1-8 1471,-1 8 0,8-8 0,25 5 0,6-26 0,-19-62 0,1-14 0,27 5 0,-32-10 0,-6-13 0,-5 1 0,-5 15 0,0-1 0,0 1 0</inkml:trace>
  <inkml:trace contextRef="#ctx0" brushRef="#br0" timeOffset="113852">31056 10112 24575,'-21'-40'0,"1"1"0,10-23 0,-12 22 0,3 4 0,19 7 0,20-22 0,37 46 0,-32-15 0,3-1-4252,19 17 1,4 3 4251,-11-9 0,2 0 0,3 7 0,5 4 0,0 1 403,5-3 0,1 0 1,0 3-404,1 2 0,0 3 0,-5 2 0,7 0 0,-13 8 0,-15 39 0,-66-31 0,-31-3 0,-2 0 0,12-2 0,-1 1 0,1-1 0,0 1 0</inkml:trace>
  <inkml:trace contextRef="#ctx0" brushRef="#br0" timeOffset="114036">31125 10204 24575,'-19'32'0,"0"0"0,-19 10 0,4-12 0,24-25 0,-31 6 0,10-2 0,54-9 0,26 0 0,-3 0 0,11 0 0,1 0-2262,-1 0 1,0 0 0,1 0 2261,3 1 0,1 0 0,-4-3 0,8-8 0,-6 0 0,-18 8 0,-2-1 0,-7-7 0,0-1 0</inkml:trace>
  <inkml:trace contextRef="#ctx0" brushRef="#br0" timeOffset="114448">32392 9997 24575,'-31'54'0,"0"0"0,0 0 0,-1 0 0,1 0 0,0 0 0,0 0 0,0 0 0,0 0 0,-1 0 0,1 0 0,3-3 0,-1 1 0,1 0 0,-1 0 0,1-1 0,0 1 0,-1 0 0,1 0 0,-1 0 0</inkml:trace>
  <inkml:trace contextRef="#ctx0" brushRef="#br0" timeOffset="117930">25780 11172 24575,'0'-64'0,"0"26"0,0 4 0,0 8 0,21 1 0,-19-12 0,1 2 0,17 22 0,1-38 0,-16 31 0,15 15 0,1-16 0,-16 21 0,15 0 0,-20-31 0,0 24 0,0-24 0,0 31 0,0 0 0,-20 0 0,15 31 0,-36-3 0,36 23 0,5 5 0,-21 3-2262,13-7 1,1 9 0,2-5 2261,3-9 0,-1 1 0,-8 2 0,-4 8 0,0 0 0,4-7-408,7 4 0,1 0 408,-8 4 0,-4 9 0,0 0 0,5-9 0,6 0 0,2-3 0,-4-6 0,-3 2 0,4-8 0,5 7 0,0-51 0,0 0 0,0-20 0,0-16 0,0-13 0,10 10 0,0 1 0,-4 8 0,16-6 0,7 0 0,9-2 0</inkml:trace>
  <inkml:trace contextRef="#ctx0" brushRef="#br0" timeOffset="118383">25780 11010 24575,'-29'-52'0,"-1"0"0,11 19 0,2 4 0,-3-12 0,-1 41 0,16 0 0,5-31 0,35 18 0,7-2 0,-24-13 0,3 0 0,18 14 0,12 8 0,2 0-2262,7-2 1,3 1 0,-4 2 2261,-5 4 0,4 2-467,-9-1 1,10 0 0,6 0 0,-2 0-1,-10 0 1,-14 0 466,2 0 0,16 3 0,13 3 0,-33 5 0,-58 15 0,-12 2 0,-13 7 0,-3-1 0,6-6 0,-1-1 0,1 1 0,-1-1 0</inkml:trace>
  <inkml:trace contextRef="#ctx0" brushRef="#br0" timeOffset="118845">25826 11425 24575,'-25'28'0,"-1"0"0,13 1 0,-38 1 0,51-30 0,31 0 0,-24 0 0,45 0 0,0 0 0,17 0 0,4 0 0,-6 0 0,-8 1 0,-3 0 0,5-3-131,-1-2 0,6-3 0,2 0 0,-4 0 0,-12 2 131,48-3 0,-100 8 0,-100 48 0,51-20 0,1-1 0,-1 0 0</inkml:trace>
  <inkml:trace contextRef="#ctx0" brushRef="#br0" timeOffset="122697">24075 12922 24575,'0'-44'0,"0"-1"0,0 8 0,0 2 0,0-16 0,0 38 0,0-38 0,0 51 0,0 0 0,0-21 0,0 16 0,0-15 0,0 20 0,0 0 0,-20 0 0,15 0 0,-16 0 0,21 0 0,0 20 0,0-15 0,0 16 0,0-21 0,0 0 0,0 20 0,0-14 0,0 14 0,2 36 0,-4 11 0,-13-18 0,-1 4-411,13-5 0,4 6 0,-1 2 0,-5-1 411,-10-3 0,-6 0 0,0-1 0,6-4 0,11 13 0,-2 0 0,-16 1 0,-11 10 0,4-10 0,21-34-780,46-75 0,3-1 0,-38 64 0,29-66 0,1-1 0,0 0 1,-1 0-1</inkml:trace>
  <inkml:trace contextRef="#ctx0" brushRef="#br0" timeOffset="123283">24075 12853 24575,'-7'-49'0,"1"-1"0,-1 1 0,-11 3 0,0 0 0,5-14 0,4-7 0,3 9 0,0 17 0,12 8 0,39 11 0,10 8-2303,-2-1 2303,3 31 0,1 19 0,-21 7 0,-5 9 0,-1-3 0,7-3 0,1 5 0,-15-9 0,4 8 0,0 6 0,-2 1 0,-3-2 0,-6-5 0,-2 14 0,-8-5 0,-5 5 0,-3-9 0,-1 5 0,-4 0 0,-3-1 0,-4-3 0,-7 1 0,-4-3 0,-5-3 0,-4-2 0,-2-8 0,-4-1 0,-4-2 0,1-2 0,4-4 183,-5 4 1,3-5-1,-5-6-183,-7-11 0,-10-5 0,6-4 0,18 2-1034,16 4 0,-6-35 0,14-6 0,56 28 1,0 1-1</inkml:trace>
  <inkml:trace contextRef="#ctx0" brushRef="#br0" timeOffset="128612">23292 14719 24575,'-19'-36'0,"0"0"0,1 3 0,5-3 0,10-28 0,6 23 0,-3 57 0,-16 22 0,-13 18 0,2 11 0,14-15 0,1 9 0,2 5 0,0 3 0,0-1 0,-1-3 0,-2-6-524,-4-2 1,-1-4 0,-1-3 0,2 1 0,1 4 523,1 11 0,0 11 0,0 3 0,4-10 0,5-19 0,6-31-787,17-60 1,7-15 0,7 35 0,-9-30 0,0 1 0,1-1 0</inkml:trace>
  <inkml:trace contextRef="#ctx0" brushRef="#br0" timeOffset="129184">23016 14811 24575,'52'1'0,"0"0"0,0 0 0,9-37 0,-20 15-1093,-40 43 1,-13 23 0,-11 17 0,-9 11-1,-4 5 1,-3 0 0,1-7 0,3-13-1,6-17 968,-24-9 1,11 0 0,29 15 0,8 20 0,6 9 0,5-4 0,6-16 0,5-29-1,19-52 1,0-1 0,0 0 0</inkml:trace>
  <inkml:trace contextRef="#ctx0" brushRef="#br0" timeOffset="131393">23062 14926 24575,'-46'0'0,"20"0"0,5 0 0,21 0 0,0-20 0,0 15 0,0-16 0,0 21 0,0-30 0,0 22 0,0-23 0,0 31 0,0 0 0,0-20 0,0 15 0,21-36 0,5 36 0,30-16 0,-22 20 0,1 2 0,0-1 0,2 0-2892,23 0 1,0 0 2891,-26 0 0,1 0 0,17 0 0,8 0 0,-3 0 0,1-1 0,-1 2 0,-7 5 0,2 2 0,-3-1 0,21-9 0,-27 9 0,-55 12 0,-26 12 0,-18 7 0,-8 4 0,0-1 0,7-5 0,18-8 0,7-1 0,0 0 0,-10 0 0,-18 9 0,-9 4 0,-1 0 0,10-5 0,18-10 0,26-13 0,21-12 0,47 0 5783,-45 0-5783,44 0 0,-45 0 0,35 0 0,-36 0 0,15 0 0,-20 20 0,0-15 0,0 16 0,0-21 0,0 0 0,31 0 0,-3 0 0,28 0 0,-30 0 0,-27 29 0,-13 25 0,-10 11 0,-4-3 0,3-16 0,-14-14 0,-2 0 0,17 12 0,2 17 0,-1 2 0,-2-8 0,-6-22 0,-15-28 0,-5-19 0,5 2 0,8 10 0,1-1 0,-14-9 0,-3 4 0,2 16 0,12 4 0,30-7 0,-31 16 0,41-21 0,0 0 0,41 0 0,-31 0 0,33 0 0,6 0 0,-15 0 0,5-29 0,-1-14 0,-15-2 0,0 1 0</inkml:trace>
  <inkml:trace contextRef="#ctx0" brushRef="#br0" timeOffset="135618">22647 16977 24575,'13'-54'0,"-1"0"0,15 18 0,-2 3 0,-18-18 0,24 46 0,-27-30 0,-8-2 0,4 24 0,0-24 0,0 2 0,0 30 0,0-15 0,0-1 0,0 16 0,0-15 0,0 20 0,0 0 0,-51 112 0,31-73 0,-1-1 0,-2 6-1357,0 2 0,-3 8 0,-1 1 1,1 0-1,2-7 1357,0 3 0,3-5 0,0 1 0,-3 4 0,1 1 0,8-7-108,15 11 108,0-28 0,0 3 0,0-31 0,0-31 0,0 24 6730,21-44-6730,-16 45 0,36-14 0,-15 20 0</inkml:trace>
  <inkml:trace contextRef="#ctx0" brushRef="#br0" timeOffset="136713">21864 17829 24575,'0'-26'0,"0"-11"0,0 3 0,0 21 0,8-25 0,4 4 0,-7 29 0,16-15 0,-21 20 0,0 0 0,0 20 0,0-15 0,2 26 0,-4 10 0,-21-1 0,-6 4 0,12 5 0,2 7 0,-6 0-589,-8-5 1,-6 0 0,-1 1-1,3 2 589,9-7 0,2 2 0,2 1 0,-2-1 0,0-1 0,-10 8 0,-1-1 0,0-2 0,5-2 0,0 0 0,4-2 0,15-8 0,39 10 0,-12-56 0,27-20 0,2-1 0,-21 18 0,9-17 0,7-1 0,8 22 0,5 3 0,-10-12 0,2-3 0,2 4 0,1 8 0,1 4 0,-1-1 0,-4-6 0,0-1 0,0 2 0,20 8 0,-7-4 0,-24-11 0,-6-5 0,22-20 0</inkml:trace>
  <inkml:trace contextRef="#ctx0" brushRef="#br0" timeOffset="137066">21910 18197 24575,'-43'-41'0,"1"0"0,11 16 0,6 2 0,4-8 0,21 31 0,0-20 0,0 15 0,21-16 0,26 18 0,13 6-2262,-15-3 1,2 0 0,0 0 2261,1 0 0,0 0 0,2 0 0,6 0 0,2 0 0,-4 0-73,3 0 0,-3 0 73,3 0 0,-4 0 0,3 0 0,-61 0 0</inkml:trace>
  <inkml:trace contextRef="#ctx0" brushRef="#br0" timeOffset="137698">21910 17783 24575,'-11'-49'0,"1"0"0,5 11 0,21-3 0,11-7 0,2 14 0,14 21-1967,0 4 1,15-3 0,7 0 0,-2 1 0,-10 4 1221,4 7 0,4 0 745,-10-4 0,13-2 0,7-3 0,4 0 0,-3 0 0,-7 1 0,-10 2 877,-2 2 1,-9 2 0,5-5-878,6-4 0,12-5 0,-1-1 0,-15 1 0,-27 5 0,-24 5 0,-38-14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2376A3-60EE-9D4E-A7A1-CB0D7A163B62}" type="datetimeFigureOut">
              <a:rPr lang="en-US" smtClean="0"/>
              <a:t>9/22/25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116C9C-3AD8-BF4F-8988-7C4865BA5A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2529046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AA7600-F20B-4515-BEB6-747F13172A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E619D84-FE44-6612-1C5F-92CF033588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BFBD04-44B0-D5D4-190C-28C1B9D82F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</a:t>
            </a:r>
            <a:r>
              <a:rPr lang="en-US" dirty="0" err="1"/>
              <a:t>colour</a:t>
            </a:r>
            <a:r>
              <a:rPr lang="en-US" dirty="0"/>
              <a:t> bar is to be used for Artificial Intelligence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5D2274-645B-0159-58D4-F1765C94E78E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1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70E864-21D9-BC68-EC5C-ACD4FEB2A7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116C9C-3AD8-BF4F-8988-7C4865BA5A8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95241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P=&gt;Q is !</a:t>
            </a:r>
            <a:r>
              <a:rPr lang="en-US" dirty="0" err="1"/>
              <a:t>PvQ</a:t>
            </a:r>
            <a:r>
              <a:rPr lang="en-US" dirty="0"/>
              <a:t> == !(P^!Q)</a:t>
            </a:r>
          </a:p>
          <a:p>
            <a:r>
              <a:rPr lang="en-US" dirty="0"/>
              <a:t>Therefore </a:t>
            </a:r>
            <a:r>
              <a:rPr lang="en-US" dirty="0" err="1"/>
              <a:t>PvQ</a:t>
            </a:r>
            <a:r>
              <a:rPr lang="en-US" dirty="0"/>
              <a:t> == !P=&gt;Q and P^Q == !(P=&gt;!Q)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116C9C-3AD8-BF4F-8988-7C4865BA5A8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38039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Page - Main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698111C-9A9D-874F-B913-835AC8922020}"/>
              </a:ext>
            </a:extLst>
          </p:cNvPr>
          <p:cNvSpPr/>
          <p:nvPr userDrawn="1"/>
        </p:nvSpPr>
        <p:spPr>
          <a:xfrm>
            <a:off x="0" y="6032501"/>
            <a:ext cx="12192000" cy="825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5517BEAB-A995-204B-91D6-36ABBF329A2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33931" y="2629454"/>
            <a:ext cx="4969768" cy="470617"/>
          </a:xfrm>
        </p:spPr>
        <p:txBody>
          <a:bodyPr anchor="t" anchorCtr="0">
            <a:noAutofit/>
          </a:bodyPr>
          <a:lstStyle>
            <a:lvl1pPr>
              <a:defRPr sz="3200" b="1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Course Name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295E2BA-58FD-5E4E-8F42-9E6344E1C6D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795669" y="2711451"/>
            <a:ext cx="3962400" cy="14351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D753BDB1-FC33-E04C-91E0-BAB1298236CE}"/>
              </a:ext>
            </a:extLst>
          </p:cNvPr>
          <p:cNvSpPr/>
          <p:nvPr userDrawn="1"/>
        </p:nvSpPr>
        <p:spPr>
          <a:xfrm>
            <a:off x="6073142" y="2030896"/>
            <a:ext cx="45719" cy="279620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>
              <a:ln>
                <a:noFill/>
              </a:ln>
            </a:endParaRP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FDCB58E4-D0E7-2B43-B88B-1F3C4E27110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33931" y="3237128"/>
            <a:ext cx="4969768" cy="383745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24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lvl="0"/>
            <a:r>
              <a:rPr lang="en-US" dirty="0"/>
              <a:t>Module Title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0980713D-C243-AE4D-B526-6881A9C017B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33931" y="3757929"/>
            <a:ext cx="4969768" cy="383745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20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lvl="0"/>
            <a:r>
              <a:rPr lang="en-US" dirty="0"/>
              <a:t>Lecture Title</a:t>
            </a:r>
          </a:p>
        </p:txBody>
      </p:sp>
    </p:spTree>
    <p:extLst>
      <p:ext uri="{BB962C8B-B14F-4D97-AF65-F5344CB8AC3E}">
        <p14:creationId xmlns:p14="http://schemas.microsoft.com/office/powerpoint/2010/main" val="216451692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ver Page - Artificial Intelligenc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5517BEAB-A995-204B-91D6-36ABBF329A2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33931" y="2629454"/>
            <a:ext cx="4969768" cy="470617"/>
          </a:xfrm>
        </p:spPr>
        <p:txBody>
          <a:bodyPr anchor="t" anchorCtr="0">
            <a:noAutofit/>
          </a:bodyPr>
          <a:lstStyle>
            <a:lvl1pPr>
              <a:defRPr sz="3200" b="1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Course Name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295E2BA-58FD-5E4E-8F42-9E6344E1C6D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795669" y="2711451"/>
            <a:ext cx="3962400" cy="14351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D753BDB1-FC33-E04C-91E0-BAB1298236CE}"/>
              </a:ext>
            </a:extLst>
          </p:cNvPr>
          <p:cNvSpPr/>
          <p:nvPr userDrawn="1"/>
        </p:nvSpPr>
        <p:spPr>
          <a:xfrm>
            <a:off x="6073142" y="2030896"/>
            <a:ext cx="45719" cy="279620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>
              <a:ln>
                <a:noFill/>
              </a:ln>
            </a:endParaRP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FDCB58E4-D0E7-2B43-B88B-1F3C4E27110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33931" y="3237128"/>
            <a:ext cx="4969768" cy="383745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24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lvl="0"/>
            <a:r>
              <a:rPr lang="en-US" dirty="0"/>
              <a:t>Module Title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0980713D-C243-AE4D-B526-6881A9C017B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33931" y="3757929"/>
            <a:ext cx="4969768" cy="383745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20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lvl="0"/>
            <a:r>
              <a:rPr lang="en-US" dirty="0"/>
              <a:t>Lecture Title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30E60B0-A2C1-574C-9353-D0018515D1D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829719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e Style - Contents 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8620CE5F-17DD-B74D-9272-0308033DFFD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81418"/>
            <a:ext cx="10515600" cy="595431"/>
          </a:xfrm>
        </p:spPr>
        <p:txBody>
          <a:bodyPr anchor="t" anchorCtr="0">
            <a:noAutofit/>
          </a:bodyPr>
          <a:lstStyle>
            <a:lvl1pPr>
              <a:defRPr sz="4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DC4F0E0-69EF-AC48-B54C-7ABE40BDE8D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071061"/>
            <a:ext cx="10515600" cy="4975320"/>
          </a:xfrm>
        </p:spPr>
        <p:txBody>
          <a:bodyPr/>
          <a:lstStyle>
            <a:lvl1pPr marL="0" marR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None/>
              <a:tabLst/>
              <a:defRPr sz="16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marL="514338" marR="0" lvl="0" indent="-514338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 dirty="0"/>
              <a:t>Page Name Here</a:t>
            </a:r>
          </a:p>
          <a:p>
            <a:pPr marL="514338" marR="0" lvl="0" indent="-514338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 dirty="0"/>
              <a:t>Page Name Here</a:t>
            </a:r>
          </a:p>
          <a:p>
            <a:pPr marL="514338" marR="0" lvl="0" indent="-514338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 dirty="0"/>
              <a:t>Page Name Here</a:t>
            </a:r>
          </a:p>
          <a:p>
            <a:pPr marL="514338" marR="0" lvl="0" indent="-514338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 dirty="0"/>
              <a:t>Page Name Here</a:t>
            </a:r>
          </a:p>
          <a:p>
            <a:pPr marL="514338" marR="0" lvl="0" indent="-514338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 dirty="0"/>
              <a:t>Page Name Here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    </a:t>
            </a:r>
          </a:p>
        </p:txBody>
      </p:sp>
    </p:spTree>
    <p:extLst>
      <p:ext uri="{BB962C8B-B14F-4D97-AF65-F5344CB8AC3E}">
        <p14:creationId xmlns:p14="http://schemas.microsoft.com/office/powerpoint/2010/main" val="18212265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e Style - Quot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B21C0823-7DA8-F24C-95B7-EE3FEA14E6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11116" y="2427190"/>
            <a:ext cx="4969768" cy="2003621"/>
          </a:xfrm>
        </p:spPr>
        <p:txBody>
          <a:bodyPr anchor="ctr" anchorCtr="0">
            <a:noAutofit/>
          </a:bodyPr>
          <a:lstStyle>
            <a:lvl1pPr algn="ctr">
              <a:defRPr sz="36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This page is to be </a:t>
            </a:r>
            <a:br>
              <a:rPr lang="en-US" dirty="0"/>
            </a:br>
            <a:r>
              <a:rPr lang="en-US" dirty="0"/>
              <a:t>used for any quote or foreword to be used. </a:t>
            </a:r>
          </a:p>
        </p:txBody>
      </p:sp>
    </p:spTree>
    <p:extLst>
      <p:ext uri="{BB962C8B-B14F-4D97-AF65-F5344CB8AC3E}">
        <p14:creationId xmlns:p14="http://schemas.microsoft.com/office/powerpoint/2010/main" val="148915611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e Style - Section Tit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B21C0823-7DA8-F24C-95B7-EE3FEA14E6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11116" y="3076379"/>
            <a:ext cx="4969768" cy="705243"/>
          </a:xfrm>
        </p:spPr>
        <p:txBody>
          <a:bodyPr anchor="ctr" anchorCtr="0">
            <a:noAutofit/>
          </a:bodyPr>
          <a:lstStyle>
            <a:lvl1pPr algn="ctr">
              <a:defRPr sz="5400" b="1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Section Title </a:t>
            </a:r>
          </a:p>
        </p:txBody>
      </p:sp>
    </p:spTree>
    <p:extLst>
      <p:ext uri="{BB962C8B-B14F-4D97-AF65-F5344CB8AC3E}">
        <p14:creationId xmlns:p14="http://schemas.microsoft.com/office/powerpoint/2010/main" val="13344095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yle 1 - Text Left / Image Righ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7FE3E8F6-20BF-5D45-B11E-96876ED32AE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81419"/>
            <a:ext cx="4969768" cy="632219"/>
          </a:xfrm>
        </p:spPr>
        <p:txBody>
          <a:bodyPr anchor="t" anchorCtr="0">
            <a:noAutofit/>
          </a:bodyPr>
          <a:lstStyle>
            <a:lvl1pPr>
              <a:defRPr sz="4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Page Title</a:t>
            </a:r>
          </a:p>
        </p:txBody>
      </p:sp>
      <p:sp>
        <p:nvSpPr>
          <p:cNvPr id="21" name="Text Placeholder 13">
            <a:extLst>
              <a:ext uri="{FF2B5EF4-FFF2-40B4-BE49-F238E27FC236}">
                <a16:creationId xmlns:a16="http://schemas.microsoft.com/office/drawing/2014/main" id="{2F0EFC19-CF41-DB41-B8E9-C60A32D7A19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107853"/>
            <a:ext cx="4969768" cy="4905623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16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lvl="0"/>
            <a:r>
              <a:rPr lang="en-US" dirty="0"/>
              <a:t>This will be the text paragraph that will contain any of the relevant content you wish to include.</a:t>
            </a:r>
          </a:p>
        </p:txBody>
      </p:sp>
      <p:sp>
        <p:nvSpPr>
          <p:cNvPr id="22" name="Picture Placeholder 18">
            <a:extLst>
              <a:ext uri="{FF2B5EF4-FFF2-40B4-BE49-F238E27FC236}">
                <a16:creationId xmlns:a16="http://schemas.microsoft.com/office/drawing/2014/main" id="{C4F13C3A-B7AB-9E4E-B901-9EE3CE3FC6A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384032" y="381419"/>
            <a:ext cx="4968552" cy="5632056"/>
          </a:xfrm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638B46F-0F90-D7AF-02A4-2409B2F6AF1C}"/>
              </a:ext>
            </a:extLst>
          </p:cNvPr>
          <p:cNvGrpSpPr/>
          <p:nvPr userDrawn="1"/>
        </p:nvGrpSpPr>
        <p:grpSpPr>
          <a:xfrm>
            <a:off x="10688320" y="6276058"/>
            <a:ext cx="1503680" cy="581942"/>
            <a:chOff x="10688320" y="6276058"/>
            <a:chExt cx="1503680" cy="581942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603A4BA0-775A-868E-5C6C-3CE88C60D6C5}"/>
                </a:ext>
              </a:extLst>
            </p:cNvPr>
            <p:cNvGrpSpPr/>
            <p:nvPr userDrawn="1"/>
          </p:nvGrpSpPr>
          <p:grpSpPr>
            <a:xfrm>
              <a:off x="10688320" y="6293503"/>
              <a:ext cx="1503680" cy="564497"/>
              <a:chOff x="10688320" y="6293503"/>
              <a:chExt cx="1503680" cy="564497"/>
            </a:xfrm>
          </p:grpSpPr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E6F61729-FDED-6C92-2534-0450706B21C9}"/>
                  </a:ext>
                </a:extLst>
              </p:cNvPr>
              <p:cNvSpPr/>
              <p:nvPr userDrawn="1"/>
            </p:nvSpPr>
            <p:spPr>
              <a:xfrm>
                <a:off x="10688320" y="6318421"/>
                <a:ext cx="1503680" cy="539579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1"/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751BC700-26F9-685D-1F07-780CAA5FF9DC}"/>
                  </a:ext>
                </a:extLst>
              </p:cNvPr>
              <p:cNvSpPr txBox="1"/>
              <p:nvPr userDrawn="1"/>
            </p:nvSpPr>
            <p:spPr>
              <a:xfrm>
                <a:off x="10688320" y="6293503"/>
                <a:ext cx="1402079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900" b="0" i="0" kern="1200" dirty="0">
                    <a:solidFill>
                      <a:schemeClr val="bg2"/>
                    </a:solidFill>
                    <a:effectLst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Artificial Intelligence</a:t>
                </a:r>
                <a:endParaRPr lang="en-US" sz="900" b="0" i="0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31" name="Picture 30">
                <a:extLst>
                  <a:ext uri="{FF2B5EF4-FFF2-40B4-BE49-F238E27FC236}">
                    <a16:creationId xmlns:a16="http://schemas.microsoft.com/office/drawing/2014/main" id="{0BE710A2-DADD-146C-1DBD-25E77DC846B9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/>
              <a:stretch>
                <a:fillRect/>
              </a:stretch>
            </p:blipFill>
            <p:spPr>
              <a:xfrm>
                <a:off x="10772301" y="6472722"/>
                <a:ext cx="917730" cy="382856"/>
              </a:xfrm>
              <a:prstGeom prst="rect">
                <a:avLst/>
              </a:prstGeom>
            </p:spPr>
          </p:pic>
        </p:grpSp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44A142B8-3C09-6932-5ACA-FE6C4AA1213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1157438" y="6276058"/>
              <a:ext cx="1034562" cy="581941"/>
            </a:xfrm>
            <a:prstGeom prst="rect">
              <a:avLst/>
            </a:prstGeom>
          </p:spPr>
        </p:pic>
      </p:grpSp>
      <p:sp>
        <p:nvSpPr>
          <p:cNvPr id="32" name="Slide Number Placeholder 4">
            <a:extLst>
              <a:ext uri="{FF2B5EF4-FFF2-40B4-BE49-F238E27FC236}">
                <a16:creationId xmlns:a16="http://schemas.microsoft.com/office/drawing/2014/main" id="{854EF07A-6A87-6EA1-38E2-FF8374F638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5600" y="6417523"/>
            <a:ext cx="2743200" cy="365125"/>
          </a:xfrm>
        </p:spPr>
        <p:txBody>
          <a:bodyPr/>
          <a:lstStyle>
            <a:lvl1pPr>
              <a:defRPr sz="10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E9C85F8-0BD3-7742-B238-5BE9A2749A8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53293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yle 2 - Image Left / Text Righ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1">
            <a:extLst>
              <a:ext uri="{FF2B5EF4-FFF2-40B4-BE49-F238E27FC236}">
                <a16:creationId xmlns:a16="http://schemas.microsoft.com/office/drawing/2014/main" id="{DA33A383-C1ED-3447-A6B8-FBDDD6B026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81419"/>
            <a:ext cx="4969768" cy="632219"/>
          </a:xfrm>
        </p:spPr>
        <p:txBody>
          <a:bodyPr anchor="t" anchorCtr="0">
            <a:noAutofit/>
          </a:bodyPr>
          <a:lstStyle>
            <a:lvl1pPr>
              <a:defRPr sz="4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Page Title</a:t>
            </a:r>
          </a:p>
        </p:txBody>
      </p:sp>
      <p:sp>
        <p:nvSpPr>
          <p:cNvPr id="38" name="Text Placeholder 13">
            <a:extLst>
              <a:ext uri="{FF2B5EF4-FFF2-40B4-BE49-F238E27FC236}">
                <a16:creationId xmlns:a16="http://schemas.microsoft.com/office/drawing/2014/main" id="{36B6E0D6-2EA8-EA4E-84DA-D67B7DE8B6D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388396" y="381419"/>
            <a:ext cx="4969768" cy="5632056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16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lvl="0"/>
            <a:r>
              <a:rPr lang="en-US" dirty="0"/>
              <a:t>This will be the text paragraph that will contain any of the relevant content you wish to include.</a:t>
            </a:r>
          </a:p>
        </p:txBody>
      </p:sp>
      <p:sp>
        <p:nvSpPr>
          <p:cNvPr id="39" name="Picture Placeholder 18">
            <a:extLst>
              <a:ext uri="{FF2B5EF4-FFF2-40B4-BE49-F238E27FC236}">
                <a16:creationId xmlns:a16="http://schemas.microsoft.com/office/drawing/2014/main" id="{8A668FA9-1D56-0D4A-B3D6-6F44B35DE35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39416" y="1107851"/>
            <a:ext cx="4968552" cy="4899888"/>
          </a:xfrm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0B1E2D3-A5EF-E7A2-CCDB-4A4DB8D11C8F}"/>
              </a:ext>
            </a:extLst>
          </p:cNvPr>
          <p:cNvGrpSpPr/>
          <p:nvPr userDrawn="1"/>
        </p:nvGrpSpPr>
        <p:grpSpPr>
          <a:xfrm>
            <a:off x="10688320" y="6276058"/>
            <a:ext cx="1503680" cy="581942"/>
            <a:chOff x="10688320" y="6276058"/>
            <a:chExt cx="1503680" cy="581942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C4355159-115E-5382-9F87-A62C23BA1D2F}"/>
                </a:ext>
              </a:extLst>
            </p:cNvPr>
            <p:cNvGrpSpPr/>
            <p:nvPr userDrawn="1"/>
          </p:nvGrpSpPr>
          <p:grpSpPr>
            <a:xfrm>
              <a:off x="10688320" y="6293503"/>
              <a:ext cx="1503680" cy="564497"/>
              <a:chOff x="10688320" y="6293503"/>
              <a:chExt cx="1503680" cy="564497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8E21EF9B-B835-E5EF-CB9F-D3719CCDE367}"/>
                  </a:ext>
                </a:extLst>
              </p:cNvPr>
              <p:cNvSpPr/>
              <p:nvPr userDrawn="1"/>
            </p:nvSpPr>
            <p:spPr>
              <a:xfrm>
                <a:off x="10688320" y="6318421"/>
                <a:ext cx="1503680" cy="539579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1"/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98AD6817-F6AB-852E-2CB1-AD90DEA29A68}"/>
                  </a:ext>
                </a:extLst>
              </p:cNvPr>
              <p:cNvSpPr txBox="1"/>
              <p:nvPr userDrawn="1"/>
            </p:nvSpPr>
            <p:spPr>
              <a:xfrm>
                <a:off x="10688320" y="6293503"/>
                <a:ext cx="1402079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900" b="0" i="0" kern="1200" dirty="0">
                    <a:solidFill>
                      <a:schemeClr val="bg2"/>
                    </a:solidFill>
                    <a:effectLst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Artificial Intelligence</a:t>
                </a:r>
                <a:endParaRPr lang="en-US" sz="900" b="0" i="0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19" name="Picture 18">
                <a:extLst>
                  <a:ext uri="{FF2B5EF4-FFF2-40B4-BE49-F238E27FC236}">
                    <a16:creationId xmlns:a16="http://schemas.microsoft.com/office/drawing/2014/main" id="{4CDB975B-0CF3-E960-8B45-02A776FDE545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/>
              <a:stretch>
                <a:fillRect/>
              </a:stretch>
            </p:blipFill>
            <p:spPr>
              <a:xfrm>
                <a:off x="10772301" y="6472722"/>
                <a:ext cx="917730" cy="382856"/>
              </a:xfrm>
              <a:prstGeom prst="rect">
                <a:avLst/>
              </a:prstGeom>
            </p:spPr>
          </p:pic>
        </p:grp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081B78A5-7211-FE1A-C661-5DA8DEAFB05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1157438" y="6276058"/>
              <a:ext cx="1034562" cy="581941"/>
            </a:xfrm>
            <a:prstGeom prst="rect">
              <a:avLst/>
            </a:prstGeom>
          </p:spPr>
        </p:pic>
      </p:grpSp>
      <p:sp>
        <p:nvSpPr>
          <p:cNvPr id="20" name="Slide Number Placeholder 4">
            <a:extLst>
              <a:ext uri="{FF2B5EF4-FFF2-40B4-BE49-F238E27FC236}">
                <a16:creationId xmlns:a16="http://schemas.microsoft.com/office/drawing/2014/main" id="{FD1C6019-0BA6-3464-94AF-91B23FF4C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5600" y="6417523"/>
            <a:ext cx="2743200" cy="365125"/>
          </a:xfrm>
        </p:spPr>
        <p:txBody>
          <a:bodyPr/>
          <a:lstStyle>
            <a:lvl1pPr>
              <a:defRPr sz="10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E9C85F8-0BD3-7742-B238-5BE9A2749A8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147998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yle 3 - Large Text Box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1">
            <a:extLst>
              <a:ext uri="{FF2B5EF4-FFF2-40B4-BE49-F238E27FC236}">
                <a16:creationId xmlns:a16="http://schemas.microsoft.com/office/drawing/2014/main" id="{B92A2B9C-E0FC-594F-A120-24372B4675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81419"/>
            <a:ext cx="4969768" cy="632219"/>
          </a:xfrm>
        </p:spPr>
        <p:txBody>
          <a:bodyPr anchor="t" anchorCtr="0">
            <a:noAutofit/>
          </a:bodyPr>
          <a:lstStyle>
            <a:lvl1pPr>
              <a:defRPr sz="4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Page Title</a:t>
            </a:r>
          </a:p>
        </p:txBody>
      </p:sp>
      <p:sp>
        <p:nvSpPr>
          <p:cNvPr id="24" name="Text Placeholder 13">
            <a:extLst>
              <a:ext uri="{FF2B5EF4-FFF2-40B4-BE49-F238E27FC236}">
                <a16:creationId xmlns:a16="http://schemas.microsoft.com/office/drawing/2014/main" id="{3EC21F77-4957-9348-8D69-41C656769B3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1" y="1107853"/>
            <a:ext cx="10517372" cy="4905623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16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lvl="0"/>
            <a:r>
              <a:rPr lang="en-US" dirty="0"/>
              <a:t>This will be the text paragraph that will contain any of the relevant content you wish to include.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768EACCF-9F5F-1F98-B9D4-2A78173213C4}"/>
              </a:ext>
            </a:extLst>
          </p:cNvPr>
          <p:cNvGrpSpPr/>
          <p:nvPr userDrawn="1"/>
        </p:nvGrpSpPr>
        <p:grpSpPr>
          <a:xfrm>
            <a:off x="10688320" y="6276058"/>
            <a:ext cx="1503680" cy="581942"/>
            <a:chOff x="10688320" y="6276058"/>
            <a:chExt cx="1503680" cy="581942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5400D8FA-1B30-E7D5-3FBB-5D68123170B3}"/>
                </a:ext>
              </a:extLst>
            </p:cNvPr>
            <p:cNvGrpSpPr/>
            <p:nvPr userDrawn="1"/>
          </p:nvGrpSpPr>
          <p:grpSpPr>
            <a:xfrm>
              <a:off x="10688320" y="6293503"/>
              <a:ext cx="1503680" cy="564497"/>
              <a:chOff x="10688320" y="6293503"/>
              <a:chExt cx="1503680" cy="564497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871E07DC-4179-81E8-509F-D65BBBBE5273}"/>
                  </a:ext>
                </a:extLst>
              </p:cNvPr>
              <p:cNvSpPr/>
              <p:nvPr userDrawn="1"/>
            </p:nvSpPr>
            <p:spPr>
              <a:xfrm>
                <a:off x="10688320" y="6318421"/>
                <a:ext cx="1503680" cy="539579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1"/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B96D59D-6B44-202F-855F-6988285CB7BE}"/>
                  </a:ext>
                </a:extLst>
              </p:cNvPr>
              <p:cNvSpPr txBox="1"/>
              <p:nvPr userDrawn="1"/>
            </p:nvSpPr>
            <p:spPr>
              <a:xfrm>
                <a:off x="10688320" y="6293503"/>
                <a:ext cx="1402079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900" b="0" i="0" kern="1200" dirty="0">
                    <a:solidFill>
                      <a:schemeClr val="bg2"/>
                    </a:solidFill>
                    <a:effectLst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Artificial Intelligence</a:t>
                </a:r>
                <a:endParaRPr lang="en-US" sz="900" b="0" i="0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14" name="Picture 13">
                <a:extLst>
                  <a:ext uri="{FF2B5EF4-FFF2-40B4-BE49-F238E27FC236}">
                    <a16:creationId xmlns:a16="http://schemas.microsoft.com/office/drawing/2014/main" id="{19151F32-D6DF-9905-127D-242FCFE19ED0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/>
              <a:stretch>
                <a:fillRect/>
              </a:stretch>
            </p:blipFill>
            <p:spPr>
              <a:xfrm>
                <a:off x="10772301" y="6472722"/>
                <a:ext cx="917730" cy="382856"/>
              </a:xfrm>
              <a:prstGeom prst="rect">
                <a:avLst/>
              </a:prstGeom>
            </p:spPr>
          </p:pic>
        </p:grp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36DF842B-CCB4-C51A-C7FA-E704A1052E1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1157438" y="6276058"/>
              <a:ext cx="1034562" cy="581941"/>
            </a:xfrm>
            <a:prstGeom prst="rect">
              <a:avLst/>
            </a:prstGeom>
          </p:spPr>
        </p:pic>
      </p:grpSp>
      <p:sp>
        <p:nvSpPr>
          <p:cNvPr id="15" name="Slide Number Placeholder 4">
            <a:extLst>
              <a:ext uri="{FF2B5EF4-FFF2-40B4-BE49-F238E27FC236}">
                <a16:creationId xmlns:a16="http://schemas.microsoft.com/office/drawing/2014/main" id="{DB53946A-6A27-7D69-DE7F-B0B4E44F73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5600" y="6417523"/>
            <a:ext cx="2743200" cy="365125"/>
          </a:xfrm>
        </p:spPr>
        <p:txBody>
          <a:bodyPr/>
          <a:lstStyle>
            <a:lvl1pPr>
              <a:defRPr sz="10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E9C85F8-0BD3-7742-B238-5BE9A2749A8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994603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yle 4 - Large Vide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edia Placeholder 2">
            <a:extLst>
              <a:ext uri="{FF2B5EF4-FFF2-40B4-BE49-F238E27FC236}">
                <a16:creationId xmlns:a16="http://schemas.microsoft.com/office/drawing/2014/main" id="{67FB7D94-160F-5546-8678-92B87AAADF8A}"/>
              </a:ext>
            </a:extLst>
          </p:cNvPr>
          <p:cNvSpPr>
            <a:spLocks noGrp="1"/>
          </p:cNvSpPr>
          <p:nvPr>
            <p:ph type="media" sz="quarter" idx="11" hasCustomPrompt="1"/>
          </p:nvPr>
        </p:nvSpPr>
        <p:spPr>
          <a:xfrm>
            <a:off x="0" y="1"/>
            <a:ext cx="12192000" cy="6032499"/>
          </a:xfrm>
        </p:spPr>
        <p:txBody>
          <a:bodyPr anchor="ctr" anchorCtr="1"/>
          <a:lstStyle>
            <a:lvl1pPr marL="0" indent="0">
              <a:buNone/>
              <a:defRPr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Large Video Slide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DE0A7993-082F-448E-B3F8-486B5C968A1C}"/>
              </a:ext>
            </a:extLst>
          </p:cNvPr>
          <p:cNvGrpSpPr/>
          <p:nvPr userDrawn="1"/>
        </p:nvGrpSpPr>
        <p:grpSpPr>
          <a:xfrm>
            <a:off x="10688320" y="6276058"/>
            <a:ext cx="1503680" cy="581942"/>
            <a:chOff x="10688320" y="6276058"/>
            <a:chExt cx="1503680" cy="581942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7860069-236F-1410-A0FF-2F3ABC9BD651}"/>
                </a:ext>
              </a:extLst>
            </p:cNvPr>
            <p:cNvGrpSpPr/>
            <p:nvPr userDrawn="1"/>
          </p:nvGrpSpPr>
          <p:grpSpPr>
            <a:xfrm>
              <a:off x="10688320" y="6293503"/>
              <a:ext cx="1503680" cy="564497"/>
              <a:chOff x="10688320" y="6293503"/>
              <a:chExt cx="1503680" cy="564497"/>
            </a:xfrm>
          </p:grpSpPr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6A9C1FB5-0CE6-AAC7-070A-0E0C05BB3727}"/>
                  </a:ext>
                </a:extLst>
              </p:cNvPr>
              <p:cNvSpPr/>
              <p:nvPr userDrawn="1"/>
            </p:nvSpPr>
            <p:spPr>
              <a:xfrm>
                <a:off x="10688320" y="6318421"/>
                <a:ext cx="1503680" cy="539579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1"/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D6544E7-10EF-9620-4436-24B5471FECB0}"/>
                  </a:ext>
                </a:extLst>
              </p:cNvPr>
              <p:cNvSpPr txBox="1"/>
              <p:nvPr userDrawn="1"/>
            </p:nvSpPr>
            <p:spPr>
              <a:xfrm>
                <a:off x="10688320" y="6293503"/>
                <a:ext cx="1402079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900" b="0" i="0" kern="1200" dirty="0">
                    <a:solidFill>
                      <a:schemeClr val="bg2"/>
                    </a:solidFill>
                    <a:effectLst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Artificial Intelligence</a:t>
                </a:r>
                <a:endParaRPr lang="en-US" sz="900" b="0" i="0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1203276C-68DB-8AA1-317A-9F86BE06B59F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/>
              <a:stretch>
                <a:fillRect/>
              </a:stretch>
            </p:blipFill>
            <p:spPr>
              <a:xfrm>
                <a:off x="10772301" y="6472722"/>
                <a:ext cx="917730" cy="382856"/>
              </a:xfrm>
              <a:prstGeom prst="rect">
                <a:avLst/>
              </a:prstGeom>
            </p:spPr>
          </p:pic>
        </p:grp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EEFDCDB8-1E85-B120-9ED2-2D34CB5A20D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1157438" y="6276058"/>
              <a:ext cx="1034562" cy="581941"/>
            </a:xfrm>
            <a:prstGeom prst="rect">
              <a:avLst/>
            </a:prstGeom>
          </p:spPr>
        </p:pic>
      </p:grpSp>
      <p:sp>
        <p:nvSpPr>
          <p:cNvPr id="16" name="Slide Number Placeholder 4">
            <a:extLst>
              <a:ext uri="{FF2B5EF4-FFF2-40B4-BE49-F238E27FC236}">
                <a16:creationId xmlns:a16="http://schemas.microsoft.com/office/drawing/2014/main" id="{C1F10164-37E4-78CC-1489-BC552E1B3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5600" y="6417523"/>
            <a:ext cx="2743200" cy="365125"/>
          </a:xfrm>
        </p:spPr>
        <p:txBody>
          <a:bodyPr/>
          <a:lstStyle>
            <a:lvl1pPr>
              <a:defRPr sz="10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E9C85F8-0BD3-7742-B238-5BE9A2749A8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83025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yle 5 - Left Text / Right Vide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dia Placeholder 2">
            <a:extLst>
              <a:ext uri="{FF2B5EF4-FFF2-40B4-BE49-F238E27FC236}">
                <a16:creationId xmlns:a16="http://schemas.microsoft.com/office/drawing/2014/main" id="{B74D8277-456C-BB4B-B005-EB6E5FD2BB05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>
          <a:xfrm>
            <a:off x="6378507" y="381419"/>
            <a:ext cx="4951412" cy="5620588"/>
          </a:xfrm>
        </p:spPr>
        <p:txBody>
          <a:bodyPr/>
          <a:lstStyle/>
          <a:p>
            <a:r>
              <a:rPr lang="en-GB"/>
              <a:t>Click icon to add media</a:t>
            </a:r>
            <a:endParaRPr lang="en-US" dirty="0"/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C2E2A4F6-6AC5-2343-AA9D-DCA5C3633F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81419"/>
            <a:ext cx="4969768" cy="632219"/>
          </a:xfrm>
        </p:spPr>
        <p:txBody>
          <a:bodyPr anchor="t" anchorCtr="0">
            <a:noAutofit/>
          </a:bodyPr>
          <a:lstStyle>
            <a:lvl1pPr>
              <a:defRPr sz="4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Page Title</a:t>
            </a:r>
          </a:p>
        </p:txBody>
      </p:sp>
      <p:sp>
        <p:nvSpPr>
          <p:cNvPr id="23" name="Text Placeholder 13">
            <a:extLst>
              <a:ext uri="{FF2B5EF4-FFF2-40B4-BE49-F238E27FC236}">
                <a16:creationId xmlns:a16="http://schemas.microsoft.com/office/drawing/2014/main" id="{B1C2D37E-2631-DD4A-94AA-82F69735EE2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107852"/>
            <a:ext cx="4969768" cy="4894155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lvl="0"/>
            <a:r>
              <a:rPr lang="en-US" dirty="0"/>
              <a:t>This will be the text paragraph that will contain any of the relevant content you wish to include.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E859F9DC-AE7C-FBFF-8C9F-61BE02F5775E}"/>
              </a:ext>
            </a:extLst>
          </p:cNvPr>
          <p:cNvGrpSpPr/>
          <p:nvPr userDrawn="1"/>
        </p:nvGrpSpPr>
        <p:grpSpPr>
          <a:xfrm>
            <a:off x="10688320" y="6276058"/>
            <a:ext cx="1503680" cy="581942"/>
            <a:chOff x="10688320" y="6276058"/>
            <a:chExt cx="1503680" cy="581942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614074B3-FA78-27E6-1A66-191EF809E35C}"/>
                </a:ext>
              </a:extLst>
            </p:cNvPr>
            <p:cNvGrpSpPr/>
            <p:nvPr userDrawn="1"/>
          </p:nvGrpSpPr>
          <p:grpSpPr>
            <a:xfrm>
              <a:off x="10688320" y="6293503"/>
              <a:ext cx="1503680" cy="564497"/>
              <a:chOff x="10688320" y="6293503"/>
              <a:chExt cx="1503680" cy="564497"/>
            </a:xfrm>
          </p:grpSpPr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D4F012BF-5A13-989E-9E98-63923C30D502}"/>
                  </a:ext>
                </a:extLst>
              </p:cNvPr>
              <p:cNvSpPr/>
              <p:nvPr userDrawn="1"/>
            </p:nvSpPr>
            <p:spPr>
              <a:xfrm>
                <a:off x="10688320" y="6318421"/>
                <a:ext cx="1503680" cy="539579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1"/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8E7E9B8-E765-009E-7849-DBCBE995B39D}"/>
                  </a:ext>
                </a:extLst>
              </p:cNvPr>
              <p:cNvSpPr txBox="1"/>
              <p:nvPr userDrawn="1"/>
            </p:nvSpPr>
            <p:spPr>
              <a:xfrm>
                <a:off x="10688320" y="6293503"/>
                <a:ext cx="1402079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900" b="0" i="0" kern="1200" dirty="0">
                    <a:solidFill>
                      <a:schemeClr val="bg2"/>
                    </a:solidFill>
                    <a:effectLst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Artificial Intelligence</a:t>
                </a:r>
                <a:endParaRPr lang="en-US" sz="900" b="0" i="0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AE059C79-90CE-29B5-B3B6-01AFB6FC7885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/>
              <a:stretch>
                <a:fillRect/>
              </a:stretch>
            </p:blipFill>
            <p:spPr>
              <a:xfrm>
                <a:off x="10772301" y="6472722"/>
                <a:ext cx="917730" cy="382856"/>
              </a:xfrm>
              <a:prstGeom prst="rect">
                <a:avLst/>
              </a:prstGeom>
            </p:spPr>
          </p:pic>
        </p:grp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5C7EEBC1-ED7F-FC72-7584-5337E408E8E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1157438" y="6276058"/>
              <a:ext cx="1034562" cy="581941"/>
            </a:xfrm>
            <a:prstGeom prst="rect">
              <a:avLst/>
            </a:prstGeom>
          </p:spPr>
        </p:pic>
      </p:grpSp>
      <p:sp>
        <p:nvSpPr>
          <p:cNvPr id="16" name="Slide Number Placeholder 4">
            <a:extLst>
              <a:ext uri="{FF2B5EF4-FFF2-40B4-BE49-F238E27FC236}">
                <a16:creationId xmlns:a16="http://schemas.microsoft.com/office/drawing/2014/main" id="{014A1175-1073-FB62-3A2A-E19FE7760E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5600" y="6417523"/>
            <a:ext cx="2743200" cy="365125"/>
          </a:xfrm>
        </p:spPr>
        <p:txBody>
          <a:bodyPr/>
          <a:lstStyle>
            <a:lvl1pPr>
              <a:defRPr sz="10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E9C85F8-0BD3-7742-B238-5BE9A2749A8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209300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yle 5 - Software Developm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lide Number Placeholder 4">
            <a:extLst>
              <a:ext uri="{FF2B5EF4-FFF2-40B4-BE49-F238E27FC236}">
                <a16:creationId xmlns:a16="http://schemas.microsoft.com/office/drawing/2014/main" id="{C7305CBB-55FB-B44B-A0B0-96E86345C48A}"/>
              </a:ext>
            </a:extLst>
          </p:cNvPr>
          <p:cNvSpPr txBox="1">
            <a:spLocks/>
          </p:cNvSpPr>
          <p:nvPr userDrawn="1"/>
        </p:nvSpPr>
        <p:spPr>
          <a:xfrm>
            <a:off x="9692640" y="6405648"/>
            <a:ext cx="22961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b="0" i="0" kern="120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E9C85F8-0BD3-7742-B238-5BE9A2749A8F}" type="slidenum">
              <a:rPr lang="en-US" sz="1000" smtClean="0"/>
              <a:pPr/>
              <a:t>‹#›</a:t>
            </a:fld>
            <a:endParaRPr lang="en-US" sz="1000" dirty="0"/>
          </a:p>
        </p:txBody>
      </p:sp>
      <p:sp>
        <p:nvSpPr>
          <p:cNvPr id="18" name="Media Placeholder 2">
            <a:extLst>
              <a:ext uri="{FF2B5EF4-FFF2-40B4-BE49-F238E27FC236}">
                <a16:creationId xmlns:a16="http://schemas.microsoft.com/office/drawing/2014/main" id="{675C1070-97AA-E14C-974E-C64156AA4727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>
          <a:xfrm>
            <a:off x="6378507" y="381419"/>
            <a:ext cx="4951412" cy="5620588"/>
          </a:xfrm>
        </p:spPr>
        <p:txBody>
          <a:bodyPr/>
          <a:lstStyle/>
          <a:p>
            <a:r>
              <a:rPr lang="en-GB"/>
              <a:t>Click icon to add media</a:t>
            </a:r>
            <a:endParaRPr lang="en-US" dirty="0"/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D2D60907-A2F2-994C-87D3-7689996B73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81419"/>
            <a:ext cx="4969768" cy="632219"/>
          </a:xfrm>
        </p:spPr>
        <p:txBody>
          <a:bodyPr anchor="t" anchorCtr="0">
            <a:noAutofit/>
          </a:bodyPr>
          <a:lstStyle>
            <a:lvl1pPr>
              <a:defRPr sz="4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Page Title</a:t>
            </a:r>
          </a:p>
        </p:txBody>
      </p:sp>
      <p:sp>
        <p:nvSpPr>
          <p:cNvPr id="24" name="Text Placeholder 13">
            <a:extLst>
              <a:ext uri="{FF2B5EF4-FFF2-40B4-BE49-F238E27FC236}">
                <a16:creationId xmlns:a16="http://schemas.microsoft.com/office/drawing/2014/main" id="{9A68E9AB-98DF-2142-9BFB-F47EF8D8E42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107852"/>
            <a:ext cx="4969768" cy="4894155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lvl="0"/>
            <a:r>
              <a:rPr lang="en-US" dirty="0"/>
              <a:t>This will be the text paragraph that will contain any of the relevant content you wish to include.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93FFF67C-0CD2-556E-9904-6222E6170FA8}"/>
              </a:ext>
            </a:extLst>
          </p:cNvPr>
          <p:cNvGrpSpPr/>
          <p:nvPr userDrawn="1"/>
        </p:nvGrpSpPr>
        <p:grpSpPr>
          <a:xfrm>
            <a:off x="10688320" y="6276058"/>
            <a:ext cx="1503680" cy="581942"/>
            <a:chOff x="10688320" y="6276058"/>
            <a:chExt cx="1503680" cy="581942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5E6D47AA-F4FB-6BC3-5514-F902A3246624}"/>
                </a:ext>
              </a:extLst>
            </p:cNvPr>
            <p:cNvGrpSpPr/>
            <p:nvPr userDrawn="1"/>
          </p:nvGrpSpPr>
          <p:grpSpPr>
            <a:xfrm>
              <a:off x="10688320" y="6293503"/>
              <a:ext cx="1503680" cy="564497"/>
              <a:chOff x="10688320" y="6293503"/>
              <a:chExt cx="1503680" cy="564497"/>
            </a:xfrm>
          </p:grpSpPr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1A03E38F-989C-9656-72FC-286B41D6CC45}"/>
                  </a:ext>
                </a:extLst>
              </p:cNvPr>
              <p:cNvSpPr/>
              <p:nvPr userDrawn="1"/>
            </p:nvSpPr>
            <p:spPr>
              <a:xfrm>
                <a:off x="10688320" y="6318421"/>
                <a:ext cx="1503680" cy="539579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1"/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21C3CEB-0AF5-075D-421C-E15D0FE48194}"/>
                  </a:ext>
                </a:extLst>
              </p:cNvPr>
              <p:cNvSpPr txBox="1"/>
              <p:nvPr userDrawn="1"/>
            </p:nvSpPr>
            <p:spPr>
              <a:xfrm>
                <a:off x="10688320" y="6293503"/>
                <a:ext cx="1402079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900" b="0" i="0" kern="1200" dirty="0">
                    <a:solidFill>
                      <a:schemeClr val="bg2"/>
                    </a:solidFill>
                    <a:effectLst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Artificial Intelligence</a:t>
                </a:r>
                <a:endParaRPr lang="en-US" sz="900" b="0" i="0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38872712-1DD4-0887-E813-760FFC8A9C54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/>
              <a:stretch>
                <a:fillRect/>
              </a:stretch>
            </p:blipFill>
            <p:spPr>
              <a:xfrm>
                <a:off x="10772301" y="6472722"/>
                <a:ext cx="917730" cy="382856"/>
              </a:xfrm>
              <a:prstGeom prst="rect">
                <a:avLst/>
              </a:prstGeom>
            </p:spPr>
          </p:pic>
        </p:grp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7D692EEC-4BFF-D31E-839E-1C89979FD37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1157438" y="6276058"/>
              <a:ext cx="1034562" cy="581941"/>
            </a:xfrm>
            <a:prstGeom prst="rect">
              <a:avLst/>
            </a:prstGeom>
          </p:spPr>
        </p:pic>
      </p:grpSp>
      <p:sp>
        <p:nvSpPr>
          <p:cNvPr id="13" name="Slide Number Placeholder 4">
            <a:extLst>
              <a:ext uri="{FF2B5EF4-FFF2-40B4-BE49-F238E27FC236}">
                <a16:creationId xmlns:a16="http://schemas.microsoft.com/office/drawing/2014/main" id="{5C106A8E-53FA-BCB2-4892-69E52BC86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5600" y="6417523"/>
            <a:ext cx="2743200" cy="365125"/>
          </a:xfrm>
        </p:spPr>
        <p:txBody>
          <a:bodyPr/>
          <a:lstStyle>
            <a:lvl1pPr>
              <a:defRPr sz="10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E9C85F8-0BD3-7742-B238-5BE9A2749A8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51323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yle 6 - Bullet Points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>
            <a:extLst>
              <a:ext uri="{FF2B5EF4-FFF2-40B4-BE49-F238E27FC236}">
                <a16:creationId xmlns:a16="http://schemas.microsoft.com/office/drawing/2014/main" id="{429DAEC0-2555-2845-A15D-30799D398E3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81419"/>
            <a:ext cx="4969768" cy="632219"/>
          </a:xfrm>
        </p:spPr>
        <p:txBody>
          <a:bodyPr anchor="t" anchorCtr="0">
            <a:noAutofit/>
          </a:bodyPr>
          <a:lstStyle>
            <a:lvl1pPr>
              <a:defRPr sz="4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Page Title</a:t>
            </a:r>
          </a:p>
        </p:txBody>
      </p:sp>
      <p:sp>
        <p:nvSpPr>
          <p:cNvPr id="20" name="Text Placeholder 13">
            <a:extLst>
              <a:ext uri="{FF2B5EF4-FFF2-40B4-BE49-F238E27FC236}">
                <a16:creationId xmlns:a16="http://schemas.microsoft.com/office/drawing/2014/main" id="{F91855CE-A534-634D-8877-E5E3DECFC3D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199" y="1100863"/>
            <a:ext cx="10503091" cy="4912611"/>
          </a:xfrm>
        </p:spPr>
        <p:txBody>
          <a:bodyPr>
            <a:normAutofit/>
          </a:bodyPr>
          <a:lstStyle>
            <a:lvl1pPr marL="285744" marR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4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lvl="0"/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lvl="0"/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dirty="0"/>
          </a:p>
          <a:p>
            <a:pPr lvl="0"/>
            <a:endParaRPr lang="en-US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0B0D3CC3-42E7-7420-2506-8653F75CE1A6}"/>
              </a:ext>
            </a:extLst>
          </p:cNvPr>
          <p:cNvGrpSpPr/>
          <p:nvPr userDrawn="1"/>
        </p:nvGrpSpPr>
        <p:grpSpPr>
          <a:xfrm>
            <a:off x="10688320" y="6276058"/>
            <a:ext cx="1503680" cy="581942"/>
            <a:chOff x="10688320" y="6276058"/>
            <a:chExt cx="1503680" cy="581942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6BC2A114-C6F2-5CBA-030B-D9A0EF0E008A}"/>
                </a:ext>
              </a:extLst>
            </p:cNvPr>
            <p:cNvGrpSpPr/>
            <p:nvPr userDrawn="1"/>
          </p:nvGrpSpPr>
          <p:grpSpPr>
            <a:xfrm>
              <a:off x="10688320" y="6293503"/>
              <a:ext cx="1503680" cy="564497"/>
              <a:chOff x="10688320" y="6293503"/>
              <a:chExt cx="1503680" cy="564497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DA33D99A-80DF-B000-5C94-FE9422B75358}"/>
                  </a:ext>
                </a:extLst>
              </p:cNvPr>
              <p:cNvSpPr/>
              <p:nvPr userDrawn="1"/>
            </p:nvSpPr>
            <p:spPr>
              <a:xfrm>
                <a:off x="10688320" y="6318421"/>
                <a:ext cx="1503680" cy="539579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1"/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E0C8D83-6C1F-4E5E-9719-BF0183A8799F}"/>
                  </a:ext>
                </a:extLst>
              </p:cNvPr>
              <p:cNvSpPr txBox="1"/>
              <p:nvPr userDrawn="1"/>
            </p:nvSpPr>
            <p:spPr>
              <a:xfrm>
                <a:off x="10688320" y="6293503"/>
                <a:ext cx="1402079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900" b="0" i="0" kern="1200" dirty="0">
                    <a:solidFill>
                      <a:schemeClr val="bg2"/>
                    </a:solidFill>
                    <a:effectLst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Artificial Intelligence</a:t>
                </a:r>
                <a:endParaRPr lang="en-US" sz="900" b="0" i="0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14" name="Picture 13">
                <a:extLst>
                  <a:ext uri="{FF2B5EF4-FFF2-40B4-BE49-F238E27FC236}">
                    <a16:creationId xmlns:a16="http://schemas.microsoft.com/office/drawing/2014/main" id="{FCD31E5D-516B-571D-C15C-CD38C3A51874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/>
              <a:stretch>
                <a:fillRect/>
              </a:stretch>
            </p:blipFill>
            <p:spPr>
              <a:xfrm>
                <a:off x="10772301" y="6472722"/>
                <a:ext cx="917730" cy="382856"/>
              </a:xfrm>
              <a:prstGeom prst="rect">
                <a:avLst/>
              </a:prstGeom>
            </p:spPr>
          </p:pic>
        </p:grp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1B8CF761-B206-1FA6-1631-95E8AC8BDE7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1157438" y="6276058"/>
              <a:ext cx="1034562" cy="581941"/>
            </a:xfrm>
            <a:prstGeom prst="rect">
              <a:avLst/>
            </a:prstGeom>
          </p:spPr>
        </p:pic>
      </p:grpSp>
      <p:sp>
        <p:nvSpPr>
          <p:cNvPr id="15" name="Slide Number Placeholder 4">
            <a:extLst>
              <a:ext uri="{FF2B5EF4-FFF2-40B4-BE49-F238E27FC236}">
                <a16:creationId xmlns:a16="http://schemas.microsoft.com/office/drawing/2014/main" id="{8F1884E3-782D-A62D-05AB-FE7DDB2BAC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5600" y="6417523"/>
            <a:ext cx="2743200" cy="365125"/>
          </a:xfrm>
        </p:spPr>
        <p:txBody>
          <a:bodyPr/>
          <a:lstStyle>
            <a:lvl1pPr>
              <a:defRPr sz="10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E9C85F8-0BD3-7742-B238-5BE9A2749A8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08370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yle 7 - Large Image Box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>
            <a:extLst>
              <a:ext uri="{FF2B5EF4-FFF2-40B4-BE49-F238E27FC236}">
                <a16:creationId xmlns:a16="http://schemas.microsoft.com/office/drawing/2014/main" id="{E57A80E5-2379-9B46-BEC6-413D106080F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81419"/>
            <a:ext cx="4969768" cy="632219"/>
          </a:xfrm>
        </p:spPr>
        <p:txBody>
          <a:bodyPr anchor="t" anchorCtr="0">
            <a:noAutofit/>
          </a:bodyPr>
          <a:lstStyle>
            <a:lvl1pPr>
              <a:defRPr sz="4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Page Title</a:t>
            </a:r>
          </a:p>
        </p:txBody>
      </p:sp>
      <p:sp>
        <p:nvSpPr>
          <p:cNvPr id="26" name="Picture Placeholder 2">
            <a:extLst>
              <a:ext uri="{FF2B5EF4-FFF2-40B4-BE49-F238E27FC236}">
                <a16:creationId xmlns:a16="http://schemas.microsoft.com/office/drawing/2014/main" id="{812783BF-98F9-9345-BF11-B0AC41FBDE6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38201" y="1119706"/>
            <a:ext cx="10531475" cy="4857857"/>
          </a:xfrm>
        </p:spPr>
        <p:txBody>
          <a:bodyPr/>
          <a:lstStyle/>
          <a:p>
            <a:r>
              <a:rPr lang="en-US" dirty="0"/>
              <a:t>Add Picture here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01BA0998-2EC2-811F-C93B-278973FB4CEB}"/>
              </a:ext>
            </a:extLst>
          </p:cNvPr>
          <p:cNvGrpSpPr/>
          <p:nvPr userDrawn="1"/>
        </p:nvGrpSpPr>
        <p:grpSpPr>
          <a:xfrm>
            <a:off x="10688320" y="6276058"/>
            <a:ext cx="1503680" cy="581942"/>
            <a:chOff x="10688320" y="6276058"/>
            <a:chExt cx="1503680" cy="581942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A77E8D76-5E3D-8296-877D-09E99FE98423}"/>
                </a:ext>
              </a:extLst>
            </p:cNvPr>
            <p:cNvGrpSpPr/>
            <p:nvPr userDrawn="1"/>
          </p:nvGrpSpPr>
          <p:grpSpPr>
            <a:xfrm>
              <a:off x="10688320" y="6293503"/>
              <a:ext cx="1503680" cy="564497"/>
              <a:chOff x="10688320" y="6293503"/>
              <a:chExt cx="1503680" cy="564497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36B96EF3-78F7-A366-80A6-0C642B45E4B7}"/>
                  </a:ext>
                </a:extLst>
              </p:cNvPr>
              <p:cNvSpPr/>
              <p:nvPr userDrawn="1"/>
            </p:nvSpPr>
            <p:spPr>
              <a:xfrm>
                <a:off x="10688320" y="6318421"/>
                <a:ext cx="1503680" cy="539579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1"/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1369147-C836-5A48-5CEC-21A546E95281}"/>
                  </a:ext>
                </a:extLst>
              </p:cNvPr>
              <p:cNvSpPr txBox="1"/>
              <p:nvPr userDrawn="1"/>
            </p:nvSpPr>
            <p:spPr>
              <a:xfrm>
                <a:off x="10688320" y="6293503"/>
                <a:ext cx="1402079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900" b="0" i="0" kern="1200" dirty="0">
                    <a:solidFill>
                      <a:schemeClr val="bg2"/>
                    </a:solidFill>
                    <a:effectLst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Artificial Intelligence</a:t>
                </a:r>
                <a:endParaRPr lang="en-US" sz="900" b="0" i="0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14" name="Picture 13">
                <a:extLst>
                  <a:ext uri="{FF2B5EF4-FFF2-40B4-BE49-F238E27FC236}">
                    <a16:creationId xmlns:a16="http://schemas.microsoft.com/office/drawing/2014/main" id="{BA7C5095-9559-36E6-DAA4-F5F481B5EF70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/>
              <a:stretch>
                <a:fillRect/>
              </a:stretch>
            </p:blipFill>
            <p:spPr>
              <a:xfrm>
                <a:off x="10772301" y="6472722"/>
                <a:ext cx="917730" cy="382856"/>
              </a:xfrm>
              <a:prstGeom prst="rect">
                <a:avLst/>
              </a:prstGeom>
            </p:spPr>
          </p:pic>
        </p:grp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0E85BF1F-2D82-360A-ECA2-7AFA5E2F508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1157438" y="6276058"/>
              <a:ext cx="1034562" cy="581941"/>
            </a:xfrm>
            <a:prstGeom prst="rect">
              <a:avLst/>
            </a:prstGeom>
          </p:spPr>
        </p:pic>
      </p:grpSp>
      <p:sp>
        <p:nvSpPr>
          <p:cNvPr id="15" name="Slide Number Placeholder 4">
            <a:extLst>
              <a:ext uri="{FF2B5EF4-FFF2-40B4-BE49-F238E27FC236}">
                <a16:creationId xmlns:a16="http://schemas.microsoft.com/office/drawing/2014/main" id="{E0963CC3-AB74-9CEB-7CCB-1B4537535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5600" y="6417523"/>
            <a:ext cx="2743200" cy="365125"/>
          </a:xfrm>
        </p:spPr>
        <p:txBody>
          <a:bodyPr/>
          <a:lstStyle>
            <a:lvl1pPr>
              <a:defRPr sz="10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E9C85F8-0BD3-7742-B238-5BE9A2749A8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33355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yle 8 - Left Aligned Tex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D7B47B32-3A52-1F48-BE63-C5EB36A2E0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81419"/>
            <a:ext cx="4969768" cy="632219"/>
          </a:xfrm>
        </p:spPr>
        <p:txBody>
          <a:bodyPr anchor="t" anchorCtr="0">
            <a:noAutofit/>
          </a:bodyPr>
          <a:lstStyle>
            <a:lvl1pPr>
              <a:defRPr sz="4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Page Title</a:t>
            </a:r>
          </a:p>
        </p:txBody>
      </p:sp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999451E6-42D4-A041-898E-E9362B934ED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107852"/>
            <a:ext cx="4969768" cy="4894155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lvl="0"/>
            <a:r>
              <a:rPr lang="en-US" dirty="0"/>
              <a:t>This will be the text paragraph that will contain any of the relevant content you wish to include.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B4D60C82-C500-B131-44DF-EC245B0F1CA0}"/>
              </a:ext>
            </a:extLst>
          </p:cNvPr>
          <p:cNvGrpSpPr/>
          <p:nvPr userDrawn="1"/>
        </p:nvGrpSpPr>
        <p:grpSpPr>
          <a:xfrm>
            <a:off x="10688320" y="6276058"/>
            <a:ext cx="1503680" cy="581942"/>
            <a:chOff x="10688320" y="6276058"/>
            <a:chExt cx="1503680" cy="581942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C6B6E645-A775-B18D-7A7D-E33B24E99D45}"/>
                </a:ext>
              </a:extLst>
            </p:cNvPr>
            <p:cNvGrpSpPr/>
            <p:nvPr userDrawn="1"/>
          </p:nvGrpSpPr>
          <p:grpSpPr>
            <a:xfrm>
              <a:off x="10688320" y="6293503"/>
              <a:ext cx="1503680" cy="564497"/>
              <a:chOff x="10688320" y="6293503"/>
              <a:chExt cx="1503680" cy="564497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3EFEC917-BC9B-D9F5-566E-28C4ABA92ADD}"/>
                  </a:ext>
                </a:extLst>
              </p:cNvPr>
              <p:cNvSpPr/>
              <p:nvPr userDrawn="1"/>
            </p:nvSpPr>
            <p:spPr>
              <a:xfrm>
                <a:off x="10688320" y="6318421"/>
                <a:ext cx="1503680" cy="539579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1"/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AADAF47-4FB1-16CD-8732-3E3F414B6EFA}"/>
                  </a:ext>
                </a:extLst>
              </p:cNvPr>
              <p:cNvSpPr txBox="1"/>
              <p:nvPr userDrawn="1"/>
            </p:nvSpPr>
            <p:spPr>
              <a:xfrm>
                <a:off x="10688320" y="6293503"/>
                <a:ext cx="1402079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900" b="0" i="0" kern="1200" dirty="0">
                    <a:solidFill>
                      <a:schemeClr val="bg2"/>
                    </a:solidFill>
                    <a:effectLst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Artificial Intelligence</a:t>
                </a:r>
                <a:endParaRPr lang="en-US" sz="900" b="0" i="0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14" name="Picture 13">
                <a:extLst>
                  <a:ext uri="{FF2B5EF4-FFF2-40B4-BE49-F238E27FC236}">
                    <a16:creationId xmlns:a16="http://schemas.microsoft.com/office/drawing/2014/main" id="{6418A011-A6DC-F25A-63AC-A7279A727590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/>
              <a:stretch>
                <a:fillRect/>
              </a:stretch>
            </p:blipFill>
            <p:spPr>
              <a:xfrm>
                <a:off x="10772301" y="6472722"/>
                <a:ext cx="917730" cy="382856"/>
              </a:xfrm>
              <a:prstGeom prst="rect">
                <a:avLst/>
              </a:prstGeom>
            </p:spPr>
          </p:pic>
        </p:grp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48241CAA-D7C2-A8C8-C934-EE7AF5E04DA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1157438" y="6276058"/>
              <a:ext cx="1034562" cy="581941"/>
            </a:xfrm>
            <a:prstGeom prst="rect">
              <a:avLst/>
            </a:prstGeom>
          </p:spPr>
        </p:pic>
      </p:grpSp>
      <p:sp>
        <p:nvSpPr>
          <p:cNvPr id="16" name="Slide Number Placeholder 4">
            <a:extLst>
              <a:ext uri="{FF2B5EF4-FFF2-40B4-BE49-F238E27FC236}">
                <a16:creationId xmlns:a16="http://schemas.microsoft.com/office/drawing/2014/main" id="{B6E95B5D-F62C-23E0-9018-9BC0EBDCA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5600" y="6417523"/>
            <a:ext cx="2743200" cy="365125"/>
          </a:xfrm>
        </p:spPr>
        <p:txBody>
          <a:bodyPr/>
          <a:lstStyle>
            <a:lvl1pPr>
              <a:defRPr sz="10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E9C85F8-0BD3-7742-B238-5BE9A2749A8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628755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yle 9 - Right Aligned Tex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5517BEAB-A995-204B-91D6-36ABBF329A2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84512" y="381419"/>
            <a:ext cx="4969768" cy="632219"/>
          </a:xfrm>
        </p:spPr>
        <p:txBody>
          <a:bodyPr anchor="t" anchorCtr="0">
            <a:noAutofit/>
          </a:bodyPr>
          <a:lstStyle>
            <a:lvl1pPr>
              <a:defRPr sz="4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Page Title</a:t>
            </a:r>
          </a:p>
        </p:txBody>
      </p:sp>
      <p:sp>
        <p:nvSpPr>
          <p:cNvPr id="20" name="Text Placeholder 13">
            <a:extLst>
              <a:ext uri="{FF2B5EF4-FFF2-40B4-BE49-F238E27FC236}">
                <a16:creationId xmlns:a16="http://schemas.microsoft.com/office/drawing/2014/main" id="{6B931009-8692-1340-AFDB-626C48A2153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384512" y="1114007"/>
            <a:ext cx="4969768" cy="4888000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lvl="0"/>
            <a:r>
              <a:rPr lang="en-US" dirty="0"/>
              <a:t>This will be the text paragraph that will contain any of the relevant content you wish to include.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5F75C75E-535D-3E13-83B2-78913A4C3803}"/>
              </a:ext>
            </a:extLst>
          </p:cNvPr>
          <p:cNvGrpSpPr/>
          <p:nvPr userDrawn="1"/>
        </p:nvGrpSpPr>
        <p:grpSpPr>
          <a:xfrm>
            <a:off x="10688320" y="6276058"/>
            <a:ext cx="1503680" cy="581942"/>
            <a:chOff x="10688320" y="6276058"/>
            <a:chExt cx="1503680" cy="581942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B4C9F514-DC38-14BF-8A18-F76D2A4359FE}"/>
                </a:ext>
              </a:extLst>
            </p:cNvPr>
            <p:cNvGrpSpPr/>
            <p:nvPr userDrawn="1"/>
          </p:nvGrpSpPr>
          <p:grpSpPr>
            <a:xfrm>
              <a:off x="10688320" y="6293503"/>
              <a:ext cx="1503680" cy="564497"/>
              <a:chOff x="10688320" y="6293503"/>
              <a:chExt cx="1503680" cy="564497"/>
            </a:xfrm>
          </p:grpSpPr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DC14BD3C-2E89-1792-27E5-6DCF3CC94944}"/>
                  </a:ext>
                </a:extLst>
              </p:cNvPr>
              <p:cNvSpPr/>
              <p:nvPr userDrawn="1"/>
            </p:nvSpPr>
            <p:spPr>
              <a:xfrm>
                <a:off x="10688320" y="6318421"/>
                <a:ext cx="1503680" cy="539579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1"/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0B2FB90-52B0-393C-DABB-185AB20A56F5}"/>
                  </a:ext>
                </a:extLst>
              </p:cNvPr>
              <p:cNvSpPr txBox="1"/>
              <p:nvPr userDrawn="1"/>
            </p:nvSpPr>
            <p:spPr>
              <a:xfrm>
                <a:off x="10688320" y="6293503"/>
                <a:ext cx="1402079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900" b="0" i="0" kern="1200" dirty="0">
                    <a:solidFill>
                      <a:schemeClr val="bg2"/>
                    </a:solidFill>
                    <a:effectLst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Artificial Intelligence</a:t>
                </a:r>
                <a:endParaRPr lang="en-US" sz="900" b="0" i="0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1CF88BE8-27A3-FCA8-0936-4A57020AF393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/>
              <a:stretch>
                <a:fillRect/>
              </a:stretch>
            </p:blipFill>
            <p:spPr>
              <a:xfrm>
                <a:off x="10772301" y="6472722"/>
                <a:ext cx="917730" cy="382856"/>
              </a:xfrm>
              <a:prstGeom prst="rect">
                <a:avLst/>
              </a:prstGeom>
            </p:spPr>
          </p:pic>
        </p:grp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CF9DCB7B-97CF-0A10-074E-8778907E4C8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1157438" y="6276058"/>
              <a:ext cx="1034562" cy="581941"/>
            </a:xfrm>
            <a:prstGeom prst="rect">
              <a:avLst/>
            </a:prstGeom>
          </p:spPr>
        </p:pic>
      </p:grpSp>
      <p:sp>
        <p:nvSpPr>
          <p:cNvPr id="16" name="Slide Number Placeholder 4">
            <a:extLst>
              <a:ext uri="{FF2B5EF4-FFF2-40B4-BE49-F238E27FC236}">
                <a16:creationId xmlns:a16="http://schemas.microsoft.com/office/drawing/2014/main" id="{C7BA06DD-DBC7-D6C4-A0BA-9445D1A9F3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5600" y="6417523"/>
            <a:ext cx="2743200" cy="365125"/>
          </a:xfrm>
        </p:spPr>
        <p:txBody>
          <a:bodyPr/>
          <a:lstStyle>
            <a:lvl1pPr>
              <a:defRPr sz="10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E9C85F8-0BD3-7742-B238-5BE9A2749A8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09186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9C85F8-0BD3-7742-B238-5BE9A2749A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63572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8" r:id="rId1"/>
    <p:sldLayoutId id="2147483737" r:id="rId2"/>
    <p:sldLayoutId id="2147483661" r:id="rId3"/>
    <p:sldLayoutId id="2147483681" r:id="rId4"/>
    <p:sldLayoutId id="2147483672" r:id="rId5"/>
    <p:sldLayoutId id="2147483662" r:id="rId6"/>
    <p:sldLayoutId id="2147483663" r:id="rId7"/>
    <p:sldLayoutId id="2147483673" r:id="rId8"/>
    <p:sldLayoutId id="2147483680" r:id="rId9"/>
    <p:sldLayoutId id="2147483674" r:id="rId10"/>
    <p:sldLayoutId id="2147483710" r:id="rId11"/>
    <p:sldLayoutId id="2147483675" r:id="rId12"/>
    <p:sldLayoutId id="2147483736" r:id="rId13"/>
    <p:sldLayoutId id="2147483676" r:id="rId14"/>
    <p:sldLayoutId id="2147483677" r:id="rId15"/>
  </p:sldLayoutIdLst>
  <p:hf hdr="0" ftr="0" dt="0"/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5.png"/><Relationship Id="rId4" Type="http://schemas.openxmlformats.org/officeDocument/2006/relationships/customXml" Target="../ink/ink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1.png"/><Relationship Id="rId4" Type="http://schemas.openxmlformats.org/officeDocument/2006/relationships/customXml" Target="../ink/ink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2.png"/><Relationship Id="rId4" Type="http://schemas.openxmlformats.org/officeDocument/2006/relationships/customXml" Target="../ink/ink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ustomXml" Target="../ink/ink7.xm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ustomXml" Target="../ink/ink8.xm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ustomXml" Target="../ink/ink9.xml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customXml" Target="../ink/ink10.xml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customXml" Target="../ink/ink11.xml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8478E3-1D32-C4DC-B248-6FEBA14F73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20E06A-1066-A5DE-F881-1B1F42A827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3930" y="2629454"/>
            <a:ext cx="5610023" cy="470617"/>
          </a:xfrm>
        </p:spPr>
        <p:txBody>
          <a:bodyPr/>
          <a:lstStyle/>
          <a:p>
            <a:r>
              <a:rPr lang="en-US" dirty="0"/>
              <a:t>MSc Artificial Intelligence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6356FD-181A-8FD5-9638-6C2A5B6A619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Knowledge Engineering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004E6F-9524-284D-4439-0AD2E141788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15 November 2023</a:t>
            </a:r>
          </a:p>
        </p:txBody>
      </p:sp>
    </p:spTree>
    <p:extLst>
      <p:ext uri="{BB962C8B-B14F-4D97-AF65-F5344CB8AC3E}">
        <p14:creationId xmlns:p14="http://schemas.microsoft.com/office/powerpoint/2010/main" val="26331914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346952-1434-929D-6459-7CDC49E684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81419"/>
            <a:ext cx="9496245" cy="632219"/>
          </a:xfrm>
        </p:spPr>
        <p:txBody>
          <a:bodyPr/>
          <a:lstStyle/>
          <a:p>
            <a:r>
              <a:rPr lang="en-US" dirty="0"/>
              <a:t>How Automated Reasoning works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48C2C87-823E-9A87-D370-CB1660610CB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r>
              <a:rPr lang="en-US" dirty="0"/>
              <a:t>Natural deduction has many rules</a:t>
            </a:r>
          </a:p>
          <a:p>
            <a:endParaRPr lang="en-US" dirty="0"/>
          </a:p>
          <a:p>
            <a:r>
              <a:rPr lang="en-US" dirty="0"/>
              <a:t>How we apply them and in what order is not obvious and relies on “human intuition”.</a:t>
            </a:r>
          </a:p>
          <a:p>
            <a:endParaRPr lang="en-US" dirty="0"/>
          </a:p>
          <a:p>
            <a:r>
              <a:rPr lang="en-US" dirty="0"/>
              <a:t>Computers don’t have human intuition…..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02F9B6-0C0C-B4E6-AD5E-DC59D8FC4D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08216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0695A-72B0-044E-4260-9209748419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81419"/>
            <a:ext cx="7494917" cy="632219"/>
          </a:xfrm>
        </p:spPr>
        <p:txBody>
          <a:bodyPr/>
          <a:lstStyle/>
          <a:p>
            <a:r>
              <a:rPr lang="en-US" dirty="0"/>
              <a:t>Logical Equivalencies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icture Placeholder 2">
                <a:extLst>
                  <a:ext uri="{FF2B5EF4-FFF2-40B4-BE49-F238E27FC236}">
                    <a16:creationId xmlns:a16="http://schemas.microsoft.com/office/drawing/2014/main" id="{85853A79-C0DE-F75B-95ED-8A7EC4A238D1}"/>
                  </a:ext>
                </a:extLst>
              </p:cNvPr>
              <p:cNvSpPr>
                <a:spLocks noGrp="1"/>
              </p:cNvSpPr>
              <p:nvPr>
                <p:ph type="pic" sz="quarter" idx="13"/>
              </p:nvPr>
            </p:nvSpPr>
            <p:spPr/>
            <p:txBody>
              <a:bodyPr/>
              <a:lstStyle/>
              <a:p>
                <a:r>
                  <a:rPr lang="en-US" dirty="0"/>
                  <a:t>Automated inference would be easier if we only had one rule to apply</a:t>
                </a:r>
              </a:p>
              <a:p>
                <a:r>
                  <a:rPr lang="en-US" dirty="0"/>
                  <a:t>Consider the expressions</a:t>
                </a:r>
              </a:p>
              <a:p>
                <a:pPr marL="457189" lvl="1" indent="0">
                  <a:buNone/>
                </a:pPr>
                <a:endParaRPr lang="en-GB" b="0" i="1" dirty="0">
                  <a:latin typeface="Cambria Math" panose="02040503050406030204" pitchFamily="18" charset="0"/>
                </a:endParaRPr>
              </a:p>
              <a:p>
                <a:pPr marL="457189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⇒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;   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∧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𝑄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;   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∨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𝑄</m:t>
                      </m:r>
                    </m:oMath>
                  </m:oMathPara>
                </a14:m>
                <a:endParaRPr lang="en-GB" b="0" dirty="0"/>
              </a:p>
              <a:p>
                <a:pPr marL="457189" lvl="1" indent="0">
                  <a:buNone/>
                </a:pPr>
                <a:endParaRPr lang="en-US" dirty="0"/>
              </a:p>
              <a:p>
                <a:r>
                  <a:rPr lang="en-US" dirty="0"/>
                  <a:t>Can we represent a knowledge base using only </a:t>
                </a:r>
                <a:r>
                  <a:rPr lang="en-US"/>
                  <a:t>one of these</a:t>
                </a:r>
                <a:r>
                  <a:rPr lang="en-US" dirty="0"/>
                  <a:t>?</a:t>
                </a:r>
              </a:p>
            </p:txBody>
          </p:sp>
        </mc:Choice>
        <mc:Fallback xmlns="">
          <p:sp>
            <p:nvSpPr>
              <p:cNvPr id="3" name="Picture Placeholder 2">
                <a:extLst>
                  <a:ext uri="{FF2B5EF4-FFF2-40B4-BE49-F238E27FC236}">
                    <a16:creationId xmlns:a16="http://schemas.microsoft.com/office/drawing/2014/main" id="{85853A79-C0DE-F75B-95ED-8A7EC4A238D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pic" sz="quarter" idx="13"/>
              </p:nvPr>
            </p:nvSpPr>
            <p:spPr>
              <a:blipFill>
                <a:blip r:embed="rId3"/>
                <a:stretch>
                  <a:fillRect l="-1084" t="-2089" r="-6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A24F99-E960-C486-CA7D-9EA166C2F0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3</a:t>
            </a:fld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4DAE2015-BB89-02D8-AD2D-A1D8CCBD2F3B}"/>
                  </a:ext>
                </a:extLst>
              </p14:cNvPr>
              <p14:cNvContentPartPr/>
              <p14:nvPr/>
            </p14:nvContentPartPr>
            <p14:xfrm>
              <a:off x="513000" y="3796920"/>
              <a:ext cx="8430120" cy="263844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4DAE2015-BB89-02D8-AD2D-A1D8CCBD2F3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03640" y="3787560"/>
                <a:ext cx="8448840" cy="2657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092526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A42D0A-6782-8EA6-89F3-27362AAB32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81419"/>
            <a:ext cx="8288547" cy="632219"/>
          </a:xfrm>
        </p:spPr>
        <p:txBody>
          <a:bodyPr/>
          <a:lstStyle/>
          <a:p>
            <a:r>
              <a:rPr lang="en-US" dirty="0"/>
              <a:t>Rule Based Systems 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358DD7F-0ADF-563C-C74F-6E2D093370C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r>
              <a:rPr lang="en-US" dirty="0"/>
              <a:t>If we can represent a Knowledge base purely in terms of material implication and negation, we only need one inference rule: </a:t>
            </a:r>
            <a:r>
              <a:rPr lang="en-US" i="1" dirty="0"/>
              <a:t>modus ponens</a:t>
            </a:r>
          </a:p>
          <a:p>
            <a:endParaRPr lang="en-US" i="1" dirty="0"/>
          </a:p>
          <a:p>
            <a:r>
              <a:rPr lang="en-US" dirty="0"/>
              <a:t>Will allow us to prove logical statements by either:</a:t>
            </a:r>
          </a:p>
          <a:p>
            <a:endParaRPr lang="en-US" dirty="0"/>
          </a:p>
          <a:p>
            <a:r>
              <a:rPr lang="en-US" dirty="0"/>
              <a:t>Systematically deriving new facts until we find the one we want</a:t>
            </a:r>
          </a:p>
          <a:p>
            <a:r>
              <a:rPr lang="en-US" dirty="0"/>
              <a:t>Systematically exploring the known facts to establish compatibility.</a:t>
            </a:r>
          </a:p>
          <a:p>
            <a:endParaRPr lang="en-US" i="1" dirty="0"/>
          </a:p>
          <a:p>
            <a:endParaRPr lang="en-US" i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39786E-E48A-924B-0232-33ED56F03D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24574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3C2791-FCAC-6BBF-DECB-BB1AF41B1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 Example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D9F0266-FF01-C57E-C9F2-2425B4DEB04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8201" y="1119706"/>
            <a:ext cx="6838505" cy="4857857"/>
          </a:xfrm>
        </p:spPr>
        <p:txBody>
          <a:bodyPr>
            <a:noAutofit/>
          </a:bodyPr>
          <a:lstStyle/>
          <a:p>
            <a:pPr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en-US" sz="24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Knowledge base of medical treatments.</a:t>
            </a:r>
          </a:p>
          <a:p>
            <a:pPr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en-US" sz="24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Includes facts about diseases and the medicines that can be used to treat them:</a:t>
            </a:r>
          </a:p>
          <a:p>
            <a:pPr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en-US" sz="24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There are six diseases {A, B, C, D, E, F }.</a:t>
            </a:r>
          </a:p>
          <a:p>
            <a:pPr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en-US" sz="24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There are five medicines {U, V, W, X, Y, Z}</a:t>
            </a:r>
          </a:p>
          <a:p>
            <a:pPr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en-US" sz="24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The medicines are available in either oral or injectable form {O, I}.</a:t>
            </a:r>
          </a:p>
          <a:p>
            <a:pPr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en-US" sz="24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KB tells us which medicines treat a disease, and what form each medicine is available in</a:t>
            </a:r>
          </a:p>
          <a:p>
            <a:pPr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en-US" sz="24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We have the following rules:</a:t>
            </a:r>
            <a:br>
              <a:rPr lang="en-US" altLang="en-US" sz="2400" dirty="0">
                <a:solidFill>
                  <a:srgbClr val="000000"/>
                </a:solidFill>
                <a:latin typeface="Helvetica" pitchFamily="2" charset="0"/>
              </a:rPr>
            </a:br>
            <a:br>
              <a:rPr lang="en-US" altLang="en-US" sz="2400" dirty="0">
                <a:latin typeface="Helvetica" pitchFamily="2" charset="0"/>
              </a:rPr>
            </a:br>
            <a:endParaRPr lang="en-US" altLang="en-US" sz="2400" dirty="0">
              <a:latin typeface="Helvetica" pitchFamily="2" charset="0"/>
            </a:endParaRPr>
          </a:p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None/>
            </a:pPr>
            <a:br>
              <a:rPr lang="en-US" altLang="en-US" sz="2400" dirty="0">
                <a:solidFill>
                  <a:srgbClr val="000000"/>
                </a:solidFill>
                <a:latin typeface="Helvetica" pitchFamily="2" charset="0"/>
              </a:rPr>
            </a:br>
            <a:br>
              <a:rPr lang="en-US" altLang="en-US" sz="2400" dirty="0">
                <a:latin typeface="Helvetica" pitchFamily="2" charset="0"/>
              </a:rPr>
            </a:br>
            <a:endParaRPr lang="en-US" altLang="en-US" sz="2400" dirty="0">
              <a:latin typeface="Helvetica" pitchFamily="2" charset="0"/>
            </a:endParaRPr>
          </a:p>
          <a:p>
            <a:pPr>
              <a:spcAft>
                <a:spcPts val="600"/>
              </a:spcAft>
            </a:pPr>
            <a:endParaRPr lang="en-US" sz="2400" dirty="0">
              <a:latin typeface="Helvetica" pitchFamily="2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5240CC-9F09-28A4-A2FE-FDBA5CF10D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7539C7B-F338-8BDF-8B9A-821C6CB0EDC9}"/>
              </a:ext>
            </a:extLst>
          </p:cNvPr>
          <p:cNvSpPr txBox="1"/>
          <p:nvPr/>
        </p:nvSpPr>
        <p:spPr>
          <a:xfrm>
            <a:off x="8753844" y="697528"/>
            <a:ext cx="1863356" cy="5940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1. A ⇒ V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2. B ⇒ U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3. B ⇒ V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4. C ⇒ U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5. C ⇒ W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6. D ⇒ X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7. D ⇒ Z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8. E ⇒ W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9. E ⇒ X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10. F ⇒ Y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11. F ⇒ Z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12. U ⇒ O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13. V ⇒ O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14. W ⇒ O</a:t>
            </a:r>
          </a:p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15. W ⇒ I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16. X ⇒ I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17. Y ⇒ I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18. Y ⇒ O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19. Z ⇒ I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4709269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03AD85-A0AD-770E-FE29-86452AFF8B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Forward Chaining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0E2A4F0-001F-C50D-6A36-CEDCF77C31B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8201" y="1119706"/>
            <a:ext cx="5469609" cy="485785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In forward chaining, we start with a fact and a goal, and we explore the implications in a forward direction to find out whether our goal is satisfied.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Given disease B (fact), is there an oral medication available (goal)?</a:t>
            </a:r>
            <a:endParaRPr lang="en-US" i="1" dirty="0"/>
          </a:p>
          <a:p>
            <a:pPr algn="l">
              <a:buFont typeface="Arial" panose="020B0604020202020204" pitchFamily="34" charset="0"/>
              <a:buChar char="•"/>
            </a:pPr>
            <a:endParaRPr lang="en-US" dirty="0"/>
          </a:p>
          <a:p>
            <a:pPr algn="l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5EAAE0-4B01-D995-945F-0DEB12ABF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12B82BF-7554-6E48-AB0B-1971B148B5EF}"/>
              </a:ext>
            </a:extLst>
          </p:cNvPr>
          <p:cNvSpPr txBox="1"/>
          <p:nvPr/>
        </p:nvSpPr>
        <p:spPr>
          <a:xfrm>
            <a:off x="8753844" y="697528"/>
            <a:ext cx="1863356" cy="5940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1. A ⇒ V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2. B ⇒ U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3. B ⇒ V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4. C ⇒ U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5. C ⇒ W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6. D ⇒ X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7. D ⇒ Z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8. E ⇒ W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9. E ⇒ X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10. F ⇒ Y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11. F ⇒ Z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12. U ⇒ O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13. V ⇒ O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14. W ⇒ O</a:t>
            </a:r>
          </a:p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15. W ⇒ I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16. X ⇒ I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17. Y ⇒ I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18. Y ⇒ O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19. Z ⇒ I</a:t>
            </a:r>
            <a:endParaRPr lang="en-US" sz="200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3669A5F7-6AF4-8AD1-0837-AA46429498B6}"/>
                  </a:ext>
                </a:extLst>
              </p14:cNvPr>
              <p14:cNvContentPartPr/>
              <p14:nvPr/>
            </p14:nvContentPartPr>
            <p14:xfrm>
              <a:off x="1094760" y="860760"/>
              <a:ext cx="10094040" cy="598104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3669A5F7-6AF4-8AD1-0837-AA46429498B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85400" y="851400"/>
                <a:ext cx="10112760" cy="5999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761794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C39671-FEB2-7F0E-02B4-41170F42E4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6DA411-1CF6-2413-0465-F29C6D167E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1419"/>
            <a:ext cx="5686586" cy="632219"/>
          </a:xfrm>
        </p:spPr>
        <p:txBody>
          <a:bodyPr/>
          <a:lstStyle/>
          <a:p>
            <a:r>
              <a:rPr lang="en-US" dirty="0"/>
              <a:t>Backward Chaining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D6B0406-132C-9FC6-4848-AA7DC852E62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8201" y="1119706"/>
            <a:ext cx="5877731" cy="4857857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en-US" dirty="0"/>
              <a:t>In backward chaining, we start with our goal, and work through the implications backwards to see if the goal is supported by the facts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US" dirty="0"/>
          </a:p>
          <a:p>
            <a:pPr algn="l">
              <a:buFont typeface="Arial" panose="020B0604020202020204" pitchFamily="34" charset="0"/>
              <a:buChar char="•"/>
            </a:pPr>
            <a:r>
              <a:rPr lang="en-US" dirty="0"/>
              <a:t>Given that the patient wants oral medication O, is that suitable for their disease B?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AEDB50-F334-800B-18E8-6817279D9A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49BD2E-360A-8A61-2F7C-CFAC01BA787E}"/>
              </a:ext>
            </a:extLst>
          </p:cNvPr>
          <p:cNvSpPr txBox="1"/>
          <p:nvPr/>
        </p:nvSpPr>
        <p:spPr>
          <a:xfrm>
            <a:off x="8753844" y="697528"/>
            <a:ext cx="1863356" cy="5940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1. A ⇒ V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2. B ⇒ U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3. B ⇒ V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4. C ⇒ U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5. C ⇒ W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6. D ⇒ X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7. D ⇒ Z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8. E ⇒ W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9. E ⇒ X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10. F ⇒ Y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11. F ⇒ Z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12. U ⇒ O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13. V ⇒ O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14. W ⇒ O</a:t>
            </a:r>
          </a:p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15. W ⇒ I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16. X ⇒ I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17. Y ⇒ I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18. Y ⇒ O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19. Z ⇒ I</a:t>
            </a:r>
            <a:endParaRPr lang="en-US" sz="200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C21F52CF-2BF7-3ADE-AACA-2EE7946D36B7}"/>
                  </a:ext>
                </a:extLst>
              </p14:cNvPr>
              <p14:cNvContentPartPr/>
              <p14:nvPr/>
            </p14:nvContentPartPr>
            <p14:xfrm>
              <a:off x="605520" y="820800"/>
              <a:ext cx="10568520" cy="571500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C21F52CF-2BF7-3ADE-AACA-2EE7946D36B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96160" y="811440"/>
                <a:ext cx="10587240" cy="5733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712112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8AF040-76DD-B46A-E26E-F6D3A4225D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461984-6C2E-F013-7C6E-D66E0E0891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1419"/>
            <a:ext cx="9752308" cy="632219"/>
          </a:xfrm>
        </p:spPr>
        <p:txBody>
          <a:bodyPr/>
          <a:lstStyle/>
          <a:p>
            <a:r>
              <a:rPr lang="en-US" dirty="0"/>
              <a:t>Forward vs Backward Chaining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B179333-B7B4-D9BB-7C78-CEE86141ED3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8201" y="1119706"/>
            <a:ext cx="5877731" cy="4857857"/>
          </a:xfrm>
        </p:spPr>
        <p:txBody>
          <a:bodyPr>
            <a:normAutofit/>
          </a:bodyPr>
          <a:lstStyle/>
          <a:p>
            <a:r>
              <a:rPr lang="en-US" dirty="0"/>
              <a:t>Forward chaining: given the facts, what goals can we solve?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Backward chaining: is the goal we want to solve supported by the evidence?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US" i="1" dirty="0"/>
          </a:p>
          <a:p>
            <a:pPr algn="l">
              <a:buFont typeface="Arial" panose="020B0604020202020204" pitchFamily="34" charset="0"/>
              <a:buChar char="•"/>
            </a:pPr>
            <a:endParaRPr lang="en-US" dirty="0"/>
          </a:p>
          <a:p>
            <a:pPr algn="l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2B21D1-CFD8-D760-2369-818E91C509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4CAD4A-D2AD-EDC0-DC85-0D34C7801003}"/>
              </a:ext>
            </a:extLst>
          </p:cNvPr>
          <p:cNvSpPr txBox="1"/>
          <p:nvPr/>
        </p:nvSpPr>
        <p:spPr>
          <a:xfrm>
            <a:off x="9437760" y="458956"/>
            <a:ext cx="1863356" cy="5940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1. A ⇒ V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2. B ⇒ U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3. B ⇒ V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4. C ⇒ U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5. C ⇒ W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6. D ⇒ X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7. D ⇒ Z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8. E ⇒ W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9. E ⇒ X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10. F ⇒ Y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11. F ⇒ Z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12. U ⇒ O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13. V ⇒ O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14. W ⇒ O</a:t>
            </a:r>
          </a:p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15. W ⇒ I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16. X ⇒ I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17. Y ⇒ I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18. Y ⇒ O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19. Z ⇒ I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8080986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FE7BE7B-0166-523A-A6D9-582A1DC759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0663" y="1216316"/>
            <a:ext cx="7168541" cy="483444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A4D252A-2F48-8C2C-C0C6-7321B18DD7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Search and Proof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CCDC04-E83D-8606-43DC-2B8B5648B18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200" y="4545496"/>
            <a:ext cx="4616302" cy="146797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i="1" dirty="0">
                <a:solidFill>
                  <a:schemeClr val="tx2"/>
                </a:solidFill>
              </a:rPr>
              <a:t>What forms of drug can be used to treat disease D?</a:t>
            </a:r>
          </a:p>
          <a:p>
            <a:pPr marL="0" indent="0">
              <a:buNone/>
            </a:pPr>
            <a:endParaRPr lang="en-US" sz="2000" i="1" dirty="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en-US" sz="2000" i="1" dirty="0">
                <a:solidFill>
                  <a:schemeClr val="tx2"/>
                </a:solidFill>
              </a:rPr>
              <a:t>What diseases can be treated with an injection?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9B3E43-4C2D-FEF8-245E-73BB2AF978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756B6BE-B1B7-9FE4-5BF5-819EB27866E5}"/>
              </a:ext>
            </a:extLst>
          </p:cNvPr>
          <p:cNvSpPr txBox="1"/>
          <p:nvPr/>
        </p:nvSpPr>
        <p:spPr>
          <a:xfrm>
            <a:off x="10501016" y="253433"/>
            <a:ext cx="1863356" cy="5940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1. A ⇒ V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2. B ⇒ U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3. B ⇒ V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4. C ⇒ U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5. C ⇒ W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6. D ⇒ X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7. D ⇒ Z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8. E ⇒ W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9. E ⇒ X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10. F ⇒ Y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11. F ⇒ Z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12. U ⇒ O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13. V ⇒ O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14. W ⇒ O</a:t>
            </a:r>
          </a:p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15. W ⇒ I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16. X ⇒ I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17. Y ⇒ I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18. Y ⇒ O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19. Z ⇒ I</a:t>
            </a:r>
            <a:endParaRPr lang="en-US" sz="200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3CA283D7-2677-EEDE-CBF3-CFEB10779420}"/>
                  </a:ext>
                </a:extLst>
              </p14:cNvPr>
              <p14:cNvContentPartPr/>
              <p14:nvPr/>
            </p14:nvContentPartPr>
            <p14:xfrm>
              <a:off x="2198880" y="1973520"/>
              <a:ext cx="7692480" cy="455292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3CA283D7-2677-EEDE-CBF3-CFEB1077942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189520" y="1964160"/>
                <a:ext cx="7711200" cy="4571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042643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105BE9-382E-C731-9CD5-2B3FB38232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73D80-161A-6915-D98B-D857AC5E4F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Search and Proof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F48E2C-D253-92BC-10EA-594CF4E13AD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200" y="1100863"/>
            <a:ext cx="4400228" cy="4912611"/>
          </a:xfrm>
        </p:spPr>
        <p:txBody>
          <a:bodyPr>
            <a:normAutofit/>
          </a:bodyPr>
          <a:lstStyle/>
          <a:p>
            <a:r>
              <a:rPr lang="en-US" sz="1600" dirty="0">
                <a:solidFill>
                  <a:schemeClr val="tx2"/>
                </a:solidFill>
              </a:rPr>
              <a:t>Inference in rule based systems is equivalent to </a:t>
            </a:r>
            <a:r>
              <a:rPr lang="en-US" sz="1600" b="1" dirty="0">
                <a:solidFill>
                  <a:schemeClr val="tx2"/>
                </a:solidFill>
              </a:rPr>
              <a:t>search </a:t>
            </a:r>
            <a:r>
              <a:rPr lang="en-US" sz="1600" dirty="0">
                <a:solidFill>
                  <a:schemeClr val="tx2"/>
                </a:solidFill>
              </a:rPr>
              <a:t>on a directed graph</a:t>
            </a:r>
          </a:p>
          <a:p>
            <a:r>
              <a:rPr lang="en-US" sz="1600" dirty="0">
                <a:solidFill>
                  <a:schemeClr val="tx2"/>
                </a:solidFill>
              </a:rPr>
              <a:t>A proof corresponds to finding a path in the graph between the premises and the goal.</a:t>
            </a:r>
          </a:p>
          <a:p>
            <a:endParaRPr lang="en-US" sz="1600" dirty="0">
              <a:solidFill>
                <a:schemeClr val="tx2"/>
              </a:solidFill>
            </a:endParaRPr>
          </a:p>
          <a:p>
            <a:r>
              <a:rPr lang="en-US" sz="1600" dirty="0">
                <a:solidFill>
                  <a:schemeClr val="tx2"/>
                </a:solidFill>
              </a:rPr>
              <a:t>In forward chaining, we start with the premises</a:t>
            </a:r>
          </a:p>
          <a:p>
            <a:pPr marL="0" indent="0">
              <a:buNone/>
            </a:pPr>
            <a:r>
              <a:rPr lang="en-US" sz="1600" i="1" dirty="0">
                <a:solidFill>
                  <a:schemeClr val="tx2"/>
                </a:solidFill>
              </a:rPr>
              <a:t>Patients has disease B. Can we treat it with Oral medication?</a:t>
            </a:r>
          </a:p>
          <a:p>
            <a:endParaRPr lang="en-US" sz="1600" dirty="0">
              <a:solidFill>
                <a:schemeClr val="tx2"/>
              </a:solidFill>
            </a:endParaRPr>
          </a:p>
          <a:p>
            <a:r>
              <a:rPr lang="en-US" sz="1600" dirty="0">
                <a:solidFill>
                  <a:schemeClr val="tx2"/>
                </a:solidFill>
              </a:rPr>
              <a:t>In backward chaining, we start with the goal</a:t>
            </a:r>
          </a:p>
          <a:p>
            <a:pPr marL="0" indent="0">
              <a:buNone/>
            </a:pPr>
            <a:r>
              <a:rPr lang="en-US" sz="1600" i="1" dirty="0">
                <a:solidFill>
                  <a:schemeClr val="tx2"/>
                </a:solidFill>
              </a:rPr>
              <a:t>Oral medication. Can it treat disease B?</a:t>
            </a:r>
          </a:p>
          <a:p>
            <a:endParaRPr lang="en-US" sz="1600" dirty="0">
              <a:solidFill>
                <a:schemeClr val="tx2"/>
              </a:solidFill>
            </a:endParaRPr>
          </a:p>
          <a:p>
            <a:r>
              <a:rPr lang="en-US" sz="1600" dirty="0">
                <a:solidFill>
                  <a:schemeClr val="tx2"/>
                </a:solidFill>
              </a:rPr>
              <a:t>Both cases require us to traverse the graph. How to do this systematically?</a:t>
            </a:r>
          </a:p>
          <a:p>
            <a:endParaRPr lang="en-US" sz="1600" dirty="0">
              <a:solidFill>
                <a:schemeClr val="tx2"/>
              </a:solidFill>
            </a:endParaRPr>
          </a:p>
          <a:p>
            <a:pPr marL="0" indent="0">
              <a:buNone/>
            </a:pPr>
            <a:endParaRPr lang="en-US" sz="1600" i="1" dirty="0">
              <a:solidFill>
                <a:schemeClr val="tx2"/>
              </a:solidFill>
            </a:endParaRPr>
          </a:p>
          <a:p>
            <a:pPr marL="0" indent="0">
              <a:buNone/>
            </a:pPr>
            <a:endParaRPr lang="en-US" sz="1600" i="1" dirty="0">
              <a:solidFill>
                <a:schemeClr val="tx2"/>
              </a:solidFill>
            </a:endParaRPr>
          </a:p>
          <a:p>
            <a:pPr marL="742944" indent="-457200"/>
            <a:endParaRPr lang="en-US" sz="1600" dirty="0">
              <a:solidFill>
                <a:schemeClr val="tx2"/>
              </a:solidFill>
            </a:endParaRPr>
          </a:p>
          <a:p>
            <a:pPr marL="914389" lvl="1" indent="-457200"/>
            <a:endParaRPr lang="en-US" sz="2600" dirty="0">
              <a:solidFill>
                <a:schemeClr val="tx2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0D1E2E-8AE5-A406-3A84-16D25A3875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10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225114B-EE84-2983-0C4A-CFCC0413FD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8800" y="1501908"/>
            <a:ext cx="5715000" cy="3854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76199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6CE97B-E535-D213-C26D-7E0416CBE1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81419"/>
            <a:ext cx="11102439" cy="632219"/>
          </a:xfrm>
        </p:spPr>
        <p:txBody>
          <a:bodyPr/>
          <a:lstStyle/>
          <a:p>
            <a:r>
              <a:rPr lang="en-US" dirty="0"/>
              <a:t>Breadth-First Search (Forward Chaining)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21C71D-B90F-C87B-1AB2-CE5BFE3615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11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87B14E7-83A8-299E-B7ED-4DE584BCA2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1196" y="1293702"/>
            <a:ext cx="5646290" cy="491117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D87E672-5EAA-C634-2591-585393ACC8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018" y="1234891"/>
            <a:ext cx="7772400" cy="524169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BB36F53D-92C0-A117-EC6A-3463282D374E}"/>
                  </a:ext>
                </a:extLst>
              </p14:cNvPr>
              <p14:cNvContentPartPr/>
              <p14:nvPr/>
            </p14:nvContentPartPr>
            <p14:xfrm>
              <a:off x="331920" y="1215720"/>
              <a:ext cx="9446760" cy="444276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BB36F53D-92C0-A117-EC6A-3463282D374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22560" y="1206360"/>
                <a:ext cx="9465480" cy="4461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160856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50D4D8-5634-6522-BFAE-813220B4FE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D9FF2B-31B4-23B9-2A9C-6FFA471899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81419"/>
            <a:ext cx="11500263" cy="632219"/>
          </a:xfrm>
        </p:spPr>
        <p:txBody>
          <a:bodyPr/>
          <a:lstStyle/>
          <a:p>
            <a:r>
              <a:rPr lang="en-US" dirty="0"/>
              <a:t>Breadth-First Search (Backward Chaining)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80CDEC-6B1F-1E60-30D3-F69404B115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12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06EB622-C2CB-8C2A-0BEF-B9C18CCB12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1196" y="1293702"/>
            <a:ext cx="5646290" cy="491117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38F43A6-473E-978A-9646-A1B5E16420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1175833"/>
            <a:ext cx="7772400" cy="524169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104D9623-30C4-6F90-0F24-E46D4EBCB9D4}"/>
                  </a:ext>
                </a:extLst>
              </p14:cNvPr>
              <p14:cNvContentPartPr/>
              <p14:nvPr/>
            </p14:nvContentPartPr>
            <p14:xfrm>
              <a:off x="306720" y="2039040"/>
              <a:ext cx="9207720" cy="392364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104D9623-30C4-6F90-0F24-E46D4EBCB9D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97360" y="2029680"/>
                <a:ext cx="9226440" cy="3942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668563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CF5E06-75C1-9AC8-1943-1531FF9710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6F6916-C080-03A1-E8E7-5C6BB3D425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1419"/>
            <a:ext cx="10857854" cy="632219"/>
          </a:xfrm>
        </p:spPr>
        <p:txBody>
          <a:bodyPr/>
          <a:lstStyle/>
          <a:p>
            <a:r>
              <a:rPr lang="en-US" dirty="0"/>
              <a:t>Depth-First Search (Forward Chaining)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45BAF1-C1D3-C29C-C9F1-297A10A425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13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B06704B-91B9-3E8B-D510-8BCE528A31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808155"/>
            <a:ext cx="7772400" cy="524169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A4BF8E9E-709C-F8E0-919F-1097739763D6}"/>
                  </a:ext>
                </a:extLst>
              </p14:cNvPr>
              <p14:cNvContentPartPr/>
              <p14:nvPr/>
            </p14:nvContentPartPr>
            <p14:xfrm>
              <a:off x="331920" y="1666800"/>
              <a:ext cx="7804800" cy="385632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A4BF8E9E-709C-F8E0-919F-1097739763D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22560" y="1657440"/>
                <a:ext cx="7823520" cy="3875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708514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6DB016-A11C-ABCA-0E92-CB61A51E38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6DD76-5F16-73FC-311E-CBD14581B0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81419"/>
            <a:ext cx="11312471" cy="632219"/>
          </a:xfrm>
        </p:spPr>
        <p:txBody>
          <a:bodyPr/>
          <a:lstStyle/>
          <a:p>
            <a:r>
              <a:rPr lang="en-US" dirty="0"/>
              <a:t>Depth-First Search (Backward Chaining)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3E4E11-6539-2756-412A-C6D4DD45E9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14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CED5DE6-0657-280E-665B-C768B922E4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234891"/>
            <a:ext cx="7772400" cy="524169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10CE02F8-EC16-6845-0FF5-562C1921C6AA}"/>
                  </a:ext>
                </a:extLst>
              </p14:cNvPr>
              <p14:cNvContentPartPr/>
              <p14:nvPr/>
            </p14:nvContentPartPr>
            <p14:xfrm>
              <a:off x="636840" y="2146680"/>
              <a:ext cx="7458480" cy="370800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10CE02F8-EC16-6845-0FF5-562C1921C6A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27480" y="2137320"/>
                <a:ext cx="7477200" cy="3726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721042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2D569C-7482-874A-E669-773FB73A61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81419"/>
            <a:ext cx="10811359" cy="632219"/>
          </a:xfrm>
        </p:spPr>
        <p:txBody>
          <a:bodyPr/>
          <a:lstStyle/>
          <a:p>
            <a:r>
              <a:rPr lang="en-US" dirty="0"/>
              <a:t>Breadth vs Depth-First Search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6B6F72-77E4-EBA7-FECE-4BFC9B4C8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15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0712F8E-FBF7-6A3C-8A52-8A701758E6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743" y="1276597"/>
            <a:ext cx="11590475" cy="4310743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07CD2AB3-7EAC-F6D0-F22D-AFAB0B36A02B}"/>
                  </a:ext>
                </a:extLst>
              </p14:cNvPr>
              <p14:cNvContentPartPr/>
              <p14:nvPr/>
            </p14:nvContentPartPr>
            <p14:xfrm>
              <a:off x="742680" y="2274840"/>
              <a:ext cx="11084760" cy="346392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07CD2AB3-7EAC-F6D0-F22D-AFAB0B36A02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33320" y="2265480"/>
                <a:ext cx="11103480" cy="3482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426946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3EFE28-A46F-086B-8C33-47A70D7FCB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23898E0-4A5E-6323-06B7-F52A39F46D9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000" b="1" dirty="0"/>
              <a:t>Exercises 6: Automating Natural Deduction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9A1633-BF73-E66E-B238-D1A029D2BF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73937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EDB717FA-C536-CCC1-5E12-8CFFB2BB7321}"/>
                  </a:ext>
                </a:extLst>
              </p14:cNvPr>
              <p14:cNvContentPartPr/>
              <p14:nvPr/>
            </p14:nvContentPartPr>
            <p14:xfrm>
              <a:off x="102240" y="513720"/>
              <a:ext cx="10508760" cy="634428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EDB717FA-C536-CCC1-5E12-8CFFB2BB732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2880" y="504360"/>
                <a:ext cx="10527480" cy="6363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841232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0512BF-87DB-2DF3-EEB9-C2DB89162F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EF2A99-F6D6-A76E-C049-F89168F7E77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6A023D-5205-EB79-6E24-1611596DF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18</a:t>
            </a:fld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2E6BE8A0-6B64-3E90-6CA9-71CEB7F8FA5B}"/>
                  </a:ext>
                </a:extLst>
              </p14:cNvPr>
              <p14:cNvContentPartPr/>
              <p14:nvPr/>
            </p14:nvContentPartPr>
            <p14:xfrm>
              <a:off x="629280" y="381240"/>
              <a:ext cx="11032200" cy="639504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2E6BE8A0-6B64-3E90-6CA9-71CEB7F8FA5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19920" y="371880"/>
                <a:ext cx="11050920" cy="6413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251685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08FE8A-915A-3E51-42B8-77D69C86CF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7A98F8-B0F8-A713-499E-C9BAE6C7F8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Day 2 Wrap-up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5D2F98-9F4B-10ED-CC9E-A35B89AC7A8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1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50000"/>
                  </a:schemeClr>
                </a:solidFill>
              </a:rPr>
              <a:t>Logic programming with </a:t>
            </a:r>
            <a:r>
              <a:rPr lang="en-US" sz="2400" dirty="0" err="1">
                <a:solidFill>
                  <a:schemeClr val="tx1">
                    <a:lumMod val="50000"/>
                  </a:schemeClr>
                </a:solidFill>
              </a:rPr>
              <a:t>Kanren</a:t>
            </a:r>
            <a:endParaRPr lang="en-US" sz="2400" dirty="0">
              <a:solidFill>
                <a:schemeClr val="tx1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50000"/>
                  </a:schemeClr>
                </a:solidFill>
              </a:rPr>
              <a:t>Forward and Backward Chaining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50000"/>
                  </a:schemeClr>
                </a:solidFill>
              </a:rPr>
              <a:t>Proof and Search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1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1">
                  <a:lumMod val="50000"/>
                </a:schemeClr>
              </a:solidFill>
            </a:endParaRPr>
          </a:p>
          <a:p>
            <a:endParaRPr lang="en-US" sz="2400" dirty="0">
              <a:solidFill>
                <a:schemeClr val="tx1">
                  <a:lumMod val="50000"/>
                </a:schemeClr>
              </a:solidFill>
            </a:endParaRPr>
          </a:p>
          <a:p>
            <a:r>
              <a:rPr lang="en-US" sz="2400" dirty="0">
                <a:solidFill>
                  <a:schemeClr val="tx1">
                    <a:lumMod val="50000"/>
                  </a:schemeClr>
                </a:solidFill>
              </a:rPr>
              <a:t>Next Week: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50000"/>
                  </a:schemeClr>
                </a:solidFill>
              </a:rPr>
              <a:t>First Order Logic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DB3F90-0DC7-7DAB-FE48-4406DB567B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97345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Queens University 1">
      <a:dk1>
        <a:srgbClr val="494949"/>
      </a:dk1>
      <a:lt1>
        <a:srgbClr val="9B9B9B"/>
      </a:lt1>
      <a:dk2>
        <a:srgbClr val="2F2F2F"/>
      </a:dk2>
      <a:lt2>
        <a:srgbClr val="FFFFFF"/>
      </a:lt2>
      <a:accent1>
        <a:srgbClr val="00AFAB"/>
      </a:accent1>
      <a:accent2>
        <a:srgbClr val="93D60A"/>
      </a:accent2>
      <a:accent3>
        <a:srgbClr val="D6000D"/>
      </a:accent3>
      <a:accent4>
        <a:srgbClr val="F18903"/>
      </a:accent4>
      <a:accent5>
        <a:srgbClr val="AC004D"/>
      </a:accent5>
      <a:accent6>
        <a:srgbClr val="672E6C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I_Master_PPT" id="{520EB0CF-6B0E-8A45-BC11-DA0C3C33E0F5}" vid="{AE149573-493F-1C48-9EE6-1B6DC626C8B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eaab77ea-b4a5-49e3-a1e8-d6dd23a1f286}" enabled="0" method="" siteId="{eaab77ea-b4a5-49e3-a1e8-d6dd23a1f286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2598</TotalTime>
  <Words>1150</Words>
  <Application>Microsoft Macintosh PowerPoint</Application>
  <PresentationFormat>Widescreen</PresentationFormat>
  <Paragraphs>113</Paragraphs>
  <Slides>19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Arial</vt:lpstr>
      <vt:lpstr>Calibri</vt:lpstr>
      <vt:lpstr>Calibri Light</vt:lpstr>
      <vt:lpstr>Cambria Math</vt:lpstr>
      <vt:lpstr>Helvetica</vt:lpstr>
      <vt:lpstr>Office Theme</vt:lpstr>
      <vt:lpstr>MSc Artificial Intelligence</vt:lpstr>
      <vt:lpstr>How Automated Reasoning works</vt:lpstr>
      <vt:lpstr>Logical Equivalencies</vt:lpstr>
      <vt:lpstr>Rule Based Systems </vt:lpstr>
      <vt:lpstr>An Example</vt:lpstr>
      <vt:lpstr>Forward Chaining</vt:lpstr>
      <vt:lpstr>Backward Chaining</vt:lpstr>
      <vt:lpstr>Forward vs Backward Chaining</vt:lpstr>
      <vt:lpstr>Search and Proof</vt:lpstr>
      <vt:lpstr>Search and Proof</vt:lpstr>
      <vt:lpstr>Breadth-First Search (Forward Chaining)</vt:lpstr>
      <vt:lpstr>Breadth-First Search (Backward Chaining)</vt:lpstr>
      <vt:lpstr>Depth-First Search (Forward Chaining)</vt:lpstr>
      <vt:lpstr>Depth-First Search (Backward Chaining)</vt:lpstr>
      <vt:lpstr>Breadth vs Depth-First Search</vt:lpstr>
      <vt:lpstr>PowerPoint Presentation</vt:lpstr>
      <vt:lpstr>PowerPoint Presentation</vt:lpstr>
      <vt:lpstr>PowerPoint Presentation</vt:lpstr>
      <vt:lpstr>Day 2 Wrap-up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Iain Styles</dc:creator>
  <cp:lastModifiedBy>Iain Styles</cp:lastModifiedBy>
  <cp:revision>1</cp:revision>
  <dcterms:created xsi:type="dcterms:W3CDTF">2024-11-07T11:06:47Z</dcterms:created>
  <dcterms:modified xsi:type="dcterms:W3CDTF">2025-09-22T13:59:22Z</dcterms:modified>
</cp:coreProperties>
</file>