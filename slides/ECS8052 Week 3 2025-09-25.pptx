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ink/ink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4" r:id="rId2"/>
    <p:sldId id="375" r:id="rId3"/>
    <p:sldId id="376" r:id="rId4"/>
    <p:sldId id="377" r:id="rId5"/>
    <p:sldId id="335" r:id="rId6"/>
    <p:sldId id="378" r:id="rId7"/>
    <p:sldId id="409" r:id="rId8"/>
    <p:sldId id="379" r:id="rId9"/>
    <p:sldId id="406" r:id="rId10"/>
    <p:sldId id="407" r:id="rId11"/>
    <p:sldId id="408" r:id="rId12"/>
    <p:sldId id="410" r:id="rId13"/>
    <p:sldId id="411" r:id="rId14"/>
    <p:sldId id="412" r:id="rId15"/>
    <p:sldId id="380" r:id="rId16"/>
    <p:sldId id="415" r:id="rId17"/>
    <p:sldId id="413" r:id="rId18"/>
    <p:sldId id="414" r:id="rId19"/>
    <p:sldId id="373" r:id="rId20"/>
    <p:sldId id="363" r:id="rId21"/>
    <p:sldId id="364" r:id="rId22"/>
    <p:sldId id="365" r:id="rId23"/>
    <p:sldId id="366" r:id="rId24"/>
    <p:sldId id="342" r:id="rId25"/>
    <p:sldId id="367" r:id="rId26"/>
    <p:sldId id="368" r:id="rId27"/>
    <p:sldId id="333" r:id="rId28"/>
    <p:sldId id="337" r:id="rId29"/>
    <p:sldId id="336" r:id="rId30"/>
    <p:sldId id="369" r:id="rId31"/>
    <p:sldId id="370" r:id="rId32"/>
    <p:sldId id="339" r:id="rId33"/>
    <p:sldId id="340" r:id="rId34"/>
    <p:sldId id="334" r:id="rId35"/>
    <p:sldId id="372" r:id="rId36"/>
    <p:sldId id="381" r:id="rId37"/>
    <p:sldId id="405" r:id="rId3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5DEF8-700A-024D-85D5-C672409562F1}" v="249" dt="2025-09-29T11:08:46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22" autoAdjust="0"/>
    <p:restoredTop sz="82393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1864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delSection modSection">
      <pc:chgData name="Iain Styles" userId="befbdaae-53f8-4d26-a8dc-3366b09f768a" providerId="ADAL" clId="{5E0D2633-D8F6-500D-A7FC-C9CB56BC4BFB}" dt="2025-09-29T12:25:40.449" v="2450" actId="20578"/>
      <pc:docMkLst>
        <pc:docMk/>
      </pc:docMkLst>
      <pc:sldChg chg="del">
        <pc:chgData name="Iain Styles" userId="befbdaae-53f8-4d26-a8dc-3366b09f768a" providerId="ADAL" clId="{5E0D2633-D8F6-500D-A7FC-C9CB56BC4BFB}" dt="2025-09-26T16:33:07.537" v="21" actId="2696"/>
        <pc:sldMkLst>
          <pc:docMk/>
          <pc:sldMk cId="0" sldId="257"/>
        </pc:sldMkLst>
      </pc:sldChg>
      <pc:sldChg chg="del">
        <pc:chgData name="Iain Styles" userId="befbdaae-53f8-4d26-a8dc-3366b09f768a" providerId="ADAL" clId="{5E0D2633-D8F6-500D-A7FC-C9CB56BC4BFB}" dt="2025-09-26T16:33:07.637" v="76" actId="2696"/>
        <pc:sldMkLst>
          <pc:docMk/>
          <pc:sldMk cId="0" sldId="258"/>
        </pc:sldMkLst>
      </pc:sldChg>
      <pc:sldChg chg="del">
        <pc:chgData name="Iain Styles" userId="befbdaae-53f8-4d26-a8dc-3366b09f768a" providerId="ADAL" clId="{5E0D2633-D8F6-500D-A7FC-C9CB56BC4BFB}" dt="2025-09-26T16:33:07.617" v="66" actId="2696"/>
        <pc:sldMkLst>
          <pc:docMk/>
          <pc:sldMk cId="0" sldId="259"/>
        </pc:sldMkLst>
      </pc:sldChg>
      <pc:sldChg chg="del">
        <pc:chgData name="Iain Styles" userId="befbdaae-53f8-4d26-a8dc-3366b09f768a" providerId="ADAL" clId="{5E0D2633-D8F6-500D-A7FC-C9CB56BC4BFB}" dt="2025-09-26T16:33:07.616" v="64" actId="2696"/>
        <pc:sldMkLst>
          <pc:docMk/>
          <pc:sldMk cId="4150415409" sldId="291"/>
        </pc:sldMkLst>
      </pc:sldChg>
      <pc:sldChg chg="del">
        <pc:chgData name="Iain Styles" userId="befbdaae-53f8-4d26-a8dc-3366b09f768a" providerId="ADAL" clId="{5E0D2633-D8F6-500D-A7FC-C9CB56BC4BFB}" dt="2025-09-26T16:33:07.517" v="15" actId="2696"/>
        <pc:sldMkLst>
          <pc:docMk/>
          <pc:sldMk cId="1844458811" sldId="292"/>
        </pc:sldMkLst>
      </pc:sldChg>
      <pc:sldChg chg="del">
        <pc:chgData name="Iain Styles" userId="befbdaae-53f8-4d26-a8dc-3366b09f768a" providerId="ADAL" clId="{5E0D2633-D8F6-500D-A7FC-C9CB56BC4BFB}" dt="2025-09-26T16:33:07.638" v="77" actId="2696"/>
        <pc:sldMkLst>
          <pc:docMk/>
          <pc:sldMk cId="1192987580" sldId="293"/>
        </pc:sldMkLst>
      </pc:sldChg>
      <pc:sldChg chg="del">
        <pc:chgData name="Iain Styles" userId="befbdaae-53f8-4d26-a8dc-3366b09f768a" providerId="ADAL" clId="{5E0D2633-D8F6-500D-A7FC-C9CB56BC4BFB}" dt="2025-09-26T16:33:07.516" v="14" actId="2696"/>
        <pc:sldMkLst>
          <pc:docMk/>
          <pc:sldMk cId="3491441995" sldId="294"/>
        </pc:sldMkLst>
      </pc:sldChg>
      <pc:sldChg chg="del">
        <pc:chgData name="Iain Styles" userId="befbdaae-53f8-4d26-a8dc-3366b09f768a" providerId="ADAL" clId="{5E0D2633-D8F6-500D-A7FC-C9CB56BC4BFB}" dt="2025-09-26T16:33:07.555" v="34" actId="2696"/>
        <pc:sldMkLst>
          <pc:docMk/>
          <pc:sldMk cId="2638281172" sldId="295"/>
        </pc:sldMkLst>
      </pc:sldChg>
      <pc:sldChg chg="del">
        <pc:chgData name="Iain Styles" userId="befbdaae-53f8-4d26-a8dc-3366b09f768a" providerId="ADAL" clId="{5E0D2633-D8F6-500D-A7FC-C9CB56BC4BFB}" dt="2025-09-26T16:33:07.507" v="5" actId="2696"/>
        <pc:sldMkLst>
          <pc:docMk/>
          <pc:sldMk cId="1304821645" sldId="296"/>
        </pc:sldMkLst>
      </pc:sldChg>
      <pc:sldChg chg="del">
        <pc:chgData name="Iain Styles" userId="befbdaae-53f8-4d26-a8dc-3366b09f768a" providerId="ADAL" clId="{5E0D2633-D8F6-500D-A7FC-C9CB56BC4BFB}" dt="2025-09-26T16:33:07.503" v="1" actId="2696"/>
        <pc:sldMkLst>
          <pc:docMk/>
          <pc:sldMk cId="2889626591" sldId="297"/>
        </pc:sldMkLst>
      </pc:sldChg>
      <pc:sldChg chg="del">
        <pc:chgData name="Iain Styles" userId="befbdaae-53f8-4d26-a8dc-3366b09f768a" providerId="ADAL" clId="{5E0D2633-D8F6-500D-A7FC-C9CB56BC4BFB}" dt="2025-09-26T16:33:07.614" v="62" actId="2696"/>
        <pc:sldMkLst>
          <pc:docMk/>
          <pc:sldMk cId="3933355230" sldId="298"/>
        </pc:sldMkLst>
      </pc:sldChg>
      <pc:sldChg chg="del">
        <pc:chgData name="Iain Styles" userId="befbdaae-53f8-4d26-a8dc-3366b09f768a" providerId="ADAL" clId="{5E0D2633-D8F6-500D-A7FC-C9CB56BC4BFB}" dt="2025-09-26T16:33:07.519" v="17" actId="2696"/>
        <pc:sldMkLst>
          <pc:docMk/>
          <pc:sldMk cId="1489423034" sldId="299"/>
        </pc:sldMkLst>
      </pc:sldChg>
      <pc:sldChg chg="del">
        <pc:chgData name="Iain Styles" userId="befbdaae-53f8-4d26-a8dc-3366b09f768a" providerId="ADAL" clId="{5E0D2633-D8F6-500D-A7FC-C9CB56BC4BFB}" dt="2025-09-26T16:33:07.599" v="58" actId="2696"/>
        <pc:sldMkLst>
          <pc:docMk/>
          <pc:sldMk cId="3060807951" sldId="300"/>
        </pc:sldMkLst>
      </pc:sldChg>
      <pc:sldChg chg="del">
        <pc:chgData name="Iain Styles" userId="befbdaae-53f8-4d26-a8dc-3366b09f768a" providerId="ADAL" clId="{5E0D2633-D8F6-500D-A7FC-C9CB56BC4BFB}" dt="2025-09-26T16:33:07.580" v="43" actId="2696"/>
        <pc:sldMkLst>
          <pc:docMk/>
          <pc:sldMk cId="780336828" sldId="301"/>
        </pc:sldMkLst>
      </pc:sldChg>
      <pc:sldChg chg="del">
        <pc:chgData name="Iain Styles" userId="befbdaae-53f8-4d26-a8dc-3366b09f768a" providerId="ADAL" clId="{5E0D2633-D8F6-500D-A7FC-C9CB56BC4BFB}" dt="2025-09-26T16:33:07.573" v="35" actId="2696"/>
        <pc:sldMkLst>
          <pc:docMk/>
          <pc:sldMk cId="3539568370" sldId="302"/>
        </pc:sldMkLst>
      </pc:sldChg>
      <pc:sldChg chg="del">
        <pc:chgData name="Iain Styles" userId="befbdaae-53f8-4d26-a8dc-3366b09f768a" providerId="ADAL" clId="{5E0D2633-D8F6-500D-A7FC-C9CB56BC4BFB}" dt="2025-09-26T16:33:07.579" v="41" actId="2696"/>
        <pc:sldMkLst>
          <pc:docMk/>
          <pc:sldMk cId="2463367022" sldId="303"/>
        </pc:sldMkLst>
      </pc:sldChg>
      <pc:sldChg chg="del">
        <pc:chgData name="Iain Styles" userId="befbdaae-53f8-4d26-a8dc-3366b09f768a" providerId="ADAL" clId="{5E0D2633-D8F6-500D-A7FC-C9CB56BC4BFB}" dt="2025-09-26T16:33:07.626" v="70" actId="2696"/>
        <pc:sldMkLst>
          <pc:docMk/>
          <pc:sldMk cId="3284479578" sldId="304"/>
        </pc:sldMkLst>
      </pc:sldChg>
      <pc:sldChg chg="del">
        <pc:chgData name="Iain Styles" userId="befbdaae-53f8-4d26-a8dc-3366b09f768a" providerId="ADAL" clId="{5E0D2633-D8F6-500D-A7FC-C9CB56BC4BFB}" dt="2025-09-26T16:33:07.634" v="72" actId="2696"/>
        <pc:sldMkLst>
          <pc:docMk/>
          <pc:sldMk cId="1690556488" sldId="305"/>
        </pc:sldMkLst>
      </pc:sldChg>
      <pc:sldChg chg="del">
        <pc:chgData name="Iain Styles" userId="befbdaae-53f8-4d26-a8dc-3366b09f768a" providerId="ADAL" clId="{5E0D2633-D8F6-500D-A7FC-C9CB56BC4BFB}" dt="2025-09-26T16:33:07.554" v="33" actId="2696"/>
        <pc:sldMkLst>
          <pc:docMk/>
          <pc:sldMk cId="79776030" sldId="306"/>
        </pc:sldMkLst>
      </pc:sldChg>
      <pc:sldChg chg="del">
        <pc:chgData name="Iain Styles" userId="befbdaae-53f8-4d26-a8dc-3366b09f768a" providerId="ADAL" clId="{5E0D2633-D8F6-500D-A7FC-C9CB56BC4BFB}" dt="2025-09-26T16:33:07.535" v="19" actId="2696"/>
        <pc:sldMkLst>
          <pc:docMk/>
          <pc:sldMk cId="1437246558" sldId="307"/>
        </pc:sldMkLst>
      </pc:sldChg>
      <pc:sldChg chg="del">
        <pc:chgData name="Iain Styles" userId="befbdaae-53f8-4d26-a8dc-3366b09f768a" providerId="ADAL" clId="{5E0D2633-D8F6-500D-A7FC-C9CB56BC4BFB}" dt="2025-09-26T16:33:07.595" v="52" actId="269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5E0D2633-D8F6-500D-A7FC-C9CB56BC4BFB}" dt="2025-09-26T16:33:07.518" v="16" actId="2696"/>
        <pc:sldMkLst>
          <pc:docMk/>
          <pc:sldMk cId="590912617" sldId="310"/>
        </pc:sldMkLst>
      </pc:sldChg>
      <pc:sldChg chg="del">
        <pc:chgData name="Iain Styles" userId="befbdaae-53f8-4d26-a8dc-3366b09f768a" providerId="ADAL" clId="{5E0D2633-D8F6-500D-A7FC-C9CB56BC4BFB}" dt="2025-09-26T16:33:07.506" v="4" actId="2696"/>
        <pc:sldMkLst>
          <pc:docMk/>
          <pc:sldMk cId="863111172" sldId="311"/>
        </pc:sldMkLst>
      </pc:sldChg>
      <pc:sldChg chg="del">
        <pc:chgData name="Iain Styles" userId="befbdaae-53f8-4d26-a8dc-3366b09f768a" providerId="ADAL" clId="{5E0D2633-D8F6-500D-A7FC-C9CB56BC4BFB}" dt="2025-09-26T16:33:07.582" v="46" actId="2696"/>
        <pc:sldMkLst>
          <pc:docMk/>
          <pc:sldMk cId="2957935270" sldId="312"/>
        </pc:sldMkLst>
      </pc:sldChg>
      <pc:sldChg chg="del">
        <pc:chgData name="Iain Styles" userId="befbdaae-53f8-4d26-a8dc-3366b09f768a" providerId="ADAL" clId="{5E0D2633-D8F6-500D-A7FC-C9CB56BC4BFB}" dt="2025-09-26T16:33:07.627" v="71" actId="2696"/>
        <pc:sldMkLst>
          <pc:docMk/>
          <pc:sldMk cId="398718148" sldId="314"/>
        </pc:sldMkLst>
      </pc:sldChg>
      <pc:sldChg chg="del">
        <pc:chgData name="Iain Styles" userId="befbdaae-53f8-4d26-a8dc-3366b09f768a" providerId="ADAL" clId="{5E0D2633-D8F6-500D-A7FC-C9CB56BC4BFB}" dt="2025-09-26T16:33:07.543" v="28" actId="2696"/>
        <pc:sldMkLst>
          <pc:docMk/>
          <pc:sldMk cId="685004756" sldId="315"/>
        </pc:sldMkLst>
      </pc:sldChg>
      <pc:sldChg chg="del">
        <pc:chgData name="Iain Styles" userId="befbdaae-53f8-4d26-a8dc-3366b09f768a" providerId="ADAL" clId="{5E0D2633-D8F6-500D-A7FC-C9CB56BC4BFB}" dt="2025-09-26T16:33:07.582" v="45" actId="2696"/>
        <pc:sldMkLst>
          <pc:docMk/>
          <pc:sldMk cId="467970236" sldId="317"/>
        </pc:sldMkLst>
      </pc:sldChg>
      <pc:sldChg chg="del">
        <pc:chgData name="Iain Styles" userId="befbdaae-53f8-4d26-a8dc-3366b09f768a" providerId="ADAL" clId="{5E0D2633-D8F6-500D-A7FC-C9CB56BC4BFB}" dt="2025-09-26T16:33:07.538" v="22" actId="2696"/>
        <pc:sldMkLst>
          <pc:docMk/>
          <pc:sldMk cId="1701179987" sldId="318"/>
        </pc:sldMkLst>
      </pc:sldChg>
      <pc:sldChg chg="del">
        <pc:chgData name="Iain Styles" userId="befbdaae-53f8-4d26-a8dc-3366b09f768a" providerId="ADAL" clId="{5E0D2633-D8F6-500D-A7FC-C9CB56BC4BFB}" dt="2025-09-26T16:33:07.509" v="6" actId="2696"/>
        <pc:sldMkLst>
          <pc:docMk/>
          <pc:sldMk cId="1496860457" sldId="319"/>
        </pc:sldMkLst>
      </pc:sldChg>
      <pc:sldChg chg="del">
        <pc:chgData name="Iain Styles" userId="befbdaae-53f8-4d26-a8dc-3366b09f768a" providerId="ADAL" clId="{5E0D2633-D8F6-500D-A7FC-C9CB56BC4BFB}" dt="2025-09-26T16:33:07.615" v="63" actId="2696"/>
        <pc:sldMkLst>
          <pc:docMk/>
          <pc:sldMk cId="1663710516" sldId="320"/>
        </pc:sldMkLst>
      </pc:sldChg>
      <pc:sldChg chg="del">
        <pc:chgData name="Iain Styles" userId="befbdaae-53f8-4d26-a8dc-3366b09f768a" providerId="ADAL" clId="{5E0D2633-D8F6-500D-A7FC-C9CB56BC4BFB}" dt="2025-09-26T16:33:07.576" v="38" actId="2696"/>
        <pc:sldMkLst>
          <pc:docMk/>
          <pc:sldMk cId="3439088038" sldId="321"/>
        </pc:sldMkLst>
      </pc:sldChg>
      <pc:sldChg chg="del">
        <pc:chgData name="Iain Styles" userId="befbdaae-53f8-4d26-a8dc-3366b09f768a" providerId="ADAL" clId="{5E0D2633-D8F6-500D-A7FC-C9CB56BC4BFB}" dt="2025-09-26T16:33:07.504" v="2" actId="2696"/>
        <pc:sldMkLst>
          <pc:docMk/>
          <pc:sldMk cId="579893352" sldId="322"/>
        </pc:sldMkLst>
      </pc:sldChg>
      <pc:sldChg chg="del">
        <pc:chgData name="Iain Styles" userId="befbdaae-53f8-4d26-a8dc-3366b09f768a" providerId="ADAL" clId="{5E0D2633-D8F6-500D-A7FC-C9CB56BC4BFB}" dt="2025-09-26T16:33:07.544" v="29" actId="2696"/>
        <pc:sldMkLst>
          <pc:docMk/>
          <pc:sldMk cId="4156057639" sldId="323"/>
        </pc:sldMkLst>
      </pc:sldChg>
      <pc:sldChg chg="del">
        <pc:chgData name="Iain Styles" userId="befbdaae-53f8-4d26-a8dc-3366b09f768a" providerId="ADAL" clId="{5E0D2633-D8F6-500D-A7FC-C9CB56BC4BFB}" dt="2025-09-26T16:33:07.578" v="40" actId="2696"/>
        <pc:sldMkLst>
          <pc:docMk/>
          <pc:sldMk cId="574810486" sldId="324"/>
        </pc:sldMkLst>
      </pc:sldChg>
      <pc:sldChg chg="del">
        <pc:chgData name="Iain Styles" userId="befbdaae-53f8-4d26-a8dc-3366b09f768a" providerId="ADAL" clId="{5E0D2633-D8F6-500D-A7FC-C9CB56BC4BFB}" dt="2025-09-26T16:33:07.575" v="37" actId="2696"/>
        <pc:sldMkLst>
          <pc:docMk/>
          <pc:sldMk cId="3211664744" sldId="325"/>
        </pc:sldMkLst>
      </pc:sldChg>
      <pc:sldChg chg="del">
        <pc:chgData name="Iain Styles" userId="befbdaae-53f8-4d26-a8dc-3366b09f768a" providerId="ADAL" clId="{5E0D2633-D8F6-500D-A7FC-C9CB56BC4BFB}" dt="2025-09-26T16:33:07.635" v="73" actId="2696"/>
        <pc:sldMkLst>
          <pc:docMk/>
          <pc:sldMk cId="3149925182" sldId="326"/>
        </pc:sldMkLst>
      </pc:sldChg>
      <pc:sldChg chg="del">
        <pc:chgData name="Iain Styles" userId="befbdaae-53f8-4d26-a8dc-3366b09f768a" providerId="ADAL" clId="{5E0D2633-D8F6-500D-A7FC-C9CB56BC4BFB}" dt="2025-09-26T16:33:07.585" v="49" actId="2696"/>
        <pc:sldMkLst>
          <pc:docMk/>
          <pc:sldMk cId="2126351794" sldId="327"/>
        </pc:sldMkLst>
      </pc:sldChg>
      <pc:sldChg chg="del">
        <pc:chgData name="Iain Styles" userId="befbdaae-53f8-4d26-a8dc-3366b09f768a" providerId="ADAL" clId="{5E0D2633-D8F6-500D-A7FC-C9CB56BC4BFB}" dt="2025-09-26T16:33:07.636" v="75" actId="2696"/>
        <pc:sldMkLst>
          <pc:docMk/>
          <pc:sldMk cId="1330158202" sldId="328"/>
        </pc:sldMkLst>
      </pc:sldChg>
      <pc:sldChg chg="del">
        <pc:chgData name="Iain Styles" userId="befbdaae-53f8-4d26-a8dc-3366b09f768a" providerId="ADAL" clId="{5E0D2633-D8F6-500D-A7FC-C9CB56BC4BFB}" dt="2025-09-26T16:33:07.515" v="13" actId="2696"/>
        <pc:sldMkLst>
          <pc:docMk/>
          <pc:sldMk cId="3952004508" sldId="329"/>
        </pc:sldMkLst>
      </pc:sldChg>
      <pc:sldChg chg="del">
        <pc:chgData name="Iain Styles" userId="befbdaae-53f8-4d26-a8dc-3366b09f768a" providerId="ADAL" clId="{5E0D2633-D8F6-500D-A7FC-C9CB56BC4BFB}" dt="2025-09-26T16:33:07.514" v="12" actId="2696"/>
        <pc:sldMkLst>
          <pc:docMk/>
          <pc:sldMk cId="72769195" sldId="330"/>
        </pc:sldMkLst>
      </pc:sldChg>
      <pc:sldChg chg="del">
        <pc:chgData name="Iain Styles" userId="befbdaae-53f8-4d26-a8dc-3366b09f768a" providerId="ADAL" clId="{5E0D2633-D8F6-500D-A7FC-C9CB56BC4BFB}" dt="2025-09-26T16:33:07.512" v="9" actId="2696"/>
        <pc:sldMkLst>
          <pc:docMk/>
          <pc:sldMk cId="1101232837" sldId="331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1064686169" sldId="333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151509357" sldId="334"/>
        </pc:sldMkLst>
      </pc:sldChg>
      <pc:sldChg chg="modSp mod">
        <pc:chgData name="Iain Styles" userId="befbdaae-53f8-4d26-a8dc-3366b09f768a" providerId="ADAL" clId="{5E0D2633-D8F6-500D-A7FC-C9CB56BC4BFB}" dt="2025-09-27T10:49:51.685" v="494" actId="20577"/>
        <pc:sldMkLst>
          <pc:docMk/>
          <pc:sldMk cId="2387415900" sldId="335"/>
        </pc:sldMkLst>
        <pc:spChg chg="mod">
          <ac:chgData name="Iain Styles" userId="befbdaae-53f8-4d26-a8dc-3366b09f768a" providerId="ADAL" clId="{5E0D2633-D8F6-500D-A7FC-C9CB56BC4BFB}" dt="2025-09-27T10:49:51.685" v="494" actId="20577"/>
          <ac:spMkLst>
            <pc:docMk/>
            <pc:sldMk cId="2387415900" sldId="335"/>
            <ac:spMk id="3" creationId="{AE94B32C-3DA8-5689-C060-98581CE178D3}"/>
          </ac:spMkLst>
        </pc:spChg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2553047233" sldId="336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3896931805" sldId="337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209391180" sldId="339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2261925084" sldId="340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3274019869" sldId="342"/>
        </pc:sldMkLst>
      </pc:sldChg>
      <pc:sldChg chg="del">
        <pc:chgData name="Iain Styles" userId="befbdaae-53f8-4d26-a8dc-3366b09f768a" providerId="ADAL" clId="{5E0D2633-D8F6-500D-A7FC-C9CB56BC4BFB}" dt="2025-09-26T16:33:07.542" v="26" actId="2696"/>
        <pc:sldMkLst>
          <pc:docMk/>
          <pc:sldMk cId="311109508" sldId="343"/>
        </pc:sldMkLst>
      </pc:sldChg>
      <pc:sldChg chg="del">
        <pc:chgData name="Iain Styles" userId="befbdaae-53f8-4d26-a8dc-3366b09f768a" providerId="ADAL" clId="{5E0D2633-D8F6-500D-A7FC-C9CB56BC4BFB}" dt="2025-09-26T16:33:07.639" v="79" actId="2696"/>
        <pc:sldMkLst>
          <pc:docMk/>
          <pc:sldMk cId="570359550" sldId="344"/>
        </pc:sldMkLst>
      </pc:sldChg>
      <pc:sldChg chg="del">
        <pc:chgData name="Iain Styles" userId="befbdaae-53f8-4d26-a8dc-3366b09f768a" providerId="ADAL" clId="{5E0D2633-D8F6-500D-A7FC-C9CB56BC4BFB}" dt="2025-09-26T16:33:07.540" v="25" actId="2696"/>
        <pc:sldMkLst>
          <pc:docMk/>
          <pc:sldMk cId="0" sldId="345"/>
        </pc:sldMkLst>
      </pc:sldChg>
      <pc:sldChg chg="del">
        <pc:chgData name="Iain Styles" userId="befbdaae-53f8-4d26-a8dc-3366b09f768a" providerId="ADAL" clId="{5E0D2633-D8F6-500D-A7FC-C9CB56BC4BFB}" dt="2025-09-26T16:33:07.598" v="57" actId="2696"/>
        <pc:sldMkLst>
          <pc:docMk/>
          <pc:sldMk cId="1019959995" sldId="346"/>
        </pc:sldMkLst>
      </pc:sldChg>
      <pc:sldChg chg="del">
        <pc:chgData name="Iain Styles" userId="befbdaae-53f8-4d26-a8dc-3366b09f768a" providerId="ADAL" clId="{5E0D2633-D8F6-500D-A7FC-C9CB56BC4BFB}" dt="2025-09-26T16:33:07.574" v="36" actId="2696"/>
        <pc:sldMkLst>
          <pc:docMk/>
          <pc:sldMk cId="2795853998" sldId="347"/>
        </pc:sldMkLst>
      </pc:sldChg>
      <pc:sldChg chg="del">
        <pc:chgData name="Iain Styles" userId="befbdaae-53f8-4d26-a8dc-3366b09f768a" providerId="ADAL" clId="{5E0D2633-D8F6-500D-A7FC-C9CB56BC4BFB}" dt="2025-09-26T16:33:07.539" v="23" actId="2696"/>
        <pc:sldMkLst>
          <pc:docMk/>
          <pc:sldMk cId="1050254540" sldId="348"/>
        </pc:sldMkLst>
      </pc:sldChg>
      <pc:sldChg chg="del">
        <pc:chgData name="Iain Styles" userId="befbdaae-53f8-4d26-a8dc-3366b09f768a" providerId="ADAL" clId="{5E0D2633-D8F6-500D-A7FC-C9CB56BC4BFB}" dt="2025-09-26T16:33:07.536" v="20" actId="2696"/>
        <pc:sldMkLst>
          <pc:docMk/>
          <pc:sldMk cId="183393448" sldId="349"/>
        </pc:sldMkLst>
      </pc:sldChg>
      <pc:sldChg chg="del">
        <pc:chgData name="Iain Styles" userId="befbdaae-53f8-4d26-a8dc-3366b09f768a" providerId="ADAL" clId="{5E0D2633-D8F6-500D-A7FC-C9CB56BC4BFB}" dt="2025-09-26T16:33:07.619" v="68" actId="2696"/>
        <pc:sldMkLst>
          <pc:docMk/>
          <pc:sldMk cId="3465088771" sldId="350"/>
        </pc:sldMkLst>
      </pc:sldChg>
      <pc:sldChg chg="del">
        <pc:chgData name="Iain Styles" userId="befbdaae-53f8-4d26-a8dc-3366b09f768a" providerId="ADAL" clId="{5E0D2633-D8F6-500D-A7FC-C9CB56BC4BFB}" dt="2025-09-26T16:33:07.542" v="27" actId="2696"/>
        <pc:sldMkLst>
          <pc:docMk/>
          <pc:sldMk cId="3104361659" sldId="352"/>
        </pc:sldMkLst>
      </pc:sldChg>
      <pc:sldChg chg="del">
        <pc:chgData name="Iain Styles" userId="befbdaae-53f8-4d26-a8dc-3366b09f768a" providerId="ADAL" clId="{5E0D2633-D8F6-500D-A7FC-C9CB56BC4BFB}" dt="2025-09-26T16:33:07.596" v="54" actId="2696"/>
        <pc:sldMkLst>
          <pc:docMk/>
          <pc:sldMk cId="1381691829" sldId="353"/>
        </pc:sldMkLst>
      </pc:sldChg>
      <pc:sldChg chg="del">
        <pc:chgData name="Iain Styles" userId="befbdaae-53f8-4d26-a8dc-3366b09f768a" providerId="ADAL" clId="{5E0D2633-D8F6-500D-A7FC-C9CB56BC4BFB}" dt="2025-09-26T16:33:07.546" v="32" actId="2696"/>
        <pc:sldMkLst>
          <pc:docMk/>
          <pc:sldMk cId="3625528858" sldId="354"/>
        </pc:sldMkLst>
      </pc:sldChg>
      <pc:sldChg chg="del">
        <pc:chgData name="Iain Styles" userId="befbdaae-53f8-4d26-a8dc-3366b09f768a" providerId="ADAL" clId="{5E0D2633-D8F6-500D-A7FC-C9CB56BC4BFB}" dt="2025-09-26T16:33:07.579" v="42" actId="2696"/>
        <pc:sldMkLst>
          <pc:docMk/>
          <pc:sldMk cId="3530153824" sldId="355"/>
        </pc:sldMkLst>
      </pc:sldChg>
      <pc:sldChg chg="del">
        <pc:chgData name="Iain Styles" userId="befbdaae-53f8-4d26-a8dc-3366b09f768a" providerId="ADAL" clId="{5E0D2633-D8F6-500D-A7FC-C9CB56BC4BFB}" dt="2025-09-26T16:33:07.545" v="30" actId="2696"/>
        <pc:sldMkLst>
          <pc:docMk/>
          <pc:sldMk cId="4018349267" sldId="356"/>
        </pc:sldMkLst>
      </pc:sldChg>
      <pc:sldChg chg="del">
        <pc:chgData name="Iain Styles" userId="befbdaae-53f8-4d26-a8dc-3366b09f768a" providerId="ADAL" clId="{5E0D2633-D8F6-500D-A7FC-C9CB56BC4BFB}" dt="2025-09-26T16:33:07.540" v="24" actId="2696"/>
        <pc:sldMkLst>
          <pc:docMk/>
          <pc:sldMk cId="600945326" sldId="357"/>
        </pc:sldMkLst>
      </pc:sldChg>
      <pc:sldChg chg="del">
        <pc:chgData name="Iain Styles" userId="befbdaae-53f8-4d26-a8dc-3366b09f768a" providerId="ADAL" clId="{5E0D2633-D8F6-500D-A7FC-C9CB56BC4BFB}" dt="2025-09-26T16:33:07.639" v="80" actId="2696"/>
        <pc:sldMkLst>
          <pc:docMk/>
          <pc:sldMk cId="248963492" sldId="359"/>
        </pc:sldMkLst>
      </pc:sldChg>
      <pc:sldChg chg="del">
        <pc:chgData name="Iain Styles" userId="befbdaae-53f8-4d26-a8dc-3366b09f768a" providerId="ADAL" clId="{5E0D2633-D8F6-500D-A7FC-C9CB56BC4BFB}" dt="2025-09-26T16:33:07.584" v="48" actId="2696"/>
        <pc:sldMkLst>
          <pc:docMk/>
          <pc:sldMk cId="1730821636" sldId="360"/>
        </pc:sldMkLst>
      </pc:sldChg>
      <pc:sldChg chg="del">
        <pc:chgData name="Iain Styles" userId="befbdaae-53f8-4d26-a8dc-3366b09f768a" providerId="ADAL" clId="{5E0D2633-D8F6-500D-A7FC-C9CB56BC4BFB}" dt="2025-09-26T16:33:07.612" v="59" actId="2696"/>
        <pc:sldMkLst>
          <pc:docMk/>
          <pc:sldMk cId="3309252680" sldId="361"/>
        </pc:sldMkLst>
      </pc:sldChg>
      <pc:sldChg chg="del">
        <pc:chgData name="Iain Styles" userId="befbdaae-53f8-4d26-a8dc-3366b09f768a" providerId="ADAL" clId="{5E0D2633-D8F6-500D-A7FC-C9CB56BC4BFB}" dt="2025-09-26T16:33:07.614" v="61" actId="2696"/>
        <pc:sldMkLst>
          <pc:docMk/>
          <pc:sldMk cId="862457490" sldId="362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1312821279" sldId="363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2474917633" sldId="364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1020281087" sldId="365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3525204167" sldId="366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1911525105" sldId="367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709510685" sldId="368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325496427" sldId="369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1965545114" sldId="370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4262266284" sldId="372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2315743507" sldId="373"/>
        </pc:sldMkLst>
      </pc:sldChg>
      <pc:sldChg chg="modSp mod">
        <pc:chgData name="Iain Styles" userId="befbdaae-53f8-4d26-a8dc-3366b09f768a" providerId="ADAL" clId="{5E0D2633-D8F6-500D-A7FC-C9CB56BC4BFB}" dt="2025-09-27T09:51:51.821" v="174" actId="20577"/>
        <pc:sldMkLst>
          <pc:docMk/>
          <pc:sldMk cId="4143986112" sldId="376"/>
        </pc:sldMkLst>
        <pc:spChg chg="mod">
          <ac:chgData name="Iain Styles" userId="befbdaae-53f8-4d26-a8dc-3366b09f768a" providerId="ADAL" clId="{5E0D2633-D8F6-500D-A7FC-C9CB56BC4BFB}" dt="2025-09-27T09:51:51.821" v="174" actId="20577"/>
          <ac:spMkLst>
            <pc:docMk/>
            <pc:sldMk cId="4143986112" sldId="376"/>
            <ac:spMk id="3" creationId="{00000000-0000-0000-0000-000000000000}"/>
          </ac:spMkLst>
        </pc:spChg>
      </pc:sldChg>
      <pc:sldChg chg="modSp mod">
        <pc:chgData name="Iain Styles" userId="befbdaae-53f8-4d26-a8dc-3366b09f768a" providerId="ADAL" clId="{5E0D2633-D8F6-500D-A7FC-C9CB56BC4BFB}" dt="2025-09-27T09:54:04.724" v="381" actId="20577"/>
        <pc:sldMkLst>
          <pc:docMk/>
          <pc:sldMk cId="492829823" sldId="377"/>
        </pc:sldMkLst>
        <pc:spChg chg="mod">
          <ac:chgData name="Iain Styles" userId="befbdaae-53f8-4d26-a8dc-3366b09f768a" providerId="ADAL" clId="{5E0D2633-D8F6-500D-A7FC-C9CB56BC4BFB}" dt="2025-09-27T09:54:04.724" v="381" actId="20577"/>
          <ac:spMkLst>
            <pc:docMk/>
            <pc:sldMk cId="492829823" sldId="377"/>
            <ac:spMk id="3" creationId="{00000000-0000-0000-0000-000000000000}"/>
          </ac:spMkLst>
        </pc:spChg>
      </pc:sldChg>
      <pc:sldChg chg="addSp modSp mod modAnim modNotesTx">
        <pc:chgData name="Iain Styles" userId="befbdaae-53f8-4d26-a8dc-3366b09f768a" providerId="ADAL" clId="{5E0D2633-D8F6-500D-A7FC-C9CB56BC4BFB}" dt="2025-09-29T10:08:55.305" v="2439"/>
        <pc:sldMkLst>
          <pc:docMk/>
          <pc:sldMk cId="1723573332" sldId="378"/>
        </pc:sldMkLst>
        <pc:spChg chg="mod">
          <ac:chgData name="Iain Styles" userId="befbdaae-53f8-4d26-a8dc-3366b09f768a" providerId="ADAL" clId="{5E0D2633-D8F6-500D-A7FC-C9CB56BC4BFB}" dt="2025-09-27T10:50:23.653" v="503" actId="20577"/>
          <ac:spMkLst>
            <pc:docMk/>
            <pc:sldMk cId="1723573332" sldId="378"/>
            <ac:spMk id="3" creationId="{AE94B32C-3DA8-5689-C060-98581CE178D3}"/>
          </ac:spMkLst>
        </pc:spChg>
        <pc:inkChg chg="add">
          <ac:chgData name="Iain Styles" userId="befbdaae-53f8-4d26-a8dc-3366b09f768a" providerId="ADAL" clId="{5E0D2633-D8F6-500D-A7FC-C9CB56BC4BFB}" dt="2025-09-29T10:08:55.305" v="2439"/>
          <ac:inkMkLst>
            <pc:docMk/>
            <pc:sldMk cId="1723573332" sldId="378"/>
            <ac:inkMk id="5" creationId="{95F7A1EF-BD1E-5A99-861D-FB01A3A87CBE}"/>
          </ac:inkMkLst>
        </pc:inkChg>
      </pc:sldChg>
      <pc:sldChg chg="addSp modSp modAnim modNotesTx">
        <pc:chgData name="Iain Styles" userId="befbdaae-53f8-4d26-a8dc-3366b09f768a" providerId="ADAL" clId="{5E0D2633-D8F6-500D-A7FC-C9CB56BC4BFB}" dt="2025-09-29T10:08:55.305" v="2439"/>
        <pc:sldMkLst>
          <pc:docMk/>
          <pc:sldMk cId="1568652430" sldId="379"/>
        </pc:sldMkLst>
        <pc:spChg chg="mod">
          <ac:chgData name="Iain Styles" userId="befbdaae-53f8-4d26-a8dc-3366b09f768a" providerId="ADAL" clId="{5E0D2633-D8F6-500D-A7FC-C9CB56BC4BFB}" dt="2025-09-27T10:51:09.192" v="564" actId="20577"/>
          <ac:spMkLst>
            <pc:docMk/>
            <pc:sldMk cId="1568652430" sldId="379"/>
            <ac:spMk id="3" creationId="{AE94B32C-3DA8-5689-C060-98581CE178D3}"/>
          </ac:spMkLst>
        </pc:spChg>
        <pc:inkChg chg="add">
          <ac:chgData name="Iain Styles" userId="befbdaae-53f8-4d26-a8dc-3366b09f768a" providerId="ADAL" clId="{5E0D2633-D8F6-500D-A7FC-C9CB56BC4BFB}" dt="2025-09-29T10:08:55.305" v="2439"/>
          <ac:inkMkLst>
            <pc:docMk/>
            <pc:sldMk cId="1568652430" sldId="379"/>
            <ac:inkMk id="5" creationId="{1602A917-580E-FBDC-BE1B-064F8A354556}"/>
          </ac:inkMkLst>
        </pc:inkChg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632667121" sldId="381"/>
        </pc:sldMkLst>
      </pc:sldChg>
      <pc:sldChg chg="del">
        <pc:chgData name="Iain Styles" userId="befbdaae-53f8-4d26-a8dc-3366b09f768a" providerId="ADAL" clId="{5E0D2633-D8F6-500D-A7FC-C9CB56BC4BFB}" dt="2025-09-26T16:33:07.586" v="51" actId="2696"/>
        <pc:sldMkLst>
          <pc:docMk/>
          <pc:sldMk cId="1276179479" sldId="382"/>
        </pc:sldMkLst>
      </pc:sldChg>
      <pc:sldChg chg="del">
        <pc:chgData name="Iain Styles" userId="befbdaae-53f8-4d26-a8dc-3366b09f768a" providerId="ADAL" clId="{5E0D2633-D8F6-500D-A7FC-C9CB56BC4BFB}" dt="2025-09-26T16:33:07.597" v="55" actId="2696"/>
        <pc:sldMkLst>
          <pc:docMk/>
          <pc:sldMk cId="3371211255" sldId="384"/>
        </pc:sldMkLst>
      </pc:sldChg>
      <pc:sldChg chg="del">
        <pc:chgData name="Iain Styles" userId="befbdaae-53f8-4d26-a8dc-3366b09f768a" providerId="ADAL" clId="{5E0D2633-D8F6-500D-A7FC-C9CB56BC4BFB}" dt="2025-09-26T16:33:07.513" v="10" actId="2696"/>
        <pc:sldMkLst>
          <pc:docMk/>
          <pc:sldMk cId="808098600" sldId="385"/>
        </pc:sldMkLst>
      </pc:sldChg>
      <pc:sldChg chg="del">
        <pc:chgData name="Iain Styles" userId="befbdaae-53f8-4d26-a8dc-3366b09f768a" providerId="ADAL" clId="{5E0D2633-D8F6-500D-A7FC-C9CB56BC4BFB}" dt="2025-09-26T16:33:07.505" v="3" actId="2696"/>
        <pc:sldMkLst>
          <pc:docMk/>
          <pc:sldMk cId="2797813325" sldId="386"/>
        </pc:sldMkLst>
      </pc:sldChg>
      <pc:sldChg chg="del">
        <pc:chgData name="Iain Styles" userId="befbdaae-53f8-4d26-a8dc-3366b09f768a" providerId="ADAL" clId="{5E0D2633-D8F6-500D-A7FC-C9CB56BC4BFB}" dt="2025-09-26T16:33:07.619" v="69" actId="2696"/>
        <pc:sldMkLst>
          <pc:docMk/>
          <pc:sldMk cId="3604264392" sldId="387"/>
        </pc:sldMkLst>
      </pc:sldChg>
      <pc:sldChg chg="del">
        <pc:chgData name="Iain Styles" userId="befbdaae-53f8-4d26-a8dc-3366b09f768a" providerId="ADAL" clId="{5E0D2633-D8F6-500D-A7FC-C9CB56BC4BFB}" dt="2025-09-26T16:33:07.513" v="11" actId="2696"/>
        <pc:sldMkLst>
          <pc:docMk/>
          <pc:sldMk cId="1447274719" sldId="388"/>
        </pc:sldMkLst>
      </pc:sldChg>
      <pc:sldChg chg="del">
        <pc:chgData name="Iain Styles" userId="befbdaae-53f8-4d26-a8dc-3366b09f768a" providerId="ADAL" clId="{5E0D2633-D8F6-500D-A7FC-C9CB56BC4BFB}" dt="2025-09-26T16:33:07.597" v="56" actId="2696"/>
        <pc:sldMkLst>
          <pc:docMk/>
          <pc:sldMk cId="2633191424" sldId="389"/>
        </pc:sldMkLst>
      </pc:sldChg>
      <pc:sldChg chg="del">
        <pc:chgData name="Iain Styles" userId="befbdaae-53f8-4d26-a8dc-3366b09f768a" providerId="ADAL" clId="{5E0D2633-D8F6-500D-A7FC-C9CB56BC4BFB}" dt="2025-09-26T16:33:07.617" v="65" actId="2696"/>
        <pc:sldMkLst>
          <pc:docMk/>
          <pc:sldMk cId="773077602" sldId="390"/>
        </pc:sldMkLst>
      </pc:sldChg>
      <pc:sldChg chg="del">
        <pc:chgData name="Iain Styles" userId="befbdaae-53f8-4d26-a8dc-3366b09f768a" providerId="ADAL" clId="{5E0D2633-D8F6-500D-A7FC-C9CB56BC4BFB}" dt="2025-09-26T16:33:07.618" v="67" actId="2696"/>
        <pc:sldMkLst>
          <pc:docMk/>
          <pc:sldMk cId="832998783" sldId="391"/>
        </pc:sldMkLst>
      </pc:sldChg>
      <pc:sldChg chg="del">
        <pc:chgData name="Iain Styles" userId="befbdaae-53f8-4d26-a8dc-3366b09f768a" providerId="ADAL" clId="{5E0D2633-D8F6-500D-A7FC-C9CB56BC4BFB}" dt="2025-09-26T16:33:07.581" v="44" actId="2696"/>
        <pc:sldMkLst>
          <pc:docMk/>
          <pc:sldMk cId="1778785276" sldId="392"/>
        </pc:sldMkLst>
      </pc:sldChg>
      <pc:sldChg chg="del">
        <pc:chgData name="Iain Styles" userId="befbdaae-53f8-4d26-a8dc-3366b09f768a" providerId="ADAL" clId="{5E0D2633-D8F6-500D-A7FC-C9CB56BC4BFB}" dt="2025-09-26T16:33:07.638" v="78" actId="2696"/>
        <pc:sldMkLst>
          <pc:docMk/>
          <pc:sldMk cId="2371962881" sldId="393"/>
        </pc:sldMkLst>
      </pc:sldChg>
      <pc:sldChg chg="del">
        <pc:chgData name="Iain Styles" userId="befbdaae-53f8-4d26-a8dc-3366b09f768a" providerId="ADAL" clId="{5E0D2633-D8F6-500D-A7FC-C9CB56BC4BFB}" dt="2025-09-26T16:33:07.636" v="74" actId="2696"/>
        <pc:sldMkLst>
          <pc:docMk/>
          <pc:sldMk cId="24635098" sldId="394"/>
        </pc:sldMkLst>
      </pc:sldChg>
      <pc:sldChg chg="del">
        <pc:chgData name="Iain Styles" userId="befbdaae-53f8-4d26-a8dc-3366b09f768a" providerId="ADAL" clId="{5E0D2633-D8F6-500D-A7FC-C9CB56BC4BFB}" dt="2025-09-26T16:33:07.510" v="7" actId="2696"/>
        <pc:sldMkLst>
          <pc:docMk/>
          <pc:sldMk cId="4107619910" sldId="395"/>
        </pc:sldMkLst>
      </pc:sldChg>
      <pc:sldChg chg="del">
        <pc:chgData name="Iain Styles" userId="befbdaae-53f8-4d26-a8dc-3366b09f768a" providerId="ADAL" clId="{5E0D2633-D8F6-500D-A7FC-C9CB56BC4BFB}" dt="2025-09-26T16:33:07.583" v="47" actId="2696"/>
        <pc:sldMkLst>
          <pc:docMk/>
          <pc:sldMk cId="3716085635" sldId="396"/>
        </pc:sldMkLst>
      </pc:sldChg>
      <pc:sldChg chg="del">
        <pc:chgData name="Iain Styles" userId="befbdaae-53f8-4d26-a8dc-3366b09f768a" providerId="ADAL" clId="{5E0D2633-D8F6-500D-A7FC-C9CB56BC4BFB}" dt="2025-09-26T16:33:07.613" v="60" actId="2696"/>
        <pc:sldMkLst>
          <pc:docMk/>
          <pc:sldMk cId="1670851442" sldId="397"/>
        </pc:sldMkLst>
      </pc:sldChg>
      <pc:sldChg chg="del">
        <pc:chgData name="Iain Styles" userId="befbdaae-53f8-4d26-a8dc-3366b09f768a" providerId="ADAL" clId="{5E0D2633-D8F6-500D-A7FC-C9CB56BC4BFB}" dt="2025-09-26T16:33:07.545" v="31" actId="2696"/>
        <pc:sldMkLst>
          <pc:docMk/>
          <pc:sldMk cId="3166856374" sldId="398"/>
        </pc:sldMkLst>
      </pc:sldChg>
      <pc:sldChg chg="del">
        <pc:chgData name="Iain Styles" userId="befbdaae-53f8-4d26-a8dc-3366b09f768a" providerId="ADAL" clId="{5E0D2633-D8F6-500D-A7FC-C9CB56BC4BFB}" dt="2025-09-26T16:33:07.586" v="50" actId="2696"/>
        <pc:sldMkLst>
          <pc:docMk/>
          <pc:sldMk cId="2472104205" sldId="399"/>
        </pc:sldMkLst>
      </pc:sldChg>
      <pc:sldChg chg="del">
        <pc:chgData name="Iain Styles" userId="befbdaae-53f8-4d26-a8dc-3366b09f768a" providerId="ADAL" clId="{5E0D2633-D8F6-500D-A7FC-C9CB56BC4BFB}" dt="2025-09-26T16:33:07.519" v="18" actId="2696"/>
        <pc:sldMkLst>
          <pc:docMk/>
          <pc:sldMk cId="2242694616" sldId="400"/>
        </pc:sldMkLst>
      </pc:sldChg>
      <pc:sldChg chg="del">
        <pc:chgData name="Iain Styles" userId="befbdaae-53f8-4d26-a8dc-3366b09f768a" providerId="ADAL" clId="{5E0D2633-D8F6-500D-A7FC-C9CB56BC4BFB}" dt="2025-09-26T16:33:07.595" v="53" actId="2696"/>
        <pc:sldMkLst>
          <pc:docMk/>
          <pc:sldMk cId="3857393744" sldId="401"/>
        </pc:sldMkLst>
      </pc:sldChg>
      <pc:sldChg chg="del">
        <pc:chgData name="Iain Styles" userId="befbdaae-53f8-4d26-a8dc-3366b09f768a" providerId="ADAL" clId="{5E0D2633-D8F6-500D-A7FC-C9CB56BC4BFB}" dt="2025-09-26T16:33:07.502" v="0" actId="2696"/>
        <pc:sldMkLst>
          <pc:docMk/>
          <pc:sldMk cId="1439734588" sldId="403"/>
        </pc:sldMkLst>
      </pc:sldChg>
      <pc:sldChg chg="del">
        <pc:chgData name="Iain Styles" userId="befbdaae-53f8-4d26-a8dc-3366b09f768a" providerId="ADAL" clId="{5E0D2633-D8F6-500D-A7FC-C9CB56BC4BFB}" dt="2025-09-26T16:33:07.511" v="8" actId="2696"/>
        <pc:sldMkLst>
          <pc:docMk/>
          <pc:sldMk cId="694455866" sldId="404"/>
        </pc:sldMkLst>
      </pc:sldChg>
      <pc:sldChg chg="mod modShow">
        <pc:chgData name="Iain Styles" userId="befbdaae-53f8-4d26-a8dc-3366b09f768a" providerId="ADAL" clId="{5E0D2633-D8F6-500D-A7FC-C9CB56BC4BFB}" dt="2025-09-27T12:24:06.789" v="2438" actId="729"/>
        <pc:sldMkLst>
          <pc:docMk/>
          <pc:sldMk cId="2593958790" sldId="405"/>
        </pc:sldMkLst>
      </pc:sldChg>
      <pc:sldChg chg="del">
        <pc:chgData name="Iain Styles" userId="befbdaae-53f8-4d26-a8dc-3366b09f768a" providerId="ADAL" clId="{5E0D2633-D8F6-500D-A7FC-C9CB56BC4BFB}" dt="2025-09-26T16:33:07.577" v="39" actId="2696"/>
        <pc:sldMkLst>
          <pc:docMk/>
          <pc:sldMk cId="64577220" sldId="406"/>
        </pc:sldMkLst>
      </pc:sldChg>
      <pc:sldChg chg="modSp new mod modNotesTx">
        <pc:chgData name="Iain Styles" userId="befbdaae-53f8-4d26-a8dc-3366b09f768a" providerId="ADAL" clId="{5E0D2633-D8F6-500D-A7FC-C9CB56BC4BFB}" dt="2025-09-27T11:26:43.227" v="1438" actId="20577"/>
        <pc:sldMkLst>
          <pc:docMk/>
          <pc:sldMk cId="450425756" sldId="406"/>
        </pc:sldMkLst>
        <pc:spChg chg="mod">
          <ac:chgData name="Iain Styles" userId="befbdaae-53f8-4d26-a8dc-3366b09f768a" providerId="ADAL" clId="{5E0D2633-D8F6-500D-A7FC-C9CB56BC4BFB}" dt="2025-09-27T10:53:36.375" v="784" actId="14100"/>
          <ac:spMkLst>
            <pc:docMk/>
            <pc:sldMk cId="450425756" sldId="406"/>
            <ac:spMk id="2" creationId="{F80F9D9E-EAC3-BB4B-B479-513655E90AEA}"/>
          </ac:spMkLst>
        </pc:spChg>
        <pc:spChg chg="mod">
          <ac:chgData name="Iain Styles" userId="befbdaae-53f8-4d26-a8dc-3366b09f768a" providerId="ADAL" clId="{5E0D2633-D8F6-500D-A7FC-C9CB56BC4BFB}" dt="2025-09-27T11:24:32.863" v="1181" actId="16959"/>
          <ac:spMkLst>
            <pc:docMk/>
            <pc:sldMk cId="450425756" sldId="406"/>
            <ac:spMk id="3" creationId="{4E438E12-F8D3-C71B-9795-476831D89807}"/>
          </ac:spMkLst>
        </pc:spChg>
      </pc:sldChg>
      <pc:sldChg chg="addSp modSp new mod modNotesTx">
        <pc:chgData name="Iain Styles" userId="befbdaae-53f8-4d26-a8dc-3366b09f768a" providerId="ADAL" clId="{5E0D2633-D8F6-500D-A7FC-C9CB56BC4BFB}" dt="2025-09-29T10:08:55.305" v="2439"/>
        <pc:sldMkLst>
          <pc:docMk/>
          <pc:sldMk cId="1128537457" sldId="407"/>
        </pc:sldMkLst>
        <pc:spChg chg="mod">
          <ac:chgData name="Iain Styles" userId="befbdaae-53f8-4d26-a8dc-3366b09f768a" providerId="ADAL" clId="{5E0D2633-D8F6-500D-A7FC-C9CB56BC4BFB}" dt="2025-09-27T11:41:29.756" v="1477" actId="14100"/>
          <ac:spMkLst>
            <pc:docMk/>
            <pc:sldMk cId="1128537457" sldId="407"/>
            <ac:spMk id="2" creationId="{D07E194C-7DCD-8E69-3C9A-C8BF55FE9052}"/>
          </ac:spMkLst>
        </pc:spChg>
        <pc:spChg chg="mod">
          <ac:chgData name="Iain Styles" userId="befbdaae-53f8-4d26-a8dc-3366b09f768a" providerId="ADAL" clId="{5E0D2633-D8F6-500D-A7FC-C9CB56BC4BFB}" dt="2025-09-27T11:44:08.266" v="1808" actId="20577"/>
          <ac:spMkLst>
            <pc:docMk/>
            <pc:sldMk cId="1128537457" sldId="407"/>
            <ac:spMk id="3" creationId="{F96C8596-8D99-5F23-0151-FC364A256115}"/>
          </ac:spMkLst>
        </pc:spChg>
        <pc:inkChg chg="add">
          <ac:chgData name="Iain Styles" userId="befbdaae-53f8-4d26-a8dc-3366b09f768a" providerId="ADAL" clId="{5E0D2633-D8F6-500D-A7FC-C9CB56BC4BFB}" dt="2025-09-29T10:08:55.305" v="2439"/>
          <ac:inkMkLst>
            <pc:docMk/>
            <pc:sldMk cId="1128537457" sldId="407"/>
            <ac:inkMk id="5" creationId="{E22145CD-6EEE-C9D4-7A86-8A6683E6F3D0}"/>
          </ac:inkMkLst>
        </pc:inkChg>
      </pc:sldChg>
      <pc:sldChg chg="addSp modSp new mod modNotesTx">
        <pc:chgData name="Iain Styles" userId="befbdaae-53f8-4d26-a8dc-3366b09f768a" providerId="ADAL" clId="{5E0D2633-D8F6-500D-A7FC-C9CB56BC4BFB}" dt="2025-09-29T10:08:55.305" v="2439"/>
        <pc:sldMkLst>
          <pc:docMk/>
          <pc:sldMk cId="2900444732" sldId="408"/>
        </pc:sldMkLst>
        <pc:spChg chg="mod">
          <ac:chgData name="Iain Styles" userId="befbdaae-53f8-4d26-a8dc-3366b09f768a" providerId="ADAL" clId="{5E0D2633-D8F6-500D-A7FC-C9CB56BC4BFB}" dt="2025-09-27T11:47:29.958" v="1933" actId="20577"/>
          <ac:spMkLst>
            <pc:docMk/>
            <pc:sldMk cId="2900444732" sldId="408"/>
            <ac:spMk id="2" creationId="{619D52EC-C454-FA01-2477-B4A49298122C}"/>
          </ac:spMkLst>
        </pc:spChg>
        <pc:inkChg chg="add">
          <ac:chgData name="Iain Styles" userId="befbdaae-53f8-4d26-a8dc-3366b09f768a" providerId="ADAL" clId="{5E0D2633-D8F6-500D-A7FC-C9CB56BC4BFB}" dt="2025-09-29T10:08:55.305" v="2439"/>
          <ac:inkMkLst>
            <pc:docMk/>
            <pc:sldMk cId="2900444732" sldId="408"/>
            <ac:inkMk id="5" creationId="{A2E37C01-99C6-DA00-E060-DC989961CDA8}"/>
          </ac:inkMkLst>
        </pc:inkChg>
      </pc:sldChg>
      <pc:sldChg chg="new del">
        <pc:chgData name="Iain Styles" userId="befbdaae-53f8-4d26-a8dc-3366b09f768a" providerId="ADAL" clId="{5E0D2633-D8F6-500D-A7FC-C9CB56BC4BFB}" dt="2025-09-27T11:57:05.301" v="1943" actId="680"/>
        <pc:sldMkLst>
          <pc:docMk/>
          <pc:sldMk cId="3965387123" sldId="409"/>
        </pc:sldMkLst>
      </pc:sldChg>
      <pc:sldChg chg="addSp modSp add mod modNotesTx">
        <pc:chgData name="Iain Styles" userId="befbdaae-53f8-4d26-a8dc-3366b09f768a" providerId="ADAL" clId="{5E0D2633-D8F6-500D-A7FC-C9CB56BC4BFB}" dt="2025-09-29T10:08:55.305" v="2439"/>
        <pc:sldMkLst>
          <pc:docMk/>
          <pc:sldMk cId="4061372985" sldId="409"/>
        </pc:sldMkLst>
        <pc:spChg chg="mod">
          <ac:chgData name="Iain Styles" userId="befbdaae-53f8-4d26-a8dc-3366b09f768a" providerId="ADAL" clId="{5E0D2633-D8F6-500D-A7FC-C9CB56BC4BFB}" dt="2025-09-27T11:57:21.410" v="1959" actId="20577"/>
          <ac:spMkLst>
            <pc:docMk/>
            <pc:sldMk cId="4061372985" sldId="409"/>
            <ac:spMk id="2" creationId="{C8176F5A-A9F4-700D-268A-B27B90949445}"/>
          </ac:spMkLst>
        </pc:spChg>
        <pc:spChg chg="mod">
          <ac:chgData name="Iain Styles" userId="befbdaae-53f8-4d26-a8dc-3366b09f768a" providerId="ADAL" clId="{5E0D2633-D8F6-500D-A7FC-C9CB56BC4BFB}" dt="2025-09-27T11:57:24.993" v="1960" actId="20577"/>
          <ac:spMkLst>
            <pc:docMk/>
            <pc:sldMk cId="4061372985" sldId="409"/>
            <ac:spMk id="3" creationId="{A52E2B07-A124-5DA8-EA21-AB4FBE4937F2}"/>
          </ac:spMkLst>
        </pc:spChg>
        <pc:inkChg chg="add">
          <ac:chgData name="Iain Styles" userId="befbdaae-53f8-4d26-a8dc-3366b09f768a" providerId="ADAL" clId="{5E0D2633-D8F6-500D-A7FC-C9CB56BC4BFB}" dt="2025-09-29T10:08:55.305" v="2439"/>
          <ac:inkMkLst>
            <pc:docMk/>
            <pc:sldMk cId="4061372985" sldId="409"/>
            <ac:inkMk id="5" creationId="{3DD7C231-ACC3-722A-E35D-38F56EA8E07C}"/>
          </ac:inkMkLst>
        </pc:inkChg>
      </pc:sldChg>
      <pc:sldChg chg="addSp modSp new mod modNotesTx">
        <pc:chgData name="Iain Styles" userId="befbdaae-53f8-4d26-a8dc-3366b09f768a" providerId="ADAL" clId="{5E0D2633-D8F6-500D-A7FC-C9CB56BC4BFB}" dt="2025-09-29T10:08:55.305" v="2439"/>
        <pc:sldMkLst>
          <pc:docMk/>
          <pc:sldMk cId="2950752099" sldId="410"/>
        </pc:sldMkLst>
        <pc:spChg chg="mod">
          <ac:chgData name="Iain Styles" userId="befbdaae-53f8-4d26-a8dc-3366b09f768a" providerId="ADAL" clId="{5E0D2633-D8F6-500D-A7FC-C9CB56BC4BFB}" dt="2025-09-27T12:10:08.835" v="2011" actId="14100"/>
          <ac:spMkLst>
            <pc:docMk/>
            <pc:sldMk cId="2950752099" sldId="410"/>
            <ac:spMk id="2" creationId="{D909E383-E88E-EE0E-A542-CBC9EDB19EF8}"/>
          </ac:spMkLst>
        </pc:spChg>
        <pc:spChg chg="mod">
          <ac:chgData name="Iain Styles" userId="befbdaae-53f8-4d26-a8dc-3366b09f768a" providerId="ADAL" clId="{5E0D2633-D8F6-500D-A7FC-C9CB56BC4BFB}" dt="2025-09-27T12:20:15.017" v="2385" actId="20577"/>
          <ac:spMkLst>
            <pc:docMk/>
            <pc:sldMk cId="2950752099" sldId="410"/>
            <ac:spMk id="3" creationId="{6585A35C-0297-74D4-7320-EBFE58E7F905}"/>
          </ac:spMkLst>
        </pc:spChg>
        <pc:inkChg chg="add">
          <ac:chgData name="Iain Styles" userId="befbdaae-53f8-4d26-a8dc-3366b09f768a" providerId="ADAL" clId="{5E0D2633-D8F6-500D-A7FC-C9CB56BC4BFB}" dt="2025-09-29T10:08:55.305" v="2439"/>
          <ac:inkMkLst>
            <pc:docMk/>
            <pc:sldMk cId="2950752099" sldId="410"/>
            <ac:inkMk id="5" creationId="{F0CEF3C3-8967-A5B3-45A6-3515E989F6AF}"/>
          </ac:inkMkLst>
        </pc:inkChg>
      </pc:sldChg>
      <pc:sldChg chg="addSp modSp new mod">
        <pc:chgData name="Iain Styles" userId="befbdaae-53f8-4d26-a8dc-3366b09f768a" providerId="ADAL" clId="{5E0D2633-D8F6-500D-A7FC-C9CB56BC4BFB}" dt="2025-09-29T10:08:55.305" v="2439"/>
        <pc:sldMkLst>
          <pc:docMk/>
          <pc:sldMk cId="2871007809" sldId="411"/>
        </pc:sldMkLst>
        <pc:spChg chg="mod">
          <ac:chgData name="Iain Styles" userId="befbdaae-53f8-4d26-a8dc-3366b09f768a" providerId="ADAL" clId="{5E0D2633-D8F6-500D-A7FC-C9CB56BC4BFB}" dt="2025-09-27T12:20:27.948" v="2399" actId="20577"/>
          <ac:spMkLst>
            <pc:docMk/>
            <pc:sldMk cId="2871007809" sldId="411"/>
            <ac:spMk id="2" creationId="{3AFB7CBA-E378-CC07-E6F9-1AE06A2B642D}"/>
          </ac:spMkLst>
        </pc:spChg>
        <pc:spChg chg="mod">
          <ac:chgData name="Iain Styles" userId="befbdaae-53f8-4d26-a8dc-3366b09f768a" providerId="ADAL" clId="{5E0D2633-D8F6-500D-A7FC-C9CB56BC4BFB}" dt="2025-09-27T12:22:15.350" v="2416" actId="403"/>
          <ac:spMkLst>
            <pc:docMk/>
            <pc:sldMk cId="2871007809" sldId="411"/>
            <ac:spMk id="3" creationId="{1298E7E9-10B5-F640-71F6-76FA2C53DBB7}"/>
          </ac:spMkLst>
        </pc:spChg>
        <pc:inkChg chg="add">
          <ac:chgData name="Iain Styles" userId="befbdaae-53f8-4d26-a8dc-3366b09f768a" providerId="ADAL" clId="{5E0D2633-D8F6-500D-A7FC-C9CB56BC4BFB}" dt="2025-09-29T10:08:55.305" v="2439"/>
          <ac:inkMkLst>
            <pc:docMk/>
            <pc:sldMk cId="2871007809" sldId="411"/>
            <ac:inkMk id="5" creationId="{3428D4F1-0D03-ABE7-05A3-A61C281AE8F7}"/>
          </ac:inkMkLst>
        </pc:inkChg>
      </pc:sldChg>
      <pc:sldChg chg="addSp modSp new mod">
        <pc:chgData name="Iain Styles" userId="befbdaae-53f8-4d26-a8dc-3366b09f768a" providerId="ADAL" clId="{5E0D2633-D8F6-500D-A7FC-C9CB56BC4BFB}" dt="2025-09-29T10:08:55.305" v="2439"/>
        <pc:sldMkLst>
          <pc:docMk/>
          <pc:sldMk cId="378581775" sldId="412"/>
        </pc:sldMkLst>
        <pc:spChg chg="mod">
          <ac:chgData name="Iain Styles" userId="befbdaae-53f8-4d26-a8dc-3366b09f768a" providerId="ADAL" clId="{5E0D2633-D8F6-500D-A7FC-C9CB56BC4BFB}" dt="2025-09-27T12:22:32.065" v="2430" actId="20577"/>
          <ac:spMkLst>
            <pc:docMk/>
            <pc:sldMk cId="378581775" sldId="412"/>
            <ac:spMk id="2" creationId="{C055DDAB-0104-C4F9-F68B-B99D21814499}"/>
          </ac:spMkLst>
        </pc:spChg>
        <pc:spChg chg="mod">
          <ac:chgData name="Iain Styles" userId="befbdaae-53f8-4d26-a8dc-3366b09f768a" providerId="ADAL" clId="{5E0D2633-D8F6-500D-A7FC-C9CB56BC4BFB}" dt="2025-09-27T12:23:30.122" v="2437" actId="207"/>
          <ac:spMkLst>
            <pc:docMk/>
            <pc:sldMk cId="378581775" sldId="412"/>
            <ac:spMk id="3" creationId="{C6FD1916-1C41-081F-D92B-8EC639F93113}"/>
          </ac:spMkLst>
        </pc:spChg>
        <pc:inkChg chg="add">
          <ac:chgData name="Iain Styles" userId="befbdaae-53f8-4d26-a8dc-3366b09f768a" providerId="ADAL" clId="{5E0D2633-D8F6-500D-A7FC-C9CB56BC4BFB}" dt="2025-09-29T10:08:55.305" v="2439"/>
          <ac:inkMkLst>
            <pc:docMk/>
            <pc:sldMk cId="378581775" sldId="412"/>
            <ac:inkMk id="5" creationId="{C1BAE555-81CA-99BE-FCC7-BCB36EA0AEB0}"/>
          </ac:inkMkLst>
        </pc:inkChg>
      </pc:sldChg>
      <pc:sldChg chg="addSp delSp new mod ord">
        <pc:chgData name="Iain Styles" userId="befbdaae-53f8-4d26-a8dc-3366b09f768a" providerId="ADAL" clId="{5E0D2633-D8F6-500D-A7FC-C9CB56BC4BFB}" dt="2025-09-29T11:08:46.118" v="2449"/>
        <pc:sldMkLst>
          <pc:docMk/>
          <pc:sldMk cId="2603803532" sldId="413"/>
        </pc:sldMkLst>
        <pc:spChg chg="del">
          <ac:chgData name="Iain Styles" userId="befbdaae-53f8-4d26-a8dc-3366b09f768a" providerId="ADAL" clId="{5E0D2633-D8F6-500D-A7FC-C9CB56BC4BFB}" dt="2025-09-29T10:33:11.539" v="2444" actId="478"/>
          <ac:spMkLst>
            <pc:docMk/>
            <pc:sldMk cId="2603803532" sldId="413"/>
            <ac:spMk id="2" creationId="{C290BA70-28F3-DC8B-2DC8-0D168F72EFCA}"/>
          </ac:spMkLst>
        </pc:spChg>
        <pc:spChg chg="del">
          <ac:chgData name="Iain Styles" userId="befbdaae-53f8-4d26-a8dc-3366b09f768a" providerId="ADAL" clId="{5E0D2633-D8F6-500D-A7FC-C9CB56BC4BFB}" dt="2025-09-29T10:33:11.539" v="2444" actId="478"/>
          <ac:spMkLst>
            <pc:docMk/>
            <pc:sldMk cId="2603803532" sldId="413"/>
            <ac:spMk id="3" creationId="{BF6E2AFE-666A-4099-A67E-59A6D9148EDA}"/>
          </ac:spMkLst>
        </pc:spChg>
        <pc:inkChg chg="add">
          <ac:chgData name="Iain Styles" userId="befbdaae-53f8-4d26-a8dc-3366b09f768a" providerId="ADAL" clId="{5E0D2633-D8F6-500D-A7FC-C9CB56BC4BFB}" dt="2025-09-29T11:08:46.118" v="2449"/>
          <ac:inkMkLst>
            <pc:docMk/>
            <pc:sldMk cId="2603803532" sldId="413"/>
            <ac:inkMk id="5" creationId="{1DAA9F97-F2EF-796B-A0FC-5ACD46F848D3}"/>
          </ac:inkMkLst>
        </pc:inkChg>
      </pc:sldChg>
      <pc:sldChg chg="new del">
        <pc:chgData name="Iain Styles" userId="befbdaae-53f8-4d26-a8dc-3366b09f768a" providerId="ADAL" clId="{5E0D2633-D8F6-500D-A7FC-C9CB56BC4BFB}" dt="2025-09-29T10:33:22.169" v="2446" actId="2696"/>
        <pc:sldMkLst>
          <pc:docMk/>
          <pc:sldMk cId="2006164353" sldId="414"/>
        </pc:sldMkLst>
      </pc:sldChg>
      <pc:sldChg chg="addSp add">
        <pc:chgData name="Iain Styles" userId="befbdaae-53f8-4d26-a8dc-3366b09f768a" providerId="ADAL" clId="{5E0D2633-D8F6-500D-A7FC-C9CB56BC4BFB}" dt="2025-09-29T11:08:46.118" v="2449"/>
        <pc:sldMkLst>
          <pc:docMk/>
          <pc:sldMk cId="3439011450" sldId="414"/>
        </pc:sldMkLst>
        <pc:inkChg chg="add">
          <ac:chgData name="Iain Styles" userId="befbdaae-53f8-4d26-a8dc-3366b09f768a" providerId="ADAL" clId="{5E0D2633-D8F6-500D-A7FC-C9CB56BC4BFB}" dt="2025-09-29T11:08:46.118" v="2449"/>
          <ac:inkMkLst>
            <pc:docMk/>
            <pc:sldMk cId="3439011450" sldId="414"/>
            <ac:inkMk id="2" creationId="{5C5038A0-9670-E9A7-A8B6-D6EB58371334}"/>
          </ac:inkMkLst>
        </pc:inkChg>
      </pc:sldChg>
      <pc:sldChg chg="addSp add ord">
        <pc:chgData name="Iain Styles" userId="befbdaae-53f8-4d26-a8dc-3366b09f768a" providerId="ADAL" clId="{5E0D2633-D8F6-500D-A7FC-C9CB56BC4BFB}" dt="2025-09-29T12:25:40.449" v="2450" actId="20578"/>
        <pc:sldMkLst>
          <pc:docMk/>
          <pc:sldMk cId="698221902" sldId="415"/>
        </pc:sldMkLst>
        <pc:inkChg chg="add">
          <ac:chgData name="Iain Styles" userId="befbdaae-53f8-4d26-a8dc-3366b09f768a" providerId="ADAL" clId="{5E0D2633-D8F6-500D-A7FC-C9CB56BC4BFB}" dt="2025-09-29T11:08:46.118" v="2449"/>
          <ac:inkMkLst>
            <pc:docMk/>
            <pc:sldMk cId="698221902" sldId="415"/>
            <ac:inkMk id="2" creationId="{8F90C8BE-18A2-3BD8-DD79-87ED3B8A4210}"/>
          </ac:inkMkLst>
        </pc:inkChg>
      </pc:sldChg>
      <pc:sldChg chg="new del">
        <pc:chgData name="Iain Styles" userId="befbdaae-53f8-4d26-a8dc-3366b09f768a" providerId="ADAL" clId="{5E0D2633-D8F6-500D-A7FC-C9CB56BC4BFB}" dt="2025-09-29T10:33:19.450" v="2445" actId="2696"/>
        <pc:sldMkLst>
          <pc:docMk/>
          <pc:sldMk cId="3955963795" sldId="415"/>
        </pc:sldMkLst>
      </pc:sldChg>
    </pc:docChg>
  </pc:docChgLst>
  <pc:docChgLst>
    <pc:chgData name="Iain Styles" userId="befbdaae-53f8-4d26-a8dc-3366b09f768a" providerId="ADAL" clId="{EC32E1E7-569B-5A48-B30C-DB697CEB8225}"/>
    <pc:docChg chg="delSld modSld modSection">
      <pc:chgData name="Iain Styles" userId="befbdaae-53f8-4d26-a8dc-3366b09f768a" providerId="ADAL" clId="{EC32E1E7-569B-5A48-B30C-DB697CEB8225}" dt="2024-11-11T05:31:57.740" v="62" actId="2696"/>
      <pc:docMkLst>
        <pc:docMk/>
      </pc:docMkLst>
      <pc:sldChg chg="modSp modAnim">
        <pc:chgData name="Iain Styles" userId="befbdaae-53f8-4d26-a8dc-3366b09f768a" providerId="ADAL" clId="{EC32E1E7-569B-5A48-B30C-DB697CEB8225}" dt="2024-11-11T04:59:04.839" v="27" actId="20577"/>
        <pc:sldMkLst>
          <pc:docMk/>
          <pc:sldMk cId="780336828" sldId="301"/>
        </pc:sldMkLst>
      </pc:sldChg>
      <pc:sldChg chg="modSp del mod">
        <pc:chgData name="Iain Styles" userId="befbdaae-53f8-4d26-a8dc-3366b09f768a" providerId="ADAL" clId="{EC32E1E7-569B-5A48-B30C-DB697CEB8225}" dt="2024-11-11T05:00:57.947" v="35" actId="2696"/>
        <pc:sldMkLst>
          <pc:docMk/>
          <pc:sldMk cId="504524839" sldId="308"/>
        </pc:sldMkLst>
      </pc:sldChg>
      <pc:sldChg chg="modSp">
        <pc:chgData name="Iain Styles" userId="befbdaae-53f8-4d26-a8dc-3366b09f768a" providerId="ADAL" clId="{EC32E1E7-569B-5A48-B30C-DB697CEB8225}" dt="2024-11-11T05:01:02.972" v="3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EC32E1E7-569B-5A48-B30C-DB697CEB8225}" dt="2024-11-11T05:10:54.013" v="37" actId="2696"/>
        <pc:sldMkLst>
          <pc:docMk/>
          <pc:sldMk cId="1441943578" sldId="316"/>
        </pc:sldMkLst>
      </pc:sldChg>
      <pc:sldChg chg="modSp mod">
        <pc:chgData name="Iain Styles" userId="befbdaae-53f8-4d26-a8dc-3366b09f768a" providerId="ADAL" clId="{EC32E1E7-569B-5A48-B30C-DB697CEB8225}" dt="2024-11-11T04:56:13.241" v="24" actId="20577"/>
        <pc:sldMkLst>
          <pc:docMk/>
          <pc:sldMk cId="3211664744" sldId="325"/>
        </pc:sldMkLst>
      </pc:sldChg>
      <pc:sldChg chg="del">
        <pc:chgData name="Iain Styles" userId="befbdaae-53f8-4d26-a8dc-3366b09f768a" providerId="ADAL" clId="{EC32E1E7-569B-5A48-B30C-DB697CEB8225}" dt="2024-11-11T05:31:57.740" v="62" actId="2696"/>
        <pc:sldMkLst>
          <pc:docMk/>
          <pc:sldMk cId="3757354000" sldId="332"/>
        </pc:sldMkLst>
      </pc:sldChg>
      <pc:sldChg chg="modSp modAnim">
        <pc:chgData name="Iain Styles" userId="befbdaae-53f8-4d26-a8dc-3366b09f768a" providerId="ADAL" clId="{EC32E1E7-569B-5A48-B30C-DB697CEB8225}" dt="2024-11-11T05:20:08.247" v="61" actId="113"/>
        <pc:sldMkLst>
          <pc:docMk/>
          <pc:sldMk cId="2795853998" sldId="347"/>
        </pc:sldMkLst>
      </pc:sldChg>
      <pc:sldChg chg="modSp mod">
        <pc:chgData name="Iain Styles" userId="befbdaae-53f8-4d26-a8dc-3366b09f768a" providerId="ADAL" clId="{EC32E1E7-569B-5A48-B30C-DB697CEB8225}" dt="2024-11-10T20:14:03.434" v="16" actId="20577"/>
        <pc:sldMkLst>
          <pc:docMk/>
          <pc:sldMk cId="3530153824" sldId="3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13:12.3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2488 6357 24575,'0'-42'0,"0"0"0,0-14 0,-20 35 0,15-10 0,-16 24 0,21-24 0,-31 31 0,24 0-6784,-24 0 6784,31 0 0,0 0 0,31 51 0,-18-12 0,2 7 0,4-6 0,4 4 0,1 4 0,-3 1-460,-5 9 1,-4 3 0,0 1 0,2 1 459,0-10 0,2 3 0,1-1 0,-2-1 0,-1-1 0,0 3 0,-2-2 0,-1-1 0,-1-1-123,-1 12 0,-1-1 0,0-6 123,4-1 0,-3-7 5691,-9 15-5691,30-13 0,-22-51 0,23 0 2661,-31 0-2661,0 0 638,20-51-638,-15 18 0,3-16 0,5-10-856,1 13 0,3-3 1,3-2 855,-1 3 0,3-4 0,0 0 0,-1 2 0,2-4 0,0 1 0,1-4 0,-2 6 0,2-7 0,1-1 0,-2 4 0,-5 7 0,-1-6 0,-3 1 0,-3 5 0,1-6 0,0 1 0,-1 10 0,9-18 0,-20 20 0,-20 41 0,15 0 0,-16 0 0,21 21 0,0-16 0,0 15 2567,0-40-2567,0 15 0,21-47 0,4 14 0</inkml:trace>
  <inkml:trace contextRef="#ctx0" brushRef="#br0" timeOffset="584">2603 6726 24575,'58'8'0,"-1"0"0,0 0 0,1 1 0,-1-1 0,4 5 0,0-1 0,-1 1 0,1 0 0</inkml:trace>
  <inkml:trace contextRef="#ctx0" brushRef="#br0" timeOffset="3268">4032 6772 24575,'-40'-28'0,"0"0"0,3 3 0,3 1 0,-15-12 0,18 16 0,62 20 0,-23 0 0,36 19 0,14 13 0,-13 0 0,0 0 0</inkml:trace>
  <inkml:trace contextRef="#ctx0" brushRef="#br0" timeOffset="3434">3801 7187 24575,'-51'30'0,"31"-22"0,25 23 0,43-47 0,16-19 0,-25 13 0,-1 1 0,1 0 0</inkml:trace>
  <inkml:trace contextRef="#ctx0" brushRef="#br0" timeOffset="4252">4976 7624 24575,'26'26'0,"-6"-6"0,-40-61 0,8 13 0,-2-5 0,-4-4 0,-3-6 0,4-2 0,5-12 0,5-4 0,-2-3-2126,-4 5 0,-2-4 0,1 1 1,5 3 2125,5-2 0,5 3 0,-3-2 0,-7-2 0,-3-5 0,0 4 0,4 11 859,5 14 1,0 2-860,-3-11 0,-2-7 0,2 7 0,5 9 0,2 1 0,-3-9 0,4 0 0,5 9 0,6 5 0,12 12 0,7 4 0,18-5 0,5 1 0,-1 7 0,2 1 2261,-13 3 0,2 0 1,0 1-2262,21-7 0,-7 10 0,-23 24 0,-3 3 0,18-19 0,-9 4 0,-37 54 0,-5-25 0,-23 11 0,-11 6 0,6-13 0,0 0 0,0 0 0</inkml:trace>
  <inkml:trace contextRef="#ctx0" brushRef="#br0" timeOffset="4567">4815 7141 24575,'-38'28'0,"-1"0"0,6 0 0,-6-9 0,6-7 0,28-12 0,-15 0 0,20-31 0,0 3 0,0-8 0,20 16 0,6 20 0,9-20 0,7-1 0,-1 16 0,2-1 0,8-29 0,3-1 0,-11 29 0,2 8 0,0-3 0,0-9 0,-1-3 0,-2 8-3392,3 20 0,-1 3 3392,8-17 0,-12 8 0,-34 25 0,-6 5 0,20 14 0</inkml:trace>
  <inkml:trace contextRef="#ctx0" brushRef="#br0" timeOffset="5084">5760 7141 24575,'0'-52'0,"-21"11"0,16 41 0,-26 7 0,-10 7 0,4 5 0,0 8 0,4 2 0,0 6 0,2 3-358,-3 13 0,3 4 0,6 1 358,8-11 0,4 1 0,7 1 0,10 10 0,8 1 0,3-9 263,18 4-263,26-44 0,10-18 0,-12-12 0,-4-11-417,-15 4 0,-2-3 0,1-3 417,8-6 0,1-2 0,-9 4 0,-4-10 0,-12 3 0,1-8 0,-14 7 0,-19 16 0,-9 1 0,-15-27 0,-9 10 379,1 38 1,-4 11-380,-12-4 0,6 12 0,21 23 0,15 9 0,22-9 0,11 1 0,16 6 0,0 0 0</inkml:trace>
  <inkml:trace contextRef="#ctx0" brushRef="#br0" timeOffset="5435">6128 7417 24575,'-23'45'0,"0"0"0,11-3 0,-1-13 0,-8-29 0,42-30 0,-20-9 0,3-2 0,37-7 0,-37-2 0,-8-12 0,9 10 0,20 20 0,1 0 0,-21-17 0,-8-8 0,9 9 0,20 19 0,-1 4 0,-20-26 0,36 51 0,-5 7 0,5 7 0,-6 7 0,1 6 0,3 1 0,15 9 0,-1 0 0,1 0 0</inkml:trace>
  <inkml:trace contextRef="#ctx0" brushRef="#br0" timeOffset="6235">7096 7141 24575,'0'-47'0,"0"-9"0,0 28 0,0-3 0,0 31 0,-31 0 0,23 31 0,-27-7 0,-1 1 0,26 16-4252,-36-10 1,-1-1 4251,35 6 859,-23-3 1,-2 3-860,22-1 0,4 2 0,-3 7 0,3 1 0,8-8 0,6-2 0,7 1 0,5-3 0,11 3 0,9-32 0,2-8 0,-4-1 0,21-18 0,-1-5 0,-19-1 0,3-11 0,-3-7 0,-19 10 0,-4 0 3392,2 6 0,0 1-3392,-1-10 0,-4 8 0,-8 24 0,-20-22 0,-6 30 0,0 0 0,6 30 0,40 19 0,-9-4 0,4 2 0,11-9 0,4-2 0,3 11 0,3-7 0,0-23 0,0-5 0,-1 5 0,-1-4 0,22-13 0</inkml:trace>
  <inkml:trace contextRef="#ctx0" brushRef="#br0" timeOffset="6634">7718 6403 24575,'0'-64'0,"0"27"0,0 3 0,0 8 0,0 1 0,0 4 0,0 62 0,1-4 0,-2 8 0,-5 10 0,-2 7 0,1 3-567,5-13 0,2 0 1,-1 3-1,-1 1 567,-1-3 0,-2 2 0,0 1 0,1 0 0,1-2 0,2 7 0,1 0 0,0-2 0,1-5 0,-2-1 0,0-5 0,3-3 0,4 10 0,8-18 0,22-37 0,-8-20 0,3-16 0,10-13 0,-35 7 0,-2-3 0,17 3 0,-1 0 0</inkml:trace>
  <inkml:trace contextRef="#ctx0" brushRef="#br0" timeOffset="6934">8202 6242 24575,'25'-56'0,"-4"28"0,-21 28 0,0 100 0,0-57 0,0 5 0,0 4 0,0 2-981,0 3 1,0 4 0,0 3 0,0 1 0,0 0 980,-1-7 0,1 1 0,-1 1 0,0 0 0,2-1 0,1-2 0,2 5 0,2 0 0,0-1 0,2-3 0,-1-4 164,-1 14 1,1-4-1,8-14-164,11-15 0,4-19 0,-2-36 0,0-16 0,2-7 0,-1 1 0</inkml:trace>
  <inkml:trace contextRef="#ctx0" brushRef="#br0" timeOffset="11966">14330 6357 24575,'-46'0'0,"20"0"0,6 0 0,20-30 0,0 22 0,0-23 0,0 31 0,0 0 0,-21 0 0,16 0 0,-15 0 0,40 0 0,-15 0 0,57 0 0,-23 0 0,4 0 0,20 0 0,4 0-443,-19 0 1,-1 0 0,-1 0 442,7 0 0,-1 0 0,14 0 0,-4 0 0,-3 0 0,-5 0 0,-1 0 0,-4 0 0,-13 0 0,-16 0 0,-20 0 0,0 0 1327,-20 0-1327,15 0 0,-46 0 0,43 0 0,-23 31 0,11-3-3392,7 25 0,0 2 3392,-13-17 0,19 8 0,4 11 0,-7-17-57,-21-22 57,24 30 0,8 23 0,-2-5 0,-15-7 0,1 2-199,11-6 1,5 7 0,1 1 0,-1-5 198,-1-3 0,0-3 0,0 0 0,0-1 0,0-1 0,0-8 0,0 7 0,0-49 6363,0-8-6363,0-23 81,0 31-81,0 0 1190,-21 0-1190,-4 0 0,-11 0 0,-5 0 0,5-1 0,-2 2 0,-3 8 0,-5 3 0,0-2-260,-4-7 0,-1-2 0,1 3 260,0 5 0,1 4 0,2-5 0,-20-6 0,8-4 0,3 2 0,56-30 0,26 1 0,1 11 0,2 1 0,-1-4 0,3 21 0,10-20 0,10-6 0</inkml:trace>
  <inkml:trace contextRef="#ctx0" brushRef="#br0" timeOffset="12666">14860 6933 24575,'-26'0'0,"6"0"0,20 21 0,0-16 0,-21 15 0,16-20 0,-15 0 0,20 0 0,0 0 0,-21 0 0,16 0 0,-15 0 0,20 0 0,0-20 0,-31 15 0,-6-6 0,-5 1 0,-1 9 0,-4 2 0,-10-1 0,-6 0 0,9 0-6784,-10 0 6784,-28 0 0,92 0 0,0 0 0,20 0 0,7-20 0,7-16 0,3 0 0,8-2 0,0-1 0,0 1 0</inkml:trace>
  <inkml:trace contextRef="#ctx0" brushRef="#br0" timeOffset="17066">15827 6772 24575,'26'26'0,"-5"-6"0,-42-20 0,16 0 0,-16 0 0,21-20 0,0 14 0,0-14 0,0 20 0,0 0 0,21 0 0,-16 20 0,16 6 0</inkml:trace>
  <inkml:trace contextRef="#ctx0" brushRef="#br0" timeOffset="17284">15827 7141 24575,'47'0'0</inkml:trace>
  <inkml:trace contextRef="#ctx0" brushRef="#br0" timeOffset="18267">16818 7141 24575,'52'-28'0,"1"1"0,-1-1 0,0 1 0,1-1 0,-1 1 0,0 0 0,0-3 0,1 1 0,-1-1 0,-3 0 0,-6 1 0,-8 0 0,-1-7 0,-9 0 0,-4 3 0,1 0 0,-14 5 0,-36 2 0,-15 11 0,1 20 0,-6 10 0,-10 2 0,-7 3 0,6-1-852,11-3 0,2 2 852,-8 8 0,-4 6 0,6 2 0,4 4 0,6 6 0,11-4 0,1 5 0,2 0 0,-1 3 0,3 0 0,9-3 0,12-3 0,10 1 68,8 22 0,15-8-68,24-34 0,9-7 0,-20 9 0,0 4 0,5-6-414,13-9 0,7-7 0,-2-8 414,-2-12 0,0-8 0,-4 4 0,2 11 0,-3-1 0,-10-8 0,-1-4 0,-11 2 0,-9-4 0,-5-4 0</inkml:trace>
  <inkml:trace contextRef="#ctx0" brushRef="#br0" timeOffset="18600">17878 6818 24575,'-51'0'0,"11"0"0,8 0 0,24 0 0,-22 51-8503,60-38 8503,-22 38 859,25-40 1,6-1-860,-10 26 0,3 4 0,7-19 0,5-5 0,-1 6-108,-6 19 1,-3 7 0,5-9 107,4-17 0,5-7 0,-6 2-946,-2 10 0,-6 2 946,2-2 0,-16-2 0,-71 3 0,6 0 0,1 0 0</inkml:trace>
  <inkml:trace contextRef="#ctx0" brushRef="#br0" timeOffset="18834">17947 7578 24575,'-59'0'0,"23"-51"0,46 21 0,11-4 0,7-13 0,8-8 0,5 1-901,-3 12 0,4 0 0,2 1 0,-2 0 901,0-2 0,0 1 0,0 0 0,-1 2 0,9-9 0,1 3 0,-6 16 0,16 25 0,-20 48 0</inkml:trace>
  <inkml:trace contextRef="#ctx0" brushRef="#br0" timeOffset="19100">18776 6726 24575,'-25'0'0,"4"0"0,1 0 0,15 20 0,-6 14 0,1 9 0,7 3 0,4 6 0,1 1-521,2 3 1,3 1-1,3 2 521,1-8 0,3 1 0,1 0 0,1-5 0,0-3 0,1-4 0,4-4 0,18 16 0,-1-24 0,-13-69 0,-15-4 0,1 0 0</inkml:trace>
  <inkml:trace contextRef="#ctx0" brushRef="#br0" timeOffset="19900">19951 6196 24575,'-28'-29'0,"0"-1"0,0-6 0,-3 36 0,31 36 0,0-1 0,0-1 0,0 7-460,0 1 1,0 9-1,0 0 460,0-7 0,0 0 0,0 6-539,0-1 1,-1 5 0,0 3 0,1 1 0,2-2 538,2-3 0,2 0 0,1-1 0,0 0 0,0-1 0,-1 7 0,1 0 0,0-2 0,1-6 467,10 19 1,0-12-468,2-6 0,-20-51 0,0-20 0,-20-16 0,-6-23 0</inkml:trace>
  <inkml:trace contextRef="#ctx0" brushRef="#br0" timeOffset="20234">19905 7348 24575,'37'-52'0,"-1"0"0,1 0 0,0 0 0,-1 0 0,1 0 0,-1 0 0,-2 9 0,1 0 0,-1 0 0,0 0 0,0 0 0,0 0 0</inkml:trace>
  <inkml:trace contextRef="#ctx0" brushRef="#br0" timeOffset="20549">20527 6933 24575,'-59'8'0,"1"0"0,14 12 0,-10 22 0,16 6 0,58-7 0,-14 20 0,14-56 0,-7 28 0,-6 6 0,-1-6 0,5 11 0,-2-1 0,-9-15-9831,0 23 8341,0-45 4308,0 14-2818,-20-20 0,-6 0 0,-30 0 0,7-20 0,-7-6 0</inkml:trace>
  <inkml:trace contextRef="#ctx0" brushRef="#br0" timeOffset="22433">18730 6565 24575,'-57'-13'0,"-1"0"0,2 5 0,20-4 0,56-19 0,15 16 0,7 2 0,13-15 0,0-1 0</inkml:trace>
  <inkml:trace contextRef="#ctx0" brushRef="#br0" timeOffset="30516">19375 6979 24575,'41'-12'0,"0"-1"0,8-8 0,-18 21 0,-31 0 0,0 0 0,20 0 0,-15-20 0,16 15 0,-21-47 0,0 45 0,0-24 0,0 31 0,-21 0 0,16 0 0,-46 0 0,43 0 0,-43 0 0,25 31 0,-30-3 0,8 8 0,12 5 0,15-5 0,21 12 0,0 8 0,21-30 0,-16 15 0,46-36 0,-23 46 0,8-43 0,-16 43 0,1-25 0,-16 30 0,16-28 0,-38 0 0,-7-5 0,13-17 0,-21 28 0,-7 3 0,-10-24 0,30 13 0,-3-1 0,-34-23 0,-1-4 0,19 23 0,-26-16 0,21-5 0,45 0 0,25-2 0,15-1 0,7-4 0,0 0 0,-1 0 0</inkml:trace>
  <inkml:trace contextRef="#ctx0" brushRef="#br0" timeOffset="59098">1544 9905 24575,'0'-64'0,"0"13"0,0 51 0,0-21 0,0 16 0,-31-15 0,23 20 0,-23 0 0,31 0 0,0 0 0,0-31 0,-20 23 0,15-23 0,-16 31 0,21 0 0,0 0 0,0 31 0,0-23 0,0 23 0,0-31 0,0 0 0,0 20 0,0 6 0,8 9 0,5 6 0,4 9 0,2 5 0,-3 1 0,0 6 0,0 2-633,-2-10 0,-1 1 0,2 2 1,0 0 632,0-7 0,1 3 0,1-1 0,-2 0 0,-2-3 0,0 14 0,-4-3 0,3-2 0,6-1 0,2-3 0,-7-3 0,-13-3 0,0-4 0,10-6 0,0-2 0,-4 20 0,14-35 0,-20-21 0,0 0 0,20-21 0,-2-17 0,0-17 0,3 0-543,-1 12 1,1 0 0,2-2-1,-3-3 543,-2-5 0,-2-4 0,-1-3 0,1 1 0,4 1 0,4 2 0,4-1 0,1 2 0,-3 1 0,-5 2 0,-6-12 0,-5 4 0,3 0 516,5 12 1,3-1 0,-1 2 0,-7 7-517,-11 1 0,-4 3 0,2-5 0,0 6 0,0 9 0,0 6 0,0 20 2453,0 0-2453,0 20 0,0 36 0,0-13 0,0-1 0</inkml:trace>
  <inkml:trace contextRef="#ctx0" brushRef="#br0" timeOffset="59782">1705 10435 24575,'-30'23'0,"1"0"0,-7 2 0,16-4 0,20-21 0,0-21 0,0 16 0,0-15 0,0 20 0,0 0 0,0-21 0,0 16 0,0-15 0,0 20 0,20 0 0,16 0 0,-8 0 0,6-15 0,4-1 0,23 8 0,-15-8 0,3 1 0,-2 11 0,-2 8 0,-8 10 0,-5 3 0,4 11 0,-15 29 0</inkml:trace>
  <inkml:trace contextRef="#ctx0" brushRef="#br0" timeOffset="61065">2488 10642 24575,'38'45'0,"-1"0"0,1 1 0,-51 7 0,29-7 0,15 13 0,-3-2 0,-21-14 0,-41-17 0,-9-6 0,19 8 0,-1-5 0,-31-15 0,31 23 0,4-31 0,21 0 0,0 0 0,21 0 0,-16 0 0,26-12 0,9-7 0,-8 0 0,0 0 0</inkml:trace>
  <inkml:trace contextRef="#ctx0" brushRef="#br0" timeOffset="61832">3133 10527 24575,'-38'25'0,"7"-4"0,11-21 0,15 0 0,-36 0 0,35 0 0,-14 0 0,20 0 0,0 0 0,-31 0 0,24 0 0,-45 30 0,39 7 0,1 6-3392,-16 1 0,-1 1 3392,16 13 0,-2-3 0,-10-19 0,-1-3 0,1 23 0,10-16 0,4-3 0,11-3 0,26 17 0,30-31 0,-28-15 0,23 16 0,5-21 0,-22 0 0,11 0 0,2 0 0,-6 0 0,8-21 0,-19-4 0</inkml:trace>
  <inkml:trace contextRef="#ctx0" brushRef="#br0" timeOffset="67266">4562 10319 24575,'25'-44'0,"1"-1"0,15-27 0,-41 72 0,0 0 0,0-20 0,0 15 0,0-16 0,0 21 0,0 0 0,-21 0 0,16 0 0,-36 0 0,5 21 0,8-16 0,-10 3 0,5 4 0,22 9-3392,-23 6 0,-3 2 3392,8 4 0,2 1 0,-2 4 0,1 1 0,0-1 0,3-9 0,1 1 0,6 8 0,0 0 0,-4-8 0,3-9 0,14-13 0,-6 25 0,2 6 0,9 2 0,0 7 0,20 4 0,-15 4 0,36-23 3392,-39 5 0,1-4-3392,49-29 0,-45 36 0,24-15 0,-10-1 0,-16-4 0,26-18 0,9-6 0,14 3 0,-9-10 0,2-1 0,-1 9 0,-2-1 0,17-17 0,-13 18 0,-19 4 0,-52-2 0,-10 0 0</inkml:trace>
  <inkml:trace contextRef="#ctx0" brushRef="#br0" timeOffset="67750">4285 10803 24575,'-28'-19'0,"0"0"0,0-12 0,28 31 0,28-20 0,13 16 0,5 2 0,-9-8 0,0 0 0,9 7 0,0 6 0,-10 7 0,-3 0 0,24-4 0,-32 45 0,-4-13 0</inkml:trace>
  <inkml:trace contextRef="#ctx0" brushRef="#br0" timeOffset="69499">5875 9836 24575,'0'-26'0,"0"-15"0,0 36 0,0-15 0,0 20 0,0-31 0,0 23 0,0-23 0,0 31 0,0 0 0,-21 0 0,-35 0 0,23 31 0,-18-19 0,-1 4 0,24 25 0,3 5 0,-17-9 0,2 1 0,13 2 0,8 1 0,5 0 0,7-5 0,7-8 0,0 24 0,0-47 0,0 15 0,21 1 0,25-16 0,-16 15 0,7-5 0,-2 1 0,-7 12 0,-1-10 0,3 0 0,-1 5 0,-2-5 0,1-13 0,-28 15 0,-8 11 0,-43-23 0,23 16 0,0 3 0,-26-1 0,14-14 0,3 1 0,12 8 0,-16-1 0,36-15 0,5 16 0,46 9 0,15-22 0,-25 16 0,-3 3 0,3-1 0,-15 0 0,-21 25 0,-25-11 0,-2-1 0,15 10 0,-16-12 0,-10 4 0,11-7 0,17-3 0,-21 6 0,1 3 0,25 8 0,-16 9 0,21-32 0,21-4 0,4 10 0,12-27 0,3-1 0,14 28 0,2-31 0,-35 0 0,-21 0 0,20-51 0,-7 19 0,0 0 0</inkml:trace>
  <inkml:trace contextRef="#ctx0" brushRef="#br0" timeOffset="70216">6243 11218 24575,'18'-60'0,"-1"-1"0,1 1 0,-1 0 0,1 0 0,-1 0 0,-2 5 0,-1-2 0,-1 0 0,1 0 0,-1 2 0,-1 3 0,0 4 0,1-7 0,0 6 0,-1 2 0,-2-2-2458,0-4 0,-1-1 1,-2 3-1,-2 7 2333,-6 0 1,2 6 1339,19-24-1215,-14 27 1770,14 6-1770,-20-1 0,0 30 0,0 0 5397,0 30-5397,20-1 0,-14 6 0,14 6 0,-20-36 849,0 27 0,0 8-849,0 14 0,6-4 0,2 10 0,-1-6-558,-6-11 0,3 1 558,11 16 0,5 7 0,-4-15 0,-8-14 0,7 7 0,6 9 0,-6-9 0,-10-7 0,4 0 0,2 1-505,10 2 505,-16-36 0,15 15 0,-20-20 0,0 31 0,-41 18 0,16-8 0,-1 0 0</inkml:trace>
  <inkml:trace contextRef="#ctx0" brushRef="#br0" timeOffset="70450">6359 10964 24575,'-59'0'0,"23"0"0,15-30 0,42 22 0,-16-43 0,52 45 0,9 7 0,-20-22 0,-1 12 0,10 3 0,-7 1 0,14 0 0,-18 11 0,1 8 0,-4 12 0,0-1 0</inkml:trace>
  <inkml:trace contextRef="#ctx0" brushRef="#br0" timeOffset="70666">7096 10849 24575,'0'-56'0,"0"28"0,0-3 0,-31 62 0,26 16 0,2 6 0,-12-17 0,0 2-1600,12 9 0,6 7 1,-3-7 1599,-11-9 0,1-2 0,16 10 0,4 1 0,-8-8 0,1 1 0</inkml:trace>
  <inkml:trace contextRef="#ctx0" brushRef="#br0" timeOffset="71467">8156 9951 24575,'-53'19'0,"0"1"0,0-1 0,1 1 0,-1-1 0,-7 1 0,-2 0 0,7 1 0,12 8 0,17 11 0,11 5 0,0-5 0,-9-9 0,-1 0 0,-1 4 0,-2 4 0,5-1 0,7 6 0,1 2 0,-10 4 0,-4 6 0,12-1 0,19-7 0,10-1 0,-3-1 0,-15 10 0,9-7 0,46-16 0,10-10 0,0-3 0,7-27 0,-4-6 0,-29 8 0,12-30 0,2-2 0,-6 24 0,-16-23 0,-1 1 0,6 30 0,-30-16 0,-30 21 0,15 31 0,1 10 0,-5-13 0,3 3 0,9 10 0,8 7 0,5-4 0,8-3 0,7-8 0,28 3 0,7-41 0</inkml:trace>
  <inkml:trace contextRef="#ctx0" brushRef="#br0" timeOffset="72800">8478 9951 24575,'-64'0'0,"13"0"0,51 0 0,0 0 0,0-21 0,0 16 0,0-15 0,0-11 0,20 3 0,-3-1 0,2 2 0,30 1 0,7 6 0,-10 20 0,-7 0 0,-1 0 0,-5 0 0,7-4 0,-8 8 0,-27 16 0,16 36 0,-21-22 0,-7 0 0,-7 3 0,-12 3 0,-4-3 0,4-9 0,-2 3 0,-2 16 0,-3 8 0,-1-9 0,-8-16 0,2-1 0,13 12 0,4 6 0,-1-7 0,-7-12 0,5-2 0,6 30 0,20-35 0,0-1 0,20-15 0,6 16 0,12-19 0,1-4 0,-6 2 0,18 0 0,-30 0 0,-16 0 0,15 0 0,-40 0 0,15 0 0,-36 30 0,36-22 0,-47 23 0,24-31 0,-8 20 0,16 6 0,18 11 0,4 3 0,-2-7 0,22 17 0,7 2 0,4 2 0,-7-14 0,2 6 0,-5 1 0,-10-3 0,-5 0 0,-3-1 0,-2 14 0,-6-4 0,-7-10 0,-6-9 0,-9-14 0,-27-20 0,24 0 0,-28 0 0,0 21 0,28-16 0,28 15 0,38-20 0</inkml:trace>
  <inkml:trace contextRef="#ctx0" brushRef="#br0" timeOffset="73900">9054 9467 24575,'26'-46'0,"-6"20"0,-20-25 0,0 44 0,0-24 0,0 10 0,0 16 0,21-15 0,15 20 0,-2 5 0,1 10 0,-8 25 0,-4 16 0,-2-3-1636,5-3 0,-3 7 1636,-12-10 0,0 10 0,-2 6 0,-1 0 0,-1-3 0,-2-9-1135,-1 0 1,-3-7 0,-1 9 1134,1-4 0,-1 8 0,1 6 0,-1 1 0,-1-2 0,1-4 0,-1-9 0,1 5 0,-1-8 0,-3 7 0,-1 0 0,-2 8 0,-2 3 0,-1 1 0,0-2 0,0-8-366,-1 0 1,0-6 0,-2-1 0,-1 0 365,-2 1 0,-2-1 0,-1 0 0,1-1 0,-5 15 0,0-1 0,0-15 0,-13-13 2347,15 18-2347,21-51 0,0-51 0,0-13 0</inkml:trace>
  <inkml:trace contextRef="#ctx0" brushRef="#br0" timeOffset="74998">1544 9260 24575,'0'-64'0,"3"23"0,-6 10 0,-28 26 0,23-15 0,-43 20 0,46 0 0,-36 0 0,5 0 0,-13 0 0,14 0 0,-6 0 0,28 31 0,0 9 0,-24-7 0,-3 3 0,21 3 0,4 6 0,-5-3-178,-14-4 0,-5-3 1,5 4 177,13 7 0,6 4 0,-3 0-855,-10 4 1,-3 0 0,3 5 854,12-12 0,1 5 0,1 1 0,2 1 0,0-2 0,0 7 0,1 0 0,1 0 0,2 5 0,2-8 0,-1 5 0,1 1 0,3 2 0,2-2 0,4-1-452,3-6 1,3 0 0,3-1-1,3 0 1,1-1 0,2 1 451,4 2 0,3-1 0,1 1 0,3-1 0,0-2 0,2-1-811,-1-1 1,1-1 0,1 0 0,1-2 0,1-5-1,0-6 811,7-2 0,1-7 0,0-3 0,0 2 0,2 6 0,1 1 0,-2-2 0,-6-8 43,21 5 1,-16 5 0,-7 8 0,-25-6 0,1 0 0</inkml:trace>
  <inkml:trace contextRef="#ctx0" brushRef="#br0" timeOffset="79815">11220 9582 24575,'25'-25'0,"-4"4"0,-21 21 0,0 0 0,-21 0 0,16 0 0,-15 0 0,20 0 0,-21 0 0,16 0 0,-46 0 0,23 0 0,-28 0 0,-1 0 0,22 0 0,1 0 0,-7 0 0,-20 0 0,56 0 0,-47 0 0,24 0 0,-8 0 0,-5 0 0,36 0 0,-46 0 0,43 0 0,-22 0 0,30 0 0,0 21 0,0-16 0,14 22 0,2 7 0,-8 7 0,17-19 0,1 5 0,-21 34 0,-5 1 0,21-19-406,-17 5 1,-6 13-1,0-1 406,2-6 0,0 0 0,0-1-611,0-5 0,0-1 0,0 2 611,0 12 0,0 2 0,0-3 0,1 4 0,-2-3-177,-4-14 1,-1 1-1,-4-2 177,-7 11 0,-1-4 0,4-14 0,-1-1 0,-12 10 0,3-4 0,19-5 0,-4 22 0,-2 5 0,0-28 0,1-1 0,8 19 0,-1 0 533,-8-17 1,2-3-534,9 20 1891,0-36-1891,20-40 0,6-16 0,-1 8 311,9 11 0,4 3-311,-7 3 0,2 2 0,27 5 0,5 3 0,-5-10 0,-2 1 0,-8 9 0,-5 2 0,11-1 0,-35 0 0,-21 0 0,-21 21 0,-4 4 0</inkml:trace>
  <inkml:trace contextRef="#ctx0" brushRef="#br0" timeOffset="81014">12602 9951 24575,'51'0'0,"-10"0"0,-41 0 0,-41 0 0,31-21 0,-31 16 0,41-46 0,-31 23 0,24-8 0,-45 16 0,27 40 0,-22 6 0,-3 4 0,20-4 0,1 2-295,-11 5 1,-5 4 0,2 1 294,6-4 0,1 2 0,4-1 0,-3 9 0,1 1 0,2-12 0,-2 0 0,8-2 0,0 26 0,-1-15 0,-2 5 0,4 11 0,1 2 0,5-17 0,-2 2 0,5-2 0,3 10 0,0-2 0,-14 4 0,3-2 0,18-16 0,4 0 0,-3 21 0,10-3 0,15-26 0,9-4 0,16 12 0,2-3 0,7 2 0,-20-19 0,3-6 0,2-8 0,-1-6 0,21-4 0,-19-11 0,5-8 0,-2-2 146,-6 2 1,-3-2 0,0 0-147,13-12 0,-4 1 0,-7 3 0,-16 15 0,-25 26 0</inkml:trace>
  <inkml:trace contextRef="#ctx0" brushRef="#br0" timeOffset="82047">13547 10043 24575,'0'38'0,"0"-7"0,0-61 0,0-12 0,0 24 0,9-26 0,2-4 0,-6 13 0,16-14 0,-21 13 0,0 16 0,0-1 0,0 16 0,-21-15 0,16 20 0,-36 20 0,5 6 0,12 8 0,0 8 0,-3 8 0,-3 5 0,7-13 0,-3 3 0,0 3 0,4-1-467,6 0 0,2 0 1,1 1-1,-3 2 467,-4 0 0,-4 3 0,0 1 0,2-2 0,5-3 0,3 11 0,5-3 0,4 1 0,1 2 0,4 0 0,4-4 0,4 5 0,12-9 0,11-25 0,10-4 0,-6 1 0,-6 17 0,1-5 0,21-21 0,-5-5 0,-20 11 0,-6-21 0,-20-21 0,0-4 0</inkml:trace>
  <inkml:trace contextRef="#ctx0" brushRef="#br0" timeOffset="82599">13708 10734 24575,'0'-41'0,"0"0"0,0-8 0,0 19 0,0 9 0,0 16 0,41-15 0,0 40 0,-8-4 0,3 4 0,10 13 0,-5 3 0,-8 5 0,6-6 0,-6 2 0,-28 11 0,-2-4 0,-6 5 0,-12-8 0,-7 2 0,3-2 0,5 6 0,-6-4 0,-30-2 0,-2-6 0,19 6 0,-4-37 0,-3-3 0,-6 20 0,20-21 0,6 0 0,20 0 0,0 0 0,20-21 0,6 16 0,27-14 0,12-3 0,-20 14 0,0-1 0,0 1 0</inkml:trace>
  <inkml:trace contextRef="#ctx0" brushRef="#br0" timeOffset="82983">14445 10734 24575,'-42'-26'0,"0"1"0,12-14 0,3 6 0,-14 25 0,16 8 0,-1 29 0,0 12 0,1 5 0,-3 7 0,-1 1 0,2 0 0,1 0 0,5 2 0,21-15 0,0-15 0,0 30 0,0-8 0,33-27 0,6-6 0,0 6 0,5-18 0,12-4 0,-8-1 0,11 2 0,-18-8 0,-5-5 0,-16-12 0</inkml:trace>
  <inkml:trace contextRef="#ctx0" brushRef="#br0" timeOffset="83483">14653 10043 24575,'38'-51'0,"-7"10"0,-31 41 0,20 0 0,-15 0 0,16 0 0,-1 41 0,7-4 0,3 8 0,-11 3 0,-1 7 0,-2 3-524,1-4 0,0 3 0,-2 3 0,-7-1 524,-9 5 0,-7 0 0,-3 1 0,0 1-1218,2-10 0,1 2 0,-2 0 0,-2-3 0,-3-6 1218,-9 5 0,-5-6 0,0 1 0,6 1 0,-2 3 0,1-4 0,-1-17-1485,-29-14 1485,9 21 0,3-6 0,14-33 0,-3 0 0,40-30 0,13-12 0,-3-2 0,0-1 0</inkml:trace>
  <inkml:trace contextRef="#ctx0" brushRef="#br0" timeOffset="84666">15136 9582 24575,'46'-7'0,"0"1"0,1-1 0,14 22 0,-16-4 0,12 4 0,0 0 0,-11 0 0,-7 1 0,-9 7 0,-11 20 0,-8 12 0,-5-10-1347,-6-6 1347,1 16 0,-7 7 0,-18-11 0,-4 1 0,12-11 0,0 2 0,0 3 0,-8 13 0,-1 3 0,2-1-345,5-6 0,2-1 1,1 3 344,5-4 0,1 3 0,2-2 0,3-4 0,3 9 0,2-1 0,-1 4 0,0 4 0,0-14 0,0-14 260,0 16 0,0 5-260,0-17 0,0-2 0,0 18 0,0-6 0,0-11 0,0-36 0,0 46 0,0-23 644,0 8-644,0-16 1164,0-20-1164,0 0 53,-21 0-53,-25 0 0,-3-1 0,-4 2 0,7 9 0,2 1 0,3-9 0,3 1 0,-13 17 0,46-20 0,5 0 0,76-71 0,-39 41 0,0 0 0,-1 0 0</inkml:trace>
  <inkml:trace contextRef="#ctx0" brushRef="#br0" timeOffset="119931">1705 13383 24575,'-39'26'0,"9"25"0,9-43 0,16 22 0,-15-30 0,20-30 0,0 1 0,0-6 0,0 14 0,0 21 0,0 0 0,20-20 0,-15 14 0,46-14 0,-22 20 0,27 0 0,-9 0 0,3 0 0,4 0 0,2 0-1683,-3 0 1,3 0-1,-3 0 1683,2 0 0,0 0 0,11 0 0,-4 0 0,-9 0 0,-12 10 0,-5 0 0,-10-4 0,-26 14 0,-5-20 0,-16 0 5048,21 0-5048,-20 0 0,15 21 0,-16-16 0,21 46 0,-31-43 0,24 43 0,-24-26 0,29 11 0,4 5 0,-12 0 0,-1 3-280,10 7 0,-3 2 280,-16 3 0,-1 1 0,18-10 0,4 2 0,-4 1 0,-12 5 0,-5 2 0,4-3 0,12-8 0,3-1 0,-2 0 0,-7 8 0,-2 1 0,4-13 0,8-7 0,0 1 0,0 1 0,0 0 0,0-8 0,0 24 0,0-47 0,0 15 0,0 1 0,0-16 0,0 15 0,0-20 560,0 0-560,-21 0 0,-4 0 0,-1 0 0,6 0 0,-32 0 0,-1 0 0,12 0 0,-6 0 0,1 0 0,-9 0 0,0 0 0,3 0 0,-1 0 0,-3 2 0,5-4 0,-3-18 0,-2 15 0,35-16 0,21 21 0,0 0 0,21 0 0,-16 0 0,15 0 0,14-29 0,4-14 0,7-1 0,0-1 0</inkml:trace>
  <inkml:trace contextRef="#ctx0" brushRef="#br0" timeOffset="120564">1751 14189 24575,'0'-38'0,"-21"-13"0,16 46 0,-15-16 0,20 21 0,0 0 0,20 0 0,-15 0 0,16 0 0,12 10 0,6 1 0,19-6 0,-17 10 0,5 5 0,1-4 0,18-12 0,-5 0 0,-25 10 0,-1 2 0,18-4 0,-12-3 0,-35-4 0,36 15 0,-36-20 0,16 0 0,-62-20 0,-10-6 0</inkml:trace>
  <inkml:trace contextRef="#ctx0" brushRef="#br0" timeOffset="122013">2857 14281 24575,'-57'0'0,"29"31"0,-23-23 0,46 23 0,-15-31 0,20-31 0,0 23 0,0-23 0,0 31 0,0 0 0,0-20 0,0 15 0,20-16 0,-15 21 0,16 0 0,9 0 0,-22 0 0,43 0 0,-23 24 0,0 4 0,9-12 0,1 1 0,10 20 0,-4 3 0,-18-17 0,-3 0 0,7 33 0,-28-22 0,-4 1 0,4 0 0,-4 2 0,-10 7 0,-6 1 0,-3 2 0,-7-2 0,-5-11 0,-7-2 0,0-3 0,-14 5 0,-2-6 0,14-11 0,-2-3 0,5-4 0,-23-10 0,21 0 0,41 0 0,0 0 0,21 0 0,25 0 0,-15 0 0,13 0 0,4 0 0,16 0 0</inkml:trace>
  <inkml:trace contextRef="#ctx0" brushRef="#br0" timeOffset="122563">3548 14443 24575,'26'-21'0,"-6"16"0,-40-15 0,14-1 0,-14 16 0,20-15 0,-21 20 0,16 0 0,-46 0 0,43 0 0,-27 8 0,-1 4 0,26-7 0,-36 21 0,-1 10 0,35 5 0,-35-8 0,1 3 0,36 20-3392,-12-6 0,3-3 3392,19-8-1181,0 22 0,0 0 1181,0-27 0,6 4 0,9 0 0,20-6 0,7-7 0,16 3 0,-17-9 0,4 2 0,-3-10 0,-4-18 0,-1-1 0,4 16 0,0-1 0,4-20 0,-14 6 0,-33 27 0,-6 6 0</inkml:trace>
  <inkml:trace contextRef="#ctx0" brushRef="#br0" timeOffset="126132">4815 13959 24575,'26'-26'0,"1"4"0,-3 3 0,-16 14 0,22-15 0,-30-1 0,0 16 0,0-15 0,0-11 0,21 23 0,-16-43 0,15 46 0,-20-15 0,0-1 0,0 16 0,0-16 0,-20 21 0,15 0 0,-46 21 0,43-16 0,-18 15 0,1 1 0,20-16 0,-28 18 0,-6 5 0,6 0 0,-4 7 0,-3 7 0,1 8 0,1 3-266,13-18 0,1 1 0,-1 3 266,-6 13 0,-1 4 0,3-8 0,2-14 0,5 1 0,7 12 0,5 6 0,4-10 0,6-4 0,0 10 0,0-1 0,0-22 0,0 25 0,0-3 0,31-7 0,-3 0 0,8-41 0,5 31 0,-5-23 0,-13 17 0,2 1 0,32-21 0,-18 6 0,-1-2 0,-5-9 0,3 3 0,-1-6 0,-9-17 199,30 15 1,-58-46-1,-6 12 1</inkml:trace>
  <inkml:trace contextRef="#ctx0" brushRef="#br0" timeOffset="126513">4562 14558 24575,'-39'-39'0,"9"-12"0,60 46 0,-2-15 0,29-1-4252,-9 19 1,1-1 4251,10-17-333,-5 18 0,-1 4 333,-4-2 0,-20 17 0,-2 7 0,-4 1 0,0 1 0</inkml:trace>
  <inkml:trace contextRef="#ctx0" brushRef="#br0" timeOffset="128865">6128 13130 24575,'0'-59'0,"0"23"0,0-5 0,0 36 0,0-16 0,0 21 0,0-20 0,0 15 0,0-16 0,0 21 0,0 0 0,-20 0 0,15 21 0,-36-16 0,15 36 0,-30-16 0,28 32 0,-24-29 0,47 23 0,-28-38 0,-5 0 0,20 23 0,2 5 0,-12-15 0,0 1 0,3 28 0,9-2 0,11-20 0,-6 6 0,1-6 0,10-28 0,21 36 0,-16-36 0,12 19 0,7 3 0,32 1 0,-29 1 0,0-1 0,29-3 0,-4-4 0,-45-21 0,24 30 0,-31 19 0,-31-8 0,18-7 0,-2-7 0,-21-22 0,16 18 0,-1 6 0,-7-6 0,0 2 0,12 11 0,-1 0 0,-22-10 0,6-3 0,28 7 0,-16-9 0,21-16 0,21 15 0,-16-20 0,36 0 0,-5 0 0,13 0 0,-14 0 0,6 0 0,-36 0 0,16 21 0,-21-16 0,0 46 0,0-23 0,-41 8 0,12 17 0,-3 7 0,-1-29 0,-4-2 0,2 5-344,6 7 0,2 5 0,2 3 0,1-3 344,-6 9 0,2 0 0,4-4 0,-5 6 0,12-4 0,21 1 0,12-10 0,15-19 0,16-10 0,3-9 0,4-27 0,-11 20 0,1-3 0,-8-17 0,-3 1 0,8 15 0,-2-6 0,-6 2 0,-26 9 0,24-31 0,-62 23 0,-7-22 0</inkml:trace>
  <inkml:trace contextRef="#ctx0" brushRef="#br0" timeOffset="129914">6566 14811 24575,'-20'39'0,"14"-9"0,-14-30 0,20 21 0,0-16 0,0 15 0,0-40 0,0-16 0,20-13 0,-14-7 0,4 17 0,0 1 0,-10 5 0,-3-28 0,6-1-543,17 24 543,-17-5 0,-5-11 0,7 2 0,15 8 0,8 1 0,-5 0-661,-6-18 1,0-4 660,0 17 0,4-5 0,0 3 0,-4 10 0,9-14 0,-16 2 0,-3-10 0,-4 12 0,-3 12 0,0-1 0,0 1 0,0-3 0,0 36 0,0-16 0,0 21 0,0 0 0,0 21 0,0 4 253,15 11 1,1 5-254,-12 0 0,0 3 0,10-5 0,5 3 0,-1 2-1809,-1 12 0,-2 2 0,-1-3 1809,0-1 0,3-1 0,7 7 0,4 5 0,-9-10-373,-11 3 373,1-12 0,2 8 0,0-5 0,0-3 0,-2-3 0,-7 1 0,1-3 0,18 10 0,-21-51 0,20 0 0,-14 0 6599,14 0-6599,-20 0 0,0 0 0,0 0 0</inkml:trace>
  <inkml:trace contextRef="#ctx0" brushRef="#br0" timeOffset="130215">6773 14604 24575,'26'0'0,"9"0"0,2 0 0,-4 0 0,21 0 0,-1 0 0,-19 0 0,10 0 0,4 0 0,13 0 0,-8 0 0,-1 0 0</inkml:trace>
  <inkml:trace contextRef="#ctx0" brushRef="#br0" timeOffset="130481">7672 14443 24575,'-21'61'0,"0"0"0,0-1 0,0 1 0,0 0 0,0-6 0,1-1 0,-1 0 0,1 0 0,-1 1 0</inkml:trace>
  <inkml:trace contextRef="#ctx0" brushRef="#br0" timeOffset="131531">8616 13590 24575,'-25'-25'0,"-16"-16"0,36 36 0,-16-16 0,21-9 0,-20 22 0,15 8 0,-30 9 0,-2 10 0,24 17 0,-17-7 0,-12 4 0,12-3-464,17 8 464,-12 8 0,-11 9 0,5-7-515,10-19 1,1 1 514,-1 9 0,-4 9 0,2 1 0,2-6 0,0 0 0,1 1 0,-2 14 0,-1 7 0,7-4 0,12-5 0,3-2 0,-7-3 0,-1 3 0,5-3 0,13 7 0,3-6 0,-12-8 0,5-6-6289,36 3 6289,15-10 0,-20-27 0,2 0 0,9 14 0,-1-6-870,-11-25 1,-1-4 869,22 9 0,-15-24 0,-5-8 0,-3-1-1730,6 8 0,-6-3 1730,-28-20-110,6 16 1,-2 3 109,-9 4 3359,0-18-3359,0 30 0,0 16 0,-20-15 1688,15 40-1688,-16-15 0,18 30 0,6 2 0,-3-24 3053,0 19 0,0 7-3053,-1 0 0,2-1 0,20 21 0,-21-3 0,5-5 1584,36-22-1584,-5 1 0,-4-48 0,5-15 0,4 1 0,0 0 0</inkml:trace>
  <inkml:trace contextRef="#ctx0" brushRef="#br0" timeOffset="131880">9215 14489 24575,'26'0'0,"-6"30"0,-20-22 0,0 43 0,0-46 0,-8 30 0,-4 2 0,7-24 0,-20 30 0,-1 6 0,18-8 0,-14-7 0,-7 1 0,0 6 0,2-5 0,-7-5 0,-15 7 0,6-5-5150,33-25 5150,-10 20 0,-1-5 0,0-38 0,-4 10 0</inkml:trace>
  <inkml:trace contextRef="#ctx0" brushRef="#br0" timeOffset="132597">9999 13752 24575,'0'-45'0,"0"0"0,3-8 0,-6 14 0,-18 34 0,16 5 0,-15 5 0,7 27 0,5 8-482,3-7 482,-9 9 0,-6 11 0,3 0 0,6-5 0,2-1 0,1 4-1656,-2 4 0,1 4 0,0 1 0,1-3 1656,-1 5 0,2-1 0,2-3-184,3-7 0,2-2 0,2-3 184,8 10 0,1-4 0,-9-14 0,1-2 0,17 25 0,11-20 0,-23-41 309,23 0-309,-31 0 6504,0-20-6504,0-6 0,8-9 0,4-7 0,1 0 0,0 0 0</inkml:trace>
  <inkml:trace contextRef="#ctx0" brushRef="#br0" timeOffset="133148">9953 13752 24575,'-11'-41'0,"1"0"0,8 4 0,-1 5 0,-17-4 0,20 15 0,20 1 0,25 16 0,7 3-464,-21-10 1,2 1 463,16 8 0,7 3 0,-12 0 228,-11-1-228,28-2 0,1 4 0,-24 19 0,6-12 0,-11 7 0,-47 30 0,-23 6 0,-5-16 0,-6-3 0,13-5 0,-1 0 0,-3-5 0,-4-9 0,-2-6 0,5 1 0,-13 11 0,12-19 0,5 3 699,10 37-699,6-15 0,20-1 0,20-4 0,25 12 0,7 6 0,-15-5 0,1 1-271,1-8 1,5 0 0,-7 3 270,-5 23 0,-8-3 0,2-17 0,-10 26 0,-12 10-176,-20-14 1,-9 0 175,8-12 0,-3 2 0,-4-3 0,-7 0 0,-5-3 0,-2-7-3200,-15-4 1,1-7 3199,20-4 0,3-4 0,-33-13 0,57 0 532,5-30-532,5 22 0,34-25 0,14-6 0,-8 14 0,0-1 0</inkml:trace>
  <inkml:trace contextRef="#ctx0" brushRef="#br0" timeOffset="134615">10736 13176 24575,'0'-26'0,"0"6"0,0-11 0,0 23 0,0-22 0,31 30 0,-24 0 0,24 0 0,-31 0 0,0 0 0,21 0 0,-16 0 0,36 0 0,-36 0 0,36 0 0,15 0 0,-2 30 0,2-22 0,-27 13 0,-7 9 0,-17 9 0,-2-1 0,28 0 0,-28 9 0,-6-2 0,3-19 0,-15 12 0,-1 1 0,8-6 0,-16-9 0,-3 3 0,14 11 0,1-4 0,-14-16 0,-11 30 0,2-4 0,22-39 0,-24 3 0,3 5 0,29 17 0,-36-22 0,36 43 0,-16-25 0,21-1 0,0 16 0,0-36-6784,0 16 6784,0 10-754,21-24 754,-16 45 0,36-27 0,-36 1 0,12 1 0,7-3 0,12-16 0,-8 22 0,2-9 0,-30-16 0,0 15 0,0-20 0,-51 0 0,38 21 6410,-38-16-6410,31 15 0,15-20 1128,-16 31-1128,21-23 0,0 43 0,0-46 0,0 36 0,0-15 0,9 8 0,3 8 0,0 21 0,1 0-349,-1-27 0,2 2 349,3 16 0,3 7 0,-6-12 0,-6-11 0,4 0 0,2 8 0,-10-2 0,-27 11 0,-5-5 0,23-15 0,-3-1 0,-33 17 0,-10-10 0,20-26 0,1-4 0,-24 15 0,2-14 0,2-4 0,16-8 0,-22 0 0,36 0 0,20-20 0,0 15 116,0-36 0,30 13 1,11-1-1,4-13 0,0 0 1</inkml:trace>
  <inkml:trace contextRef="#ctx0" brushRef="#br0" timeOffset="137213">11427 12807 24575,'64'0'0,"-13"0"0,-51 0 0,-30 0 0,22 0 0,-23 0 0,31 0 0,0 0 0,31 21 0,-3-16 0,-1 15 0,2 11 0,3 5 0,2 6 0,-2 0-814,3 10 1,-1 6 813,-8-5 0,0 7 0,0 3 0,-4-1-1562,-5-1 1,-2 1 0,-2-1 0,-2-2 1561,-2-7 0,-2-2 0,-2 0 0,0 3 0,-3 4 0,-2 4 0,0 1 0,-1-4 0,0-7-356,1-4 1,0-7-1,-6 4 356,-11 13 0,-10 6 0,-1 0 0,8-8 0,12 1 0,-2-2 0,-15-3 0,-12 5 0,1 0 0,11-6 0,19-3 0,0 0 0,-12-5 0,-6 3 0,-3 1 0,4-5-97,-8 16 0,0-4 97,7-10 0,-1 1 0,0-5 0,-5-6 0,4-5 979,5 13-979,21-41 0,0-20 0,0 15 0,21-16 0,-16 1 0,36-6 0,-16-20 0</inkml:trace>
  <inkml:trace contextRef="#ctx0" brushRef="#br0" timeOffset="138413">1705 12692 24575,'-39'0'0,"9"0"0,30 0 0,0 0 0,-21 0 0,16 0 0,-15 0 0,-1 0 0,16 0 0,-46 0 0,43 0 0,-43 31 0,46-24 0,-12 26 0,-7 6 0,-3-20 0,-2 3-2096,4 20 0,2 11 1,-4-7 2095,-18-11 0,-2 4 0,21 0 0,1 8 0,1 5 0,1 1 0,1-3-1176,-1 0 1,1 0 0,0-1-1,-1 1 1176,-5 4 0,-2-1 0,1 2 0,4 3 0,7 0 0,5 5 0,1 1 0,0-4 0,-2-8-383,-6-7 0,0-7 0,3 7 383,8 7 0,3 7 0,3 4 0,0-2 0,-1-7-463,-5 0 1,1-5 0,4 5 462,7 0 0,4 7 0,3 2 0,1-2 0,-1-6 0,3 0 0,0-5 0,2 4 0,0 7 0,2 6 0,1-2 0,1-10 0,8-6 0,3-3 0,-2 10 0,4 6 0,5-12 0,17-17 0,2-7 0,-13 15 0,3-5 0,4-23 0,4-7 0,-14-4 3080,-22-2-3080,17 0 0,1 0 1242,-15 0 1,-36 0 0,9 0 0</inkml:trace>
  <inkml:trace contextRef="#ctx0" brushRef="#br0" timeOffset="140395">13593 13383 24575,'38'0'0,"-7"-20"0,-11-6 0,-15 0 0,16 6 0,-21 20 0,0 0 0,0-31 0,0 24 0,-21-45 0,16 47 0,-15-15 0,20 20 0,0 0 0,0-21 0,0 16 0,0-15 0,0 20 0,-31 0 0,23 0 0,-27 0 0,-1 0 0,26 0 0,-32 0 0,-9 0 0,-2 0 0,8 0 0,-3 0 0,3 0 0,1 0 0,8 0 0,0 0 0,-10-2 0,3 4 0,2 18 0,0-15 0,35 28 0,12 6 0,14-6 0,-15 24 0,16-10 0,-1-2 0,-15-7 0,6 7 0,-1 7 0,-9 10 0,-2 4-511,1-15 1,0 1 0,0 4 510,0-3 0,1 2 0,-1 2 0,-1 1 0,-3 6 0,-2 2 0,0 0 0,1-4 0,4 4 0,1-2 0,-4 1 0,-3-8 0,-3 3 0,-1-1 0,-2-2 0,-4 7 0,-3-3 0,1 0 0,1 3 0,1 0 0,-2-5 0,0-13 0,-2-4 0,5 1 0,2 26 0,7-10 0,7-26 0,-20 18 0,15-30 0,-16-16 0,21 15 0,0-20 0,0 0 0,21 0 0,13-9 0,9-2 0,11 10 0,2-3-256,-2-20 1,2-3 255,-13 16 0,1 3 0,-3-2 0,-4-7 0,0-1 0,20-6 0,-1 7 0,-3 11 297,-9-6 1,-16 4 0,-74 28 0,2 6 0</inkml:trace>
  <inkml:trace contextRef="#ctx0" brushRef="#br0" timeOffset="141597">14653 13706 24575,'0'-57'0,"0"9"0,0 12 0,0 15 0,-21 21 0,16 21 0,-15 14 0,-1 7 0,17-10 0,3 5-2835,-4 22 1,-2 10 0,-2-5 2834,-6-10 0,0 2 0,10-3 0,5 7 0,-1 3 0,-1-1 214,-5-1 1,-2 0-1,0 0 1,3-1-215,4-8 0,3 0 0,0-2 0,-1 1 0,0 1 0,0 2 0,0-4 0,0-9 0,0 15 0,0-36 0,0-40 0,0 15 0,0-36 0,0 36 6358,0-16-6358,0 21 1287,0-30-1287,0 22 0,0-23 0,31-10 0,7-10 0</inkml:trace>
  <inkml:trace contextRef="#ctx0" brushRef="#br0" timeOffset="142098">14606 13752 24575,'-12'-39'0,"-1"1"0,-14 12 0,3-2 0,19-27 0,2 3 0,-28 18 0,43-2 0,7 1 0,-11 9 0,43 0 0,-26 6 0,13 8 0,1 4 0,-5 2 0,-1-5 0,5 2 0,11 17 0,-1 4 0,-11-10 0,1 2-2113,7 6 0,6 6 1,-7-2 2112,-4-3 0,-8 4-1110,-5 21 1,-5 5 1109,9 13-124,-24-4 1,-14 7 123,-22-9 0,-12 2 0,8-2-283,22 7 1,-3 0 282,-22-14 0,-14 2 0,-1-3 0,13-3 2490,19 2 0,0-6-2490,-40-6 0,0-5 2994,29 8-2994,-6-17 0,0-5 404,8-3-404,-8 15 0,15-40 991,21 15-991,0-16 0,0 21 0,52 0 0,-19 0 0,2-1 0,7 2 0,15 17 0,3 5 0,-14-6 0,-1 0 0,0 0 0</inkml:trace>
  <inkml:trace contextRef="#ctx0" brushRef="#br0" timeOffset="142598">15989 13383 24575,'25'-23'0,"1"0"0,15-3 0,-82 6 0,31 20 0,-27 0 0,2 0 0,27 0 0,-43 20 0,26 6 0,-5 1 0,-6 6 0,4 4 0,11 5 0,4 3 0,-4-1-566,-13-3 0,-6-1 0,7 4 566,13 9 0,7 4 0,-3-6 0,-12-2 0,0 0 0,7 3 0,2 6 0,3-2-601,0 6 1,3 1 600,5-14 0,-2 4 0,3-1 0,2-8 0,3-7 0,4 0 0,4 22 0,5 10 0,2-13 0,16-2 0,-13-10 0,3 8 0,2-7 0,7-13 0,0-3 0,-2 10 0,-3-1 0,13 10 0,-6-18 0,1-3 0,10-2 0,8-4 0,2-42 0,-25-4 0</inkml:trace>
  <inkml:trace contextRef="#ctx0" brushRef="#br0" timeOffset="143064">16196 14189 24575,'0'-38'0,"0"7"0,0 31 0,0 0 0,21 0 0,4 0 0,13 14 0,1 3 0,-6-9-4252,7 15 1,-8 5 4251,-27-3-429,20 13 1,1 1 428,-18-6-797,11 13 0,-7 1 797,-43-6 0,7 3 0,-1 1 0,-16-4 0,5-15 0,-8 1 0,12-8 0,14-12 0,-26 19 0,-4 0 0,12-21-1148,8 15 1148,-3-20 4150,31-20-4150,0 15 2902,0-16-2902,31 21 322,-3 0 1,12-7 0,14-4 0,0-2 0,0 1 0,0-1 0,0 0 0</inkml:trace>
  <inkml:trace contextRef="#ctx0" brushRef="#br0" timeOffset="143347">16933 14235 24575,'-12'-32'0,"-1"0"0,-14 1 0,3 11 0,16 20 0,-43 0 0,25 0 0,-12 10 0,-1 11 0,11 24 0,3 10 0,-2-14 0,-1 1 0,6 0 0,6 13 0,6 0 0,-2 9 0,4-15 0,8-39 0,15 34 0,11 4 0,15-15 0,2-3 0,3-3 0,16-7 0,-5-16 0,3-8 0,-13-2 0,-4-8 0,2-19 0,-6-11 0,-13-11 0,0 0 0</inkml:trace>
  <inkml:trace contextRef="#ctx0" brushRef="#br0" timeOffset="143748">17256 13498 24575,'13'-42'0,"-1"0"0,1 1 0,-5 5 0,-8 10 0,0 6 0,0 20 0,51 20 0,-38 6 0,12 1 0,11 6 0,-5 4-1020,-6 11 1,-6 6-1,-1 5 1020,-6-10 0,0 3 0,-1 3 0,-2 0 0,0 1-423,1 2 1,0 0 0,-1 2 0,-5 0 0,-6 1 422,-8-4 0,-6 2 0,-4 1 0,-1-1 0,-1-4 0,3-5 0,-2 11 0,1-7 0,-5 0 0,-4-2 0,-4 4 0,-2-6 0,4-14 0,1-18 0,4-2 0,1 23 0,1-2 0,-32-11 0,30-5 0,6-21 0,20-62 0,0 24 0,0-1 0</inkml:trace>
  <inkml:trace contextRef="#ctx0" brushRef="#br0" timeOffset="144764">17671 13176 24575,'-26'-26'0,"5"6"0,21 20 0,0 0 0,21 0 0,5 0 0,21-3 0,3 6 0,-12 17-4252,22-9 1,3 4 4251,-30 12 0,-2 2 0,10-3 0,3-3 848,-6-6 0,0 2-848,3 10 0,-5 3 0,-3 9 0,6-7 0,-6 1 0,-28 1 0,16-16 0,-21-20 6773,-51 21-6773,34 16 0,0 3 0,-22-23 0,1 4 0,25 24 0,9 12 0,-4-16 34,-13-23-34,8 40 0,6 7 0,2-11 0,-6-1 0,1 6 0,8-11 0,3 2 0,0-2-355,-2 14 1,2 2 354,5-6 0,2 3 0,-1-4 0,-5-1 0,1-2 0,3-4 0,1 3 0,0-2 0,0-7 0,0-2 0,0 2 0,1 11 0,0 1 0,1-5 0,4-5 0,0-3 0,-1 7 0,-3-8 0,-9-16 0,0 30 0,0-27 0,0 1 0,0-9 0,-21-16 709,16 15-709,-36 1 0,15-16 0,-18 5 0,-9 0 0,0-8 0,-4-4 0,4 2 0,-4 0 0,6 0 0,4 0 0,4 0 0,-10 0 0,14 0 0,34 0 0,-16-20 0,57 7 0,21 0 0,0-10 0,1 0 0</inkml:trace>
  <inkml:trace contextRef="#ctx0" brushRef="#br0" timeOffset="190979">3502 16677 24575,'-39'0'0,"9"0"0,30 0 0,0 0 0,0-31 0,0 24 0,30-24 0,-22 31 0,43 0 0,-46 0 0,57 0 0,-52 0 0,27-9 0,-2-3 0,-28 7 0,29-6 0,0 2 0,-26 9 0,32 0 0,9 0 0,13 0-3392,-13 0 0,3 0 3392,-13 0 0,-1 0 0,0 0 0,-3 0 0,12 0 0,7 0 0,-30 0 0,-6 0 0,-20 0 0,0 0 0,-20 0 6784,15 0-6784,-16 20 0,21 37 0,0-24 0,-9 21 0,-2-6 0,6-35-3392,-7 39 0,3 9 3392,9-15-160,-14 5 0,-3 8 160,14-16 0,2 1 0,-2 2 0,-7 9 0,-2 1 0,3-1-261,7-8 1,3-2-1,0 2 261,-1 15 0,0 4 0,0-15 0,0-13 0,0 9 0,0-2 0,0-19 0,0-1 0,0 27 0,0-24 0,0 8 6238,0-16-6238,0-20 451,0 0-451,-21 21 0,-4-16 0,-1 15 0,-15-20 0,36 0 0,-29 0 0,-3 0 0,24 0 0,-45 14 0,-7 3 1197,26-9-1197,-15 8 0,1-2 0,25-14 0,-8 0 0,0 0 0,5 0 0,-15 0 0,-5 0 0,43 0 0,-22 0 0,30 0 0,0 0 0,0-30 0,0 22 0,0-23 0,0 31 0,0 0 0,51 31 0,-19-12 0,0 0 0</inkml:trace>
  <inkml:trace contextRef="#ctx0" brushRef="#br0" timeOffset="191565">3548 17414 24575,'58'-9'0,"1"0"0,-1 0 0,1 0 0,-1-1 0,1 1 0,0 0 0,5-1 0,7-3 0,0 1 0,-10 2 0,-18 4 0,-26 6 0,-68 20 0,19-7 0,0 0 0</inkml:trace>
  <inkml:trace contextRef="#ctx0" brushRef="#br0" timeOffset="192479">4654 17668 24575,'0'-52'0,"0"11"0,-21 11 0,16 22 0,-15-23 0,20 11 0,0 15 0,0-16 0,0 21 0,0 0 0,20 0 0,6 21 0,11-6 0,3 6 0,-12 10 0,-3 7 0,6 7 0,-5 2 0,-13-11 0,-6 2 0,-4 16 0,-6 0 0,-6-17 0,-2 0 0,1 9 0,-6 0 0,-19 0 0,-7-3 0,6-5 0,-2-4 0,-8-7 0,0-5 0,11-4 0,1-6 0,-23-12 0,32 21 0,4-16 0,21 16 0,33-18 0,6-6 0,-21 3 0,26-11 0,18-8 0,-4-3 0,-20 1 0,1 0 0,-1-1 0</inkml:trace>
  <inkml:trace contextRef="#ctx0" brushRef="#br0" timeOffset="192813">5345 17622 24575,'-26'-57'0,"6"9"0,20 12 0,-31 15 0,23 21 0,-22 0 0,9 0 0,-4 21 0,-1 35 0,7-30 0,-3 2-287,-5 23 1,-2 5 286,2-14 0,-3-1 0,2 2 0,5-2 0,2 0 0,1 2 0,-3 6 0,2 2 0,14-5 0,24 4 0,17-8 0,16-13 0,5-9-346,-9-1 0,3-8 346,6-14 0,5-10 0,-6-1 0,-6 3 0,-6-6 0,-11-13 0,-3-8 0,-3-2 0,1-15 0,-1 0 0</inkml:trace>
  <inkml:trace contextRef="#ctx0" brushRef="#br0" timeOffset="194312">6773 16977 24575,'26'-26'0,"-6"-15"0,-20 15 0,0 1 0,0 4 0,31-9 0,-23 22 0,23-23 0,-31 31 0,0 0 0,0-20 0,0 15 0,0-16 0,0 21 0,0 0 0,-31 0 0,3 0 0,-29 21 0,18 4 0,2 6 0,9-6 0,2 4 0,1 6 0,-1 5 0,0-8-423,-2-15 0,0-1 423,-6 22 0,0 9 0,2-9 0,-17 1 0,10 5 0,-5 11 0,15-6 0,18 10 0,-16-12 0,-10 7 0,9-7 0,15 12 0,-9-16 0,-7 4 0,9-9 0,15-4 0,-6 11 0,1 2 0,10-6 0,-1-7 0,2 1 0,20 21 0,4-27 0,6-2 0,4-1 0,4-3 0,5-3 0,4-4 0,13-3 0,-1-6-1880,-25-6 1,-1-2 1879,5 3 0,-1-4 0,23-18-2630,-20 3 1,0-2 2629,18-9 458,12-3-458,-71 31 0,-20 31 0,-6 7 0</inkml:trace>
  <inkml:trace contextRef="#ctx0" brushRef="#br0" timeOffset="194680">6359 17506 24575,'-43'-10'0,"1"0"0,-14 5 0,35-16 0,42 21 0,35-20 0,5 2 0,4 0-660,-19 3 1,2 2 659,15 0 0,8 2 0,-15 4 0,-13 7 0,8-3 0,9-1 0,-27 11 0,-72 44 0,26 13 0</inkml:trace>
  <inkml:trace contextRef="#ctx0" brushRef="#br0" timeOffset="196779">7994 16447 24575,'21'-26'0,"-16"-15"0,15 36 0,-20-15 0,0-1 0,0 16 0,0-15 0,0 20 0,0 0 0,21 0 0,-16 0 0,16 0 0,-21 0 0,0 0 0,-21 0 0,-5 0 0,1 0 0,4 20 0,1 6 0,-16-1-6784,-13 16 6784,20-23 0,2 0-1221,2 10 1221,-27 3-585,24-11 585,-8-15-141,16 36 141,20-36 0,0 30 0,0 2 0,0-24 2910,0 21 0,0 4-2910,0-3 0,10 0 0,0 0 0,-5 6 0,28-17 0,6-8 0,-6-16 0,10 10 0,1 1 0,5-6 1720,7 16-1720,-10 9 949,-20-22-949,-19 24 0,-14 8 0,-28 1 0,-7-1 0,24-1 0,-2 2-2043,-24 2 1,-11 2-1,11-5 2043,24-13 0,1 0 0,-21 7 0,-9 4 0,10-3 0,6 19 0,2-19 0,-5 4 0,11-6 0,14 1 0,-20 5 0,1-7 0,25-27 0,-16 36 0,42-5 0,-1-12 0,6 1 0,13 5 0,4-4-207,-7-11 0,2-4 207,6 1 0,-1-4 0,-8-7 0,-1-2 0,2 1 0,0 0 0,0 0 0,-3 0 0,3 0 0,-16 0 0,-40 0 0,-6 0 0</inkml:trace>
  <inkml:trace contextRef="#ctx0" brushRef="#br0" timeOffset="198646">8040 16516 24575,'-20'-39'0,"15"9"0,-16 30 0,1 0 0,-16 0 0,-13 30 0,-7-22 0,27 18 0,2-1 0,-1-20 0,0 12 0,4 7 0,19 33 0,-15-24 0,8 2 0,3 2 0,4-2 0,-15 14 0,20 7 0,0-10 0,20-20 0,-9 11 0,4-2 0,41-22 0,-22 23 0,1-1 0,1-32 0,0-1-3392,0 24 0,-3-1 3392,3-17 0,5 23 0,-36-31 0,15 20 0,-20-15 0,-20 16 0,15-1 0,-36 6 0,36 0 6784,-46-6-6784,2 11 0,8-24 0,2 10 0,6-3 0,26-14 0,-45 0 0,47 0 0,-15-31 0,20 24 0,0-24 0,0 31 0,0 0 0,20 0 0,16 0 0,-8 0 0,3 0 0,-31 0 0,21 0 0,-16 31 0,-5-3 0,-5 28 0,-18-19 0,-6 3 0,6 12 0,-2 1-462,-10-9 1,-2 2 461,7 3 0,0 5 0,0-9 0,-2-15 0,3-1 0,3 27 0,6-5 0,-1-22 0,21 22 0,0-46-343,62 15 343,-47-20 0,36 0 0,11 0 0,-19 2 0,-2-4 0,3-8 0,2 0 0,10 8 0,-5-1 0,-2-18 0,-13 21 0,-16 21 151,-20 4 0,-29-27 0,-13-11 0,-3-2 0,0-1 0</inkml:trace>
  <inkml:trace contextRef="#ctx0" brushRef="#br0" timeOffset="200195">8778 17622 24575,'0'56'0,"0"-8"0,0-12 0,0-15 0,0-21 0,0 0 0,-21 20 0,16-15 0,-15 16 0,20-21 0,0 20 0,0-15 0,0-25 0,-2-16 0,4-10 0,10-8 0,8-8 0,-1-4-1357,-9 16 0,0-5 0,-1-1 1,2 2-1,3 3 1357,4 3 0,4 5 0,0-1 0,-3-5 0,-2-11 0,-2-9 0,0-1 0,-1 6 0,2 15-254,9 9 0,-1 3 254,-12-9 0,-4-10 0,0 1 0,0 12 0,12-11-2185,-18 14 1,-4 4 2184,2 10-333,21 6 333,-16 20 4203,15 20-4203,11-15 0,-23 36 0,22-5 0,-9-8 0,-16 23 0,36-25 0,-37 8 0,-3 9 0,14-3 0,6 3 0,-6-1-196,-10 4 0,-2 3 196,4-3 0,2 7 0,0 0 0,-3-6 0,-6 6 0,0 2 0,5-9 0,4 7 0,1 3 0,0 0 0,-3-6 0,-4 9 0,-1-4 0,3 0 0,7 1 0,3-1 0,-1-5 0,-3 5 0,-2-18 0,-4-32 6091,16 16-6091,-21-21 180,0 0 1,-21-21 0,-4-4 0</inkml:trace>
  <inkml:trace contextRef="#ctx0" brushRef="#br0" timeOffset="200397">9054 17668 24575,'-40'0'0,"1"0"0,-2 0 0,-21 0 0,57-41 0,5 30 0,46-30 0,-16 26 0,2 0-1627,12-9 1,1-1 1626,-10 4 0,2 1 0,23-4 0,0 7 0,-26 16 0,1 2 0,11-2 0,5-1 0,1 5 0,-3 8 0,1 4 0,2 0 0,1-2 0,0 0 0,0 0 0,0-1 0</inkml:trace>
  <inkml:trace contextRef="#ctx0" brushRef="#br0" timeOffset="200580">10114 17506 24575,'-42'0'0,"-1"0"0,-13 0 0,36 31 0,-1-3 0,18 23 0,1 6 0,-18 2-197,15 5 0,10 0 0,15-11 0,-7-14 1,0-1-1</inkml:trace>
  <inkml:trace contextRef="#ctx0" brushRef="#br0" timeOffset="209647">11634 16723 24575,'-57'-13'0,"-1"1"0,-3-1 0,10 5 0,25 8 0,-21 0 0,-3 0 0,11 0 0,-13 0 0,2 0 0,22 0 0,-8 21 0,-5-16 0,12 13 0,2 5 0,-7 12 0,-11-5 0,-2 10-540,24 8 0,7 10 0,-6-1 540,-6-15 0,-6-2 0,-1 1 0,6 0 0,3 14 0,5 1 0,-1 0 0,-5 4 0,-1 1 0,12-14 0,16-8 0,-6 4 0,-2 11 0,1-8 0,2 13 0,-3-17 0,-1 6 0,6-5 0,12-4 0,2-4 0,-6 22 0,16-6 0,-1-23 0,7-9 0,2-2 0,5 3-2993,19-17 1,-4-6 2992,-36 3 0,28-6 0,10-8 0,-9-13 0,-2-2 0,-1 13 0,1-2 0,-1-13 0,-1-7 0,-7 5 0,-3 0 0,10 5 0,-4-1 0,-24-12 821,31 36-821,-41-15 6784,0 20-6784,0 0 0,31 20 0,-24 6 0,19 1 0,-1 2 0,-19 20 0,14-13 0,-20-16 0,21 1 0,-16 14 0,15-6 0,1-29 0,4-39 0</inkml:trace>
  <inkml:trace contextRef="#ctx0" brushRef="#br0" timeOffset="210296">12072 17829 24575,'-38'-26'0,"7"26"0,31 5 0,0 28 0,0 6 0,0-6 0,0 6 0,0-1 0,0-12 0,-7 21 0,-6-2 0,-13-27 0,14 19 0,-2-3 0,-27-34 0,23-30 0,1-11 0,-13-4 0,1 0 0</inkml:trace>
  <inkml:trace contextRef="#ctx0" brushRef="#br0" timeOffset="211028">12602 16930 24575,'-38'0'0,"7"0"0,31 0 0,0 21 0,0 15 0,-5 9 0,-4 13 0,2 0-2835,5-3 1,2 0 0,-3 1 2834,-3 3 0,-2 1 0,2 1 0,4-10 0,3 4 0,-1-4 0,1-9 1719,-1 22-1719,0-15 0,0 7 0,0-12 0,0-11 0,0 18 0,0-51 0,20 0 6784,-15 0-6784,21-21 0,0-9 0,-19-3 0,10-6 0,-3 1 0,-14 12 0,21 6 0,-37-31 0,11-13 0</inkml:trace>
  <inkml:trace contextRef="#ctx0" brushRef="#br0" timeOffset="211846">12602 17138 24575,'13'-45'0,"0"0"0,7-26 0,-20 71 0,0 0 0,-20 0 0,15 0 0,-16 0 0,21 0 0,0-21 0,0 16 0,0-16 0,0 21 0,0-20 0,0 15 0,41-36 0,0 36 0,1-6 0,6 1 0,8 9 0,0 2 0,-16-2 0,0 2 0,15 9 0,-3 1 0,-3-6 0,-20 16 0,-2-1 0,-1-15 0,-47 36 0,-5-22 0,-9-2 0,-4-1 0,-6 1 0,3-2-215,-2 4 0,-1-2 215,1-1 0,-3-1 0,10-5 0,3-5 0,-15 17 0,6 7 0,33 0 0,-26-12 0,0 1 0,29 23 0,-24-15 0,31 0 0,31-6 0,-3-20 0,14 0 0,3 0 0,9 0 0,-16 0 0,0 0 0,9 0 0,-9-2 0,0 4 0,16 29 0,-9-28 0,-3 1 0,-14 27 0,23-10 0,-45 35 0,14-23-3321,-16 4 1,-8-2 3320,-16-9-832,2 11 0,0 2 832,-10-5-541,-10 5 0,4-7 541,24-27 0,-33 16 0,-6-1 0,15-15 0,-5 21 0,1 0 0,13-19-410,-26 24 410,43-31 5079,-43 0-5079,46 0 2547,-36 0-2547,36 0 1814,-16-31-1814,21 24 0,21-24 0,4 31 131,1 0 0,8-8 0,3-5 0,-5 1 1,0-1-1</inkml:trace>
  <inkml:trace contextRef="#ctx0" brushRef="#br0" timeOffset="213412">13385 16516 24575,'-10'-32'0,"0"0"0,6-9 0,3 10 0,1 26 0,5-15 0,36-1 0,-36 16 0,26-6 0,10 2 0,23 9 0,0 0 0,-24 0 0,-9 0 0,-26 0 0,57 0 0,-21 0 0,7 0 0,-17 0 0,-31 0 0,0 20 0,0 6 0,0 20 0,0 10 0,0-28 0,0 23 0,-31-25 0,24-1 0,-16 13 0,-5-4 0,2-21 0,13 24 0,0-2 0,-7-30 0,-1 46 0,16-43 0,-6 27 0,2 1 0,9-25 0,-31 29 0,23-19 0,-22-16 0,9 46 0,16-23 0,-15 29 0,20-32 0,0-4 0,0-21 0,20 30 0,-15-22 0,16 23 0,-21-11 0,30-15 0,-22 16 0,23-1 0,-31-14 0,20 34 0,-15-34 0,16 14 0,-1-20 0,-14 0 0,14 0 0,-20 0 0,0 0 0,-20 0 0,14 0 0,-14 0 0,-1 0 0,16 0 0,-15 0 0,20 0 0,0 0 0,0 31 0,0-24 0,20 45 0,-15-47-3392,16 29 0,-1 3 3392,-14-24 0,14 19 0,0 8 0,-16 0 0,-2-3 0,18 1 0,-26 14 0,-13 12 0,3-16 0,6-25-2269,-22 37 1,2-7 2268,25-48-751,-27 29 0,-7 3 751,5-24 0,-9 24 0,-1-2 0,16-30 0,-23 15 0,46-20 0,-16 0 0,21 0 3793,0 0-3793,21-20 0,-16-6 0,46 1 0,-27 0 0,1-1 0,16 6 0,0 1 0</inkml:trace>
  <inkml:trace contextRef="#ctx0" brushRef="#br0" timeOffset="217812">3133 16147 24575,'0'-38'0,"0"-13"0,0 25 0,0 0 0,0 6 0,0 20 0,0-31 0,0 24 0,0-24 0,21 31 0,-16-21 0,15 16 0,-20-15 0,0 20 0,0 0 0,-20 0 0,15 20 0,-16-15 0,6 27 0,0 8 0,-9-8 0,-1 0 0,6 9 0,-3 3-1386,-9-8 0,-4 1 1,9-3 1385,13 20 0,-9-14 0,-7 6 0,8-4 0,16 17 0,-15-12 0,-9 7 0,7-7 0,9 12 0,-9-12 0,-8 7 0,10-7 0,15 12 0,-7-12 0,-5 7 0,5-6 0,9-14 0,1 1 0,-5 11 0,-1 5 0,2-7 0,6 2 0,0 11 0,0-2 0,0-21-2704,10 18 1,1 3 2703,-6-1 0,6-14 0,4 7 0,0-6-175,11 18 175,-9-17 0,3 6 0,-1-10 0,9-5-1186,-9 4 0,0 10 0,-6-8 1186,-8-1 914,4 13 1,3 6-915,-1-10 0,-2-5 0,-4 4 0,7 5 0,-3-10 0,-9-33 0,0 23 0,0-31 0,0 0 0,31 0 4465,-24-31-4465,24 23 219,-31-22-219,20 9 0,-14 16 0,35-36 0,-16 16 0</inkml:trace>
  <inkml:trace contextRef="#ctx0" brushRef="#br0" timeOffset="219112">14445 16032 24575,'-25'-26'0,"4"6"0,-10-11 0,24 24 0,-24-45 0,62 47 0,-24-15 0,24-1 0,-31-4 0,0-1 0,0 6 0,21 20 0,-16 0 0,36 20 0,-36 6 0,18 29 0,5 8-729,-14-28 1,0 4 728,-1 6 0,2 8 0,-1 4 0,0 0-1576,1 5 1,1 3 0,-2 0-1,-2-3 1576,-4-12 0,-1-1 0,0 0 0,-1 5 0,0-4 0,1 5 0,0 2 0,-1 0 0,-2-1 0,-3-4-1054,-5 11 1,-4-4 0,-2-1-1,1-2 1054,1 6 0,0-3 0,-4 4-229,-2-12 0,-3 5 0,-2 0 0,-1-4 0,3-6 229,-10 14 0,0-5-33,9-12 0,0 1 0,-2 0 33,-12 9 0,-2 0 0,7-11 0,10-3 0,-18-4 0,-11 5 0,14-13 0,22-19 3597,-31 22-3597,41-9 5379,-31-16-5379,23 16 2527,-22-21-2527,30 0 1714,0 0-1714,30 0 0,-22 0 0,43-21 0,-46 16 0,22-34 0,8-14 0,-10 8 0,1 0 0</inkml:trace>
  <inkml:trace contextRef="#ctx0" brushRef="#br0" timeOffset="221147">1014 17207 24575,'0'46'0,"0"-20"0,0 14 0,-31-34 0,23 14 0,-22-20 0,30 0 0,0 0 0,0-20 0,-21 14 0,16-14 0,-15 20 0,20-20 0,0 14 0,0-14 0,0 20 0,0 0 0,-21 0 0,16 0 0,-16 0 0,21 0 0,0 0 0,21 0 0,-16 0 0,36 0 0,15 0 0,-2 0-3392,0 0 0,0 0 3392,-1 0-2269,11 0 1,0 0 2268,-5 0-687,6 0 1,-2 0 686,-9 0-409,-9 0 0,-3 0 409,-14 0 3452,23 0-3452,-46 0 5161,16 0-5161,-21 0 2747,0 0-2747,-21 0 2152,16 0-2152,-15 0 0,20 0 0,0 0 0,0 20 0,0 6 0,0 10 0,0 5 0,0-1 0,0 4-1383,0 6 0,0 5 0,0-4 1383,0-3 0,0-1 0,0 7 0,0 5 0,0-3 0,0 12 0,0-5 0,0-15 0,0-2 0,0 46 0,0-92 0,0 0 0,0-20 0,0 15 0,8-26 0,4-10 0,1 9 0,0 0 0</inkml:trace>
  <inkml:trace contextRef="#ctx0" brushRef="#br0" timeOffset="224027">16081 16309 24575,'-53'-22'0,"-1"1"0,1 0 0,0-1 0,-1 1 0,1 0 0,-6 0 0,-3-2 0,2 3 0,13 9 0,19 14 0,28 46 0,10-14 0,0 1 0,-8-2 0,2 1 0,11 7 0,5 3 0,-4-4 0,-9 23-403,0-21 1,1 9-1,0 3 1,0-5 402,0-3 0,-1-2 0,-1 1 0,-4 9 0,-2 1 0,3-1 0,3-1 0,3-1 0,-4-6 0,-3-9 0,-4-2 0,-8 19 0,0-2 0,5 0 0,-10-12 0,-6 5 0,5-5 0,9 18-1997,-7-17 0,-6 4 1,3-6 1996,-9 14 0,8-14 0,-2 7 0,2-6-42,-11 18 42,11-18 0,-1 5 0,5-5 0,9 13 0,-6-11 0,2 1 0,9 4 0,0-12 813,0-15-813,0-21 6762,0 0-6762,20 0 0,16-21 0,13 16 0,7-16 0,0-9 0,-7 22 0,-13-23 0,5 31 0,-16 0 0,32 0 0,-29 0 16,23 0 1,-66 52 0,9 12 0</inkml:trace>
  <inkml:trace contextRef="#ctx0" brushRef="#br0" timeOffset="225228">17348 16723 24575,'38'0'0,"-7"0"0,-31-20 0,0-16 0,0-13 0,0 13 0,0 16 0,0 20 0,0-21 0,0 16 0,0-15 0,0 20 0,0 0 0,-31 0 0,24 0 0,-44 20 0,25-15-3392,-20 28 0,-5 6 3392,22-23 0,-1 1 0,-10 16 0,-5 7 0,2-5 0,0-9 0,1 2-1426,7 12 0,0 7 1,0-6 1425,-5-12 0,-2 0-1040,2 12 0,-3 5 0,9-5 1040,14-13 0,1-2 0,-15 5 0,-6 3 0,12-2 0,20 30 0,-8-27 0,2-1 0,14 22 0,0 1 0,30-9 0,-16-3 0,0-3 3120,22-9-3120,12 7 0,-4-8 0,-26-27 0,35 16 0,7-1 0,1-15 2138,-24 6 1,1-1-2139,6-7 0,-1-6 0,5-18 6784,-12 16-6784,5-15 0,-77 40 0,6 6 0</inkml:trace>
  <inkml:trace contextRef="#ctx0" brushRef="#br0" timeOffset="226113">18247 16562 24575,'-26'0'0,"5"0"0,1 20 0,-6-15 0,-10 28 0,-4 6 0,-14-6 0,17 5 0,-2 10 0,7-6 0,15-12 0,1-1 0,-9 12 0,-3 5 0,9-5 0,14 13 0,-30-1 0,-1 1 0,28-17 0,3 1 0,-22 18 0,3 0 0,21-19 0,6 1 0,-3 16 0,0-1 0,0 1 0,24 1 0,3-3-1654,-14-18 1654,11-8 0,3-1 0,-7-5 0,6-15 0,-1 16 0,27-1 0,-45-15 0,24 16 0,-10-21 0,-16 0 0,-5 51 0,-13-19 0,0 0 0</inkml:trace>
  <inkml:trace contextRef="#ctx0" brushRef="#br0" timeOffset="226748">18316 17345 24575,'-39'-20'0,"9"14"0,50-14 0,11 0 0,-18 14 0,43 0 0,10 12 0,-30 31 0,-2 3 0,13-22 0,-10 3 0,-36 36 0,-22 8 0,-15-9 0,2-7 0,22 5 0,31-21 0,0 1 0</inkml:trace>
  <inkml:trace contextRef="#ctx0" brushRef="#br0" timeOffset="227059">18938 17299 24575,'-42'50'0,"0"-1"0,0 0 0,-6-29 0,-1-7 0,23 6-1093,49 22 1,34 8 0,-4-16 0,-17-30-1,3-6 1,13 3 0,0 0 0,0 0-1</inkml:trace>
  <inkml:trace contextRef="#ctx0" brushRef="#br0" timeOffset="227492">19145 16608 24575,'38'33'0,"0"1"0,-1-1 0,1 0 0,-27 12 0,-10 9 0,-6 6 0,-4 5 0,-2 2 0,0-1 0,4-3 0,5-7 0,7 8 0,6-5 0,1-2 0,-4 2 0,-6 4 0,-7-2 0,-6 11 0,-3 5 0,-2 0 0,-1-6 0,1-13 0,1-18 0,4-25 0,-9-66 0,39 19 0,0 0 0</inkml:trace>
  <inkml:trace contextRef="#ctx0" brushRef="#br0" timeOffset="228783">19836 17829 24575,'-25'25'0,"4"27"0,21-45 0,0 24 0,0-31 0,0 0 0,21-31 0,-16 3 0,15-28 0,-6 6 0,3 3 0,11 8 0,-10 3 0,1-9 0,0 3 0,9-2 0,1 4 0,-5 6 0,0-1 0,5-17 0,-1 12 0,-3 34 0,-4-34 0,-21 34 0,20-14 0,-15 20 0,16 0 0,10 0 0,-3 0 0,8 0 0,-16-21 0,-20 16 0,0-15 0,0 20 0,0 0 0,0 61 0,20-15 0,-16-3 0,-2 4 0,6-2 0,4-3 0,19 12 0,-28-14 0,1-3 0,27-12 0,-10-4 0,4-62 0,-2 15 0,0 0 0</inkml:trace>
  <inkml:trace contextRef="#ctx0" brushRef="#br0" timeOffset="229914">21265 16723 24575,'-21'-56'0,"16"28"0,-15-3 0,20 10 0,0 16 0,0-15 0,0 20 0,0 0 0,0 20 0,0-15 0,0 47 0,0-45 0,0 45 0,0-47 0,0 15 0,0-20 0,-21 21 0,16-16 0,-16 15 0,21 11 0,0-23 0,0 43 0,0-5 0,0 15 0,-8-18 0,-4 6 0,2 0-2262,7-1 1,3 1 0,-5 0 2261,-10 5 0,-6 1 0,6 2 0,11-8 0,4 3 0,1-2 0,-3-4-133,-9 13 1,1-2 132,9-11 0,1 1 0,1-7 0,-1 8 0,0-17 0,0-62 0,0 24 0,0-24 0,0 31 1330,0 0 1,51-41 0,-19 15-1,0 1 1</inkml:trace>
  <inkml:trace contextRef="#ctx0" brushRef="#br0" timeOffset="230471">21057 16769 24575,'-25'-25'0,"4"4"0,21 1 0,0 15 0,16-21 0,9 0 0,16 19 0,4-10 0,0 3 0,-4 14 0,8 0 0,-6 0 0,-30 0 0,47 0 0,2 0 0,-44 0 0,31 22 0,-5 7 0,-39-16 0,6 38 0,-2 0 0,-9-38 0,0 34 0,0-2 0,0-34 0,-7 32 0,-6 6 0,-13-16-3392,-10 7 0,-5-3 3392,-13-12-1553,9 0 1,3 1 1552,14 3 0,-10-3 0,5 4 0,22 16 0,-30-20 0,41-6 5246,0-20-5246,21 0 0,5-20 0,-1 14 0,9-12 0,4-4 0,-6 9 0,0 0 0</inkml:trace>
  <inkml:trace contextRef="#ctx0" brushRef="#br0" timeOffset="230986">22232 16677 24575,'-19'-29'0,"0"-1"0,-12-26 0,11 30 0,-6 26 0,-20 31 0,-5 15 0,20-12 0,2 3 0,-1 2-819,0-1 1,-3 1 0,1 2-1,2 2 819,-1 7 0,1 3 0,2-1 0,4-4 0,4-8 0,2-2 0,2 4 0,-1 9 0,-1 7 0,5 0 0,10-5-1729,15-5 0,9-3 0,-3 0 1729,-8 5 0,-2 0 0,8-4 0,14 1 0,8-4 0,1-15 0,-1-23 0,-2-5 0,26 15 0,-21-35 0</inkml:trace>
  <inkml:trace contextRef="#ctx0" brushRef="#br0" timeOffset="239794">22393 17460 24575,'-21'-38'0,"0"-1"0,-1 1 0,-29-54 0,51 92 0,0 0 0,0-21 0,0 16 0,21 5 0,35 26 0,-23 0 0,1-7 0,4 2 0,2 8 0,-3-1 0,1 5 0,-10 3 0,0 9 0,-12-3 0,-24-7 0,-5-1 0,14 9 0,-7-2 0,-39-1 0,-2-8 0,29-6 0,-44-13 0,1-1 0,49 9 0,-35-9 0,1-4 0,36-3 0,-26 7 0,0-3 0,29-9 0,-24 0 0,57-19 0,20-3 0,-13 16 0,3 2 0,9-10 0,0 0 0,1 1 0</inkml:trace>
  <inkml:trace contextRef="#ctx0" brushRef="#br0" timeOffset="240328">23131 17207 24575,'-26'0'0,"34"0"0,-59 0 0,30 0 0,16 0 0,-15 0 0,20 0 0,0 0 0,-21 0 0,16 0 0,-16 0 0,1 0 0,15 0 0,-46 20 0,22-15 0,1 16 0,0-1 0,3-14 0,33 33 0,25 29 0,7 5 0,-9-18 0,2-1 0,1 0 0,-1-1 0,0 1 0,1 0 0</inkml:trace>
  <inkml:trace contextRef="#ctx0" brushRef="#br0" timeOffset="241601">23453 16355 24575,'-29'38'0,"-1"0"0,-5-4 0,14 17 0,21-51 0,0 0 0,72 41-1378,-53-11 1,0 1 1377,20-7 0,-1 6-179,-19 16 0,-8 14 0,-4 6 1,-3-3 178,-3-4 0,-4 0 0,-3 1 0,-1 3 0,0-8 0,-1 4 0,0 1 0,-2 0 0,-1-2 0,-2-4 0,-4 7 0,-2-2 0,-1-5 0,-3-6 0,-5 0 0,-1-7 0,4-17 0,4-24 0,78 0 0,-3-21 0,-16 9 0,0-1 0</inkml:trace>
  <inkml:trace contextRef="#ctx0" brushRef="#br0" timeOffset="242824">23591 15986 24575,'58'0'0,"0"0"0,-1 0 0,1 0 0,-21 10 0,0 0 0,11-5 0,13-2 0,4 0 0,-3 2 0,-14 5 0,2 17 0,-13 2 0,-3 0 0,-16 23 0,-16-2 0,-30-32 0,3 11 0,-4 15 0,0 9 0,4 5 0,12-9 0,3 6 0,3 6 0,1 3 0,1 1 0,0-1 0,-1-1 0,-1-5 0,-2 3 0,-1-2 0,-1-2 0,1 0 0,1 3 0,2 4-754,2-3 0,1 5 0,1 4 1,0 2-1,2 0 0,0-3 0,0-3 1,2-7-1,1-8 754,5 17 0,2-12 0,-5-1-987,-8 3 1,-5-1 0,2-13 986,2-11-407,-7 7 0,3-8 407,9-27 0,0 16 0,-31-21 4916,24 0-4916,-44 0 0,-7 19 0,-2 3 0,21-17 0,-1 0 0,-8 8 0,-4 4 0,11-6 0,5-11 0,-5 0 0,36 0 1022,5 0 0,25 0 1,21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20:38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1544 3870 24575,'0'-59'0,"0"23"0,0 15 0,0 21 0,0 0 0,0-20 0,0 15 0,0-16 0,-31 1 0,23 15 0,-23-16 0,31 21 0,0 0 0,-20 0 0,15 0 0,-16 0 0,21 0 0,0 0 0,-20 0 0,15 0 0,-16 21 0,21 4 0,0 1 0,0 15 0,9-5 0,3 5 0,-4 0 0,1 4 0,-1-1-638,4 17 1,2 4 637,-2-15 0,3 7 0,-1-2 0,-4-5 0,-7 5 0,2 0 0,9-4 0,7 6 0,1 1 0,-7-6 0,-9 11 0,-2-1 0,7-4 0,4 4 0,0-5 0,2-1 0,-4-2 0,-9-9 0,-4 1 0,4-4 0,12-5 0,-1 0 0,-15 19 0,0-4 0,20-19 0,-18 6 0,1-7 0,18-26 0,-21 14 0,0-20 0,0 21 0,0-16 0,0 15 0,0-20 1275,0 0-1275,20-41 0,-14 31-1669,10-22 0,9-18 1,3-6-1,-5 10 1669,-5 4 0,2-3 0,2-1 0,6-11 0,3-5 0,1-2 0,-2 3 0,-4 10 0,1 0 0,-4 7 0,1-9 0,-5 6 0,1-7 0,0-4 0,1-3 0,0 2 0,-1 4 0,0 7-1525,13-12 1,-1 7 0,-5-2 1524,-10 0 0,-5-5 0,-1 2 0,3 8 0,15-11 0,-7 14 0,-22 19 0,0-3 0,0 11 0,-20 15 0,15-16 4464,-16 21-4464,21 0 6784,0 0-6784,-31 0 0,24 21 0,-24-16 0,31 46 0,0-43 0,-8 24 0,-5 8 0,-12 11 0</inkml:trace>
  <inkml:trace contextRef="#ctx0" brushRef="#br0" timeOffset="541">1544 4699 24575,'-31'38'0,"23"-7"0,-23-31 0,62-31-2835,18 14 1,15 2 0,-5-1 2834,-14-5 0,2 1 0,15 3 0,8 2 0,-13 6 315,0 9-315,-29 0 0,23 20 0,-66 36 0,12-13 0,0-1 0</inkml:trace>
  <inkml:trace contextRef="#ctx0" brushRef="#br0" timeOffset="5358">2603 4814 24575,'-38'-20'0,"7"14"0,31-14 0,0 20 0,0 0 0,-20 0 0,15 0 0,-16 0 0,21 0 0,0 0 0,51 20 0,-38-14 0,40 8 0,7 12 0,-35 9 0,-4 7 0,8 0 0,4 3 0,-6-1-481,-5 1 0,-8 5 481,-6 16 0,-6 9 0,-12-22 0,-26-27 0,14 25 0,1 18 0,-5-15 0,-3-33 0,-3-4 0,1 14 0,-2 6 0,0-8 0,-9-11 0,-1-10 0,-11-2 0,3-12 0,17-18 0,7-8 0,1-5 0,11-1 962,35-23-962,5 37 0,7 7 0,17 14 0,7 6 0,-10-3 0,1 0 0,0 0 0</inkml:trace>
  <inkml:trace contextRef="#ctx0" brushRef="#br0" timeOffset="6000">3225 4929 24575,'29'-36'0,"-1"1"0,0-14 0,-35 8 0,-7 3 0,2 7 0,-32 46 0,-5 21 0,29-6 0,-1 4 0,-15 9 0,-8 5 0,4-3 0,4-2 0,3 3 0,4 8 0,2 6 0,6-5 0,8-7 0,6-1 0,5 1 0,3 5 0,0-8 0,-1 16 0,55-34 0,13-13 0,-17-14 0,-3-5 0,9-3 0,-14 1 0,-17 2 0,15-36 0,-77 56 0,5-10 0</inkml:trace>
  <inkml:trace contextRef="#ctx0" brushRef="#br0" timeOffset="7887">5460 4077 24575,'-38'-26'0,"7"-25"0,31 43 0,0-22 0,0 30 0,0 0 0,0-21 0,0 16 0,0-36 0,-20 36 0,14-15 0,-35 20 0,36 0 0,-27-2 0,-7 4 0,5 18 0,-19-17 0,-1-1 0,21 19 0,-4-10 0,2-2 0,9-4 0,1 16 0,4-21 0,21 0 0,0 30 0,0 2 0,0 6 0,0 6 0,0 7 0,0 2-451,0-6 0,-1 2 0,1 2 1,1 2 450,3 8 0,2 3 0,0 1 0,-1-2 0,-3-4 0,0 0 0,-2 0 0,1-1 0,-1 3 0,1 0 0,-2-1 0,1-3 0,0 1 0,1-2 0,-7-4 0,-10-9 0,-4-2 0,5 0 0,11 28 0,0-10 0,-27-20 0,32 1 0,-2-9 0,-19-31 0,15 0 0,-16 0 0,21 0 0,0 21 0,0-16 1803,21 15-1803,14-27 0,6-6 0,-7 10 0,1 1 0,16-7 0,-2-3 0,8-8 0,-20 2 0,2 0 0,-1 4 0,-1 0 0,-5-6 0,-3 9 0,-4 34 0,-9 5 0,-16-15 0,0 22 0,0 2 0,0-12 0,0 21 0</inkml:trace>
  <inkml:trace contextRef="#ctx0" brushRef="#br0" timeOffset="8889">6612 4445 24575,'0'-56'0,"-20"28"0,14-3 0,-37 30 0,-24 15 0,14 4 0,17 10-1967,-4 2 1,-15 10 0,-6 6 0,3-1 0,16-6 1221,9-2 0,7 8 437,7-3 0,-1 13 0,-1 7 0,1 3 1,2-2-1,4-8 0,6-13 308,3-5 0,10 0 431,7 14 0,7 15 0,7 3 0,4-9 0,3-20-431,7-25 0,4-14 0,2 1-434,16 13 1,2 3-1,-8 1 1,-10-2 0,-7 1-1,12 13 1</inkml:trace>
  <inkml:trace contextRef="#ctx0" brushRef="#br0" timeOffset="9733">7511 4284 24575,'-23'-28'0,"-1"0"0,-1 0 0,4-3 0,21 31 0,-51 51 0,38-38-2126,-15 13 0,-14 14 0,-1 2 1,13-7 2125,7 19-470,5-15 0,-8 12 1,-4 8-1,1 0 1,5-5-1,8-11 470,8-3 0,3 2-20,-6 6 0,-5 12 0,1 4 0,5-5 0,11-14 20,21-8 0,7-5 0,-5 22 0,6-3 0,25-18 0,2-10 0,-3-2 0,-3-1 0,-51 16 0,0 23 0</inkml:trace>
  <inkml:trace contextRef="#ctx0" brushRef="#br0" timeOffset="10342">7672 4860 24575,'-56'-20'0,"27"14"0,-1-14 0,60 20 0,-1-20 0,27 14 0,0 27 0,-40 17 0,-4 6 0,5-15 0,-3 1 0,-11 23 0,-6-4 0,3-21 0,-31 29 0,3-11 0,-28-21 0,30-4 0,-25-21 0,43 0 0,-43 0 0,46 30 0,-15-22 0,40 23 0,-15-11 0,35-7 0,12 0 0,-7 10 0,0 0 0</inkml:trace>
  <inkml:trace contextRef="#ctx0" brushRef="#br0" timeOffset="10740">8248 4814 24575,'-26'-32'0,"1"0"0,4 2 0,1 9 0,-11 21 0,23 0 0,-43 0 0,46 0 0,-36 31 0,36-3 0,-16 8 0,10-1 0,2 1 0,4-3 0,-20 4 0,-1 3 0,22 1 0,0-5 0,-27-3 0,28 12 0,6 2 0,-3-6 0,31 8 0,-3 2 0,28-46 0,-30 16 0,9-26 0,2-11 0,-4-19 0,-3 2 0,-4-4 0,-16-4 0,1 1 0</inkml:trace>
  <inkml:trace contextRef="#ctx0" brushRef="#br0" timeOffset="11468">8570 4399 24575,'-12'-32'0,"-1"0"0,-8-19 0,42 72 0,-16 15 0,36 12 0,-36 8 0,30-17 0,2-1 0,-25 16 0,5-14 0,4 7 0,-7-6-919,-14 18 919,-4-12 0,-3 7 0,-3-7 0,-7-12 0,-2-1 0,4 13 0,1 5 0,-5-10 0,-9-18 0,-1-2 0,5 25 0,2-2 0,-3-16 0,-10-1 0,-2 0 0,4-3 0,4 3 0,1-4 0,8-17 56,20 24 1,0-82-1,0-13 1</inkml:trace>
  <inkml:trace contextRef="#ctx0" brushRef="#br0" timeOffset="13418">8893 3870 24575,'-32'-20'0,"0"1"0,-19-12 0,51 31 0,51-20 0,-14 32 0,10 15 0,1 2 0,-3-10 0,10-18 0,2 1 0,-6 14 0,7 9 0,-5 2 0,-15-3 0,-10 6 0,3-22-1696,-35 26 0,-18 20 0,-5 6 0,8-13 1696,1 14 0,7-16 0,-3 15 0,0 8 0,0 5 0,2-1 0,5-6 0,6-10 0,4 0 0,1-1 0,2 0 0,-1-1 0,-1 0 0,-2 7 0,-2-1 0,1 0 0,-1-1 0,2 1 0,2 3 0,1 5 0,0-2 0,-1-10 0,-2-18 0,-2-9 0,-20 1 6784,-36-9-6784,4-5 0,-16 5 0,-2 0 0,11-3-586,7 2 1,-1-1 585,-6 3 0,-14 5 0,8-6 0,27-19 0,33-33 0,36 23-1066,2-43 0,17 45 0,7 7 0,-14-11 0,-1-1 0</inkml:trace>
  <inkml:trace contextRef="#ctx0" brushRef="#br0" timeOffset="38603">12280 4607 24575,'-26'0'0,"5"-21"0,21 16 0,-30-15 0,22 40 0,-23-15 0,31 16 0,0-1 0,0-15 0,0 36 0,0-36 0,31 16 0,-23-21 0,22-21 0,-30-4 0,0-1 0,0 6 0,-30 20 0,22 20 0,-43 6 0,66-1 0,1-4 0,32-21 0,-10-17 0,1-7 0,-3-2 0,0 1 0</inkml:trace>
  <inkml:trace contextRef="#ctx0" brushRef="#br0" timeOffset="39185">12694 5298 24575,'-25'-39'0,"4"9"0,21 30 0,21 0 0,-16 0 0,15 0 0,-20 0 0,0 0 0,0 30 0,-41-22 0,21 18 0,-1-1 0,-27-20 0,17 36 0,31-5 0,0-8 0,0 3 0,0-31 0,0 20 0,0 6 0</inkml:trace>
  <inkml:trace contextRef="#ctx0" brushRef="#br0" timeOffset="39695">11957 5459 24575,'-46'0'0,"20"0"0,26-31 0,5 24 0,16-20 0,-1 2 0,-14 20 0,14-15 0,-20 20 0,-41 0 0,31 0 0,-33 0 0,-6 0 0,15 0 0,-10 6 0,1 8 0,15 22 0,56-18 0,16-8 0,-3-15 0,5-10 0,14-7 0,-1 1 0,1 0 0</inkml:trace>
  <inkml:trace contextRef="#ctx0" brushRef="#br0" timeOffset="42066">14123 4169 24575,'-52'8'0,"11"15"0,41-54 0,0 31 0,0 0 0,-30 0 0,22 0 0,-23-20 0,31 14 0,0-14 0,0-1 0,0 16 0,0-15 0,0 20 0,0 0 0,52-21 0,-6 18 0,10 3 0,-2-2 0,10-8 0,0 0-517,-14 8 0,1 3 0,1 0 517,2-2 0,1 0 0,0 3 0,2 3 0,0 3 0,3-1-1568,1-1 1,4 1-1,0-1 1,-5 1 1567,0 2 0,-4 1 0,-6-4 0,8-1 0,-23-10 0,-56-20 0,16-31 0,-15 27 0,20-1 1037,0 30-1037,0 51 0,0-38 0,0 25 0,0 17 0,0-5 0,1-14 0,-2 2 0,-6 10 0,-4 11 0,-2 6 0,1-2 0,3-9 1868,4-2 1,3-6 0,-3 5-1869,-4 2 0,-3 7 0,-1 2 0,2-2 0,4-6 0,6 4 0,2-5 0,-1 3 0,-4-6 0,-2 3 0,0 0 0,2-2 0,2 7 0,2-2 0,-3-4 0,-5 5 0,-5-9 0,-17 3 0,22-51-3197,-39-23 0,-9-5 3197,18 15-1069,-11 9 0,-19 3 0,-2 3 0,16 1 1069,-7 10 24,15 2 1,-11 7 0,5-1 0,23-7-25,24-9 0,-28-3 0,-6-4 0,6-3 4325,-24-16-4325,37 1 0,20 15 1616,0 5 1,20 5 0,6 15 0</inkml:trace>
  <inkml:trace contextRef="#ctx0" brushRef="#br0" timeOffset="42872">14975 5021 24575,'0'-51'0,"-9"11"0,-2 8 0,5 25 0,-14-24 0,20 31 0,0-20 0,0 14 0,-51-14 0,38 40 0,-23-9 0,-21-3 0,-2-1 0,16 3 0,8 18-2262,-20-9 1,-15-2 0,10-1 2261,28-3 0,3-1 0,-20 3 0,3-4 0,5-11 0,5-26 0,59 14 0,16-1 0,13-13 0,8 0 0,-3 14 0,-1-1 0,0 0 0</inkml:trace>
  <inkml:trace contextRef="#ctx0" brushRef="#br0" timeOffset="43673">15712 4929 24575,'-46'-31'0,"21"24"0,-27-24 0,45 31 0,-24 0 0,31 0 0,0 0 0,31 0 0,-3 0 0,28 31 0,-30-24 0,10 24 0,-1 10 0,-18-10 0,0 0 0,22 4 0,-1 4 0,-23 15 0,-5-1 0,11 1 0,-24 0 0,-15 0 0,-29-15 0,-3-4 0,29-4 0,-2-1 0,-25-1 0,-13-4 0,7-7 0,18-12 0,2-4 0,-9-1 0,2-2 0,-10-7 0,81-23 0,-1 31 0,27 0 0,-19 0 0,3 0 0,2 0 0,0 0 0</inkml:trace>
  <inkml:trace contextRef="#ctx0" brushRef="#br0" timeOffset="44118">16450 4929 24575,'-47'-38'0,"22"7"0,4 31 0,21 0 0,-30 0 0,1 0 0,-6 0 0,-6 0 0,36 0 0,-36 31 0,5 17 0,-13-7 0,5 1 0,1 9 0,23-12 0,3 5 0,0-2-1340,-13 13 0,4 0 1340,8 7 0,16-4-1009,25-16 1,5-12 1008,-15-20 0,43 15 0,10-9 0,-7-36 0,-17 11 0,6 1 0,-5-1 0,-3-2 0,-5-4 0,-4-9 0,-6-3 0,-5-1 0,-20-28 0</inkml:trace>
  <inkml:trace contextRef="#ctx0" brushRef="#br0" timeOffset="45442">17832 4169 24575,'-26'-46'0,"6"20"0,27-11 0,6 3 0,-8 21 0,16-38 0,-21 51 0,0 0 0,-21 0 0,16 0 0,-27 0 0,-7 0 0,5 0 0,-22 0 0,15 30 0,5-22 0,3 7 0,-3 1 0,-1-6 0,2 0 0,-13 16 0,17-1 0,11 16 0,14-35 0,-6 24 0,4 11 0,17-10 0,2 2 0,-8 16 0,-3 8 0,3-7-602,6-13 1,2 1 601,0 22 0,0 9 0,-2-14 0,-2-12 0,4 8 0,1 12 0,-4-8 0,-7-20 0,-2-1 0,2 18 0,1 9 0,-5-2 0,-6-10 0,-3-2 0,2 3 0,8 12 0,2 2 0,-5-3 0,-11-15 0,-5-2 0,7-4 0,11 3 0,0-9 0,-17-14 0,20-20 0,0 0 0,0-20 0,51 15 0,-38-16 601,43 17 1,11 8-602,-8-4 0,-17 0 0,7 0 0,-7 0 0,12 0 0,-3 21 0,-51 4 0</inkml:trace>
  <inkml:trace contextRef="#ctx0" brushRef="#br0" timeOffset="46230">19053 4399 24575,'0'-58'0,"0"22"0,0 15 0,0 21 0,0 0 0,-21 0 0,16 0 0,-27 0 0,-7 0 0,5 0 0,-8 7 0,-3 7 0,11 9 0,-1 10 0,-2 3 0,-5 8 0,-2 5 0,3-1-232,4-1 1,1 2 0,1 1 0,0 3 231,2-2 0,-2 3 0,1 1 0,3-1 0,3-4 0,-4 7 0,5-3 0,9 1 0,8 5 0,7 1 0,16-10 0,38-14 0,5-5 0,-34 8 0,3-3 0,32-20 0,18-11 0,-13-9 0,-29-7 0,-2 0 0,24 0 0,-8 14 0,-26 48 0,-34-8 0,0 1 0</inkml:trace>
  <inkml:trace contextRef="#ctx0" brushRef="#br0" timeOffset="46844">19905 4399 24575,'-29'-25'0,"-1"-1"0,-5-7 0,14 4 0,1 2 0,-16 6 0,-13 42 0,13-16 0,2 45 0,7 12 0,17-8 0,-6-13 0,-7 11 0,-4 6 0,1 1 0,5-5-280,5-3 0,3-1 0,2 0 0,2 3 280,5 5 0,2 4 0,2 2 0,0-3 0,-1-6 122,-8 3 0,0-5 1,14-5-123,27 1 0,15-4 0,-3-17 0,10-22 0,-8 4 0,0 0 37,2-10 0,-68-20 0,-12 7 0,0 0 0</inkml:trace>
  <inkml:trace contextRef="#ctx0" brushRef="#br0" timeOffset="47780">20205 5090 24575,'-26'-38'0,"6"7"0,40 31 0,-15 0 0,28 0 0,6 0 0,-6 0 0,10-3 0,1 6 0,-18 22 0,-3 2-781,13-15 781,-21 20 0,-10 8 0,-9-1 0,-12-1 0,-12-8 0,-11-1 0,-2 1-1632,4 2 1,-3 1 0,-1 0 0,1-5 1631,-4-4 0,0-5 0,1-1 0,-27 10 0,27-15 0,64-33 0,35-6 0,-2 0 0,-18 16 0,5 0 0,10-5 0,7-3 0,2 0 0,-10 2 0,0 0 0,-1 0 0,1 0 0</inkml:trace>
  <inkml:trace contextRef="#ctx0" brushRef="#br0" timeOffset="48050">20804 5137 24575,'0'-64'0,"0"23"0,0 10 0,0 26 0,-31-36 0,3 36 0,-24 7 0,-4 16 0,26 23 0,6 17 0,-1-3 0,-3-13 0,-1-1 0,4 4 0,2 14 0,6 4 0,16-9 0,27-9 0,10-13 0,10-6 0,5-12 0,8-8 0,-2-13 0,-2-6 0,-10 1 0,0-2 0,10-9 0,0 0 0</inkml:trace>
  <inkml:trace contextRef="#ctx0" brushRef="#br0" timeOffset="48558">21057 4445 24575,'-25'-25'0,"4"4"0,62 21 0,21 0 0,-26 0 0,2 0 0,7-3 0,-3 6 0,6 38 0,-2-5 0,-5 10 0,-21 7 0,-9 10 0,-8 3-1670,-9-9 0,-8 4 1,-2-1-1,1-3 1670,2 8 0,1-4 0,-10 0 0,-3-15 0,-7 2 0,-3-2 0,0-5 0,4-9-2286,-8-6 0,4-4 2286,3 18 0,2-8 0,-11-32 0,41 0 0,72-31 0,-27 12 0,-1 0 0</inkml:trace>
  <inkml:trace contextRef="#ctx0" brushRef="#br0" timeOffset="49562">21587 4077 24575,'26'-56'0,"-6"27"0,-20-1 0,0 30 0,31 0-4252,25 14 1,8 2 4251,-19-12 0,0 0 0,2 6 0,3 3 0,-6-5 444,12-8-444,-10 0-375,-20 20 375,-6-15 0,-20 57 0,-7-24 0,-6 6 0,-4-3 0,-4 5 0,0 3 0,3-4 1668,4 3 0,3-2 1,-3 4-1669,-8 6 0,-5 5 0,2 0 0,7-4-1342,13-1 1,6-4 0,-2-1 1341,-9 11 0,0 1 0,6-2 0,4 4 0,4-6-2022,6-10 0,0-4 2022,-7 10 0,-1 0-298,9-5 0,-1-7 298,-10-8 473,0-6-473,0 1 3926,0-30-3926,0 0 6333,0 21-6333,0-16 1361,-41 15-1361,11 2 0,-2-3 0,-21-9-362,1 24 0,1 4 362,-3-10 0,15-9 0,-3-2 0,-9 0 0,4-13 0,19-28 0,2-4 0,-30 16 0,37-25 0,18 2 0,30 29 0,13 7 0,3-11 0,0-1 0</inkml:trace>
  <inkml:trace contextRef="#ctx0" brushRef="#br0" timeOffset="58170">1474 7348 24575,'0'-41'0,"0"0"0,0-8 0,0-2 0,0 46 0,0-15 0,0 20 0,0 0 0,-20 0 0,15 0 0,-16 0 0,21 0 0,0 0 0,0 20 0,0 16 0,0-8 0,0 23 0,0-25 0,0-1 0,0-4 0,0-21 0,0 31 0,0-24 0,0 44 0,0-45 0,0 28 0,0 3 0,0-24 0,5 26 0,4 18 0,-2-10 0,-2-3-1696,5-4 0,5 12 0,0 2 0,-4-11 1696,-3 21 0,5-16 0,6 10 0,2 3 0,-2-8-2269,2 9 1,-2-1 2268,-3-1 0,0 4 0,1-6-968,11 2 1,-5-7 967,-19-19 0,-3 1-330,10 10 0,-1-3 330,-10-9 1625,-3 6 1,6-6-1626,17-28 4861,-14 15-4861,14-20 3932,-20 0-3932,0 0 1872,0-20-1872,0-16 0,0-13 0,0-7 0,23 1 0,5-8-2262,-17 16 1,-2-3 0,4 1 2261,11 4 0,4 2 0,-3-7 0,-9-10 0,-4-8 0,0 1 0,5 11-2269,18 7 1,-1 1 2268,-21 1 0,-5-8 0,-1-1 0,6 9-650,20-4 0,-5 8 650,-23-19-242,6 22 0,-1 9 242,-10 23 3654,0-43-3654,0 46 5462,0 5-5462,-21 35-910,16 14 0,-15 7 1,20-10-1</inkml:trace>
  <inkml:trace contextRef="#ctx0" brushRef="#br0" timeOffset="58816">1797 7993 24575,'-46'25'0,"20"-4"0,-25-42 0,43 16 0,8-15 0,8 20 0,43 0 0,-25 0 0,9 0 0,7 0 0,10 0 0,1 0 0,-8 0 0,-1 0 0,-2 0 0,-7 0 0,-14 0 0</inkml:trace>
  <inkml:trace contextRef="#ctx0" brushRef="#br0" timeOffset="59401">2488 8246 24575,'7'53'0,"0"0"0,0 0 0,-58-25 0,-6 0-3277,41 33 0,12 14 0,-14-19 2532,-42-31 0,-1-19 745,31-6 2818,60 0-2818,-22 0-353,36-14 1,14-3 0,-14 13 0,2 1 0,8-8-1,0 1 1,-1 0 0</inkml:trace>
  <inkml:trace contextRef="#ctx0" brushRef="#br0" timeOffset="59749">3133 8039 24575,'-29'-38'0,"-1"-1"0,-26 37 0,30-21 0,6 58 0,-4 17 0,-3 9-2835,6-13 1,0 2 0,-1-2 2834,0-7 0,0-1 0,2 2 0,-1 9 0,2 1 0,8-12 1058,11-14-1058,0-1 0,22-2 0,7-5 0,4-13 0,14-1 0,13-2 0,-8-8 0,-18-14 0,-2-6 0,11 2 0,0 0 0,-1 1 0</inkml:trace>
  <inkml:trace contextRef="#ctx0" brushRef="#br0" timeOffset="61138">2488 8200 24575,'5'-51'0,"11"38"0,-47-15 0,-10 5 0,28 23 0,-24 13 0,2 5 0,30-11 0,-15 24 0,20-31 0,0 0 0,-21 0 0,16 0 0,-15 0 0,20 0 0,20 0 0,6 21 0,10-10 0,5 3 0,2 13 0,-2 2 0,-7-6 0,-4 3 0,2 24 0,-13 8 0,-22-16 0,-10 2 0,-1 0 0,0 6 0,-1 0 0,-5-4 0,-7-7 0,-6-3 0,1-6 0,-5 1 0,0-11 0,-20-20 0,37 0 0,20 0 0,20-31 0,-15 24 0,16-19 0,-1 1 0,-15 19 0,34-13 0,15-3 0,-10 10 0,1-1 0</inkml:trace>
  <inkml:trace contextRef="#ctx0" brushRef="#br0" timeOffset="62573">4608 7187 24575,'-8'-34'0,"0"1"0,-12 2 0,-12-7 0,-5 5 0,-20 25 0,1-23 0,28 31 0,-23 31 0,46-3 0,-6 21 0,1 10 0,9 6 0,2 0-472,-1-9 1,0 3 471,1-10 0,1 5 0,-2 4 0,-3 1 0,-2-7 0,-3 3 0,-2 1 0,0 1 0,0-1 0,2-4-1618,-1 11 0,2-4 0,-1 0 0,-1 3 1618,-1 0 0,-1 4 0,-1 0 0,0-4 0,0-8 0,-3-5 0,0-7 0,4-5 0,6 22 0,-7-17 0,-5 5 0,5-8 0,7-6 0,-15 18 631,20-51-631,0 0 6784,61 0-6784,-30 0 0,5 0 0,15 0 0,9 0 0,-5 0 0,-2 0 0,-1 0 0,-2 0 0,3 0 0,-15 0 0,-18 0 0,-4 0 0</inkml:trace>
  <inkml:trace contextRef="#ctx0" brushRef="#br0" timeOffset="64549">5598 7670 24575,'39'-20'0,"12"15"0,-46-16 0,16 1 0,-1-16 0,-17 3 0,-1-3 0,9-1 0,-1 2 0,-10-13 0,0 17 0,-21 31 0,-15 14 0,-5 3 0,-18-10 0,21 16 0,0 5 0,-2 1 0,8-1 0,19 5 0,-29 14 0,-8-2 0,9-14 0,14 1 0,-4 9 0,0 4 0,-3 1 0,-2 6 0,2 1 0,4-2-2087,6 4 0,5-2 1,-2 3 2086,-3-7 0,-3 2 0,2 0 0,9-5 0,10 9 0,12-3 0,12 3 0,5-5 0,-4-15 0,3-1 0,9 17 0,7-10 0,13-34 0,6-9 0,-14 9 0,2 1 0,-3-2 0,6-5 0,-1-2 0,1 1 0,3 0 0,-17 0 0,-24 0 0,30-2 0,-8 4 0,-55 18 0,15 6 0</inkml:trace>
  <inkml:trace contextRef="#ctx0" brushRef="#br0" timeOffset="65231">6566 7578 24575,'-26'-32'0,"1"0"0,12-19 0,-38 51-4916,13 41 1,4 10 3425,-4-7 2130,7 3 1,-3 13 0,1 2-641,12-18 0,0 0 0,2 2 0,4 1 0,3 9 0,5 4 0,1-1 0,-3-3-772,-8 4 1,-3-2-1,6-2 772,8-6 0,5 0 0,8-7 0,17-2 0,3-5 0,-12-7 0,4 1 0,16 4 0,14 7 0,2-7 0,-7-15 0,-8-27 0,0-2 723,8 23 1,4 7 0,-12-15 0,-16-56 0,-20 51 0</inkml:trace>
  <inkml:trace contextRef="#ctx0" brushRef="#br0" timeOffset="65680">6819 8039 24575,'26'20'0,"-1"7"0,4 3 0,3-4 0,2 1 0,17 14 0,-10 5 0,-35 6 0,-4-4 0,29 1 0,-44-10 0,-17 4 0,1-12 0,-9-21-2262,-7 17 1,-9 10 0,4-9 2261,15-21 0,1-1 0,-45 45 0,79-51 0,28 0 0,28-31-757,-30 24 1,8-18 0,4-2 0,-6 15 0,0-1 0</inkml:trace>
  <inkml:trace contextRef="#ctx0" brushRef="#br0" timeOffset="65964">7464 8085 24575,'-56'22'0,"0"0"0,0 1 0,23 8 0,8 5 0,-4 1 0,-10 1 0,-6 1 0,4 2 0,14 0 0,17 5 0,12 0 0,6-5 0,11 2 0,11-9 0,12-12 0,11-7 0,-5-3 0,-4 0 0,-1-9 0,7-13 0,4-9 0,-9-8 0,-21-10 0,0 0 0,0 1 0</inkml:trace>
  <inkml:trace contextRef="#ctx0" brushRef="#br0" timeOffset="66304">7672 7509 24575,'0'-51'0,"51"51"0,-38 41 0,13-3 0,10 8 0,-6 11 0,-16-6 0,-5 9 0,-3 5 0,-2 1 0,0-3 0,0-7-1858,4 9 0,-1-7 0,-4 8 1858,-5-5 0,-2 11 0,-2 4 0,-4-4 0,-2-11 0,-3-19 0,-33-4 0,9-6 0,-5 5 0,14-14 0,20-18 832,-43 16 1,-7-1-833,22-14 0,-19 14 0,62-20 0</inkml:trace>
  <inkml:trace contextRef="#ctx0" brushRef="#br0" timeOffset="68001">8202 7187 24575,'-5'-46'0,"40"-1"0,0 32 0,5 5 0,5-2 0,2 3 0,-1 8 0,-3 2 0,19-1 0,-14 9 0,1 3 0,-5-1 0,-3 3 0,-8 7 0,-2 5 0,-1 2 0,-9 0 0,-21 0 0,-13 7 0,-5 2 0,-10 4 0,1-7 0,-2 1-3392,-1-7 0,3 0 3392,-1 28 0,11-23 0,3 3 0,11 6 0,5 5 0,-1-2-214,-1 1 1,0 2 213,0 5 0,0 5 0,0-8 0,-1-11 0,2-1 0,7 8 0,3 4 0,1-5 0,2-11 0,0 1 0,-2 18 0,-1 8 0,2-6 0,9-7 0,-3-1 0,-15 14 0,-3 3 0,10 5 0,-1-10 0,-10-20 0,0 11 0,0-8 0,0-37 3286,-6 29 0,-9 3-3286,-41-24 0,23 38 0,-3-37 0,0-7 0,10-2 0,-29 15 0,-7 1 0,25-17 0,-1-3 0,-8 6 0,-6 1 0,10-2 0,1-6 0,1-10 0,8-1 0,24 6 0,49-15 0,4 20 0,0 0 0</inkml:trace>
  <inkml:trace contextRef="#ctx0" brushRef="#br0" timeOffset="75284">12372 7670 24575,'-36'-25'0,"0"-1"0,11-13 0,4 7 0,0 24 0,21-23 0,-30 31 0,2 31 0,-8-3 0,15 8 0,21 5 0,21-36 0,15 15 0,12-40 0,-12-6 0,-15 1 0,-42 4 0,16 21 0,-46 21 0,43 4 0,-23 1 0,59-22 0,16-8 0,1-9 0,0 0 0</inkml:trace>
  <inkml:trace contextRef="#ctx0" brushRef="#br0" timeOffset="75901">12533 8315 24575,'-46'-38'0,"20"7"0,6 31 0,20 0 0,0 0 0,20 0 0,-15 0 0,16 0 0,-21 0 0,0 0 0,0 31 0,0-23 0,0 27 0,0 1 0,0-25 0,0 29 0,20-80 0,6-12 0</inkml:trace>
  <inkml:trace contextRef="#ctx0" brushRef="#br0" timeOffset="76478">11911 8407 24575,'-38'0'0,"-1"0"0,6 31 0,33-23 0,33 23 0,23-62 0,-35 23 0,-1-43 0,-14 25 0,14 21 0,-40-10 0,14 56 0,-14-5 0,40-8 0,-14 3 0,14-31 0,-40 20 0,-6 6 0</inkml:trace>
  <inkml:trace contextRef="#ctx0" brushRef="#br0" timeOffset="88515">14030 7947 24575,'-58'0'0,"22"0"0,15-31 0,21 23 0,0-22 0,0 30 0,0 0 0,21 0 0,-16 0 0,36 0 0,10 0 0,-2 0 0,-2 0 0,6 0 0,9 1 0,4-2-261,-22-5 1,1-1-1,1-1 261,9 1 0,3 0 0,-4-4 0,-9-6 0,-2-4 0,-6 2 0,19-9 0,-35-3 0,-21 31 0,0 0 0,0 31 0,0-23 0,0 43 0,0-46 0,0 16 782,-21-21-782,16 0 0,-15 0 0,20 0 0,0 0 0,0 20 0,0-15 0,0 35 0,0 12 0,0-17 0,0-1 0,0 19 0,0-1 0,0-12 0,0-3 0,0 19 0,0-7-6784,0-13 6784,0-16 0,0 1 0,0-57 0,20 46 0,-17-43 0,-1-5 0,19 30 0,-21-23 0,0 31 0,0 0 0</inkml:trace>
  <inkml:trace contextRef="#ctx0" brushRef="#br0" timeOffset="90250">15344 7463 24575,'0'-26'0,"0"-25"0,-21 44 0,16-24 0,-15 31 0,20 0 0,0 0 0,0-21 0,0 16 0,0-36 0,0 36 0,0-15 0,0 20 0,20 0 0,6 0 0,30 0 0,-5 3 0,-2-6 0,-1-28 0,-6 27 0,8 5 0,-8-6 0,4-25 0,-2 27 0,1 6 0,12-3 0,-1 30 0,-7-22 0,-5 8 0,-1-1 0,-10-15 0,18 0 0,-51-31 0,0 23 0,0-22 0,0 30 0,0 0 0,-31 0 0,24 0 0,-24 0 0,31 0 0,0 0 0,0 30 0,0-22 0,1 24 0,-2 8 0,-20 21 0,19-11 0,-1 5-1728,-9-4 0,-4 4 0,3-5 1728,11-3 0,-1 1 0,-7-1 0,-5 7 0,0 2 0,4-3-448,7 5 0,3-2 0,-2 1 448,-3-8 0,-4 1 0,2-1 0,2-2 0,4 1 0,3-2 0,0-5 0,-1 2 0,0-14 0,0-24 0,0 16 0,0-21 4728,0 0-4728,0-21 1800,0 16-1800,0-15 0,0 20 0,0 0 0,-21 20 0,-4-15 0,-32 16 0,14-11 0,-3 0 0,-1 3 0,-4 0 0,3-4 0,-4-1 0,6 0 0,10 4 0,3-3 0,-38-9 0,71 0 0,0 31 0,0-24 0,0 24 0,0-31 0,20-51 0,-7 19 0,0 0 0</inkml:trace>
  <inkml:trace contextRef="#ctx0" brushRef="#br0" timeOffset="90861">15551 7993 24575,'-38'23'0,"-1"0"0,6 3 0,-6-10 0,6-12 0,28-24 0,5-6 0,24 2 0,8 2 0,22-4 0,10 23 0,0 6 0,-5 2 0,5 6 0,0-1 0,-10-10-1696,2 0 0,-56 20 0,-25 6 0</inkml:trace>
  <inkml:trace contextRef="#ctx0" brushRef="#br0" timeOffset="92037">16519 8039 24575,'-39'0'0,"9"0"-9831,30-21 8341,0 16 4308,0-15-2818,0 20 1719,0 0-1719,30 0-2269,8-2 1,4 4 2268,-8 6 0,1 4 0,27 13 0,-7 7 0,-24 21-759,-32-1 1,-12 15-1,-5 2 1,-1-16 758,-1-19 0,-4-1-151,-1 12 0,-5 11 0,-2-4 0,2-21 151,-27-31 2735,29 0-2735,-23-21 0,46 16 584,36-36 0,6 45 0,10 8 0,0-11 0,0 1 1,0 0-1</inkml:trace>
  <inkml:trace contextRef="#ctx0" brushRef="#br0" timeOffset="92696">17348 7947 24575,'-20'-59'0,"14"23"0,-35 16 0,6 20-4252,0 9 1,1 2 4251,-7-6-315,6 27 1,8 8 314,22-7 0,-18-5 0,-5 0 0,0 13 0,-16-5 0,1 5 0,23 11 0,6 6 0,-4-11 0,-2 2 0,7-4 0,9-2 0,8-2 2810,6 9 1,11-7-2811,16-21 0,5-3 0,-8 6 0,1-2 0,13-2 0,2-11 1755,-10-21 1,-4-9-1756,-7-3 0,-4-2 0,11-16 0,-41 0 0</inkml:trace>
  <inkml:trace contextRef="#ctx0" brushRef="#br0" timeOffset="94233">19099 7187 24575,'-5'-46'0,"-11"-1"0,37 22 0,-21 4 0,-21 21 0,16 0 0,-36 0 0,6 0 0,6 0 0,-22 0 0,46 0 0,-36 21 0,5 4 0,-12 1 0,12-5 0,15-1 0,21 16 0,-9-5 0,-2 7 0,8 8 0,4 6 0,-4-7-317,-8-11 1,1-1 316,9 16 0,2 4 0,-1 8 0,0-9 0,0-24 0,6 11 0,2 11 0,-1-6 0,-2 12 0,15-2 0,-18-1 0,-4 2 0,2-18 0,0 0 0,2 19 0,-4 0-823,-8-17 1,0-3 822,5 20-2821,-16-19 1,1-2 2820,15-2-745,-21 6 1,0-1 744,19-13 0,-19 3 0,1-4 0,19-17 0,-14 44 1001,20-46-1001,0 16 0,20 30 0,-14-38 2990,18 15 0,3-5-2990,-20-23 0,45 0 0,-27 0 0,21 0 0,-20 0 0,11 0 0,-2 0 0,-23 0 0,40 0 0,-1 0 0,-38 0 2427,38 0-2427,-31 21 0,-15-16 0,-5 15 0,-25-20 0</inkml:trace>
  <inkml:trace contextRef="#ctx0" brushRef="#br0" timeOffset="95352">19375 8039 24575,'-38'0'0,"7"0"0,31 0 0,0 0 0,31 0 0,-3 0 0,28 0 0,-17 0 0,-1 0 0,16 0-2262,-7-6 1,9-2 0,-10 1 2261,-3 2 0,8-15 0,10-9 0,-9 7 0,-3 9 0,-8-17 0,-3 9 0,-7 51 0,-31-1 0,0 6 0,0-14 0,0-21 6784,0 0-6784,0 41 0,0 20 0,0-25 0,0 2 0,0 27 0,0-2 0,0-27 0,0-2-1199,0 7 1,0-3 1198,0-7 0,0-31 0,0 0 0,0-31 0,20 3 0,6-29 0</inkml:trace>
  <inkml:trace contextRef="#ctx0" brushRef="#br0" timeOffset="96544">21380 7578 24575,'28'-25'0,"0"-1"0,0 13 0,1-24 0,-7 3 0,-16 28 0,14-14 0,-20 20 0,-20-31 0,14 24-3392,-28-11 0,-3 5 3392,24 13 0,-21-3 0,-4 6 0,2 28-2269,-12-18 1,-3 2 2268,16 11 0,1 4-802,-5-4 0,-2 2 1,3-5 801,6-8 0,2 3 0,0 21 0,-1 9 0,3-12 0,-13-18 1115,10 12 0,-3 11 0,7 0-1115,9 11 0,2-1 0,-11-6 0,-2 5 0,13-6 0,2 8 0,2 0 0,3-8 0,5-7 0,0 0 0,-7 10 0,-3 5 0,8-3 0,20 5 0,3-3 0,-15-5 0,4-2 0,30 6 0,-1-3 0,-24 9 0,37-48 0,24-16 0,-8 6 0,-20 15 0,-1-3 0,15-20 0,7-11 0,-11 1 0,2-6 0,-15 0 1250,-36 6 1,-5 61 0,-25 10 0</inkml:trace>
  <inkml:trace contextRef="#ctx0" brushRef="#br0" timeOffset="97180">22163 7578 24575,'-23'-29'0,"0"-1"0,-3-26 0,-15 71 0,6-25 0,0 51 0,0 10 0,-5-17 0,14 1 0,1 11 0,4 1 0,9-4 0,5 2 0,-2-3 0,-9 4 0,0 3 0,2 12 0,1 6 0,5-11 0,5-2 0,-4-2 0,-2 11 0,10-7 0,21-9 0,1-4 0,-17-1 0,3-2 0,26-4 0,5-11 0,-10-20 0,8 16 0,5-21 0,-36 31 0,16 7 0</inkml:trace>
  <inkml:trace contextRef="#ctx0" brushRef="#br0" timeOffset="97634">22163 8154 24575,'31'-38'0,"-3"38"0,0 19 0,0 10 0,2 6 0,-3 2 0,-10-3 0,-6 1 0,-5 10 0,-12-3 0,-30-14 0,-8-2 0,11 14 0,-3-3 0,-25-19 0,5-11 0,25-7 0,10-5 0,67-36 0,2 36 0,7 5 0,-12-7 0,1 0 0,-1 1 0</inkml:trace>
  <inkml:trace contextRef="#ctx0" brushRef="#br0" timeOffset="97953">22693 8085 24575,'-41'-26'0,"1"21"0,-2 10-1127,12 21 1,1 5 1126,-7-16 0,1 3 0,4 31 0,10 4 0,9 1 0,-23-24 0,-2 2 361,22 13 0,4 2-361,-14 6 0,45 9 0,-3-22 0,7-8 186,9-27 0,3-3-186,21 29 0,-8-43 0,-1-7 0,-10 12 0,13-28 0,-10-2 0,-36 27 0,16-31 0</inkml:trace>
  <inkml:trace contextRef="#ctx0" brushRef="#br0" timeOffset="98567">22808 7624 24575,'0'61'0,"0"1"0,0-1 0,0 0 0,0 0 0,0 0 0,0 0 0,0 0 0,0 1 0,0 8 0,0 4 0,0 1 0,0-4 0,0-8 0,0-12 0,0-15 0,0-5 0,0 7 0</inkml:trace>
  <inkml:trace contextRef="#ctx0" brushRef="#br0" timeOffset="100189">23016 7094 24575,'-47'-20'0,"22"-16"0,4 8 0,42-3 0,4 31 0,22 13 0,4 5 0,8 10-1709,-18-10 1,5 3-1,-5-4 1709,12 9 0,-11-11 0,5 0 0,-8-4 0,0-6-1696,2 15 1,7 9 0,-14-6 1695,-22-10-103,17 24 1,-6-3 102,-23-29 0,0 16 0,0-21 3359,0-21-3359,0-4 6649,0-1-6649,0 6 409,0 20-409,0 0 0,0 20 0,-14 14 0,-3 9 0,7 3 0,2 5 0,-2 3 0,-3-5 0,-3 2 0,1 1 0,2-2 0,3 8 0,2-1 0,1 7 0,1-13 0,-1 8 0,0 4 0,1 1 0,0-2 0,1-7 0,1-9-3392,1 11 0,1-2 3392,-2 1 0,-1 12 0,0 3 0,1-7 0,1-16 0,3 9 0,0-4 0,0 4 0,-30-37 0,22-20 0,-23 0 0,31 0 6784,0 0-6784,-20 21 0,15-16 0,-16 15 0,1 11 0,-16-3 0,-13 8 0,-4-22 0,-1-8 0,-5-6 0,12 0 0,-8 0 0,8 0 0,-12 0 0,3-2 0,5 4 0,23 19 0,28-16 0,7 16 0,38-18 0,13-6 0,-13 3 0,-1 0 0</inkml:trace>
  <inkml:trace contextRef="#ctx0" brushRef="#br0" timeOffset="103784">22693 7786 24575,'-26'0'0,"6"0"0,-1 0 0,16 0 0,-15 0 0,20 0 0,0 0 0,0-31 0,0 23 0,20-23 0,6 31 0,-1 0 0,27 0 0,-24 31 0,8-3 0,-12 22 0,-7 8 0,-14-19 0,-1 1 0,8 17 0,0-1 0,-9-20 0,-2-3 0,1 23 0,-10-16 0,0-3 0,5-4 0,-6 3 0,1 0 0,10 0 0,0 12 0,0-12 0,0-15 0,0-1 0,-20 6 0,15 30 0,-21-32 0,0 1 0,19 31 0,-24 0 0,31-28 0,0 3 0,0-31 0,-21 21 0,16-16 0,-15 15 0,20-20 0,-21 0 0,16 21 0,-15-16 0,-11 15 0,23-20 0,-22 0 0,30 0 0,0 0 0,30 0 0,-22-20 0,43 15 0,-25-16 0,2-13 0,0-3 0,0-2 0,-1-12 0,-2-5 0,-13 21 0,1 1 0,15-13 0,0 1 0,1-7 0,-9 7 0,-10 0 0,-22 15 0,-6 0 0,4-20 0,-1-3 0,-1 10 0,-3 4 0,-4 10 0,5 3 0,13-14 0,-16 16 0,4-13 0,3-1 0,7 6 0,-10-7 0,3 8 0,14 27 0,0-15 0,0-11 0,0 23 0,0-23 0,0 31 0,0 0 0,-21 0 0,16 0 0,-15 0 0,20 0 0,0 31 0,0-23 0,-21 23 0,16-31 0,-15 0 0,20 0 0,0 0 0,41-52 0,-16 20 0,1 0 0</inkml:trace>
  <inkml:trace contextRef="#ctx0" brushRef="#br0" timeOffset="166331">1175 10803 24575,'0'-38'0,"-31"7"0,24 31 0,-24 0 0,31 0 0,0 0 0,31 0 0,-3 0 0,28-20 0,-10 14 0,-8-4 0,1 0 0,15 10 0,-5-6 0,9-2 0,-7 1-2345,-17 5 0,-1-1 2345,29-7 0,4 0 0,-15 7 0,-5 6 0,13 17 0,-18-18 0,-5 1 0,-16 18 0,-20-21 0,0 0 0,-20 0 4690,15 0-4690,-16 0 0,21 0 0,0 20 0,0-14 0,0 14 0,0 11 0,-20-24 0,16 25 0,3 8 0,-20 22 0,20-27 0,2 4 0,-1 23 0,0 4 0,0-11 0,0 0-3326,0 10 0,0 0 3326,0-7 0,0-3 0,0-7 0,0-7 0,0 0 0,0 15 0,0 1 0,0-8 0,0-9 0,0-1 0,0-8 0,0-31 0,0 0 6652,0 20-6652,0-15 0,0 36 0,0-36 0,0 36 0,0-36 0,0 16 0,0-21 0,0 0 0,-31 0 0,3-21 0,-28 16 0,10-15 0,0 18 0,-5 4 0,-3-3 0,-2 2-2262,3 5 1,-3 2 0,3-2 2261,-3-3 0,2-1 0,-2 9 0,5-1 0,2-10 0,13 0 0,16 0 0,20 0 0,0 0 0,0-21 6784,0 16-6784,20-15 0,-15 20 0,47 20 0,-14 6 0</inkml:trace>
  <inkml:trace contextRef="#ctx0" brushRef="#br0" timeOffset="166981">1428 11540 24575,'60'-6'0,"0"-1"0,0 1 0,-1 0 0,1-1 0,0 1 0,19 3 0,4 2 0,-17 2 0,-38 2 0,-56 5 0,-29 22 0</inkml:trace>
  <inkml:trace contextRef="#ctx0" brushRef="#br0" timeOffset="168515">2442 11471 24575,'-31'-25'0,"54"4"0,-5 21 0,15 10 0,6 1 0,-4-11 0,-1 5 0,8 34 0,-7 14 0,-17-11 0,-5 5-293,-2 4 0,-3 5 0,-7-1 293,-10-6 0,-7-2 0,-5-3 0,-2-5 0,-5-3 0,-3-6 82,-20 3 1,-3-9-83,11-11 0,2-6 0,-16-7 0,16-20 0,36 15 0,-15-16 0,20 21 0,0 0 0,20 0 0,6 0 0,-1 0 0,18-12 0,7-7 0,-6 0 0,1 0 0</inkml:trace>
  <inkml:trace contextRef="#ctx0" brushRef="#br0" timeOffset="169030">3133 11264 24575,'-38'0'0,"-13"0"0,46 0 0,5 0 0,5-21 0,15 16 0,11-15 0,-23 20 0,-8 0 0,-29 0 0,-6 0 0,-3 30 0,4 11 0,17-13 0,1 3 0,-10 16 0,-2 9 0,5-5-368,9-7 1,2 1 367,-5 6 0,-3 4 0,6-10 0,6 4 0,-2-7 0,-2 7 0,4-7 0,8 4 0,22 0 0,7-2 0,4-8 0,7-22 0,7-8 0,4-12 0,-2-8 0,-14-3 0,-1-2 0,18-3 0,-7-5 0,-19-29 0,-26 30 0,-26 6 0</inkml:trace>
  <inkml:trace contextRef="#ctx0" brushRef="#br0" timeOffset="170431">4815 10435 24575,'0'-39'0,"0"-12"0,0 46 0,0-16 0,-20 21 0,14 0 0,-25 0 0,-9 0 0,-14 0 0,9 10 0,-2 1 0,1-11 0,2 5 0,8 21 0,1-1 0,-2-22 0,4 2 0,-2 46 0,-6-25 0,36-1 0,-16-4 0,21-1 0,0-15 0,21 46 0,-19-12 0,1 2 0,7-8 0,0 3 0,-9 25 0,-2 6 0,10-6 0,3 3-742,-1-4 0,2 3 0,-2 1 742,-1 1 0,-1 0 0,1-3 0,1-11 0,0-2 0,-3 2 0,-3 9 0,-5 3 0,-5-7 0,-10-1 0,0-2 0,11-5 0,5 2 0,-6 0 0,-11 0 0,-4-2 0,5-5 0,13-7 0,-1-3 0,-18 8 0,1-5 0,15-16 0,-16-20 0,21 0 0,0 0 2226,0-20-2226,0 15 0,0-16 0,0 21 0,21 0 0,35 0 0,-5-14 0,3-2 0,-9 12 0,-1 0 0,6-12 0,-2 1 0,-9 14 0,-1 2 0,15-1 0,-14 0 0,-1 0 0</inkml:trace>
  <inkml:trace contextRef="#ctx0" brushRef="#br0" timeOffset="171781">5921 10527 24575,'0'-46'0,"0"-11"0,0 29 0,0-3 0,0 31 0,0 0 0,-21 0 0,16 0 0,-36 0 0,6 0 0,-14 31 0,7-9 0,-3 5 0,13 0 0,1 5 0,-1 1-607,-5 8 1,-2 2 0,-3-2 606,-7-3 0,-3-3 0,7 2 0,20 0 0,4 2 0,-2-2 0,-27 9 0,8-2 0,37 17 0,-6-12 0,2-1 0,9 6-83,-12 8 1,3 4 82,17-21 0,-1 0 0,-16 17 0,3 1 0,26-5 0,1-3 0,-19-18 0,1 0 0,14 8 0,7-3 0,4-16 0,0-3 0,6 12 0,5-21 0,-7-7 0,-26-7 0,25 1 0,9-2 1802,14-20-1802,3 7 0,-1-7 91,-28-14 0,-3 0-91,19 10 0,-16 9 0,-43 16 0,10 52 0</inkml:trace>
  <inkml:trace contextRef="#ctx0" brushRef="#br0" timeOffset="172398">6727 10435 24575,'-19'-30'0,"0"1"0,-12-7 0,31 15 0,0 21 0,0 0 0,-20 0 0,15 21 0,-36-16 0,38 40 0,0 2 0,-37-29 0,22 42 0,0 3 0,-31-30 0,21 19 0,0 4-384,-1-30 1,1 1 383,9 17 0,4 10 0,1-3 0,-6 5 0,4 3 0,7-11 0,2 5 0,3 0 0,3-5 0,9 11 0,5-3 0,-6 3 0,2 4 0,11-16 0,28-25 0,4-5 0,-17 21 0,-1-5 0,6-29 0,-3-8 0,-17 4 0,0 0 0,-14 31 0,-6-3 0,-26 29 0</inkml:trace>
  <inkml:trace contextRef="#ctx0" brushRef="#br0" timeOffset="172864">6727 11264 24575,'0'-46'0,"0"20"0,21 6 0,4 20 0,13-2 0,1 4 0,-6 18 0,16-8 0,-5 2 0,-34 11 0,26 22 0,-1-2 0,-27-27 0,9 40 0,-3 7 0,-14-11 0,0 7 0,-31-20 0,-1-23 0,-5-5 0,-1-9 0,-1 0 0,-8 12 0,5-2 0,6-14 0,15 0 0,21 21 0,21-16 0,15 16 0,-2-30 0,8-12 0,2-1 0,5 1 0,-1 0 0,1-1 0</inkml:trace>
  <inkml:trace contextRef="#ctx0" brushRef="#br0" timeOffset="173181">7418 11218 24575,'0'-55'0,"0"0"0,4 12 0,-8 9 0,-26 13 0,22 21 0,-43 0 0,25 21 0,-12 16 0,-1 3 0,6-2 0,9 9 0,-1 14 0,2-5-298,4-9 1,3 1 297,3 3 0,2 5 0,6-2 0,8 13 0,15-9 0,19-22 0,10-10 0,13-1 0,1-9 73,-19-13 1,0-6-74,17-14 0,-5-7 0,-8-17 0,-23 8 0,-8-3 0,-22-21 0</inkml:trace>
  <inkml:trace contextRef="#ctx0" brushRef="#br0" timeOffset="173648">7672 10527 24575,'-32'-26'0,"0"1"0,11-16 0,50 61 0,6 6 0,11 7 0,1 10 0,-22-5 0,-4 4 0,2 4-829,3 4 1,2 4 0,-1 3-1,-3-1 829,-6-2 0,-2 1 0,-3 0 0,-4 2-1630,-4 3 0,-3 2 1,-4-1-1,-3-6 1630,-4-9 0,-3-3 0,-3-2 0,-4 4 0,-4-1 0,-4-5 937,-18-1 1,-2-2-938,8 10 0,4 0 0,4-10 0,5-2 0,6 22 0,40-10 0,6 0 0</inkml:trace>
  <inkml:trace contextRef="#ctx0" brushRef="#br0" timeOffset="175097">8317 10204 24575,'-38'-25'0,"7"4"0,31 21 0,0 0 0,-21 0 0,16 0 0,-15-20 0,20 15 0,20-47 0,16 45 0,10-9 0,8 1 0,0 10 0,2 10 0,-10 8 0,2 7 0,-4-2 0,7-5 0,-7 7 0,-11 32 0,-10 4 0,-2-2 0,-36 0 0,-11-1 0,6-25 0,-1-2 0,-2 14 0,-3-3 0,-25-12 0,37 10 0,2 2 0,-13-4 0,12 8 0,5 5 0,7-11 0,2-1 0,-2 2 0,2 0 0,9 8 0,1 2 0,-9 0 0,1 0 0,6-9 0,2 0 0,1 1 0,-3 1 0,-9 0 0,5-1 0,21-11 0,-1-1 0,-17 31 0,23-37 0,-31 1 0,0-16 0,0 46 0,0-43 0,0 43 0,0-46 0,0 15 0,0-20 0,0 21 0,0-16 0,0 15 0,0-20 0,-31 31 0,23-23 0,-16 14 0,-3 7 0,1 27 0,-8-38 0,-8-2 0,-10 22 0,-1-5 0,9-27 0,-2-7 0,-22 3 0,8-4 0,27-3 0,-18-15 0,77 5 0,19-1 0,0-3 0,0 0 0</inkml:trace>
  <inkml:trace contextRef="#ctx0" brushRef="#br0" timeOffset="183030">12280 10527 24575,'0'-45'0,"0"0"0,0-27 0,0 72 0,0 0 0,-21-20 0,16 15 0,-16-16 0,21 21 0,0 0 0,-30 21 0,22-16 0,-18 36 0,1 10 0,20-12 0,-8-2 0,5 2 0,29 12 0,15-43 0,-8 23 0,23-62 0,-46-17 0,-5-14 0,-5 16 0,-16-5 0,21 43 0,-30-23 0,22 31 0,-23 31 0,31-3 0,0 29 0,0-32 0,31-4 0,-23-1 0,22-15 0,-30 16 0,0-21 0,-30 0 0,53 30 0,-16 9 0</inkml:trace>
  <inkml:trace contextRef="#ctx0" brushRef="#br0" timeOffset="183914">12441 11471 24575,'-59'0'0,"23"0"0,-5 0 0,36 0 0,5 51 0,26-38 0,-1 38 0,26-51 0,-43-20 0,23-16 0,-31-13 0,0 14 0,0 14 0,0 21 0,0 0 0,0 21 0,20-16 0,-15 46 0,16-43 0,-21 22 0,0-9 0,0-16 0,0 15 0,20-20 0,-15 0 0,16 0 0,-42 0 0,16 0 0,-15 0 0,20 0 0,0 0 0,-21-51 0,9 19 0,-1 0 0</inkml:trace>
  <inkml:trace contextRef="#ctx0" brushRef="#br0" timeOffset="184631">11704 11471 24575,'-39'0'0,"8"0"0,31 0 0,0 0 0,31 0 0,-3 0 0,29 0 0,-32 0 0,-4-20 0,-21 15 0,-21-16 0,-4 21 0,-1 0 0,-25 0 0,43 21 0,-23-16 0,31 46 0,0-23 0,0 8 0,0-16 0,31-20 0,-3 0 0,8 0 0,-15-20 0,-21 15 0,0-16 0,-38 34 0,-16 15 0,-4-2 0,0-1 0</inkml:trace>
  <inkml:trace contextRef="#ctx0" brushRef="#br0" timeOffset="198012">14192 10964 24575,'-32'-29'0,"0"0"0,-19-7 0,51 15 0,0 21 0,0 0 0,-21 0 0,-15 0 0,8 0 0,-3 0 0,11 0 0,15 0 0,-16 0 0,21 0 0,0 0 0,21 0 0,15 0 0,-3 0 0,3 0 0,-1 0 0,1 0 0,18 0 0,2 0 0,-6 0 0,-2 0 0,-1 1 0,0-2 0,9-9 0,-4 0 0,2 5 0,1-21 0,-3 0 0,-18 19 0,11-29 0,2 0 0,-6 26 0,-12-26 0,-10 0 0,-19 28 0,-7-22 0,-24 60 0,31-22 0,-21 23 0,16-11 0,-15-15 0,20 16 0,0-1 0,0-14 0,0 14 0,0-20 0,0 0 0,0 31 0,0 17-3392,0 7 0,0 3 3392,0-19 0,0 1 0,1 7 0,-1 4 0,-1 0-59,-5-7 0,-2-1 0,1 0 59,5 20 0,-1 0 0,-8 1 0,2-8 0,9-20 0,0-87 0,20 12 0,-18 1 0,1-1 0,38-1 0,-15 14 0</inkml:trace>
  <inkml:trace contextRef="#ctx0" brushRef="#br0" timeOffset="199397">15505 10365 24575,'-28'-23'0,"0"0"0,-1-33 0,-1 28 0,30-3 0,0 31 0,0 0 0,0 51 0,14-20 0,2 2 0,-12 18 0,0 3-662,20 0 0,3 5 662,-11-6 0,-2 6 0,-1 4 0,1 0-1269,-3-11 0,-1 0 0,1 1 0,-1-1 0,1 0 1269,4 10 0,-1-1 0,1 0 0,-2 1 0,-5-7 0,-1 3 0,0-1 0,1-3 0,3-7-127,16 15 1,2-6 126,-11-9 0,-1 3 0,2-6 0,10-1 0,-2-10 0,-6-12 0,-1-21 0,-15-21 0,16-14 0,-21-13 0,0-4 0,14 18 0,2-1-1193,-12-18 0,-5-8 0,6 6 1193,20 6 0,1 3 1688,-12-14 0,-2-5-1688,5 11 0,3-2 0,-1-3 0,-6 5 0,-1-2 0,-1-1 0,2 1-982,1 1 0,1 1 1,0 0-1,-3-1 982,-3-1 0,-3-2 0,-1 2 0,1 6 0,5-10 0,-2 10 0,-9 9 0,0 2 0,0 7 0,0 24 4175,0-43-4175,0 46 0,0-16 1093,0 21-1093,0 0 6784,-20 21-6784,15 35 0,-16-2 0,21-16 0,0 0 0</inkml:trace>
  <inkml:trace contextRef="#ctx0" brushRef="#br0" timeOffset="199764">15620 11172 24575,'-42'0'0,"0"0"0,-5 0 0,7 0 0,11 0 0,-1 0 0,81 0 0,-21-25 0,4-1 0,26 19 0,5 1 0,-19-16 0,-1-7 0,3 8-499,1 15 0,2 7 0,0-1 499,-3-9 0,1-1 0,-6 8 0,3 19 0,-7 7 0,-13 2 0,-1 0 0</inkml:trace>
  <inkml:trace contextRef="#ctx0" brushRef="#br0" timeOffset="200281">16519 11218 24575,'-59'0'0,"23"0"0,15 0 0,21-21 0,21-15 0,4 11 0,6 2 0,10 3 0,3 4 0,-2 4 0,0 4 0,-2 6 0,-3 4 0,9-2 0,-16 21 0,-4 9 0,3 23 0,-29-7 0,-9 9 0,-3-2-232,0-5 0,-5-2 1,-8-4 231,-9-11 0,-10-3 0,-2-2 0,6-1 0,-4 17 0,1-13 0,-14-34 0,7-10 0,29 10 0,21-16 0,21 21 0,15 0 0,19 9 0,10 3 0,-16-4 0,-1 1 0,1-1 0</inkml:trace>
  <inkml:trace contextRef="#ctx0" brushRef="#br0" timeOffset="200629">17302 11172 24575,'0'-43'0,"0"1"0,0 1 0,0 5 0,0 11 0,-21 4 0,16-9 0,-26 47 0,-9 9 0,-14-23 0,16 34 0,-2 21 0,5-5-424,8-16 0,1 0 424,-10 9 0,-3 4 0,11-5 0,15 17 0,-14-2 0,3-3 0,24-18 0,-6 15 0,12-6-12,40-40 0,11-8 12,-15 17 0,3-4 0,8-17 0,8-11 0,-6 4-985,-6 9 0,-4-4 985,1-16 0,-5-7 0,-15 2 0,-3-2 0,5-14 0,0 1 0</inkml:trace>
  <inkml:trace contextRef="#ctx0" brushRef="#br0" timeOffset="205014">19053 10112 24575,'0'-59'0,"0"23"0,0-5 0,0 36 0,0-15 0,0 20 0,0 0 0,-21-21 0,16 16 0,-15-15 0,20 20 0,-31 0 0,3 0 0,-28 0 0,30 0 0,-25 20 0,43-15 0,-43 16 0,46-21 0,-36 0 0,36 0 0,-36 0 0,5 0 0,-13 20 0,-7-15 0,30 16 0,6-1 0,20 37 0,0-18 0,0 6 0,-1-1 0,0 7 0,1 2 0,2-4-2262,4 4 1,2-2 0,-2 1 2261,-3 8 0,-3 1 0,3 0 0,3-3 0,2 0 0,-2-2-175,-4-8 0,-2-1 0,-2 3 175,-1 0 0,-2 2 0,-1 1 0,0 0 0,-2-1 0,0 0 0,-2 0 0,0-1 0,-6 13 0,-1-2 0,1-1 0,4-6 0,1-1 0,-2-2 0,-1-8 0,-2-2 0,5-2 0,9 8 0,-1-4 0,-17 4 0,20-17 0,0-10 0,0-16 6525,0 15-6525,0-20 784,0 0-784,20 0 0,6 0 0,30 0 0,-7 1 0,2-2 0,-6-9 0,-1 0 0,10 8 0,-5-1-426,-3-18 426,5 21 0,-66 30 0,-13 12 0,11 3 0,0-1 0</inkml:trace>
  <inkml:trace contextRef="#ctx0" brushRef="#br0" timeOffset="206830">19306 11172 24575,'0'-64'0,"0"13"0,0 51 0,0 0 0,-20 0 0,15 0 0,-16 0 0,21 0 0,-20 0 0,15 0 0,-16 0 0,21 0 0,0 0 0,21 0 0,4 0 0,20 0 0,8 0 0,-8 0 0,-1 0 0,-3 0 0,3 0 0,4 0 0,4 0 0,-9 0 0,0 0 0,23 0 0,-4 0 0,-33 0 0,1 0 0,-30 0 0,0 0 0,-30 0 0,22 0 0,-23 0 0,31 0 0,0 0 0,0 20 0,0 36 0,0-22 0,-4 12 0,-4 14 0,0-3-255,0-13 0,-1-2 0,0 3 255,1 13 0,1 4 0,-3-3 0,-7-7 0,-3-2 0,5-9-322,8 8 322,-24-49 0,52-19 0,9-11 0,-24-6 0,1 1 0,30 9 0,-2 3 0,-30-8 0,15 31 0</inkml:trace>
  <inkml:trace contextRef="#ctx0" brushRef="#br0" timeOffset="207930">21334 10527 24575,'0'-46'0,"0"-11"0,0 29 0,0-3 0,0 31 0,0-20 0,0 15 0,0-16 0,0 1 0,0 15 0,-31-16 0,3 42 0,-28 4 0,30 1 0,-17 8 0,-6 4 0,15-13 0,-1 3-477,-2 6 0,-5 7 1,1 4-1,4-1 477,4 8 0,5 0 0,0 3 0,2-7 0,-1 2 0,2 0 0,6-1-190,6 2 0,6-1 0,1 0 190,-2 3 0,0 0 0,4-5 0,3-8 0,2-1 0,-3 15 0,4-1 0,8-17 0,0-3 0,-9 4 0,3-2 0,17 1 0,-1-3 0,-15 3 0,39-11 0,4-9 0,-30-11 0,45 7 0,-3-3 0,-47-9 0,24 0 0,-2 0 0,-30 0 0,36 0 0,-36 0 0,15 0 0,11 0 0,-54 30 0,15 9 0</inkml:trace>
  <inkml:trace contextRef="#ctx0" brushRef="#br0" timeOffset="208629">21910 10435 24575,'-26'-39'0,"6"8"0,20 31 0,0-20 0,0 15 0,0-16 0,-31 21 0,23 0 0,-23 21 0,11 15 0,9-3 0,-4 3 0,-12-7 0,-2 3 0,4 25 0,1 4-212,-3-17 1,-2 2 211,2 8 0,0 8 0,4-2 0,10-11 0,4-1 0,-2 1 0,-7 6 0,-2 1 0,7-6 0,11-6 0,4-3 0,-6 10 0,8-10 0,27-31 0,-24 52 0,18-34 0,1 0 0,0 26 0,-13-9 0,0-3 0,7-14 423,1 2-423,14-30 0,14 0 0,-13 0 0,-16 0 0,-20 0 0</inkml:trace>
  <inkml:trace contextRef="#ctx0" brushRef="#br0" timeOffset="209029">21910 11172 24575,'38'34'0,"0"0"0,1 0 0,16 4 0,-18-2 0,-57 21 0,-6-33 0,-5-7 0,-23-12 0,14 6 0,4-2 0,10-9 0,6 0 0,61 0 0,6-8 0,8-4 0,-3 3 0,0 1 0,0-1 0</inkml:trace>
  <inkml:trace contextRef="#ctx0" brushRef="#br0" timeOffset="209262">22440 11218 24575,'-13'-45'0,"0"0"0,-10-7 0,-5 12 0,-21 35 0,13 3 0,0 4 0,-12 24 0,29 8 0,7 8 0,10 0 0,4 1 0,-2 8 0,0 3-3392,-3 5 0,6-6 3392,28 1-379,-10-16 1,6-4 378,7-18 0,4-7 0,6-4 0,2-5 0,-5-2 0,0-1 0</inkml:trace>
  <inkml:trace contextRef="#ctx0" brushRef="#br0" timeOffset="209681">22647 10688 24575,'-4'61'0,"0"1"0,0-1 0,1 1 0,-1-1 0,0 1 0,0-1 0,0 0 0,0 1 0,0-1 0,4 1 0,-1-1 0,0 1 0,0-1 0,0 0 0,0 1 0,0-1 0,0 1 0</inkml:trace>
  <inkml:trace contextRef="#ctx0" brushRef="#br0" timeOffset="211379">22693 10481 24575,'-21'46'0,"16"-21"0,-15-4 0,-1-21 0,16 0 0,-15-21 0,20 16 0,0-15 0,0-1 0,-31 16 0,23-15 0,-22 20 0,9 0 0,16 0 0,-15 0 0,20 0 0,0 0 0,0 20 0,0-15 0,0 16 0,0-1 0,20-15 0,-15 46 0,19-27 0,3 1 0,-11 18 0,-3 6 0,5 13 0,-1 2 0,-4-9 0,-5 0 0,-7 3 0,-2-4 0,1-17 0,0-5 0,0 4 0,0-1 0,0 2 0,0 17 0,0-14 0,0 2 0,0-1 0,0-6 0,0-6 0,0 1 0,0-9 0,0-16 0,0 36 0,0-36 0,-21 15 0,16 11 0,-46-3 0,23 29 0,10-28 0,0-2 0,-2 1 0,-1 3 0,16-31 0,-15 0 0,20 0 0,0 0 0,0-31 0,16-3 0,11-8 0,1-2 0,2-13 0,0-1 0,0 1 0</inkml:trace>
  <inkml:trace contextRef="#ctx0" brushRef="#br0" timeOffset="213196">22923 9951 24575,'-44'0'0,"-1"0"0,1 9 0,16 2 0,28-6 0,0 16 0,0-21 0,0 0 0,21 0 0,35 0 0,-2 0 0,-10 0 0,9 0 0,-2 0-330,6 0 1,1 0 329,2 0 0,3 0 0,-4 0 0,-1 0 0,-6 0 0,-10 0 0,-7 0 0,-15 0 0,-20 0 0,-20 20 0,15 37 0,-16-4 0,13-5 0,1 9 0,2-3 0,2 1 0,1-2-48,-9 5 1,1 1 47,9-13 0,1 2 0,1-9 0,-1 10 0,2-4 0,-1 10 0,-4-4 0,-12 5 0,0-2 0,11 4 0,0 2 0,-12-13 0,-4 1 0,5-2 0,11 0 0,3-3 0,-10-1 0,1-2 0,10 22 0,0-27 0,-10-2 0,0 3 0,7 0 0,0 0 0,-7 10 0,0-2 754,10-3-754,0-2 0,0-7 0,0-24 0,0 23 0,0-11 0,0-15 0,0 16 0,0 20 0,0-31 0,0 31 0,0-41 0,0 31 0,0-24 0,0 24 0,0-31 0,0 0 0,0-31 0,0 24 0,0-24 0,-31 31 0,24 31 0,-45-24 0,-4 24 0,21-21 0,-4 1 0,-4 5 0,-4 5 0,4-2 0,1-3 0,4 1 0,-4 9 0,8-1 0,13-4 0,47-46 0,20-17 0,-1 8 0,-1-1 0</inkml:trace>
  <inkml:trace contextRef="#ctx0" brushRef="#br0" timeOffset="282327">1175 13752 24575,'13'-45'0,"0"0"0,-10-8 0,-6 14 0,-3 34 0,-14-16 0,20 21 0,0 0 0,0 21 0,0-16 0,0 29 0,0 4 0,0-26 0,0 34 0,0 11 0,-1-22 0,2 4 0,4 17 0,4 9 0,-3 3-772,-4-11 1,-2 3 0,0 0-1,4-1 772,4-1 0,4 1 0,0-1 0,-3-3 0,-8 8 0,-3-2 0,8-3 0,14-5 0,7-3 0,-3-5 0,-7-3 0,0-4 0,12 3 0,-2 0 0,-13-1 0,-8-9 0,-6-23 0,0 23 0,0-31 0,0 0 0,0-31 3086,0 23-3086,0-43 0,0 15 0,0-5 0,5 1 0,3-4 0,0-2-2262,3-15 1,2-4 0,-1 4 2261,-3 16 0,-1 2 0,3-5 0,1-3 0,1-9 0,2-1 0,1 5 0,0 13-566,4 11 1,0 0 565,-5-19 0,-3-13 0,-1-2 0,0 12 0,6 8 0,-3 4 0,-12-12 0,-4-2 0,2 3 0,0 7 0,0 10 0,0 15 0,0 21 6225,0 0-6225,20 0 338,-15 21 0,16 35 0,-21-14 0,0 1 0</inkml:trace>
  <inkml:trace contextRef="#ctx0" brushRef="#br0" timeOffset="282761">1175 14397 24575,'-8'-57'0,"6"9"0,25 27 0,10 6 0,17 4 0,-3 1 0,-8-10 0,19 16 0,7 3 0,-22-11 0,-2 3 0,3 17 0,2 5 0,2 0 0,1-1 0</inkml:trace>
  <inkml:trace contextRef="#ctx0" brushRef="#br0" timeOffset="283494">1958 14397 24575,'-56'0'0,"28"0"0,-23 0 0,45 0 0,-14 0 0,20-21 0,0 16 0,20-46 0,16 43 0,-11-18 0,-1 1 0,12 20 0,5-16 0,-5 42 0,12-16 0,-12 46 0,-5-37 0,0 0-3392,-11 15 0,0-1 3392,29-3-2128,-28 22 0,-11-2 2128,-10-27-552,-14 45 0,-3-3 552,9-47 0,-22 31 0,-11 4 0,11-26 0,-2-3 0,-4 6 0,-2-1 0,-1-6 0,1-6 0,-18-12 0,28 0 4129,-3 0-4129,31 0 5620,31 0-5620,-3 0 0,28 0 0,-30 0 0,25-20 0,11-11 0,-24 10 0,0-1 0,1 1 0</inkml:trace>
  <inkml:trace contextRef="#ctx0" brushRef="#br0" timeOffset="283890">2742 14189 24575,'0'-59'0,"0"3"0,0 31 0,0 4 0,0 21 0,-21 0 0,-4 0 0,-22 0 0,22 21 0,-19 3 0,-4 8 0,13 19 0,1 3-163,0-24 0,-3-3 1,3 5 162,0 16 0,5 6 0,5-7 0,-5 12 0,10-19 0,-1 5 0,8-2 0,17-6 0,6 0 0,-9 11 0,11-4 0,40-12 0,14-15 0,-14-14 0,-1-6 0,2 1 0,-3-4 0,-9-11 0,-12 3 0,-25 14 0,15 0 0</inkml:trace>
  <inkml:trace contextRef="#ctx0" brushRef="#br0" timeOffset="287691">4400 13337 24575,'0'-56'0,"0"28"0,0-3 0,0 31 0,-51 0 0,18 0 0,-10 0 0,-1 0 0,-5 0 0,10 14 0,1 3 0,8-10 0,-16 7 0,0 3 0,12 3 0,-22-14 0,35 14 0,21-20 0,0 0 0,21 20 0,-16-14 0,5 27 0,2 26 0,-1 7 0,-3-9 0,-4-5 0,-3 6 0,1-12 0,0 11 0,0 6 0,-1 4 0,-1 0 0,-2-2 0,-3-5 0,-6 5 0,-5-2 0,-2-1 0,1-2 0,2-1-141,6-4 0,3-1 0,0-1 0,-1-2 0,-3 0 141,-8 12 0,-5 3 0,2-11 0,11-24 0,10-26 0,-20 56 0,15 1 0,-16-8 0,20-18 0,2-1 0,-1 1 0,0-8 0,0 3 0,41-31 0,21 0 0,-12-23 0,5-5 0,-3 11 0,1 0 0,5-11 0,-4 0 705,0 8-705,-3 20 0,-68 30 0,-17 11 0,2 4 0,0 0 0</inkml:trace>
  <inkml:trace contextRef="#ctx0" brushRef="#br0" timeOffset="289028">4654 14189 24575,'-45'13'0,"0"0"0,0-11 0,19-4 0,56-3 0,19-16 0,12 21 0,-16-8 0,6-5 0,2 4 0,-1 5 0,2 3 0,-2-2-971,-1-7 1,-1-2 0,1 3 970,0 5 0,1 3 0,-7 6 0,-8 10 0,-5 1 687,9-8-687,-14 18 0,-13-1 0,-34-20 0,14-5 0,-35 15 0,36-10 0,-4 27 0,-2 13 0,-6 18 0,3 0 0,9-27 0,2 2 0,1 12 0,1 5 0,4-17 0,5-25 0,18 16 0,-1-7 370,-20-22 1,15-20 0,1-11-1,-8-1 1,0 0 0</inkml:trace>
  <inkml:trace contextRef="#ctx0" brushRef="#br0" timeOffset="290013">6819 13590 24575,'59'-20'0,"-23"-6"0,-22-11 0,-7-2 0,-7 5 0,-21-17 0,-15 51 0,8 0 0,-5 22 0,-6 7 0,-9-7 0,-6 10-970,21 1 1,-3 11 0,-2 8 0,-1 3 0,0-1 0,1-5 0,3-8 969,-7-6 0,2-7 0,0 0 0,0 9 0,6 4 0,-2 10 0,0 5 0,0 1 0,5-3 0,4-6 0,7-12 0,-5 22 0,13-5 0,4 9 0,7-8 0,7-15 0,9-3 0,14 12 0,12 4 0,6-12 0,7-19 0,6-11 0,-2 0 0,-10 5 0,-1 0 0,1-4 0,10-8 0,1-4 0,-12-1 0,-6 2 0,8 0 0,-19 0 0</inkml:trace>
  <inkml:trace contextRef="#ctx0" brushRef="#br0" timeOffset="290681">7464 13544 24575,'-56'0'0,"8"21"0,12-16-2458,8 26 0,-4 20 1,2 5-1,7-10 1713,11-11 0,1 2 745,-5 6 0,-6 12 0,0 4 0,2-2 0,8-8 1408,8 15 0,8-2-1408,-1-2 0,3 4 0,5-6 0,15 0 0,5-6-467,-6-11 0,3-6 467,2-10 0,-3-9 0,-7-10-777,1 45 777,15-44 1271,-8 24 0,2-62 0,-30-7 1</inkml:trace>
  <inkml:trace contextRef="#ctx0" brushRef="#br0" timeOffset="291222">7626 14189 24575,'-30'-19'0,"1"0"0,6-19 0,10 4 0,13 24 0,23-13 0,10 5 0,21 39 0,2-16 0,-25 24 0,-10 13 0,-29 18 0,-7 6 0,19-1 0,-6 0 0,-19-13 0,-11 0 0,-2-10 0,-3-9 0,0-10 0,-25-2 0,42-21 0,46 0 0,30 0 0,1-9 0,6-3 0,-14 4 0,-1-1 0,1 1 0</inkml:trace>
  <inkml:trace contextRef="#ctx0" brushRef="#br0" timeOffset="291463">8087 14189 24575,'-46'-2'0,"1"-1"0,0 1 0,-9 2 0,0 3 0,13 12 0,20 25 0,9 12 0,-6-4 0,-2 3 0,7-4 0,9-10 0,8 0 0,15 26 0,13-14-1516,32-43 1516,-24 5 0,5-2-949,5-9 1,4-6 0,-10-8 0,-21-12 0,-2-5 0,25-11 0,0 0-1</inkml:trace>
  <inkml:trace contextRef="#ctx0" brushRef="#br0" timeOffset="291807">8248 13544 24575,'0'-59'0,"0"1"0,24 35 0,3 2 0,-12-20 0,3 10 0,15 43 0,9 20 0,-9 1 0,-15-6 0,-3 5-2511,9 19 1,2 9 0,-4-2 2510,-7-2 0,-5 3 0,-3-12 0,0 7 0,-1 4 0,-2 0 0,-2-1 183,-2-2 1,-2 1 0,-2 0-1,-2-1 1,-3-1-184,-3-1 0,-4 0 0,-3-1 0,1-2 0,2-2 473,-2 18 0,1-3 1,-7-15-474,-27-13 0,10-19 0,35-16 0,6 0 0,26 0 0</inkml:trace>
  <inkml:trace contextRef="#ctx0" brushRef="#br0" timeOffset="292981">8847 13130 24575,'-31'-39'0,"23"-12"0,8 25 0,41 11 0,18 5 0,2-3 0,4 5 0,-15 13 0,1 4 0,-1-2-612,10-7 0,-8 5 612,-3 36 0,-18 15 0,-31-22-1545,-8 6 0,-5 14 1,-2 2-1,-1-12 1545,0-16 0,-1 0 0,1 16 0,-3 13 0,0 5 0,1-2 0,3-11-196,0-3 1,2 0 195,4 0 0,1 8 0,1 5 0,2 1 0,3-3 0,5-4 0,3 0 0,3-1 0,-2 0 0,-1-1-195,-3 9 0,-2-1 1,0 1-1,2 2 195,2 0 0,2 5 0,1-1 0,-2-4 0,-2-9 281,-3 3 1,-2-2-282,5 10 0,-1 6 0,-10-12 3088,-13-20 1,-11-7-3089,-16 5 0,-11-16-1449,12-29 1,-5-16 0,-1-4 0,4 5 1448,5 10 0,3 1 0,0-6-468,-1-14 1,-2-10 0,6 2-1,15 15 468,17 15 0,5-30 0,5 41 0,25 8 0,12 5 0,-2-1 0,4 1 0,3 3 0,0-1 0,0 1 0</inkml:trace>
  <inkml:trace contextRef="#ctx0" brushRef="#br0" timeOffset="294214">12233 13821 24575,'-38'-31'0,"38"3"0,8-28 0,22-1 0,-30 29 0,0-3 0,0 31 0,-30 72 0,22-54 0,-13 35 0,11-4 0,41-41 0,-3-8 0,8-8 0,-15-43 0,-21 46 0,-21 5 0,16 5 0,10 34 0,10 14 0,11-8 0,0 0 0</inkml:trace>
  <inkml:trace contextRef="#ctx0" brushRef="#br0" timeOffset="294628">12648 14604 24575,'-52'8'0,"-1"-1"0,-8 14 0,42 14 0,17-1 0,59-19 0,-15-17 0,0-1 0</inkml:trace>
  <inkml:trace contextRef="#ctx0" brushRef="#br0" timeOffset="295122">11796 14811 24575,'-51'0'0,"11"0"0,8 0 0,24 0 0,46 0 0,16 0 0,-23 0 0,16 0 0,12 0 0,-22 0 0,-31 0 0,14 0 0,-20 0 0,-72-41 0,28 36 0,-1 0 0,-1-16 0,2 1 0,-1 18 0,18 4 0,58-2 0,14 0 0,10 0 0,-6 0 0,-1 0 0,1 0 0</inkml:trace>
  <inkml:trace contextRef="#ctx0" brushRef="#br0" timeOffset="304745">14284 13913 24575,'-46'0'0,"20"0"0,6 0 0,20 0 0,0 0 0,-31 0 0,23 0 0,-22 0 0,30 0 0,0 0 0,30-21 0,-22 16 0,30-13 0,16-5 0,-11 6 0,4-2 0,1-1-1696,-3 0 0,1-2 0,2 0 0,-2 2 1696,10-3 0,-1 1 0,0 3 0,6-2 0,-1 2 0,-12 7 0,-10 12 0,18-4 0,-9 8 0,-39 27 0,22-23 0,-30 43 0,0-46 0,0 16 0,0-21 0,-30 0 0,22 0 6784,-23 0-6784,31 20 0,0 16 0,0 8 0,0 1 0,0 2 0,-5 1 0,-4 11 0,3-3 0,3 4 0,1-2 0,-9 6 0,1-3 0,10 32 0,0-93 0,0-21 0,0 16 0,0-15 0</inkml:trace>
  <inkml:trace contextRef="#ctx0" brushRef="#br0" timeOffset="306945">15620 13222 24575,'-38'-21'0,"7"16"0,31-15 0,0 20 0,0 0 0,-20 0 0,14 0 0,-14 0 0,40 0 0,16 0 0,2 2 0,15 1 0,6 1 0,2 1 0,-8 1 0,9 5 0,-5 2 0,6-1 0,-9-6 0,6-1 0,1 0 0,-5 0 0,-8 2 0,8 11 0,-15-5 0,-21-13 0,-20 0 0,-20 0 0,-16 0 0,-13 41 0,29-14 0,5 7 0,4 8 0,5 8 0,2 4 0,2 5 0,1 4 0,2 5 0,1 1-503,0-13 0,1 2 1,0 2-1,1 0 0,0 0 1,1-1 502,0-3 0,1 1 0,0-1 0,0-1 0,1-1 0,-2-2 0,2 11 0,0-2 0,0-2 0,1-4 0,3 8 0,1-3 0,-5-19 0,-7-23 0,5 30 0,-10-4 0,-25-39 0,-19-13 0,-2-4 0,-3 1 0,-6-8 0,-12-6 0,20 8 0,29 12 0,-27-10 0,-16-5 0,18 4 0,30 8 0,-24-9 0,12 3 0,51 14 0,15 0 0,22 0 0</inkml:trace>
  <inkml:trace contextRef="#ctx0" brushRef="#br0" timeOffset="307372">16196 14351 24575,'-56'-31'0,"7"3"0,13-8 0,-5 15 0,6 73 0,-14-19 0,31-4 0,0-2-8503,-23-6 8503,5-21 859,2 2 1,-1-4-860,0-21 0,9-6 0,21-4 0,20-5 0,0-1 0</inkml:trace>
  <inkml:trace contextRef="#ctx0" brushRef="#br0" timeOffset="308090">16772 14189 24575,'-13'-36'0,"0"1"0,65 17 0,-34-21 0,2 6 0,16 37 0,5 13 0,-1-8 0,-8 7 0,-20 40 0,23-42 0,2 1 0,-21 34 0,-6 4 0,15-15 0,-27 11 0,-16 0 0,-17-23 0,-12-6 0,-9-1 0,-9-1 0,4 1 0,18-2 0,4-1 0,-2 0 0,-5-4 0,-1-1 0,12 1 0,15 9 0,46-17 0,19-8 0,-5-9 0,4-6 0,3 0 0,6 3 0,0 0 0,0 0 0,0 0 0</inkml:trace>
  <inkml:trace contextRef="#ctx0" brushRef="#br0" timeOffset="308416">17509 14028 24575,'-55'-19'0,"0"0"0,4-2 0,5 11 0,-10 41-3277,24 18 0,2 16 0,2-8 2532,4-22 0,2 2 745,-1 16 0,-2 14 0,9-1 0,19-17 918,50-16 0,6-7-918,-46 16 0,2-2 0,34-18 0,15-9 0,-13-7 0,-18-6 0,24-20 0,-37-6 0</inkml:trace>
  <inkml:trace contextRef="#ctx0" brushRef="#br0" timeOffset="310487">19007 13337 24575,'-59'-20'0,"32"3"0,-2-2 0,-21-5 0,2-1 0,10-11 0,-6 19 0,-11 3 0,11 4 0,5 5 0,-16-12 0,3 14 0,36 36 0,10 19 0,0-4 0,-11-8 0,3 4-1701,9 2 0,5 10 1,2 3-1,0-1 1,-1-8 1700,-1 11 0,0 1 0,0-15 0,1 7 0,-1 3 0,0 2 0,-1 0-470,-2 0 0,0 3 1,-1 1-1,0 0 1,0-3-1,1-3 470,2 4 0,2-4 0,-1 0 0,-5 3-506,-3-3 0,-4 6 1,-2 2-1,0-4 1,1-10-1,3-15 506,-3-5-552,-25 17 1,4-4 551,29-31 2488,-16 38-2488,42-51 1859,14 0 1,7 0-1860,0 0 0,5 0 0,11 0 0,5 0 0,-7 0 0,-18-1 0,-2 2 352,11 4 0,5 4 1,-7-3-1,8-1 1,-2 6-1,1-1 1</inkml:trace>
  <inkml:trace contextRef="#ctx0" brushRef="#br0" timeOffset="311171">20159 13752 24575,'13'-39'0,"-1"1"0,9-16 0,-62 49 0,10 18-1229,7 9 0,-8 15 0,-6 11 0,-4 5 1,0 4-1,2-2 0,5-5 0,7-9 732,-2 7 1,8-6-1,-6 6 497,-2-2 0,-7 9 0,-5 4 0,0 2 0,4-4 0,9-6 0,12-11 1409,12-2 0,10-2-1409,-2 14 0,4 6 0,3-3 0,10 2 0,6-3 0,-2-10 0,3-1 0,4-6 0,18 2 0,7-12 0,-11-21 0,3-6 0,-5 0 0,-7 2 0,-3 0 0,3 0 0,0 0 0</inkml:trace>
  <inkml:trace contextRef="#ctx0" brushRef="#br0" timeOffset="311708">21011 13590 24575,'-25'-25'0,"-12"30"0,-10 15 0,8 6 0,15 16 0,2 6-533,-18-15 1,-7 1 0,6 9 532,17 2 0,5 9 0,3 5 0,5 0 0,4-5 0,7-2 0,7-3 0,1 0 0,-5 3 103,-10-1 1,-6 2 0,0 1-1,4-2 1,12-3-104,20 3 0,13-2 0,2-6 0,-12-9 0,-8 6-212,17-16 0,2-9 212,-17-16-1572,6 31 1,-21-54-1,-10 15 1</inkml:trace>
  <inkml:trace contextRef="#ctx0" brushRef="#br0" timeOffset="312032">21011 14351 24575,'0'-43'0,"0"1"0,0-14 0,32 72 0,8 19 0,-11-7 0,1 3 0,7 1 0,4 3 0,-7 0 0,-7 5 0,-5-3 0,9 12 0,-31 7 0,-31-5 0,-10-5 0,-8-7 0,1 0 0,-3-7 0,-6-32 0,32 0 0,4 0 0,21 0 0,113-71 0,-66 41 0,0 0 0,0 0 0</inkml:trace>
  <inkml:trace contextRef="#ctx0" brushRef="#br0" timeOffset="312241">21748 14189 24575,'-53'-13'0,"-1"1"0,0-1 0,-2 10 0,2 6 0,9 0 0,-1 4 0,9 11 0,13 24 0,10 13 0,-2-4 0,-14-2 0,4 2 0,17-4 0,4 6 0,7 0 0,10-9 0,17-8 0,11-9 0,-2 0 0,4 15 0,4-7 0,5-28 0,0-1 0,0 1 0</inkml:trace>
  <inkml:trace contextRef="#ctx0" brushRef="#br0" timeOffset="312578">21864 13913 24575,'0'-64'0,"0"0"0,0 0 0,0 11 0,0 3 0,0 7 0,0-13 0,41 76-2835,-20 22 1,-3 16 0,4-4 2834,15-9 0,0 7 0,-21-8 0,-2 11 0,-1 8 0,-2 3 0,-2 1 0,-1-4 0,-2-6-705,-1 9 1,-4-5-1,-1-1 1,-1 3 704,2-10 0,2 3 0,-1 1 0,-2 0 0,-3-3 0,-5-3 0,-10 13 0,-6-2 0,-4-7 0,1-16 0,-1-19 0,-3-7 0,-26 22 0,6-18 0,23-69 0,13 20 0,-1 0 0</inkml:trace>
  <inkml:trace contextRef="#ctx0" brushRef="#br0" timeOffset="313549">22393 13337 24575,'-19'-28'0,"0"0"0,-12-21 0,31 13 0,31 16 0,18 20 0,12 0 0,-5-1 0,6 2 0,-16 5 0,2 2 0,-1-2-368,12-6 0,-1 5 368,-5 16 0,1 8 0,-12-7 182,-11-9-182,17 18 0,-4 9 0,-31 17 0,-10-6 0,-6 3 0,-11-11 0,-6 3 0,-4 10 0,-5 5 0,6-9 0,8-21 0,4 2 0,1 16 0,0 15 0,2 7 0,0-1 0,3-12-204,2-8 0,2-7 0,0 10 204,1-5 0,2 8 0,0 6 0,0 4 0,-1 2 0,-1-2 0,-2-2 0,-3-5 0,-6 4 0,-3-3 0,-3-2 0,0-1 0,1-1 0,4 1-1280,4 7 1,4 0-1,1 0 1,-3-4-1,-6-2 1280,-12 8 0,-6 1 0,-3-13 0,-1-26 0,-8-45 0,-3-18-1426,4 18 0,-2-1 0,2 0 1426,-6-12 0,-1-2 0,-9-3 0,-5-2 0,12 17 0,12 28 0,-5-34 0,14 6 65,46 40 0,17 11 0,14-7 0,9 0 0,-1 4 1,-1-1-1,1 0 0</inkml:trace>
  <inkml:trace contextRef="#ctx0" brushRef="#br0" timeOffset="326427">1267 16516 24575,'61'-22'0,"0"0"0,0 0 0,0 0 0,0 0 0,-2 4 0,3 1 0,-2 1 0,-5 2 0,-10 2 0,-2 0 0,-6 4 0,1 6 0,-5 4 0,-2-2 0,-54 0 0,26 0 0,-39 20 0,-5-15 0,36 36 0,-16 15 0,21-22 0,-14 9 0,-3 6 0,14-8 0,-1 0 0,-12 2 0,1 3-150,12-2 1,5 4-1,-1 1 150,-2 6 0,0 2 0,3 0 0,7-3 0,3-1 0,-2 4 0,-7 0 0,-3 6 0,0-2 0,4-9 0,12-3 0,-1-4 0,-13 20 0,-4-17 0,2-43 0,21 46 0,-16-43 0,15 23 0,-20-31 0,0 0 0,-20 20 0,15-15 0,-28 5 0,-6 1 0,6 9 224,-26-14 1,-10-7-225,4 2 0,-1-2 0,18 1 0,-2-2 0,2-1 0,-20-8 0,11 2 0,21 9 0,21 0 0,49 8 0,24 4 0,-13 1 0,-1 0 0</inkml:trace>
  <inkml:trace contextRef="#ctx0" brushRef="#br0" timeOffset="326893">1912 17138 24575,'-59'0'0,"23"0"0,-4 0 0,34 0 0,-35 0 0,36 0 0,-26 0 0,-9 0 0,-24 0 0,23-3 0,-3 6 0,-6 15 0,-4 9 0,10-1 0,0 13 0,11-2 0,-2 9 0,11-1 0,24-3 0,0 0 0</inkml:trace>
  <inkml:trace contextRef="#ctx0" brushRef="#br0" timeOffset="327925">2534 17207 24575,'-48'-13'0,"-1"0"0,11 21 0,38-59 0,39 62 0,24 29 0,-4 1 0,-18-13 0,-3 1 0,-10 9 0,-12 9 0,-8 9 0,-7 2 0,-5-7 0,-13 12 0,-17-8 0,-9-18 0,-15-2 0,1-4 0,15-6 0,4 0 0,-14-4 0,80-18 0,21-6 0,0-7 0,6-5 0,2-1 0,0 3 0,-1 0 0,0 0 0,1 1 0</inkml:trace>
  <inkml:trace contextRef="#ctx0" brushRef="#br0" timeOffset="328177">3271 17253 24575,'-46'-21'0,"0"-14"-4916,-17 35 1,-2 2 3425,19-25 2429,6 39 0,-7 19 1,11 6-940,19 7 0,11 7 0,4 1 0,1 0 0,5 1 0,8-1-705,9-8 1,9 1-1,2-4 1,-2-5 704,3 5 0,5-14 0,15-21 0,8-12 0,-11-6 0,1-17 0</inkml:trace>
  <inkml:trace contextRef="#ctx0" brushRef="#br0" timeOffset="332028">4769 16401 24575,'-44'-7'0,"1"0"0,-1 0 0,-4-5 0,2-1 0,-6 0 0,1 0 0,13 1 0,5 4 0,4 8 0,-6 0 0,14 0 0,21 0 0,0 0 0,0 20 0,0-15 0,0 36 0,0-15 0,0 30 0,0-28 0,0 28 0,0 11-3392,0-10 0,0 1 3392,0-14 0,0 0 0,0 4 0,0 0 0,0 3 0,0 1 0,0-4-180,1-1 1,-1-3 0,-1 4 179,-3 4 0,-2 5 0,0-1 0,2-4 0,3-4 0,1-4 0,-4 0 0,-12 8 0,-4 0 0,4-8 0,9 10 0,-19-14 0,0-3 0,21-12 0,-15 1 0,-1 0 0,16 2 0,-36 8 0,36-16 6517,-15-20-6517,20 0 805,0 0-805,20 21 0,6-16 0,19 7 0,7-4 0,-8-17 0,2-2-2371,16 8 0,1 1 2371,-14-11 0,-6 5-1039,6 29 1039,-18-16 0,-11 46 0,-35-3 0,12-7 0,1 0 0</inkml:trace>
  <inkml:trace contextRef="#ctx0" brushRef="#br0" timeOffset="333336">5138 17414 24575,'-57'0'0,"29"0"0,-3 0 0,62 0 0,9-8 0,10-4 0,1 1 0,-7 8 0,0 2 0,4-2 0,9-4 0,7-2 0,0 0 0,-6 3 0,-6 5 0,-4 1 0,-2 1 0,16-6 0,-19 10 0,-43 26 0,-13-24 0,-23 36 0,0 17 0,21-7 0,5 4 0,0-12 0,0 1 0,4-1 0,4 9 0,4-6-1696,3-7 0,36-41 0,-15 0 0</inkml:trace>
  <inkml:trace contextRef="#ctx0" brushRef="#br0" timeOffset="335665">7096 16723 24575,'25'-51'0,"16"38"0,-35-38 0,14 51 0,-20 0 0,0 0 0,0-21 0,0 16 0,0-15 0,31-1 0,-24 16 0,24-15 0,-31 20 0,0 0 0,-31 0 0,24 0 0,-24 0 0,-10 0 0,31 20-2262,-34 4 1,-21 4 0,10-3 2261,4 13 0,12-17 0,-9 2 0,-1 1 0,6 1-367,-6 12 1,3 2 366,7-10 0,-2 1 0,3 1 0,4 1 0,3 3 0,1 3 0,-2 16 0,1 6 0,7-5 0,8-6 0,4 2 0,-1 5 0,0 7 0,9-6-2147,16-2 0,6-5 2147,-6-3 0,4-2-1009,25 4 1,5-8 1008,-21-19 0,4-3 0,24-1 0,11-4 0,-12-5 0,-3-9 0,-4 0 0,8 0 0,-8 0-1255,4 0 1255,12 0 668,-15 0 1,-25 0-1,-21 0 1</inkml:trace>
  <inkml:trace contextRef="#ctx0" brushRef="#br0" timeOffset="336371">7994 16677 24575,'0'-38'0,"0"-1"0,0 6 0,0 23 0,0-31 0,0 41 0,0 0 0,-20-31 0,15 23 0,-16-22 0,-9 30 0,1 30 0,-13-9 0,-3 7 0,25 14 0,6 10 0,-5-3-410,-15-6 0,-6-4 1,6 7 409,14 3 0,6 6 0,3 3 0,2 0 0,3-4 0,1 1 0,3 1 0,4-1 0,4-3-1595,9 1 1,7-4 0,2 0 0,0-1 1594,-3 6 0,-1 3 0,4-6 0,5-16 0,36-12 0,-2-25 0,-33-17 0,-1 0 0</inkml:trace>
  <inkml:trace contextRef="#ctx0" brushRef="#br0" timeOffset="336716">8040 17138 24575,'44'25'0,"-1"1"0,-24 0 0,1 2 0,18 1 0,8 1 0,-10 3 0,-15 11 0,-11 1 0,-6-8 0,-8-2 0,-16 2 0,-11-5 0,-10-11 0,-3-6 0,10-3 0,-1-3 0,-17-8 0,12-2 0,35 1 0,5 0 0,77-21 0,-22 8 0,0 0 0</inkml:trace>
  <inkml:trace contextRef="#ctx0" brushRef="#br0" timeOffset="336961">8570 17138 24575,'-48'0'0,"-1"0"0,4 13 0,0 4 0,2-5 0,2 5 0,-1 17 0,12 8 0,25-1 0,5 0 0,-14-3 0,8-1 0,35 1 0,21 0 0,-6-7 0,7 2-912,-11-13 1,8-1 0,-8-6 911,1-13 0,-5-9 0,5-3 0,14-1 0,0 0 0</inkml:trace>
  <inkml:trace contextRef="#ctx0" brushRef="#br0" timeOffset="337376">8847 16677 24575,'-1'59'0,"0"1"0,0-1 0,1 1 0,-1-1 0,0 0 0,0 1 0,1-1 0,-1 0 0,0 1 0,2-2 0,0 0 0,0 1 0,0-1 0,0 0 0,0 0 0,0 0 0,0 1 0</inkml:trace>
  <inkml:trace contextRef="#ctx0" brushRef="#br0" timeOffset="338527">8778 16516 24575,'-5'65'0,"-1"0"0,1-1 0,0 1 0,0 0 0,0 0 0,0 0 0,0 0 0,0-1 0,-4-11 0,-1-12 0,3 11 0,3 1 0,0 16 0,0 11 0,0 4 0,2-1 0,3-6 0,1-12 0,4-17 0,3-23 0,17-25 0,9 0 0,6 0 0,2 0 0,-1 0 0</inkml:trace>
  <inkml:trace contextRef="#ctx0" brushRef="#br0" timeOffset="340560">8985 16723 24575,'0'-25'0,"0"-27"0,0 24 0,-20-8 0,14 16 0,-35-1 0,16 37 0,-1-32 0,6 37 0,-11-21 0,23 0 0,-22 20 0,30-15 0,0 16 0,-21-21 0,16 0 0,5 51 0,43-19 0,11 0 0,-16 7 0,-1 7 0,2 2 0,4 6 0,-5-8 0,-7-15 0,-6 2 0,-10 25 0,-8 13 0,-3-11 0,-2-22 0,-4-1 0,-6 6 0,-5 8 0,-3 0 0,-3-4-143,-10-3 0,-4-3 1,0-1 142,0 5 0,0 0 0,2-4 0,-5-2 0,2-2 0,5 3 0,7-8 0,17-19 0,-15 38 0,20-51 0,0 0 0,0-31 0,0 3 0,0-8 0,20 16 0,-15-1 428,46 16-428,-43-36 0,23 5 0,-11-12 0,-15 12 0,22-8 0,8-4 0,-4 4 0,-1-2 0,-2-7 0,-2-4 0,-6 12 0,-1-1 0,-7 9 0,-12 4-2262,-13-21 1,-8-16 0,4 10 2261,4-4-1083,-14 11 0,-11-8 1,11 13 1082,17 13-266,-52 14 266,57 21 0,-15 0 0,20 0 5044,0 0-5044,-31 0 4733,23 0-4733,-22 0 521,30 0-521,0 0 0,0-20 0,0 15 0,0-47 0,0 45 0,0-24 0,0 31 0,0 0 0,30 31 0,-22 17 0,7-15 0,1 6 0,-7 9 0,-2 8 0,-3 1 0,-1-8 0,-3 0 0,1 3 0,0 0-232,3-1 0,2 1 0,-1 1 0,-1 0 1,-2-1 231,-5 12 0,-3-1 0,-1-2 0,2-5 0,5-9 0,1-5 0,-7-1 0,-15 6 0,-7-2 0,6-14 0,9-18 0,-13 18 0,1-11 0,4-71 0,16 38 0,-15-38 1159,20 51-1159,0 0 0,20 0 0,6 0 0,9 0 0,6 0 0,2 0 0,-1 0 0</inkml:trace>
  <inkml:trace contextRef="#ctx0" brushRef="#br0" timeOffset="341986">9100 16239 24575,'-56'-20'0,"28"15"0,-3-16 0,11 1 0,14 15 0,-14-16 0,40 42 0,16-16 0,13 15 0,1-18 0,7-4 0,7 2 0,3 0 0,-12 0 0,2 0 0,-3 0 0,13 0 0,-3 0 0,-5 0 0,-11 0 0,-19 0 0,1 0 0,-60 0 0,22 0 0,-23 0 0,31 0 0,0 0 0,0 52 0,-20 1 0,16-12 0,4 11 0,1 4 0,-3 0-1357,-5-6 0,-2 3 0,-1 0 1,1 0-1,3-1 1357,2 9 0,4-1 0,0 0 0,-1 0-313,-4 0 1,-1 1-1,0-2 1,2-1 312,3 7 0,1-2 0,1-7 0,-1-10 0,0 0 0,0 5 0,0 8 0,0 0 0,0-8 0,0-1 0,0-5 0,0 9 0,0-3-95,0 0 95,0-51 0,0 21 0,0-16 3059,-21 18 0,-9 5-3059,-3 0 0,6-1 0,-3 2 927,-4 0 1,-3-1-928,-14 1 0,-3-10-3314,6-24 0,1-5 3314,-7 18 0,11-8 0,22-52 0,42 52 0,4 31 0,21 7 0</inkml:trace>
  <inkml:trace contextRef="#ctx0" brushRef="#br0" timeOffset="343328">12280 16838 24575,'-26'0'0,"5"0"0,-9 0 0,22 0 0,-23 0 0,31 0 0,0 0 0,31 0 0,-23 0 0,22 0 0,-30-30 0,0 22 0,0-23 0,-30 31 0,22 0 0,-43 31 0,46 18 0,-16-8 0,21 20 0,0-56 0,21 46 0,-16-43 0,46 23 0,-43-31 0,22 0 0,-9 0 0,5 0 0</inkml:trace>
  <inkml:trace contextRef="#ctx0" brushRef="#br0" timeOffset="343774">12694 17622 24575,'-46'0'0,"21"0"0,4 0 0,21 0 0,0 0 0,41 0 0,20 0 0,-7 0 0,-3 0 0,-102 0 0,-20 0 0,40 0 0,-36-5 0,11 10 0,56 15 0,0 6 0</inkml:trace>
  <inkml:trace contextRef="#ctx0" brushRef="#br0" timeOffset="344221">11957 17875 24575,'10'-51'0,"26"10"0</inkml:trace>
  <inkml:trace contextRef="#ctx0" brushRef="#br0" timeOffset="349039">14491 16884 24575,'-46'0'0,"-10"0"0,28 0 0,-23 21 0,45-16 0,-14 15 0,20-20 0,-21 0 0,16 0 0,-15 0 0,20 0 0,0 0 0,41 0 0,20 0 0,-10-7 0,12-5 0,3 0 0,-8 3-320,6 3 0,0 1 320,-10-2 0,9-3 0,1 0 0,-5 1 0,-15 4 0,10 5 0,0 0 0,10 0 0,-18 0 0,-28 0 0,31 9 0,-6 3 0,-38-7 0,16 15 0,-21-20 0,0-20 0,0 15 640,0-16-640,0 21 0,0 0 0,0 113 0,-6-59 0,-2 5 0,1-1 0,5-2 0,2 0 0,-3 1 0,-5 1 0,-5 4 0,1-5 0,4-14 0,3-4 0,5-39 0,26-39 0,-16-19 0,5 9 0,26 52 0,-15 4 0</inkml:trace>
  <inkml:trace contextRef="#ctx0" brushRef="#br0" timeOffset="350286">16357 16309 24575,'0'-64'0,"0"12"0,0 52 0,0-20 0,0 15 0,-30-46 0,1 43 0,-6-23 0,14 31 0,21 0 0,0 0 0,0 31 0,-1 24 0,2 10 0,4-25 0,1 1 0,4 9 0,-1-1 0,2 11 0,3 7 0,0 5 0,1 0 0,1-2 0,-2-6 0,0-9-1696,3 2 0,-1-9 0,1 0 0,0 6 1696,-3 2 0,0 8 0,0 5 0,0 0 0,2-4 0,1-10 0,1-13 0,21-1 0,-6-13-4537,-20 8 4537,38-15 0,-31-1 0,-14 16 0,14-39 0,-20 6 0,7-36 0,8-39 0,4-2 0,-1 20 0,2-2 0,2 0 0,0 2 0,0 4 0,0 3 0,1-3 0,-1-8 0,-6 8 0,1-8 0,-1-6 0,1-3 0,0-1 0,-1 3 0,-1 5 0,-1 7 0,-1 11 0,12-14 0,-4 1 0,-7 1 0,2-17 0,-1-7 0,-3 4 0,-5 12 0,-9 23 4537,-19 13-4537,16 0 0,-15 6 0,20 20 0,0 20 0,0 6 0</inkml:trace>
  <inkml:trace contextRef="#ctx0" brushRef="#br0" timeOffset="350738">16519 16838 24575,'-45'0'0,"0"0"0,6 3 0,6-6 0,3-27 0,22 1 0,28-6 0,14 14 0,15 17 0,16 6 0,0 0 0,-11-2 0,0 0 0,2 0 0,-6-1 0,4 0 0,-2 1 0,-6 2 0,13 5 0,-13 7 0,-20 11 0</inkml:trace>
  <inkml:trace contextRef="#ctx0" brushRef="#br0" timeOffset="351838">17509 17138 24575,'-46'0'0,"21"-21"-9831,-27-4 8341,45-1 4308,-24 6-2818,31 20 1719,0-31-1719,0 23 0,0-22 0,0 30 6784,0 0-6784,51 0 0,-17 0 0,19 14 0,1 2 0,-21-8 0,-2 19 0,8 16 0,-4 7 0,-17-6 0,-31 7 0,-7 3-2262,31 6 1,10 5 0,-15-9 2261,-28-12 0,-12-8-893,-2-6 1,0-9 892,3-16 0,-6 7 0,-10 5 0,9-5 0,2-7-77,-34 16 77,72-21 0,0 0 0,72 0 0,-33-6 0,5-1 0,3-1 0,6 2 0,0-1 0,1 1 0,-1 0 0</inkml:trace>
  <inkml:trace contextRef="#ctx0" brushRef="#br0" timeOffset="352130">18154 17253 24575,'0'-64'0,"0"26"0,0 4 0,0 9 0,-20-32 0,-16 29 0,3 23 0,-3 10 0,-10 28 0,0 14 0,10-14 0,0 4 0,3 3-478,2 11 1,3 4 0,2-3 477,-8 4 0,12-2 0,30 10 0,15-7 0,10-16 0,5-24 0,9-2 0,-4-6 0,16-9 0,-15 1 0,11 0 0,0 0 0,-9-4 0,-10-7 0,-1-1 0,15 3 0,-1-1 0,1 1 0</inkml:trace>
  <inkml:trace contextRef="#ctx0" brushRef="#br0" timeOffset="352798">19306 16147 24575,'0'-38'0,"0"7"0,15-4 0,1-2 0,-8-1 0,8-2 0,-2 3 0,-14 17 0,0 20 0,0 0 0,-30 0 0,-6 30 0,-7 20 0,1-7 0,3-19 0,-1 3-432,8 8 0,-4 10 1,0 7-1,1 3 0,5-2 432,4 2 0,4 3 0,2 0 0,1 0 0,1-2 0,-1-1 0,1-3 0,2 2 0,0 7 0,5-9 0,0 7 0,0 4 0,0 2 0,2 0 0,1-5 0,2-6 0,1-8 0,1 18 0,8-3 0,4-6 0,3 12 0,3 1 0,4-8 0,3-18 0,11-20 0,5-6 0,2 15 0,4 5 0,1-11 0,13-19 0,-2-7 0,-17 12 0,-2-1 0,3-10 0,-1 0 0</inkml:trace>
  <inkml:trace contextRef="#ctx0" brushRef="#br0" timeOffset="354248">20274 16562 24575,'20'-26'0,"-14"6"0,14-11 0,0 3 0,-14-8 0,14-5 0,-20 36 0,0-15 0,0 20 0,0 0 0,-20 0 0,-6 0 0,0 0 0,-11 9 0,3 2 0,21-6 0,-19 28 0,-8 6 0,1-23 0,1 1 0,9 19 0,0 5 0,-6-13 0,-4-2 0,5-3 0,-15 10 0,20-3 0,-2 8 0,4-4 0,-6 20 0,3-19 0,-6 5 0,10-2 0,19-2 0,4 2 0,-10 4 0,-4 4 0,6-6 0,11 19 0,-2-12 0,1 7 0,4-7 0,17 12 0,-11 4 0,8 2-196,9-27 0,9-4 0,1-1 196,-1-2 0,2-1 0,1-1 0,1-1 0,1-1 0,2-6 0,20-4 0,-4-13 0,3-25 0,-10 19 0,-4-1 0,-14-17 0,18 20 0,-71 0 0,-6 0 0</inkml:trace>
  <inkml:trace contextRef="#ctx0" brushRef="#br0" timeOffset="354798">21265 16447 24575,'0'-46'0,"-21"0"0,16 20 0,-15 6 0,20 20 0,-21 0 0,16 0 0,-37 4 0,-8 12 0,30 17 0,1 11 0,-5-6 0,-7 7 0,-2 3 0,0 0 0,6-5 0,0 2 0,4-3 0,4 10 0,8-6 0,3 11 0,2 6 0,1 4 0,1-1 0,0-5 0,-1-7 0,-1-13-272,-9 4 1,7-3 271,16 13 0,10 14 0,6 4 0,3-8 0,-2-20 0,2-18 0,5-13 0,9-8 0,6-8 0,-2-4 0,8-11 0,-1 1 0</inkml:trace>
  <inkml:trace contextRef="#ctx0" brushRef="#br0" timeOffset="355210">21265 17138 24575,'0'-41'0,"0"0"0,30-8 0,-2 49 0,7 16 0,6 12 0,-9 8 0,-17 12 0,-12 10 0,-3-3 0,0 5 0,-5 0 0,-2-7 0,-4 2 0,-10-14 0,-33-24 0,6-6 0,40 19 0,38-50 0,12-11 0,4 18 0,0-14 0,8-11 0,-5 1 0,-14 5 0,1 0 0</inkml:trace>
  <inkml:trace contextRef="#ctx0" brushRef="#br0" timeOffset="355406">21864 17207 24575,'-52'24'0,"1"0"0,0 0 0,24 34 0,23 1 0,24-22 0,14-5 0,8-2 0,10-3 0,-5-4 0,-6-8 0,0 0 0</inkml:trace>
  <inkml:trace contextRef="#ctx0" brushRef="#br0" timeOffset="355738">22117 16608 24575,'-20'-46'0,"14"20"0,27 26 0,4 31 0,4 20 0,-1-5-441,1-12 1,1 4 440,-9 0 0,3 10 0,-1 3 0,-3 2 0,-6-2 0,-6 2 0,-7 1 0,-2-1 0,1-1 0,3 9 0,0-2 0,-9 5 0,-5-14 0,-5 6 0,-3 2 0,-4-3 0,-2-6 0,-2-12 0,-14-9 0,-4-13 0,1 6-1000,-2 24 0,3 8 1,1-18 999,-29-35 0,71 0 0,0 0 0,0 0 0</inkml:trace>
  <inkml:trace contextRef="#ctx0" brushRef="#br0" timeOffset="357100">22647 16032 24575,'-21'-56'0,"16"28"0,-15-24 0,20 47 0,0-15 0,20 20 0,-15 0 0,36 0 0,-7 23 0,4 13 0,-2-3-741,-3-8 1,0 4 740,5 15 0,4 12 0,-3 3 0,-9-6-1464,-12 1 0,-5 2 1464,0-8 0,4 8 0,-1 3 0,-1-3 0,-5-6 0,-3 13 0,-6 2 0,-1-17 0,0 8 0,-2 4 0,-1 2 0,-3-3 0,-3-6-1331,-8 3 0,-5-4 0,-1-2 1,0 2 1330,2 6 0,0 2 0,-2-1 0,-2-1 0,-5 0 0,-3 0 0,-1-3 0,3-6-1187,5-7 0,2-5 0,0-1 1187,-8 21 0,3-4 280,1-10 1,15-14-281,33-29 0,6-29 0,5-14 0,11-1 0,0-1 0</inkml:trace>
  <inkml:trace contextRef="#ctx0" brushRef="#br0" timeOffset="358705">19306 16239 24575,'0'-46'0,"0"21"0,0-26 0,0 43 0,0-23 0,0 31 0,-20 0 0,-6 0 0,1 0 0,-11 0 0,0 0 0,3 0-3392,-6-9 0,1-2 3392,12 6-820,-1-16 1,3 1 819,16 14-1059,-43-14 1059,46 20 0,-36 0 0,36 0 5448,-15 41-5448,18-2 0,4 4 0,-2 1 0,0 1 0,0 15 0,0 1 496,0-16 1,0 2-497,0 1 0,0 4 0,0-6 0,0-9 0,0 0 0,0 17 0,0 7 0,0-12 0,0-11 0,0 3 0,0 15 0,0 0 0,0-9 0,0-11 0,0 0 0,-6 9 0,-3 10 0,0 0 0,2-11 0,-1 15 0,-2-18 0,-2 5 0,3-5 0,9 13 0,-9-1 0,-2 1 0,6 0 0,-6-14 0,1-3 0,10-12 1679,0-4-1679,0-21 0,0 20 0,0-15 0,0 16 0,0-21 0,0 0 1362,21 0-1362,35 0 0,-15 13 0,3 5 0,7-4 0,3 0 0,2 4 0,0 0 0,-3-8 0,-1 0 0</inkml:trace>
  <inkml:trace contextRef="#ctx0" brushRef="#br0" timeOffset="360428">22762 16193 24575,'-55'-10'0,"0"0"0,6 5 0,29-16 0,53 21 0,6 9 0,17 6 0,7 3 0,-1-1 0,-10-4 0,12-5 0,-3 2 0,-7 6 0,7 5 0,-8 4 0,-24 5 0,-42 23 0,-23 12 0,19-11 0,-1 8 0,-1 2 0,-1-1 0,1-13 0,-3-1 0,0 1 0,3 1 0,4 2 0,6-1 0,4 2 0,2 2 0,1 0 0,2 1 0,-2-2 0,1 2 0,1 2 0,0 0 0,1-2 0,-1-2 0,0-6 0,0 9 0,0-5 0,0 2 0,0 6 0,0 6 0,0-5 0,0-16 0,0-11 0,0 14 0,0 7 0,0-30 0,0-6 0,0 11 0,0-23 0,0 22 0,-20-30 0,15 0 0,-16 0 0,21 0 0,0 0 0,0-30 0,0 22 0,0-23 0,0 31 0,0 0 0,-30 0 0,-19 0 0,8 0 0,0 0 0,10 31 0,24-23 0,-24 22 0,31-30 0,0 0 0,51-102 0,-29 59 0,-1 1 0,0-1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28:02.5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945 5874 24575,'-21'25'0,"16"-4"0,-15-21 0,20 0 0,0 0 0,-21 0 0,16 0 0,-16 0 0,21 0 0,0 0 0,-30 0 0,22 0 0,-23 0 0,31 0 0,0 0 0,0 30 0,0-22 0,0 23 0,0-31 0,0 0 0,0 20 0,0-15 0,0 16 0,0-21 0,0 0 0,0 20 0,0-15 0,0 16 0,0-21 0,0 0 0,31 0 0,-3 0 0,29 0 0,-10 0 0,3 0 0,-6 0 0,1 0-351,7 0 1,1 0 350,11 0 0,0 0 0,-8 0 0,-2 0 0,2 0 0,-2 0 0,3 0 0,-6 0 0,-2 0 0,-14 0 0,-14 20 0,-21-14 0,0 14 0,0-20 0,0 0 0,0-20 701,0 14-701,0-14 0,0 20 0,0 0 0,0 51 0,-8 7 0,-5 10 0,5-20 0,-1 4 0,0 1 0,0-4 0,-1 0 0,1-3 0,-1 2 0,-1 9 0,-1 1 0,5-9 0,7 12 0,0-7 0,0-3 0,0-71 0,0-16 0,0 8 0,0-3 0,0 11 0,0 14 0,0-14 0,30 40 0,9 6 0</inkml:trace>
  <inkml:trace contextRef="#ctx0" brushRef="#br0" timeOffset="2428">2488 5459 24575,'-32'-19'0,"0"0"0,-19-12 0,51 31 0,0 0 0,-21 0 0,16 0 0,-15 0 0,20 0 0,0 0 0,20-21 0,16 16 0,13-6 0,2 2 0,-2 9-369,-7 0 0,11 1 0,4 0 1,-5-3 368,1-4 0,-3-2 0,4 1-1461,2 5 1,6 2-1,-1 0 1,-5-3 1460,-6-3 0,-4-2 0,-1 2 0,20 1 0,-17 10 0,-38 15 0,31-15 0,-41 36 1021,0-36-1021,-21 16 6296,16-21-6296,-15 0 0,20 0 0,0 0 0,-21 31 0,16-24 0,-3 24 0,-4 10 0,-14 6 0,0 8 0,20-8 0,5 7 0,1 2 0,-5-5-292,-11-1 0,-3-4 1,2 6 291,8 10 0,4 7 0,2-2 0,0-14 0,0-20 0,1 0 0,-3 20 0,-1 12 0,0 4 0,2-5 0,3-12 0,1-2 0,1-1 0,-1 0 0,0 12 0,0-1 0,0-2 0,0 85 0,0-143 0,0 0 0,0-30 0,-20 22 0,15-43 0,-16 46 0,-9-16 0,22 21 0,-25 0 0,-6 0 0,-2 0 0,-1-1 0,-5 2 0,-9 7 0,-1 5 0,2 4 0,0 2 0,0-6 0,5 2 0,-6 15 875,56-9-875,5-16 0,46-5 0,-43-56 0,7 13 0,0 1 0</inkml:trace>
  <inkml:trace contextRef="#ctx0" brushRef="#br0" timeOffset="3031">3133 6288 24575,'0'-46'0,"0"21"0,0 4 0,0 21 0,-30 0 0,22 21 0,-43-16 0,25 15 0,0-20 0,-25 0 0,3 0 0,3 10 0,-3 1 0,0-9 0,2 1 0,-16 17 0,22-18 0,9-4 0,23 2 0,49 0 0,4 0 0,0 0 0</inkml:trace>
  <inkml:trace contextRef="#ctx0" brushRef="#br0" timeOffset="5477">4078 6450 24575,'36'-26'0,"-41"26"0,43 10 0,16 16 0,-35 30 0,-10 8 0,-1-27 0,-1 0 0,6 22 0,-10 0 0,-26-18 0,-6-5 0,1 18 0,-10-11 0,-1 1 0,9 4 0,-8-19 0,4-2 0,26-1 0,-43-5 0,46-21 0,-36 0 0,36-21 0,-16 16 0,21-36 0,21 36 0,5-16 0,-1 21 0,9-12 0,4-6 0,-6-1 0,0-1 0</inkml:trace>
  <inkml:trace contextRef="#ctx0" brushRef="#br0" timeOffset="5974">4769 6450 24575,'0'-47'0,"0"22"0,0 4 0,0 21 0,0-30 0,0 22 0,0-23 0,-31 31 0,3 31 0,-8 8 0,-5 1 0,10-17 0,1 3-2262,1 16 1,-1 8 0,-1-9 2261,-5-19 0,1 2-177,9 19 0,2 14 0,3 3 0,2-7 177,-5 1 0,7-1 0,12 6 0,6 5 0,3-13 0,6-5 0,27-33 0,17-8 0,-1-2 0,7-1 0,-3-4 0,-7-7 0,-5-3 0,9-13 0</inkml:trace>
  <inkml:trace contextRef="#ctx0" brushRef="#br0" timeOffset="7924">5875 6288 24575,'0'-51'0,"9"11"0,2 8 0,-6 25 0,16-44 0,-21 45 0,0-14 0,0 20 0,0 0 0,0-21 0,0 16 0,0-15 0,0 20 0,-21 0 0,-4 0 0,-31 20 0,27-15 0,-22 16 0,13 21 0,-1 8 0,1-13 0,-3 0-358,3 2 0,-1 4 0,3 1 358,11 0 0,4 1 0,-2-6 0,-5-10 0,0 1 0,7 10 0,2 7 0,3-6 0,-13 12 0,11 2 0,6-2 0,12-20 0,-5 19 0,10-2 0,46-16 0,-35-5 0,1-2 0,40-7-3214,-21-18 0,-1-4 3214,-2 2-1532,31 0 1,0 0 1531,-25 0 0,21-9 0,3-2 0,-9 6 0,7-16 0,-20 21 0,-41 0 0,0 0 0</inkml:trace>
  <inkml:trace contextRef="#ctx0" brushRef="#br0" timeOffset="8178">5506 6772 24575,'-56'-26'0,"28"-25"0,-3 23 0,31-8 0,51 16 0,-2 18 0,7 4 0,-9-2 0,3 0 0,-1 0 0,17 0 0,-1 0 0,1-2 0,-4 4 0,-25 7 0,0 2 0,14 2 0,0 0 0</inkml:trace>
  <inkml:trace contextRef="#ctx0" brushRef="#br0" timeOffset="9358">7418 5298 24575,'0'-59'0,"0"23"0,0-5 0,0 36 0,0-15 0,0 20 0,-30 0 0,22 0 0,-43 20 0,13 4 0,-1 8 0,10 0 0,0 5 0,-3-1 0,-8 1 0,-3-2 0,1 3 0,1 6 0,3 1 0,4-1 0,6 6 0,3-5 0,-4-13 0,6-3 0,23 12 0,0-10 0,52-3 0,-40 8 0,21-22 0,6-7 0,17-7-6784,-2 20 6784,2-15 0,-16 3 0,-8 5 0,-19 17-4537,7-1 4537,-48 27-1106,-28-31 1106,0-4 1994,21 2 0,1 5-1994,3-1 0,0 0 0,-10 1 0,5 5 0,16 12 0,12 2 0,15-14 0,7-2 0,-1 3 0,7-4 0,18 2 0,1-12 5965,-14-20-5965,26 0 0,-43 20 2474,23 6-2474,-47 7 0,-23 10 0,2-2 0,0 7 0,-1-1-1882,5-4 1,-4 1 0,3-5 1881,-7-10 0,10-2-168,26 24 168,-16-43 0,25 27 0,13 1 0,8-25 0,11 10 0,5-1 0,-4-18 0,0-4 0,25 2 0,-16 3 0,0-6 0,-13-15 0,-2-5 0,2 4 0,-2-3 0,-5-18 0,-1 0 0</inkml:trace>
  <inkml:trace contextRef="#ctx0" brushRef="#br0" timeOffset="10458">7718 6887 24575,'-26'26'0,"6"-6"0,20 1 0,0-16 0,0 15 0,20-20 0,-15-41 0,20 3 0,2-6 0,-23-6 0,-1-10-1357,12 13 0,8-9 0,2-2 1,-2 2-1,-6 5 1357,-9 1 0,-5 5 0,4-9 0,2 2 0,4-10 0,2-7 0,0-1 0,0 2 0,-1 7 0,-3 11-244,-1 2 0,-2 9 0,-1-5 244,-1-17 0,-1-10 0,0 5 0,5 24 0,10 21 0,-20 21 0,0 0 0,21 72 0,-16-54 0,20 34 0,1 8 0,-18 2 1132,2-21 1,4 9 0,1 4 0,-3-2-1133,-4-3 0,-3-1 0,1 2 0,1 2 0,2 5 0,2 5 0,0 1 0,1-3 0,1-7 0,3-1 0,1-6 0,-1-1 493,1 28 1,2-23-494,1-50 0,-71 0 0,-13 0 0</inkml:trace>
  <inkml:trace contextRef="#ctx0" brushRef="#br0" timeOffset="10661">7787 6519 24575,'-29'-30'0,"-1"1"0,-6-7 0,54 13 0,16 5 0,8 13 0,5 5 0,-4-11 0,4 1-148,10 11 0,8 5 0,-3 8 0,-12 7 0,-2 6 0,5 2 1,0-7-1,1 0 0,-1 0 0,0 0 0,0 0 0</inkml:trace>
  <inkml:trace contextRef="#ctx0" brushRef="#br0" timeOffset="10813">8847 6726 24575,'-30'-32'0,"1"0"0,-7-19 0,16 51 0,-1 51 0,1 7 0,4 9 0,14-13 0,4 4 0,1 2 0,-1-3 0,0 0 0,0 0 0,0 0 0</inkml:trace>
  <inkml:trace contextRef="#ctx0" brushRef="#br0" timeOffset="11506">9676 5712 24575,'0'-46'0,"0"21"0,0-26 0,0 22 0,0-6 0,0 14 0,-20 21 0,15 0 0,-36 0 0,36 21 0,-30-5 0,-2 3 0,24 30 0,-33-21 0,0 0 0,36 18-2210,-16-13 0,-10 2 0,5-5 2210,-2 8 0,9 1 0,-5 12 0,0 4 0,4-5-1212,5-8 0,3-3 0,0 2 1212,-4 13 0,2 2 0,3 1 0,5 1 0,5 0 0,2-5-55,3-8 1,2-1 54,-1 19 0,0 0 0,-1-15 0,2-4 0,5-7 0,9-5 0,20-11 0,6-6 0,18 5 0,-4-25 0,-2-10 0,-5-21 0,-8 2 0,-3-1 3445,-6-6-3445,-8 5 0,3-6 0,-3 7 6711,5-3-6711,-9-15 0,-2-2 219,3 7-219,-20 12 0,0 15 0,-20 42 0,15 15 0,-19-13 0,-4 2 0,0 32-3392,10-19 0,0 0 3392,-2 16-60,29-14 1,11 5-1,2-2 60,4 4 0,2-4 0,0 3 0,5-8 0,13-20 0,0-15 0,-14-22 0,0-1 0</inkml:trace>
  <inkml:trace contextRef="#ctx0" brushRef="#br0" timeOffset="11807">10160 6519 24575,'-15'49'0,"-1"1"0,1-1 0,10 2 0,3 0 0,-9-2 0,-24 1 0,-11-3 0,9-3 0,20 0 0,4-4 0,-8-14 0,1-1 0</inkml:trace>
  <inkml:trace contextRef="#ctx0" brushRef="#br0" timeOffset="12491">10736 6035 24575,'-45'41'0,"0"0"0,17-5 0,3 4 0,7 4 0,11 13 0,10 5 0,1 1-783,-4-12 1,0 2 0,0-1-1,0-1 783,0 11 0,0-1 0,0-5 0,0 3 0,0-10 0,0-8 0,12-81 0,6-28 0,2 8 0,-1 0 0</inkml:trace>
  <inkml:trace contextRef="#ctx0" brushRef="#br0" timeOffset="13012">10690 5828 24575,'-2'-47'0,"0"0"0,1 0 0,14 1 0,10 7 0,10 9 0,8 9 0,13 15 0,4 12-3277,-15 9 0,-1 5 0,-1-4 2532,5-11 0,-3 3 1684,-4 17 0,-2 9 1,-15-1-940,-38 29 859,-9-34 1,-11-3-860,-18 3 0,-12-2 0,4-8 0,-1-16 0,3 1-2269,-6 30 1,25 6 2268,56-6 357,15 7 0,9-3-357,6-26 0,2 4-818,-9 23 1,0 16-1,-2 3 1,-2-12 817,7-15 0,-7 4-547,-17 21 0,-8 18 0,-7-1 1,-10-21 546,-30-13 665,-9-6 1,-14 2 0,0-8-666,5-13 0,-1-7 0,3 1 1241,-8 6 0,1 0-1241,-15-1 0,30-4 4406,66-8-4406,16 0 0,19-17 0,10-7 0,-16 7 0,0 0 0,-1 0 0</inkml:trace>
  <inkml:trace contextRef="#ctx0" brushRef="#br0" timeOffset="13993">11473 5459 24575,'-13'-60'0,"1"0"0,6 16 0,12 8 0,50 6 0,-14 25 0,0 10 0,-10 10 0,0 0 0,16-13 0,-3 4-1302,-24 20 0,-2-1 1302,30-20 309,-27 26 0,-13 10-309,-29 11 0,-11 1 0,16-16 0,-4 0 0,-13 11 0,-8 3 0,5-17 0,2-24 0,-17 24 0,-3 4 0,-1-10 0,22-10 0,3 0 0,9 3 0,45-1 993,2-2 0,2 0-993,20 10 0,-26 9 0,-10-2 0,-13-25 0,-5 31 0,-27-39 0,-8-4 0,-14 22 0,23-2 0,1 0 0,-11 10 0,41 24 0,20 4 0,-7-18 0,2 6 0,4-1 0,12 5 0,7 1 0,-5 0-910,-11 1 0,-5 1 1,3-1 909,6-3 0,2-1 0,-11-6 0,-17 14 0,-29-2 0,-13-2 0,5-20 0,-6-6 0,-5-2 0,-8-1 0,2-2-163,8-2 0,2-1 0,3-8 163,-8-12 0,14-13 0,27-17 0,16-9 0,24-12 0,0 0 0</inkml:trace>
  <inkml:trace contextRef="#ctx0" brushRef="#br0" timeOffset="15290">2742 4768 24575,'0'-59'0,"0"23"0,0-5 0,0 36 0,0-15 0,0 20 0,-21 0 0,16 0 0,-36 0 0,15 41 0,-12-3 0,0 6 0,21-1 0,0 3 0,-15-6 0,-9 1 0,12-2-260,22-3 0,1 0 260,-15 9 0,-6 5 0,3-4-653,10-11 1,3 4 652,4 12 0,2 12 0,0 3 0,-4-5-784,-7-5 0,-4-3 0,5 7 784,10-10 0,3 6 0,3 3 0,0 1 0,-1-3 0,-3-4 0,-3 1 0,-3-5 0,0 0 0,3 4 0,3 3 0,3 6 0,1 1 0,0-5 0,0-8 0,-1 6 0,0-2 0,-1-6 0,0 6 0,1 2 0,2-2-1350,4 1 0,3 1 0,0-1 0,-3-3 1350,-3 0 0,-3-4 0,5 5 0,4 0 0,2 7 0,3 1 0,3-6 0,4-12-239,18-7 0,4-6 239,-15 12 0,-1 6 0,7-10 188,21-17 1,8-10 0,-9 3-189,-16 15 0,-2-1 317,16-10 0,-7-8 0,-24-10 0,-21-39 0</inkml:trace>
  <inkml:trace contextRef="#ctx0" brushRef="#br0" timeOffset="16468">12164 4814 24575,'-12'-32'0,"-1"0"0,-8-19 0,72 51 0,-7 9 0,7 8 0,0 8 0,-9 6 0,0 8 0,0 4 0,0 1 0,-2-4-957,3-4 0,0-4 1,-2 3-1,-4 11 957,-9 4 0,-1 10 0,-2 7 0,-3 3 0,-3-1 0,-5-6 0,-6-10 0,-6 3 0,-9-8 0,-3 9 0,3-10 0,-1 6 0,-1 7 0,-2 3 0,-1 2 0,-1 0 0,-1-3 0,-2-4 0,-2-6 0,-5 1 0,-4-4 0,-2-4 0,0-1 0,0 1 0,2 3 0,1 9 0,2 3 0,0 1 0,0-1 0,-1-2 0,-3-6 0,-5-2 0,-6-2 0,1-3 0,6-7 0,10-6 884,10 9-884,-26-7 0,4-7 0,29-22 0,5 16 0,5-21 0,26 0 0,10 0 0,23 0 0</inkml:trace>
  <inkml:trace contextRef="#ctx0" brushRef="#br0" timeOffset="18457">15021 5090 24575,'0'-39'0,"0"-1"0,0-1 0,0 0 0,0 41 0,0 0 0,-20 0 0,15 0 0,-27 8 0,-8 5 0,-14 12 0,14-13 0,-2 2 0,3 13 0,1-3 0,4-19 0,-1-2 0,0 11 0,-1 2 0,-8-4 0,-2-3 0,-1-7 0,2 1 0,7 8 0,2-1 0,-21-10 0,37 0 0,20 0 0,0 40 0,0-29 0,9 23 0,2 3 0,-6-8 0,6 19 0,-1 11 0,-9 6 0,-2 1-710,1-11 1,0 5 709,0-5 0,0 7 0,0 2 0,0-5 0,0 1 0,1-3 0,-2 5 0,-1-11 0,-1 4 0,0 4 0,-1 0 0,0 0 0,-1-4-1263,1 3 0,-1-2 0,0 0 1,-1-2-1,1-1 1263,-1 5 0,1-2 0,-1-1 0,-3-2 0,-8 14 0,-2-3 0,4-13 0,7-5 0,-12-2 0,-9 8 0,7-15 0,11-19 0,-7 21 0,-5-6 0,-7-33 0,22 0 0,-23 0 474,58 0 1,18 0-475,-2 1 0,4-2 0,-3-4 0,4-3 0,0 0 0,4 0 0,1 0 0,-1-1 0,-4 0 0,0 1 0,-4-1 0,3-2 0,-4 2 0,-7 9 0,0 0 0</inkml:trace>
  <inkml:trace contextRef="#ctx0" brushRef="#br0" timeOffset="20359">16196 5712 24575,'10'-55'0,"1"0"0,-10 14 0,3 6 0,16-6 0,-20 35 0,0-14 0,0 20 0,0-31 0,0 24 0,0-45 0,-20 47 0,15-15 0,-26 25 0,-10 10 0,-1 3 0,-1 0-491,1-5 0,-5 2 491,4 6 0,-6 6 0,-1 1 0,2-1-706,-3-2 1,2-2 0,-2 8 705,7 4 0,-4 7 0,1 3 0,0 0 0,3-2-1440,-1-2 1,1-1 0,3 0-1,5 3 1440,6 0 0,3 2 0,4 2 0,0-1 0,2 1 0,0 0 0,4-1 0,5-1-1280,6 19 1,4 0 1279,-8-15 0,-2 0 0,3 1-900,5-1 1,3 0 0,6-6 899,8-8 0,5-1 0,4 8 0,4 4 0,5-6 147,2-11 0,3-5 1,5-3-148,2-3 0,5-2 0,2-2 0,-1 0 0,10 3 0,1-1 0,0-8 0,-11-13 0,1-8 0,0 0 0,-2 3 0,6 8 0,-2 3 0,-7-11 0,1-32 0,-10-8 0,-16 18 0,1 0 0</inkml:trace>
  <inkml:trace contextRef="#ctx0" brushRef="#br0" timeOffset="20790">17049 5551 24575,'-26'-38'0,"0"-1"0,-5 60 0,-5 27 0,-2-7 0,-8-15 0,-2 5-761,13 6 1,-2 12 0,1 6 0,2 2-1,7-2 761,8-5 0,5 2 0,3 0 0,0 0 0,-3 1 0,-6 2 0,-3 1 0,1 0 0,2-1 0,5-1 0,5 2 0,5-1 0,3 0 0,3-1 0,2 5 0,2 1 0,5-3 0,8-13 569,29-2 0,11-15-569,-6-6 0,5-4 0,-5-6 0,-2-5 0,-5-9 0,1-26 0,0 1 0</inkml:trace>
  <inkml:trace contextRef="#ctx0" brushRef="#br0" timeOffset="21123">17049 6357 8191,'0'-39'0,"0"-1"0,-2 3 0,4 2 5063,18-13-5063,16 42 0,5 12 0,18 22-539,-27 7 0,4 13 1,-2 4-1,-8-8 539,-7-6 0,-5 1 0,2 6 0,3 10 0,-5 0 0,-12-11 1003,-22-4 1,-11-5-1004,-1 3 0,-5 2 0,1-6 2232,1-4 0,-4-6-2232,-23-2 0,-7-2 0,36-11 0,35-9 0,-17-51 0,47 31 0,24 5 0,2-4 0,-10-6 0,0-1 0,0 1 0,0-1 0</inkml:trace>
  <inkml:trace contextRef="#ctx0" brushRef="#br0" timeOffset="21319">17671 6450 24575,'-26'-26'0,"-15"5"0,4 17 0,-3 8 0,-5 18 0,1 8 0,-2-8 0,7 9 0,18 14 0,9 11 0,14-3 0,24-6 0,16-3 0,-2 1-754,-13 5 0,-1 1 0,8-12 1,16-18-1,9-13 0,-4-8 0,-3-17 1,1 0-1</inkml:trace>
  <inkml:trace contextRef="#ctx0" brushRef="#br0" timeOffset="21708">17878 5828 24575,'0'-64'0,"51"33"0,-35 52 0,1 14 0,22 3 0,9 4 0,-7 4 0,-17 1 0,-8 3 0,3-2-725,8-6 0,1-1 1,-6 7 724,-12 6 0,-5 9 0,-5 5 0,-5-1 0,-5-7-1798,-9-1 0,-7-5 0,-2-1 0,4 4 1798,10-4 0,4 4 0,0 0 0,-2-2 0,-6-6 458,-9 1 1,-5-2 0,-2-8 0,-1-14-459,-16-19 0,2-9 0,14 13 0,1-1 0,-18-6 0,7-8 0,19-17 0,46 16 0,32-15 0</inkml:trace>
  <inkml:trace contextRef="#ctx0" brushRef="#br0" timeOffset="22522">19214 6726 24575,'-32'10'0,"0"0"0,-6 2 0,4 2 0,9 12 0,-1-6 0,26-20 0,5 0 0,36-27 0,11-18 0,-24 9 0,2-7-112,2 4 0,5-7 1,4-3-1,-1-1 0,-5 4 112,-6 2 0,-2 2 0,-2 0 0,1 1 0,3-2 0,1-1 0,-1 3 0,-4 8 0,0-2 0,-9 18 139,-16 43-139,-6 14 0,-3 13 0,3 2 0,7 8 0,3 2 0,7 2-1662,4-10 1,6 3 0,1-2 0,-3-3 1661,-8 7 0,-1-2 0,12-20 0,40-26 0,-1-28 0,-42-31 0,0 0 0</inkml:trace>
  <inkml:trace contextRef="#ctx0" brushRef="#br0" timeOffset="22988">20643 5758 24575,'0'54'0,"0"-1"0,0 0 0,0 0 0,0 7 0,1 1 0,0 1 0,-3 1 0,-3-10 0,-1 2 0,0 0 0,-2-1 0,2 0-336,-1 9 1,1 0 0,-1-2 0,-1-5 335,-4 0 0,0-4 0,0-9 437,-9 13-437,42-91 0,-18 0 0,-1-5 0,8-11 0,0 0 0</inkml:trace>
  <inkml:trace contextRef="#ctx0" brushRef="#br0" timeOffset="23357">20527 5712 24575,'-8'-53'0,"-1"-1"0,1 0 0,3-3 0,10 4 0,18-1 0,10 11 0,21 17 0,-18 13 0,5 6 0,-1 14 0,4 8 0,0 4-2835,1 6 1,1 5 0,1-3 2834,2-9 0,1-2 0,-3 8 0,-1 18 0,-5 9 0,-10 0 679,-15 3 1,-7 2-680,4 6 0,-5 1-1473,-13-13 1,-4 0 0,2-9 1472,2 0 0,-35 9 0,-12-8-2135,-7-29 2135,17 9 0,-5 7 0,3-8 1680,6-17 1,2-3-1681,-9 9 0,3 0 0,-7-10 0,34 0 273,30 0-273,13 0 0,28-8 0,11-4 0,-9-1 0,-1 0 0</inkml:trace>
  <inkml:trace contextRef="#ctx0" brushRef="#br0" timeOffset="23740">21910 5459 24575,'-26'-31'0,"6"3"0,20-28 0,-31 30 0,23 6 0,-43 20 0,46 0 0,-30 15 0,-2 11 0,24 15 0,-31 1 0,-4 5-757,32-2 1,2 2 756,-15-1 0,-7 2 0,3 4-1510,10 0 1,1 3 0,2 2 0,1-3 1509,-3 2 0,0-2 0,2 5 0,4-11 0,-1 3 0,1 3 0,3-2 0,3-1-214,4 0 0,4-1 0,3-1 0,1 0 214,2 3 0,2 0 0,3 0 0,3 0 0,4 1 0,3 1 0,4-4 0,3-5 0,7-1 0,4-5 0,3-17 0,4-22 0,2-15 0,-3-6 0,-8-11 0,0 1 0,0-1 0</inkml:trace>
  <inkml:trace contextRef="#ctx0" brushRef="#br0" timeOffset="24173">21910 6357 24575,'-26'-59'0,"6"3"0,20 31 0,0 4 0,41 21 0,-2 16 0,3 9 0,-1 5 0,-2 1 0,1-6 0,-3 4 0,-7 23 0,-9-1 0,-14-18 0,6 5 0,2 9 0,-12-4 0,-23-3 0,-11-1 0,6 6 0,-2 3 0,-5-8-3038,-21-9 0,-5-8 3038,1 5 0,2-5-2386,19-11 1,3-3 2385,-24-4-1423,32 15 1423,4-20 0,21 0 0,21 0 3463,35 0-3463,-23-20 0,13 4 0,14-3 0,-2-2 0,-11-8 0,0 1 0,0 0 0</inkml:trace>
  <inkml:trace contextRef="#ctx0" brushRef="#br0" timeOffset="24406">22440 6357 24575,'0'-38'0,"0"-1"0,0 6 0,0 23 0,0-31 0,0 41 0,-21 0 0,-14 29 0,-7 14 0,7-10 0,-2 3 0,-1 5-1696,2 2 0,0 5 0,0 1 0,3-2 1696,1-2 0,2-1 0,8 2 0,6 12 0,8 2 0,11-9-2269,18-14 1,7-5 2268,-1 11 0,8-6-667,9-20 1,10-9 0,-4-3 666,-7-2 0,1-6 0,14-8 0,7-8 0,-4-2 0,-17 0 0,-1 0 0,1-1 0</inkml:trace>
  <inkml:trace contextRef="#ctx0" brushRef="#br0" timeOffset="25223">22808 5620 24575,'-56'0'0,"28"0"0,-3-30 0,31 1 0,0-27 0,0 0 0,21 12 0,9 19 0,-6 51 0,2 34 0,1 11 0,1-13 0,4-21 0,2-5 0,-5 14-589,-14-2 1,-1 10 0,-2 8 0,-2 6-1,-2 3 1,-2 0 0,0-1 0,-3-4-1,0-7 589,-2 4 0,-2-4 0,-2-2 0,-2-1 0,-2 0 0,-4 2 0,-3-2 0,-3 2 0,-3 1 0,-2 0 0,1-4 0,0-4 0,3-6 134,-3 15 1,2-9 0,-8-16-1,-28-13 1,8-26 0,47-34-1,0-1 1</inkml:trace>
  <inkml:trace contextRef="#ctx0" brushRef="#br0" timeOffset="26468">23453 5229 24575,'-38'0'0,"-13"0"0,25-21 0,0 16 0,6-15 0,20 20 0,0 0 0,92 0 0,-47 9 0,5 2 0,-5-8 0,7-3 0,2 0 0,-3 2 0,7 3 0,-3 2 0,-2 2 0,-7 1 0,-1 1 0,-5-2 0,3-7 0,-9 4 0,-14 25 0,-40-31 0,-16-4 0,-5 8 0,-5 32 0,2 20 0,18-17 0,-1 5 0,0 5 0,3 3 0,3 2-560,5-1 1,4 3-1,2 1 0,2 3 1,0 2-1,1 1 560,0-7 0,0 3 0,1 2 0,0 0 0,1 1 0,1 0 0,0-1 0,2-2 0,0 3 0,1 0 0,1-1 0,1 0 0,0-1 0,-1-1 0,1-2 0,-1 1 0,1 0 0,1-1 0,-2-3 0,-1-2 0,-1-3 0,-6 17 0,-2-6 0,-3-5 0,0-7 0,-2-4 0,-6-13 0,-40-18-1135,15-4 1,-14 3 0,-6 1 0,5-2 0,12-5 1134,9-5 0,1-2 0,-9 1 0,-12 0 0,-4 0 0,8 0 0,18 0 0,9 0 0,14-30 0,51 1 0,6 1 0,0 0 0</inkml:trace>
  <inkml:trace contextRef="#ctx0" brushRef="#br0" timeOffset="60455">1313 9099 24575,'39'-21'0,"-9"16"0,-30-16 0,0 21 0,0-20 0,0 15 0,0-46 0,-30 43 0,22-23 0,-23 31 0,11 0 0,15 0 0,-36 0 0,36 31 0,-36 18 0,35-8 0,-12-8 0,-9 7 0,1-1-3392,-6 16 0,0 0 3392,4-14 0,-2 0 0,3 3 0,7 8 0,3 3 0,-2-1-238,-6-4 1,-2-1 0,7 0 237,13 0 0,6 1 0,-3 0 0,-12 0 0,-3-1 0,2 0 0,8 0 0,2 0 0,3-6 0,2-8 0,-1-1 0,-9 14 0,-5 6 0,5-7 0,7 11 0,-2-11 0,-1 8 0,2-8 0,6 12 0,10 7 0,1-4 0,-6-29 0,11 31 0,9-5 0,11-41 0,-23 19 0,2-3 0,36-34 0,-25 21 0,11-18 0,2-1 0,-5 19 0,17-21 0,-51-21 0,0-5 0</inkml:trace>
  <inkml:trace contextRef="#ctx0" brushRef="#br0" timeOffset="62638">1544 9582 24575,'0'-25'0,"-31"4"0,23 21 0,-23 0 0,31 0 0,0 0 0,31 0 0,-23 0 0,27 0 0,2 0 0,-27 0 0,33 0 0,6 0 0,-16 0 0,28 3 0,6-6 0,-21-12 0,-2-1 0,-2 13 0,0-1 0,8-10 0,-8-3 0,-11-3 0,15 15 0,-25-16 0,-21 21 0,0 0 0,0 21 0,-21-16 0,16 46 0,-36-44 0,36 24 0,-15-10 0,20 25 0,-21 15-3392,19-26 0,-1-1 3392,-18 23-1410,20-19 0,2 0 1410,-1 16-39,3 8 0,-6 4 39,-12-21 0,0 0 0,11 8 0,0-1 0,-12-12 0,1-4 0,15 21-1789,0-22 1,0-1 1788,0 7 2615,0 20-2615,0-56 1718,0 46-1718,0-43 0,0 28 0,0 0 0,0-26 0,0 26 0,0 0 0,0-29-241,0 45 241,0-47 0,0 36 0,0-5 0,0 12 0,0-12 0,0-16 0,0-20 5603,0 21-5603,0-16 1655,0 36-1655,0-36 1337,0 16-1337,0-21 572,0 0-572,-20 0 0,15-21 0,-36 16 0,5-15 0,2 8 0,-1 3 0,-6 4 0,-16-6 0,1 1 0,18 10 0,-15-9 0,-2-2 0,7 6 0,12-16 0,-5 21 0,36 0 0,5 0 0,25 0 0,20 0 0,8 0 0,2 0 0,0 0 0</inkml:trace>
  <inkml:trace contextRef="#ctx0" brushRef="#br0" timeOffset="63137">2004 10365 24575,'-46'-20'0,"21"15"0,4-16 0,21 21 0,0 0 0,-51 0 0,38 0 0,-21 10 0,-3 1 0,11-6 0,-12 6 0,-1-2 0,6-9 0,-3 0 0,0 0 0,0 0 0,8 0 0,69-40 0,4 14 0,0 0 0</inkml:trace>
  <inkml:trace contextRef="#ctx0" brushRef="#br0" timeOffset="65322">2649 10365 24575,'0'39'0,"0"-8"0</inkml:trace>
  <inkml:trace contextRef="#ctx0" brushRef="#br0" timeOffset="65553">2649 10365 24575,'0'0'0</inkml:trace>
  <inkml:trace contextRef="#ctx0" brushRef="#br0" timeOffset="66838">2603 10365 24575,'26'0'0,"-6"0"0,-20-20 0,0 15 0,0-16 0,0 21 0,0 0 0,-20 0 0,15 0 0,-16-20 0,21 15 0,0-16 0,0 21 0,0 0 0,0-30 0,0 22 0,0-23 0,0 31 0,0 0 0,21 0 0,-16 0 0,15 0 0,21 0 0,-21 23 0,1 5 0,15-13 0,-3 4 0,-16 19 0,-7 11 0,-1-8 0,12-3 0,-28 27 0,-7-7 0,9-45 0,-12 21 0,-10 15 0,0-9 0,0-20 0,0-2-207,-3 19 0,-2 3 207,-17 0 0,6-9 0,30-18 0,-38 16 0,0-7 0,38-22 0,-24 4 0,2-8 0,30-26 0,-15 2 0,20-8 0,0 15 0,20 21 0,-15 0 0,47 0 0,-24 0 414,8 0-414,5 0 0,15 0 0,-14 0 0,0 0 0</inkml:trace>
  <inkml:trace contextRef="#ctx0" brushRef="#br0" timeOffset="67438">3433 10112 24575,'0'-64'0,"0"13"0,0 51 0,-21 0 0,16 0 0,-36 0 0,5 20 0,-12 16 0,12-8 0,15-2 0,1 0 0,-6-1 0,1 1 0,0 16 0,-1 8 0,1-5 0,1-1 0,3 0 0,1 2 0,0 19 0,-1-7 0,-10-25 0,27 19 0,1 4 0,-28-3 0,26-14 0,10-1 0,26 19 0,17-29 0,-7 2 0,5-27 0,0-6 0,-12 3 0,17-22 0,5-7 0,-18 13 0,-2-1 0,19-19 0,-17 16 0,-41 40 0,-30 31 0</inkml:trace>
  <inkml:trace contextRef="#ctx0" brushRef="#br0" timeOffset="79487">4285 9582 24575,'26'-25'0,"-6"4"0,-20 21 0,0 0 0,-20 0 0,15 0 0,-16 0 0,21 0 0,0 0 0,-20 0 0,15 21 0,-47-16 0,45 15 0,-19 2 0,0-3 0,21-9 0,-13 23 0,-5 6 0,-2 10 0,12-4 0,0 2 0,-7 7 0,20-3 0,20-31 0,26 6 0,-15-1 0,7-11 0,-4-7 0,-27-7 0,24 0 0,-10 0 0,-16 0 0,15 0 0,-20 31 0,-20-3 0,3-2 0,-2 4 0,-15 9 0,-1-1 0,13-11 0,3 0 0,-3 1 0,3 0 0,-2 23 0,16-23 0,-15 29 0,20-32 0,0 16 0,0-36 0,0 46 0,0-2 0,0-13 0,0 0 0,0 12 0,0 4-6784,0 4 6784,0-23-450,-3 6 0,6-6 450,17-28 0,-15 15 0,37-6 0,8-7 0,-11-2 0,1 6 0,-3-1 0,-17-10 0,1-21 0,4-5 0</inkml:trace>
  <inkml:trace contextRef="#ctx0" brushRef="#br0" timeOffset="80654">4493 9951 24575,'38'-21'0,"-7"16"0,-31-46 0,20 23 0,-15-28 0,16-1 0,-21 29 0,-21-3 0,16 31 0,-15-20 0,20 15 0,0-16 0,-31 21 0,-18 21 0,8-16 0,4 18 0,3 5 0,5 0 0,1 14 0,0 3 0,3 9 0,-3-14 0,4-3 0,17-12 0,-29 18 0,0 7-355,30-17 1,2 3 354,-15 4 0,-6 3 0,7-1 0,14 4 0,3 0 0,-10 12 0,2-6 0,9-6 0,0-1 0,0 2 0,0-5 0,0-4 0,0 10 0,0 4 0,0-11 0,0-36 0,20 36 0,-15-36 0,25 20 0,2 1 0,-22-18 0,35 9 0,2-4 0,-34-13 0,24 0 0,-2 0 0,-30 0 0,27 0 0,7 0 0,-5 0 0,22 0 0,-5 0 0,-43 0 0,23 0 0,-31 0 0,0 0 0,0 0 0</inkml:trace>
  <inkml:trace contextRef="#ctx0" brushRef="#br0" timeOffset="80970">4239 10573 24575,'-42'-13'0,"0"0"0,0 4 0,7-2 0,9-10 0,6 16 0,40-36 0,6 36 0,10-20 0,5-1 0,12 18 0,-2-8 0,6 1 0,7 13 0,-3 4-761,-24-2 1,1 0 760,18 0 0,7 0 0,-19 0 0,-26 0 0,33-3 0,-10 6 0,-56 28 0,10 8 0</inkml:trace>
  <inkml:trace contextRef="#ctx0" brushRef="#br0" timeOffset="82621">5598 9145 24575,'39'-21'0,"-9"16"0,-30-15 0,21 20 0,-16 0 0,16 0 0,-21 0 0,0 0 0,-21 0 0,16 0 0,-46 0 0,43 0 0,-23 0 0,11 0 0,-6 0 0,1 0-6784,-16 20 6784,36-15 0,-16 16 0,21-21 0,0 30 0,0-22 0,0 43 0,0-46 0,0 16 0,0-21 6784,0 0-6784,-31 20 0,24-15 0,-24 47 0,31-45 0,-9 29 0,-2 0 0,5-26 0,-2 27 0,-4-2 0,-9-28 0,-14 45 0,6-6 0,2-16 0,3 1 0,19 18 0,-15 2 0,20-46 0,0 36 0,0-5 0,0-8-6784,20 23 6784,-15-46 0,29 7 0,4-3 0,-25-9-536,24 0 0,-3 0 536,-28 0-34,45 20 34,-44-15 0,45 16 0,-47-21 6237,15 0-6237,-20 0 1599,0 20-1599,-20 16 54,-16 13-54,-13-13 0,13-16 0,-5 1 0,6-16 0,6 15 0,-1-20 0,30 0 0,0 0 0,0 31 0,0-23 0,0 43 0,0-46 0,51 15 0,-38-20 0,38 21 0,-51-16 0,0 46 0,0-23 0,0 11 0,0-1 0,0-7 0,-7 4 0,-7 1 0,-21 13-3392,10-14 0,1 2 3392,6-3 0,0 1 0,-5 10 0,5-3 0,13-9 0,-6 7 0,2-8 0,9-27 0,0 15 0,0 1 0,41-16 0,-31 16 0,33-18 0,6-6 0,-16 3-4537,24 0 4537,-6 0 0,-44 0 4492,45 0-4492,-47 0 0,36 0 0,-36 0 0,15 0 0</inkml:trace>
  <inkml:trace contextRef="#ctx0" brushRef="#br0" timeOffset="83371">6036 10803 24575,'-25'26'0,"45"-77"0,-7 8 0,5-4 0,6 12 0,5-1 0,-6-3-878,-10-8 1,-6-3-1,2-2 878,7-6 0,3-3 0,-3-1-383,-8 9 1,-1-2-1,-2-1 1,0 0 382,2-6 0,-1-1 0,1 1 0,-1 5 0,0 3 0,0 4 0,3 3 0,6-12 0,0 11 633,-7 20-633,23-3 0,-31 31 0,0 0 1208,20 31-1208,-15 17 0,14 5 0,3 7 0,-9-12 0,-1 3 0,-1 1 347,-2 3 1,0 0 0,1 1-348,6 7 0,3 0 0,-3-7 0,-3-9 0,0-4 0,9 6 0,2-6 0,2-7 0,1-12 0,-3 0 0,-16 12 0,18-12 0,-1-7 0,-20-12 72,15 36 1,-71-36-1,19 6 1,0-1-1</inkml:trace>
  <inkml:trace contextRef="#ctx0" brushRef="#br0" timeOffset="83590">6290 10573 24575,'-47'-26'0,"22"6"0,4-21 0,21 31 0,0-31 0,21 10 0,-16 23 0,26-8 0,10 1 0,12 15 0,0-3 0,7 6 0,-7 15 0,3 8 0,1 2 0,-9-5 0,0-1 0,0 0 0,0 1 0</inkml:trace>
  <inkml:trace contextRef="#ctx0" brushRef="#br0" timeOffset="83754">6981 10527 24575,'-21'15'0,"16"-25"0,-7 40 0,-5 31 0,5-9 0,7-6 0,-4-1 0,-5 12 0,-1 5 0,2-6 0,0-2 0,0 0 0,0 0 0</inkml:trace>
  <inkml:trace contextRef="#ctx0" brushRef="#br0" timeOffset="84704">7787 9536 24575,'-15'-39'0,"-1"-1"0,-12-1 0,-8 0 0,16 41 0,20 0 0,-21 0 0,-14 0 0,6 41 0,4-22 0,-1 3 0,2 28 0,2 10 0,2-13 0,0 3 0,-1 1-843,-2 7 0,0 2 0,0 2 843,0-8 0,0 2 0,0 0 0,5-5 0,5-4 0,3-4 0,-1 3 0,-2 2 0,-3 5 0,2-4 0,6-10 0,8 5 0,5 7 0,5 11 0,6-12 0,6-23 0,4-5 0,19 23 0,3-11 0,5-34 0,-11-10 0,5-8 0,-13-2 0,-16-21 0,27-3 0,2-4-2973,-31 5 0,-6 1 2973,3 8 0,-1-1-289,1-17 1,-5 12 288,-8 35 0,0-16 0,0 21 0,0 21 0,0-16 0,-9 27 0,-3 8 0,7-7 0,4 4 0,2 3 0,4 16 0,29-20 0,4-3 0,-5 8 1132,9 2 0,3-14 0,4-52 0,7 15 1</inkml:trace>
  <inkml:trace contextRef="#ctx0" brushRef="#br0" timeOffset="84986">8156 10365 24575,'-39'0'0,"60"31"0,12-3 0,-6 0 0,2 1 0,0-8 0,-6 4 0,-18 12 0,-3 2 0,29 15 0,-29-9 0,-4-3 0,2-14 0,-31 24 0,3-27 0,1 4 0,-2-1 0,-28 0 0,24-11 0,-3-4 0,-5-13 0,0 0 0</inkml:trace>
  <inkml:trace contextRef="#ctx0" brushRef="#br0" timeOffset="85822">8847 9744 24575,'-39'-39'0,"9"8"0,30 31 0,0 0 0,0 31 0,0-23 0,0 23 0,0 9 0,0 22 0,-21-8 0,19-7 0,-1-2 0,-17-4 0,18-8 0,4 3 0,-2 20 0,0-6 0,0-3 0,0-8 0,0 7 0,0 10 0,0-15 0,0-23 0,0 44 0,0-1 0,0-48 0,0 24 0,0-3 0,0-29 0,0 16 0,0-21 0,0-21 0,0-14 0,0 6 0,20-1 0,-15 30 0,16-21 0,-21 16 0,0-56 0,0 10 0</inkml:trace>
  <inkml:trace contextRef="#ctx0" brushRef="#br0" timeOffset="86355">8847 9744 24575,'-13'-47'0,"0"0"0,0 0 0,-4-8 0,4 5 0,8 8 0,10 7 0,25 9 0,-22 6 0,43-11 0,-5 24 0,-16-11 0,2 5 0,14 25 0,-3 7 0,-2-12 0,-3 25 0,-4 8 0,-6 1 0,2-8 0,-4 3 0,-20 20 0,-12-10 0,-18-16 0,-8-3 0,-16 1 0,3-10 0,3-5 0,8-13 0,-12-3 0,0 6 0,15 17 0,-18-20 0,1 5 0,30 31 0,3 0 0,-36-23 0,43 21 0,16 3 0,43-11 0,-38 20 0,18-19 0,12-1 0,-5-2 0,8 9 0,-2 3 0,2 0 0,-17-18 0,-2-1 0,3 5 0,-3 5 0,-7 25 0,-12 4 0,-15-16 0,-7-1 0,2 5 0,-9-6 0,-30-11 0,-6-13 0,4-14 0,12 14 0,5 2 0,10-8 0,6 23 0,20-11 0,20 6 0,6 20 0</inkml:trace>
  <inkml:trace contextRef="#ctx0" brushRef="#br0" timeOffset="88402">9515 9099 24575,'-51'0'0,"10"0"0,41 0 0,0-21 0,0 16 0,0-16 0,0 21 0,0 0 0,20-20 0,37 15 0,-22 3 0,4 4 0,17 9 0,0 3 0,-17-4 0,-3 6 0,11 26 0,-7 8 0,-22-17 0,-8 3 0,-9 13 0,-9 8 0,-6-7 0,-14-3 0,-8-4 0,9-3 0,-2 1 0,1-4 0,-1-5 0,2-3 0,-14 20 0,36 2 0,-16-46 0,42 36 0,-16-5 0,36 13 0,-36 7 0,15-10 0,-20-21 0,0 27 0,0-45 0,0 24 0,0-31 0,0 0 0,0 21 0,13 12 0,7 13 0,-2 3 0,-5 10 0,-4 4 0,3-1 0,7-10 0,2-2 0,-5 4 0,-7 6 0,-4 7 0,-6-5 0,-12-16-3392,-23-20 0,-5-6 3392,15 38 0,-7-8 0,-12-44 0,-14-15 0,2-6 0,19 2 0,17 0 0,2-21 0,15-3 0,53 28 0,-1 1 0,1-1 0</inkml:trace>
  <inkml:trace contextRef="#ctx0" brushRef="#br0" timeOffset="92677">10160 8845 24575,'-32'-42'0,"0"0"0,3 13 0,7 1 0,22-23 0,0 44 0,0-24 0,51 31 0,-18 31 0,24-24 0,-30 26 0,-3 6 0,4 2-700,5 3 1,7 12-1,-6 5 700,-15-8 0,-6 3 0,0 2 0,1-2-772,5-6 0,3-1 1,-2 1-1,-4 5 772,-6-4 0,-3 3 0,-2 3 0,-2 1 0,-4 2 0,-2 1 0,-5-5 0,-4 3 0,-3 2 0,-3 1 0,0 0 0,2-2 0,1-3 0,4-3-759,3 5 0,5-5 1,0-1-1,-2 1 0,-4 5 759,-4-4 0,-4 7 0,-2 3 0,-2 1 0,-1-2 0,2-7 0,3-8 0,2-12 0,-13 22 0,3-5 0,-6-10 0,-25-39 1313,28-10-1313,-3-21 646,31 5 1,51 21 0,13 0 0</inkml:trace>
  <inkml:trace contextRef="#ctx0" brushRef="#br0" timeOffset="94183">11427 9099 24575,'-10'-39'0,"0"1"0,5 4 0,-16-17 0,21 51 0,0 0 0,-20 0 0,14 0 0,-45 31 0,44-3 0,-24 8 0,10 5 0,16-36 0,-36 16 0,36-1 0,-15-15 0,2 27 0,5 8 0,5-7 0,-18 9 0,1 3 0,20 4 0,-15-13 0,20 5 0,0-6 0,-9 6 0,-3 8 0,2-1 0,-2 4 0,-2-4-902,-10 7 0,0-2 902,10-14 0,3 2 0,0 7-12,-1 6 0,-1 8 0,1 4 1,6 1-1,8-4 12,11-7 0,10-2 0,3 0 0,0 1 0,-7 3 0,-9-1 0,-5 4 0,-3 2 0,1-2 0,3-2 0,7-7 0,11 5 0,7-2 0,2-10 0,-1-13 0,5-13 0,-2-17 0,6-43 0,7 30 0,-17-30 0,-62 41 0,-7 0 0</inkml:trace>
  <inkml:trace contextRef="#ctx0" brushRef="#br0" timeOffset="96527">11865 9467 24575,'-42'0'0,"-1"0"0,-13-20 0,36 15 0,20-16 0,-31 21 0,23 0 0,-23 0 0,31 0 0,0 0 0,52 0 0,12 0 0,-15-10 0,7 0 0,3 6 0,7 3 0,-7 0 0,-13 0 0,0 2 0,10 3 0,6 4 0,-11 6 0,-17 14 0,-7 0 0,22 0 0,-49 24 0,-30-12 0,-9-4 0,-7 3 0,14 7 0,-2 13 0,8 0 0,13-14 0,6 0 0,-1 0 0,-5 4 0,-1 1 0,5 2 0,5-1 0,2 4 0,4 0 0,2-3 0,5 6 0,5-2 0,-1-4 0,0 7 0,2 2 0,-2 2 0,2 11 0,-1-5 0,-5-19 0,-4-14 0,-10 18 0,-7 14 0,-2-26 0,2-37 0,-49 7 0,-1-3 0,44-9 0,-21-3 0,-18-1 0,-4-2 0,13-2 0,15-4 0,2-1 0,-16 4 0,-6 1 0,12-1 0,10-12 0,31 21 0,31 0 0,18-20 0,-8 7 0,0 0 0</inkml:trace>
  <inkml:trace contextRef="#ctx0" brushRef="#br0" timeOffset="96969">12164 10319 24575,'-38'0'0,"0"0"0,4 0 0,-17 0 0,10 0 0,-9 6 0,-14 2 0,4-1 0,2-4 0,3-1 0,-7 0 0,25-4 0,95-24 0</inkml:trace>
  <inkml:trace contextRef="#ctx0" brushRef="#br0" timeOffset="100299">12763 10573 24575,'-38'-46'0,"7"20"0,31 6 0,0 20 0,0 0 0,-20 20 0,15-15 0,-16 36 0,21-36 0,11 28 0,8 18 0,2-12 0,13-13 0,-15 13 0,0 12 0,-1-18 0,2-28 0,1 36 0,35-36 0,-2 15 0,-14-28 0,-3-4 0,-12 7 0,13-27 0,-4-8 0,-21 7 0,24-21 0,-2 0 0,-30 21 0,-2-14 0,-6 2 0,-23 14 0,0 4 0,-4 8 0,-19 40 0,13 9 0,16 16 0,26 10 0,8 11-804,-3-8 1,2 4-1,-1 5 804,-2-11 0,0 5 0,0 2 0,0-1 0,-1-2 0,1 1 0,1-3 0,-1 1 0,-5 4 0,-4-2 0,-1 6 0,-3 3 0,-3-2 0,-3-5 0,-5-9-283,-7-7 0,-5-8 0,-3-3 1,0 5 282,3 6 0,1 6 0,-1 0 0,-5-8 0,-7-15 0,-10-17 0,-8-13 0,-3-8 0,0-6 0,7-3-1403,2-6 0,5-8 1,1-2-1,-1 1 1403,-7 3 0,-1 2 0,2-2 0,5-5 0,8-8 0,3-7 0,5 3 0,5 15-1307,-9 12 1307,0-17 0,17-2 0,57 18 0,22 8 0,-6 6 0,6 2 0,-7-5 0,-1 1 0,0-1 0,1 0 0</inkml:trace>
  <inkml:trace contextRef="#ctx0" brushRef="#br0" timeOffset="101503">14399 9790 24575,'26'-26'0,"-6"6"0,-20-11 0,21 3 0,-16-29 0,15 32 0,-20-16 0,0 36 0,0-16 0,0 21 0,0 0 0,-20 21 0,-16 16 0,-5 2 0,13-21 0,-3 3-1131,1 10 0,-7 14 1,-4 6-1,0 0 0,3-6 1,5-12 1130,-6-11 0,1 2 0,7 9 0,-5 12 0,-1 6 0,0 3 0,5-3 0,5-9-1885,-2 18 0,5-5 1885,-7 1 0,5 4 0,10 5 0,6 6 0,16-13 0,29-24 0,2-1 0,-31 12 0,-8 9 0,16-10 0,28-18 0,19-10 0,2-3 0,-14 1 2458,-21 5 0,0-2-2458,20-6 0,13-3 0,1-5 0,-13-5-1146,10-18 1146,-20 18 0,-1-1 0,3-18 0,-77 21 0,5 0 0</inkml:trace>
  <inkml:trace contextRef="#ctx0" brushRef="#br0" timeOffset="101773">14077 10527 24575,'-57'0'0,"9"-21"0,12-4 0,15-1 0,21 6 0,29 2 0,14 5 0,8 8 0,8 2 0,-9-4 0,6-2 0,2 0 0,-4 3-754,3 3 0,-3 1 0,-2 7 1,-2 7-1,-4 6 0,-8 4 0,-18 10 1,1 0-1</inkml:trace>
  <inkml:trace contextRef="#ctx0" brushRef="#br0" timeOffset="103508">15712 9375 24575,'0'-38'0,"0"7"0,0 10 0,0-4 0,0-1 0,0-25 0,0 43 0,0-22 0,0 30 0,0 0 0,-20 30 0,15-22 0,-12 16 0,-7 3 0,-33-1 0,16 0 0,-2 4 0,0 5 0,1-1 0,13-14 0,2 1 0,3 15 0,7 0 0,12-8 0,-30 8 0,-2 5 0,25 20 0,-25-27 0,2 1 0,31 10 0,3-3 0,-20-8 0,19 5 0,4-7 0,-2-27 0,21 16 0,35-1 0,-2-15 0,-16 6 0,1-1 0,17-10 0,-22-1 0,1 2 0,2 9 0,-2 0 0,13-5 0,-17 16 0,-31-21 0,0 31 0,0-24 0,-20 19 0,-11 0 0,-33-21 0,32 4 0,0 2 0,-6 0 0,4-1 0,9-5 0,3 29 0,-2 3 0,-33-24 0,30 21 0,6 4 0,5-2 0,32-8 0,12 3 0,23-11 0,-25-15 0,-1 36 0,-4-15 0,-26 21 0,-11 3 0,-9-12 0,-2 1 0,-7 12 0,-2-2 0,5-14 0,-15-9 0,14 7 0,-5 12 0,4 3 0,12-10 0,16 8 0,22 0 0,17-3 0,3-25 0,9-8 0,1-2 0,2 2 0,2-3 0,0-3 0,12-8 0,2-5 0,-16 1 0,-16 3 0,-20-15 0</inkml:trace>
  <inkml:trace contextRef="#ctx0" brushRef="#br0" timeOffset="104281">15989 11010 24575,'-4'-35'0,"0"-1"0,11-8 0,5-9 0,3-2 0,0 5-628,0 1 1,1 4-1,1-10 628,-4 10 0,0-7 0,1-6 0,1-2 0,0-2 0,0 1 0,-1 4 0,0 4-1474,3-7 1,0 4 0,0 3 0,-1-1 0,-1-2 1473,-2-4 0,-2-2 0,0 0 0,0 1 0,2 4 455,4-9 0,3-5 0,-1 16 0,-4 32-455,-3 45 0,-3 20 0,-6 1 0,-3 7 0,2 8 0,4-4 0,3 8 0,1 5 0,1 1 0,-2-1 0,-3-6-114,-3-5 1,-2-3-1,-2-1 1,2 1 0,3 4 113,2 1 0,3 7 0,1 2 0,1-1 0,1-3 0,0-7 0,0-11 0,8 7 0,1-7 0,-6 10 0,0 3 0,3-22-931,13-36 0,-31-5 0,0-16 1</inkml:trace>
  <inkml:trace contextRef="#ctx0" brushRef="#br0" timeOffset="104485">16196 10573 24575,'-52'-21'0,"-1"1"0,12 10 0,26-31-3277,49 28 0,26 8 0,-6 2 3090,-18-1 1,0 3 0,13 3 0,6 4 0,-11 7-1,-21 12 1,1 1 0</inkml:trace>
  <inkml:trace contextRef="#ctx0" brushRef="#br0" timeOffset="104722">16979 10573 24575,'39'-26'0,"-7"63"0,-13 29-1967,-31-18 1,-18 10 0,-7 4 0,1 0 0,13-6 1469,15 8 1,9-3-1,-10 1 497,-13-4 0,-12 11 0,-2-5 0,4-16 0,13-31 0,15-52 0,8-22 0,-4-1 0,0 1 0</inkml:trace>
  <inkml:trace contextRef="#ctx0" brushRef="#br0" timeOffset="105565">18154 9536 24575,'0'-39'0,"0"-1"0,0-1 0,3 2 0,-6 6 0,-17 26 0,-36-24 0,2 31 0,11 12 0,-1 7 0,7 2 0,5 6 0,12 8 0,-1 2 0,-23-4 0,-4 3-2262,17 4 1,4 5 0,0-2 2261,-6 3 0,-3 3 0,0-4 0,-5 7 0,2 1 0,12-6-593,16 0 0,4 0 593,-13-1 0,-8 4 0,1 1 0,10-8 0,12-6 0,4 0 0,-5 22 0,-2 10 0,2-5 0,5 1 0,2-5 0,-5-4 0,8-2 0,14-11 0,9-1 0,0-14 0,11-18 0,5 5 0,11 4 0,-3-12 0,7-19 0,-5-17 0,-15-3 0,-1-9 0,-2 2 0,9-4 0,-12-1 0,-22-19 0,-20 18 0,-46 76 3098,24 6 0,10 10-3098,21 4 0,11 7 0,-3-5 0,-13-4 0,9-4 0,28 0 0,15-3 0,0-16 0,-5-29 0,3-9 0,2 10 0,1 0 0,0 0 0</inkml:trace>
  <inkml:trace contextRef="#ctx0" brushRef="#br0" timeOffset="105810">18362 10642 24575,'-13'64'0,"-10"-22"0,8 3 0,32-6 0,15 2 0,-10 4 0,-20 7 0,-9 7 0,-7-4 0,-3-16 0,-24-11 0,6 14 0,-4-12 0,1-56 0,-1 1 0</inkml:trace>
  <inkml:trace contextRef="#ctx0" brushRef="#br0" timeOffset="106256">19007 9905 24575,'-12'57'0,"0"0"0,0 1 0,1-1 0,-1 0 0,1 5 0,2-3 0,0 1 0,2 3 0,1 0 0,1 5 0,1 0 0,1-3 0,1-7 0,1 1 0,1-6 0,1-9 0,-1 7 0,0-51 0,20-51 0,-7 19 0,0 0 0</inkml:trace>
  <inkml:trace contextRef="#ctx0" brushRef="#br0" timeOffset="106856">19007 9790 24575,'0'-26'0,"0"-25"0,-3 2 0,6-2 0,11 12 0,13 4 0,17 3 0,12 3 0,-3 13 0,-5 19 0,2 9 0,12 0 0,5 3 0,-17 7 0,-22 34 0,-25-16 0,-6-3 0,-5-4 0,-16 6 0,-14 8 0,-2-10 0,-14-16 0,-2-3 0,18 7 0,0 4 0,-1-7 0,-22-7 0,4-9 0,1-6 0,7 0 0,13 0 0,53 32 0,17 7 0,-6-19 0,3-1 0,5 4 0,3 4 0,-1 0 0,8 9 0,-3-1 0,-5-9 0,-4 2 0,-2 13 0,-15 10-2126,-27-1 0,-15 8 0,-6 0 1,5-11 2125,2-10 0,-4-3 428,-4 7 1,-6 7-1,-3-4 1,4-13-429,-2-16 0,1-9 0,-5-4 0,2 1 0,1 5 0,16 4 0,44 9 0,25-9 0,0 1 0</inkml:trace>
  <inkml:trace contextRef="#ctx0" brushRef="#br0" timeOffset="109973">19675 9099 24575,'-46'0'0,"20"-21"0,26 16 0,5-16 0,16 21 0,-21 0 0,0 0 0,0-20 0,0 15 0,0-46 0,0 43 0,-21-23 0,16 31 0,-15 0 0,20 0 0,0 0 0,0 31 0,0-23 0,0 22 0,0-30 0,0 0 0,0 21 0,0-16 0,0 15 0,0-20 0,0 0 0,20 21 0,18 15 0,1 5-607,-20-14 0,0 5 607,10 12 0,5 12 0,0 4 0,-8 0-430,-12-8 1,-6 0-1,-2 3 1,0 6 429,0-8 0,1 6 0,0 2 0,-1 3 0,0-1 0,-3-1 0,-3-4 0,-2 8 0,-3-3 0,-3-1 0,-1 0 0,-2-1 0,-3 5 0,-2 1 0,-1-1 0,-2-6 0,0-9 0,-11 5 0,-4-7 0,2-4 0,-3 0 0,10-12 0,15-15 0,-31 53 0,41-71 0,0 0 276,20 0 1,6 0-1,20 0 1</inkml:trace>
  <inkml:trace contextRef="#ctx0" brushRef="#br0" timeOffset="112175">21587 8891 24575,'-20'-25'0,"15"4"0,-16 21 0,21 0 0,0 0 0,-20 0 0,14-31 0,-27 17 0,-5 0 0,4-22 0,-22 16 0,5 20 0,43 0 0,-43 0 0,46 0 0,-36 0 0,5 0 0,-12 0 0,12 0 0,-5 0 0,37 34 0,3 4 0,-20-20-1357,12 22 0,4 25 0,2 10 1,2-3-1,-1-17 1357,-1-15 0,1-1 0,-2 8 0,-1 13 0,0 4 0,1-6 0,1-16 0,3 7 0,0 5 0,0 13 0,0-9-555,0-19 1,0-1 554,1 14 0,1 7 0,-5-1 0,-5-10 0,-3 0 0,-1 4 0,3 0 0,-1 7 0,1 1 0,-1 0 0,0-4 1281,0-4 0,0-3 0,0-1 1,-1 5-1282,-3 10 0,-3 9 0,1-1 0,1-9 0,5-18 0,2-5 0,-7 18 0,-6 15 0,6-17 273,10-27-273,-2 21 0,-1 16 0,3-15 0,5-17 0,-8 17 0,-5 8-2602,-4-5 1,-2-1 2601,5-7 0,0-1 0,-7 9 0,11-8 0,41-20 0,-23-4 914,43-21-914,-13 0 0,1 0 0,20 0-1135,-7-9 1,16-4 0,-1-1 0,-14 9 1134,9 15 0,-12-9 0,8 0 0,-23 12 0,-48 30 0,1-1 0</inkml:trace>
  <inkml:trace contextRef="#ctx0" brushRef="#br0" timeOffset="114556">22647 9628 24575,'0'-46'0,"-21"-10"0,-14 28 0,6-3 0,-8 42 0,3 9 0,24-13 0,-23 11 0,-17 7 0,-1 4 0,11 0 0,-1 4 0,-1 2 0,-1 1-403,1-2 0,-3 0 0,0 2 0,0 2 0,2 5 403,7-3 0,0 4 0,1 4 0,0 0 0,1 0 0,2-3 0,2-4 0,-7 5 0,4-6 0,1 1 0,3 6 0,7 1 0,1 6 0,2 4 0,2-2 0,2-3 0,2-9-697,-3 11 0,4-3 697,-3 5 0,0 5 0,14-4 0,18-10 0,11-4 0,-1-8 0,11 2 0,-2-6 0,8 3 0,4-10 0,3-17 0,2-11 0,-1 3 0,9 12 0,1-3 0,-1-13 0,4-5 0,-7 1 0,-8 6 0,-5-1-943,2-6 1,-2-2-1,-9 1 1,-3-1 0,24-14-1</inkml:trace>
  <inkml:trace contextRef="#ctx0" brushRef="#br0" timeOffset="115169">23545 9628 24575,'-46'-46'0,"21"-10"0,-26 28 0,2 28 0,19 21 0,-1 14 0,0 9 0,5-1 0,1 11 0,-1 5 0,1 2 0,2-2 0,2-5-1696,0 1 0,2-4 0,2 0 0,0 4 1696,0-3 0,-1 5 0,0 2 0,1-1 0,3-3 0,5-6 0,6 10 0,5-7 0,-1 1-39,-2 6 0,0 1 0,3 0 39,5-9 0,2 2 0,3-2 0,1-3 0,5 0 0,2-4 0,4-6 0,10 3 0,6-10 0,5-17 0,-3-8 0,-14-1 0,3 16 0</inkml:trace>
  <inkml:trace contextRef="#ctx0" brushRef="#br0" timeOffset="115623">23591 10573 24575,'36'-3'0,"0"1"0,13-14 0,-9 35 0,-1 13 0,-9 4 0,-9 8 0,-14-1 0,-8 6 0,0 0 0,3-4 0,-1 0 0,-4 0 0,-3 2 0,-5 0 0,-7-8 0,-27 1 0,-10-11 0,-1-6 0,2-10 0,18-11 0,5-4 0,-5-3 0,62-15 0,15-11 0,8 17 0,9 0 0,-8-5 0,-1 0 0,1 1 0</inkml:trace>
  <inkml:trace contextRef="#ctx0" brushRef="#br0" timeOffset="115907">24190 10642 24575,'-50'-13'0,"0"0"0,-1 0 0,-7 34 0,12-14 0,-5 0 0,14 12 0,27 31 0,20 17 0,6-5 0,0-19 0,5-3 0,-2 0 0,-8 8 0,-2 2 0,10-7 0,21-4 0,12-7 0,-1-11 0,5-10 0,-2-17 0,-5-23 0,-3-13 0,-16 3 0,1 1 0,0-1 0</inkml:trace>
  <inkml:trace contextRef="#ctx0" brushRef="#br0" timeOffset="116288">24651 9744 24575,'-10'-40'0,"0"0"0,5-21 0,-16 15 0,42 25 0,3 59 0,8 16 0,10-33 0,0 2-391,-16 15 1,-6 12 0,-2 10 390,-4-12 0,0 8 0,0 6 0,0 3 0,-1 2 0,-3-3 0,-2-4 0,-2-8-1044,-5 4 1,-5-7 0,-1 0 0,2 9 1043,5-6 0,4 7 0,2 7 0,0 2 0,-1 1 0,-2-2 0,-5-4 0,-6-8 0,-8-9 0,-27 8 0,-15-13 0,-2-6 0,13 2 0,22 3 0,7-1 0,-9-3 0,-19-5 0,-12-4 0,1-5 0,16-10-726,13-12 726,0 0 0,6 0 0,20 0 0,0 0 0</inkml:trace>
  <inkml:trace contextRef="#ctx0" brushRef="#br0" timeOffset="117249">25711 11057 24575,'-46'0'0,"-10"0"0,27 0 0,29 0 0,8 0 0,43 0 0,-46-21 0,36 16 0,-35-36 0,19 2 0,17-10 0,2 0 0,-12 7 0,-17 10 0,1 0 0,11-9 0,11-10 0,3-4 0,-6 5 0,-13 11 0,-11-7 0,23 39 0,3 17 0,-20 22 0,-5 15 0,6 2 0,5 8 0,1 2 0,-2-6 0,-4-11 0,-1-3 0,1 3 0,0 7 0,1 6 0,1-3 0,0-14 0,26 1 0,10-55 0,-26-31 0,-1-1 0</inkml:trace>
  <inkml:trace contextRef="#ctx0" brushRef="#br0" timeOffset="118420">27301 9744 24575,'0'-59'0,"0"2"0,0 32 0,0-16 0,0 36 0,0 5 0,0 5 0,0 36 0,0 10 0,0-13-1696,1 7 0,0 16 0,0 2 0,-4-12 1696,-7-13 0,-1 1 0,8 13 0,3 16 0,1 4 0,-1-4 0,-3-16-619,-7-10 0,0-2 619,6 10 0,4 13 0,1 5 0,1-6 0,-1-13 0,-2-12 0,2-2 0,4 17 0,3 6 0,-1-9 0,-2-1 0,36-12 0,-36-36 0,19-21 0,3-14 0,-11-6 0,-3-3 0,5 2 0,-1 0 0,-6 3 0,-1 1 0</inkml:trace>
  <inkml:trace contextRef="#ctx0" brushRef="#br0" timeOffset="118774">27255 9790 24575,'0'-55'0,"0"0"0,-12-11 0,3 4 0,17 23 0,-1 3 0,-22-25 0,56 20 0,-6 44 0,7 14 0,8 7 0,5 8 0,1 10 0,-20-7 0,1 7 0,0 5 0,-1 0 0,-1-1 0,-1-5-2458,6 3 0,0-5 1,-3 1-1,-3 4 2085,4 10 1,0 5-1,-10-1 1,-19-9 372,-34 3 0,-22-12 898,8-24 0,-6-6 0,-1 2-898,-4 13 0,0 4 0,-1-6 578,-3-11 1,-1-6 0,18-4-579,21-2 0,57 0 0,12 0 0,-1 0 0</inkml:trace>
  <inkml:trace contextRef="#ctx0" brushRef="#br0" timeOffset="119281">28637 9306 24575,'-40'-10'0,"1"-1"0,2 17 0,2 4 0,-14 5 0,23 23 0,3 18 0,1 11 0,8-20 0,0 7 0,1 6 0,0 3 0,0 0 0,1 0 0,0-4 0,0-4-459,-2 4 0,0-5 0,1-1 0,1 2 1,1 8 458,2-5 0,-3 8 0,0 6 0,0 2 0,2 0 0,3-3 0,5-7 0,5-10 0,7-11 0,19-5 0,8-13 0,-1 4 0,-5 22 0,-2 5 0,6-20 0,9-44 0,-1-1 0,1 0 0</inkml:trace>
  <inkml:trace contextRef="#ctx0" brushRef="#br0" timeOffset="120517">28936 10319 24575,'24'47'0,"0"1"0,-1-1 0,1 0 0,-1 0 0,-7-9 0,20-1 0,20 9 0,-1-9 0,-18-29 0,-32-48 0,-19-34 0,-4-6 0,14 23 0,35 16 0,-49 7 0,-5 15 0,18 44 0,8 33 0,5 18 0,1 4 0,-4-12-252,-2-10 0,-1-3 0,0 2 0,-4 8 252,0-10 0,-2 9 0,-2 5 0,-1 3 0,0 1 0,0-2 0,0-5 0,1-6 0,1-9-2150,0 12 0,1-13 0,-5 9 2150,-1-6 0,-2 13 0,-3 5 0,-2-1 0,-1-8 0,-2-13 0,0-21 0,-42-28 0,28 3 0,-6-6 0,-4-14 0,-10-12 0,-4-6 0,5 1 0,11 6-343,7 1 0,1-3 343,-6-1 0,-12-9 0,-1-1 0,9 3 0,18 9 639,21 1-639,24 0 0,13 5 0,9 17 0,8 7 0,4-8 0,1 0 0,0 0 0</inkml:trace>
  <inkml:trace contextRef="#ctx0" brushRef="#br0" timeOffset="121115">29581 9375 24575,'23'56'0,"-1"1"0,0-1 0,0 0 0,0 0 0,0 1 0,0-1 0,0 0 0,0 1 0,0-1 0,-23 8 0,-11-6 0,-5-1 0,1 2 0,8 8 0,10-12 0,5 7 0,5 5 0,2 3 0,1 1 0,-2-2 0,-2-2 0,-5-5 0,-6-7 0,-8-9 0,-19 11 0,-11-10 0,-4-9 0,3-11 0,-19-11 0,23-11 0,56-5 0,15 0 0,23 0 0</inkml:trace>
  <inkml:trace contextRef="#ctx0" brushRef="#br0" timeOffset="122548">30111 8937 24575,'-56'-20'0,"28"15"0,-3-16 0,31 1 0,0 15 0,0-47 0,0 45 0,31-44 0,-23 45 0,22-14 0,-9 20 0,15 7 0,5 6 0,-13 5 0,2 0-2262,11-8 1,7-3 0,-9 4 2261,-11 16 0,-2-2 0,27-22 0,2-1 0,-17 18 0,-2 1 0,25-16 0,-35 20 0,-11 1 0,-15-18 0,-7 25 0,-6 5 0,-13-7 0,1 15 0,14-3 0,1 6 0,-6 8 0,1 7-317,11-17 0,2 4 1,1 4-1,1 1 317,-1 5 0,1 4 0,0 1 0,0-2 0,1-5 0,0 6 0,1-5 0,2 5 0,3-14 0,2 6 0,1 2 0,1-1 0,-2-4 0,-3-8 3078,-3 11 1,-1 1-3079,1-5 0,1 12 0,0 6 0,0 1 0,-1-6 0,-1-12-1801,0 13 1,-4-3 1800,-2-7 0,-1 9 0,-2-3 0,3-9 0,3-2 0,-3-12 0,-17-1 0,15 25 0,12 0 1527,15-31-1527,-16 18 0,15-51 0,-20 0 3968,0 0-3968,-20 21 0,-16-16 0,4 5 0,-5 0 0,-5-7 0,-4-4 0,1-1 0,-13 2 0,1 0 0,-9 0 0,6 0-970,4 0 1,89-8 0,26-4 0,-12 3 0,0 1 0,0-1 0</inkml:trace>
  <inkml:trace contextRef="#ctx0" brushRef="#br0" timeOffset="199617">945 12393 24575,'38'-39'0,"-7"-12"0,-31 46 0,0-16 0,0 21 0,0 0 0,-31 0 0,23 0 0,-22 0 0,9 21 0,16 15 0,-15 12 0,-1 9 0,-15-32-2683,2 20 1,-1 2 2682,-6-8 0,9 4 0,-3 12 0,10-5 0,18-16 0,1 1 0,-15 18 0,-7 8 0,5-3 0,9 5 0,3-1 0,3-18 0,1 0 0,-4-1 0,-16 18 0,3-5-629,16 6 629,-7-29 0,0 3 0,9 26 0,12 4 0,17-8 0,5-1 0,-17-13 0,-2 2 0,4-5 0,14 0 0,2-6 0,-2-8 0,-2-2 0,3 23 0,8-7 2571,-7-2 0,3-6-2571,9-25 0,8 22 0,2-30 0,-46 0 852,16 21-852,-21-16 0,-21 36 0,-5-16 0</inkml:trace>
  <inkml:trace contextRef="#ctx0" brushRef="#br0" timeOffset="200750">1221 12922 24575,'0'-38'0,"0"7"0,0 31 0,0-20 0,0 15 0,0-36 0,0 36 0,0-16 0,0 21 0,0-31 0,0 24 0,0-24 0,0 31 0,0 0 0,0 31 0,-1 4 0,2 9 0,2 2 0,1 8 0,1 3 0,4-2-557,2 0 0,4 0 1,1 1-1,-2 4 557,-5-5 0,0 5 0,-2 2 0,1 0 0,2-2 0,1-4 0,6 10 0,3-5 0,1-1 0,-3-1 0,-2-2 0,-1 1 0,-2-3 0,0-7 0,0 8 0,2-12 0,16-14 0,-11-30 0,-15-30 0,36 22 0,-36-40 0,-5-6 0,21 15 0,-9-5 0,-2-12 0,-2 8-643,0-11 643,7 10 0,6-10 0,-6-2-1459,-11 10 1,-4-2 0,-2 0 0,5 3 1458,10-5 0,3 3 0,-4-5 0,-8 6 0,-4-5 0,-1-2 0,1 4 0,3 9-988,7-5 0,0 5 988,-9-7 0,-2 2-403,1 9 0,0 10 403,0 24 329,0-24-329,0 31 0,0 31 0,0-24 4619,0 24-4619,0-10 0,0 4 0,0 21 0</inkml:trace>
  <inkml:trace contextRef="#ctx0" brushRef="#br0" timeOffset="201018">1313 13544 24575,'-38'-10'0,"-1"0"0,-22 5 0,61-46 0,0 43 0,15-17 0,11-1 0,13 11 0,4 4 0,16-15 0,-9 17 0,10 2 0,-6 3 0,-17 3 0,0 2 0,25-5 0,1 8 0,-6 26 0,-6 12 0,-9 2 0,0 1 0</inkml:trace>
  <inkml:trace contextRef="#ctx0" brushRef="#br0" timeOffset="201518">2212 13498 24575,'-51'0'0,"15"-24"0,10-3 0,21 14 0,9-23 0,12 1 0,46 29 0,-16-4 0,3 0 0,-3 6 0,0 8 0,2 12 0,-7 9 0,-17 2 0,-7 7 0,2 10 0,-2 7 0,-12 0 0,-21 5 0,-13 1 0,3-3-657,8 4 0,-3-1 657,-5-13 0,-7 3 0,-2-4 0,1-13 0,-3-20 0,0-2 0,0 23 0,-1 10 0,0-11 0,0-25 0,2-2 0,-20 27 0,35-60 0,42 1 0,15-6 0,3 13 0,11 3 0,7 5 0,8 4 0,3-2 0,-8-3 0,0 0 0,0 1 0,0-1 0</inkml:trace>
  <inkml:trace contextRef="#ctx0" brushRef="#br0" timeOffset="201783">2857 13544 24575,'-10'-48'0,"-1"-1"0,6 11 0,-20-4 0,-1 12 0,18 30 0,-43 0 0,27 29 0,2 14 0,-3-4 0,-3 5 0,-1 3-579,3-2 1,-2 3-1,1 2 1,3-1 578,5-2 0,1 1 0,3 0 0,3-4 0,-5 22 0,14-7 0,21-10 0,12-11 0,3-20 0,6-7 0,5 2 0,6 0 0,-3-9 0,0-17 0,1-4 0,-5 13 0,3 4 0,-2-4 0,2-11 0,-3-1 0,-7 6 0,0 0 0,4-3 0,-1 0 0</inkml:trace>
  <inkml:trace contextRef="#ctx0" brushRef="#br0" timeOffset="203384">4400 12968 24575,'21'-25'0,"-16"4"0,36-9 0,-36 1 0,16-6 0,-21-6 0,0 5 0,0 8 0,-41 28 0,11 11 0,-2 6 0,-3 9 0,-4 4-2262,-3-5 1,-4 0 0,6 2 2261,11 8 0,-1 4 0,-9-2 0,-10 5 0,0 1 0,7-1-1513,10 1 1,5-1 0,-1 1 1512,-10 7 0,-1 0 0,3-2-697,8-9 1,2-3-1,8-1 697,13 1 0,3 0-451,-14 9 1,1 0 450,12-9 0,6-1 1111,10 1 0,5-3-1111,10 24 0,13-42 0,5-5 0,8 11 0,-1-19 0,1-4 0,0 2 0,-7 0 0,9 0 0,-11 0 2476,-1 0-2476,3-5 0,10-3 0,-18 0 0,-26 3 793,25-6 1,-4 2-794,-29 9 0,-36 41 0,-1-16 0,0 1 0</inkml:trace>
  <inkml:trace contextRef="#ctx0" brushRef="#br0" timeOffset="203668">3801 13706 24575,'-51'0'0,"10"-21"0,41 16 0,0-46 0,41 23 0,-12 9 0,4 2 0,15 5 0,9 3 0,0 1 0,5 1 0,-5 2-1443,-8 1 1,2 3 1442,2 0 0,9 0 0,-2 1 0,-15 2 113,1 3 0,-1 5 1,8 6-1,-7-1 1,5 10-1</inkml:trace>
  <inkml:trace contextRef="#ctx0" brushRef="#br0" timeOffset="205068">5829 12323 24575,'0'-25'0,"0"-16"0,20 36 0,-17-30 0,-1-2 0,19 24 0,-21-38 0,0 51 0,0 0 0,-51 0 0,38 0 0,-22 6 0,-2 9 0,12 41 0,-2-39 0,-3-1 0,6 11 0,0-3 0,-33-3 0,11 15 0,17-12 0,2 0 0,-1 12 0,-3 5 0,31-15-3392,0 11 0,0 2 3392,0-5 0,12 17 0,7 0 0,9-18 0,4-7 0,9 2 0,-7-5 0,5 3 0,11-13 0,-8-6 0,-37-7 0,36 0 0,-36 0 0,16 0 0,-42 31 6784,16-23-6784,-29 6 0,-4 2 0,26 5 0,-35-10 0,1 3 0,36 32 0,-36-33 0,0 0 0,33 38 0,-38-43 0,51 43 0,0-46 0,13 30 0,5 2 0,-11-24 0,17 14 0,4-3 0,-3-24 0,13 9 0,1 2 0,-6-5 0,18 14 0,-30-20 0,-16 41 0,-5 0-3392,-24-7 0,-8 1 3392,6-7 0,-2 0 0,-7 4 0,-5 3 0,7-4-624,0 7 624,-6 6 0,-9 10 0,12-9 0,18-6 0,-11-5 0,-8 6 0,11-7 0,21-5 0,5 24 0,35-48 0,7-3 0,-4 19 0,6-22 0,11-8 0,-10 2 0,-7 3 0,27-7 0,-2 3 0,-30 9 0,19 0 0,-73 41 0,-5 10 0</inkml:trace>
  <inkml:trace contextRef="#ctx0" brushRef="#br0" timeOffset="206617">6290 13913 24575,'-26'0'0,"5"0"0,21 0 0,0 0 0,21-41 0,-16 31 0,19-31 0,3-10 0,-13 11 0,0-5-2126,5-7 0,4-9 0,1-3 1,-3 8 2125,-2 11 0,-1 5 0,-1-8 0,0-8 0,-1-11 0,0-2 0,-1 3 0,-2 12 220,0-1 1,0 2-221,3-3 0,3-8 0,1-3 0,-4 6 0,-4 2 0,-3 3 0,4 5 0,15-9 0,0 5 0,-8-38 0,-20 93 0,0 0 0,21 0 0,-17 32 0,-3 8 0,19-2 1071,-18 14 1,-7 13-1,8-13-1071,28-8 0,-25 6 0,-7 18 0,0 5 0,5-8-1368,12-9 1,4-3 0,-5 2 1367,-11-4 0,-4 3 0,-1 1 0,3 0 0,6 2 0,2 3 0,2-4 0,-1-9-185,1-9 1,2-2 184,3 11 0,3 5 0,-1-10 0,9-1 0,-9-2 0,-7-7 0,-12-24 0,0 23 0,0-31 524,0 0 0,0-51 1,0-13-1</inkml:trace>
  <inkml:trace contextRef="#ctx0" brushRef="#br0" timeOffset="206785">6566 13498 24575,'-52'0'0,"-1"0"0,-8 0 0,21 0 0,8 0 0,24 0 0,-22 0 0,57 0 0,17 0 0,5 0-455,6 0 0,10 0 455,-17 0 0,3 0 0,2 0 0,0 0 0,-3 0 0,0 0 0,0 0 0,5 0 0,8 0 0,1 0 0,-1 0 0,1 0 0,-1 0 0</inkml:trace>
  <inkml:trace contextRef="#ctx0" brushRef="#br0" timeOffset="206951">7626 13544 24575,'-59'0'0,"3"0"0,31 23 0,3 5 0,-3 6 0,-3 16 0,5 7 0,17-20 0,4 0 0,-1 19 0,6 1 0,16-4 0,0-1 0</inkml:trace>
  <inkml:trace contextRef="#ctx0" brushRef="#br0" timeOffset="207800">8570 12531 24575,'0'-51'0,"0"-1"0,0 14 0,0 2 0,0-20 0,0 35 0,-20 21 0,-17 33 0,-3 6 0,2-21-902,3 15 0,-9 15 0,-1 6 0,5-5 902,6-5 0,4-2 0,-1 3 0,3-3 0,0 1 0,0 3 0,2 2 0,0 10 0,1 6 0,3-3 0,3-9 0,-1-6 0,4 1 0,5 2 0,2 9 0,3 1 0,4-5 195,5-6 0,3-3 1,5-3-196,10 19 0,12-7 0,7-16 0,9-4 0,-5-13 0,15-21 0,3-5 0,-1-11 0,-27-20 0,-4-5 0,13 13 0,-2-3 0,-9-24 0,-7 3 0,-5 24 0,-40-3 2731,15 62-2731,-47-3 0,37 13 0,2 5 0,-23 8 0,46-14 0,11-3 0,12-12 0,9-15 0,12-3 0,-1-3 0,-8-4 0,0 0 0,1 0 0</inkml:trace>
  <inkml:trace contextRef="#ctx0" brushRef="#br0" timeOffset="209801">9100 12070 24575,'-25'-38'0,"4"7"0,-10 31 0,24 0 0,-24-21 0,31 16 0,0-15 0,51-1 0,-38 16 0,33-6 0,10 2 0,-13 5 0,-1 8 0,3 14 0,-1 5 0,9-5 0,-8 5 0,-20 25 0,-12-12 0,-5 0 0,-8 5 0,-16 1 0,-9 6 0,0-10 0,-4 1 0,1-4 0,0-4 0,-3-3 0,-11 6 0,-5 1 0,13-12 0,21-18 0,-24 29 0,3 4 0,29-25 0,-7 24 0,3-3 0,9-28 0,0 14 0,0 11 0,21-24 0,-16 45 0,15-27 0,-20 1 0,0 25 0,0-43 0,0 22 0,0-30 0,0 0 0,0 21 0,0-16 0,21 56 0,-16-20 0,20-17 0,1 1 0,-18 26 0,22 5 0,-9-22 0,-16 17 0,15-51 0,-20 0 0,-20 0 0,15 0 0,-16 0 0,21 20 0,0 6 0,0 20 0,0 10 0,41-7 0,-30-13 0,10 0 0,-1-1 0,-20-1 0,0 20 0,0-1 0,0-19 0,-16 12 0,-9 0 0,-16-16 0,7-8 0,-1 2 0,7 3 0,-1-2 0,-19-10 0,-1-2 0,19 5 0,1 0 0,-11-5 0,3-6 0,17-7 0,-11 0 0,54-20 0,-46 15 0,54-16 0,11-3 0,8-3 0,-12 6 0,1-1 0,-1 1 0</inkml:trace>
  <inkml:trace contextRef="#ctx0" brushRef="#br0" timeOffset="211047">9953 11863 24575,'-26'-59'0,"6"23"0,20 16 0,20 40 0,-15 16 0,36-8 0,-15 4 0,1 11 0,-3 5-1182,-7-2 1,-2 4-1,-2 3 1,1 5 1181,0-3 0,0 4 0,1 2 0,-2 3 0,-1 3 0,-3 1-267,-5-12 0,0 4 0,-2 1 1,-1 2-1,-1 0 0,-1 1 1,-2-2-1,0 0 0,-1-3 267,-3 1 0,-1-1 0,-2-1 0,-1 0 0,-1-1 0,1-2 0,1 0 0,2-1 0,1 7 0,3-1 0,1-1 0,-2-2 0,-2-2 0,-6-4 0,-12 13 0,-9-2 0,2-9 0,11-17 0,11-18 0,-31 23 0,61-49 0,6-23 0</inkml:trace>
  <inkml:trace contextRef="#ctx0" brushRef="#br0" timeOffset="212253">11381 11909 24575,'-51'-26'0,"10"29"0,-3 15 0,10 8 0,-2 12 0,0 5 0,2 3 0,1 1 0,1 5 0,1 3 0,2 0 0,3-3-517,0 2 0,2-3 0,4 3 0,3 7 517,6-7 0,3 7 0,1 5 0,2 2 0,1 0 0,1-4 0,1-5 0,1-10 0,-1 7 0,3-10 0,5 8 0,4 0 0,5 11 0,3 5 0,2 1 0,-1-3 0,-2-9 0,-4-13 332,-4-2 1,5-6-333,16 1 0,13 5 0,-1-6 0,-13-16 0,-17-17 0,35 3 0,-1 5 0,-36 7-1523,31-15 0,-41 16 1,0-21-1</inkml:trace>
  <inkml:trace contextRef="#ctx0" brushRef="#br0" timeOffset="212722">11427 12531 24575,'0'-46'0,"22"72"0,7 14 0,5-17 0,-18 9 0,2 16 0,0 11 0,1 7 0,0 0 0,0-4 0,0-11 0,3-1 0,1-6 0,-1-2 0,0 6 0,-5 5 0,-1 10 0,-1 2 0,2-5 0,1-14 0,4-23 0,27-34 0,-1-29 0,-16-1 0,-5-11 0,-4-3-1845,-7 3 1,-3-5 0,-2-1-1,3 2 1845,4 1 0,3 2 0,-2-1 0,-5-2-827,-9-4 1,-5-2 0,-2 1 0,4 6 826,4 9 0,2 3 0,-2-1 0,-6-120-38,0 164 38,0 21 0,0-16 0,0 34 0,0 14 0,0-8 0,0 0 0</inkml:trace>
  <inkml:trace contextRef="#ctx0" brushRef="#br0" timeOffset="213656">11704 12922 24575,'-39'0'0,"8"0"0,31 0 0,0 0 0,-20 0 0,15 0 0,-16 0 0,21 0 0,21 0 0,13 0 0,9 0-3392,20 0 0,4 0 3392,-4 0 0,0 0 0,-14-1 0,2-1 0,-11 5 0,1 18 0,0 4 0</inkml:trace>
  <inkml:trace contextRef="#ctx0" brushRef="#br0" timeOffset="214283">12487 13130 24575,'-32'38'0,"0"0"0,3-12 0,7 2 0,13 35 0,18 2 0,10-23 0,13-4 0,8-2 0,8-2 0,0-23 0,-12-34 0,-1-23 0,0-6 0,2 10-1062,11 14 1,1 7 0,-8-12 1061,-15-23 0,-8-15 0,-7 0 0,-4 15 0,-7-5 0,0 15 0,-2 71 0,4 21 0,6-4 0,4 4 0,-2 2-576,-6 5 0,-3 3 1,2 7 575,3-10 0,3 6 0,2 4 0,-1 1 0,-1-1 0,-3-4 0,-1-3 0,0-1 0,-3-2 0,-3 1 0,-5 1 0,-6 3 0,-7 2 0,-4 2 0,-1-2 0,0-3 0,3-6 0,5 4 0,2-2 0,-3-9 0,-12-14 0,-18-19 0,-15-16 0,-5-10 0,1-6 0,11 0 0,-1-7 0,9-5 0,1-8 573,12 3 0,-1-7 0,2-2 0,2 2 0,3 7-573,-19-9 0,22 5 0,46 2 0,23 0 0,4 7 0,-1 16 0,0 0 0,0 0 0</inkml:trace>
  <inkml:trace contextRef="#ctx0" brushRef="#br0" timeOffset="215184">14491 12277 24575,'16'-38'0,"-1"0"0,-7-16-9831,22-2 8341,-30 35 4308,0 21-2818,-30 0 1719,22 0-1719,-43 0 0,13 17 0,-1 7 0,0 5 0,-1 3-392,4-9 1,-3 1 0,1 4 391,1 5 0,-1 7 0,2 0 0,6-5 0,4 1 0,-2 2 0,-3-2 0,-10 5 0,-2 4 0,4 1 0,9-1 0,11 15 0,11 2 0,-8-3 0,-13-12 0,-8-1 0,1 0 0,10 0 0,9 11 0,10 0 0,2-7 0,4-14 0,2-3 0,7 23 0,25-16 0,6-3 0,-8-4 0,15-4 0,5-7 0,3-22 0,-5 0 0,9 0 0,-7 0 0,-17 1 0,-1-2 0,14-6 0,6-4 0,-5-1 0,-3 0 0,-8-5 0,-10-11 0,0 0 0,13 14 0,-8 2 0,-27-8 1550,15 20 1,-61 20 0,-10 6 0</inkml:trace>
  <inkml:trace contextRef="#ctx0" brushRef="#br0" timeOffset="215416">13915 13130 24575,'-38'-43'0,"-1"1"0,13 1 0,-1 5-2167,-30 11 2167,37 4 696,20 21-696,41 0 0,0 0 0,14 0 0,10 0 0,-19 0 0,0 0 0,3 0-1276,12 0 0,4 0 0,-4 0 1276,-15 0 0,-1-1 0,-1 2 0,7 4 0,0 2 0,-4 2 0,-5 4 0,0-1 0</inkml:trace>
  <inkml:trace contextRef="#ctx0" brushRef="#br0" timeOffset="216742">15712 11909 24575,'0'-56'0,"21"27"0,-37-1 0,11 30 0,-20 0 0,-11 14 0,0 2 0,3-8 0,0 17 0,-8 15 0,-1 3 0,9-8 0,-10 14 0,45-6 0,16 15 0,5 7 0,-3-2 0,-12-10 0,-26 4 0,6-2 0,33-14 0,21 5 0,8 3 0,0 0 0,-12-4 0,-22-6 0,-44 11 0,-18 5 0,26-6 0,-1 13 0,1 6 0,5 0 0,9-7 0,11-13 0,28-12 0,13-11 0,-17 8 0,-37 14 0,-22 13 0,-6 1 0,9-7 0,25-20 0,45-22 0,29-19 0,2-10 0,-27-1 0,-29-11 0,18 1 0,-1 0 0</inkml:trace>
  <inkml:trace contextRef="#ctx0" brushRef="#br0" timeOffset="217103">16450 12531 24575,'-13'33'0,"0"0"0,-8 21 0,17-3 0,4 19 0,1 7 0,1-6 0,-1-20 0,-1 3 0,4-3 0,2 16 0,0-8 0,-1-34 0,-4-52 0,-3-38 0,1-12 0,2 10 0,5 37 0,15 48 0,-21-81 0,0 0 0</inkml:trace>
  <inkml:trace contextRef="#ctx0" brushRef="#br0" timeOffset="217615">16450 12761 24575,'11'-60'0,"1"1"0,0-1 0,0 0 0,0 1 0,0-1 0,-4-6 0,-4-5 0,2 4 0,4 14 0,11 23 0,20 31 0,10 24 0,-2 0 0,12 1 0,-5 2 0,-10-1 0,-12 7 0,-24 26 0,-20-7 0,-29-35 0,4 4 0,-12 10 0,-4 4 0,2-4 0,11-11 0,-18-3 0,-5 8 0,-9 7 0,37 0 0,59-6 0,30-2 0,0 0 0,-14-2 0,0 0 0,2 0 0,6 0 0,6 0 0,-2 2 0,-12 4 0,9 24 0,-32 2-1696,-43-26 0,-22-3 0,-7 0 0,9 3 1696,11 8 0,5 2 0,-8-5 0,-19-9 0,-14-5 0,4-3 0,18-2 0,14 5 0,-11-20 0,1 0 0,15 20 0,28-14 0,31-3 0,17-6 0,12-10 0,1 0 0</inkml:trace>
  <inkml:trace contextRef="#ctx0" brushRef="#br0" timeOffset="219134">17302 12116 24575,'-21'-25'0,"16"4"0,-15 21 0,20-31 0,0 24 0,0-24 0,0 10 0,0 16 0,20-36 0,6 36 0,0-15 0,18 5 0,4 9 0,0 22 0,4-16 0,-4 5 0,-12 41 0,-16 10 0,-20-7 0,0 7 0,0 0 0,-20-27 0,-16 1 0,-12-9 0,-9 4 0,1 1 0,30 9 0,3 2 0,-13-4 0,23 4 0,6 3 0,7 16 0,0-7 0,20 7 0,16-30 0,-3-14 0,3-4 0,1-7 0,-2-2 0,14 1 0,2 0 0,-46 0 0,15 0 0,-20 0 0,21 0 0,-16 0 0,16 0 0,-42 0 0,16 0 0,-16 0 0,1 0 0,-16 31 0,3-27 0,-3-1 0,-1 12 0,2 1 0,-13 5 0,17-16 0,11 36 0,14-6 0,-14-6 0,40 22 0,8-28 0,1 0 0,-13 7 0,1 1 0,19 4 0,0-1 0,-16-6 0,-4 1 0,-2 8 0,0 3 0,3-3 0,-4 0 0,-13 24 0,-14-21 0,-2-8 0,8-24 0,-39 18 0,-8-1 0,16-20 0,-8 6 0,-3-2 0,-6-9 0,20-10 0,3 0 0,-8 5 0,0-16 0,41 21 0,0 0 0,20 0 0,6 0-78,30 0 1,-8-21 0,4-9-1,-12 9 1,0-1 0,0 1 0</inkml:trace>
  <inkml:trace contextRef="#ctx0" brushRef="#br0" timeOffset="220155">18154 11863 24575,'0'-39'0,"0"9"0,21 30 0,6 19 0,2 13 0,8 17 0,0 7-797,-6-17 1,1 1 0,-2 6 796,-5 7 0,-1 5 0,-2 5 0,-4 1-837,-5-3 1,-4 2 0,-2 2 0,-1 1-1,0-1 837,-1-9 0,0-1 0,0 2 0,-2-1 0,-1 0 0,-1-1 0,-3 11 0,0 1 0,-3-1 0,-2-2 0,-3-4 0,-6 3 0,-5-3 0,0-4 0,2-7 0,5-1 0,-5-7 0,-18-4 0,-10-3 0,8-7 0,1-2 0,-25-11 0,-2-7 0,11-7 0,11 0 0,9 0 0,29 0 0,41 0 0,6 0 0,0 0 0</inkml:trace>
  <inkml:trace contextRef="#ctx0" brushRef="#br0" timeOffset="221436">20689 12439 24575,'-11'-43'0,"1"1"0,11 3 0,-7 1 0,-37-3 0,-6 6 0,10 1 0,-12 9 0,-5 20-2126,26 36 0,4 25 0,3 5 1,2-10 2125,-4-7 0,1 2 0,5 2 0,-2 10 0,0 6 0,3-1 0,5-4 195,8-6 0,6-2 0,0-1 0,-3 3-195,-5 9 0,-3 1 0,-2 2 0,0 1-846,2-9 1,-1 3 0,0 0 0,-1-3 0,0-4 845,-5 7 0,0-4 0,-3-6 0,-9 2 0,2-7 0,6 6 0,30-16 0,3-1 0,-7 13 0,38-21 0,22-4 0,-9-9 0,0-13-339,-11 0 0,14 0 0,6 0 1,-6 0-1,-16 0 339,9 0 423,20-4 0,-21 8 1,-85 18-1,-25 7 0,21-8 1,0 1-1,-1-1 0</inkml:trace>
  <inkml:trace contextRef="#ctx0" brushRef="#br0" timeOffset="223868">21956 12807 24575,'30'-56'0,"-1"7"0,-1 21 0,0 0 0,-2-28 0,-6 7 0,-20 13 0,0 16 0,0-1 0,0 16 0,0-15 0,0 20 0,-20 0 0,-6 0 0,-18 7 0,-9 6 0,7 3 0,-2 4 0,1 0-811,-11 5 1,-2 4 810,19-4 0,-5 4 0,-2 2 0,3 2 0,5-2-2083,-3 6 1,5 1 0,-1 2 2082,-1-2 0,-2 1 0,1 3 0,2 0 0,6 3 0,2 2 0,2-1 0,2-7-431,-6-3 1,5 2 430,9 23 0,6 11 0,-1-21 0,-7-28 0,17 28 0,12 20 0,9-9 0,17-12 0,8-5 0,-7-1 0,2 2 0,1-5 0,-3-12 0,1-4 0,4-3-1143,15 0 1,6-4 0,-9-6 1142,12-5 0,-18-5 0,10-1 0,-1-2 0,-12-1 716,3-5-716,-1-3 0,9-3 0,-9 5 0,-5 8 0,-13-26 0,-5-9 0,-7-4 0,1 1 0</inkml:trace>
  <inkml:trace contextRef="#ctx0" brushRef="#br0" timeOffset="224271">23223 12692 24575,'-55'-13'0,"0"0"0,-6 24 0,4 9 0,25-6 0,3 5-3277,-1 14 0,0 7 0,0-5 2532,-7-9 0,2 2 745,9 16 0,3 10 0,3-4 1089,1-3 1,2 1-1090,2 5 0,0 6 0,4-5 0,8-5 0,1-1 0,-5 4 0,-3 5 0,7-4 0,11 1 0,4-3-1274,0 2 0,2-1 1274,-4-13 0,5-7 0,20-17 0,2-4 0,-4 14 0,4-31 0,10-14 0,-3-5 0,-7-5 0,0 0 0,0 1 0</inkml:trace>
  <inkml:trace contextRef="#ctx0" brushRef="#br0" timeOffset="224604">23223 13176 24575,'25'-5'0,"6"26"0,7 17 0,-2 0-3657,4 0 1,0 3 3656,2 5 0,1 4 0,-16-5-251,-27 11 251,-20 1 789,-22-20 0,-13-5-789,9-16 0,-5-4 0,2 1 0,2 2 0,0 0 0,3-4 0,-24-8 0,28-6-437,77-4 1,28-7-1,-14-7 1,3-6-1,5-2 1,-1 7-1,0 0 1,0 0 0,0 0-1,-1 0 1</inkml:trace>
  <inkml:trace contextRef="#ctx0" brushRef="#br0" timeOffset="224802">23822 13337 24575,'-40'-21'0,"0"-1"0,0 1 0,-12 3 0,4 16 0,5 29 0,9 15 0,16 3 0,5 7-3277,-3-4 0,-1 3 0,9-4 2532,13-2 0,11-1 549,8 12 0,10 2 0,5-23 0,2-40 0,4-21 0,5 3 1,2 12-1,-1 0 0,1 0 0,0 1 0</inkml:trace>
  <inkml:trace contextRef="#ctx0" brushRef="#br0" timeOffset="225119">23960 12922 24575,'0'-64'0,"0"0"0,0 0 0,20 7 0,11 17 0,10 28 0,3 24 0,-20 15 0,-1 16 0,0 11 0,-2 9 0,-2 2 0,-3-1 0,-1-6-674,-3 0 0,-2 0 0,-3 0 1,-3 0-1,-1 2 0,-1 1 674,-1 1 0,1 5 0,-2 1 0,-2 0 0,-4-3 0,-5-6 0,-6-8 0,-17 5 0,-8-8 0,-5-8 0,3-7 208,-15 3 0,3-21 1,12-25-1,16-11 1,54-17-1</inkml:trace>
  <inkml:trace contextRef="#ctx0" brushRef="#br0" timeOffset="225782">25250 13913 24575,'-59'0'0,"69"-28"0,24-19 0,11-9 0,-6 3 0,-11 7 0,0-3 0,-1 0 0,2 0 0,3 1 0,4-2 0,3 0 0,2 1 0,-1 4 0,-2 6 0,10-5 0,-2 8 0,-17 24 0,-29 58 0,3 0 0,3 14 0,6 2 0,8-10 0,23-4 0,12-8 0,1-8 0,-9-6 0,1-6 0,5-7 0,5-17 0,1-1 0,-1 1 0,0-1 0</inkml:trace>
  <inkml:trace contextRef="#ctx0" brushRef="#br0" timeOffset="226828">27209 12922 24575,'-43'-32'0,"1"0"0,-14 32 0,40 43 0,11 19 0,3-6 0,2 6 0,2 7-1639,0-15 1,2 7-1,0 3 1,0 0 0,0-4-1,-1-7 1142,-2 8 1,0-6-1,2 0 497,4 24 0,1 1 0,-3-44 1219,-5-98-1219,0 27 0,0-4 0,0-8 0,0-13 0,2 13 0,0-12 0,1-8 0,0-4 0,0-2 0,0 3 0,0 7 0,-1 9-718,0-13 1,-1 11 0,1-11 717,0 16 0,0-8 0,1-8 0,0-3 0,-1 0 0,1 2 0,-1 5 0,0 8 0,-1 10 0,-2-15 0,2 10 0,13-6 0,3 2 0,-7 8 0,8 16 0,26 38 0,13 24 0,-9-1 0,0 13 766,-16-13 1,7 7-1,0 3 1,-5-3-767,-5-4 0,-3-1 0,-2 5 0,-3 9 0,-2 7 0,-3 3 0,-3-2-721,-3-5 0,-2 1 0,-3-1 0,-2-2 721,-1 11 0,-3-2 0,-13-6 104,-21-5 0,-14-6 0,5-14-104,-15-21-963,5 2 0,-9 1 1,11-2 962,9-6 0,-49 0 521,92 0-521,0 0 449,92-21 1,-47 5-1,4-4 1,12 1-1,0-1 1,-1 1-1</inkml:trace>
  <inkml:trace contextRef="#ctx0" brushRef="#br0" timeOffset="227139">28360 12162 24575,'-10'-41'0,"0"0"0,8 6 0,-1 1 0,-18-22 0,1 30 0,-6 42 0,-4 19-2126,3 6 0,0 11 0,0 5 1,3-4 2125,0 2 0,2-1 0,-1 6 0,3-12 0,-4 5 0,0 4 0,1-1 0,4-5 0,6-7 596,5 12 0,3-2-596,-7-3 0,-3 7 0,0-1 0,6-10 0,7-10 0,4 0 0,-2 17 0,0 9 0,0-11 0,0 7 0,11-17 0,7 4 0,4-6 0,8-11 0,4-4 0,6 9 0,4-12 0,-3-29 0,4-13 0,-3-4 0,-5-6 0,0 0 0,-1 0 0</inkml:trace>
  <inkml:trace contextRef="#ctx0" brushRef="#br0" timeOffset="227597">28407 13222 24575,'-26'-51'0,"5"10"0,10 69 0,2 15 0,4-4 0,3 12 0,2 14 0,2-12 0,3-10 0,13-4 0,9 6 0,0-16 0,6-24 0,7-21 0,8-12 0,-8 0 0,-2-15-1701,-14 0 0,4-18 1,1-6-1,-4 4 1,-8 15 1700,-9 14 0,-3 2 573,11-37 0,5-10 0,-7 42-573,-12 64 0,-4 28 0,2-4 0,10-12 0,1 7-454,-8-6 0,-1 11 1,-2 9-1,0 7 0,0 4 1,-1 2-1,0-2 0,1-3 1,0-6-1,2-8 454,2 3 0,1-7 0,1-3 0,-2 3 0,-3 7 0,-2-6 0,-2 6 0,-2 6 0,-1 2 0,0 2 0,-1-2 0,0-1 0,1-6 0,0-6 0,2-8-59,3 13 0,0-11 0,-10-3 59,-23 3 0,-12-5 0,3-8 0,15-10 0,-2-10 0,-16-14 0,-9-11 0,2-6 0,2-6 0,1-6 0,0 0 1171,-1 2 0,2-1 0,3-4-1171,7-9 0,4-4 0,4 6 0,0 13 0,11 0 0,23-13 0,14 4 0,40 10 0,-15 16 0,0 0 0</inkml:trace>
  <inkml:trace contextRef="#ctx0" brushRef="#br0" timeOffset="227994">29213 12439 24575,'0'-43'0,"0"1"0,20-14 0,6 35 0,18 37 0,9 20 0,-18-6 0,2 8 0,-1 2 0,-3-3-1833,1 1 1,-2-2-1,-1 6 1833,-4-2 0,1 6 0,-1 3 0,-4 1 0,-5-2 0,-5 0 0,-6 0 0,-4 0 0,0 5-112,-1 5 0,-2 4 0,-2 3 0,-4-1 0,-4-1 112,-4 0 0,-4 0 0,-3-1 0,-6-3 0,-5-4 0,-8-6 0,-7-3 0,-4-4 0,0-3 0,4-3 0,4 1 0,1 1 0,1-10 0,3-18 0,-8-27 0,3-19 0,20-3 0,44 0 0,0 1 0,1 0 0</inkml:trace>
  <inkml:trace contextRef="#ctx0" brushRef="#br0" timeOffset="228827">29950 12116 24575,'0'-49'0,"0"1"0,21 9 0,-19-7 0,1 0 0,17 11 0,-20 6 0,31 29 0,-3 8-1357,11 9 0,18 9 0,8 5 1,-3-2-1,-14-9 1357,-8-8 0,0-1 0,4 4 0,11 5 0,3 2 0,-3-2 0,-11-5 0,-3-2 0,-5-5 0,22-3 0,-10-5 0,-19 0 0,-80-5 0,13 5-1135,1 23 1,-10 17 0,0 6 0,9-7 1134,3-4 0,6 7 0,6 4 0,0 15 0,-1 8 0,1 1 0,3-5 0,5-13 1652,-3 5 1,8 1-1653,6-8 0,2 12 0,2 7 0,1 3 0,0-1 0,1-7 0,0-11 0,-1-1 0,0-9 0,4 7 0,4 4 0,3 10 0,3 5 0,-1-2 0,-1-7 0,-4-13 0,-4-2 0,0-5 0,11 16 0,3 5 0,-13-14 0,-26-19 0,-25 16 0,-8-1 0,24-25 0,-6-3 0,-12 1 0,-11 1 0,-3-4 0,7-8 0,-9-18 0,3-4 0,12 14 0,-1 2 0,6-3 0,-4-12 0,22 1 0,52 13 0,18 4 0,-1-2 0,1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40:19.2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1175 8523 24575,'-31'-57'0,"24"29"0,-24-3 0,31 31 0,0 0 0,-21 0 0,16 0 0,-15 0 0,20 0 0,0 0 0,0 31 0,0-23 0,8 21 0,4 14 0,0 5 0,0 6 0,0-3-874,3-4 0,-2 3 874,-4 2 0,-2 8 0,0 4 0,1 1-1241,0-4 0,1 3 0,0 1 0,0-3 0,-3-4 1241,-2 3 0,-3-5 0,4 6 0,3-7 0,3 9 0,2 3 0,-1-3 0,-1-10 0,-4-15 0,-2-1 0,20 7 0,1 2 0,-18 10 0,22-24 0,-30 18 1169,0-51-1169,0-31 6784,0 3-6784,0-28 0,0 30 0,0 6 0,0-1 0,0 16 0,0-29 0,0-3 0,0 24 0,10-21 0,1-4 0,-6 2 0,4-6 0,2-5 0,-1 0 0,1-4 0,-1 5 0,1-4 0,4 1-454,6-4 0,3 0 1,0-3 453,-6 4 0,0-3 0,0-1 0,-1 2 0,1 4 0,1 2 0,-1-1 0,-3 1 0,-1-14 0,-3-1 0,-1 7 0,3 0 0,-5 9 0,-8 1 0,0 26 0,20 20 0,-14 0 0,14-31 0,-20 23 0,20-23 1361,-14 31-1361,14 0 0,-40 52 0,7-20 0,0 0 0</inkml:trace>
  <inkml:trace contextRef="#ctx0" brushRef="#br0" timeOffset="382">1221 9145 24575,'-13'32'0,"0"0"0,-7 19 0,20-51 0,0 0 0,41-21 0,-2 18 0,4 1 0,-5-8 0,3 0 0,7 6 0,4 4 0,-3 4 0,-3 4 0,-3 4 0,1-1 0,-3 4 0,-16 8 0,1 0 0</inkml:trace>
  <inkml:trace contextRef="#ctx0" brushRef="#br0" timeOffset="1684">2073 9467 24575,'34'-5'0,"-27"20"0,30-2 0,3 2 0,-19 37 0,-18-16 0,-6 4 0,-14 14 0,-7 3 0,6-14 0,-3 1 0,-2-1 0,-5 5 0,-3-1 0,-4-9 0,-23-8 0,3-6 0,26 7 0,4-11 0,-26-51 0,71 3 0,5 10 0,7 0 0,17-4 0,7 3 0,-9 11 0,0-1 0,0 1 0</inkml:trace>
  <inkml:trace contextRef="#ctx0" brushRef="#br0" timeOffset="2017">2603 9467 24575,'0'-41'0,"0"0"0,0 5 0,0 3 0,0-3 0,0 16 0,-30 20 0,1 0 0,-23 28 0,-3 15 0,25 0 0,1 4-327,-6-6 1,-4 3 0,6 2 326,13-3 0,6 2 0,-1 0 0,-4-2 0,-1 0 0,3-4 0,0-4 0,8-1 0,12 17 0,15-10 0,43-36 0,-26 6 0,4-1 0,25-8 0,0-4 0,-29 3 0,-1-2 0,27-9 0,-1-1 0,1 6 0,-16-9 0,-13 8 0,-35 26 0,-4 6 0</inkml:trace>
  <inkml:trace contextRef="#ctx0" brushRef="#br0" timeOffset="3183">3963 8615 24575,'-23'-36'0,"0"0"0,-3-10 0,-25 26 0,43-11 0,-43 23 0,25-23 0,1 31 0,4 0 0,-10 0 0,24 0 0,-44 31 0,25-23 0,12 32 0,2 12 0,-9-9 0,1 1-429,18 9 0,-1 4 429,-12-7 0,-5 3 0,4-5 0,11-4 0,2 2 0,-5 7 0,-4 7 0,2 1 0,2-1 0,2 2 0,-1 3-1300,2-14 0,0 3 0,0 2 0,0-2 0,0-3 1300,-3 11 0,0-4 0,-2 1 0,-1-10 0,-3 1 0,1-2 0,0-6-2084,-1 3 1,0-8 2083,-22 17 0,22-14 0,7-8 0,7-27 392,52-5-392,-19-5 0,23-16 0,-15 21 0,-36 0 4630,46 0-4630,-22-20 0,6 15 0,27-16 0,-52 21 1300,27 9 1,-2 3-1,-28-7 1,24 15 0</inkml:trace>
  <inkml:trace contextRef="#ctx0" brushRef="#br0" timeOffset="9733">4331 9099 24575,'0'-49'0,"0"0"0,0 11 0,0-34 0,0 72 0,0 0 0,0 21 0,0 16 0,0 2 0,0 0 0,1 7 0,0 12 0,-3 2-940,-4 0 1,-2 2 0,2 3 939,3-4 0,3 4 0,0 0 0,-2-1 0,-3-3 0,-1-1 0,0-1 0,2-3-1802,3 4 0,2-3 1,-1-10 1801,0 1 0,0-17 0,0-31 0,0-31 0,0-17 0,0-14 0,0 16 0,0 11 0,0-1 0,0-28 0</inkml:trace>
  <inkml:trace contextRef="#ctx0" brushRef="#br0" timeOffset="10099">4446 9052 24575,'-8'-53'0,"-1"-1"0,1 0 0,-5-3 0,5 4 0,15 10 0,7 9 0,11 14 0,32 20 0,-24 7 0,3 6 0,1 8 0,3 5 0,-4 4-2835,-8 4 1,-2 4 0,-1 0 2834,3-1 0,-1-1 0,-5 1 859,-6 12 1,-12 0-860,-18 0 0,-13-1 0,-2-11 0,-6-1 0,-3 1-1513,-6 4 1,-2 0 0,0-3 1512,9-8 0,1-3 0,-1-5-1517,-18-1 0,8-11 1517,18-10 3034,-6 0-3034,14 0 0,42 0 0,-16 0 0,46 0 0,21 0 0,-8 0 0,0 0 0</inkml:trace>
  <inkml:trace contextRef="#ctx0" brushRef="#br0" timeOffset="10567">5345 8845 24575,'-42'-15'0,"-1"-1"0,-13 9 0,36-24 0,-1 31 0,16 0 0,-15 31 0,-7-8 0,2 2 0,13 16 0,-16-5 0,-10 5 0,11-5 0,17 2 0,-11 7 0,-8 10 0,8-6-468,16-15 0,2 1 468,-12 11 0,-6 7 0,6-1 0,11-5 0,4 1 0,-1-2 0,-11 11 0,3 1 0,11-1 0,5 4 0,5-10 0,4-20 0,3-3 0,3 12 0,5-4 0,14-10 0,5-11 0,-9-9 0,0-7 0,5-5 0,-2-8 0,-7-12 0,1 1 0</inkml:trace>
  <inkml:trace contextRef="#ctx0" brushRef="#br0" timeOffset="10917">5299 9375 24575,'-39'-38'0,"60"38"-4916,-7 35 1,5 9 4170,25-20 0,-1 1 2154,-27 19 0,-4 4-1409,16-9 0,-4-2 0,-19 22 0,-2-10 0,-6 0 0,-12-18 0,-6-6 0,-28 3 0,5-10 0,1-5 0,10-13 859,-6 3 1,6-6-860,28-28 0,-15 3 0,20-8 0,20-5 0,13 21 0,14 3 0,1-2 0,10-9 0,0-1 0,0 1 0</inkml:trace>
  <inkml:trace contextRef="#ctx0" brushRef="#br0" timeOffset="11133">5760 9375 24575,'-41'-19'0,"0"0"0,-6 13 0,4 12 0,2 22 0,-8 12 0,6 7 0,30 6 0,-9-12 0,-7 5 0,9-5-653,14 18 653,-2-10 0,-2 6 0,8-10 161,22-7-161,-6 10 0,8-4 0,35-26 0,7-10-229,-28 7 0,2-5 0,9-10 0,6-7 0,-5-6 1,-5-13-1,-1 1 0</inkml:trace>
  <inkml:trace contextRef="#ctx0" brushRef="#br0" timeOffset="11483">5921 8891 24575,'0'-45'0,"0"1"0,-3 0 0,6 16 0,28 48 0,-24 16 0,26-14 0,6 5 0,-16 9 0,-4 9 0,0 2-1252,7 5 1,-1 3 0,-1 4 1251,-7-3 0,-2 4 0,-2 1 0,-2-2 0,-2-8 0,0 0 0,-5-1 0,-6 0 0,-9 1 0,-7 1 0,-4-3 0,2-4 208,-7 12 0,-5-4-208,-8-6 0,-6 0 0,-1-8 0,-8-10 0,5-4 390,17 4 0,2-7-390,-20-22 0,81-31 0,9-7 0</inkml:trace>
  <inkml:trace contextRef="#ctx0" brushRef="#br0" timeOffset="12699">6451 8569 24575,'-51'-26'0,"10"6"0,82 20 0,0 0 0,-9-10 0,5-1 0,29 12 0,-4-7 0,-41-19 0,1-1 0,28 14 0,12 7 0,-10-6-1967,-21-17 1,-3-1 1966,13 15 0,0 3 906,0-10-906,-41 21 0,-21 0 0,-25 41 0,15 0 0,-5-8 0,1 3 0,20 2 0,2 1 0,-16 2 0,1 0-232,16-5 0,-1 2 232,-10 3 0,-5 4 0,7-3 942,13 2 0,3 2-942,-6-2 0,-4 5 0,0 3 0,5 0-546,6-3 1,2 1 0,4 0 0,2 3 545,3 2 0,4 4 0,2 2 0,-1-3 0,-4-4 0,-3 8 0,-3-5 0,4 3 0,6-4 0,3 3 0,0-2 0,-6-9 0,-6-7 0,-6-3 0,-3 7 0,-4 3 0,-4-8 0,-10-10 0,-1-6 0,6 5 0,-3-7 455,-39-22-455,7-7 0,0-6-2517,21-5 0,-1 0 2517,-7 8 0,-5 2 0,5-2 13,-15-21-13,28 31 0,-3 0 0,62 0 0,-3 0 0,15-4 0,15-4 0,0 0 0,0-1 0,0 1 0,0-1 0</inkml:trace>
  <inkml:trace contextRef="#ctx0" brushRef="#br0" timeOffset="20666">7557 9674 24575,'0'-51'0,"0"10"0,0 21 0,0 15 0,0-16 0,0 21 0,0 0 0,30 0 0,-22 0 0,23 41 0,-41-4 0,-11 8 0,6 2 0,-1 5 0,-2 0-440,0 3 1,-2 1-1,-3-1 440,-9 2 0,-4-2 0,7-5 0,12-5 0,0-6 0,-34 12 0,51-51 0,0 0 0,51-71 0,-19 26 0,0 0 0</inkml:trace>
  <inkml:trace contextRef="#ctx0" brushRef="#br0" timeOffset="22451">8524 8684 24575,'-20'-38'0,"15"-14"0,-16 27 0,21-1 0,0-15 0,-31 36 0,24-15 0,-24 20 0,31 0 0,0 0 0,0 61 0,14-6 0,3 8 0,-9-18 0,-1 4 0,-1 3 0,1 1-1357,0 0 0,-1 4 0,1 1 1,0-3-1,2-4 1357,5 8 0,1-4 0,-3 0 0,-11 5 0,-3 2 0,8-5 0,14-6 0,7-2 0,-2-8-181,-8-12 0,-1 1 181,2 25 0,1 10 0,0-21 0,2-31 0,-21 38 6605,0-51-6605,0-51 0,9 20 0,2-2 0,-9-18 0,1-3-1853,23-4 0,-1 3 1853,-20 18 0,-2 0 0,5-3 0,3-4 0,1 0 0,1 1 0,2 0 0,-2-2 0,-3-8 0,-2-4 0,4 1 0,6 10 0,3-1 0,0 1 0,-4 3 0,-2-13 0,-2 2 0,5 11 0,2-1 0,-6 3 0,-11 2 0,-1 4 0,18-26-971,-20 20 971,0 41 0,0 0 0,0 20 0,0-15 0,0 57 0,0-11 0</inkml:trace>
  <inkml:trace contextRef="#ctx0" brushRef="#br0" timeOffset="22800">8570 9260 24575,'-25'-26'0,"-1"1"0,-15 12 0,41-38 0,0 30 0,21 16 0,-16-15 0,56-1 0,-20 16-4252,2-6 1,4 1 4251,-11 8 0,-1 4-1409,11 8 0,-2 1 1409,17-6 0,-9 0 0,-6 11 0,-27 16 0,-5 7 0,12 6 0,-1 0 0</inkml:trace>
  <inkml:trace contextRef="#ctx0" brushRef="#br0" timeOffset="24150">9261 9260 24575,'-12'-32'0,"-1"0"0,-8-19 0,21 51 0,0-21 0,0 16 0,0-15 0,0 20 0,0 0 0,41 20 0,-20 7 0,-1 2 0,29 5 0,-20-1 0,-7 5 0,-18 0 0,-3 1 0,10 5 0,-1 2 0,-8 5 0,-4 3-1598,-5 4 0,-7-9 1598,-22-16 0,4 6 0,-5-6 0,2-28 0,-1-5 0,1 11 0,1-1 0,-23-10 0,52 0 0,-10 0 0,56-21 0,8 4 0,9-2 0,-8 0 0,-1-1 0,1 0 0</inkml:trace>
  <inkml:trace contextRef="#ctx0" brushRef="#br0" timeOffset="24450">9907 9260 24575,'0'-64'0,"3"26"0,-6 4 0,-28 9 0,3-22 0,-14 37 0,-3 15 0,18 18 0,0 11 0,-14 4 0,-6 7 0,7 2-353,16-1 0,7 3 1,-1 2 352,-5-2 0,-3 3 0,5-1 0,14-6 0,26 5 0,13-5 0,-6-9 0,3 0 0,6-11 0,14-15 0,8-13 0,-2-4 0,-2 0 0,-1-3 0,-6-9 0,2-21 0,-9-9 0,-8-5 0,0 0 0</inkml:trace>
  <inkml:trace contextRef="#ctx0" brushRef="#br0" timeOffset="25432">10805 8477 24575,'-38'-39'0,"7"8"0,10-9 0,16 29 0,-15-30 0,-31 41 0,38 0 0,-24 0 0,2 0 0,30 0 0,-15 0 0,-32 21 0,40-16 0,-13 15 0,-2 1 0,7-16 0,15 46 0,-36-2 0,36 12 0,-7-23 0,3 1 0,18 9 0,3 4 0,-10-7 0,-1 4 0,1-2-592,8 9 0,0 3 592,-7 1 0,-3 6 0,-3-3 0,-3-13 0,-2-2 0,2 0 0,4-2 0,2-1 0,-3 2 0,-10 15 0,-3 2 0,4-11 0,7 6 0,-10-10 0,-6 6 0,5-10 0,9-7 0,-24 34 0,31-72 0,0 0 0,31 0 0,-3 0 0,8 8 0,5 4 0,1-1 0,-2 4 0,-12 11 0,-3 4 0,1 0 0,0-1 0</inkml:trace>
  <inkml:trace contextRef="#ctx0" brushRef="#br0" timeOffset="27649">11427 8776 24575,'0'-51'0,"-9"11"0,-2 8 0,6 25 0,-36-24 0,35 62 0,-45-24 0,27 25 0,0 8 0,-11-8 0,-2-3 0,0-4 0,5 4 0,14 32 0,0 1 0,-18-33 0,0 1 0,22 16 0,8 11 0,-7-7 0,-26-4 0,1-2 0,22 14 0,7 4 0,-3-4 0,3-3 0,8-16 0,2 1 0,-2 23 0,2 2 0,7-10 0,5-5 0,-3-14 0,5-3 0,21 9 0,5-12 0,13-30 0,7 1 0,6-2 0,-11-7 0,-2-5-226,1-2 0,0-5 226,-11-2 0,1-2 0,-6 0 0,-11 6 0,-2-5 0,4-12 0,1-7 0,-5 7 0,2-4 0,-17-2 0,-2-15 0,-2-2 0,-3 14 0,-4-7 0,-6 7 0,-2-11 0,-2 0 0,3 14 0,-1 3 0,-10-2 0,-8-8 0,-1 8 0,-4 11 0,0 4 0,-5-16 0,-2 5 0,-2 19 0,3 9 0,11 8 0,6 5 0,24 34 0,12 14 0,-3-8 0,0-1 0</inkml:trace>
  <inkml:trace contextRef="#ctx0" brushRef="#br0" timeOffset="27866">11381 9467 24575,'43'42'0,"0"-1"0,0 1 0,0-1 0,7 2 0,0-2 0,-10 1 0,-8 12 0,-7-1 0,-2-10 0,0-1 0</inkml:trace>
  <inkml:trace contextRef="#ctx0" brushRef="#br0" timeOffset="28533">12533 8684 24575,'0'-40'0,"0"1"0,0-2 0,0 0 0,0 20 0,0 16 0,-21-15 0,16 20 0,-15 0 0,-1 0 0,-5 23 0,-4 15 0,-4 3 0,-2 6 0,1 3-1696,11-6 0,1 4 0,2-1 0,0-1 1696,-7 2 0,0-1 0,7 3 0,10 14 0,7 2 0,-2-11-313,-14-2 313,21-1 0,6 10 0,0-4 0,-7-1 0,5-4 0,20 8 0,7-4 0,-9-19 0,2-7 0,32 0 0,-19-29 0,0-4 0,16 2 0,2 0 0,-35 0 0</inkml:trace>
  <inkml:trace contextRef="#ctx0" brushRef="#br0" timeOffset="28867">12487 9306 24575,'0'-55'0,"0"0"0,6 10 0,8 13 0,22 32 0,-2 32 0,1 13-4252,2-2 1,-2 3 4251,2 6 0,-5 1 0,-10-9 0,-8-1-1409,-12-7 0,-4-3 1409,-3 8-1146,-18-6 0,-5-8 1146,-1-22 0,-12 20 0,-5 1 0,-7-18 0,-4 23 0,37-31 0,40 0 0,16 0 0,-1-17 0,7-10 0,2-1 0,4-2 0,1 0 0,-1 0 0</inkml:trace>
  <inkml:trace contextRef="#ctx0" brushRef="#br0" timeOffset="29084">13132 9260 24575,'-31'-57'0,"3"9"0,-13 22 0,-5 16 0,8 30 0,2 11 0,-8-1 0,6 9-2835,17 15 1,7 10 0,3-5 2834,-2-11 0,5-1 0,12 2 0,5 5 0,-1-9 1719,-3 9-1719,37-13 0,8-5-2098,-11-11 2098,7-8 0,5-13 0,-18-25 0,-1-14 0,0-1 0,5-3 0,-1 1 0,1-1 0</inkml:trace>
  <inkml:trace contextRef="#ctx0" brushRef="#br0" timeOffset="29416">13178 8845 24575,'-13'-60'0,"0"0"0,2 19 0,2 3 0,4-1 0,10 6 0,28 16 0,6 3 0,-1-32 0,10 32 0,1 8 0,-3 6-3392,2 6 0,2 8 3392,-15 6 0,-1 6 0,19 11 0,-6 8-469,-25 4 0,-9 7 469,-3-7 0,-2 4 0,-5 1-1409,-6 7 0,-5 3 1,-2-2 1408,1-5 0,-1 0 0,-6 0 0,-4-3 0,-5 2 0,-2 0 0,-1-4-707,2-8 1,0-2-1,-2-1 1,-2-2 706,-4 0 0,-2-3 0,0 0 0,3-1 942,1 9 0,2-1 0,-2-9-942,-14-13 0,5-7 125,13 7 1,48-42-1,12 9 1,0-1-1</inkml:trace>
  <inkml:trace contextRef="#ctx0" brushRef="#br0" timeOffset="31233">13869 8361 24575,'-31'-56'0,"24"28"0,-24-3 0,31 31 0,0 0 0,0-20 0,0 15 0,0-16 0,0 21 0,0 0 0,0-20 0,0-16 0,31 8 0,-24-3 0,45 11 0,-27 14 0,32-14 0,-9 20-519,9 0 519,-1 0 0,-28 0 0,3 0 0,-11 20 0,-15 37 0,-5-4 0,-1-10 0,-3 1-3306,-5-8 0,-2-2 3306,-4 1 0,-1 1-18,4-2 1,-4 1 17,-10 2 0,-7 2 0,5-7 0,-5 6-1393,7-3 0,-1 7 0,8-6 1393,14 5 0,-6-9 0,1 5 0,9 17 0,2-1 0,-1 6 0,6-12 0,2 8 0,-1-8 0,-2 12 0,8-13 0,7 8 0,-2-6 2049,-5-13 1,2-1-2050,12 9 0,6 5 0,-6 2 0,-13-1 0,-6 3 0,4-5 0,15 7 0,-3 0 0,-20-4 0,-6 2 0,0-6 0,2 16 17,-12-17 0,-7-1-17,-2-6 0,-7-4 0,-4-7 0,-7-3 0,-2-6 0,-9-7 0,-2-7 0,3-4 0,1-4 0,1-7 0,2-2 0,-2-3 0,16-4 6572,23-15-6572,-22-6 0,60 36 0,-1-16 0,20 18 0,9 6 0,-3-3 0,0 0 0</inkml:trace>
  <inkml:trace contextRef="#ctx0" brushRef="#br0" timeOffset="32400">15827 8891 24575,'-58'0'0,"22"-20"0,15 15 0,1-16 0,15 21 0,-16 0 0,1 0 0,15 21 0,-16-16 0,21 36 0,0-36 0,7 29 0,7 3 0,11-24 0,1 38 0,9-43 0,1-16 0,-2-43 0,-4 35 0,-4-1 0,-26-39 0,-5 15 0,-28 36 0,-6 5 0,6-21 0,-23 21 0,15 0 0,36 0 0,-16 21 0,21-16 0,21 15 0,4 1 0,19-17 0,9-3 0,3 9 0,-1 0 0</inkml:trace>
  <inkml:trace contextRef="#ctx0" brushRef="#br0" timeOffset="32800">15758 9536 24575,'-51'0'0,"10"0"0,41 0 0,72 0 0,-34 0 0,2 0 0,-3 0 0,-16 0 0,-21-31 0,-21 3 0,-4 8 0,-6 5 0,-6 9 0,0 12 0,3 17 0,6 10 0,4 3 0,7 2 0,17 23 0,40-17 0,12-16-3392,-21-36 0,2-7 3392,12 17 0,6 5 0,-14-13 0,-21-29 0,-14-7 0,-6 6 0,1 0 0</inkml:trace>
  <inkml:trace contextRef="#ctx0" brushRef="#br0" timeOffset="35766">17348 8246 24575,'-46'0'0,"20"31"0,6-23 0,26 24 0,8 7 0,-9 2 0,6-9 0,-1 5 0,-10 23 0,0 8 0,9-16 0,4 5 0,2 2 0,-1 1-797,-3-6 0,-1 1 0,0 2 0,0 0 0,3 2 797,0-3 0,2 3 0,1 1 0,0 0 0,0-4 0,0-4 0,2 1 0,1-4 0,-2-2 0,-2-2 0,-2 11 0,-2-3 0,1-13 0,8-15 916,-20-4-916,21-62 0,-16 30 0,16-41 0,-1-8 0,-15 21-205,8-3 1,7-10 0,-2-2 204,-2 2 0,-1-2 0,3-1-1091,2 3 1,3-2-1,2-1 1,-1 1 1090,2-2 0,1 1 0,0-1 0,-2 0 0,-2 0 0,-2 0 0,-1 0 0,1 1 238,-2 5 1,0 2 0,0-1 0,0-1-239,1-2 0,0 0 0,0-1 0,-3 0 0,-2 3 0,-3-1 0,1 1 0,1 4 0,5-1 0,2 4 0,-5 3 0,-3-3 0,-5 9 0,-8 14 0,0 20 489,0 0-489,-21 20 0,4 6 0,-2 4 0,-4 6 0,-2 3 0,-3 12 0,-1 0 0</inkml:trace>
  <inkml:trace contextRef="#ctx0" brushRef="#br0" timeOffset="36116">17509 9145 24575,'-38'0'0,"0"0"0,-16 0 0,-3 0 0,37 0 0,20 0 0,92-21 0,-47 18 0,5 1-192,-4-3 0,6-1 1,2 0-1,-4 3 192,1 1 0,-3 3 0,-1 0 0,18-1 0,-5 0 0,-21 0 0,-1 0 0</inkml:trace>
  <inkml:trace contextRef="#ctx0" brushRef="#br0" timeOffset="37333">18408 9145 24575,'-26'-26'0,"-15"6"0,36 20 0,-15 0 0,20 0 0,0 0 0,20-21 0,36 16 0,-2 5 0,3 5 0,-18 11 0,-7 9 0,-19 31 0,23-30 0,0 2 0,-29 14 0,-9 3 0,5-8 0,-6-5 0,-33 9 0,4-2 0,-5-6 0,1-28 0,0-3 0,-12 29 0,9-29 0,6-4 0,23 2 0,-27 9 0,2 3 0,27-7 0,8 15 0,48-24 0,25-12 0,-16 7 0,0 1 0,0-1 0</inkml:trace>
  <inkml:trace contextRef="#ctx0" brushRef="#br0" timeOffset="37600">19099 9145 24575,'-23'-36'0,"0"0"0,-4 10 0,-2 6 0,-5 5 0,-2 9 0,-10 21 0,0 11 0,8 1 0,2 8 0,7 3 0,2 5 0,6 1 0,3 10 0,11 2 0,7-10 0,5 1 0,10-7 0,31 2 0,11-9-248,-3 0 0,7-10 1,-16-20-1,6-8 1,1-4-1,-3-1 1,6-7-1,1 0 1,-1 0-1</inkml:trace>
  <inkml:trace contextRef="#ctx0" brushRef="#br0" timeOffset="38984">20689 8246 24575,'-26'-25'0,"6"-16"0,20 5 0,-31 8 0,23-3 0,-43 11 0,25 14 0,-20-14 0,-10 20 0,7 20 0,4-4 0,3 4 0,9 29 0,-5-22 0,4 2 0,29 27-3392,-5-6 0,0 0 3392,9-16 0,2 1 0,-1 10 0,0 6 0,0 2-1135,0-4 1,0 4 0,0-1 0,0-4 1134,0-3 0,0-4 0,0 6-607,0 7 0,0 9 0,0 2 1,0-5-1,0-10 607,0-3 0,0-2-508,0 3 1,0 7 0,0 0 0,0-8 507,1-6 0,-2-3 412,-9 29 0,-1-6-412,6-28 2391,-15 19-2391,20-52 3622,0 0-3622,20 0 5415,-15 0-5415,28-10 0,6-1 0,-6 6 0,4-6 0,3 2 0,16 9 0,-7 0 0,7 0 0,-10 0 0</inkml:trace>
  <inkml:trace contextRef="#ctx0" brushRef="#br0" timeOffset="39949">21265 8615 24575,'-26'25'0,"0"1"0,-6 12 0,-2 8 0,8 6 0,17-3 0,8 6 0,2 2 0,-5-3-1170,-12 8 0,-5-1 0,7 2 1170,13-5 0,5 4 0,4-2 0,2-7 0,6 13 0,4-6 548,3-3 1,2-4-549,-7-7 0,0-20 57,5-51 1,-5-22-1,-18 5 1,-8-6-1,1-3 1,5-5 0,1-1-1,0 1 1,0 0-1</inkml:trace>
  <inkml:trace contextRef="#ctx0" brushRef="#br0" timeOffset="40282">21172 8523 24575,'0'-53'0,"0"1"0,8 3 0,5 6 0,13-6 0,18 42 0,9 14 0,2 11 0,0 13 0,-16 1 0,-2 8 0,-3 0 0,-4-5 0,-3 0 0,-7 5 0,-10 18 0,-11 6 0,-8-9 0,-9-16 0,-10-4 0,-11 6 0,-8 2 0,0-14 0,-6-23 0,-2-7 0,7 7 0,-1 3 0,3-4 0,-3-4 0,8-2 0,0 1 0,21 31 0,57-38 0,23-9 0,-15 13 0,0 1 0,1-1 0</inkml:trace>
  <inkml:trace contextRef="#ctx0" brushRef="#br0" timeOffset="41867">22232 8477 24575,'0'-43'0,"0"1"0,-31-14 0,24 35 0,-24 21 0,31 0 0,0 0 0,-20 0 0,14 0 0,-14 21 0,0 4 0,-6 32 0,9-18 0,-2 4 0,-1-5-313,-5-12 0,1 2 313,2 24 0,3 14 0,4 0-2193,4-3 1,3 0 0,1-2 2192,-1-10 0,1-2 0,2 4 0,3 0 0,1 6 0,2 2 0,0-6 0,0-11-168,-2-10 1,2-2 167,2 27 0,3 9 0,5-16 0,15-13 0,10 11 0,4-8 408,-6-37-408,3 10 0,-3-9 0,-8-58 0,-3 20 0,0 0 0</inkml:trace>
  <inkml:trace contextRef="#ctx0" brushRef="#br0" timeOffset="42235">22324 9052 24575,'-23'-32'0,"0"0"0,39-19 0,4 51 0,14 15 0,1 1 0,1-8 0,-14 25 0,-3 5 0,7-7 0,-13 5 0,-1 5 0,2-6 0,-7-1 0,-26 2 0,-3 0 0,19-1 0,-4-1 0,-40-4 0,1-4 0,34 0 0,-31 2 0,-7-5 0,9-16 0,-7 24 0,17-31 0,62 0 0,17 0 0,-8-12 0,6-7 0,2-1 0,4-1 0,0-1 0,0 1 0</inkml:trace>
  <inkml:trace contextRef="#ctx0" brushRef="#br0" timeOffset="42467">22854 9099 24575,'-43'-2'0,"-1"0"0,1 0 0,-5 16 0,2 6 0,7 3 0,9 4 0,6 5 0,-7 21 0,11 1 0,20-5 0,-5-4 0,10-3 0,27-24 0,7-3 0,-5 23 0,1-4 0,16-24 0,3-15 0,-10-11 0,-1-10 0,-2-4 0,-4-8 0,0-1 0,-1 1 0</inkml:trace>
  <inkml:trace contextRef="#ctx0" brushRef="#br0" timeOffset="42800">23062 8315 24575,'0'-38'0,"0"7"0,30 31 0,-2 0 0,-1 34 0,3 4 0,26-20-876,-37 25 0,-6 18 1,4-1 875,10-11 0,5-1 0,-4 1 0,-8-3 0,-3 0 0,0 5 0,-1 1 0,0 4 0,-2 1 0,-4-2 0,-4 8 0,-5-1 0,-8 0 0,-6-12 0,-5 1 0,-5-1 0,0-2 0,-1 1 0,-3-2 0,-2-1 0,-1-6 0,-8 2 0,-3-4 0,0-10 0,-11-12 0,4-4 0,-8 19 0,30-31 209,5 0 0,21 0 0,0 0 0</inkml:trace>
  <inkml:trace contextRef="#ctx0" brushRef="#br0" timeOffset="43553">24075 9306 24575,'-28'19'0,"0"0"0,31 12 0,14-82 0,24 17 0,-3 3 0,5-9 0,-11 4 0,-14-18 0,19 12 0,13-4 0,-14 6 0,-23 2 0,20-13 0,5 10 0,-12 36 0,0-16 0,-6 62 0,-40 0 0,16 10 0,2 8 0,-9-1 0,2 2-138,11-10 0,5 2 0,4-3 138,3-3 0,5-2 0,5-14 0,15-18 0,6-16 0,13-26 0,-1 1 0</inkml:trace>
  <inkml:trace contextRef="#ctx0" brushRef="#br0" timeOffset="44501">25550 8477 24575,'0'-40'0,"0"0"0,0 3 0,0 3 0,0-15 0,0 18 0,0 31 0,0 0 0,-21 0 0,16 0 0,-22 21 0,-7 9 0,-7 4-3392,5 8 0,3 3 3392,-3 3-1817,13-10 0,5 1 1817,13 23-53,-6-20 1,1 5 52,8 0 0,3 3 0,0-4-209,-1-3 1,0 1 208,4 15 0,3 7 0,3-11 4726,15 4-4726,4-27 0,8 1 0,-5-1 2258,-15-2 1,4-4-2259,23-13 0,11-7 0,-11 3 0,-5 22 0,23-24 0,4-14 0,-13-24 0,2 10 0,-2-6-1046,-24-8 1,-4-2 1045,4 4 0,-2-3 0,-3-17 0,-7-2-2521,-13 16 1,-3-1 2520,11-15 0,-3-3 0,-18-3 0,-3 2-99,10 14 0,-1 1 99,-6-2 0,-5-2 0,-4 8 194,-9 13 0,-2 1-194,2-21 0,0 2 0,0 22 0,-2 5-1419,-10-6 1,6-1 1418,20-6 1203,-24 28 1,3 6-1204,28-3-748,-35 31 748,36-23-38,-7 22 0,4 11 1,15 8-1,6 5 0,-4-2 1,-1 0-1,1 0 1</inkml:trace>
  <inkml:trace contextRef="#ctx0" brushRef="#br0" timeOffset="44701">25665 9052 24575,'-26'26'0,"47"15"0,-11-36 0,32 18 0,8 5 0,4 0 0,-9 1 0,2-1-4252,-11-14 1,-3-3 4251,24 10 286,-32 10 1,1-9-1,-1 4 1,-5 15-1,-1 0 1</inkml:trace>
  <inkml:trace contextRef="#ctx0" brushRef="#br0" timeOffset="45066">26978 8246 24575,'-23'-45'0,"0"1"0,12 0 0,-4 16 0,-21 45 0,1 17 0,22-1 0,-15 0 0,-9 6 0,10-3 0,17 18 0,-26-2 0,0 3-394,30-18 1,4 0 393,-14 18 0,2 3 0,12-6 0,4 1 0,-2-9 0,0 3 0,0-2-467,0 9 0,0 2 467,0-5 0,0 3 0,0-6 0,-2-7 0,4-2 0,9 15 0,8-1 0,2-13 0,7-11 0,15-24 0,6-10 0,4 0 0,-1 0 0</inkml:trace>
  <inkml:trace contextRef="#ctx0" brushRef="#br0" timeOffset="45832">27209 9052 24575,'-39'-20'0,"8"-16"0,31 8 0,0-3 0,31 31 0,-3 0 0,29 31 0,-32-23 0,11 15 0,0 5 0,-3-3 0,-3 12 0,-4 3 0,-5 14-4252,-29-14 1,-5-3 4251,8-12 448,-27-11 0,-7-7-448,5-7 0,-5 14 0,2 3 0,11-10 0,-25 24 0,23-31 0,12 0 0,32 0 0,32-31 0,-5 21 0,10 2 0,0-2 0,1-9 0,-1 1 0,1-1 0</inkml:trace>
  <inkml:trace contextRef="#ctx0" brushRef="#br0" timeOffset="46067">27831 8891 24575,'-66'0'0,"1"0"0,13 3 0,-1 2 0,4 8 0,11 10 0,2 6 0,0-5 0,-19-7 0,5 5 0,24 14 0,7 10 0,8-5-9831,11 12 9086,-2-5 0,9-3 149,27-19 1,4-4 595,-5 29 980,16-33 1,10-10-981,5-5 0,-3-1 0,-23 9 0,-2-6 0,4-26 0,2-13 0,-11-4 0,-18-6 0,0-1 0</inkml:trace>
  <inkml:trace contextRef="#ctx0" brushRef="#br0" timeOffset="46501">28107 8039 24575,'0'-45'0,"0"0"0,34 26 0,4 18 0,-18 22 0,-2 12 0,7 0 0,3 4 0,-4 5-1311,-5 12 0,-6 6 0,-4 3 1311,-5-4 0,-4 3 0,0 2 0,1-3-473,3-9 1,2-2 0,0 0-1,-2 2 473,-2 10 0,-2 1 0,-1 0 0,0-5 0,3-5 0,-1-4 0,-4 0 0,-6 7 0,-5 0 0,-4-2 426,1-2 0,-3-3 1,-4-9-427,-12-9 0,-2-13 0,-18-16 0,35-58 0,27-4 0,9-8 0,-7 19 0,1-1 0,-1 1 0</inkml:trace>
  <inkml:trace contextRef="#ctx0" brushRef="#br0" timeOffset="47684">28637 7786 24575,'-59'0'0,"3"-31"0,30 23 0,6-43 0,40 25 0,-15 1 0,26 12 0,10 5 0,0 7 0,2 2 0,1-2 0,2 2-1584,3 4 0,5 1 1,-9 4 1583,14 15 0,-17-8 0,4 2 0,-6 2 0,-12 3 0,-2 0 0,13-6 0,-1 0 0,8 23 0,-20-36 0,-6 16 0,-40-21 0,-6 51 0,0-38 0,-8 28 0,-3 10 0,10-21 0,0 1-1727,-4 8 0,-1 5 0,3-1 1727,2 0 0,5 3 0,8 6 0,4 6 0,3 1 537,4 2 0,3 0 0,3 4-537,3-4 0,3 3 0,0 0 0,-2-2 0,-4 4 0,-3-2 0,5 0 0,6-8 0,4 2 0,0-2 0,-5-6-63,-6 9 0,-3-2 63,8-4 0,2 3 0,-10-4 0,-24 4 0,-6-7 0,16-18 0,-7-6 0,-38-9 0,-12-11 0,14-4 0,2-2 0,10 1 0,-2 0 0,-4 0 0,-4 0 0,15 0 5909,21 0-5909,-53 0 0,71 0 0,0 20 0,29-15 0,13-5 0,3 10 0,0 1 0</inkml:trace>
  <inkml:trace contextRef="#ctx0" brushRef="#br0" timeOffset="79750">1014 11586 24575,'-64'0'0,"23"0"0,10 0 0,26 0 0,-16 0 0,21 0 0,0 0 0,21 0 0,-16 0 0,34 0 0,14 0 0,-10 0 0,4 0 0,11 6 0,7 2 0,-6-1-217,-11-5 1,-2 1 216,2 4 0,4 1 0,-8-3 0,9-5 0,-6 0 0,-2 0 0,4 0 0,-18 0 0,-31 0 0,0 0 0,-31 0 0,23 0 0,-43 0 0,46 0 0,-15 31 0,-1-23 0,16 22 0,-15-30 433,20 41-433,0 0 0,0 8 0,0 10 0,0 5-371,0-18 0,0 3 371,0-4 0,0 7 0,0 2 0,0-3 0,0 6 0,0-2 0,0-1 0,0-2 0,0-1 0,0-3 0,0 10 0,0-3 0,0-8 0,0-5 0,0-1 0,0-2 0,0-6 0,0-25 0,0 22 0,0-30 0,-31 0 0,3 0 371,-13-14 0,-5-2-371,0 11 0,-3 2 0,4-7 0,-2-2 0,1 3 0,-10 9 0,2 0 0,2-10 0,4 0 0,-8 5 0,26-16 0,3 1 0,-1 15 0,-3-16 0,31 21 0,0 0 0,31 0 0,-3 0 0,22-12 0,8-7 0,-3 0 0,0 0 0</inkml:trace>
  <inkml:trace contextRef="#ctx0" brushRef="#br0" timeOffset="80318">1544 12393 24575,'-59'0'0,"23"0"0,15 0 0,21 0 0,0 0 0,-20-31 0,-16 23 0,-13-23 0,-7 31 0,10 0 0,9 14 0,-3 3 0,-3-3 0,2 0 0,8 3 0,2 2 0,-13 7 0,16-11 0,60-41 0,23-14 0,-8 5 0,1 0 0</inkml:trace>
  <inkml:trace contextRef="#ctx0" brushRef="#br0" timeOffset="81167">2120 12393 24575,'-29'-20'0,"1"1"0,0-12 0,-3 31 0,31 0 0,31 0 0,-23 0 0,43 0 0,-5 31 0,-15-3-3392,7 0 0,-5 1 3392,-25-4 0,23 16 0,-29-5 0,-4 5 0,5 3 0,-6 2 0,-16-1 0,-8 3 0,1-6 0,9-7 0,-4-6 0,-33 3 0,0-13 0,26-19 0,-23 0 0,46 0 0,-16 0 0,21 0 0,21 0 0,-16 0 0,42 0 0,19 0 0,-9 0 0,1 0 0</inkml:trace>
  <inkml:trace contextRef="#ctx0" brushRef="#br0" timeOffset="81484">2857 12231 24575,'-28'-32'0,"-1"0"0,-4-10 0,-3 13 0,-25 44 0,22 0 0,1 6 0,1 13 0,5 6 0,12 6 0,-1 0-4252,-27 0 1,4-2 4251,31 17 0,-9-22 0,-7 4 0,8-7 1719,16 2-1719,-6 14 0,2-1 0,9-23 0,20 28 0,14-25 0,9-6 0,0-9 0,4-3-1310,16 7 0,-1-10 1310,-19-21 0,-4-8 0,1-3 0,-3-5 0,-8-14 0,1 0 0</inkml:trace>
  <inkml:trace contextRef="#ctx0" brushRef="#br0" timeOffset="84485">4078 11471 24575,'-26'-25'0,"6"4"0,20 21 0,0 0 0,0-20 0,0 14 0,0-14 0,0 0 0,0-16 0,0 8 0,0-3 0,-31 31 0,3-21 0,-8 16 0,-2-6 0,4 2 0,22 9 0,-26-3 0,4 6 0,29 17 0,-36-15 0,5 47 0,8-45 0,-3 44 0,31-25 0,0 0 0,0 16 0,0 8-3392,1 4 0,-2 2 3392,-8 4 0,-2 5 0,3-4 0,0 4 0,-2 1-1135,-1-11 1,-1 0 0,0 1 0,1-4 1134,2-1 0,1-2 0,-1 4-607,0-2 0,-3 5 0,0 2 1,2-5-1,2-10 607,5-5 0,-2-1-23,-10 17 1,-6 7 0,6-5 22,12-10 0,1-2 0,-6 9 0,-4-4 3001,-9-3-3001,16-25 4488,-15-21-4488,40-21 6710,6-5-6710,30 1 0,-28 4 223,23 21-223,-5 0 0,-15 0 0,5 0 0,0 0 0,-8 0 0,-1 20 0,2 1 0,28-10 0,-26 14 0,2 10 0,2-3 0,6-11 0,-1 0 0,0 1 0</inkml:trace>
  <inkml:trace contextRef="#ctx0" brushRef="#br0" timeOffset="85317">4493 12070 24575,'-52'0'0,"11"0"0,41 0 0,0 72 0,0-30 0,0 5 0,0-1 0,0 8 0,0 0 0,0-5-618,0 11 1,0 0 617,0 3 0,0 5 0,0-10 150,0-21 1,0-5-151,0 10 0,0-4 0,0-8 0,0-30 0,0-30 0,0-19 0,0 6 0,0-6 0,0 4 0,0-4 0,0-3-1619,0 0 1,0-3-1,0-2 1,0 3 1618,0-5 0,0 1 0,0-4 0,0 1 0,-2-5 0,2 1 0,2 9-159,8-2 0,1 1 159,-6 8 0,-1-7 0,2 2 0,4 8 0,17 1 0,3 3 0,-15-4 0,-2-2 0,7 14 0,17 27 0,3 9 0,22-17 0,-16 57 0,-3 8 0,-2-32 0,-14 17 0,0 13 0,-9-8 0,-10-7 0,17 16 0,1 9 0,-19 4 0,-9 2 1914,-4-16 0,-3 2 1,-7-2-1915,-7-2 0,-7-1 0,-1-6 682,-12 5 1,-4-11-683,-3-18 0,3-10 0,1-5 0,-11 0 0,29 0 0,-2 0 0,60 0 0,24-8 0,13-4 0,-10 3 0,0 1 0,0-1 0</inkml:trace>
  <inkml:trace contextRef="#ctx0" brushRef="#br0" timeOffset="85668">5506 11632 24575,'-28'-55'0,"0"0"0,14 13 0,0 8 0,-17 13 0,31 21 0,-41 21 0,31 14 0,-36-2 0,0 3 0,38-1 0,3 2-294,-16 0 1,-7 3 0,5 3 293,12 9 0,5 3 0,-2 0-580,-10-6 0,-3 0 0,3 4 580,9 0 0,3 5 0,1-1 0,-3-8 0,-8-1 0,1-1 0,12 9 0,5 5 0,-1-9 0,-1 7 0,14-7 0,3 3 0,-7-1 0,8-8 0,34-21 0,4-1 0,-27 25 0,1-6 0,20-35 0,-3-11 0,-21 3 0,-6-26 0</inkml:trace>
  <inkml:trace contextRef="#ctx0" brushRef="#br0" timeOffset="86016">5460 12393 24575,'0'-43'0,"0"1"0,21-14 0,25 35 0,-16 42 0,7-21 0,-2 5 0,-20 29 0,-2 4 0,16-22 0,-1 1 0,-13 20 0,-5 3 0,11 6 0,-18-7 0,-6-2 0,-18-3 0,21 1 0,-5 1 0,-38-6 0,-6-3 0,30 0 0,-1-1 0,-29 5 0,1-5 0,23-6 0,-27 11 0,75-23 0,-5-8 0,13-17 0,10-13 0,0-3 0,3-7 0,-1 0 0,1 0 0</inkml:trace>
  <inkml:trace contextRef="#ctx0" brushRef="#br0" timeOffset="86234">6036 12323 24575,'-42'-12'0,"0"-1"0,-14-1 0,4 7 0,-2 28 0,23 12 0,6 11 0,13-5 0,6 6 0,4 1-2835,3 9 1,7 2 0,3-2 2834,4-5 0,3-2 0,5-6 0,18 2 0,3-8-93,-13-7 1,2-7 92,3-14 0,0-11 0,10-28 0,-11-1 0,1 0 0</inkml:trace>
  <inkml:trace contextRef="#ctx0" brushRef="#br0" timeOffset="86585">6243 11632 24575,'-25'-51'0,"4"10"0,62 82 0,-12 14 0,4 3 0,3-26 0,2 2-2126,-14 10 0,0 11 0,-3 0 1,-3-14 2125,10 2 0,-12 1 0,1 13 0,-4 5 0,-8-4 164,-13 3 1,-10-1 0,-2 3-165,9-13 0,-1 3 0,-1 2 0,0-3 0,-2-4 0,-5 9 0,-2-5 0,-5-2 0,-9 3 0,-5-1 0,6-14 0,-6-7 0,-4 8 0,0-1 0,4-10 0,0 3 0,41-31 0,0 0 0,21 0 0,4 0 0</inkml:trace>
  <inkml:trace contextRef="#ctx0" brushRef="#br0" timeOffset="87583">6727 11540 24575,'-42'-19'0,"0"0"0,11-9 0,5 5 0,6 18 0,20-16 0,0 1 0,0 14 0,7-28 0,6-3 0,13 24 0,8-23 0,9 0 0,9 31 0,1 5 0,-19-10 0,1 0 0,11 7 0,6 5 0,-7-1 0,14-1 0,-17 4 0,6 2 0,-5 4 0,-3 6 0,-5 4 0,-4 3 0,-6 3 0,-5 30 0,-50-33 0,-11 0 0,13 14 0,-3 3 0,-10-13 0,-8-2 0,6 7-471,6 14 0,6 8 0,4 2 471,8-11 0,2 0 0,3 2 0,2 3-556,4-1 1,0 3-1,3 2 1,4 0 0,3 1 555,7 6 0,7 1 0,3 1 0,-1 0 0,-3 0 0,-6-1 0,-2 0 0,-1-1 0,1 1 0,2-2 0,6 0 0,6 1 0,-2-2 0,-5-3 0,-11-5-57,-18 3 1,-12-5 0,-3-6 56,-11 11 0,-7-16 0,-5-33 0,-4-10-1505,6 6 0,-2 1 0,8-5 1505,-14-17 0,12 18 0,-7 4 0,7-8 430,11-19 0,3-1-430,-9 22 0,4 1 0,8-28 0,81 31 0,-22 15 0,6 1 0,16-18 0,11-10 0,1 2 0,1 8 0,0-1 0,0 1 0</inkml:trace>
  <inkml:trace contextRef="#ctx0" brushRef="#br0" timeOffset="89216">7948 12692 24575,'-10'63'0,"0"0"0,0 0 0,9-10 0,2-2 0,-9-6 0,-28 4 0,0-9 0,26-4 0,-24-12 0,-4-7 0,10-12 0,-8 47 0,-5-45 0,16 24 0</inkml:trace>
  <inkml:trace contextRef="#ctx0" brushRef="#br0" timeOffset="91249">8939 11586 24575,'-26'-28'0,"1"0"0,-16 0 0,41-3 0,0 31 0,0 0 0,0 72 0,10-14 0,0 4-1065,-7-6 1,-1 6 1064,5-6 0,3 8 0,2 2 0,0-1-803,2-6 1,0-1 0,1 1 0,-1 5 802,-5-6 0,0 3 0,-1 3 0,0 1 0,1-1 0,1-2 0,2-5 0,2 1 0,0-2 0,0 0 0,-1-2 0,-3-2 0,-2 10 0,-4-1 0,0-4 0,6-7 0,12 13 0,7-18 0,20-25 0,-8-20 0,-2-7 0,-7-6 0,-24-23-46,7 4 0,1-5 46,-8-3 0,-2-6 0,0-2 0,2-12 0,0-4 0,2 2-586,3 4 0,2 1 0,3-2 586,0 1 0,3-3 0,-1 2 0,-2 9 0,-2 2 0,1 1 0,1 2 0,3-6 0,-1 1 0,-7 7 0,-10 6 0,-1-1 0,8-8 0,5-10 0,0-2 0,-4 6 417,-7 7 0,-3 3 0,2-1-417,6-18 0,4-4 0,-5 9 1540,-7 10 1,-2 7-1541,1-12 109,0 51-109,0 0 0,21 51 0,-8-19 0,-1 0 0</inkml:trace>
  <inkml:trace contextRef="#ctx0" brushRef="#br0" timeOffset="91601">9100 12439 24575,'-52'-11'0,"-1"1"0,-8 5 0,20-15 0,20 20 0,37 0 0,-32-31 0,78 23 0,-21-8 0,0 1 0,18 15 0,-4 0 0,11 0 0,-13 0-559,-7 0 559,8 0 0,14 0 0,-11 0 0,2 0 0,-12 9 0,7 3 0,-7-2 27,12-2 1,-17 15 0,-7 5 0,-15-2-1</inkml:trace>
  <inkml:trace contextRef="#ctx0" brushRef="#br0" timeOffset="92650">10206 12439 24575,'0'-43'0,"0"1"0,-20-14 0,14 35 0,-14 21 0,20 0 0,0 0 0,20 0 0,-14 0 0,45 21 0,-44 15 0,19-2 0,0 1 0,-21 6 0,15 4 0,1 2 0,-16 7 0,-1-9 0,-8 2 0,-22-1 0,-4-3 0,15-5 0,-4-4 0,-29-8 0,4-3 0,34 7 0,-36-26 0,0-8 0,33 4 0,-38 0 0,51 0 0,0 0 0,20 0 0,16-30 0,19 7 0,10-3 0,-16-1 0,0-1 0,-1 1 0</inkml:trace>
  <inkml:trace contextRef="#ctx0" brushRef="#br0" timeOffset="92982">10851 12323 24575,'-13'-41'0,"1"1"0,2 3 0,-1 4 0,-20-2 0,3 65 0,-23-6 0,-5 6 0,24 9 0,4 8 0,-2 0-314,0-10 1,-3 0 0,0 1 0,4 1 313,-3 16 0,5 1 0,4 0 0,3-8 0,2-1 0,10-2 0,13 10 0,10-10 0,16-9 0,24-22 0,8-8 0,-29-4 0,1-4 0,11-2 0,6-3 0,1-2 0,2-2 0,0-1 0,-4-1-2059,0 0 1,-2-2 2058,0 0 0,3-3 0,-20 0 0,-27-8 0,16-20 0</inkml:trace>
  <inkml:trace contextRef="#ctx0" brushRef="#br0" timeOffset="96734">11957 11425 24575,'0'-26'0,"0"6"0,0 20 0,0 0 0,-20 0 0,14 0 0,-14 0 0,20 0 0,0 0 0,-21 0 0,16 0 0,-46-20 0,23 14 0,-28-14 0,-1 20 0,9 0 0,12 0 0,-5 0 0,36 0 0,-16 20 0,-9-14 0,22 14 0,-23 0 0,31-14 0,31 35 0,-23-36 0,22 46 0,-30-43 0,0 43 0,0-26 0,0 32 0,0-29 0,0 24 0,0-2 0,0-32-2262,-7 20 1,-6 13 0,3-7 2261,2 2 0,-2-3 0,-2 9 0,3-6-111,9-12 1,0 1 110,-5 13 0,-4 6 0,3-7 0,1 11 0,-2-11 0,-1 8 0,2-8 0,6 12 0,-10 2 0,0 6 0,9-13 0,-3-3 0,-15-7 0,-3 1 0,9-3 0,2 2 0,-1-2 0,-11 12 0,-3-3 0,-3-6 0,2 0 0,13 7 0,2-7 0,-8-19 0,40-6 0,-15-20 0,36 0 0,-5 0 6675,13 0-6675,7 0-3227,-6 0 0,-3 0 3227,-8 0-1028,11 0 1,-8 0 1027,-37 0 0,46 0 0,-43 51 0,7-19 0,1 0 0</inkml:trace>
  <inkml:trace contextRef="#ctx0" brushRef="#br0" timeOffset="98818">12487 12070 24575,'0'-59'0,"0"23"0,0-5 0,0 36 0,0-15 0,0 20 0,0 0 0,0-21 0,0 16 0,0-15 0,0 20 0,0 0 0,-21 0 0,16 0 0,-15 0 0,20 0 0,0 0 0,-31 0 0,23 0 0,-22 20 0,-11 6 0,31-1 0,-22 13 0,2-4 0,25-21 0,-26 19 0,-10 8 0,9-2 0,0 0 0,0-10 0,0 3 0,6 11 0,2 6 0,3-10 0,-5-5 0,12 1 0,2 4 0,0 2 0,4-3 0,8 1 0,0 9 0,0-2 0,0-9 0,10-1 0,0-1 0,-4 7 0,11-3 0,6-4 0,13-6 0,-3 11 0,3-1 0,0-23 0,0 1 0,-2 21 0,1-3 0,3-28 0,1-4 0,-8 15 0,-1-3 0,16-25 0,-2-9 0,-3-8 0,6-10 0,-2-1 0,-12 8 0,12-14 0,-3-2 0,-13 14 0,-12-17 0,-4-8 0,-1 5 0,-3 1-248,-6 9 0,-1-3 248,-1-4 0,-1-5 0,-1 11 0,-4 6 0,-12-5 0,-10-11 0,-1 8 0,-3 10 0,-2 3 0,6-2 0,-1-3 0,-1 6 0,-12 0 0,5 7 0,10 5 0,6 40 0,20 16 0,0-3 0,0 3 0,0 5 0,0 0 0</inkml:trace>
  <inkml:trace contextRef="#ctx0" brushRef="#br0" timeOffset="99101">12441 12531 24575,'-39'0'0,"9"0"0,60 30 0,-22-1 0,28-12 0,0 1 0,-26 23 0,42-35 0,9-6 0,-13 20 0,0-7 0,4 5 0,-13 5 0,-1 6 0,-7-2 0,7 22 0,12-2 0,-8-2 0,-37-20 0,10 14 0,-9-1 0,-36-19 0,-12-5 0,-3 12 0,1 0 0</inkml:trace>
  <inkml:trace contextRef="#ctx0" brushRef="#br0" timeOffset="99684">13662 11794 24575,'0'-41'0,"0"0"0,0-8 0,0 18 0,0 31 0,-31 0 0,23 0 0,-22 0 0,9 31 0,-6-9 0,-2 5 0,3 27 0,-2 4-442,-12-19 0,3 2 442,24 4 0,8 6 0,-2 1 0,-7 1 0,-2 0 0,5 2-2164,7 9 0,4 2 1,-1-1 2163,-6-9 0,-1-1 0,2 0 0,2 4 0,2 1 0,8-10-2171,15-13 1,-1-5 2170,-16 9 0,2-2-263,23-9 1,4-9 262,3-16 372,12 15-372,9-40 0,-1 15 0,-7-16 0,-14-9 0,-14 1 0,-21-27 0</inkml:trace>
  <inkml:trace contextRef="#ctx0" brushRef="#br0" timeOffset="100017">13754 12393 24575,'20'-39'0,"16"39"0,13 28 0,-29-2 0,-4 5 0,-3 7 0,-6 0 0,-7 16 0,0-14 0,0-3 0,0-11 0,-20-6 0,15 11 0,-47-24 0,45 24 0,-24-31 0,56-16 0,33-11 0,2-2 0,-15 7 0,0 0 0,0-1 0,0 1 0</inkml:trace>
  <inkml:trace contextRef="#ctx0" brushRef="#br0" timeOffset="100284">14445 12323 24575,'-55'-12'0,"0"-1"0,2 1 0,9 3 0,18 9 0,-25 21 0,26 16 0,1 3 0,-17-2 0,15-1 0,0 8 0,7-4 0,11 13 0,6-12 0,3 6 0,0-5 0,7 16 0,23-2 0,9-12 0,1-37 0,-7 8 0,2-2 0,20-14 0,-16-14 0,-3-2 0,-4 8 0,-8-22 0,1-16 0,-5-1 0,-9-10 0,1-1 0</inkml:trace>
  <inkml:trace contextRef="#ctx0" brushRef="#br0" timeOffset="100617">14606 11632 24575,'23'34'0,"1"-1"0,-27 0 0,25 7 0,16 9 0,-6 3-896,-13 1 1,-6 2 0,1 1 895,6 5 0,1 2 0,0-3 0,-3-10 0,0-1 0,-6 3 0,-7 0 0,-5 5 0,-2-4 0,-1-10 0,-4 11 0,-14-1 0,-8 10 0,7-8 0,18-19 0,-2-3 0,-19 8 0,-9 2 0,1-9 854,-21-3-854,8-8 0,0-5 0,-3-18 0,18 0 0,31 0 0,31 0 0,7 0 0</inkml:trace>
  <inkml:trace contextRef="#ctx0" brushRef="#br0" timeOffset="101767">14929 11471 24575,'-59'0'0,"3"0"0,30 0 0,6 0 0,20 0 0,20 0 0,37 0 0,-8 0 0,6 0 0,-3 0 0,3 0 0,0 0-2211,1 0 1,0 0 0,-2 0 2210,14 0 0,-5 0 0,-12 0 0,-5 0-4587,10 0 4587,-28 0 0,3 0 0,-31 0 0,-31 0 0,24 0 0,-44 0 0,25 31 0,-30-3 0,27 8 0,2-16 0,3 1 0,19 15 2217,-5-4 0,0 5-2217,8 18 0,4 2 3037,-2-18 0,0 2-3037,0 16 0,0 9 0,0-10-647,0-23 1,0 0 646,-1 10 0,0 9 0,1 2 0,2-3 0,2 6 0,3-2 0,2-1-541,2 1 1,1-2-1,1 3 541,-2-4 0,1 3 0,1-2 0,0-8 0,5-4 0,-1-3 0,-2 26 0,-9 0 0,-13-20 0,-7-3 0,-1 3 0,-5-4 0,-4-8 0,-1-7 0,-11-5 0,-25-20 0,21-23 0,-2-5 0,-3 12 0,0-1 0,-5-20 0,0-3 0,4 10 0,5 3 605,8-1-605,-18-2 1222,51 30-1222,0 0 0,51 0 0,-18 0 0,18 12 0,6 6 0,-15 1 0,0 1 0</inkml:trace>
  <inkml:trace contextRef="#ctx0" brushRef="#br0" timeOffset="102418">16818 12070 24575,'-25'-38'0,"-16"7"0,35 31 0,-14 0 0,40 0 0,-14 0 0,14 0 0,-20 31 0,0-24 0,0 24 0,0-31 0,0 0 0,-20 0 0,14 0 0,-14 21 0,20-16 0,0 36 0,0-6 0,-20-6 0,14 22 0,6-26 0,26 21 0</inkml:trace>
  <inkml:trace contextRef="#ctx0" brushRef="#br0" timeOffset="102801">16726 12692 24575,'-64'0'0,"13"0"0,82 0 0,-24 0 0,44 0 0,-45 0 0,14 0 0,-20 0 0,0 0 0,0 31 0,0-24 0,0 24 0,0-10 0,0 4 0,0 1 0,0 25 0,0-13 0</inkml:trace>
  <inkml:trace contextRef="#ctx0" brushRef="#br0" timeOffset="105549">18569 11471 24575,'-51'39'0,"10"-9"0,41-60 0,0 22 0,0-43 0,0 46 0,0-16 0,0 21 0,0 0 0,41 0 0,0 0 0,-7 0 0,1 0 0,21 0-377,1-1 0,4 2 377,-4 9 0,1 1-412,-15-10 0,1-1 0,0 4 412,8 11 0,2 6 0,-12-6 0,-3-7 0,7 7 0,10 6 0,-15-6 0,-23-10 0,21 3 0,-6 4 0,-33 9 707,0-16-707,0 15 1283,0-20-1283,0 0 0,-21 0 0,-5 0 0,1 0 0,4 0 0,-9 31 0,2-3 0,10 13 0,0 5 0,-4-9 0,3 1 0,14 16 0,5 4 0,-11 5 0,1 0-353,9-9 1,2 2 352,-1-12 0,0 2 0,0-3 0,0 5 0,0-2 0,0 12 0,0-3 0,0-18 0,0 0 0,0 16 0,0 2 0,0-3 0,0 1 0,2 3 0,-4-2 0,-11-10 0,-5-6-6551,-10 3 6551,-8-11-1131,-5-22 1131,16 23 0,-11-28 0,-5-6 0,-13 3-2003,-1-15 0,3-1 2003,19 8 144,-12-25 1,-3-5-145,17 22 0,1 1 0,4-9 0,-2 2 0,-12 8 0,9 7 0,25 7 4148,-14 0-4148,20 21 195,41-16 0,-3 5 1,6 0-1,21-10 0,0 0 1</inkml:trace>
  <inkml:trace contextRef="#ctx0" brushRef="#br0" timeOffset="105967">19214 12323 24575,'-42'0'0,"0"0"0,-15 0 0,37-20 0,-1 15 0,-35-16 0,2 21 0,-9-2 0,-2 4 0,6 19 0,18-20 0,6 3 0,14 16 0,21-20 0,41-20 0,10-6 0</inkml:trace>
  <inkml:trace contextRef="#ctx0" brushRef="#br0" timeOffset="107384">19675 12439 24575,'-46'0'0,"20"-21"0,6 16 0,20-15 0,-21-11 0,16 23 0,-15-23 0,40 31 0,-15 0 0,16 0 0,20 0 0,0 0 0,2-2 0,3 4 0,1 22 0,-2 4 0,-6-13 0,-3 3 0,-4 17 0,-8 7 0,-11-4 0,-6 0 0,-7 16 0,-19-8 0,-2-5 0,10-13 0,-34 11 0,-2-6 0,34-23 0,-35 27 0,-6-2 0,21-27 0,-6 8 0,1-2 0,12-14 0,6 0 0,20 0 0,0 0 0,41-30 0,-4 14 0,10 0 0,2-1 0,-1-3 0,1-1 0,0 1 0,-1-1 0</inkml:trace>
  <inkml:trace contextRef="#ctx0" brushRef="#br0" timeOffset="107684">20481 12393 24575,'0'-64'0,"-20"12"0,15 52 0,-16-20 0,-30 15 0,-13 5 0,22 33 0,0 11-3392,-11-7 0,8 5 3392,29 13 0,2 3 0,-24-11 0,4-5 0,26-1 0,-12 5 0,9 0 0,40-12 0,14-4 0,10 4 0,4-4-204,-16-10 0,0-1 0,3-7 204,3-8 0,1-6 0,-3 0 3240,3 2 0,-3 0-3240,-7 2 0,-2-4 0,20-28 0,-35-9 0</inkml:trace>
  <inkml:trace contextRef="#ctx0" brushRef="#br0" timeOffset="111051">22232 11379 24575,'0'-64'0,"0"13"0,0 51 0,0 0 0,0 31 0,0-24 0,0 44 0,0-45 0,0 14 0,0-20 0,0 0 0,-31 0 0,24 0 0,-24 0 0,31 0 0,0 0 0,-20 0 0,14 0 0,-14 0 0,20 0 0,0 0 0,-20 0 0,14 0 0,-35 0 0,6 0 0,-14 0 0,-7 0 0,30 0 0,-25 0 0,11 0 0,1 0 0,-10 0 0,1 0 0,4 0 0,18 0 0,-20 0 0,20 0 0,6 0 0,20 0 0,0 0 0,20 20 0,-14-14 0,14 35 0,-20 15 0,0-2 0,0 9 0,0 2-696,0-31 0,0 1 696,0 20 0,0 8 0,0-10 0,0 1 0,0 4 0,0 12 0,0-14 0,0-12 0,1 12 0,1 16 0,-5-11 0,-7-24 0,0 0 0,8 17 0,5 7 0,-10-4-2108,-14-15 0,-7-3 1,6 0 2107,15 16 0,1 0 0,-16-13 0,-8 0 0,10-8 0,15-3 0,-20 5 0,-1-1 0,18-7 0,-22 29 0,30-32 0,0-4 0,0-21 0,0 0 0,51 31 0,-18-24 0,21 10 0,0-3 0,-21-14 0,3 0 0,0 0 0,-11 0 465,12 9 1,3 2-466,14-5 0,2 14 0,-36-20 0,-20 0 0</inkml:trace>
  <inkml:trace contextRef="#ctx0" brushRef="#br0" timeOffset="111917">22601 11909 24575,'-59'-26'0,"23"26"0,16 46 0,17 2 0,6 7 0,-3 8 0,0 4-444,0-15 1,0 1 0,0 3 443,0-3 0,0 4 0,0-3 0,0-5 0,0 3 0,0-2 0,0 6 0,0 4 0,0-12 0,0-7 87,0 8-87,0-19 0,0-30 0,0 0 0,0-30 0,0 1 0,0-11 0,0-7 0,0-5 0,0 0 0,0 8 0,0-2-1903,0-11 1,0-5-1,0 12 1903,0 7 0,3-10 0,3-15 0,5 4-1457,6 14 1,4 3-1,-3-2 1457,-6-4 0,-3-2 0,4 0-650,4 7 1,4-1 0,-1 2 0,-7 6 649,-10 3 0,-1 2-503,24-20 1,0 5 502,-19 17 0,17 5 0,4 7 0,-3 22 1736,31 0-1736,-7 21-243,-19 5 0,-4 4 243,0 3 122,-7 21 0,3-5-122,14-37 1746,-20 45 1,-4 9-1747,6-36 0,-5-1 0,-22 14 0,-12 5 0,0-6 1471,-13 12-1471,-2-4 0,-5-8 0,-15-32 0,22 25 0,-1 2 2975,0-21 1,-2-4-2976,-9 6 0,3 0 0,2 2 0,0-20 0,41 0 0,41 21 0,20-37 0,-8 14 0,-1-1 0</inkml:trace>
  <inkml:trace contextRef="#ctx0" brushRef="#br0" timeOffset="112334">23591 11425 24575,'-25'-26'0,"-16"6"0,15 20 0,-1 16 0,-2 9 0,-6 12 0,1 8 0,9-5 0,1 4 0,1 2-2835,-2 14 1,2 3 0,2-4 2834,2 4 0,2 0 0,2-6 0,0 4 0,4-8 539,8-18 1,1-1-540,-4 14 0,-3 6 0,4-7 0,5 11 0,9 7 0,2-2 0,-6-9 0,13-15 0,5-1 0,-5-8 0,0-4 0,10 2 0,-4-1 0,3-2 0,30 0 0,-3 1 0,-16-14 0,0-4 0,8-8 0</inkml:trace>
  <inkml:trace contextRef="#ctx0" brushRef="#br0" timeOffset="112766">23661 12231 24575,'0'-59'0,"0"24"0,0 14 0,41 21 0,-31 21 0,26-5 0,-1 3 0,-27 30 0,43-13 0,-26 9 0,-4 2 0,10-9 0,-16 25 0,-9 2 0,-12-11 0,-24-13 0,-1-5 0,21-10 0,-33-12 0,-6-8 0,15-6 0,-8 14 0,-3 3 0,-3-10 0,12 24 0,36-31 0,5 0 0,46 0 0,-13-22 0,4-7 0,-2 8 0,0-1 0,0 1 0</inkml:trace>
  <inkml:trace contextRef="#ctx0" brushRef="#br0" timeOffset="113017">24190 12277 24575,'-58'0'0,"22"0"0,-5 0 0,-16 0 0,24 0-4252,-6 22 1,7 8 4251,26 3-7,-4 4 0,0 3 7,10 6 0,0 3 0,0-1 0,0-10 0,7 25 0,6-3 0,13-27 0,8 12 0,9-3 0,-3-25 0,4-5 0,10 5 0,-3-4 0,11-13 0,-31-24 0,1-14 0,-3-2 0,-8-3 0,0 1 0,1-1 0</inkml:trace>
  <inkml:trace contextRef="#ctx0" brushRef="#br0" timeOffset="113368">24559 11586 24575,'-19'-42'0,"0"0"0,-12-14 0,31 35 0,51 21 0,-18 21 0,24-16 0,-29 36 0,-5 10 0,5-3-2800,0 4 1,4 10-1,-5-4 2800,-9-12 0,-3 3 0,3 1 0,3 8 0,-1 2 0,-7-3-954,-8-1 0,-6-2 0,2 0 954,7 0 0,2 1 0,-7 2 0,-10-1 0,-6 4 0,-3-3 0,1-10-183,-1-10 1,-2-2 182,-4 18 0,-4 8 0,-3-17 0,-27-15 0,7 1 0,14-30 0,-13 0 0,3 0 0,28 0 0,-32 16 0,5 9 0,39 6-6,-5 4 1,0 7-1,8 15 1,4 6-1,-2-14 1,0-1 0,0 1-1</inkml:trace>
  <inkml:trace contextRef="#ctx0" brushRef="#br0" timeOffset="114350">25458 12531 24575,'-64'0'0,"23"0"0,10 0 0,26 0 0,-16 0 0,21 30 0,0-22 0,0 23 0,21-31 0,6-24 0,2-3 0,4 14-1229,-1-21 1,4-14-1,-11 7 1229,-15 3 0,10 3 0,10-10 0,4-2 0,-6 5-1855,-4 2 1,-2 2 0,2 1 1854,4-1 0,1 2 0,-2-1 0,5-16 0,-13 14 0,-19 34 0,0 5 0,0 5 0,8 34 0,5 14 0,-2 2 0,3 1 797,13 0 1,3 3-798,-13-5 0,-2 5 0,1-3 0,3-11 0,1-1 0,-2-3 0,-6 8 0,1-3 0,13 9 0,-1-18 0,-17-37 0,9-36 0,-3-20 0,-14-2 0,0 1 0</inkml:trace>
  <inkml:trace contextRef="#ctx0" brushRef="#br0" timeOffset="115385">27139 11863 24575,'0'-64'0,"0"27"0,0 2 0,0-1 0,0 8 0,0-23 0,0 46 0,0-16 0,-20 1 0,-36 35 0,2-30 0,14 34 0,3 3 0,11-17 0,-9 35 0,-1 12 0,9-19 0,0 3-2126,4 3 0,-1 7 0,0 1 1,3-2 2125,2-3 0,3-2 0,2 3 0,3 4 0,0 5 0,4 0 0,6-6-1409,14 13 0,4-3 1409,-16-3 0,-4 1 0,13-7-1517,39-8 0,4-4 1517,-35 11 0,3-5-110,20-24 1,12-10 0,1-3 109,-4 1 0,0-4 0,1-7 0,-4-8 0,2-6 0,0-3 0,-2 1 703,11 1 0,-1 1 0,-5-8-703,-6-18 0,-5-9 0,-8 8 0,-12 18 0,-6-1 0,-4-22 0,-5-11 0,-3 9 0,-1 16 0,-4 1 0,-1-12 0,-2-8 0,-7 2 0,-10 4 0,-5 1 0,-1 3 0,-4-7 0,-5 0 0,4 13 0,-5-3 0,0 2 0,6 11 3916,-14-3-3916,-11 5 0,1 7 0,23 22 0,-23 31 0,35-3 0,21 8 0,30-14 0,12-3 0,3-6 0,0-1 0</inkml:trace>
  <inkml:trace contextRef="#ctx0" brushRef="#br0" timeOffset="115601">27255 12439 24575,'40'34'0,"0"-1"0,1 1 0,-1 0 0,-1 11 0,-4 1 0,1-9 0,14-9 0,-3-7-1392,-16-4 1,-5 2 1391,2 22 0,-28-36 0,-39 15 0</inkml:trace>
  <inkml:trace contextRef="#ctx0" brushRef="#br0" timeOffset="116085">28637 11379 24575,'-42'-32'0,"-1"0"0,15 3 0,0 7 0,-23 22 0,23 51 0,-8-18 0,15 2 0,1 7 0,2 6 0,0 6 0,-2-7-1213,-7-13 0,0 3 1213,6 12 0,0 11 0,2 1 0,3-11 0,2-12 0,3-1 0,0 21 0,3 10 0,6-3-1865,7-14 1,4-3-1,-2-1 1865,-7-1 0,0-2 0,5 2 0,14 14 0,8 2 0,-2-15 0,9-9 0,1 15 0,6-3 0,-2-35 0,-1-2 0,-11 19 0,0-8 0,12-38 0,-1-18 0,-15-2 0,0-1 0</inkml:trace>
  <inkml:trace contextRef="#ctx0" brushRef="#br0" timeOffset="116434">28683 12231 24575,'0'-64'0,"0"13"0,0 51 0,20 51 0,16-38 0,-11 29 0,-1 8 0,5-19 0,-2 0 0,-12 5 0,-4 2 0,3 0 0,-8 1 0,-22 0 0,-9-2 0,6-9 0,-3-2 0,-12 5 0,-1-5 0,-1-6 0,-4-20 0,34 0 0,-14 0 0,20 0 0,0 0 0,92-72 0,-54 42 0,1 1 0,-1-1 0</inkml:trace>
  <inkml:trace contextRef="#ctx0" brushRef="#br0" timeOffset="116700">29259 12116 24575,'-46'-25'0,"20"4"0,-25 21 0,23 21 0,-1 4 0,2 6 0,1 23 0,-1-16 0,3 0 0,16 19 0,-8-23 0,1 1 0,15 26-4916,-2-11 1,4-3 3425,29 7 412,-8-8 1,3-5 1077,15-13 472,8 1 0,-6-6-472,-30-18-14,22 9 0,1-8 0,-10-57 0,-3 19 0,0 0 0</inkml:trace>
  <inkml:trace contextRef="#ctx0" brushRef="#br0" timeOffset="117017">29466 11471 24575,'0'-46'0,"0"20"0,0-11 0,0 3 0,0 21 0,31-38 0,-9 71 0,5 11 0,8-16 0,1 3-369,-10 17 1,-4 11 0,-1 1 368,7 6 0,-1 1 0,-5 1-748,-9-9 0,-4 0 0,0 5 748,2 11 0,2 7 0,-3-1 0,-3-11 0,-5-11 0,-4 0 0,-2 9 0,-2 10 0,0 0 0,1-9 0,5-5 0,-5-3 0,-13 11 0,-6 5 0,5-10 0,9 10 0,-31-12 0,-11-12 0,-12-30 0,32 13 0,1-5 0,-21-38 0,52-6 0</inkml:trace>
  <inkml:trace contextRef="#ctx0" brushRef="#br0" timeOffset="118301">30111 11172 24575,'-25'-59'0,"4"23"0,21 16 0,0 20 0,0 0 0,41-21 0,0 16 0,11-6 0,6 1 0,1 8 0,0 4 0,-15 4 0,1 2 0,-3-1 0,2-7 0,-4 5 0,3 30 0,-14 2 0,-24-24 0,15 24 0,1-3 0,-16-29 0,15 36 0,-40-5 0,-6 13 0,1 7 0,-16-10 0,12 0 0,1 5-3269,1 3 1,1 2 3268,7-16 0,0-1 0,0 3 0,0 5 0,0 2 0,6-5 0,9-6 0,1 1 0,-7 13 0,-3 6 0,5-7 0,6-14 0,4 1 0,6 16 0,5 8 0,-3-9 0,-3 6 0,2-13 0,2 8 0,0-6-65,0-13 0,-2-1 65,-7 25 0,2 2 0,18-13 0,-4-4 0,-24-5 0,-3-3 0,24 20 0,-55-15 0,34-36 0,-14 46 0,20-43 6476,-31 23-6476,24-31 191,-24 0-191,31 0 0,-21 0 0,-4 20 0,-12-17 0,-3-1 0,-14 19 0,16-20 0,-1-2 0,-17 1 0,28 0 0,-3 0 0,31 0 0,0 0 0,72-21 0,-27 8 0,-1 1 0</inkml:trace>
  <inkml:trace contextRef="#ctx0" brushRef="#br0" timeOffset="151468">1014 15249 24575,'-32'-19'0,"0"0"0,-19-12 0,51 31 0,0-21 0,0 16 0,0-15 0,0 20 0,20 0 0,16 0 0,-8 0 0,10 0 0,-4 0 0,-24 0 0,24 0 0,4 0 0,-10 0-3392,8 9 0,5 2 3392,20-6-663,-25 6 1,-3-1 662,3-10 0,2 0 0,-4 0 0,-22 0 0,26 0 0,-4 0 0,-29 0 0,36 0 0,-36 0 6128,16 0-6128,-21 0 1981,-21 0-1981,16 0 0,-36 0 0,36 0 0,-15 0 0,20 0 0,0 31 0,-31-24 0,23 24 0,-23-31 0,31 41 0,0-31 0,-9 33 0,-2 6 0,6-15-3392,-6 29 0,1 1 3392,10-25 0,0 5 0,0 11 0,0-11 0,0-5 0,0 23 0,0 4 0,0-13 0,0 3 0,0-4 0,0-19-2269,0 31 1,0-5 2268,0-41 0,9 31 0,3-6 0,-7-38 4537,15 36-4537,-20-36 0,0 16 0,0-21 6784,0 0-6784,-20 0 0,15 0 0,-16 0 0,1 20 0,-36-15 0,22 16 0,-14-19 0,4-4 0,34 2 0,-33 0 0,-6 0 0,15 0 0,-16-10 0,-7-1 0,14 9 0,2-1 0,-2-7 0,1 0 0,1 8 0,5 4 0,11-2 0,4 0 0,21 0 0,21 0 0,4 0 0,20-17 0,8-7 0,2-2 0,0 1 0</inkml:trace>
  <inkml:trace contextRef="#ctx0" brushRef="#br0" timeOffset="152181">1474 15871 24575,'-25'25'0,"-16"-4"0,36-42 0,-16 16 0,21-15 0,-51 20 0,38 0 0,-20-2 0,-5 4 0,-19 18 0,-3-17 0,-5-1 0,17 9 0,1-1 0,-6-9 0,9-2 0,23 1 0,54-37 0,27-18 0,-22 16 0,0 1 0,1 0 0</inkml:trace>
  <inkml:trace contextRef="#ctx0" brushRef="#br0" timeOffset="153419">1958 15986 24575,'-25'0'0,"4"0"0,21 0 0,0 0 0,21 0 0,-16 0 0,36 0 0,-5 0 0,12 20 0,9-14 0,-18 14 0,-2 1 0,-3-16 0,5 17 0,-7 7 0,-27-1 0,16 28 0,-21 1 0,-21-9 0,16 9 0,-38-34 0,-6 0 0,30 6 0,0-2 0,-34-11 0,-2-4 0,7 19 0,5-29 0,-1-4 0,-10 2 0,-3 0 0,37 0 0,20 0 0,51 0 0,-38 0 0,28-13 0,10-5 0,-1 5 0,3-2 0,-1-4 0,0 0 0,0 1 0</inkml:trace>
  <inkml:trace contextRef="#ctx0" brushRef="#br0" timeOffset="153755">2857 15871 24575,'-53'-13'0,"1"0"0,-10-7 0,1 40 0,56-15 0,-19 35 0,-3 13 0,13-19 0,-1 1-557,-11 16 0,-4 3 557,0 0 0,4-1 182,8-15 0,8-2-182,17 6 0,6-2 0,0 6 0,20-31 0,6-9 0,-4-6 0,8-10 0,4-1 0,-9 9 0,1-1 0,16-16 0,0-3 0,-18 10 0,-2-1 0,4-10 0,1 0 0</inkml:trace>
  <inkml:trace contextRef="#ctx0" brushRef="#br0" timeOffset="159067">4400 15088 24575,'0'-40'0,"0"0"0,0-1 0,0 0 0,0 41 0,0 0 0,-30 0 0,1 0 0,-27 0 0,31 0 0,-27 21 0,4 4 0,17-11 0,0-2 0,-15 9 0,26-21 0,20 0 0,-31 0 0,23 30 0,-22-2-6784,30 29 6784,0-1-2,0-23 1,0 3 1,0 5 0,0 4 0,0 2 0,0 6 0,0 2 0,0 4-1134,0 2 0,2 5 0,-2-1 0,-2-7 1134,-4-11 0,-1-4 0,-1 3 0,4 12 0,0 8 0,-1-4 0,-7-12-281,-16-17 0,-1 0 281,10 24 0,5 11 0,-1-9 0,-3-18 0,0-2 0,4 3 0,1 4 0,-1-6 0,-22 13 0,2-7 0,-1-5 0,-6-12 0,6 8 0,8-3 0,22-23 4257,-15 29-4257,20-40 0,0 0 3,20 0-3,-15 0 6367,57 0-6367,-1 0 0,-25 0 0,3 0-860,15 0 1,-1 0 859,1 0 0,-10 0 0,-1 0 0,6 0-1722,7 0 1722,-10 0-118,10 21 0,-28 15 1,-12-7-1,-1 1 0</inkml:trace>
  <inkml:trace contextRef="#ctx0" brushRef="#br0" timeOffset="159769">4861 15664 24575,'0'-57'0,"0"29"0,0-3 0,0 31 0,0 0 0,0 52-6784,0 12 6784,0-14 0,0 4 0,1 1 0,-2 3-309,-3-12 0,-2 4 0,0 1 1,2-1 308,1 9 0,3-1 0,-2 4 0,-3 1 0,-1 4 0,0 0 0,2-5 0,3-3 0,2-3 0,-1-5 0,0 5 0,0-7 0,0 2 0,0-51 0,0-30 0,0-7 0,0-6 0,0-17 0,0 0 0</inkml:trace>
  <inkml:trace contextRef="#ctx0" brushRef="#br0" timeOffset="160144">4815 15548 24575,'10'-38'0,"1"0"0,-6-16 0,6 14 0,-2 3 0,-9 11 0,45 8 0,13 16 0,-26 35 0,2 6 0,8-32 0,6-7 0,-5 11-2835,-4 30 1,-7 15 0,-6-10 2834,8-8 0,-9 0 0,2 9 0,-8-4 727,-13-6 0,-6 0-727,1 6 0,1 4 0,-5-3 0,-7-4 0,-6-1 0,-4 3 0,-6 4 0,-5-6 0,-7-8 0,-5-5 0,-1-2-1483,2-2 0,-1-2 0,2-1 1483,-12 13 0,1-14-472,0-41 0,12-8 472,30 18 1990,-16-25 1,11 2-1991,56 30 0,-3-19 0,6-3 0,-1 14 0,1 0 0,-1 0 0</inkml:trace>
  <inkml:trace contextRef="#ctx0" brushRef="#br0" timeOffset="160504">5921 15134 24575,'-38'-13'0,"-1"0"0,6-7 0,-6 34 0,6 13 0,28 14 0,-13-2 0,-9 10 0,0 3-2458,9 0 0,1 5 1,-1 0-1,-3-5 1961,-11-1 1,-3-4-1,5 8 497,12 3 0,4 9 0,2 2 0,1-4 0,-3-11 1119,-14 0 0,5-1-1119,15 5 0,7 11 0,3-2 0,-1-13 899,-2-16 0,2-1-899,11 25 0,7 9 0,7-20 0,27-28 0,-11 13 0,5 10 0,-8-15 0,0-26 0,8-2 0,-2-6 0,-19-23 0</inkml:trace>
  <inkml:trace contextRef="#ctx0" brushRef="#br0" timeOffset="160863">5990 15917 24575,'-38'-26'0,"58"26"0,-7 5 0,21 14 0,4 14 0,-14 10 0,-5 11 0,-6 0 0,-10 8 0,-4 4 0,14-2 0,2 5 0,-20-13 0,-31-26 0,-16-10 0,13-1 0,15 12 0,0-59 0,13-16 0,41 14 0,27 3 0,2-5 0,-11-9 0,0 1 0,0 0 0,0-1 0</inkml:trace>
  <inkml:trace contextRef="#ctx0" brushRef="#br0" timeOffset="161091">6451 15917 24575,'-36'-13'0,"0"0"0,18-7 0,-27 17 0,-2 6 0,21-3-3277,-10 33 0,-8 24 0,7-4 2532,14-10 0,2 1 745,-12 6 0,-4 5 0,15-4 296,29 0 1,7-10-297,-9-10 994,32 9 0,18-3-994,-15-22 0,5-6 0,0-5 0,5-6 0,0-5 0,1-4 0,8-11 0,0 1 0,0 0 0</inkml:trace>
  <inkml:trace contextRef="#ctx0" brushRef="#br0" timeOffset="161556">6612 15249 24575,'0'13'0,"22"10"0,7 7 0,-11 10 0,-2 10-1141,-2-6 1,3 7 0,0 4 0,-1 2 0,-4-3 1140,-1 5 0,-4 0 0,-2 0 0,-2 5 0,-3-8 0,-3 5 0,-1 1 0,-1 1 0,0-2 0,1-3 0,4 10 0,2-1 0,-3-4 0,-10-3 0,-12-6 0,-10-2 0,0-4 0,10-5 848,15 3 1,-2-7-849,-31-4 0,-13-4 0,26-21 0,66-56 0,-31 12 0,-1-1 0</inkml:trace>
  <inkml:trace contextRef="#ctx0" brushRef="#br0" timeOffset="162951">7027 14926 24575,'0'-56'0,"-21"28"0,-4-3 0,-1 31 0,6 0 0,-1 0 0,16 0 0,-15 0 0,40 0 0,6-20 0,20 15-3392,-7-6 0,-2 1 3392,-3 10-1094,27 0 0,1 0 1094,-24 0-666,27 10 0,-2 1 666,-30-6-1686,17 20 1,-8 1 1685,-31-18 0,11 15 0,-3 5 0,-19-3-451,-21 21 451,-4-20 0,2 2 0,-1-5 0,-1-15 620,4 23-620,-9-11 0,2 6 0,10 1 0,0 2 3454,-23 20-3454,21 1 0,4 7 0,6-14 0,1 2 0,0-2 2377,-8 3 1,3 2-2378,10 14 0,6 6 0,0-13 3133,-2-12-3133,4 0 0,3 12 0,3 1 0,0-10 0,4-13 0,0 0 0,-4 10 0,-2 8 0,0 4 0,2-4 0,4 6 0,1-2 0,-3-1 0,-9-6 0,-2-2 0,0 4 0,3 3 0,3 4 0,-2 0 0,-1-4-1255,-3-5 1,-1-4 0,-1-1 1254,1 15 0,0 0 0,2-9 0,-1 2 0,-4-8 0,-17 11 0,15 7 0,-36-20 0,5-41 0,8 0 0,-10 3 0,4-6 0,24-17-2279,-23 9 0,-6-4 2279,14-21 0,2-5 0,-7 13 0,-2 2 282,-7-2 0,1 0-282,-10-13 0,12 36 3137,-5-15-3137,36 20 0,-16 20 0,42 6 0,-16 30 0,35-52 0,12-11 0,-7 4 0,0-1 0</inkml:trace>
  <inkml:trace contextRef="#ctx0" brushRef="#br0" timeOffset="166368">8524 16355 24575,'0'44'0,"0"1"0,2 13 0,-4-3 0,-18 6 0,19-23 0,-3-2 0,-20-4 0,-4-7 0,0-5 0,-28 11 0,30-23 0,6 22 0,20-30 0,0 0 0,20-30 0,6-9 0</inkml:trace>
  <inkml:trace contextRef="#ctx0" brushRef="#br0" timeOffset="168301">9630 15180 24575,'-45'0'0,"1"0"0,-28 0 0,72 0 0,0 0 0,-21 0 0,16 0 0,-15 0 0,20-21 0,0 16 0,-21-15 0,16 20 0,-15 0 0,20 0 0,0 0 0,41 0 0,20 0 0,-15 0 0,3 0-454,-4 0 1,2 0 453,14 0 0,-2 0 0,-25 0 0,1 0 0,13 0 0,6 0 0,-7 0 0,12 0 0,-8 0 0,-5 0 0,-20 0 0,25 0 0,-44 20 0,24-15 0,-31 16 0,0-21 0,-31 0 0,24 31 907,-44-24-907,45 36 0,6 6 0,-20-3 0,18-3 0,4 4 0,-2 8 0,0-3 0,0 7 0,0-13 0,0 6 0,0-1-2497,0 5 0,0-2 2497,0 0 0,0 2 0,0 11 0,0-6 0,0-7 0,1-3 0,-2 5 0,-9-2 0,0-3 0,7-17 0,0 1-899,-8 27 1,2-11 898,9-41 0,0 26 0,0 0 0,0-29 0,-31 24 0,24-31 4413,-45-31-4413,27 3 0,-12 10 0,-3 0 0,14-4 0,-2 3 0,-33 16 0,-6 1 0,12-23 0,0-1 0,0 21 0,0 2 0,2-13 0,9 2 2378,18 14-2378,6 30 0,40-22 0,-15 23 0,36-31 0,4 0 0,8 0 0,-8 0 0,0 0 0,0 0 0</inkml:trace>
  <inkml:trace contextRef="#ctx0" brushRef="#br0" timeOffset="168674">10206 15917 24575,'-20'-46'0,"14"20"0,-34-15 0,4 36 0,8-15 0,-24 20 0,27 20 0,-21 6 0,8-3 0,-1 0 0,-15 2 0,9 3 0,3-4 0,14-17 0,69-7 0,4-19 0,-1 0 0</inkml:trace>
  <inkml:trace contextRef="#ctx0" brushRef="#br0" timeOffset="169435">10805 16032 24575,'-59'-20'0,"3"14"0,0-14 0,27 20 0,29 0 0,29 0 0,27 0 0,2 19 0,2 3 0,-23-18 0,0 2 0,4 12 0,3 7 0,-9 4 0,-11 9 0,-12 3 0,-9 4 0,-6 0 0,6-3 0,-11-2 0,-37-3 0,-21-5 0,13-9 0,17-10 0,-7-3 0,-16 3 0,3 0 0,20 2 0,23 5 0,-38-15 0,81 4 0,11 3 0,-23 8 0,25-14 0,19-7 0,-3 1 0,-1 11 0,-1-1 0</inkml:trace>
  <inkml:trace contextRef="#ctx0" brushRef="#br0" timeOffset="169723">11427 16078 24575,'-10'-48'0,"0"-1"0,5 11 0,-13-5 0,-5 14 0,-13 49 0,8 16 0,-10 11 0,4 6 0,28-19 0,2 1 0,-18 14 0,-7 6 0,8-10 0,13-7 0,-6 7 0,-2 10 0,16-12 0,34-22 0,3-3 0,-29 21 0,2-2 0,48-20 0,7-13 0,-11-4 0,-9 1 0,2-2 0,-11-6 0,-3-7 0,-3-10 0,-4-8 0,-3-10 0,0 0 0</inkml:trace>
  <inkml:trace contextRef="#ctx0" brushRef="#br0" timeOffset="172528">12971 14926 24575,'-32'-10'0,"0"0"0,-9 9 0,10-3 0,26-17 0,-16-9 0,1 22 0,-16-23 0,-13 31 0,6 0 0,-1 0 0,-9 0-4916,13 0 1,3 0 3425,11 0-665,-25 0 2155,43 31 2155,-43-3-2155,37 10 0,3 1 0,-15-8 0,13 12 0,6 6 0,7 15 0,9-16 0,2 9-759,-8-10 1,-3 7-1,0 0 1,2-5 758,9 14 0,-1 2 0,-8-12 0,-2 10 0,-1 2 0,0-5 0,1-11 1169,0-6 0,0-2-1169,-4 7 0,-2 10 0,0-3 0,1-11 0,0 4 0,-7 5 0,-5 10 0,5-7 0,10-19 0,-1 0 0,-9 6 0,-6 8 0,-3 0 0,0-6 0,-10 4 0,-2-4 0,6-2 0,-2 1 0,1-5 0,-2-8 0,3-6-249,7-5 249,20-20 0,20-20 0,37-6 0,-16 15 0,2-3 0,-2-12 0,3 1 1356,2 13 0,6 4 0,-2-1-1356,-4-5 0,0 0 0,-2 7 0,15 16 0,-3 12 0,-10 11 0,0 0 0</inkml:trace>
  <inkml:trace contextRef="#ctx0" brushRef="#br0" timeOffset="173670">13385 15664 24575,'0'-64'0,"-2"25"0,4 6 0,19 7 0,-16 1 0,29-13 0,4 4 0,-26 21 0,26-21 0,-4-3 0,-29 11 0,46 0 0,-43 6 0,23 20 0,-62 0 0,3 0 0,-8 0 0,-10 6 0,0 8 0,8 32 0,2-23 0,-10 1 0,-2 2 0,9 4 0,10 11 0,7 4 0,-2-1 0,-9-5 0,-3-2 0,6 8 0,13 2 0,4 9 0,4 2 0,2-2 0,1-10-353,2 3 1,3 0 352,0 3 0,1 10 0,0-2 0,1-14 0,4 2 0,35-24 0,22-5 0,0-5 0,-10-9 0,0-5 0,3 0-191,-3 2 1,3 2-1,0-5 1,-2-9 190,3-18 0,1-12 0,-6-3 0,-10 5 0,-9 5 0,-5-6 0,-2-9 0,3-12 0,-5-1 0,-7 10-2142,-12 13 1,-3 2 2141,13-22 0,-8-4 161,-22 18 1,-11 0-1,-1 4-161,-8-9 0,-8 3 0,2 13 0,-9 0 0,-1 1 0,8 5 0,-1-5 0,3 7 0,-17 7 0,15 16 0,44 22 0,0-14 76,-1 23 0,2 13 1,13 17-1,3 8 0,-4-3 1,0 0-1,0 0 0</inkml:trace>
  <inkml:trace contextRef="#ctx0" brushRef="#br0" timeOffset="173913">13662 15986 24575,'-39'-38'0,"39"7"0,29 62 0,27-24 0,-18 25 0,1 8 0,-3-8 0,2-3 0,8-3 0,0 2 0,-14 5 0,-1 5 0,-4-6 0,14 1 0,-17-5 0,-7 0 0,-17-7 0</inkml:trace>
  <inkml:trace contextRef="#ctx0" brushRef="#br0" timeOffset="174412">14929 15088 24575,'-29'-43'0,"-1"1"0,1 11 0,2 6 0,1 4-4916,-19 58 1,-2 19 3425,9-13 1490,13-4 0,-2 8 0,2-5-1078,-4-6 1,7-3 1077,14 29 737,-16-7 1,-3 7-738,16-16 0,4 2 0,-1-1 0,-5 10 0,1 4 0,5-7 0,1 7 0,1-2 0,2-13 0,3 3 0,5-3 0,3 14 0,4 1 0,4-13-1404,13-13 0,3-4 1404,-8 6 0,-1 4 0,5-6 0,27 2 0,-3-13 0,-18-19 2808,17 16-2808,-10-42 0,-52-4 0,27-21 0</inkml:trace>
  <inkml:trace contextRef="#ctx0" brushRef="#br0" timeOffset="174790">14975 15825 24575,'55'-3'0,"0"1"0,12 11 0,-6 7 0,-7 15 0,-23 23 0,-6 5 0,-4-11 0,-26-8 0,-11 0 0,-17-1 0,-11-7 0,-8-10 0,-6-3 0,11 3 0,-2 3 0,5-3 0,-4-3 0,11-2 0,17 4 0,68-21 0,-15 0 0,6 0 0,10-5 0,7-3 0,0 0 0,1 0 0,1-1 0,-1 1 0</inkml:trace>
  <inkml:trace contextRef="#ctx0" brushRef="#br0" timeOffset="175018">15551 15871 24575,'-38'-26'0,"-1"1"0,12 0 0,0 9 0,-10 29 0,-2 15 0,-3 9 0,7 8 0,15 7 0,7 6 0,1-7 0,3 4 0,9-5 0,18-2 0,13-7 0,3-12 0,7-4 0,-4-2 0,-8 0 0,1-5 0,34-9 0,-5-13 0,-26-16 0,6-6 0,-1 1 0</inkml:trace>
  <inkml:trace contextRef="#ctx0" brushRef="#br0" timeOffset="175419">15827 15019 24575,'-4'60'0,"-1"1"0,1 0 0,-1 0 0,0 0 0,1 0 0,-1 0 0,1 0 0,-1 0 0,0 0 0,1 0 0,-1 0 0,1-1 0,-1 1 0,0 0 0,2 1 0,-1 0 0,0 0 0,0 1 0,0-1 0,0 0 0,0 0 0,1 0 0,-1 0 0,0 0 0,0 0 0,0 0 0</inkml:trace>
  <inkml:trace contextRef="#ctx0" brushRef="#br0" timeOffset="176980">15827 15134 24575,'0'-26'0,"0"-25"0,-30 43 0,2-22 0,-29 9 0,32 16 0,-16-36 0,36 36 0,-16-16 0,21 21 0,0-20 0,0 15 0,0-16 0,0 21 0,21 62 0,-8-20 0,2 7 0,3-2-374,12 6 1,1 7 373,-15-11 0,-1 10 0,-1 4 0,-1 0 0,-2-6 0,0-3 0,-2-4 0,0 0 0,-2 1 0,1 3 0,-1 0 0,-2 1 0,-4 2 0,-6-1 0,-4 5 0,-2 0 0,-2-8 0,-1-12-2289,-19 10 2289,15-8 0,-2 7 0,2-20 0,-3-30 0,1 20 0,15-15 660,-36 16-660,5 30 0,8-38 0,-3 38 0,31-51 0,0 0 2376,51 0-2376,-18-51 0,24 38 0,-37-38 0,1 51 0,4 0 0</inkml:trace>
  <inkml:trace contextRef="#ctx0" brushRef="#br0" timeOffset="178070">16081 14811 24575,'-36'19'0,"0"1"0,49 10-4916,41-25 1,12-10 4170,-28 5 0,1 0 745,9 0 0,11 0 0,-3 0 0,-14 0 2818,-6 0-2818,-8 0 0,3 0 0,-62 21 0,23-16 0,-27 38 0,-1 6 0,25-31 0,-1 15 0,-5 19 0,-2 12 0,1 6 0,2-2 0,6-7 0,7-7 0,5-3 0,3-1 0,-2 2 0,-2 5 83,-5 0 1,-2 4 0,-2 3 0,-1 2 0,1-1-1,1-1 1,3-4-84,2 2 0,1-1 0,2 0 0,0-3 0,0-4 0,-1-4 0,0 9 0,-1-6 0,-3-1 0,-9 2 0,-3 0 0,4-14 0,7-14 0,-28 2 0,-6-5 0,6-15 0,-20-11 0,-15-6 0,9 0 0,23 4 0,1-3 0,-9-9 0,-4-4 0,12 8 6223,15 13-6223,42 0 0,15 0 0,12 21 0,9 4 0</inkml:trace>
  <inkml:trace contextRef="#ctx0" brushRef="#br0" timeOffset="178920">17509 15502 24575,'31'-25'0,"-23"4"0,22 21 0,-30 0 0,-30 0 0,22 0 0,-23 0 0,31 0 0,0 92 0,0-34 0,0 0 0</inkml:trace>
  <inkml:trace contextRef="#ctx0" brushRef="#br0" timeOffset="179287">17509 16193 24575,'-51'0'0,"11"-3"0,8 6 0,25 18 0,27 15 0,18-21 0,9-2 0,-2 4 0,-1-3 0,-2-9 0,-7-10 0,-14-47 0,-62 40 0,21-15 0,-1 2 0,-28 25 0,69 21 0,12-8 0,0-1 0</inkml:trace>
  <inkml:trace contextRef="#ctx0" brushRef="#br0" timeOffset="180790">19099 15088 24575,'-26'0'0,"6"0"0,20 0 0,0 0 0,-21 0 0,16 0 0,-15 0 0,20-31 0,0 23 0,0-22 0,20 30 0,6 0 0,19 0 0,7 0 0,-8 0 0,2 0 0,14 1 0,5-2 0,-15-5 0,2-1 0,0-1-294,3 0 1,1-1-1,-1 0 294,-1 1 0,-1-1 0,-1 1 0,-1 0 0,-1 0 0,-8 3-411,7 5 411,-18 0 0,-31 0 0,-52 21 0,19 4 0,6 12 0,-2 3 431,1-15 0,5 4-431,15 23 0,9 13 0,-2-3 0,-9-14 0,-2-1 0,3 2-49,6-3 1,4 3 0,0 2 0,0 0 48,-1 4 0,0 3 0,0-3 0,0-6 0,0 1 0,0 0 0,-1 5 0,-1 9 0,2 1 0,3-8 0,12 5 0,1-2-2193,-13 1 1,-3 4-1,5-9 2193,11-11 0,-2-8 0,-14 4 0,0-41-4120,-51 0 4120,18 0-1257,-19-10 1,-4-1 1256,3 6 0,-11-5 0,0 0 0,5 10 1646,-6 2 0,2-4-1646,9-19 0,9 20 0,3-3 0,14-16 0,-3 20 4923,31 0-4923,0 0 1404,31 0 1,-3 20 0,28 6 0</inkml:trace>
  <inkml:trace contextRef="#ctx0" brushRef="#br0" timeOffset="181218">19790 15871 24575,'-49'0'0,"1"0"0,3 0 0,0 0 0,-6-1 0,-3 2 0,-11 6 0,2 6 0,17 2 0,3 6-1418,-12 18 1,25-9 0,51-30 0,24-5 0,-1 0 0</inkml:trace>
  <inkml:trace contextRef="#ctx0" brushRef="#br0" timeOffset="181934">20481 15779 24575,'-25'0'0,"4"0"0,66 3 0,23 14 0,-40 16 0,-5 12 0,5-5-195,15-13 1,4-5-1,-11 8 195,-20 20 0,-12 10 0,-4-8 72,1-13 0,-10-7-72,-22-5 0,-9-5 0,11-5 0,-4-3-2213,-12-11 0,-7-5 1,3 1 2212,1 1 0,2 0 0,-52 0 0,98 0 0,57-31 0,-4 3 0,-8 10 0,7-2 0,0 1 0,-7 4 0,0 0 0,1-1 0</inkml:trace>
  <inkml:trace contextRef="#ctx0" brushRef="#br0" timeOffset="182205">21334 15710 24575,'-39'-21'0,"5"17"0,-3 3 0,-4-4 0,0 10 0,4 28 0,2 16 0,-3-3 0,-5-16 0,-2-3 0,7 8-1511,12 25 0,9 8 0,-1-12 1511,-5-28 0,5-2 0,10 39 0,16-7 0,12-40 0,20 17 0,15 10 0,-1-12 0,-7-26 0,3-4 0,11 12 0,5 3 0,-9-10 0,-19-16 0,-7-5 0,26-12 0</inkml:trace>
  <inkml:trace contextRef="#ctx0" brushRef="#br0" timeOffset="184113">22923 14811 24575,'-32'-25'0,"0"-1"0,-19-15 0,51 41 0,0 0 0,0-31 0,-20 24 0,-16-24 0,-13 31 0,6 2 0,-1-4 0,-10-18 0,14 18 0,4-2 0,10-16 0,-15 20 0,5 20 0,8-14 0,7 32 0,11 16 0,23-3 0,5 8 0,-14-1 0,-3 10 0,-1 1 0,3-6-2262,6-6 1,4-5 0,-5 3 2261,-4-4 0,-3 2 0,-3 1 0,-1 0 0,-3 6 0,-2 2 0,-1-2 0,2-6-153,5-10 1,1-5 0,-4 8 152,-4 1 0,-4 7 0,-4 7 0,0 1 0,-1 0 0,2-5 0,4-7 0,-1 13 0,4-7 0,-8 3 0,-2-10 0,-7 4 0,-3 2 0,1-1 0,2-4 0,6-7 0,-3 18 0,7-9 0,-1-1 0,14-12 0,57-19 0,-11-18 0,6-1 0,-3 5 0,3 1 0,-3-2 0,0-6 0,2 0 0,7 0 0,6 0 0,-3 0 0,8 0 0,-1 0 0</inkml:trace>
  <inkml:trace contextRef="#ctx0" brushRef="#br0" timeOffset="185185">23499 15456 24575,'-28'39'0,"0"-1"0,10 0 0,2 4 0,1 3 0,1 15 0,3 5 0,1-3-587,1-12 1,2-1 0,2 3 586,3 5 0,2 5 0,1-1 0,0-8 0,-1 4 0,0-4 0,0 13 0,0-6 569,0-9-569,0-90 0,0-43 0,0 8-1882,0 30 1,0-1 1881,0-7 0,0-9 0,0-2 0,0 3 0,0-1 0,0 3 0,0-4-216,-1 10 0,-1-3 0,0-3 0,3 1 1,3 0 215,7-3 0,4-1 0,2 0 0,0 1 0,-5 2 165,-8-8 1,-6 0 0,4 5 0,12 11-166,17 6 0,10 10 0,-1 20 0,-1 29 0,0 22 0,-4 8 0,-10-3 0,-2 9 0,-1 4 0,-3 1 0,-1-1 0,1-4 0,0 0 0,-2 1 0,-5 0 0,-7 0-474,-9 3 1,-8 1-1,-4 0 1,-3-4-1,-2-7 474,-3 2 0,-4-6 0,-7-12-507,-14-13 1,-7-12-1,13-3 507,12-1-380,-7-9 1,5-3 379,25 7 0,69-15 0,-3 20 0,-1 0 0</inkml:trace>
  <inkml:trace contextRef="#ctx0" brushRef="#br0" timeOffset="185602">24651 14880 24575,'-38'-19'0,"-1"0"0,6-12 0,-1 23 0,-3 16 0,10 26 0,3 21 0,1 4 0,-1-12-379,-8-14 1,0 3 378,6 12 0,-2 15 0,-1 6 0,4-6 0,5-14 0,5-17 0,2 0 0,-2 18 0,-1 14 0,3 2 0,6-6 0,7-9 0,6-5 0,3 6 0,4 2 0,5 7 0,1 2 0,1-4 0,-3-7 0,-3-7 0,-1-7 0,6 2 0,14 5 0,10 4 0,-2-7 0,-14-14 0,-17-18 31,33 26 0,6-1 0,-16-27 0,6 7 1,-1 1-1</inkml:trace>
  <inkml:trace contextRef="#ctx0" brushRef="#br0" timeOffset="185975">24651 15917 24575,'0'-26'0,"51"6"0,-17 20 0,7-2 0,5 4 0,-10 5 0,-3 6-4252,-2 14 1,-1 3 4251,11-5 0,-5 3 859,-16 13 1,-12 5-860,-15 6 0,-6-4 0,0 1 0,-21-11 0,-4-4 0,13-14 0,-13-17 0,-1-1 0,6 19 0,53-42 0,25 8 0,0 1 0</inkml:trace>
  <inkml:trace contextRef="#ctx0" brushRef="#br0" timeOffset="186254">25504 15664 24575,'-49'-29'0,"0"1"0,-9 0 0,3 6 0,2 13 0,28 30 0,1 10 0,-11-7 0,-5 2 0,8 8 0,14 21 0,10 11 0,-5-5 0,-12-17 0,-5-2 0,14 2 0,22 4 0,13 6 0,6-3 0,-4-12 0,18 10 0,1-23 0,15 3 0,2-4 0,-9-13 0,-12-17 0,-1-5 0,15 8 0,-1 0 0,1 1 0</inkml:trace>
  <inkml:trace contextRef="#ctx0" brushRef="#br0" timeOffset="186600">25780 14811 24575,'21'-30'0,"25"54"0,5 28 0,-27-8 0,-5 7 0,2 5-1967,3-6 1,5 4 0,0 3 0,-3 0 0,-6-3 1593,-7-3 1,-6-2-1,-3 1 1,0 7 372,-1-4 0,-2 8 0,-1 3 0,-1 1 0,0-2 0,0-4 0,0-7 729,1 11 1,0-9 0,-8 8-730,-3-6 0,-4 10 0,-3 6 0,-3-1 0,-3-5 0,-2-13 0,-2-17 902,-31-19 1,-2-8-903,13 36 0,1 12 0,6-29 0,-5-57 0,20-14 0,52 18 0</inkml:trace>
  <inkml:trace contextRef="#ctx0" brushRef="#br0" timeOffset="187677">26725 16309 24575,'-26'0'0,"-25"0"0,43 20 0,-22-15 0,30-5 0,71-77 0,-48 46 0,3-7 0,2 2 0,8-11 0,6-7 0,2-2 0,-1 2 0,-4 5 0,-7 10-3392,7-9 0,-2 1 3392,-2 0 0,7-13 0,1-1 0,-5 8 0,-11 18 0,-7 15 0,-15 15 0,16-16-4537,-42 42 4537,16 4-1012,3 23 1,3 16 0,0-7 1011,0-18 0,3-1 1011,6 20 1,5 7-1,1-9-1011,0-19 0,4-5 0,14 14 0,1 0 0,-13-9 0,-3 1 0,5 16 0,-7-21 0,-17-56 0,0-11 0</inkml:trace>
  <inkml:trace contextRef="#ctx0" brushRef="#br0" timeOffset="188331">28637 15088 24575,'-55'0'0,"0"0"0,20 7 0,1 6 0,-5 7 0,-2 5 0,3 7-3277,0 13 0,3 7 0,6 2 2780,7-7 1,4 1-1,-1 8 497,2-6 0,-3 9 0,0 5 0,-1 2 0,3-2 0,2-5 0,5-9-719,4 1 1,4-8 0,0 6 718,-6 11 0,-4 11 0,1 1 0,7-8 0,13-18 1052,25-16 1,11-14-1053,-3-11 0,4-6 0,0 2 0,17 12 0,1-11-133,-15-21 0,2-13 1,-1-7-1,-4-4 133,-11 5 0,-4-4 0,-2-4 0,-1-1 0,0-3 435,-1 1 1,-1-3 0,-1-2 0,-1-2 0,-3 0 0,-2-2-436,-2-3 0,-2-2 0,-3-2 0,-2 0 0,-4 2 0,-4 2 0,-6-5 0,-5 2 0,-4 0 0,-2 4 0,0 1 0,-1-1 0,-2 3 0,-1 2 0,-4 5 0,-10-5 0,-5 5 0,5 9 0,9 7 0,1 11 5367,-32 23-5367,30 36 0,13 19 0,6 11 0,7-18 0,0 1 0,0-1 0</inkml:trace>
  <inkml:trace contextRef="#ctx0" brushRef="#br0" timeOffset="188539">28568 15825 24575,'40'51'0,"0"0"0,0 0 0,0 1 0,-1-1 0,-4-6 0,1 1 0,0 0 0,-2-1 0,-2 0 0,-5-4 0,1 15 0,0-1 0,1 1 0</inkml:trace>
  <inkml:trace contextRef="#ctx0" brushRef="#br0" timeOffset="189345">29835 14719 24575,'0'-38'0,"-21"7"0,16 11 0,-15 14 0,-1-35 0,-4 36 0,-32 5 0,9 5 0,5 21 0,-1 20 0,18-3 0,1 13 0,0 7 0,0 2 0,2-3 0,1-10-1063,-6 0 1,2-7 0,1 11 1062,8-9 0,-1 10 0,-1 7 0,1 2 0,2-1 0,3-4 0,4-7 0,6-12-2865,10 7 1,6-6 2864,-6 6 0,-1 5 0,7-4 0,7-8 0,7-3 0,3-2-1277,9 2 0,5-3 1,-2-1 1276,-6-4 0,-2-1 0,1-1 0,17 17 0,-4-21 0,-20-39 0,-5-13 0,3-24 0</inkml:trace>
  <inkml:trace contextRef="#ctx0" brushRef="#br0" timeOffset="189632">29789 15664 24575,'0'-39'0,"0"1"0,20-16 0,-4 24 0,4 4 0,29 5 0,-6 19 0,1 4 0,10-2 0,-14 38 0,-4 16 0,-2 1 0,-11 6 0,-24-8 0,-9 4 0,-2-1 0,5-4 0,-2 0 0,-9-10 0,-31-7 0,-7-9 0,23-2 0,5-7 0,8-17 0,45-20 0,35-16 0,3 0 0,-13 7 0,0 0 0,0 1 0,0-1 0</inkml:trace>
  <inkml:trace contextRef="#ctx0" brushRef="#br0" timeOffset="189887">30687 15456 24575,'-23'-25'0,"0"-1"0,-24 19 0,-3 1 0,15-23 0,1 7 0,-16 38 0,0 19 0,8 12 0,7 11-2126,16-15 0,3 5 0,1 1 1,4-2 2125,1 4 0,4-1 0,4 0 0,0 6 0,4 1 0,16-9-705,18-18 1,14-7-1,4-3 1,-10-1 704,-5 9 0,-1-2 0,11-1 0,6-2 0,-16-20 0,-18-54 0,-8 19 0,-1 0 0</inkml:trace>
  <inkml:trace contextRef="#ctx0" brushRef="#br0" timeOffset="190281">30895 14604 24575,'18'60'0,"1"0"0,0 0 0,-1 0 0,1 0 0,-1 0 0,1 0 0,0 0 0,-1 0 0,1 0 0,-1 0 0,4 4 0,1-1 0,1-1 0,-2-2 0,-1-1 0,-5 0 0,-4-3 0,-8 0 0,-8 7 0,-7 1 0,-6-1 0,-3-5 0,-3-6 0,1-9 0,-7-3 0,-3-10 0,-2-8 0,-20-5 0,3-19 0,25-21 0,1 0 0</inkml:trace>
  <inkml:trace contextRef="#ctx0" brushRef="#br0" timeOffset="191304">31494 14397 24575,'-59'0'0,"43"0"0,1 0 0,61-10 0,31-1 0,-19 8 0,2 1-198,-14-4 1,2-2 0,4 2 197,7 3 0,7 4 0,-3 0 0,-11 0 73,-13-1 0,-1 0-73,12-4 0,11-2 0,-6 4 0,-21 14 0,-41 33 0,-4 2 0,49-24 0,-52 9 0,-23 15 0,-5 1 0,12-11 0,12 1 0,-4-1 0,-10 11 0,-1 5 0,8-2-500,10-5 0,5 1 0,2 1 0,0 3 500,-3 3 0,0 4 0,0 1 0,2 2 0,2-1 0,4 4 0,2 3 0,2-1 0,1-1 0,-1-4 0,0-4 0,0-3 0,1-1 0,2 3 0,1-1 0,2 5 0,1 0 0,-1-5 0,-3-9 0,-4 1 0,0-2 0,1 3 0,2 7 0,-3-1 0,-4-11 200,-9-11 1,-5-5-201,-20 15 0,-3-8 0,-8-13 0,8-18 0,-8-5 0,6 1 0,10 0 0,-1 2-2036,-12 7 1,-7 5-1,6-3 2036,12-7 0,1 1 195,-39 17 0,23-11 1,83-39-1,24-14 1,-19-1-1,1-1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46:46.03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899 3662 24575,'0'-38'0,"0"7"0,0 31 0,-21 0 0,16 0 0,-16 0 0,21 0 0,0 0 0,0 31 0,0-23 0,0 43 0,0-5 0,21-15 0,-18 11 0,-1 8 0,10-10 0,5 2 0,-5 1 0,-9 0 0,-4 1 0,4 0-210,11 5 0,6 0 0,-3-2 210,-3 11 0,0-8 0,22 4 0,-23-11 0,-5 1 0,-8 4 0,20-12 0,-15-15 0,16-1 0,-21-15 0,0 16 0,0-21 630,0 20-630,0-15 0,0 16 0,0-21 0,0 0 0,0 31 0,0-3 0,0 8 0,31-16 0,-24-20 0,24 0 0,-31 20 0,0-14 0,0 14 0,0 11 0,0-24 0,0 24 0,0-62 0,0 24 0,0-44 0,0 25 0,4-16 0,3-15 0,2 8-485,3 14 0,2-2 485,-1-5 0,2-10 0,1-5 0,1 3 0,-1 8-2041,11-12 1,0 3 2040,-9 2 0,0-5 0,2 1 0,5-1 0,2 2 0,-7 8-5111,-8-5 5111,40-40-750,-52 93 750,0 0 475,-31 0-475,23 0 0,-43 21 0,46-16 2657,-16 15-2657,21-20 0,0 0 0,0 0 0</inkml:trace>
  <inkml:trace contextRef="#ctx0" brushRef="#br0" timeOffset="466">899 4284 24575,'20'-56'0,"15"40"0,7 4 0,-8-5 0,1 3 0,15 12 0,0 4 0,6-2 0,-10 0 0</inkml:trace>
  <inkml:trace contextRef="#ctx0" brushRef="#br0" timeOffset="1066">1751 4492 24575,'-26'-21'0,"6"16"0,20-16 0,0 21 0,20 0 0,6 21 0,20-16 0,10 16 0,-22-29 0,1-5 0,6 0 0,0 0 0</inkml:trace>
  <inkml:trace contextRef="#ctx0" brushRef="#br0" timeOffset="2232">2603 4445 24575,'-38'0'0,"7"0"0,82-20 0,-17 15-831,5-6 0,-1 1 831,-13 10 0,11-12 0,0-6 0,-3-10 0,11-1 0,-1 1 0,-15 3 0,23 4 0,-45-10 0,14 24 538,-40-24-538,14 31 0,-26 0 0,-7 0 0,5 0 137,-7-3 1,-5 6-138,1 18 0,1 9 0,5 2 0,1 0 0,-9-3 0,4 6 0,19 10 0,5 7 0,6-5 0,8 17-1979,11-9 1,6 10 0,6-11 1978,7-22 0,4-6 0,9 15 0,0-10 0,9-31 0,0 2 0,3-4 0,-16-8 0,1 0 0,15 10 0,0-6 0,-2-35 0,-9-10 0,-21 23 0,-3-3 0,2-9 0,0-1 0,0 0 0</inkml:trace>
  <inkml:trace contextRef="#ctx0" brushRef="#br0" timeOffset="2632">3548 3547 24575,'-64'0'0,"23"0"0,10 0 0,26 0 0,-15 21 0,15 23 0,10 9 0,5-17 0,0 2-2835,-7 7 1,-3 4 0,2-2 2834,8-2 0,1 2 0,-3-2 0,0 7 0,0 1 0,-2-6-256,-2 6 0,0 2 256,7-2 0,4 10 0,0-4 0,-5-14 0,-5-7-136,0 14 1,1 12 0,4-16 135,10-25 0,-8 26 0,2-6 0,12-43 0,-6 0 0,-20 0 1369,0 0 1,0-20 0,0-6-1</inkml:trace>
  <inkml:trace contextRef="#ctx0" brushRef="#br0" timeOffset="2935">4032 4399 24575,'-64'0'0,"13"0"0,51 0 0,0 0 0,0 21 0,0-16 0,8 38 0,4 6 0,-7-31-684,7 31 1,-3-6 683,-9-38 166,13 39 1,4 4-167,-9-30 0,6 18 0,3 0 0,3-16 0,-15-35 0,16 10 0</inkml:trace>
  <inkml:trace contextRef="#ctx0" brushRef="#br0" timeOffset="3739">4285 4399 24575,'0'64'0,"0"-1"0,0 0 0,10-22 0,1 0 0,-11 20 0,-2 7 0,9-28 0,13-40 0,11-26 0,-19-15 0,-5-15 0,2 5 0,8 4 0,2 1 0,-4 4 0,0-4 0,-4 1 0,-8-14 0,-1 6 0,19 4 0,-20 8 0,-2 3 0,1 7 0,0 82 0,0-18 0,0 8 0,0 6-3392,0 3 0,0-1 3392,-2-14 0,4-1 0,12 18 0,2-6 0,-8-21 0,15-2 0,5-5 0,-2-13 0,-1 16 0,11-43 0,0-18 0,-18 8 0,-3-2 0,15-11 0,-3-5 0,-13-15 0,-8 2 0,-5 28 0,-2 1 0,1-20 0,0 8 0,0 31 0,0 30 6784,0 13-6784,0 21 0,0 5 0,0 5-2262,6-6 1,2 10 0,-1-5 2261,-7-10 0,5-2 0,10-4 0,6 1 0,-6-7 0,-7 0 0,25-18 0,5-16 0,-16-40 0,-3-16 0,8 15 0,-1 1 0,1 0 0</inkml:trace>
  <inkml:trace contextRef="#ctx0" brushRef="#br0" timeOffset="3933">5184 4238 24575,'-26'13'0,"6"41"0,27 3 0,6 6-152,-15 2 0,9-5 0,34-15 1,10-8-1,-6-3 0,0-1 1</inkml:trace>
  <inkml:trace contextRef="#ctx0" brushRef="#br0" timeOffset="4831">5552 4492 24575,'-23'25'0,"0"1"0,-2-13 0,11 24 0,7-3 0,7-29 0,0 36 0,0-36 0,21 16 0,-16-21 0,36-21 0,-12-14 0,-2-6 0,-11 11 0,1 1 0,21-7 0,-4-5 0,-30-16 0,-3 1 0,18 30 0,3-1 0,-8-24 0,-4-10 0,2 11 0,16 4-536,3-15 536,-31 61 0,0 0 0,20 61 0,-15-15 0,5-4 0,1 6 0,0 16 0,-2 0 0,-8-16 0,3-1 0,15 1 0,8 2 0,-1-23 0,7-42 0,6-20 0,-1 1 0</inkml:trace>
  <inkml:trace contextRef="#ctx0" brushRef="#br0" timeOffset="5339">6451 4238 24575,'-46'-31'0,"-11"24"0,29-24 0,-2 31 0,9 0 0,16 0 0,-16 0 0,21 0 0,-20 0 0,15 0 0,-18 45 0,-5 12 0,-1-31 0,10 31 0,3 9 0,4-26 0,3-3 0,9 22 0,-3-20 0,6-2 0,22-12 0,1-9 0,-13-11 0,20 9 0,6-7 0,-10-26 0,-2-3-2123,27 12 2123,-14-16 0,-3-10-3041,-6-16 1,-6-3 3040,-10 22 0,-2-1 0,5-21 0,-5 3 0,-13 11 0,0 36 0,0-16 0,0 21 1420,0 21-1420,20 35 0,-14-23 0,14 7 0,0-8 0,-14-27 0,25-2 0,9-6 0,-8-10 0,0 0 0</inkml:trace>
  <inkml:trace contextRef="#ctx0" brushRef="#br0" timeOffset="5584">6935 3547 24575,'-32'-32'0,"0"0"0,1-13 0,10 18 0,21 43 0,0 20 0,0 11 0,0 11 0,-1-2 0,0 6 0,3 1-1613,4-8 1,2 1 0,1 0 0,-1 0 1612,-1-1 0,-1 0 0,1-1 0,1-3 0,2 5 0,2-3 0,2-1 0,9 2 0,2-1 0,-11-11 0,-25-4 0,19-2 0,0 0 0</inkml:trace>
  <inkml:trace contextRef="#ctx0" brushRef="#br0" timeOffset="5771">6819 4169 24575,'0'-51'0,"0"0"0,0-3 0,0 4 0,0 8 0,0 32 0,31-31 0,-3 41 0,8 0 0,12 9 0,-4 2 0,-26-6-778,25 13 1,6 5 0,-20-6 0,-1 2 0,14 10 0,0 1 0</inkml:trace>
  <inkml:trace contextRef="#ctx0" brushRef="#br0" timeOffset="6459">7418 4238 24575,'0'65'0,"0"1"0,5-1 0,11-18 0,30-49 0,-10-15 0,0 0 0</inkml:trace>
  <inkml:trace contextRef="#ctx0" brushRef="#br0" timeOffset="7278">7948 4238 24575,'-39'-19'0,"-1"0"0,-7 22 0,2 14-4916,5 21 1,6 9 4170,-3-4 0,17 3 1684,37 12 0,21 3 1,-1-31-940,-12-54 0,0-23 0,5 13 859,34 44 1,-3-5-860,-38-40 0,-9-20 0,-5-6 0,-4 12 0,-8 7 0,6 10 0,40 12 0,7 20 0,-28 30 0,-1 11 0,27 0 0,1 5 0,-22 11 0,-5 6 0,1-24 0,10-36 0,2-26 0,5-16 0,-7 1 0,-15 7 0,-3-5-908,0-8 1,2-14 0,0-3-1,-3 6 1,-5 17 907,-4 10 0,13-10 0,5 15 0,-3 59 0,-1 37 0,-2-6 0,0-20 0,-1-1 0,8 12 0,0 7 0,-20-25 0,-56-40 0,-12 0 0</inkml:trace>
  <inkml:trace contextRef="#ctx0" brushRef="#br0" timeOffset="7493">7626 3800 24575,'-58'0'0,"1"0"0,11 0 0,20 0 0,51 0 0</inkml:trace>
  <inkml:trace contextRef="#ctx0" brushRef="#br0" timeOffset="8102">5345 3870 24575,'-56'0'0,"27"-31"0,-1 23 0,30-43 0,0 46 0,28-6 0,15 1 0,2 10 0,0 0 0</inkml:trace>
  <inkml:trace contextRef="#ctx0" brushRef="#br0" timeOffset="8638">4170 4169 24575,'-36'0'0,"0"0"0,-10 0 0,26-20 0,20 14 0,0-55 0,0 10 0</inkml:trace>
  <inkml:trace contextRef="#ctx0" brushRef="#br0" timeOffset="19773">11634 3662 24575,'0'-34'0,"0"-1"0,0-7 0,0 18 0,0 65 0,0 5 0,0 5 0,0-16 0,0 4 0,9 21 0,3 10 0,-2-8-2044,-7-13 1,2-3 2043,11 6 0,-1-2 469,-15-15 0,0 2-469,8 21 0,4 4 0,1-7 0,0 0 0,-2 9 0,3-2 0,13-9 0,-3-14 0,-16-29 0,23 31 0,-31-41 3149,0 0-3149,0-21 0,0 16 0,20-15 0,-15-1 0,16 16 0,-5-31 0,-2-22 0,-3 9-3712,-1-2 3712,9 12 0,8-10 0,0 0 0,-8 6 0,-13 6 0,1 0 0,23-11 0,12-6 0,-12 3 0,-23 3 0,-1 1 0,17 5 0,6-1 0,-9 8 0,-15-1 0,25 5 0,2 0 0,-22-10 0,31-7 0,-41-3 0,30 46 0,-22-36 0,23 5 0,-31 8 0,0-3 0,0 31 3712,0 0-3712,0 51 0,0-38 0,-11 22 0,-9 2 0,-18-12 0</inkml:trace>
  <inkml:trace contextRef="#ctx0" brushRef="#br0" timeOffset="20323">11634 4169 24575,'49'-18'0,"0"0"0,-1 0 0,1 0 0,17 1 0,-1 2 0,-12 1 0,1-6 0,1 4 0,-8 1 0,-34 7 0,38-22 0</inkml:trace>
  <inkml:trace contextRef="#ctx0" brushRef="#br0" timeOffset="21243">12487 4238 24575,'-21'-38'0,"16"7"0,-15 31 0,20 0 0,20 0 0,6 0 0,-1 0 0,22 0 0,-1 0 0,-28 0-459,35-4 1,-4 8 458,-41 27-218,22 17 218,-27-12 0,-6 0 0,3 13-3204,-23-10 0,-5-7 3204,15-21 0,-20 7 0,-5 5-2143,8 4 0,3-3 2143,-6-11 203,7 14 0,1-3-203,4-24 102,16 0-102,-15 0 4537,20 0-4537,20 0 1130,-15 0 1,15-20 0,1-11-1,-8-1 1,0 0 0</inkml:trace>
  <inkml:trace contextRef="#ctx0" brushRef="#br0" timeOffset="21775">13017 4169 24575,'0'-51'0,"0"10"0,0 20 0,0 16 0,0-15 0,-21 20 0,-35 20 0,23-15-1696,3 24 0,-5 18 0,1 3 0,10-12 1696,6-2-1513,4 23 1,3 16 0,15-25 1512,30-39 0,9 2 0,12 3 0,-5-4 0,-11-9 0,-4-6 0,6-14 0,-12-7 0,-37-28 0</inkml:trace>
  <inkml:trace contextRef="#ctx0" brushRef="#br0" timeOffset="25689">14192 3547 24575,'0'-56'0,"0"28"0,0-3 0,0 31 0,0 0 0,-31 0 0,23 0 0,-22 0 0,-11 0 0,30 0 0,-25 0 0,1 0 0,27 0 0,-43 31 0,25-24 0,1 24 0,-27-31 0,4 20 0,7-14 0,0 14 0,20-20 0,16 0 0,-15 0 0,20 0 0,0 0 0,0 21 0,0-16 0,0 15 0,0 11 0,20-3 0,-15 28 0,16-10 0,-21 11 0,0-9 0,0 4 0,0 4 0,0-16 0,0-1 0,0 1 0,0 2 0,2 7 0,0 5 0,-6-14 0,-17-14 0,18 32 0,1 7 0,-18-9 0,20-2 0,0 2 0,-31-15 0,23-36 0,-22 36 0,30-36 0,0 47 0,0-45 0,0 24 0,0-31 0,30 0 0,-22 0 0,43 0 0,-25 0 0,20-31-3392,-7 28 0,-1-1 3392,-5-27 0,2 18 0,2 5 0,-1 3 0,12-15 0,9 20 0,-32 0 0,-25 0 0,-25 0 0</inkml:trace>
  <inkml:trace contextRef="#ctx0" brushRef="#br0" timeOffset="26526">14653 3916 24575,'-24'-29'0,"1"1"0,-2 0 0,4-3 0,21 31 0,0 0 0,0 103 0,0-60 0,0 1 0,2 12 0,-4 6 0,-3-13 0,-4 6 0,0-1 0,2-8-1798,3-2 0,0-1 1798,-6 13 0,-2 7 0,3-5 0,8 1 0,2-11 0,-1-14 0,0 17 0,0-82 0,31 3 0,-23-28 0,7 18 0,0-1 0,-15-3 0,0 0 0</inkml:trace>
  <inkml:trace contextRef="#ctx0" brushRef="#br0" timeOffset="26984">14560 3800 24575,'0'-33'0,"0"0"0,39-5 0,15 14-4916,-8 33 1,2 6 4170,9-27 0,-4 11 192,-13 46 1,-8 22 0,-12-15 552,-14-29 515,-10 32 1,-6 20 0,-7-21-516,-16-31-1000,-5 7 1,-10 7 0,6-12 999,-17-25 925,8 15 1,4 1-926,22-9 553,25 24 1,31-27-1,15-8 1,9 4-1,0 0 1</inkml:trace>
  <inkml:trace contextRef="#ctx0" brushRef="#br0" timeOffset="27444">15390 3593 24575,'-33'50'0,"0"0"0,0 1 0,1-1 0,-1 0 0,17-3 0,6-1 0,3 1 0,-1 5 0,-1 4 0,-1 6 0,1 4 0,1-1 0,4-4 0,3-8 0,3 10 0,5-8 0,15-16 0,30-24 0,14-17 0,-20-11 0,-36-21 0,10-4 0,1-1 0</inkml:trace>
  <inkml:trace contextRef="#ctx0" brushRef="#br0" timeOffset="27935">15620 4031 24575,'13'54'0,"-11"-31"0,15 10 0,8 11 0,-10-1 0,-19 13 0,-13-5 0,-2-20 0,-3-3 0,-2 13 0,0-5 0,-7-15 0,31-21 0,51-41 0,-19 15 0,0 0 0</inkml:trace>
  <inkml:trace contextRef="#ctx0" brushRef="#br0" timeOffset="28261">15920 4077 24575,'-21'-56'0,"-4"79"0,-14 0 0,1 7 0,19 13 0,4 4 0,-14 2 0,7-1 0,27-7 0,11-5 0,20-3 0,-3 6 0,3-6 0,5-28 0,-5-11 0,-1-8 0,4-38 0</inkml:trace>
  <inkml:trace contextRef="#ctx0" brushRef="#br0" timeOffset="28806">16150 3662 24575,'0'-59'0,"0"24"0,0 14 0,0 21 0,0 0 0,21 0 0,-16 0 0,16 39 0,-1 14-1952,-15-9 1952,4 18 0,2 4 0,0-32 0,-1 1 0,-7 6 0,-3 5 0,2 0 0,4-1 0,2 0 0,-2 1-559,-4 1 1,-3 1 0,0-3 558,1 8 0,0-6 0,0 9 0,-20 1 0,15-29 0,-36 3 0,36-31 1775,-16 0-1775,21 20 0,-20-15 0,15 16 0,-16-42 0,21-4 0</inkml:trace>
  <inkml:trace contextRef="#ctx0" brushRef="#br0" timeOffset="30573">16519 3386 24575,'-39'-26'0,"-12"6"0,46 20 0,-16 0 0,21 0 0,0 0 0,21 0 0,-16 0 0,46-31 0,-43 23 0,24-8 0,17-4 0,-7 5 0,1 10 0,4-7 0,4 4 0,-2 13 0,-6 10 0,-5 21 0,2-22 0,-3 0 0,-17 17 0,-20-11 0,0 6 0,-20-1 0,9 13 0,-4-4 0,-41-21 0,30 36 0,3 4 0,-12-19 0,21 1 0,7 6 0,6-2 0,2-1 0,-1 16-1177,0-16 1,0 1 1176,0 17-3003,0-12 1,0 2 3002,0-9 0,0 2-574,0 17 0,0-2 574,0-16 0,0-4 0,0 15 0,0-10 0,0-7 0,0-21 0,0 30 0,0-11 0,0-22 1424,0 23-1424,0-31 0,-20 20 0,14-15 6141,-14 16-6141,20-21 1941,0 20-1941,0-15 0,0 16 0,0-21 0,0 0 0,-20 0 0,-16 0 0,-13 9 0,-2 2 0,2-6 0,-22 16 0,71-21 0,-21 0 0,16 0 0,36-41 0,1 15 0,0 1 0</inkml:trace>
  <inkml:trace contextRef="#ctx0" brushRef="#br0" timeOffset="35950">18569 3754 24575,'-46'0'0,"20"0"0,6 0 0,20 0 0,0 0 0,20-20 0,-14 15 0,14-16 0,-20 21 0,0 0 0,0 21 0,0-16 0,0 15 0,0-20 0,0 0 0,0 21 0,0 15 0,0-2 0,0 1 0,0 6 0,0 0 0,0-11 0,51-22 0,-38 23 0,38-31 0,-30 0 0,-16-31 0,15 3 0,-20-8 0,-20-5 0,15 36 0,-47-15 0,24 20 0,-28 20 0,30-15 0,26 36 0,41-43 0,16-11 0,-12 11 0,0 0 0,0 1 0</inkml:trace>
  <inkml:trace contextRef="#ctx0" brushRef="#br0" timeOffset="36690">18569 4492 24575,'-46'30'0,"20"-22"0,6 23 0,20-31 0,0 0 0,20-31 0,-14 23 0,14-22 0,-20 30 0,0 0 0,0 30 0,0-2 0,51 8 0,-18-15 0,24-21 0,-37-21 0,-20 16 0,0-46 0,-20 43 0,15-43 0,-31 47 0,0 3 0,23-20 0,-38 21 0,51 0 0,72-20 0,-28 7 0,1 0 0</inkml:trace>
  <inkml:trace contextRef="#ctx0" brushRef="#br0" timeOffset="41800">19951 3547 24575,'-25'0'0,"4"-20"0,21 14 0,0-14 0,0 20 0,0 0 0,0-31 0,0 24 0,0-24 0,0 31 0,0 0 0,0 31 0,0 6 0,0 5 0,0 1 0,0 4-218,0-6 0,0 4 0,0 2 218,0 14 0,0 4 0,0-5-1901,1-2 1,-2 0 1900,-4-7 0,-4 7 0,0-1 0,2-11 0,3-11 0,0-1 0,-6 14 0,-3 6 0,5-7 0,8 12 0,0 17 0,0-76 528,0-5-528,-2-26 0,4-9 3927,29-14-3927,-27 8 0,0 0 0,12 9 0,-2 5 0,-14-4 0,0 15 0,0 21 0,0 0 0,21 0 0,4 0 0</inkml:trace>
  <inkml:trace contextRef="#ctx0" brushRef="#br0" timeOffset="42551">19905 3593 24575,'-38'-20'0,"-13"15"0,46-16 0,-16 21 0,21 0 0,0 0 0,0-20 0,0-16 0,0 8 0,21-24 0,-16 27 0,46-1 0,-13-1 0,3 3 0,4 19 0,0 2 0,-5-14 0,2 4 0,1 17 0,4 9 0,-4 0 0,-6 1 0,0 1 0,27-1 0,-2 7 0,-19 27 0,-10-3 0,-7-28 0,-18 26 0,-16 7 0,-34-10 0,-13-4 0,19-6 0,-1-1 0,-6 2 0,-9 1 0,-7 1 0,-1-1 0,9-4 0,-3 5 0,8-4 0,0-4 0,20-9 0,37-16-1131,23-3 0,3 6 1,-9 27-1,0-10 0,1-1 1</inkml:trace>
  <inkml:trace contextRef="#ctx0" brushRef="#br0" timeOffset="43252">21103 3501 24575,'-23'-29'0,"0"-1"0,-2-6 0,-16 36 0,36 36 0,-37-5 0,-9 7 0,26 12 0,6 10 0,-6-6 0,-8-16 0,-5-4 0,4 7 0,7 8 0,1 8 0,5 2 0,8 1 0,13 0 0,8 1 0,3 0 0,-7-5 0,-12-1 0,-4-4 0,14-1 0,24 0 0,16 2 0,2-7 0,-12-13 0,-9-11 0,19-19 0,-13-4 0,-54 2 0</inkml:trace>
  <inkml:trace contextRef="#ctx0" brushRef="#br0" timeOffset="44285">21495 4123 24575,'0'-46'0,"0"-10"-9831,0 27 8341,0-1 4308,0 30-2818,-31 0 1719,3 0-1719,-28 30 0,30-22 0,-25 23 0,43-11 0,-43-15 0,37 26 0,3 0 0,-15-21 3392,-12 31 0,4 10-3392,21 13 0,-13-21 0,1-1 0,25 14 0,21-36 0,15 1 0,12-16 0,9 16 0,-32-21 0,10-16 0,2-9 0,-5-13 0,0-6 0,-4 8 0,1-1 0,-2 0 0,5-18 0,-7 5 0,-5-7 0,-20 37 0,-20 61 0,14-31 0,-19 31 0,-1 10 0,19 13 0,15-11 0,4-1 0,1 10 0,21-37 0,4-9 0,-13-16 0,1-21 0,-6-5 0,-20-20 0</inkml:trace>
  <inkml:trace contextRef="#ctx0" brushRef="#br0" timeOffset="45033">21794 3432 24575,'-25'-21'0,"4"16"0,21-15 0,21 20 0,15 0 0,-8 20 0,3-15 0,5 37 0,-1 9 0,4-3 0,0-12 0,-2 8 0,-17 7 0,-7 8 0,-5-6-2408,-4-11 1,-2 1 2407,5 14 0,2 9 0,-5-2 0,-9-7 0,-3-1 0,1-6 0,6-6 0,-4-1 0,-15 18 0,-9 5 0,7-13 0,9-15-110,-15 8 0,-9 10 0,10-15 110,17-23 0,-9 18 0,-3 0 0,-9-16 0,23-14 0,-23 14 1178,31-20 1,0-51-1,0-13 1</inkml:trace>
  <inkml:trace contextRef="#ctx0" brushRef="#br1" timeOffset="89472">16726 783 24575,'0'-51'0,"-20"-11"0,14 57 0,-14-15 0,20 20 0,0 0 0,-31-31 0,24 23 0,-24-22 0,31 9 0,-21 16 0,16-16 0,-15 21 0,20 0 0,0 0 0,0 21 0,0-16 0,0 46 0,0-17 0,0 1 0,0 1 0,0 5-1696,0 7 0,0 10 0,0 0 0,0-9 1696,-1-6 0,2 1 0,4 16 0,4 9 0,-3-9 0,-5-18 0,3-2 0,10 7 0,6 3 0,-2-1 0,-4 3 0,0 1 0,-3 2 0,1 3 0,1-10 0,7-2 0,0 15 0,-14-30 0,14-23 0,-20 23 0,0-31 0,0 0 6784,0-31-6784,0 23 0,0-23 0,21 31 0,-16-20 0,15-6 0,5-7 0,1-10 0,-4-3 0,-1-4 0,0 0-2262,1 6 1,0 1 0,-2-1 2261,0-3 0,-3-2 0,-2-1 0,-6-1 0,-3 0 0,-1 5-678,-3 9 1,1 0 677,9-10 0,5-5 0,-5 10 0,-7 1 0,9 2 0,-7 6 0,-28 26 0,16-24 0,-15 31 6114,20 0-6114,0 0 506,0 31 0,0-3 0,0 28 1</inkml:trace>
  <inkml:trace contextRef="#ctx0" brushRef="#br1" timeOffset="89844">16680 1428 24575,'-64'0'0,"33"-24"0,11-3 0,20 14 0,21-22 0,9-2 0,3 12 0,24-1 0,4 6 0,-20 20 0,22-6 0,-6 12 0,-39 34 0,15 12 0</inkml:trace>
  <inkml:trace contextRef="#ctx0" brushRef="#br1" timeOffset="90961">17302 1428 24575,'-26'-26'0,"6"-25"0,20 43 0,20-22 0,-15 30 0,27 0 0,8 0 0,14 0 0,2 24 0,1 3 0,-4-14 0,-30 21 0,-5 14 0,-8-7 0,-10-3 0,-23 15 0,-5 1 0,15-5 0,-47-29 0,-2-4 0,44 4 0,-31-17 0,6-6 0,37 3 0,-14 0 0,40 0 0,36 0 0,16 0 0,-14 0 0,0 0 0,0 0 0</inkml:trace>
  <inkml:trace contextRef="#ctx0" brushRef="#br1" timeOffset="91210">17993 1428 24575,'-45'-10'0,"1"-1"0,-5 15 0,-4 5 0,11-6 0,4-19 0,-3 55 0,5 15 0,15-16 0,27 15 0,9 1 0,11-5 0,-1-30 0,6-2 0,17 7 0,4-7 0,-8-22 0,1-6 0,17 9 0,-1-1 0</inkml:trace>
  <inkml:trace contextRef="#ctx0" brushRef="#br1" timeOffset="91906">18938 852 24575,'-39'-29'0,"1"-1"0,5-6 0,-19 16 0,32-1 0,15 16 0,-16-15 0,1 20 0,-6 0 0,1 41 0,-11-23 0,0 5 0,18 35 0,3 4 0,-13-28 0,-1 1 0,9 16 0,4 10 0,1-4-2539,1 1 0,0-1 2539,3-14 0,-1 0 0,-1 2-849,0 4 1,-1 1-1,0-1 849,2-4 0,0-1 0,0-2 0,-2 5 0,0 0 0,2 3 0,1 2 0,4-10 0,7-9 0,0 11 0,0-1 0,0-15 0,51 3 0,-18-31 0,23-31 0,-4 3 0,-24-8 0,8 16 0,4-1 0,17 16 0,-44 5 0,12 26 0</inkml:trace>
  <inkml:trace contextRef="#ctx0" brushRef="#br1" timeOffset="92517">19053 1313 24575,'-5'65'0,"0"0"0,0 0 0,-1 0 0,1 0 0,-1 3 0,0 2 0,1-9 0,2-17 0,3-13 0,0-31-9831,0-31 8341,0 23 1922,9-45 1,2-17-433,-8 23 0,-1 0 0,5 6 0,1-2 0,-2-4 0,-4-11 0,-2-7 0,-1 1 0,0 11 0,1 11 0,0 2 0,0-7 0,0-9 0,0 1 0,0 13 1960,0-7-1960,5-14 0,10-2 0,13 33 0,1 0 0,-15-19 0,5 5 0,29 30 0,-4 12 0,-34 4 5936,31 20-5936,-41 6 2560,31-1-2560,-9 11 0,5 0-3352,9-20 1,-1 1 3351,-8 20 0,-5 3 0,9 16 0,-31-27 0,0 30 0,0 4 0,0-19 0,-10 14 0,-11 2 0,-15-17 0,-7-10-1306,8-15 1,1-2 1305,-6 12 0,3-5 0,-4-23 0,2 0 0,1 0 0,0 0 1086,-6 0 1,16 0-1,48 0 1,6 0-1</inkml:trace>
  <inkml:trace contextRef="#ctx0" brushRef="#br1" timeOffset="93517">19951 1013 24575,'-28'-39'0,"0"-1"0,-25 50 0,6 31 0,38-2 0,10 13 0,7 9 0,3 3 0,-2-2 0,-6-10 0,-10 10 0,-5-6 0,8 5 0,9-3 0,6 12 0,2 3 0,3-6 0,2-15 0,-1-24 0,13-28 0</inkml:trace>
  <inkml:trace contextRef="#ctx0" brushRef="#br1" timeOffset="93792">19997 1382 24575,'45'10'0,"0"0"0,-6 17 0,-2 9 0,-21-1 0,-40-5 0,-24 1 0,13 2 0,32 23 0,-2-7 0,-58-24 0,13-19 0,84-19 0,25-10 0,-2-6 0,1-1 0</inkml:trace>
  <inkml:trace contextRef="#ctx0" brushRef="#br1" timeOffset="94039">20527 1267 24575,'-51'-13'0,"0"0"0,-3-7 0,-2 48 0,10 15 0,33-4 0,-16 6 0,7 7 0,30-8 0,14 1 0,-1-6 0,12 7 0,4-16 0,14 5 0,0-7 0,-11-19 0,-13-29 0,-2-11 0,16 10 0,0-1 0,0 1 0</inkml:trace>
  <inkml:trace contextRef="#ctx0" brushRef="#br1" timeOffset="94706">20735 898 24575,'30'53'0,"1"-1"0,0 0 0,0 1 0,-15-14 0,-2 1-165,7 6 0,6 12 0,1 3 0,-8-1 0,-13-8 165,-23 0 0,-14-6 0,-1-4-1519,-3 7 0,-1-3 1519,-4 9 0,-2-7 361,2-22 1,7-12-362,21-14 0,-29 0 0,60-20 0,6-26 0,-3 10 0,0 0 0</inkml:trace>
  <inkml:trace contextRef="#ctx0" brushRef="#br1" timeOffset="95616">21219 576 24575,'-26'0'0,"5"0"0,21-21 0,0 16 0,0-16 0,21 21 0,5 0 0,-1 0 0,26 0 0,-23 0 0,16 7 0,-1 7 0,-9 22 0,17-8 0,-51 23 0,0-5 0,0-15 0,-13 4 0,-5 2 0,-10 11 0,10-15 0,0 6 0,3 6 0,0 5 0,4-4 0,8-10 0,1 2 0,-4 16 0,-3 8 0,4-9 0,5 6 0,0-6 0,0 1 0,0-18 0,0-3 0,0 4 0,0-2 0,0 14 0,0 0 0,0-6 0,0-28 0,0 30 0,0 2 0,0-19 0,0 8 0,0 5 0,-31-5 0,23-8 0,-23-9 0,-9-7 0,-22-12 0,25 3 0,0-6 0,-3-20 0,3-5-293,7 12 1,4-2 292,-2-38 0,-3 5 0,82 43 0,-19-7 0,0-1 0</inkml:trace>
  <inkml:trace contextRef="#ctx0" brushRef="#br1" timeOffset="96540">22647 1059 24575,'-56'0'0,"7"0"0,13 0 0,16-20 0,20 15 0,20-16 0,16 21 0,-8-30 0,23 22 0,-46-23 0,16 31 0,-21 0 0,-21 0 0,-14 0 0,-14 0 0,13 0 0,16 0 0,-1 31 0,16-23 0,5 22 0,56-9 0,-13-9 0,-1 1 0</inkml:trace>
  <inkml:trace contextRef="#ctx0" brushRef="#br1" timeOffset="96884">22486 1474 24575,'-26'-26'0,"6"26"0,20 5 0,0 16 0,0-21 0,41 31 0,-31-24 0,26 11 0,-1-5 0,-27-13 0,43 0 0,-46 0 0,16 0 0,-21 0 0,0-31 0,-21 24 0,-6-19 0,-2 0 0,-4 21 0,-18-15 0,51 20 0,71 0 0,-26 0 0,0 0 0</inkml:trace>
  <inkml:trace contextRef="#ctx0" brushRef="#br1" timeOffset="98232">23545 944 24575,'0'-51'0,"0"10"0,0 41 0,0 0 0,0 72 0,0-30 0,0 8 0,0 4 0,0 2 0,0 1 0,0 3 0,0 3 0,0-1 0,0-2 0,0 8 0,0-1 0,0-1 0,0-6 0,0 8 0,0-3 0,0-37 0,0-54 0,0-17 0,0-11-1357,0 6 0,0 4 0,0 24 1,0-6-1</inkml:trace>
  <inkml:trace contextRef="#ctx0" brushRef="#br1" timeOffset="98646">23545 944 24575,'-10'-38'0,"0"-1"0,5-14 0,2 14 0,6 1 0,22-8 0,1 20-4252,35 12 1,1 8 4251,-37 6-67,26 20 1,15 15-1,-19 2 67,-35-8 0,-8 6 0,2 15 0,1 13 0,-8 0 0,-11-14 0,-21-20 0,-12-10 0,5 5 0,10 18 0,4 5 0,-5-13 0,-41-32 0,21-4 0,66 22 0,-10 6 0</inkml:trace>
  <inkml:trace contextRef="#ctx0" brushRef="#br1" timeOffset="99556">24490 691 24575,'-26'20'0,"6"-15"0,-1 16 0,16-21 0,-15 0 0,20-21 0,0 16 0,0-15 0,0 20 0,0 0 0,-21 20 0,16 6 0,-46-1 0,43 27-2262,-21-20 1,-12 3 0,9-3 2261,14 22-294,3-12 1,-5 10 0,0-1-1,3-12 294,-3 5 0,17 18 0,1 4 0,-9-30 0,1-3 0,9 2 0,2 2 0,-1 9 0,0-3 0,0-2 0,10 8 0,1-6 0,-6-30 0,17 24 0,7-2 0,-1-30 0,29 15 0,-32 1 0,-4-16 0,-21 15 0</inkml:trace>
  <inkml:trace contextRef="#ctx0" brushRef="#br1" timeOffset="100256">24882 1313 24575,'-39'-52'0,"9"12"0,30-12 0,0 19 0,0-23 0,0 35 0,0 1 0,0 15 0,-41 5 0,0 25 0,-8 1 0,22 21 0,3-2 0,-2-27-979,7 17 0,0 14 0,1-10 979,-10-6-156,9 18 1,7 6 155,9-19 0,6-2 0,9-4 0,7-3 0,29 12 0,-7-41 0,0 0 0,-10 0 0,-3-20 0,8-6 0,-16 1 0,1 4 0,-16-10 0,16 3 0,-21-8 0,0 16 2885,0 20-2885,0 0 363,30 0-363,-22 0 0,43 20 0,-46-15 0,16 47 0,-1-45 0,-7 29 0,0 0 0,12-26 0,-4 31 0</inkml:trace>
  <inkml:trace contextRef="#ctx0" brushRef="#br1" timeOffset="100625">25181 737 24575,'29'48'0,"0"0"0,0 0 0,0 1 0,0-1 0,0 0 0,-2 9 0,-1 5 0,-1 1 0,-3-2 0,-5-6 0,-6-10 0,-5 3 0,-12-4 0,-12 12 0,-10 4 0,-3-12 0,3-20 0,-2-7-414,-11-2 1,5-8 413,15-11 203,-9 0-203,1 21 0,-6-16 0,-6 36 0,15-16 0</inkml:trace>
  <inkml:trace contextRef="#ctx0" brushRef="#br1" timeOffset="101532">25918 1635 24575,'-46'31'0,"21"-23"0,4 22 0,21-30 0,0 0 0,72-102-2262,-43 57 1,1-2 0,0 1 2261,1 2 0,-1 0 0,-1 1-2031,43-69 2031,-72 112 0,41 112 0,-31-84-483,11 12 0,12 15 0,1-1 0,-9-18 0,-7-18 0,17 17 0,1 1 0</inkml:trace>
  <inkml:trace contextRef="#ctx0" brushRef="#br1" timeOffset="102705">27462 1221 24575,'0'55'0,"0"0"0,0 0 0,0 0 0,0-10 0,0-1 0,0 10 0,0 12 0,0-10 0,0-32 0,0-68 0,0-35 0,0 29 0,0-4 0,0-3 0,0-2-1701,0 3 0,0-4 1,0 0-1,0 1 1,0 2 1700,-1-3 0,0 1 0,1 3 0,2 1 573,-2-14 0,3 3 0,14 22-573,34 36 0,6 8 0,-24-25 0,0 6-1513,15 41 1,6 22 0,-7-2 1512,-14-14 0,-5 3 0,-3 8 0,-1 7 0,-3-3 0,2-5 0,-11-2 0,-31 12 0,-13-4 0,-6 5 1512,-6-28 0,-12-3 1,7-6-1513,-10-7 0,18 16 0,6-1-757,14-15 1,47 14 0,20 3 0,-1-9 0,-1 0 0</inkml:trace>
  <inkml:trace contextRef="#ctx0" brushRef="#br1" timeOffset="110616">28360 852 24575,'-25'-59'0,"4"23"0,21 16 0,0-1 0,0 16 0,0-36 0,0 36 0,-20-15 0,15 40 0,-46 6 0,26 28 0,1 9 0,-11-17 0,-2 3-1693,17-4 0,3 8 1,0 0-1,2-7 1693,-4 2 0,2-1 0,8 1 0,2 3 0,3-2 0,3 5 0,2-3 0,-3-6 0,4 0-552,10 0 0,7 1 0,1-9 552,13-4 0,-8 4 0,7-2 0,26-20 0,-4-5 0,-31 16 0,27 8 0,-8-17 0,-42-40 0,0 15 0</inkml:trace>
  <inkml:trace contextRef="#ctx0" brushRef="#br1" timeOffset="111422">28637 898 24575,'-38'21'0,"7"14"0,31 14 0,0 7-2495,0-16 1,0-3 2494,0-4 0,0 12 0,0 2-381,0 15 381,0-10 0,0 1 0,0 11 596,0-13 1,0-10-597,0-31 0,0 31 0,0-82 0,31 0 0,-28 6 0,1 1 0,27-2-371,-28-1 1,-6 3 370,3 21 0,0-25 0,0 4 0,0 29 2331,20-36-2331,-14 36 0,34-15 0,-34 20 0,45 20 0,-23-15 827,1 37 1,-2 8-828,-1-11 0,-13 13 0,-6 3-2252,-7-6 2252,0 7 261,-17-26 1,-7-4-262,-17 3 0,-7 1 0,9-24 0,6-12 0,23-24 0,-31 22 0,10-23 0,24 31 0,-24 0 0,62 31 0,7 7 0</inkml:trace>
  <inkml:trace contextRef="#ctx0" brushRef="#br1" timeOffset="111883">29052 783 24575,'-26'-46'0,"26"20"0,26 6 0,0 37 0,4 7 0,19-14-2835,-29 31 1,-4 17 0,4-14 2834,26-18 0,-31 35 0,-4 1 1719,9-37-1719,-8 17 0,-1 13 0,-3-3 0,-2-7 0,-5 2-1135,-6 8 1,-7 10 0,0-1 0,0-13 1134,7-15 0,-7-5-183,-29 14 0,-15 3 0,9-18 183,9-25 0,-2 6 0,3-2 0,17-9 0,20 0 0</inkml:trace>
  <inkml:trace contextRef="#ctx0" brushRef="#br1" timeOffset="112572">29789 1750 24575,'5'-52'0,"0"0"0,0 0 0,-11 14 0,2 2 0,18-21 0,13 1 0,10 15 0,-2 6 0,-17-4 0,20 2 0,-5 3 0,-33 13 0,31-15 0,-23 8 0,22-3 0,-27 62 0,-6 10 0,3-23 0,-2 34 0,0 23 0,6-8 0,15-13 0,3-5 0,-5 10 0,7-8 0,16-34 0,0-1 0</inkml:trace>
  <inkml:trace contextRef="#ctx0" brushRef="#br1" timeOffset="113318">30849 852 24575,'-16'62'0,"0"0"0,0 0 0,0 0 0,-3-7 0,0-4 0,5 7 0,9 1 0,5 8 0,2 3 0,0-4 0,-1-11 0,-3 25 0,4-37 0,12-69 0,3-19 0,2 0 0,1 0 0</inkml:trace>
  <inkml:trace contextRef="#ctx0" brushRef="#br1" timeOffset="113742">30733 783 24575,'49'-28'0,"0"0"0,-19-29 0,16 59 0,19 20 0,0 10 0,-20 4 0,-29 5 0,-12 5 0,-1-2 0,9 7 0,-9-2 0,-24 14 0,-17-14 0,-17-42 0,3-14 0,23 7 0,-22 31 0,46-3 0,5 8 0,26-15 0</inkml:trace>
  <inkml:trace contextRef="#ctx0" brushRef="#br1" timeOffset="114290">31747 783 24575,'0'-33'0,"0"-1"0,0 4 0,-20-11 0,-6 61 0,-30 6 0,28-1 0,-8 9 0,0 4 0,15-11 0,1 0 0,-3 2 0,-3 3 0,-8 7 0,-5 3 0,10-10-1998,11-14 1998,-12 19 0,-7 13 0,12-14 0,20-24 0,-3 29 0,0 17 0,3-13 0,5-22 0,0 30 0,0 6 0,0-2 0,0-4 0,0 4 0,0-37 0,51-20 0,-17 0-1158,22 31 1158,-15-23 0,-5 22 0,-8-30 0,3 0 0,-11 0 0,6 0 0</inkml:trace>
  <inkml:trace contextRef="#ctx0" brushRef="#br1" timeOffset="114869">32116 1382 24575,'-13'-32'0,"0"0"0,0-9 0,6 10 0,7 26 0,-21-15 0,16 20 0,-15 0 0,-32 20 0,19 6 0,-23-1 0,41 12 0,9-2 0,6-22 0,-30 38 0,22-31 0,-23-15 0,31 16 0,0 10 0,31-3 0,-23 8 0,27-12 0,1-7 0,-25-12 0,29 15 0,-9-20 0,-23 0 0,43 0 0,5-20 0,-13 7 0,-1 0 0</inkml:trace>
  <inkml:trace contextRef="#ctx0" brushRef="#br1" timeOffset="115462">32277 783 24575,'0'-46'0,"0"20"0,0-15 0,20 36 0,16-15 0,13 20 0,-4 9 0,-3 2 0,-9-6 0,-6 12 0,-3 7 0,-11 11 0,-5 7 0,0 0 0,1 3 0,0-1 0,4 3 0,-1 0-1151,-1 3 1,-2 2-1,-8-10 1151,-22-9 0,8 29 0,1 4 0,-14-7 0,0-6 0,1 1-1131,11-17 1,0-5 1130,-22 9-1223,15 0 0,21-41 0,0 0 0</inkml:trace>
  <inkml:trace contextRef="#ctx0" brushRef="#br1" timeOffset="116284">32807 1842 24575,'-3'-35'0,"1"-1"0,8-10 0,6-6 0,6 1 0,12-3 0,8 1 0,-1 2 0,-7 6 0,0 1 0,-1 2 0,-1-4 0,-1 1 0,-5 24 0,-2 41 0,-20-15 0,-1 35 0,2 12 0,8-17 0,3-1 0,-2 12 0,6-7 0,40-19 0,-27-39 0,1 0 0</inkml:trace>
  <inkml:trace contextRef="#ctx0" brushRef="#br1" timeOffset="116653">33383 1796 24575,'0'-46'0,"31"82"0,-12-8 0,0 0 0</inkml:trace>
  <inkml:trace contextRef="#ctx0" brushRef="#br1" timeOffset="116820">33544 1842 24575,'36'-28'0,"0"0"0,9 10 0,-1 0 0</inkml:trace>
  <inkml:trace contextRef="#ctx0" brushRef="#br1" timeOffset="117322">33751 1912 8191,'0'-40'0,"0"0"0,31-1 0,8 0 0</inkml:trace>
  <inkml:trace contextRef="#ctx0" brushRef="#br1" timeOffset="139739">23707 4238 24575,'-28'-19'0,"-1"0"0,1-12 0,-3 31 0,31 0 0,0 0 0,0-20 0,0 14 0,0-14 0,0 20 0,0-21 0,0 16 0,0-15 0,0 20 0,0 0 0,31-21 0,18 16 0,4-3 0,6-4 0,-3-4 0,-1 1 0,-5 11 0,4 0 0,6-5 0,4-4 0,-8 5-904,-20 7 0,-1 2 904,14-1 0,6 0 0,-10 0 0,1 0 0,16 0 0,4 0 0,-33 0 0,0 0 0,24 0 0,10 0 0,-11 0-1692,3 0 1692,-22 0 0,2 0 0,-1 0 0,-4 0 0,-1 0 0,24 0 0,-18 0 0,-7 0 0,-19 0 1643,38 0-1643,-51 0 0,21 0 0,-16 0 0,15 0 0,-20 0 1857,21 0-1857,-16 0 0,15 0 0,-20 0 0,0 0 0,31 0 0,-23 0 0,23 0 0,-11 0 0,-15 0 0,16 0 0,-21 0 0,0 0 0,0-92 0,0 28 0,-1 23 0,0-4 0,3-3 0,3-5 0,4-2 0,-3 2-1971,-4 9 1,-1 1-1,1 0 1971,5-1 0,1 1 0,-2-1-1609,-5-8 1,-2-1-1,1 15 1609,0 20-484,0-31 0,0 6 484,0 38-602,0-47 602,0 45 3316,0-24-3316,0 31 5690,0 0-5690,0 31 0,-21 17 0,8-7 0,1 0 0</inkml:trace>
  <inkml:trace contextRef="#ctx0" brushRef="#br1" timeOffset="140308">25135 3386 24575,'-42'0'0,"0"0"0,-15-21 0,37 16 0,40-15 0,16-11 0,-8 23 0,7-27 0,2-1 0,4 25 0,-17-16 0,1-7 0,11 6 0,-1 0-1606,-14 1 1,-1 0 1605,15-1 0,-1 0 0,2-24-943,-3 29 1,-4-2 942,-23-11 0,-2 0 0,37-12 0,-11 17 0,-22 62 0,23-24 0,-18 26 0,-6 6 0,-2 2 1430,13-8 1,5 3-1431,3 14 0,5-13 0,4-41 0,4-10 0,12 8 0,0-1 0</inkml:trace>
  <inkml:trace contextRef="#ctx0" brushRef="#br2" timeOffset="155491">899 6403 24575,'-13'-25'0,"-5"25"0,59 1 0,25 3 0,-23 7 0,-1-2 0,0-7 0,0-4 0,-3 2 0,-1 0 0,2 0 0,-3 0 0,-4 0 0,18-20 0,-30 15 0,-16-16 0,15 21 0,-20-30 0,0 22 0,0-23 0,-20 31 0,15 0 0,-16 0 0,21 0 0,0 0 0,-30 31 0,22-23 0,-17 22 0,-1 11 0,12 0 0,2 0-717,-13 18 717,12 0 0,5 5-3273,7-11 0,2-1 3273,-1-5 0,0 1 0,0 2 0,0-3 0,0 4 0,0-2 0,0 12 0,0-23 0,0 1 0,0-4 0,0-1 0,0 3 0,0-2 0,0 13 0,0-17 479,0-11-479,0-14 6784,0 14-6784,0-20 0,0 0 0,-20 0 0,14 0 0,-14 0 0,20 0 0,0 0 0,-31 0 0,3 0 0,-28 0 0,16 0 0,3 0 0,4 0 0,-3 0 0,0 0 0,0 0 0,2 10 0,-1 1 0,-6-6 0,0 15 0,41-20 0,0 0 0,41 0 0,21-20 0,-10 7 0,1 0 0</inkml:trace>
  <inkml:trace contextRef="#ctx0" brushRef="#br2" timeOffset="156077">1175 7048 24575,'26'-38'0,"-6"7"0,-20 31 0,-20 0 0,14 0 0,-14 0 0,20 0 0,0 0 0,-31 0 0,24 0 0,-45 0 0,27 0 0,-32 0 0,23 14 0,-1 3 0,-1-4 0,1 2 0,-14 21 0,49-67 0,19-1 0,0 0 0</inkml:trace>
  <inkml:trace contextRef="#ctx0" brushRef="#br2" timeOffset="170707">2004 7141 24575,'-25'0'0,"-16"0"0,5 0 0,8 0 0,-3 0 0,62-21 0,17-5-3186,-7 1 3186,-7-1 0,4 1-11,11 10 1,2 2 0,-5-15 0,3-1 0,-2 14 0,1 0 0,0-1 0</inkml:trace>
  <inkml:trace contextRef="#ctx0" brushRef="#br2" timeOffset="171374">2742 7348 24575,'0'-41'0,"0"0"0,0-8 0,30-2 0,-2 46 0,29-15 0,-17 7 0,7 0 0,-6-2 0,-8-4 0,0-3-2835,17-15 1,6-7 0,-13 4 2834,-12-8 0,-3-1 0,-16 6-972,-40 28 1,-5 4 971,18-15-798,-28 11 0,-6 10 798,0 25 0,5 1 0,-8 6 0,5 2 0,2 15 0,3 2 0,-2-13 0,-3 0 0,10 6-932,14 9 1,9 5-1,4-6 932,5 17 0,-7-11 0,9-9 2795,44-23-2795,-4-8 0,9-1 0,-1-6 0,14-15 0,5-5-184,-5 9 0,9 2 0,0 0 0,-10-4 184,6-10 0,-7-7 0,-13-3 0,-2-6 0,-11 1 0,-20 0 0,-1 0 0</inkml:trace>
  <inkml:trace contextRef="#ctx0" brushRef="#br2" timeOffset="171685">3709 6127 24575,'-15'-49'0,"-1"1"0,9 9 0,-10 2 0,3 3 0,14 13 0,0 16 0,14 32 0,3 18 0,-13-10 0,-1 4-389,6 4 0,3 6 0,-2 5 389,-3 6 0,-1 6 0,-2 1 0,0-4 0,-3-2 0,0-4 0,2 7 0,2-14 0,2 6 0,1 3 0,1 0 0,-2-3 0,-2-6 95,-4 12 0,-2-7 1,6-1-96,10-2 0,6-1 0,-6-8 0,-7 13 0,43-35 0,-46-21 0,36 0 0,-15 0 0</inkml:trace>
  <inkml:trace contextRef="#ctx0" brushRef="#br2" timeOffset="172002">4285 6933 24575,'-25'-56'0,"4"28"0,42-3 0,-16 62 0,15-3 0,-20 8 0,10 10 0,1 0 0,-6-8 0,6 27 0,-2-2 0,-9-29 0,0 17 0,0-51 0,31 20 0,-17-46 0,0-14 0,14 5 0,0 1 0</inkml:trace>
  <inkml:trace contextRef="#ctx0" brushRef="#br2" timeOffset="172402">4562 6979 24575,'0'-38'0,"0"0"0,0 4 0,0-17 0,0 51 0,0 0 0,0 31 0,0-3 0,0 8 0,-3 10 0,6 0 0,17-8 0,-18-1 0,1 3 0,18 0 0,-1-8 0,-15-19 0,16 38 0,-21-51 0,51-92 0,-18 38 0,-13 17 0,0-5 0,-3 1 0,-4-15 0,-6 4-624,-7-7 624,0 20 0,0 1 0,0-13 0,21 23-6577,-16-8 6577,15 36-2265,-20 57 2265,31-24-359,-28 3 1,2-1 358,46 1-1706,-21-3 1,-4 3 1705,-9 0 0,-1 0 0,11-1 0,-2-1 852,-5 22 1,-15-9 0,16-1 0</inkml:trace>
  <inkml:trace contextRef="#ctx0" brushRef="#br2" timeOffset="173640">5184 7141 24575,'-26'0'0,"6"0"0,-1 0 0,16 0 0,-15 0 0,20 0 0,20-41 0,-15 0 0,16-8 0,0-13 0,-1 1 0,-10 18 0,8-6 0,5 0 0,7-2 0,-1 23 0,6-8 0,-14 67 0,-21 2 0,-1 2 0,2 7 0,5 6 0,2 5 0,-2-6 0,-3-11 0,0 0 0,1 12 0,2 7 0,4-9 0,21 10 0,-3-28 0,8 3 0,-14-58 0,-3-18 0,-7 0 0,1 0 0</inkml:trace>
  <inkml:trace contextRef="#ctx0" brushRef="#br2" timeOffset="173917">5875 6726 24575,'-42'0'0,"-1"0"0,-13 0 0,36 0 0,20 0 0,0 41 0,20 20 0,6-10 0,4 3 0,-4 1 0,2-5 0,0-18 0,0-2 0,-2 2 0,0-3 0,12-3 0</inkml:trace>
  <inkml:trace contextRef="#ctx0" brushRef="#br2" timeOffset="174683">6243 6887 24575,'-25'21'0,"4"4"0,42 32 0,-16-29 0,15 23 0,-20-46 0,0 15 0,21-20 0,-16-20 0,16 15 0,-21-16 0,0-9 0,0 2 0,0-8 0,0 15 0,0 21 0,0 0 0,0-71 0,13 37 0,4-2-3392,-5-27 0,4 1 3392,13 30 0,-1 3 0,-15-6 0,-1 8 0,9 22 0,10 5 0,-24 26 0,24-1-2269,-18 20 1,-6 2 2268,-1-8 0,4 14 0,0 1 0,-10-5 0,8-6 0,4 1 0,14 10 4537,0 2-4537,0-32 0,-1-7 0,-17-12 0,22 16 1356,-30-21 1,41-72 0,-15 27 0,-1 0 0</inkml:trace>
  <inkml:trace contextRef="#ctx0" brushRef="#br2" timeOffset="175218">7096 6726 24575,'0'-42'0,"0"-1"0,0-13 0,0 36 0,0 20 0,-31 0 0,3 20 0,-28 6-2286,30 30 2286,6-28 69,-7 6 0,2 4-69,13 23-3037,-25-25 1,2 3 3036,31 6 0,3-3 0,-20-14 0,21 23 0,21-26 0,15 1 0,-8-5 1138,23-21-1138,-12-17 0,-1-7 0,-8-4 0,-1-6 0,5-11 0,1-8 0,-7 5 0,-13 12 0,-4-2 0,-2-12 0,-2-5 0,-3 17 0,-4 25 0,0-38 0,0 51 299,0 51-299,0-10 0,0 2 0,0 2 0,0 0 3392,-2 3 0,4 1-3392,11 3 0,5-7 0,10-6 0,-13 12 0,6-10 0,16-40 0,-3-17 0,-25-18 0,-5-9 0,13-2 0,0-1 0,0 1 0</inkml:trace>
  <inkml:trace contextRef="#ctx0" brushRef="#br2" timeOffset="175420">7557 5712 24575,'-52'-25'0,"11"25"0,62 56 0,5-2 0,-9-4 0,2 11 0,1-3 0,5 2 0,-1 0-615,-11-10 0,-2 4 0,0 3 615,-1-6 0,-1 5 0,0 2 0,-1-5 0,-3-7 0,-2 3 0,-1-1 0,4 5 0,-1-1 0,0 1 0,0-1 0</inkml:trace>
  <inkml:trace contextRef="#ctx0" brushRef="#br2" timeOffset="175608">7626 6726 24575,'-27'-35'0,"1"0"0,-1 0 0,6 4 0,1 1 0,-3-8 0,5 4 0,18 6 0,21-8 0,5 15 0,15 12 0,14 2 0,-3 3 0,-1 0 0,0 3 0,7 4 0,4 3 0,-5 5 0,-6 15 0,0 0 0</inkml:trace>
  <inkml:trace contextRef="#ctx0" brushRef="#br2" timeOffset="176146">8409 6726 24575,'-47'37'0,"0"-1"0,0 1 0,5 3 0,-4 4 0,9 0 0,19-3 0,35 7 0,9-1 0,-28 11 0,7-11 0,44-37 0,10-20 0,-17-22 0,0 0 0</inkml:trace>
  <inkml:trace contextRef="#ctx0" brushRef="#br2" timeOffset="176645">8778 6726 24575,'-13'-42'0,"0"-1"0,-24 2 0,2 6 0,23 9 0,-23 32 0,-2 9 0,11-5 0,11 29 0,5 14 0,-4-2 0,7 3-2835,16-13 1,7 2 0,0-2 2834,-1 19 0,11-15 507,15-33 0,11-14 1,-4-8-508,1-17 0,-3-10 0,-11 10 0,0-1 0,-3-1 0,10-12 0,-12 5 0,-23 10 0,24 26 0,-31 6 0,14 36 0,13 8 0,12-30 0,4-2 3343,-1 23 0,6-5-3343,6-28 0,9-12 0,-9 0 42,-10 6 0,-14-9 0,-18-26 0,-19-6 0,-40 7 1,0 0-1</inkml:trace>
  <inkml:trace contextRef="#ctx0" brushRef="#br2" timeOffset="176819">8778 6357 24575,'-46'-38'0,"-11"7"0,29 31 0,49 31 0,11-12 0,0 0 0</inkml:trace>
  <inkml:trace contextRef="#ctx0" brushRef="#br2" timeOffset="177153">5921 6519 8191,'-41'-17'0,"0"-1"0,0 1 0,-18 5 0,25-16 0,17 4 0,43 24 0</inkml:trace>
  <inkml:trace contextRef="#ctx0" brushRef="#br2" timeOffset="177358">4285 6611 24575,'4'-62'0,"0"1"0,9 17 0,-1 1 0,1-1 0</inkml:trace>
  <inkml:trace contextRef="#ctx0" brushRef="#br2" timeOffset="179224">11634 5920 24575,'-46'0'0,"21"0"0,4-21 0,21 16 0,0-15 0,0 20 0,0 0 0,0-21 0,0 16 0,0-15 0,21 20 0,4 0 0,1 0 0,33 0 0,5 0 0,-18 0 0,6 0 0,18 0 0,2 0 0,-15 0-675,-18 0 0,-1 0 675,16-2 0,7 1 0,-7 4 0,-12 7 0,-8 0 0,0-5 0,17 16 0,-51-1 0,0-15 0,-51 16 0,38-21 0,-25 32 0,4 7 0,29-21 0,-15 26 0,-1 4 0,16-12-2113,-2 5 1,-1 11 0,2-4 2112,4-5 0,4 4-848,6 5 1,5 13-1,3 4 1,-2-4-1,-3-12 848,-3-4 0,-1-1 120,6 3 1,6 10 0,-1 3 0,-6-4 0,-12-14-121,-24-4 0,-14-10 0,-9-5 0,-11-3 0,5-6 0,5-2 0,-2-9 0,1-13 0,-8-10 0,-1-1 0,7 5 0,-7 9 0,6 1 2268,4-9 1,1 2-2269,2 8 0,19 2 969,51-1 0,33 0 0,12 0 0,-20 0 0,-1 0 1,1 0-1</inkml:trace>
  <inkml:trace contextRef="#ctx0" brushRef="#br2" timeOffset="179569">12280 6818 24575,'-29'-23'0,"1"0"0,6-8 0,-4 6 0,-27 23 0,-2 6 0,-4-27 0,18 35 0,-5 10 0,5-5 0,-13-11 0,24 14 0,4 0 0,6-14 0,54-13 0,24-7 0,-1-11 0,1-1 0</inkml:trace>
  <inkml:trace contextRef="#ctx0" brushRef="#br2" timeOffset="180136">13017 6611 24575,'46'0'0,"-49"0"-3277,28 16 0,26 14 0,-14-5 1787,-27-7 2043,1 23 1,-2 16-1,-8-11-553,-27-8 467,-7-8 1,-14 6 0,-2-1 0,9-8-468,12-9 0,0-3 0,-26 6 0,-7-1 0,32-10 0,63-15 0,25-10 0,-14-1 0,3-4 0,4 0 0,10-1 0,-1-1 0,1 1 0,-1 0 0</inkml:trace>
  <inkml:trace contextRef="#ctx0" brushRef="#br2" timeOffset="180365">13662 6657 24575,'-39'-26'0,"2"3"0,-8-3 0,5 14 0,7 21 0,2 13 0,-10 9 0,0 9 0,20 1 0,38 0 0,23 1 0,-5 3 0,-16 10 0,-3 3 0,13-15-73,20-21 0,14-12 0,3-10 0,-11-11 0,-9-19 0,-7-14 1,2-3-1,4 5 0,1-1 0,-1 0 0,0 0 0</inkml:trace>
  <inkml:trace contextRef="#ctx0" brushRef="#br2" timeOffset="181443">15021 5828 24575,'0'-39'0,"0"-12"0,0 25 0,0 1 0,0 4 0,0 21 0,0 0 0,-20 0 0,15 0 0,-16 0 0,-13 0 0,-4 0 0,0 0 0,-12 0 0,3 0 0,21 0 0,-36-3 0,1 6 0,36 18 0,-27-21 0,1 5 0,36 29 0,10 4 0,0-5-1869,-6 19 1,1 3 1868,10-1 0,6-4 0,2 11 0,-1-3 0,-5 2 0,1 0 0,3-8 0,2 2 0,-2 2 0,-4 9 0,-3 3 0,0-9 0,1-20 0,0 1 0,0 15 0,0 7 0,0-10 0,0 2-447,2-7 1,0 9 0,-6-11 446,-16-2-214,19 24 1,-3-11 213,-17-48 0,21 23 0,51-62 0,-17 3 0,5 15 0,9 1 0,-7 1 0,-3-9 1671,7 8 1,2 3-1672,10 4 0,-24 5 0,18 26 0</inkml:trace>
  <inkml:trace contextRef="#ctx0" brushRef="#br2" timeOffset="182228">15459 6242 24575,'-59'-25'0,"23"4"0,16 42 0,20 35 0,0-8 0,0 9 0,0-11 0,0 6 0,0 1 0,0-2 0,0 9 0,0-2 0,0 1 0,-2 4 0,1 0 0,4-8 0,6-5 0,2-20 0,-6-30 0,5-48 0,1-25 0,-1 31 0,2-2 0,-4 0-304,-4-4 0,-2-1 0,0-5 304,3 4 0,2-6 0,1-2 0,-1 2 0,-3 5-2161,-3-5 1,-1 5-1,-1-4 2161,0-2 0,0-4 0,1 0 0,2 2 0,4-9 0,2 3 0,-2 9-857,-4 17 0,1 4 857,18-18 0,-1 6 0,-14 16 0,26 49 0,7 15-819,-6 1 819,-6 2 0,3 4 0,7-2 0,-3 1 0,-17 2 0,0 3 0,22 8 0,-1 1 0,-22-15 0,-7 5-811,-4 17 0,-5 9 1,-5-8 810,-5-17 0,-5-1-33,-6 8 0,-6 4 0,-2-10 33,-7-13 0,-2-13 0,-24-14 0,21 16 1026,41-21-1026,-31-21 4481,24 16-4481,7-15 0,28 17 0,13 6 0,13-3 0,-1 0 0</inkml:trace>
  <inkml:trace contextRef="#ctx0" brushRef="#br2" timeOffset="182631">16357 5874 24575,'-45'24'0,"0"1"0,0 0 0,6 17 0,2 8 0,3 6 0,3 1 0,3-1 0,3 3 0,4 3 0,5 4 0,7-4 0,2 10 0,4 2 0,4-3 0,5-11 0,6-15 0,18-14 0,9-6 0,-2 13 0,5 10 0,0-7 0,-6-25 0,0-42 0,-3-19 0,3 0 0,-1 0 0</inkml:trace>
  <inkml:trace contextRef="#ctx0" brushRef="#br2" timeOffset="183079">16403 6519 24575,'11'-40'0,"-1"0"0,26-1 0,-3 48 0,3 17 0,-6 6 0,-3 9 0,-12 2 0,-25 3 0,-14 3 0,4-2 0,16 10 0,-8-8 0,-95-6 0,107-41 0,77-20 0,-22 7 0,0 0 0</inkml:trace>
  <inkml:trace contextRef="#ctx0" brushRef="#br2" timeOffset="183326">16933 6519 24575,'-46'-30'0,"0"1"0,9 39 0,0 16 0,1 5 0,-1 8 0,5 1 0,1 8 0,11 3 0,11-2 0,8 4 0,11-11 0,23-15 0,5-6 0,1 20-1215,13-11 0,3-19 0,-19-39 1,-3-15-1,8-2 0,0 0 1</inkml:trace>
  <inkml:trace contextRef="#ctx0" brushRef="#br2" timeOffset="183930">17095 5758 24575,'0'-25'0,"31"40"0,9 21 0,-19 2 0,-3 7 0,2 3 0,7-9 0,4 1 0,-1 3 0,-5 6-1639,-10 4 1,-3 9-1,-4 4 1,-2 1 0,-2-4-1,-1-8 1142,1 9 1,-3-8-1,-6 6 497,-4-3 0,-4 8 0,-4 0 0,-2-7 0,-2-14 1409,-12-10 0,-3-8-1409,-5 13 0,5-10 0,16-26 343,20 15 1,51-40 0,-19 7 0,0 0 0</inkml:trace>
  <inkml:trace contextRef="#ctx0" brushRef="#br2" timeOffset="185189">17578 5712 24575,'-58'-20'0,"1"15"0,32-16 0,4 21 0,21-20 0,41-16 0,0 8 0,-9 11 0,5 3 0,28 7 0,-2 14 0,-31 18 0,0 1-2835,17-20 1,7-7 0,-12 9 2834,-11 43 0,18-51 1719,-51 0-1719,0 21 0,0-16 0,0 15 0,-20-20 0,-16 52 0,-13-19 2351,30-4 0,2-2-2351,-3-6 0,7 28 0,5 14 0,5-16 0,2 2 0,0 6 0,0 0 0,0 7 0,1 2 0,0 1 0,2-4 0,3 5 0,1-2 0,2 0 0,-1-2 0,-1-1 0,-1-1 0,1-1 0,2-1 0,5-1 0,1 0 0,1-2 0,-5-6 0,-6 7 0,-1-2 0,10-5 0,2 3 0,-12-12 0,-34-4 0,3-16 0,-28-20 0,0-20 0,12 2 0,-2 0 0,9 3 0,-3 2 0,-6 0 0,-5 2 0,7 4 0,-4 7 0,4 0 0,16 0 0,65 2 0,28-4 0,-16-8 0,4-6 0,4 1 0,-3 5 0,0-1 0,-1 1 0,1 0 0,0 0 0</inkml:trace>
  <inkml:trace contextRef="#ctx0" brushRef="#br2" timeOffset="185501">19214 6519 24575,'-42'-43'0,"0"1"0,11-4 0,5 5 0,6 13 0,20-3 0,0 62 0,20-23 0,-7 36 0,0 14 0,10-13 0,0 0 0</inkml:trace>
  <inkml:trace contextRef="#ctx0" brushRef="#br2" timeOffset="185636">19099 6818 24575,'-46'-46'0,"20"20"0,6 6 0,20 20 0,0 0 0,41 0 0,10 0 0</inkml:trace>
  <inkml:trace contextRef="#ctx0" brushRef="#br2" timeOffset="186535">20435 6127 24575,'0'-26'0,"0"-35"0,0 20 0,0-8 0,0 49 0,0 8 0,0 27 0,0 2 0,0-27 0,0 29 0,0 24 0,0 9 0,0-11-2835,0-13 1,0-4 0,0 5 2834,0 11 0,0 5 0,0 3 0,0-2 0,0-1 0,0 2 0,0-5 0,0-11 573,0-11 1,0-3-574,0 25 0,0 7 0,0-36 0,0-48 0,0-19 0,0-9 0,0-2 0,0-1 0,0 1 0</inkml:trace>
  <inkml:trace contextRef="#ctx0" brushRef="#br2" timeOffset="186921">20435 5874 24575,'21'-56'0,"-1"1"0,1-1 0,-3-7 0,10 21 0,19 46 0,17 21 0,-2 15 0,-23 4 0,-31 6 0,-21 9 0,-6 5 0,7-2 0,14 2 0,6 1 0,-4 0 0,-13-5 0,-17-1 0,-13 0 0,-5-8 0,2-15 0,-11-18 0,9-16 0,29-7 0,56-16 0,4 28 0,7 7 0,-7-6 0,0 1 0,1 0 0</inkml:trace>
  <inkml:trace contextRef="#ctx0" brushRef="#br2" timeOffset="187251">21587 5920 24575,'-10'-58'0,"0"1"0,-22 61 0,-13 21 0,-8 15 0,3 7 0,9 0 0,14 2 0,5 6 0,4 5 0,3 3 0,-1 0 0,-1-2-1405,0-7 1,-2 0 0,0 1-1,1 0 1,1 0 0,4-2-1,4 0 1107,0 13 0,3 2 0,4-2 0,9-9 0,10-15 28,26-9 1,14-16 0,-8-16-1,-13-21 1,-3-11 0,8-1 0,0 0-1</inkml:trace>
  <inkml:trace contextRef="#ctx0" brushRef="#br2" timeOffset="187735">22071 6519 24575,'-52'9'0,"0"0"0,0 1 0,-13-21 0,4 14 0,25 28 0,-2 18 0,4 9 0,9-1 0,12-11 0,22 0 0,13-5 0,0 5 0,10-13 0,22-36 0,14-22 0,-8-6 0,-12-12 0,-7-3 0,-1-1 0,-8 22 0,-21 62 0,-2 18 0,18-18 0,3 0 0,-5 17 0,3-3 0,11-25 0,-1-1 0</inkml:trace>
  <inkml:trace contextRef="#ctx0" brushRef="#br2" timeOffset="188100">22440 5989 24575,'23'-32'0,"0"0"0,24 39 0,3 27-2458,-23 11 0,-5 18 1,-3 6-1,2-8 1961,10-6 1,0-4-1,-8 9 497,-15-4 0,-4 10 0,-5 4 0,-2-2 0,-1-8 0,0-16 2818,-9 12-2818,-8-2 0,-6 7 0,3-33 0,11-55 0,1-17 0,-11-1 0,0 0 0</inkml:trace>
  <inkml:trace contextRef="#ctx0" brushRef="#br2" timeOffset="201285">899 9375 24575,'-57'0'0,"29"0"0,-23 0 0,46 0 0,-16 0 0,21 0 0,-20 0 0,15 0 0,-16 0 0,21 0 0,0 0 0,0 20 0,-20-14 0,15 14 0,-16 1 0,21-16 0,0 15 0,0-20 0,21 0 0,4 0 0,11 0 0,5 0 0,-4 0 0,0 0 0,8 0 0,2 0 0,16 0 0,-5 0 0,-10 0 0,-10 0 0,-4 0 0,-14 0 0,-14 0 0,-37 0 0,18 0 0,-38 31 0,30-24 0,16 45 0,-15-47 0,20 15 0,0 15 0,0 2 0,0 1 0,0 25 0,0 2 0,0-11 0,0 2 0,0-15 0,0 16 0,0-24 0,0 2 0,0 2 0,0 19 0,0-2 0,-10-16 0,-1 0 0,6 19 0,-15-29 0,20 23 0,0-25 0,0 20 0,0-21 0,0-4 0,0 9 0,0-1 0,0 6 0,0 3 0,0-4 0,0-21 0,0 38 0,0-51 0,-31 0 0,3 0 0,-8 0 0,2-12 0,-4-7 0,-14-4 0,-1-2-1416,16 4 1,0 1 1415,-16 0 0,14-1 0,39-10 0,-21 23 0,16-22 0,5 30 0,57 0 0,-15 0 0,0 0 0</inkml:trace>
  <inkml:trace contextRef="#ctx0" brushRef="#br2" timeOffset="201650">1106 10204 24575,'-46'0'0,"7"15"0,1 1 0,5-8 0,-18 22 0,51-30 0,-21 0 0,-15 21 0,-12-16 0,12 15 0,-5-20 0,36 0 0,-16 0 0,47-21 0,20-9 0,-1-2 0,-1 0 0</inkml:trace>
  <inkml:trace contextRef="#ctx0" brushRef="#br2" timeOffset="201985">1912 10112 24575,'-42'0'0,"0"0"0,-15 0 0,89-13 0,36-6 0,-4 0 0,-16 2 0,2 1 0,0 0 0,10 0 0,-2 1 0,-9 5 0,-7 7 0,-7 6 0,11 23 0</inkml:trace>
  <inkml:trace contextRef="#ctx0" brushRef="#br2" timeOffset="202783">2972 9905 24575,'-38'-39'0,"-14"60"-4916,56 27 1,8 9 4170,-20-20 0,0 0 745,13 20 0,11-1-182,12-17 0,-5-2 0,-25-3 0,-4 2 0,19 19 0,0 0 0</inkml:trace>
  <inkml:trace contextRef="#ctx0" brushRef="#br2" timeOffset="203303">3387 10158 24575,'-7'49'0,"1"-1"0,7-84 0,4-44 0,5-1 0,7 40 0,11 67 0,8 39 0,3 1 0,-1-36 0,-6-53 0,0-30 0,0-1 0,2 26 0,10 45 0,2 24 0,-2-20 0,-9-48 0,0-1 0,0 1 0</inkml:trace>
  <inkml:trace contextRef="#ctx0" brushRef="#br2" timeOffset="203587">4032 9260 24575,'-15'46'0,"1"0"0,-1 0 0,4-3 0,7 6 0,9-1 0,6 10 0,5 8 0,2 1 0,2 0 0,-1-7-1967,3 0 1,2-2 0,1-2 0,0-1 0,-3-2 1593,-1 1 1,-1-1-1,-1-3 1,1-3 372,7 12 0,2-3 0,-14-32 0,-21-53 0,-8-19 0,1 6 0,0-1 0</inkml:trace>
  <inkml:trace contextRef="#ctx0" brushRef="#br2" timeOffset="203778">3963 9951 24575,'49'-29'0,"1"0"0,-1 0 0,1 0 0,-1 0 0,1 0 0,-2-4 0,-2-2 0,-3 8 0,-1 14 0,7 20 0,-2 14 0,-15 8 0,-35 26 0,1 0 0</inkml:trace>
  <inkml:trace contextRef="#ctx0" brushRef="#br2" timeOffset="204330">4769 10112 24575,'6'-33'0,"1"0"0,5-5 0,9 1-1229,17 3 0,12 2 0,-2 9 0,-2 7 1,-3 16-1,6 43 0,0-1 0</inkml:trace>
  <inkml:trace contextRef="#ctx0" brushRef="#br2" timeOffset="204699">5345 9905 24575,'-36'-32'0,"0"0"0,18-19 0,-27 81 0,-2 32 0,32-17 0,9 5 0,2 1-1360,1-4 0,2 1 0,-1 0 1360,-8 6 0,-1 0 0,17-14 312,28-19 0,17-13 0,-3-11-312,-7-15 0,-2-10 0,2 2-583,5 13 0,1 3 0,-5-10 583,2-28 0,-9-14 0,-22 3-1721,-32 13 0,-20 3 0,5 1 1721,16-8 0,-7 6 248,-15 16 1,-13 3 0,-1 9 0,11 13-249,7 26 0,8 10 0,-8 21 0,65-16 0,-1 1 0</inkml:trace>
  <inkml:trace contextRef="#ctx0" brushRef="#br2" timeOffset="205724">6290 8937 24575,'0'-25'0,"0"-16"0,0 36 0,0-16 0,-21 21 0,16 0 0,-16 21 0,21 4 0,0 32 0,0-9-3392,-9 15 0,-2 2 3392,6-1 0,-2-16 0,-1 6 0,2-7-111,6 6 111,6 3 0,2 12 0,-1-13-1460,-2-3 1460,0-2 0,2 11 0,1-9 0,13 10 0,-16-8 0,16-3 0,-21-51 0,-21-21 6005,-5-35-6005,-29 28 0,-7 2 0,25-3 0,-1 2 74,-21 8-1,-2 18-73,13 32 0,9 9 0,6-1 1101,5-4 1,5 6-1102,15 20 0,16-9 0,22-29 0,-18 32 0,5 3 0,24-37 0,5-7 0,7 15 0,-16-12 0,3-4 0,11-11 0,-5-4 0,-7 2 0,-4 3 0,1-6 0,16-27 0,-40 22-664,23-18 1,2 1 663,-11 20 0,0-14 0,4-3 0,29-4 0</inkml:trace>
  <inkml:trace contextRef="#ctx0" brushRef="#br2" timeOffset="206191">6566 9951 24575,'0'-58'0,"0"1"0,0-14 0,0 19 0,0 44 0,0-23 0,-10 58 0,0 18 0,6-12 0,2 3 0,-4 20 0,-3 8 0,4-7 0,4-19 0,2-2 0,-3 21 0,4-1 0,18 0 0,6-23 0,0 18 0,19-66 0,2-21 0,-27 12 0,-2-6 0,17-16 0,6-9 0,-9 3-2456,-16 4 1,-4 1 2455,6-16 0,-5 6 0,-13 21 0,0-5 0,-31 36 0,23 5 0,-23 5 0,31 36 0,0-2 0,0-1 0,0 0 1788,0 8 0,0 0-1788,0-10-158,0 13 158,31 7 0,-23-30 0,33-9 0,10-14 0,-18-20 0,1-7 0,7 7 0,1 0 0,0 0 0</inkml:trace>
  <inkml:trace contextRef="#ctx0" brushRef="#br2" timeOffset="206500">7464 9790 24575,'-25'-26'0,"-2"-1"0,3 3 0,16 16 0,-23-23 0,-10 62 0,0-3 0,17-2 0,0 5 0,-16 16 0,8 3 0,22 9 0,-3 7 0,5-4 0,13-29-429,3 6 1,5-6 428,7-28 0,16 29 0,5 3 0,-7-29 0,1-3 0,6 26 0,-2-11 0,-1-46 0,-5-19 0,-7 0 0,0 0 0</inkml:trace>
  <inkml:trace contextRef="#ctx0" brushRef="#br2" timeOffset="206825">7557 9145 24575,'-46'0'0,"20"51"0,5-38 0,18 33 0,6 10 0,-3-2 0,12-13 0,4 7 0,-3-4 0,-8-4 0,1-1-1447,11 19 0,7-8 1447,6-22-258,-15 32 1,-1 3 257,21-20 0,-22 14 0,-5 4-2828,3-20 1,-2-5 2827,-4-3 0,16 18 0,-28-77 0,-7-20 0,2 2 0,-1-1 0</inkml:trace>
  <inkml:trace contextRef="#ctx0" brushRef="#br2" timeOffset="207030">7626 9951 24575,'-40'-36'0,"0"0"0,-1-2 0,18 2 0,5-5 0,14 3 0,8 4 0,17 1 0,5-23 0,8 31 0,8 9 0,-1 12 0,3 3 0,0-7 0,3-1 0,-2 5 0,0 12 0,-1 5 0,5-1 0,-1 1 0</inkml:trace>
  <inkml:trace contextRef="#ctx0" brushRef="#br2" timeOffset="207697">8317 9744 24575,'-59'0'0,"45"41"0,11 23 0,5-6 0,3-16 0,5-2 0,2 14 0,3 5 0,7-18 0,34-26 0</inkml:trace>
  <inkml:trace contextRef="#ctx0" brushRef="#br2" timeOffset="208795">8732 9790 24575,'-57'-21'0,"29"-15"0,-23 39 0,46-26-9831,-36 54 8341,36-11 2899,-6 15 0,1 7-1409,9-4 0,2 3 859,-3 16 1,4-1-860,8-19 0,1-5 0,-6 4 0,38-26 0,6-20 0,-31-29 0,-10-18 0,4 4 2261,13 17 0,4 3 1,-6-5-2262,-14-11 0,-7-9 0,-1 4 0,8 18 0,21 15 0,19 42 0,-18 11 0,-1 10-2262,-3-6 1,0 3 0,-4-7 2261,5 2-1589,10 15 1,-4-6 1588,-24-33-629,27 4 0,-2-8 629,-27-11 0,17-42 0,1-18 0,-12 18 0,-3-1 1529,-2 5 0,0-2 0,-1 3-1529,4-12 0,-3 10 0,-9 19 4181,30 66-4181,-25 13 0,-2 9 817,12-20 0,4 0 0,-2-1-817,-4 19 0,0-9 0,12-11 0,-4-41 0,-21 0 0,-21 0 0,-4 0 0</inkml:trace>
  <inkml:trace contextRef="#ctx0" brushRef="#br2" timeOffset="209049">8317 9306 24575,'-4'-36'0,"0"0"0,53 18 0,-9-6 0,0 0 0,0 1 0</inkml:trace>
  <inkml:trace contextRef="#ctx0" brushRef="#br2" timeOffset="209752">3018 9744 24575,'-56'0'0,"28"0"0,-24 0 0,47-31 0,5 23 0,23-15 0,20-10 0,-1-3 0,-7-1 0,0-2 0,2-3 0,8-5 0,0 0 0,0-1 0,-1 1 0</inkml:trace>
  <inkml:trace contextRef="#ctx0" brushRef="#br2" timeOffset="215003">11865 9052 24575,'0'-42'0,"0"0"0,0-14 0,0 35 0,-31 21 0,23 0 0,-22 0 0,30 0 0,0 0 0,0 51 0,0-17 0,0 2 0,0 4-231,0-3 0,0 3 231,0 6 0,0 5 0,0-2-510,-1 5 1,2 2 509,4-2 0,4 6 0,1 2 0,-4-5 0,-2-5 0,-3-4 0,2 3 0,4 0 0,2 4 0,0-2 0,-3-5 0,-5 12 0,-2-10 0,1 2 0,0-109 109,0 4 1,0-4-1,0 37 1</inkml:trace>
  <inkml:trace contextRef="#ctx0" brushRef="#br2" timeOffset="215634">11704 9052 24575,'13'-52'0,"1"0"0,0 0 0,14 13 0,5 4 0,-4 1 0,3-1 0,2 12-4916,12 17 1,0 12 4834,-10 2 1,-3 4 80,-3 5 0,-4 2 2621,0 9-2621,9 1 0,2-6 0,-4-18 116,6 12 0,-1 7-116,-13 12 0,-10 7 0,-9 3 0,-27 0-1473,-7 5 0,-8 12 0,3-13 1473,-11-4 0,-1-6 0,-10 6 0,12-4 1772,26-12 1,1-4-1773,-30 1 0,-5-5 0,19-3 0,2-2 0,-19 3 0,19-20 1229,30-20-1229,0 15 6784,30-16-6784,-1 21 0,6 0 0,-14 0 0,-1 21 0,6 4 0</inkml:trace>
  <inkml:trace contextRef="#ctx0" brushRef="#br2" timeOffset="216267">13063 8891 24575,'-26'-56'0,"6"28"0,-1-3 0,-35 62 0,23-3 0,-3-13 0,0 6 0,7 34 0,2 2 0,0-35 0,0 0 0,1 15 0,0 8 0,1 1 0,-2 1 0,0 1 0,4-2-1721,6-1 1,1-1 1720,-1-3 0,-1 1 0,2-5 0,-5 15-1239,18 4 1,1 5 1238,-9-11 0,2 0 0,16 12 0,6 2-656,-4 2 1,8-10 655,10-35 0,2-3 0,-6 22 0,3-3 0,16-22 0,3-10 0,9-5 0,2 0 0,-36 0 0,-20 0 0,0 0 0,0 0 0</inkml:trace>
  <inkml:trace contextRef="#ctx0" brushRef="#br2" timeOffset="217264">13431 9536 24575,'-25'-38'0,"4"-13"0,21 46 0,0-16 0,-20 42 0,-8 4 0,-7 9 0,1 4 0,-6 14 0,2 6 0,21-2 0,29-14 0,14-2 0,-5 1 0,-20 30 0,8-19 0,36-60 0,15-23 0,-16 19 0,-29 50-848,34-2 0,4 2 0,-38-9 0,1 1 0,25-1 0,0 0 0,0 0 0</inkml:trace>
  <inkml:trace contextRef="#ctx0" brushRef="#br2" timeOffset="218520">13915 8776 24575,'0'-46'0,"0"20"0,0 6 0,0 20 0,-20-31 0,15 24 0,-16-24 0,21 31 0,0 0 0,21 0 0,-16 0-2262,23 24 1,16 19 0,-4-8 2261,14-9-757,-30 7 1,1 16 0,1 11 0,-1 2 0,-3-5 0,-3-11 756,5 3 0,-7 4-434,-11-3 1,-3 15-1,-3 8 1,-1 2 0,-2-1-1,0-9 1,1-14 433,0 6 0,-6-4-339,-4-3 1,-4 11 0,-4 6 0,-2-4 0,0-10 0,1-19 338,-28-11 228,17 7 0,-4 8 0,5-14-228,-5-24 2368,-5 0-2368,36 0 0,5 0 0,25 0 0</inkml:trace>
  <inkml:trace contextRef="#ctx0" brushRef="#br2" timeOffset="224202">13339 9790 24575,'0'-57'0,"0"29"0,0-3 0,0 31 0,0 0 0,21 31 0,-16-23 0,15 23 0,1-31 0,15 20 0,-8-15 0,0 13 0,-5 5 0,-18 13 0,16-8 0,-21 23 0,0-46 0,0 36 0,-21-36 0,-15 36 0,8-36 0,-3 16 0,31-21 0,31 0 0,-3 0 0,8-21 0,-15-4 0</inkml:trace>
  <inkml:trace contextRef="#ctx0" brushRef="#br2" timeOffset="225490">16196 9375 24575,'-25'0'0,"-27"0"0,45 0 0,-24 0 0,62-31 0,-24 24 0,24-24 0,-10 31 0,-16-21 0,15 16 0,-20-15 0,0 20 0,0 0 0,-20 0 0,15 0 0,-34 6 0,6 8 0,71 22 0,-56-8 0,57-12 0,-1-1 0</inkml:trace>
  <inkml:trace contextRef="#ctx0" brushRef="#br2" timeOffset="225934">16150 10043 23227,'-40'-10'0,"1"-1"0,-2 6 0,0-15 0,71 28 0,11 4 0,-23-7 0,40 7 0,-3-3 0,-45-9 662,11-41-662,-47 31 45,21-31 0,31 82 0,9-16 1,1 1-1</inkml:trace>
  <inkml:trace contextRef="#ctx0" brushRef="#br2" timeOffset="227590">17671 8937 24575,'0'-25'0,"0"4"0,20 1 0,-15 15 0,16-16 0,-21 21 0,0 0 0,-21 0 0,16 0 0,-15 0 0,20 0 0,-21 0 0,57 0 0,5 0 0,-5 0 0,2 0 0,18 0 0,-1 2 0,10 0 0,0-6 0,-11-10 0,-2-6 0,6 3-1357,-8 9 0,5 2 0,3 2 1,-4-2-1,-5-3 1357,3-9 0,-5-3 0,-5 3 0,4 6 0,-21 4 0,-76 8 0,38 0 0,-22 5 0,-1 10 0,20 21 0,6 5 0,-16 18 0,9-11 0,-5 13 0,3 5 0,6 0 0,9-13 0,6 0 0,2 2 0,0 2 0,-3 1-757,-2 3 1,-3 3 0,0 2 0,0 0 0,2-2 0,2-4 756,3-1 0,1-3 0,2-1 0,1-1 0,1-1 1134,6 13 0,4 2 0,-3-7 1,-11-16-1135,-19-6 0,25-2 0,-5-3 0,-56-3 0,44-23 0,-45 23 0,-4-31 0,2 0 0,-2 0 0,15 0-421,15 0 421,-9 0 0,-6 0 0,-2 0 0,1 0 0,-22 0 0,13 0 0,51 0-1100,0 0 1,51 0 0,13 0 0</inkml:trace>
  <inkml:trace contextRef="#ctx0" brushRef="#br2" timeOffset="228054">18408 9790 24575,'-46'0'0,"-11"0"0,22 0 0,1 0 0,-7 0 0,-20 0 0,23 9 0,-1 2 0,5-8 0,-1-1 0,-5 7 0,1 3 0,2 4 0,2-2 0,-26-6 0,23 8 0,1-1 0,-19-15 0,35 0 0,21-31 0,21 3 0,21-1 0,13 2 0,-10 11 0,1 1 0,-1 0 0</inkml:trace>
  <inkml:trace contextRef="#ctx0" brushRef="#br2" timeOffset="228843">19007 9744 24575,'-30'-16'0,"1"1"0,-7 7 0,16-23 0,71 11 0,-38 15 0,24-7 0,-3 3 0,-29 9 0,37 7 0,9 7 0,-13 22 0,1-25 0,-1 6 0,-12 35 0,-11-2 0,-10-32-246,10 31 1,-10-6 245,-25-38-3311,-16 39 1,-5 4 3310,-18-30 0,20 18 0,1 0 0,-3-15 0,3-19 0,0 1 0,-1 17 0,3-18 0,1-4 0,4 2 0,23 0 0,36 0 0,16 0 0,2 0 0,-2-3 0,14-2 0,4-1 0,-6 0 0,-2-3 0,0 1 0,-1-1 0</inkml:trace>
  <inkml:trace contextRef="#ctx0" brushRef="#br2" timeOffset="229171">19836 9582 24575,'-46'-25'0,"8"12"0,-1 5 0,-14 8 0,-4 0 0,19 27 0,5 8 0,-1 11 0,-3-14 0,-3 5 0,9 14 0,6 0 0,-3 8 0,9-19 0,7 2-3392,23 7 0,9-6 3392,8-10-468,14-19 1,17-5 0,5-2 0,-9-1 467,5 7 0,-2-10 0,-8-16 0,5-10 0,-3-4 0,-12-3 0,-14-14 0,-1-1 0</inkml:trace>
  <inkml:trace contextRef="#ctx0" brushRef="#br2" timeOffset="230576">21103 8684 24575,'-25'0'0,"4"0"0,21 0 0,0 0 0,-71-31 0,53 24 0,-30-4 0,-18-2 0,16 6 0,27 7 0,-30-3 0,-7 6 0,17 6 0,9 13 0,21 27 0,12 20 0,-3 4 0,-7-18 0,-5 3 0,-1 2 0,3 0 0,6-1-112,7-4 1,6-1-1,2 0 1,0 2-1,-5 4 112,-3-6 0,-3 6 0,-2 3 0,0 1 0,-1-1 0,0-4 0,2-6 0,0-8 0,2 2 0,0-8 0,-1 5 0,-3 15 0,-3 12 0,0 2 0,1-8 0,4-18 0,5 2 0,-5-9 0,10-8 0,43-41 0,17-13 0,-7 18 0,4 0 0,-5-10 0,3-3 0,-10 17 0,-7 38 0,-17 17 0,-30 2 0,0 1 0</inkml:trace>
  <inkml:trace contextRef="#ctx0" brushRef="#br2" timeOffset="231625">21587 9214 24575,'-25'-59'0,"4"23"0,21-25 0,0 50 0,0-25 0,0 1 0,0 27 0,0 28 0,0 28 0,0 9 0,0-10 0,0 1-1231,0 17 0,0-2 1231,0-29 0,0 1 0,0 10 0,0 10 0,0 0 0,0-5 0,0 6 0,0 1 0,0-7 0,0 6 0,0 0 0,0-6-2985,0 11 1,0-9 2984,0 6 0,0 14 0,0-72 0,0 0 0,21 0 0,-16 0 0,15-20 0,-20-6 0</inkml:trace>
  <inkml:trace contextRef="#ctx0" brushRef="#br2" timeOffset="232035">21587 9099 24575,'-25'-45'0,"-1"0"0,-3-8 0,17 14 0,32 34 0,-14-16 0,35 18 0,10 6-863,-13-3 863,22-1 0,8 2-3178,-4 7 0,-2 5 3178,-14 2 0,-2 6 0,-5-2 0,1 3 0,-7 6-773,-2 26 1,-10 4 772,-8-18 0,-2 0 0,9 13 0,-13 1-1941,-37 0 1,-15-8 1940,9-21 0,-2-1 0,4 7 0,-3 4 0,-3-9-766,-27-20 1,2-7 765,5 21 1561,2-18 0,4-4-1561,24 2 1244,-3 0-1244,31 0 880,51 0 1,-20 9 0,2 3 0,25 1 0,0-1 0</inkml:trace>
  <inkml:trace contextRef="#ctx0" brushRef="#br2" timeOffset="232513">22808 8845 24575,'0'-64'0,"-6"24"0,-8 8 0,-22 27 0,8-15 0,-3 20 0,31 0 0,-21 0 0,11 31 0,-5 10 0,-32-14 0,-3 4 0,26 21 0,8 12 0,-3-6-862,-7-17 0,-3-5 0,7 3 862,10 24 0,3-1 0,-6-19 0,0 1 0,5 1 0,1 4 0,0-2 0,-10 7 0,2 2 0,8-10 0,2 6 0,3 0 0,3-5 0,8 9 0,7-2 0,-1-1 0,5 2 0,7-9 0,25-14 0,5-6 0,-10 14 0,0-8 0,7-31 0,-7-2 0,-20 22 0,-4-16 0,-21 15 0</inkml:trace>
  <inkml:trace contextRef="#ctx0" brushRef="#br2" timeOffset="233051">23062 9582 24575,'25'-5'0,"5"29"0,4 8 0,5-15 0,-9 5 0,-27 29 0,-18 14 0,-3-17 0,-8-25 0,-19 3 0,-21 8 0,7-1 0,34-14 0,54-14 0,-37 16 0,55-21 0,0 0 0,0 0 0</inkml:trace>
  <inkml:trace contextRef="#ctx0" brushRef="#br2" timeOffset="233347">23545 9674 24575,'-44'-28'0,"-1"0"0,-21 45 0,19 22-3277,57-4 0,19 7 0,-6 2 2780,-24 6 1,-7 3-1,14-5 257,33-1 1,18-6-1,-4-22 1,-14-34 0,1-13-1,1 8 1,0 0 0,0 1-1</inkml:trace>
  <inkml:trace contextRef="#ctx0" brushRef="#br2" timeOffset="233821">23914 8684 24575,'31'42'0,"0"0"0,1 0 0,-1 0 0,0 0 0,-8 10 0,-3 3 0,-3 4 0,-2 3 0,-4 0 0,-2 1 0,-4-3 0,-3 2 0,-3 2 0,-3 0 0,-1 0 0,-1 0 0,0-2 0,-2-1 0,0 1 0,-1 1 0,-2-3 0,-1-2 0,-3-4 0,-2-7 0,-17 19 0,-5-9 0,2-19 0,-9-18 0</inkml:trace>
  <inkml:trace contextRef="#ctx0" brushRef="#br2" timeOffset="234912">24398 8615 24575,'-49'0'0,"1"0"0,9 0 0,-16 0 0,8 0 0,39 0 0,-23-41 0,60 34 0,14 4 0,-10-9 0,3 3 0,25 16 0,4 12-1921,-7 8 0,-4 2 1921,-17-15 0,0 0 0,6 4 0,4 2 0,-9-7 0,1-8-288,16 7 0,-8-3 288,-39-9 0,23 0 0,-31 0 0,-31 0 0,23 20 0,-43 16 0,30-1 0,3 10 0,1-4 0,-1-6 0,2 4 0,2 13 0,-2 13 0,4 2 0,3-11 0,8-2 0,2 0 524,-1-5 0,0 6 0,0 2 0,0-1-524,0 3 0,0 1 0,0-2 0,0-4 0,0-9 0,0-3 0,0 4 0,0 3 0,0 9 0,0 0 0,0-3 0,0-11 0,0-6 0,0-2 0,0 29 0,0-2 0,0-15 0,0-12 1655,0 5-1655,0-15 0,0-1 0,0-4 0,0-21 0,0 0 0,-92 0 0,49 0 0,-14 0 0,-14 0 0,9 0 0,23-2 0,4 4 333,-15 13 1,0 0-334,9-13 0,10 4 0,21 25 0,41-62 0,14 12 0,-1 0 0</inkml:trace>
  <inkml:trace contextRef="#ctx0" brushRef="#br2" timeOffset="252262">691 13061 24575,'-25'-47'0,"4"22"0,21-16 0,0 36 0,0-16 0,0 21 0,0 0 0,-31 0 0,24 0 0,-24 0 0,31 0 0,0 0 0,0 21 0,0-16 0,0 15 0,0 1 0,0 4 0,31 32 0,-24-29 0,24 3 0,-10-31 0,-16 20 0,15 7 0,1 2 0,-16 5 0,15 5 0,1-7 0,-16-26 0,20 44 0,1 12-2701,-18-18 2701,8 4 0,-2 1 0,-14 2 0,10-12 0,1 1 0,-8-5 0,-1 0 0,9 16 0,-1-5 0,-10-21 0,0 16 0,0-5 0,0-8 0,0 3 0,20-31 0,-15 0 0,16 0 0,-21 0 2701,0 0-2701,0 21 0,0-16 0,0 36 0,0-36 0,0 15 0,0-20 0,0 0 0,0 31 0,0-23 0,0 22 0,0-9 0,0-16 0,0 15 0,0-20 0,0 0 0,0 21 0,0-16 0,0 15 0,0-20 0,0 0 0,0 31 0,0-23 0,0 23 0,0-31 0,0 0 0,0-31 0,0 23 0,0-23 0,0 31 0,0 0 0,51-41 0,-18 1-485,-7 6 1,4-7-1,1-5 485,-3 1 0,2-6 0,1-3 0,-3 1 0,-4 3-2101,-3-9 0,-4 2 1,4-1 2100,4 11 0,6-3 0,0-1 0,-3 4 0,-10 4 0,-16-13 0,1 4-1405,24 3 0,10-1 0,-9 3 1405,-18 8 0,-2-1 0,16-9 0,7-3 0,-14 20 0,-17 27 650,0-16-650,0 21 4537,0 21-4537,0-16 6784,0 15-6784,0-20 0,0 0 0,0-20 0,0 15 0,0-16 0</inkml:trace>
  <inkml:trace contextRef="#ctx0" brushRef="#br2" timeOffset="253023">852 13590 24575,'29'0'0,"-58"0"0,60-3 0,40-3 0,8 0 0,-24 1 0,-19 0 0,7 3 0,-15 4 0,-72 11 0,-1-1 0</inkml:trace>
  <inkml:trace contextRef="#ctx0" brushRef="#br2" timeOffset="260342">2004 13913 24575,'-46'0'0,"21"0"0,4 0 0,21 0 0,21 0 0,35 0-1119,-23 0 1119,4 0 0,-2 0 0,-9 0 0,20 0 0,5 0 0,8 0 0,-5 2 0,-1-4 0,-4-19 0,7-4 0</inkml:trace>
  <inkml:trace contextRef="#ctx0" brushRef="#br2" timeOffset="261180">3225 13752 24575,'-12'-39'0,"-1"1"0,-8 5 0,21-19 0,0 32 0,0 15 0,0 56 0,0-13 0,0 9 0,-1 17 0,0 4 0,3-6 0,4-6 0,1-3 0,1 2-658,-2 9 0,1 1 0,5-5 658,5-8 0,4-3 0,-2-27 0,9-68 0,3 2 0</inkml:trace>
  <inkml:trace contextRef="#ctx0" brushRef="#br2" timeOffset="261700">3640 13913 24575,'-36'-26'0,"0"1"0,-10 25 0,46 10 0,9 19 0,8 3 0,29 4 0,-18 2 0,0-7 0,21-31 0,-13 0-2262,-9-43 1,-1-29 0,-8 6 2261,-11 18 0,-1 1 0,9-16 0,4-3 0,-2 34 0,4 67 0,-5 5 0,3 9 0,2 3 0,1-4 0,1 3 0,2 1 0,0-3 0,5 17 0,2-2 0,3-28 0,11-39 0,-2-24 0,-25-25 0,-1 1 0,1 0 0</inkml:trace>
  <inkml:trace contextRef="#ctx0" brushRef="#br2" timeOffset="262024">4400 12922 24575,'-30'-38'0,"22"-13"0,-23 46 0,50 30 0,13 21-1215,-19-5 0,-3 12 0,-2 9 1,-1 4-1,1-1 0,0-3 1,2-9 1214,6 2 0,0-7 0,1 1 0,-2 6-282,-3 6 0,0 12 0,-1 7 1,0-2-1,-1-10 0,-1-17 0,-2-26 1,-2-23-1,16 11 0</inkml:trace>
  <inkml:trace contextRef="#ctx0" brushRef="#br2" timeOffset="262252">4285 13706 24575,'-19'-57'0,"1"1"0,-1 0 0,53 17 0,6 1 0,-35-11 0,-8-6 0,16 10 0,35 20 0,22 12 0,5 6 0,-17 1 0,-18 0 0,-3 5 0,20 0 0,8 5 0,-18 13 0,-28 29 0,-12 13 0,-1-4 0,1 1 0,0-1 0</inkml:trace>
  <inkml:trace contextRef="#ctx0" brushRef="#br2" timeOffset="262556">4930 13959 24575,'0'40'0,"0"-1"0,0 2 0,0 0 0,0-41 0,21-71 0,-4 14 0,3-8 0,-1 5 0,-3 4 0,1-1 0,1 4 0,3-9 0,-1 7 0,-7 20 0,-8 25 0,46-6 0,11 12 0,-19 29 0,16-2 0,0 0 0</inkml:trace>
  <inkml:trace contextRef="#ctx0" brushRef="#br2" timeOffset="262988">5667 13752 24575,'13'-45'0,"0"0"0,-7 5 0,-12 8 0,-38 27 0,-9 10 0,9-5-1704,-9 14 0,14 3 1704,39-9 0,24 8 0,14-2 0,0-14 0,0 0 0</inkml:trace>
  <inkml:trace contextRef="#ctx0" brushRef="#br2" timeOffset="264218">5875 13821 24575,'-42'0'0,"-1"0"0,-13 0 0,36 0 0,20 0 0,0-31 0,0 23 0,0-22 0,0 9 0,0 16 0,0-15 0,-52 20 0,40 0-570,-23-3 0,-2 6 570,11 17 0,-12-4 0,-1 4 0,6 28 0,4-18 0,7-3 0,22-2 0,0 11 0,0 0 0,0-3 0,0 6 0,0-1 0,0-12 0,31 2 0,10-5 0,-3-15 0,12 9 0,8-4 0,-11-16 0,2-7 0,-5-7 0,3-19 0,-4-8 0,1 11 0,3-2 0,-18-7 0,-27-19 0,-20-8 0,-7 10 0,-6 13 0,-7 5 0,4-7 0,-3-2 0,3 25 0,-2 42 0,16 12 0,71 4 0,-21 1 0,0 0 0,0 1 0</inkml:trace>
  <inkml:trace contextRef="#ctx0" brushRef="#br2" timeOffset="265259">6727 12646 24575,'0'-47'0,"0"-1"0,0 69 0,0 32 0,0 17 0,0 1 0,0-14-602,0 5 1,0 6 601,2-22 0,1 12 0,1 8 0,1 6 0,-1 3 0,2-1 0,-1-4 0,-1-6 0,1-10 0,-2-14-3780,2 5 0,0-5 3780,5 26 0,3 19 0,-1-11 0,-6-43 1756,-6-72-1756,-19 2 0,-3-4 0,20-2 0,-6 0 0,-30 9 0,-16 2 0,13 5 0,18-7 103,-16 45 1,-18 21-1,-1 11 1,18 2-104,24 2 0,14 6 0,-6 1 0,-17-2 0,-10 3 0,5-1 0,18-5 0,25-1 0,16-4 0,0-9 0,20-3 2197,-7-24 1,9-7 0,-3-4-2198,2-10 0,-3 0 0,-9 11 0,-2 0 0,5-13 0,-10 3 0,-26 14 0,15 0 0,-20 0 0</inkml:trace>
  <inkml:trace contextRef="#ctx0" brushRef="#br2" timeOffset="265818">7096 13659 24575,'-15'-29'0,"-1"0"0,8 13 0,-22 1 0,19 46 0,1 10 0,-15-8 0,7 27 0,10 8 0,17-22 0,3-3 0,-9 1 0,4-3 0,11-10 0,5-11 0,7-20 0,8 2 0,4-4 0,-8-10 0,1-7 0,8-7 0,4-7 0,-9-7 0,-14-12 0,-10-6 0,2 1 0,4 6 0,2 0 0,-8 2 0,-9-24 0,-10 26 0,0 47 0,-21 38 0,1 24 0,19-1 0,4 3 0,-8-19 0,-2 0 0,3-4 0,4 0 0,10-6 0,18-12 0,5-5 0,26 18 0,-9-19 0,2-6 0,-11-7 0,-2-8 0,-6-15 0,0 0 0</inkml:trace>
  <inkml:trace contextRef="#ctx0" brushRef="#br2" timeOffset="266231">7994 13544 24575,'0'-25'0,"0"4"0,-20 21 0,15 0 0,-39 29 0,-4 14 0,30-5-2835,-19 3 1,-14 7 0,16-9 2834,22-5 0,-14 2 0,3-1 1719,24-9-1719,0 20 0,0 10 0,20-28 0,31 1 0,6-6 0,-11-18 0,2-3 0,9-2 0,-19-2 0,-28-3 0,10-21 0,1 0 0,0 19 0,-36-45 0,9 27 0</inkml:trace>
  <inkml:trace contextRef="#ctx0" brushRef="#br2" timeOffset="266593">8317 12853 24575,'-19'-45'0,"0"1"0,14 1 0,10 14 0,2 29 0,44 31 0,-45-3 0,14 28 0,-18-7 0,-5 9 0,4 4 0,9-5 0,4 4 0,2 0 0,-5 1-2126,-6-2 0,-4 1 0,1-1 1,3-1 2125,5-2 0,3 1 0,1-4 0,0-5 124,8 11 1,-3-13-125,-9-13 0,31-4 0,-41-66 0,0-22 0</inkml:trace>
  <inkml:trace contextRef="#ctx0" brushRef="#br2" timeOffset="266803">8248 13544 24575,'-51'-25'0,"1"-12"0,7 2 0,31 22 0,-17-24 0,6 3 0,23 28 0,21-26 0,10-7 0,2 6-674,4 4 0,3 1 674,-12 5 0,0 5 439,21 13-439,-9-10 0,6-6 0,-4 6-995,22 7 995,-18-7 0,7-6 0,-4 6 0,-4 8 0,-5 9 0,-7 9 0,-2 9 0,-6 12 0,1 0 0</inkml:trace>
  <inkml:trace contextRef="#ctx0" brushRef="#br2" timeOffset="267492">9308 13498 24575,'-52'-30'0,"13"27"0,7-2 0,24-26 0,-23 11 0,31 15 0,0 56 0,0-10 0,0 7 0,0-1 0,0 7 0,0 0 0,0-7-1100,0 4 0,0-2 1100,0 0 0,0 3 0,0-9 0,0 5 0,0-7 2,31 0 0,-8-68 0,3-17 0,15-1 0,0 0 0</inkml:trace>
  <inkml:trace contextRef="#ctx0" brushRef="#br2" timeOffset="268686">9791 13544 24575,'-32'-12'0,"0"-1"0,-19-8 0,51 21 0,0 0 0,-20 0 0,15 0 0,-16 0 0,21 0 0,-20 0 0,15 0 0,-16 0 0,21 21 0,0-16 0,-31 15 0,24-20 0,-18 21 0,-2 9 0,2 24 0,11-9 0,2 2 0,-1-12 0,6-1 0,13 7 0,8-5 0,12-5 0,21-7 0,3-7 0,-11-17 0,17 0 0,14-3 0,-22-15 0,-45-25 0,-12-11 0,23-2 0,-4-3 0,-26 2 0,-8-2 0,15 14 0,40 12 0,1 46 0,10 21 0,1 3-1696,-1-5 0,1 4 0,0 1 0,-4 1 1696,-3 17 0,-5 0 0,4-26-1513,11-47 1,4-26 0,-13 3 1512,-14 0-607,-2-5 0,8-21 0,1-6 1,-3 7-1,-11 21 607,-8 12-789,18 60 1,-1 18 788,-20 6 377,1-2 1,3 19 0,1 5 0,0-8-1,-4-23-377,-1-19 0,-5-23 0,-13-58 0,1 1 0</inkml:trace>
  <inkml:trace contextRef="#ctx0" brushRef="#br2" timeOffset="268840">9377 13014 24254,'-40'-23'0,"0"0"0,40-2 0,11 4 0</inkml:trace>
  <inkml:trace contextRef="#ctx0" brushRef="#br2" timeOffset="269670">3433 13383 24575,'-26'-20'0,"26"14"0,38-13 0,21-2 0,-13 12 0,-1 0 0,0 1 0</inkml:trace>
  <inkml:trace contextRef="#ctx0" brushRef="#br2" timeOffset="272342">12487 12600 24575,'-21'-59'0,"16"23"0,-15 16 0,20 20 0,-31 0 0,23 0 0,-22 0 0,30 0 0,0 0 0,0 20 0,0-15 0,0 16 0,0-21 0,0 0 0,0 30 0,0-1 0,0 27 0,0-11 0,0 12 0,0 4 0,0-4-641,0 2 0,0-2 1,0 9 640,0-14 0,0 7 0,0 4 0,0 3 0,0-2 0,0-4 0,0-7-1537,0 2 0,0-5 0,0-2 0,0 1 1537,0 11 0,0 3 0,0-5 0,0-14 0,0 2 0,0-25 0,0-42 0,0 16 1286,0-15-1286,0 20 1696,0 0 0,30 0 0,9 0 0</inkml:trace>
  <inkml:trace contextRef="#ctx0" brushRef="#br2" timeOffset="273019">12280 12646 24575,'-64'0'0,"12"0"0,52 0 0,-20 0 0,15 0 0,-16 0 0,21 0 0,0 0 0,0-21 0,0 16 0,23-20 0,5-1 0,-15 18-602,22-18 1,2 1 601,-11 20 0,31-6 0,3 2 0,-16 9 0,5-3 0,11 0 0,-5 9 0,-9 18 0,-3 3-1048,12-10 1,0-1 1047,4 10 0,-10 4 0,-21 11 0,10-13 0,-4 1 1073,-24 24-1073,12-25 0,-3 1 0,-24 8 0,-11-3 0,-9 0-930,-1 5 0,-5-2 930,-17-11-1365,8-4 0,-6 5 1,4-4 1364,9-7 0,2 1 0,-17 26 0,-1 1-2038,-2-19 1,9-1 2037,24 12 0,-20-19 0,5-14 0,33-23 0,0 14 933,20-14-933,6-11 0,0 48 0,4 10 0,0-11 0,-1 1 0</inkml:trace>
  <inkml:trace contextRef="#ctx0" brushRef="#br2" timeOffset="273841">13800 12439 24575,'-41'-26'0,"10"47"-4916,-16 15 1,-3 9 4170,23-8 0,0 6 314,-3 4 0,-7 12 0,-3 3 0,2-4 0,4-13 431,-3-12 0,3 3 255,10 3 1,-3 12 0,-2 9 0,1 6 0,2 3 0,4-2 0,6-4-1,8-7-255,12 1 0,11-5 0,5-2 0,-2 1 0,-6 3 0,-12 11 0,-9 6 0,-1-1 0,8-5 0,18-11 0,25-12 0,18-6 0,8-7 0,-6-7 0,-17-8 0,-3-6 0,5-17 0,0 1 0,0-1 0</inkml:trace>
  <inkml:trace contextRef="#ctx0" brushRef="#br2" timeOffset="275198">14192 13429 24575,'-16'-51'0,"1"0"0,-21 35 0,-7 9 0,-1-10 0,-2 11 0,8 26 0,-3 16 0,1 4 0,5-8 0,4-11 0,4 1 0,-1 11 0,2 6 0,8 2 0,14 14 0,8-3 0,-7-19 0,6 1 0,21 16 0,13 5 0,-6-12 0,-8-12 0,19-2 0,8-17 0,-7-41 0,-1-23 0,-4 0-3392,-2 1 0,0-3 3392,-3 11 0,5-4 0,-2-1 0,-10 4-2269,-10-10 1,-12 8 2268,-9 11-428,-36 14 428,36 21 0,-15-20 0,20 14 4324,0 6-4324,0 6 0,0 43 0,0 14 0,0-9 3233,-3 4 1,6 4-3234,11-3 0,13-10 0,12-29 0,4-2 0,-14 22 0,0-8 479,23-37 0,-11-11-479,-36 11 0,15-15 0,-20 40 0,-20 6 0,-6 20 0</inkml:trace>
  <inkml:trace contextRef="#ctx0" brushRef="#br2" timeOffset="275935">14653 12485 24575,'-52'0'0,"13"0"0,7 0 0,24 0 0,-23 0 0,31 0 0,0 0 0,31 0 0,-3 0 0,14 5 0,3 10 0,-7 20 0,-2 7-1682,5-9 0,0 3 1682,-7 0 0,-1 5 0,-2 2 0,-1 11 0,-3 3 0,0-4 0,6 3 0,-2 1-1418,-11-13 1,1 6 0,-2-2-1,-7-6 1418,-8-5 0,-3 0 0,4 13 0,1 12 0,0-2 0,-3-12-1249,-3 14 1249,-1-12 0,-2 14 0,-3 2 0,-4-11-1689,-17 4 0,-2-8 1689,12-4 0,0 1 0,-7-2 0,-4 0 0,9-15 1340,13-23-1340,-45 22 4042,23-30-4042,-8 0 0,16-30 0,20 22 1495,0-23-1495,0 31 1696,0 0 0,0 31 0,0 7 0</inkml:trace>
  <inkml:trace contextRef="#ctx0" brushRef="#br2" timeOffset="276925">16403 12968 24575,'-56'-20'0,"7"15"0,14-16 0,14 21 0,21 0 0,0 0 0,21 0 0,-16 0 0,46 0 0,-43 0 0,22 0 0,-30 0 0,0 0 0,-71 0 0,53 0 0,-21 17 0,6 7 0,33 7 0,0 15 0,21 5 0,4-12 0</inkml:trace>
  <inkml:trace contextRef="#ctx0" brushRef="#br2" timeOffset="277285">16357 13590 24575,'-43'-20'0,"27"15"0,43-6 0,16 1 0,-2 10 0,0 0-2126,-62 0 0,16 21 0,-16 4 1</inkml:trace>
  <inkml:trace contextRef="#ctx0" brushRef="#br2" timeOffset="285869">17786 12231 24575,'12'62'0,"0"-1"0,1 1 0,-1-1 0,0 0 0,1 1 0,-1-1 0,0 1 0,1-1 0,-1 1 0,0-1 0,-6-1 0,-5-12 0,5 13 0,3-15 0,3 11 0,4 10 0,2 5 0,2 4 0,0 1 0,-1-3 0,-1-5 0,-2-8 0,-3-11 0,-4-13 0,-5-17 0,-4-12 0,0 23 0,0-31 0,0 0 0,21 0 0,-16 0 0,15 0 0,-20-31 0,21 3 0,-16-8-939,15-5 939,1 5 0,-4 0 0,2-8 0,1 4 0,7 3 0,0 0-1733,1-23 1,0 2 1732,-2 31 0,0-2 0,-6-12 0,1-10 0,-2-2 0,0 6 0,5-9 0,1-1 0,-7 13 0,3-8 0,1-1 0,-4 1 0,-5 7 0,-10-11 0,-1 2 0,10 3 0,5-4 0,-5 5 0,-9 3 0,-1 5 0,9 1 0,-2 5-1790,-9-5 1790,0 36 0,0-16 0,0 21 686,0 0-686,0 21 3227,0-16-3227,0 15 0,0 1 0,0 4 0</inkml:trace>
  <inkml:trace contextRef="#ctx0" brushRef="#br2" timeOffset="286429">17878 12968 24575,'-38'11'0,"-1"-1"0,6-5 0,-18 15 0,51-20 0,-21 0 0,16 0 0,-15 0 0,40 0 0,16-20 0,-2 8 0,1-2 0,6-11 0,-7 13 0,4 3 0,12 8 0,-1 2 0,5-1 0,0 0 0,5 0 0,-9 0 0,-3 0 0,-10 0 0,0 0 0,13 0 0,0 0 0,-4 0 0,-20 0 0,-57 0 0,21 0 0</inkml:trace>
  <inkml:trace contextRef="#ctx0" brushRef="#br2" timeOffset="287456">18776 13130 24575,'46'30'0,"1"1"0,-1 0 0,-26-8 0,-9 19 0,-1 21 0,2-2 0,6-22 0,46-32 0,-62 37 0,-1-1 0</inkml:trace>
  <inkml:trace contextRef="#ctx0" brushRef="#br2" timeOffset="287744">19629 13130 24575,'-10'64'0,"-1"0"0,1 0 0,0 0 0,0 0 0,-6 7 0,-1 4 0,-2-15 0,-1-31 0,-18-55 0</inkml:trace>
  <inkml:trace contextRef="#ctx0" brushRef="#br2" timeOffset="289277">18938 13383 24575,'-52'0'0,"13"0"0,7 0 0,24 0 0,-23-20 0,31 14 0,0-14 0,0 20 0,0-20 0,0 14 0,-20-14 0,15 20 0,-16 0 0,1-31 0,15 24 0,-16-24 0,21 31 0,0 0 0,72 51 0,-13-38 0,-24 15 0,5 14 0,1 1 0,-4-13-1038,4-19 1,-2 1 1037,-1 27 0,0 14 0,-7-2 0,-4 3 0,-5-3 0,-1-4 0,-6 1 0,-8 11 0,-14 0-3049,-28-6 1,-7-9 3048,4-5 0,-13 3 0,9-13 0,37-29 0,-52 14 0,-9 3 0,41-9 0,-40 13 0,7-12 0,53-39 0,-36 22 0,36-23 0,5 31 1388,5 0-1388,15 0 0,1 0 0,15 0 0,-8 0 0,28-16 0,11-9 0,-10 0 0,1-1 0</inkml:trace>
  <inkml:trace contextRef="#ctx0" brushRef="#br2" timeOffset="290109">19790 13429 24575,'-20'-46'0,"15"20"0,-16 6 0,21 20 0,21 0 0,-16-20 0,15-16 0,-20-13 0,21 13 0,-16-5 0,15 36 0,-20-15 0,0 20 0,-20 0 0,-37 20 0,24-15 0,-3 12 0,0 7 0,12 4 0,2 1 0,-8 4 0,-6 0 0,0 5 0,12 1 0,-1-1 0,-11-8 0,1-1 0,8 8 0,5 3 0,3-3 0,7-2 0,12-2 0,-20 23 0,15-35 0,-16 30 0,21 3 0,0-8 0,0 0 0,0 2 0,0-17 0,21 10 0,-16 0 0,39-16 0,4-1 0,-30 6 0,29-26 0,8-8-3392,-18 4 0,-5 0 3392,14 0 0,2-14 0,-3-2 0,-17 8 0,0-28 0,0 0 0,-2 26 0,-6-31 0,-40 41 0,-6 0 0</inkml:trace>
  <inkml:trace contextRef="#ctx0" brushRef="#br2" timeOffset="292712">21334 12277 24575,'-20'-48'0,"1"-1"0,-11 11-4916,18-4 1,3 12 3425,4 30 4225,-36 0-2735,36 0 0,-29 0 0,-4 0 0,25 0 0,-24 0 0,3 0 0,29 0 0,-36 0 0,5 0 0,8 21 0,-3-16 0,8 29 0,5 3 0,8-24 0,-13 24 0,5-2 1731,18-30-1731,-14 36 0,-3 10 0,9-13 0,-7 6 0,0 10-1129,11-7 1,5 8 0,1-2 0,-1-9 1128,-1 20 0,0-18 0,0 17 0,0 7 0,0 1 0,0-9 0,0-15 2256,0-14 1,0 0-2257,-3 15 0,-1 15 0,-1 3 0,0-5 0,1-17 71,-1-1-71,-20 11 0,-12 10 0,7-18 0,12-28 0,-6 17 0,-5 13 0,10-8 0,19-7-2269,31 7 1,10-3 2268,-3-12 1134,3-20 0,13-7 0,3-1 1,-9 3-1135,0 7 0,-4 2 0,10-6 0,-16 9 0,-48 47 0</inkml:trace>
  <inkml:trace contextRef="#ctx0" brushRef="#br2" timeOffset="293353">21864 12600 24575,'-39'-39'0,"8"80"-3277,27 0 0,6 10 0,0-2 2532,-2 9 0,0 7 745,0-15 0,0 11 0,0 4 0,0 0 0,0-8 0,0-12 110,1-7 0,-2-2-110,-2 19 0,-3 15 0,0-5 0,1-19 2022,0-21-2022,-16 1 0,21-6 0,0-20 1411,0 0 1,0-20 0,0-6 0</inkml:trace>
  <inkml:trace contextRef="#ctx0" brushRef="#br2" timeOffset="293864">21794 12485 24575,'-10'-49'0,"0"0"0,5 11 0,-16-34 0,21 72 0,21 0 0,15 0 0,-8 0 0,17 13 0,14 7 0,1-1 0,-8-8 0,-1-2 0,2 4 0,-7 2 0,2 4 0,-1 1 0,-4 3 0,10 5 0,-4 4 0,-23 5 0,-39 13 0,-27 7 0,1-3 0,15-12 0,0-2 0,-7 1 0,-9 0 0,-9 4 0,-3 0 0,0-6 0,7-9 0,-12-9 0,4-4 0,-68 55 0,121-72 0,28 0 0,8 0 0,5 20 0,-15 6 0</inkml:trace>
  <inkml:trace contextRef="#ctx0" brushRef="#br2" timeOffset="294428">23131 12277 24575,'-30'-28'0,"1"0"0,-7 0 0,16-3 0,20 31 0,-21 31 0,16-23 0,-12 25 0,-7 5 0,-5-17 0,2-1 0,11 12 0,-2 5 0,-12-3 0,-10 4 0,-1 0 0,9 1 0,11-1 0,7 1 0,-5 4-764,-6 3 0,-6 5 0,-1 2 0,2 1 0,7-5 764,4 10 0,7-3 0,3 3 0,-1 4 0,3 5 0,2-1 0,6-11 441,8-4 0,8-4-441,10 11 0,9 3 0,-2-20 0,4-29 0,14 0 0,-1-5 0,-23-16 0,8-23 0,-16 31 0,-20 0 0</inkml:trace>
  <inkml:trace contextRef="#ctx0" brushRef="#br2" timeOffset="294987">23223 13061 24575,'-23'-36'0,"0"0"0,-3-10 0,6 25 0,61 21 0,0 0 0,7 0 0,-17 0 0,10 41 0,-11-26 0,1 1 0,7 21 0,-1 3 0,-6-17 0,-6 2 0,-19 18 0,-12 1 0,-20 10 0,1-23 0,-6-5 0,-2-13 0,-3-6 0,-9-5 0,-2-4 0,-6 2 0,1 0 0,8 0 0,3 0 0,-15 0 0,36 0 0,-1 20 0,16-14 0,5 35 0,26-6 0,30-6 0,-8-34 0,4-11 0,-12-5 0,0-1 0,0 1 0</inkml:trace>
  <inkml:trace contextRef="#ctx0" brushRef="#br2" timeOffset="295354">23753 12968 24575,'0'-25'0,"0"4"0,-21 21 0,-4 0 0,-14 26 0,1 10 0,5 10 0,6-14 0,2 5 0,12 18 0,6-8 0,2-29 0,-7 31 0,3-6 0,9-37 0,0 14 0,21 0 0,-16-14 0,15 14 0,15-17 0,2-6 0,1 3-215,2 0 1,-3 0 214,-16 0 0,30-20 0,-38 14 0,38-14 0,-51 20 0</inkml:trace>
  <inkml:trace contextRef="#ctx0" brushRef="#br2" timeOffset="295923">24029 12277 24575,'-31'-25'0,"55"4"0,-7 62 0,17-36 0,4 0 0,-2 35 0,-3 13 0,-3-12 0,2 2 0,-7-2-1471,-7-2 0,-2 1 1471,2 12 0,2 7 0,-7-6 0,-10-10 0,-6-1 0,-12 12 0,-1 2 465,16 0 0,-8 0-465,-26-6 0,-14-1 0,7-7 242,20-15 0,-1 0-242,-15 12 0,-10 9 0,-1-2 0,11-15 0,-1-13 0,-5 30 0,14-4 0,29-39 0,0 15 0</inkml:trace>
  <inkml:trace contextRef="#ctx0" brushRef="#br2" timeOffset="297128">24651 12116 24575,'59'-8'0,"0"-1"0,0 1 0,-23 59 0,8-43 0,21-11 0,7-1 0,-11 5 0,-27 15 0,-33 22 0,-22 14 0,-8 1 0,7-12 0,-7 8-1418,7-7 1,-7 16 0,-5 10 0,1 1 0,6-5 0,9-12 1417,8 2 0,7 2-403,-3-7 1,-2 14-1,-2 7 1,1 2-1,1-4 1,1-8-1,4-15 403,2-5 0,2-3 0,-1 23 0,0 8 0,0-12 0,0-5 0,0-17 0,-29-4 0,-14-4 0,-10-12 0,-4-7 0,1-6 0,-3-2 0,-6 1 0,-5 0 0,15 0 0,12 0 0,-50 0 648,93 0 0,164 0 0,-112 0 0,-1 0 0,0 0 1,0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55:16.63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2649 10112 24575,'-25'0'0,"-26"-31"0,43 24 0,-23-45 0,31 27 0,0-1 0,0 6 0,0-1 0,0 16 0,0-15 0,0-11 0,0 23 0,0-43 0,0 46 0,-20-15 0,15 20 0,-16-21 0,21 16 0,0-15 0,0 20 0,0 0 0,-20 0 0,15 0 0,-16 0 0,21 20 0,0-15 0,0 16 0,0-21 0,0 0 0,0 20 0,0-15 0,-1 35 0,2 12 0,9-17 0,1-1-542,-9 14 1,1 9 541,5-9 0,4 9 0,2 5 0,1 2 0,-2-4 0,-4-8-1267,-3 4 0,-4-6 0,3 8 1267,2-7 0,2 9 0,2 4 0,0 2 0,1-1 0,-1-5 0,0-9 0,5 13 0,0-10 0,-2 0 0,-5-2 0,-1 0 0,6-5 0,24 7 0,-5-11 0,-25-17 0,23-6 0,-31-20 0,0-41 0,0 10 435,0-16 0,0-3-435,0-4 1597,9 1 0,2-1-1597,-6 0 0,2 4 0,7-7 0,5 10 0,8-3 0,-1-2 0,-6 4-1487,-11 3 1,-5 2 0,6-2 1486,16-5 0,9-2 0,1-1 0,-10 3 0,-13 2 0,-7 1 0,3 1-589,9-3 0,3 1 0,-4-1 589,-6 4 0,-3-1 0,-1 1 0,5-24 0,-4 11 0,-8 29 0,0-1 561,0 30-561,0 0 4104,0 30-4104,0-1 0,0 6 595,-20-14 0,15-1 0,-16 6 1</inkml:trace>
  <inkml:trace contextRef="#ctx0" brushRef="#br0" timeOffset="400">2534 10803 24575,'-38'0'0,"-1"0"0,-14 0 0,-4 0 0,37 0 0,49 3 0,14-6 0,-5-28 0,11 26 0,9 3 0,-10-7 0,1-2 0,-5 0-1222,-5 0 1,2 2 1221,19 6 0,10 4 0,-11-5 0,-23-6 0,-3 0 0,18 8 0,-2 4 0,7-2 0</inkml:trace>
  <inkml:trace contextRef="#ctx0" brushRef="#br0" timeOffset="1516">3387 10964 24575,'-26'-58'0,"6"22"0,20 15 0,0 1 0,0 15 0,41-16 0,0 42 0,2-4 0,9 3 0,-7-1 0,9 14 0,0 15 0,-16-4 0,-38-33-2262,-28 20 1,-22 13 0,5-7 2261,-6 2 0,2-9 0,-17 7 0,7-1 0,33-11 0,39-13 0,0-17 0,34-23 0,0 0 0,0 0 0</inkml:trace>
  <inkml:trace contextRef="#ctx0" brushRef="#br0" timeOffset="1910">4032 10849 24575,'-36'-28'0,"0"0"0,-13 30 0,10 15 0,-5 9 0,7 1 0,15-3 0,3 5 0,-8 14 0,-6 11 0,3 3 0,8-6 0,12 11 0,2-4 0,-19-11 0,-6 0 0,21-5 0,36-4 0,21-5 0,-1-12 0,-7-16 0,5-10 0,3-1 0,7-3 0,1-3 0,-6-2 0,11-13 0,-6-7 0,-11-1 0,0 0 0,0 0 0</inkml:trace>
  <inkml:trace contextRef="#ctx0" brushRef="#br0" timeOffset="3239">5460 9951 24575,'-38'-21'0,"7"16"0,31-15 0,0 20 0,0-31 0,-20 23 0,14-22 0,-28 26 0,-3 8 0,24-4 0,-34 13 0,2 4 0,35-9 0,-19 7 0,-4 1 0,-3 4 0,8-15 0,-3 16 0,31-21 0,0 0 0,-20 20 0,15-15 0,-6 26 0,1 10 0,9 1 0,2 1 0,-1 0 0,0 3-3392,3 20 0,-6-4 3392,-17-8 0,17-11 0,5 10 0,-1 3 0,-6-9-836,-21 2 1,1 0 835,18-3 0,7 7 0,1 2 0,-3-4 0,-7 0 0,-2-2 0,0-4 0,0 3 0,2-1 0,7 3 0,2 3 0,-3-7 0,-18 7 0,1 4 0,14-37 0,6-20 0,6 0 0,35 0 0,15-20 0,-15 17 0,2 0 0,0-7 0,-1 0 0,-1 9 0,-5 2 5957,-11-1-5957,22 19 0,-2 3 0,-27-12 0,28 31 0,0 10 0,-33-19 0,0 0 0</inkml:trace>
  <inkml:trace contextRef="#ctx0" brushRef="#br0" timeOffset="4052">6036 10527 24575,'-25'-51'0,"12"11"0,5 8 0,8 24 0,0-23 0,0 31 0,0 0 0,0 31 0,0-23 0,0 34 0,0 23 0,0-8-3353,0 7 3353,0-17 0,0 11 0,0 1 0,0-11 0,1-13 0,-2-1 0,-7 21 0,-5 8 0,3-12 0,3-7-294,-10 18 0,3-12 294,14-45-194,31 47 194,-24-45 3200,24 24-3200,-31-62-1619,0 3 1,21-28-1,4 10 1</inkml:trace>
  <inkml:trace contextRef="#ctx0" brushRef="#br0" timeOffset="4477">5990 10319 24575,'7'-45'0,"0"0"0,0 0 0,2 8 0,7 5-3277,17-5 0,10 2 0,-1 14 2532,-7 25 0,4 8 745,16-10 0,7-1 0,-7 11 939,-19 13 0,-7 9 1,-5 7-940,-4 6 0,-3 8 0,-8 2 0,-14-4 0,-14-9 0,-12-3 0,-6 0 0,-3-1 0,3-1 0,-1 11 0,0 0 0,-2-3 0,-5-7 429,-7-7 1,-6-4 0,2-8 0,10-12-430,-2-17 0,24-4 0,55 7 0,-24-16 1130,45 21 1,-16 0 0,4 0-1,15 0 1,0 0 0</inkml:trace>
  <inkml:trace contextRef="#ctx0" brushRef="#br0" timeOffset="5008">7257 9951 24575,'-45'0'0,"1"0"0,-12 7 0,9 6 0,19 13 0,1 7 0,-2 11-2126,4-1 0,-1 9 0,0 2 1,5-6 2125,2 7 0,0 2 0,-3-2 0,-5 8 0,1 1 0,9-5-599,12-2 1,6-3 0,-2-4 598,-10 1 0,1 1 0,11 14 0,7 6 0,4-16 0,13-17 0,-1 11 0,9-3 0,10-30 0,3-9 0,-7 4 0,-1-3 0,-2-8 0,-3-2 0,-2 1 0</inkml:trace>
  <inkml:trace contextRef="#ctx0" brushRef="#br0" timeOffset="5495">7188 10734 24575,'-26'-26'0,"6"-15"0,71 36 0,-18-15 0,24 20 0,-8 7 0,-6 6 0,-25 13 0,18-15 0,-1 4 0,-20 19 0,-9 3 0,-1-4 0,-10 22 0,-10-2 0,-26-20 0,4-8 0,-8 3 0,6-9 0,-9-14 0,-4 15 0,12 1 0,34-16 0,6 16 0,32-27 0,13-9 0,10 2 0,0 1 0</inkml:trace>
  <inkml:trace contextRef="#ctx0" brushRef="#br0" timeOffset="5831">7879 10688 24575,'-20'-56'0,"-6"27"0,1-1 0,-11 13 0,0 13 0,3 50 0,-10-41 0,-1 3 0,17 43 0,5 6-4252,-7-30 1,2-1 4251,10 11 0,8 3 859,3 1 1,12-5-860,37-17 0,11-5-1167,-17 14 1,0-5 1166,12-19 0,2-8-249,6 4 0,-11 0 0,-28 0 0,17 0 1,1 0-1</inkml:trace>
  <inkml:trace contextRef="#ctx0" brushRef="#br0" timeOffset="6237">8040 9997 24575,'52'-26'0,"-12"47"0,4 9 0,0-13 0,2 5-2458,-8 12 0,4 12 1,-4 2-1,-8-7 1713,-8-6 0,-5 4 314,-1 8 0,3 13 0,-2 5 0,-3-3 0,-9-12 431,-11-1 0,-8-1-176,3 0 0,-2 10 0,-3 2 1,-1-6-1,-3-13 176,-13-8 0,-3-7-14,3 9 1,-2 4 0,3-5 13,3-8 0,2-4 1507,-2-3 0,1-2-1507,-20 24 0,12-36 0,36 16 0,26-21 0</inkml:trace>
  <inkml:trace contextRef="#ctx0" brushRef="#br0" timeOffset="7234">8985 11172 24575,'-51'0'0,"10"0"0,20 0 0,16 0 0,-15 0 0,20 0 0,20-51 0,6 17 0,-5 8 0,4-4 0,6-6 0,5-5 0,-6 5-700,-10 10 0,-1-1 700,11-17 0,7-6 0,-2 3 0,6-2 0,-3 6 0,-14 14 0,1 4 0,47-26 0,-72 51 0,0 20 0,0-15 0,0 46 0,0 7 0,0 5 0,-1-9 0,2 2-2107,4-1 0,4 3 1,-3-5 2106,-6-3 0,5-8 0,36 7 133,16-49 1,-30-29 0,-1-11 0,0 4-1,0 0 1,-1 0 0</inkml:trace>
  <inkml:trace contextRef="#ctx0" brushRef="#br0" timeOffset="8172">10644 10158 24575,'-59'-20'0,"23"15"0,16-16 0,-1 21 0,16 0 0,-15 0 0,-17 19 0,2 3 0,17-12 0,-27 31 0,-2 10 0,27-19 0,4 0 0,-8 18 0,-1 5 0,6-3 0,-1 2 0,3-6 0,3-17 0,2 2 0,3 16 0,0 14 0,4-3 0,8-17-683,17-12 683,-18 11 0,-6 13 0,12-9 0,37-14 0,2-8 0,-29 10 0,35-4 0,6-9 0,-18-21 0,-4-13 0,7-7 0,-5 2 0,-3 1 0,-2 0 0,15-7 0,-1-8 0,-19-3 0,-3-6 0,-4 4-1395,11-16 1395,-15 11 0,0-7 0,-3-1 0,-5-6 0,-4-2 0,-1 8 0,-2 14 0,-1 0 0,0-9 0,-1-6 0,-4 4 0,-6-4 0,-8 5 0,-10 9 0,-2 0 211,13-8 1,3-5 0,-7 4-212,-12 4 0,-8 5 0,5 3 0,5 4 0,1 1 0,-12-12 0,5 11 0,16 30 0,15 29 0,10 13 0,3 1 0,4 4 0,-3 7 0,-1-1 0,1 1 0</inkml:trace>
  <inkml:trace contextRef="#ctx0" brushRef="#br0" timeOffset="8518">10483 10803 24575,'33'-43'0,"3"55"0,11 22 0,0-4 0,-5-13 0,1-3 0,0 7-1405,4 13 1,4 10 0,-4-4-1,-12-15 1,-7-20 0,2 16-1</inkml:trace>
  <inkml:trace contextRef="#ctx0" brushRef="#br0" timeOffset="9845">11335 10642 24575,'-38'-31'0,"59"69"0,19 19 0,-14-24 0,2 0 0,9 5 0,3 3 0,-17 1 0,-32 19 0,-23-10 0,-10-32 0,-6-7-1190,-6 12 1,-2-2 1189,0-9 0,4-5 567,4-8-567,104-21 0,-2-4 0,-2 9 0,0 1 0,0-1 0</inkml:trace>
  <inkml:trace contextRef="#ctx0" brushRef="#br0" timeOffset="10227">11911 10688 24575,'0'-56'0,"0"7"0,0 13 0,0 16 0,-21 20 0,-14 9 0,-6 2 0,6-10 0,1 3 0,-8 28 0,4 8 0,10-8 0,5 0 0,9-1 0,2 2 0,-1 3 0,1 0 0,-9 20 0,21-2 0,21 2 0,4-32 0,6-7 0,4-12 0,4-5 0,19 1 0,-3-2 0,-1-4 0,-14-11 0,-9-9 0,-25-31 0,4 13 0,0 1 0</inkml:trace>
  <inkml:trace contextRef="#ctx0" brushRef="#br0" timeOffset="11119">11381 10112 24575,'-49'24'0,"-1"0"0,1 0 0,12-6 0,2 2 0,-3 5 0,-6 5 0,2 5 0,7 3-1675,11 8 0,7 6 0,3 0 0,0-5 1675,-8 9 0,3 1 0,4-3 0,0 9 0,5 1 0,9-5 0,18 5 0,12-3 0,-3-4 0,-13-13 0,-3-3 0,5 2 0,11 18 0,5 1 0,10-16 0,7-29 0,6-13 0,-8 1 0,5 15 0,-3-13 0,9-4 0,-18-13 0,-33-22 0,-7-8 0,11-4 0,0-1 0</inkml:trace>
  <inkml:trace contextRef="#ctx0" brushRef="#br0" timeOffset="11679">12164 9951 24575,'29'52'0,"-1"0"0,1 1 0,-1-1 0,1 0 0,-1 1 0,1-1 0,0 3 0,0 0 0,0 0 0,-4-1 0,-4-1 0,-6 0 0,-6 13 0,-8 1 0,-5-4 0,-2-6-1604,0-10 1,-2-4 0,-3 0 1603,-3 17 0,-3 2 0,-8-15 731,-18-18 1,-4-17-732,7-19 0,3-1 0,-1 23 0,45-35 0</inkml:trace>
  <inkml:trace contextRef="#ctx0" brushRef="#br0" timeOffset="13277">12856 9628 24575,'-21'-25'0,"16"-16"0,-16 36 0,21-16 0,21 21 0,16-14 0,3-3 0,-2 10 0,5-9 0,6 1 0,6 10 0,-2 10 0,-20 10 0,0 1 0,23-14 0,-4 3 0,-27 22 0,-9-2 0,-11-20 0,15 36 0,-20-16 0,0 32 0,-20-29 0,15 3 0,-36-11 0,23 6 0,0 4 0,-7-4 0,1 2 0,4 9 0,5 3 0,2-4 0,5 5 0,5 3 0,4 6 0,1 2 0,3 3 0,2 1 0,2 4-275,-2-3 0,2 3 0,0 1 1,1-1 274,2-2 0,1-1 0,0 0 0,-2 1 0,-1 6 0,0 1 0,-2-1 0,0-3 0,1 2 0,-1-3 0,-5 1-1605,-5-8 0,-4 2 0,-1-3 0,2-7 1605,5-3 0,-5-5 0,-24 6 0,-14-9 0,2-18 0,-7-9 0,1-10 0,-1-21 0,1-14 0,-1 8 0,-4 22 0,0 7 0,18-13 0,28-25 0,19-12 0,11 8 0,33 18 0,1-1 0</inkml:trace>
  <inkml:trace contextRef="#ctx0" brushRef="#br0" timeOffset="16202">19007 9951 24575,'-39'0'0,"9"0"0,30-21 0,0 16 0,0-46 0,0 23 0,0-8 0,0 16 0,30 20 0,-22 0 0,23 0 0,-28 31 0,-6 9 0,3-1 0,1 4 0,-2 11 0,-5-7 0,-3 7 0,0-1 0,2-7-2140,3-4 0,0 0 2140,-2 3 0,-4 8 0,1 0 0,4-4 0,3 13 0,4-7 0,-2-17 0,0-1 0,0 15 0,0-5 0,0-16 0,0-31 0,0 0 0,0-31 0,30 24 0,-22-24 0,23 31 0</inkml:trace>
  <inkml:trace contextRef="#ctx0" brushRef="#br0" timeOffset="16690">19007 9744 24575,'-39'-39'0,"9"-12"0,30 46 0,51-16 0,-18 42 0,17-20 0,8 3 0,-16 17 0,0 8 0,-1-7-1397,7-17 0,-1 2 1397,-2 19 0,1 11 0,-9 3 0,-9 12 0,-8 1 0,0-17 0,-4 2 0,2 19 0,-15-1-330,-33-15 0,-12-6 330,8-5 0,-1-1 0,-4 12 0,-6-5-1880,-4-23 0,-5-8 0,13-3 1880,18-2 0,-33 0 0,-1 0-603,32 0 603,-1 0 1254,6 0-1254,61 0 133,-31 0 0,24-4 1,16-3-1,-1-2 1,9-4-1,-1 0 0</inkml:trace>
  <inkml:trace contextRef="#ctx0" brushRef="#br0" timeOffset="17257">19583 10803 24575,'-57'0'0,"29"0"0,-2 0 0,30 0 0,0-31 0,0 24 0,13-42 0,4-5 0,-9 36 0,14-16 0,7-3 0,17-4 0,-6 36 0,2 0 0,-7-25 0,4-2 0,19 17 0,9 6 0,-12-3-597,-4-16 597,-6 18 0,8 2 0,-8-5 0,-13-6 0,-8-2 0,10-20 0,-4 17 0,-9-1 0,-52-26 0,3 46 0,-8-16 0,-5 21 0,4 0 0,-3 0 0,-18 0 0,1 22 0,6 7 0,23 5 0,9 1 0,7 6 0,25 9 0,5-2 0,-10 11 0,12-5 0,11-1 0,6-15 0,3-7 0,-11-9 0,0-3 83,12 5 1,-5-7-84,-15-17 0,-1 0 0,37 0 0,-4-20 0,-22-5 0,-5-7 0,-16-10 0,0 0 0</inkml:trace>
  <inkml:trace contextRef="#ctx0" brushRef="#br0" timeOffset="18003">20573 10365 24575,'-23'-44'0,"0"-1"0,11 3 0,-1 12 0,-8 30 0,21 0 0,0 0 0,0 72 0,0-54-1072,0 32 1,0 2 1071,0-24 0,0 29 0,0-11 0,0 10 0,21-7 0,-16 7 0,36-30 0,-5-6 0,12-61 0,-12 0 0,-15-8-3037,-10 0 0,-2 6 3037,-4 28 0,7-33 0,-3 4 617,-9 36-617,0-23 0,0 31 0,0 0 0,0 31 0,-3 3 0,6 1 6381,27 11-6381,-22 16 0,23-62 0,10 0 0,-31 0 0,31 0 0,-10 0-2783,-17-27 1,0-8 2782,22-11 0,-23 2 0,-6-1 0,-7-12 0,10-6 0,1-2 0,-9 32 0,1 0 0,8-35 0,-2 8 0,-9 34 0,21 47 0,15 20-1513,-19 1 1,-1 10 0,-1-5 1512,4-11 0,-2 2 652,-1 17 1,-1 8 0,-5-12-653,-5-13-737,6 13 1,-1-10-1,-10-36 1,0 16-1</inkml:trace>
  <inkml:trace contextRef="#ctx0" brushRef="#br0" timeOffset="18252">21495 10204 24575,'7'63'0,"0"0"0,-1 1 0,-4-1 0,2-9 0,16 8 0</inkml:trace>
  <inkml:trace contextRef="#ctx0" brushRef="#br0" timeOffset="19478">22117 10158 24575,'-49'0'0,"1"0"0,9 0 0,-7 0 0,0 0 0,10 0 0,8 0 0,7 38 0,11 16 0,33 2 0,6 3 0,-24-10 0,-4 1 0,5-3 0,26 14 0,-12-22 0,-41-39 0,16-8 0,5-22 0,5 30 0,34-3 0,25-4 0,-3-4 0,-18-3 0,-1-3 0,1 2 0,13 7 0,2 1 0,-6-8 0,-6-17 0,-6-8 0,-13-1 0,-21-3 0,-7-2 0,12-14 0,-1 0 0,-6 11 0,-8 19 0,-37 71 0,20-6 0,0 7 0,1 1 0,-7 15 0,0 2 0,3-9 0,1 2 0,19-9 0,43-9 0,14-8 0,-17 0 0,3-6 0,6-14 0,6-9 0,-1-3 0,9-6 0,-6-6-3392,-14-1 0,-4 0 3392,22-2 0,-6-1 0,-87 27 0,-23 4 0,11-8 0,-1 1 0</inkml:trace>
  <inkml:trace contextRef="#ctx0" brushRef="#br0" timeOffset="19890">21587 9836 24575,'-41'-46'0,"31"20"0,-31 6 0,41 20 0</inkml:trace>
  <inkml:trace contextRef="#ctx0" brushRef="#br0" timeOffset="25317">3801 12761 24575,'0'-55'0,"0"0"0,0 6 0,0 29 0,0 84 0,0-12 0,0 14 0,0 3 0,0-8-218,0-11 1,0-4-1,0 7 218,0 0 0,-2 9 0,0 4 0,2 1 0,1-6 0,2-9 54,7-3 0,2-7 0,-3 0-54,-8 9 0,-2 0 0,9-20 0,22-31 0,-25-40 0,-10-10 0,5 9 0,0 0 0,0 11 0,0 22 0,0-23 0</inkml:trace>
  <inkml:trace contextRef="#ctx0" brushRef="#br0" timeOffset="25884">3801 12692 24575,'-46'-20'0,"21"14"0,4-14 0,38-6 0,7 1 0,-14 12 0,31-13 0,11 1 0,-21 12 0,2 5 0,7 5 0,4 1 0,21-13 0,-2 10 0,-23 28 0,-1 5 0,19-13 0,-3 3 0,-17 17 0,-7 7 0,2 6 0,-10 1 0,-17-14 0,-6-1-2080,-1 7 1,-4-2 2079,-20 12-2703,-22-29 0,2 2 2703,27 37 0,-16-41 0,-12-6 0,3 1-1254,0 12 0,1-3 1254,-2-10 0,-1-2 0,-5 1 0,3-1 0,-10 9 0,29-21 2142,-3 0-2142,31 0 870,0 31 1,30-26 0,12-3 0,3 14 0,0-1 0</inkml:trace>
  <inkml:trace contextRef="#ctx0" brushRef="#br0" timeOffset="26860">4976 12646 24575,'0'-64'0,"0"23"0,0 10 0,0 26 0,0-15 0,0-1 0,0 16 0,0-15 0,-20 20 0,15 20 0,-27 13 0,-8 11-1696,17 0 0,2 9 0,1 2 0,0-5 1696,-4-6 0,0-3 0,2 7 0,3 5 0,-3 8 0,3 3 0,7-3 0,13-8 0,23-1 0,14-7 0,-8 1 0,-22 4 0,-7 2 0,13-8 0,39 1 0,17-8 0,-29-27 0,-44-30 0,49-6 0</inkml:trace>
  <inkml:trace contextRef="#ctx0" brushRef="#br0" timeOffset="27661">5460 13130 24575,'-15'-55'0,"-1"0"0,6 8 0,-8 17 0,-34 51 0,-3 29 0,25-8 0,8 6 0,15-2 0,25 1 0,16-2 0,1-17 0,26-28 0,-19 19 0,4 9 0,-1-11 0,16-29 0,-19 7 0,-53 41 0,-1 7 0,48-27 0,-1 1 0</inkml:trace>
  <inkml:trace contextRef="#ctx0" brushRef="#br0" timeOffset="28350">5921 12485 24575,'46'-31'0,"-2"56"0,2 27 0,-21-11 0,1 10 0,-3 5 0,-1 3 0,-3-3 0,-3-1 0,-3 2 0,-2-1 0,-2 0 0,-2-1-533,2 9 1,-2 0 0,-5-3 0,-10-6 532,-17 3 0,-10-6 0,3-19 0,-1-25 0,-6 8 0,1-2 684,13-14-684,4 0 87,21 0 1,0 0 0,0 0 0</inkml:trace>
  <inkml:trace contextRef="#ctx0" brushRef="#br0" timeOffset="29535">6773 13337 24575,'-25'0'0,"4"0"0,-9 0 0,22 0 0,-23 20 0,31-14 0,0 14 0,0-20 0,0 0 0,31 0 0,-3-20 0,8-6 0,1-18 0,-2-9 0,-20 8 0,3 0 0,21 3 0,10 0 0,-9 1-1303,-20-8 1,-2 6 1302,19 16 0,-2 5 0,-15-9 0,-15 62-2961,16 17 1,-1 4 2960,-14 2 0,0 5 0,8-6 0,17-27 0,-3 30 0,0-31 0,0-1 1742,-2 12-1742,25-36 0,-26-33 0,-1-11 0,3 7 0,0 0 0,1 1 0</inkml:trace>
  <inkml:trace contextRef="#ctx0" brushRef="#br0" timeOffset="33067">8524 12485 24575,'-25'-21'0,"4"16"0,21-36 0,0 5 0,0 8 0,0-3 0,0 31 0,0 0 0,-31-20 0,3 15 0,-8-16 0,16 21 0,0 0 0,14 0 0,-45 0 0,23 21 0,-8 15 0,-5 12 0,12-10 0,2 1 0,11-8 0,-1 0-1023,-22 3 0,6 1 1023,28 21 0,-6-6 0,1-3 0,10-8 0,0 13 0,0-2 0,0-22-23,-2 25 0,4 2 23,19-17 0,-21 8 0,5 0-3046,29-15 1,4-6 3045,-5 9 0,2 3 0,7-3-190,5-18 1,3-6 189,-7 3 0,4 0-1022,3-4 1,5 0 0,-4-7 1021,-5-11 0,-3-2 0,8 12 0,-4-8-188,-17-23 1,-5-13 0,-4 4 187,13-15 0,-11 18 0,4-5 0,-6-2 0,-5-22 0,-6 2 0,3 15 0,0 1 2053,1-4 1,-8-3-2054,-20-3 0,-12-4 0,5 15 0,5 18 131,-6-22 1,-10-16 0,-6 18-132,-22 38 0,0 8 0,20-25 0,0 2 0,-23 16 0,9 18 6337,33 43-6337,21-19 0,21 23 0,4-35 0</inkml:trace>
  <inkml:trace contextRef="#ctx0" brushRef="#br0" timeOffset="33342">8524 12922 24575,'0'36'0,"0"0"0,28-4 0,15 0 0,-1 1 0,-3 10 0,0 2 0,3-7 0,3-17 0,2-6 0,-3 2 0,2 17 0,0-1 0</inkml:trace>
  <inkml:trace contextRef="#ctx0" brushRef="#br0" timeOffset="33962">9745 12323 24575,'-29'-23'0,"-1"0"0,-5 18-4916,-12 27 1,1 13 4170,26-9 0,2 6 314,-5 8 0,-5 10 0,-1 5 0,2-3 0,6-8 431,2 1 0,5 2 0,2 3 0,0 11 0,0 4 0,2-5 0,5-12 0,1-7 0,8-2 718,16 18 1,13 7-1,6-16-718,6-27 0,4-9 0,7 8 0,-1-9 0,-20-24 0,1 0 0</inkml:trace>
  <inkml:trace contextRef="#ctx0" brushRef="#br0" timeOffset="34781">10206 12807 24575,'-38'-28'0,"-1"0"0,6 0 0,-18-3 0,51 31 0,0 0 0,-21 0 0,-4 31 0,-1-24-3392,14 41 0,4 7 3392,-13-17-1282,18 19 0,1 4 1282,-18 0 0,16-16 0,8 0 0,4-8 0,4-2 0,14 13 0,20-17 0,-21-62 0,12 9 0,-2-4 2757,-28-9 0,-1-2-2757,30-8 0,-1 0 3834,-29-16-3834,14 15 0,-20 25 0,0 42 0,14 25 0,3 5 0,-10-7 0,6 1 0,5 10 0,3-12 0,25-10 0,-16-28 0,11-48 0</inkml:trace>
  <inkml:trace contextRef="#ctx0" brushRef="#br0" timeOffset="35766">10690 12323 24575,'-64'0'0,"13"0"0,51-20 0,0 15 0,0-16 0,0 21 0,0 0 0,0-20 0,0 15 0,51 5 0,-18 5 0,-5 27 0,0 8 0,0-15 0,-4 3-1375,-12 13 0,-5 7 0,2-4 1375,9-3 0,0-2 0,-6 11 0,-4 7-1806,-6 6 0,-3 7 1,0-11 1805,2-23 0,-2 0 0,-1 10 0,-2 10 0,-2 0 0,-2-9-333,-10-4 0,0-4 333,3-1 0,2 3 0,-5 16 0,5-7 0,13-21 518,0 1 0,31-81 0,-12 19 1,0 0-1</inkml:trace>
  <inkml:trace contextRef="#ctx0" brushRef="#br0" timeOffset="41101">18730 11909 24575,'-25'-56'0,"4"27"0,21-22 0,0 46 0,0-15 0,0 20 0,0 0 0,21 0 0,-16 0 0,15 20 0,-20-15 0,0 46 0,0-43 0,0 23 0,0-31 0,0 20 0,0-15 0,0 57 0,0-21 0,0 7 0,21 4 0,-20-15 0,3 2 0,20 3 0,3 6 0,-17 2 0,-4 9 0,-2 0 0,4-10-1245,10-6 0,0-1 1245,-7 4 0,-1 9 0,0 0 0,0-6 0,8 7 0,0-2 0,-4 9 0,0-1 0,4-8 0,-5-8 0,-13-15 0,20-31 0,-15 0 0,16 0 0,-21 0 2490,20-31-2490,-15 23 0,13-25 0,5-5 0,13 7 0,-8-15 0,3-5 0,-20 14 0,-1-6-2262,-2-1 1,1-4 0,-1 0 2261,0 3 0,0 1 0,2-3 0,2-2 0,1-4 0,1 0 0,-2 3-1513,-2 2 1,-1 3 0,0 0 1512,3-3 0,1 0 0,-2 3-542,1-7 0,-4 7 542,-8-1-191,0-10 191,-20 27 0,15-1 3906,-16 30-3906,21 0 5839,0 0-5839,0 30 473,21-22 0,-25 24 0,-7 8 1,5 11-1</inkml:trace>
  <inkml:trace contextRef="#ctx0" brushRef="#br0" timeOffset="41504">18892 12439 24575,'-43'0'0,"1"0"0,-14 0 0,35-21 0,21 16 0,21-15 0,-16-11 0,51 16 0,11 2 0,-21-23-2835,9 24 1,14 6 0,-14 3 2834,-17 3 690,10 0 1,-3 0-691,-20 0 0,1 0 0,-6 0 0,-20 0 0,0 0 0</inkml:trace>
  <inkml:trace contextRef="#ctx0" brushRef="#br0" timeOffset="42403">19790 12646 24575,'-42'-10'0,"0"-1"0,-15 6 0,37-15 0,-1-11 0,16 23 0,34-6 0,14-2 0,0-5-2271,23 19 0,-4-1 2271,-33-17-345,17 15 1,16 7 0,-7 1 344,-12-4 0,-1 2 0,25 5 0,-9 8 0,-32 12 0</inkml:trace>
  <inkml:trace contextRef="#ctx0" brushRef="#br0" timeOffset="43418">20643 12646 24575,'52'-36'0,"0"0"0,-46 18 0,31-1 0,28-4 0,-3-1 0,-32-2 0,-67-13 0,-5 1 0,70 0 0,-59 17 0,-31-1 0,-7 9 0,16 18 0,20 30 0,12 21 0,3 1 0,-5 3 0,4 2 0,20-5 0,25-16 0,16-5 0,8-2 0,-1-1-754,-4 1 0,3 1 0,0-6 1,0-12-1,14-20 0,1-14 0,-21 6 1,-30 11-1</inkml:trace>
  <inkml:trace contextRef="#ctx0" brushRef="#br0" timeOffset="43851">21334 11863 24575,'0'-45'0,"0"0"0,0-27 0,0 72 0,0 164 0,4-114 0,2 1 0,0 1 0,-2 0 0,-3 3 0,-2 1 0,1 1 0,5 0 0,6-3 0,5 3 0,1 0 0,0-6 0,-6-9 0,-5-3 0,1-3 0,8 9 0,4 5 0,-2-5-3392,-5-7 0,-4-4 3392,-2 15 0,14-19 0,-20-30 0,0 0 0</inkml:trace>
  <inkml:trace contextRef="#ctx0" brushRef="#br0" timeOffset="44210">21864 12485 24575,'0'-46'0,"0"41"0,0-11 0,0 57 0,0-36 0,0 39 0,0 4 0,0-30 0,9 27 0,2 2 0,-6-11 0,16-8-1131,-13 10 0,4-4 1,24-24-1,-7 11 0,1-1 1</inkml:trace>
  <inkml:trace contextRef="#ctx0" brushRef="#br0" timeOffset="45050">22278 12531 24575,'8'33'0,"0"0"0,-19 1 0,29 3 0,13 8 0,-8-7 0,-15-2 0,22-16 0,-9-71 0,-16 18 0,15-3 0,1-5 0,-18-7 0,-1-1 0,19 5 0,-1-2-4252,-16-18 1,-3 3 4251,20-1 1719,-21 21-1719,0 62 0,0 4 0,-3 22 0,6 4 0,11-23 0,2 3-1513,-6 17 1,-3 8 0,5-12 1512,23-6 904,-24 2 0,-1-8-904,10-32 0,-15 0 0,16 0 0,-21 0 0,31-41 0,-24 0 2716,16 9 1,6-5-2717,0-17 0,-2 1 1733,-11 22 0,1 3-1733,10-9 0,-3-3 0,-11-10 0,-5 8 0,-3 24 0,15-54 0,-20 72 0,0 51 0,0-17-3290,10 18 0,1 3 3290,-6-1 0,6-14 0,-1-3 0,-10-12 0,20 16 410,-15-36-410,46 16 0,-43-42 0,23-4 0</inkml:trace>
  <inkml:trace contextRef="#ctx0" brushRef="#br0" timeOffset="45642">21702 12277 24575,'-38'-25'0,"9"0"0,7-1 0,17-3 0,35-27 0,4 31 0,16 11 0,7 7 0,-15 7 0,1 0 0</inkml:trace>
  <inkml:trace contextRef="#ctx0" brushRef="#br0" timeOffset="52575">4562 14443 24575,'0'-26'0,"0"6"0,0 20 0,0 0 0,0-21 0,0 16 0,0-15 0,0 20 0,0 0 0,0 20 0,0-15 0,0 37 0,0 8-3211,0-11 3211,0 8 0,0 3 0,0 6-1907,0-5 0,0 8 1,0-8 1906,0 13 0,0-7 0,0 11 0,0-8-1913,0-15 0,0-6 1913,0-4 0,0-1 0,0 38 0,0-72 0,0 0 1436,0-21-1436,0 16 0,0-15 4537,0 20-4537,0-51 1356,0 38 1,0-22 0,0-2 0,0 12 0</inkml:trace>
  <inkml:trace contextRef="#ctx0" brushRef="#br0" timeOffset="53219">4608 14489 24575,'-26'-51'0,"6"10"0,20 41 0,0-21 0,0 16 0,41-15 0,-11 20 0,13-8 0,12-5 0,-4 3 0,-8 5 0,1 2 0,9 0 0,6 2 0,-7 5 0,-11 5 0,-8 10 0,-8 32 0,-14 6 0,-16 2-2835,-29-17 1,-17 4 0,8-6 2834,20-12 0,0-3 0,-14 1 0,-7 1 0,2-3 578,-10 6 1,6-4-579,3 3 0,-8-7 0,10-14 0,41-38-1,20 22 1,-15-23 0,36 31 0,-14-17 0,3-7 0,12-1 0,0-1 0</inkml:trace>
  <inkml:trace contextRef="#ctx0" brushRef="#br0" timeOffset="53949">5598 14351 24575,'0'-64'0,"0"23"0,0 10 0,0 26 0,0-16 0,0 21 0,-20 0 0,-26 41 0,15 0 0,-5-7 0,0 1 0,8 22-1270,2-17 0,-4-4 1270,1-19 0,2 0 0,12 17 0,1 3-336,-23 2 1,3-1 335,24 21 0,-12-7 0,3 3 0,16-9 0,6-2 0,-5-5 0,4-1 0,5 6 0,6 1 0,12 13 0,6-8 0,-4-30 0,0-2-619,1 22 0,0-8 619,13-32 2213,-35 0-2213,14 0 0,11 0 0,-24-21 0,24-4 0</inkml:trace>
  <inkml:trace contextRef="#ctx0" brushRef="#br0" timeOffset="54742">5990 14811 24575,'0'-46'0,"0"21"0,0 4 0,0 21 0,0 0 0,-31 0 0,24 0 0,-45 0 0,47 21 0,-15-16 0,-5 15 0,-1 1 0,-8-16 0,6 17 0,0 7-6784,-13 20 6784,36 12-1610,-6-22 1,1-1 1609,10 10 0,21 9 0,5-32-1736,19-31 1,7-8 1735,-17 11 0,-1-4 0,8-27 0,-5-4 528,-6 10-528,-31-8 2315,21-5-2315,-37 36 0,32-16 0,-37 42 4879,21 4-4879,0 32 5752,21-9-5752,15-2 0,4-5 0,-1-7 0,8-17 0,-2-14 0,-20-41 0</inkml:trace>
  <inkml:trace contextRef="#ctx0" brushRef="#br0" timeOffset="55335">6359 14189 24575,'0'-38'0,"-31"-13"0,54 46 0,10 26 0,3 9 0,-10-12 0,2 2 0,8 10 0,4 7 0,-4 4 0,-5 9 0,-6 6 0,-4-1-2835,-7-10 1,-3-1 0,3 3 2834,11 11 0,3 3 0,-10 1 0,-16 5 0,-11 0 0,-4-9 0,-4-17 0,-2-2-940,5 11 1,-1 6 0,-5-14 939,-36-14 0,30 23 0,-19-12 0,-2-1-1053,28-9 1,0 1 1052,-14 1 0,-7 2 0,5 0 0,9 7 0,4-3 0,-14 17 0,15 2 0,21-35 0</inkml:trace>
  <inkml:trace contextRef="#ctx0" brushRef="#br0" timeOffset="59501">18846 14558 24575,'-59'20'0,"23"-15"0,15 16 0,21-21 0,0 0 0,0 20 0,-20 16 0,15 13-6784,-16 7 6784,21-30 0,0-6 0,0-20 0,0 0 0,21-71 0,4 32 0,-4 1 0,4-12 0,2-4 0,-2 7 0,-2 6 0,-1 4 0,2-6-343,-1 0 1,3-6 0,0-2-1,-1 3 1,-5 7 342,2-10 0,-3 4 0,22-55 0,-41 102 0,0 0 0,0 31 0,0-24 0,6 41 0,8 7 0,22-17 0,-18 7 0,0 16 0,-1 2 0,-1-12 856,5-13 0,-1 1-856,0 16 0,1 14 0,-3-2 0,-5-17 0,-5-7 6784,22 49-6784,-30-92 0,0-41 0,0-20 0,0 7 0,0 3 0,0 102 0,0 13 0</inkml:trace>
  <inkml:trace contextRef="#ctx0" brushRef="#br0" timeOffset="60269">19836 14558 24575,'-25'0'0,"-16"20"0,36-15 0,25-5 0,21-5 0,-4-9 0,6-7 0,-3 5-483,-5 12 0,-1 0 483,14-11 0,2 0 0,0 10 0,-3 10 0,-17 10 0,-1 0 0,12-12 0,-5 2 0,-16 26 0,-20-31 0</inkml:trace>
  <inkml:trace contextRef="#ctx0" brushRef="#br0" timeOffset="61407">21011 14650 24575,'-25'-26'0,"4"6"0,42-1 0,-16 16 0,20-17 0,11-7 0,5 4 0,0 2 0,-12 2 0,1 1 0,20-10 0,2-2 0,-10 3 0,-4 2 0,10-6 0,-2-6 0,-20 6 0,-57 28 0,3-16 0,-28 21 0,17 0 0,1 0 0,-16 0 0,-11 10 0,2 1 0,25-6 0,0 2 0,4 6 0,14 39 0,15-40 0,-16 40 0,21-32 0,0 17 0,0 3 0,0-2 0,-2 7 0,4 2 0,19 10-3392,-11-21 0,5 2 3392,18 10 0,11-4-1035,-5-16 1,5-5 0,-2-5 1034,5-6 0,1-9-24,2-2 1,4-4 0,-9-10 23,-16-20 0,-5-3 0,5 16 0,-1-1 0,-4-18 0,-7 6 0,-12 26 0,24-19 0,-7 1 0,-66 19 0,11-14 0</inkml:trace>
  <inkml:trace contextRef="#ctx0" brushRef="#br0" timeOffset="61801">21910 13821 24575,'-26'-39'0,"6"9"0,20 30 0,0 0 0,0 30 0,0 26 0,0 9 0,-1-13 0,2 6-919,1-7 0,3 9 1,0 4-1,0-3 1,-2-8 918,-1-6 0,-2-6 0,3 4 0,6 15 0,3 9 0,0-4 0,-4-13-5263,-3 7 5263,2-19 0,7-9 0,16-31 0,-1 0 0,6-20 0,-14 15 0,-21-16 0,0 21 0</inkml:trace>
  <inkml:trace contextRef="#ctx0" brushRef="#br0" timeOffset="62125">22393 14397 24575,'-38'0'0,"7"0"0,31 0 0,0 0 0,0 71 0,31-53 0,-26 25 0,-2 6 0,27 8 0,-30-24 0,10 3 0,1 0 0,-6-11 0,16 31 0,-1-99 0,6-16 0</inkml:trace>
  <inkml:trace contextRef="#ctx0" brushRef="#br0" timeOffset="63041">22762 14397 24575,'-38'0'0,"7"0"0,31 0 0,31 71-8503,-24-32 8503,9-3 0,-1 4 859,-16 0 1,2-8-860,20-19 0,-19 33 0,1 0 0,17-36 0,1 11 0,-3-50 0,-1-19 0,-2 5 0,-1-4 0,3 1 0,3-4 0,-6 1 0,-10-12 0,-3 4-2269,10 7 1,-2 5 2268,-9-11 0,0 35 1164,0 51 1,0 12-1165,0-24-271,4 28 0,2 19 0,5-12 271,15-10 0,0 6 0,4-1 0,18-7 0,-3-68 0,-3-12 0,-8 21 2643,-7-28 1,-3-5-2644,-4 5 0,-14-11 3068,14 9-3068,1-9 0,-16 32 1450,46 4-1450,-43 42 0,27 14 0,1 7 0,-26 16 0,22-9 0,-2 0 0,-25 7 0,15-28 0,-20 3 0,0-31 0,0-31 0,0-7 0</inkml:trace>
  <inkml:trace contextRef="#ctx0" brushRef="#br0" timeOffset="63560">22393 14074 24575,'-39'-38'0,"-1"-1"0,91 6 0,-14 7 0,1 1 0</inkml:trace>
  <inkml:trace contextRef="#ctx0" brushRef="#br0" timeOffset="69851">3064 16723 24575,'-23'-28'0,"0"0"0,-3 0 0,6-3 0,20 31 0,0 0 0,0-21 0,0 16 0,0-15 0,0 20 0,0 0 0,0-21 0,0 16 0,0-15 0,0 20 0,0 0 0,20 20 0,-14 6-3392,14 10 0,1 5 3392,-16 12 0,9-15 0,6 6 0,-3 2-1513,-7 13 1,-3 4 0,4-3 1512,6-10 0,3-2 0,-1 3-1012,-2 12 1,-2 2 0,-1-9 1011,-1-21 0,0-1-677,3 8 1,2 5 0,-1-8 676,11 4 676,-15 3 1,-2 8-1,1-10-676,9-11 0,-10 6 0,-2-1 0,-4-13 0,16-4 3034,-21-21-3034,0 0 0,0-21 0,0 16 4537,0-15-4537,-3-15 0,6-2 0,27-1 1885,-25-10 1,-2-1-1886,28-8 0,-16 9 0,-2-9 0,0 1 0,-3 12 0,-1 1 0,3-6 0,1-4 0,4-8 0,0-2 0,-1 1 0,-3 7 0,-2-1 0,-2 5 0,-1-1-229,4-9 1,0-2 0,-5 11 228,-7-5 0,0 37 0,0 20 0,0 0 0,0 20 0,0-15 0,0 26 0,0 10 0,0 23 0</inkml:trace>
  <inkml:trace contextRef="#ctx0" brushRef="#br0" timeOffset="70375">3179 17299 24575,'-56'20'0,"28"-14"0,-23 14 0,25-20 0,72 0 0,-48 0 0,26-6 0,34-6 0,10-1 0,-14 3 0,-12 5 0,1 0 0,7-7 0,11-6 0,-2 5 0,-12 15 0,-8 28 0,-8 12 0,4 2 0,1 1 0</inkml:trace>
  <inkml:trace contextRef="#ctx0" brushRef="#br0" timeOffset="71219">4032 17460 24575,'-39'-20'0,"9"-16"-9831,30 8 8341,0-3 4308,30 11-2818,-22 14 0,34 4 0,8 4 0,-4 4 859,1 14 1,-4 11-860,-22 8 0,-6 1 0,5 9 0,-12 4 0,-6 11 0,-12-17 0,-41-24 0,27 11 0,1 12 0,-4-14 0,-20-26 0,-4-7 0,-7 22 0,6-1 0,11-15 0,0 16 0,82-21 0,21 0 0,-10 0 0,1 0 0</inkml:trace>
  <inkml:trace contextRef="#ctx0" brushRef="#br0" timeOffset="71612">4700 17345 24575,'-46'-41'0,"20"31"0,-15-31 0,36 41 0,-15 0 0,20 0 0,-31 0 0,-8 17 0,-1 7 0,-9 17 0,-1-11 0,8 9 0,35 23 0,9 4 0,-15-19 0,5 1 0,18 1 0,9 3 0,3-7 0,2-11 0,6-7 0,11-6 0,7-6 0,-4-10 0,-3-21 0,-2-9 0,9-1 0,1 1 0</inkml:trace>
  <inkml:trace contextRef="#ctx0" brushRef="#br0" timeOffset="73238">6036 16769 24575,'-25'0'0,"4"0"0,21-20 0,0 15 0,0-16 0,0 66 0,0 23-612,0-9 612,0-16 0,0 16 0,0 10 0,0 6 0,0-1 0,0-5 0,0-10 0,0-3 0,-1-7 0,1-1 0,1 3-11,3 17 0,2 4 1,0-4-1,-1-17 11,0-3 0,5-99 0,0-26 0,-10 19 0</inkml:trace>
  <inkml:trace contextRef="#ctx0" brushRef="#br0" timeOffset="73692">5921 16838 24575,'24'-58'0,"0"0"0,0 0 0,6-7 0,9 23-3277,8 47 0,10 21 0,-5-1 2532,-6-9 0,-3 6 745,2 22 0,-1 11 0,-5-10 1409,-8-27 0,-8 2-1409,-13 21 0,-8 14 0,-5 2 0,-1-10 859,3-10 1,-10-2-860,-16-3 0,-14 4 0,-7 1 0,2-3 0,8-5 0,0 6 0,-1-8-1135,-8-12 1,-10-4 0,1-1 0,16 2 1134,7 19 4537,13-31-4537,48 0 0,8-7 0,9-4 0,2-2 0,-2 1 0,0-1 0,0 0 0</inkml:trace>
  <inkml:trace contextRef="#ctx0" brushRef="#br0" timeOffset="74318">7142 16562 24575,'-56'-26'0,"7"6"0,13-11 0,-5 23 0,36 8 0,-15 8 0,1 26 0,1 16 0,3-11 0,3-16 0,-8 12 0,-7 16 0,0 2 0,8-8 0,14-7 0,0-1 0,-17 7 0,-8 5 0,11 3 0,21 9 0,11 4 0,-5-6 0,-22-3 0,5 0 0,18-10 0,9 4 0,4-2 0,0-7 0,8-1 0,2-6 0,-7-3 0,3-6 0,19-13 0,-1-3-6784,-5 21 6784,7-22 0,-18 18 0,-9-1 0,-16-20 0,16 16 0</inkml:trace>
  <inkml:trace contextRef="#ctx0" brushRef="#br0" timeOffset="74770">7257 17253 24575,'-38'0'0,"7"-21"0,31 16 0,0-15 0,47 16 0,8 8 0,-29-4 0,20 15 0,12 9 0,-19-2 0,-28-6 0,21 11 0,-3 7 0,-33 2 0,-7 0 0,6 12 0,-17-8 0,-3 0 0,0 11 0,-12-47 0,2-3 0,22 20 0,-24-19 0,3-4 0,29 2 0,-16 0 0,21 0 0,21 0 0,13-22 0,8-8 0,13-2 0,0 0 0</inkml:trace>
  <inkml:trace contextRef="#ctx0" brushRef="#br0" timeOffset="75100">7879 17138 24575,'-23'-36'0,"0"0"0,-2 18 0,15-20 0,-1 5 0,-20 33 0,24 0 0,-13 28 0,-7 22 0,2-6 0,4-19 0,1 2 0,3 17 0,2 10 0,-2-4 0,-11 1 0,5-5 0,17-11 0,7-1 0,11 19 0,7-6 0,14-11 0,2-23 0,7-5 0,8-7 0,-3-2 0,-8 1 0,12-8 0,0-5 0,-13-13 0</inkml:trace>
  <inkml:trace contextRef="#ctx0" brushRef="#br0" timeOffset="75475">7994 16723 24575,'41'-13'0,"0"-5"0,-17 52 0,1 19-3277,9 0 0,5 5 0,-10-7 2532,-19-20 0,-2 2 745,13 14 0,7 11 0,-2-1 0,-9-15 2818,-11-3-2818,-5 14 0,-1 15 0,-1-10 0,0-23 0,-4-3 0,-20 25 0,-1-7 0,19-29 286,-25-17 1,-8-8-1,-22-17 1,10 8-1,-1 0 1</inkml:trace>
  <inkml:trace contextRef="#ctx0" brushRef="#br0" timeOffset="76476">5990 16516 24575,'-29'-30'0,"-1"1"0,-13 9 0,-1 4 0,-10-4 0,-2 20 0,36 0 0,-1-21 0,16 16 0,-38-7 0,-6 4 0,31 8 0,-31-9 0,6-3 0,38 7 0,-47-15 0,45 20 0,-24 20 0,31-15 0,0 16 0,0 12 0,0 5 0,0 21 0,0-8 0,0 14 0,0 3 0,0-6-427,0-11 0,0-4 1,0 8 426,0-6 0,0 6 0,0 6 0,0 1 0,0-1 0,0-3 0,0-7-1590,0 3 0,0-7 0,0 0 0,0 2 1590,0 12 0,0 3 0,0 1 0,0-1 0,0-1 0,0 1 0,0-3 0,0-9-1643,1-5 0,-2-2 1643,-4 20 0,-4 7 0,3-17 0,0-19-757,-28 12 1,-3-4 756,24-26 0,-38 54 536,51-72-536,0 0 4248,51-31-4248,-18 23 0,11-7 0,11-6 0,-5 6 0,-12 12 0,-2 1 2205,14-10 1,0 4-2206,-12 17 0,-5 2 0,8-6 0,-6 26 0,0 10 0,-7-9 0,0 0 0</inkml:trace>
  <inkml:trace contextRef="#ctx0" brushRef="#br0" timeOffset="77585">8409 16309 24575,'-46'0'0,"-10"0"0,28 0 0,-3 0 0,31 0 0,-21-31 0,37 3 0,29-2 0,17 3 0,-18 17 0,6 4 0,1 2 0,-1-1 0,9-6 0,0 1 0,2 10 0,6 13 0,9 8 0,-12 7 0,-30 2 0,-50 12 0,-17 11 0,24-7 0,3 9 0,3 5 0,1 5 0,-1 3 0,1-16 0,0 3 0,1 3 0,0 3 0,0 1 0,0 1 0,-1 0 0,-1-2 0,-1-3 0,-2-2 0,-4 9 0,-1-3 0,-3-2 0,0 0 0,0-2 0,0 2 0,1 0 0,3 4 0,1 4 0,2 1 0,-1-2 0,-3-5 0,-2-7 0,-6-10 0,-13 1 0,-7-12 0,-2-9 0,-32-13 0,20-4 0,56 15 0,31 8 0,0 0 0,0 0 0</inkml:trace>
  <inkml:trace contextRef="#ctx0" brushRef="#br0" timeOffset="81125">18638 16562 24575,'-64'0'0,"13"-21"0,51 16 0,0-15 0,0 20 0,0-31 0,20 23 0,-14-22 0,14 30 0,11 0 0,-24 30 0,18-7 0,2 3 0,-13 19 0,-3 2 0,15 7 0,-10-4 0,3 15 0,0 2 0,-1-14-3123,-2-14 1,1-1 3122,1 15 0,3 12 0,-1 0 0,-2-15 0,-5-19 0,-1 0 0,1 16 0,0 14 0,0 0 0,-1-10 0,3-9 0,-1 0 0,-3 14 0,0 8 0,2-5-2358,10 5 0,-5-15 2358,-13-26 0,16 69 0,-21-92 0,0 0 0,0-20 0,0 14 0,0-45 4177,0 44-4177,0-45 6784,0 47-6784,0-56 0,0-1 0,8 28 0,4-6 0,1-9 0,1-11 0,2 0 0,-2 9-2212,3 5 0,-1 0 2212,-3-3 0,1-10 0,-1 2 0,-2 10 0,1 10 0,-3 2 0,-6-21 0,-3-9 0,2 4 0,8 3 0,0 1 0,-8 1 0,-3-4 0,0 10 0,1-7 0,0 37 0,0 20 0,0 0 0,0 0 0</inkml:trace>
  <inkml:trace contextRef="#ctx0" brushRef="#br0" timeOffset="81559">18846 17299 24575,'-39'0'0,"-12"0"0,46 0 0,-36-20 0,36 14 0,-16-14 0,21 20 0,41-21 0,21 16 0,-18-9 0,7-7 0,0 5 0,12 11 0,-1 2 0,1-15 0,-1 6 0,-3 25 0,-10 4 0,-16-9 0,-12 23 0,-60-31 0</inkml:trace>
  <inkml:trace contextRef="#ctx0" brushRef="#br0" timeOffset="81968">19836 17414 24575,'-46'0'0,"21"-31"0,76 24 0,-13-24 0,11 15 0,14 2 0,-6 3 0,-9 6 0,-1 0-421,-5-8 1,1-4 0,-3 6 0,1 9 0,-5 4-1,10-2 1</inkml:trace>
  <inkml:trace contextRef="#ctx0" brushRef="#br0" timeOffset="82727">21011 17253 24575,'-56'0'0,"28"0"0,-3 0 0,31 0 0,0 0 0,0 20 0,0 37 0,0-21 0,0 2 0,0 6 0,0 4 0,0-2 0,0 4 0,0-5 0,0-7 0,0-2 0,-3 15 0,6-5 0,28-5 0,-24-36 0,45-25 0,-27-31 0</inkml:trace>
  <inkml:trace contextRef="#ctx0" brushRef="#br0" timeOffset="83354">21380 17345 24575,'-26'-51'0,"6"10"0,20 61 0,0 6-4252,0 10 1,0 5 4251,0 2 0,0-2 0,0 23 859,-2-17 1,4-2-860,18 17 0,-15-8 0,2-12 0,7-13 0,21-49 0,1-26-1513,-20 3 1,-7-8 0,5 4 1512,10 11 0,5 4 0,-5-8 1134,-11-21 0,-5-16 0,-1 11 1,6 35-1135,14 64 0,2 3 0,4-74 0,-14 59 0,3 29 0,1 14 0,-2-2 0,-3-16 0,-2-9 0,1-8 0,12 0 0,-2-17 0,-17-76 0,1 0 0</inkml:trace>
  <inkml:trace contextRef="#ctx0" brushRef="#br0" timeOffset="83636">22163 16562 24575,'5'62'0,"0"-1"0,-1 1 0,1 0 0,0 0 0,0-1 0,0 1 0,-1 0 0,5-1 0,2 4 0,2 4 0,0-1 0,0-2 0,0-4 0,-1-7 0,-2-9 0,-1-11 0,9 21 0,6-8 0,0 0 0,-1 0 0</inkml:trace>
  <inkml:trace contextRef="#ctx0" brushRef="#br0" timeOffset="83946">22025 17253 24575,'-22'-28'0,"0"0"0,56 2 0,33 2 0,1 5-3277,-7 2 0,0 5 0,4 0 2904,-4 0 1,3 0-1,-1 1 1,-8 5 935,16 9 1,-29-6-1,-63-28 1,-4-7 0</inkml:trace>
  <inkml:trace contextRef="#ctx0" brushRef="#br0" timeOffset="84525">22693 17345 24575,'-13'51'0,"0"0"0,12-3 0,2 2 0,-2 4 0,0 4 0,8-30 0,19-52 0,0-18 0,-19 6 0,2-13 0,2-18 0,3-3 0,4 16-3392,9 14 0,2 5 3392,-4-20 0,4 10-398,10 38 1,-2 14 397,-11 22 0,-5 6 0,-1 6 0,-7-5 0,0 0 0</inkml:trace>
  <inkml:trace contextRef="#ctx0" brushRef="#br0" timeOffset="85014">23338 17299 24575,'-10'-38'0,"0"-1"0,4 6 0,-14-18 0,-11 81 0,24-22 0,-24 43 0,10-25 0,16 20 0,-15-20 0,-1 25 0,16-44 0,-15 45 0,40 4 0,-15-23 0,12 6 0,7-6 0,12-28 0,13 16 0,-13-21 0,-1-18 0,7-10 0,-7 2 0,9-13 0,-11-6 0,3-12 0,-8 11 0,-8 8 0,-13-7 0,-14-3 0,-35 7 0,-8 6-1045,7-4 1045,-6 3 0,1 1 0,7 4 0,35 54 0,-14-5 0,20 23 0,0 0 0</inkml:trace>
  <inkml:trace contextRef="#ctx0" brushRef="#br0" timeOffset="85652">20965 17046 24575,'-38'-39'0,"-14"9"0,47 30 0,5-21 0,31-1 0,15-2 0,-9 0 0,0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09:58:29.72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3064 5298 24575,'-51'-39'0,"10"9"0,41 30 0,0 0 0,41 0 0,0-21 0,-7 18 0,1 1 0,21-18-3223,-17 18 1,-1 4 3222,16-2 557,0-10 0,-1-1-557,1 6 0,-4-6 0,-3 2 0,-16 9 0,10 20 0,-41-15 0,0 16 0,0-21 4963,0 0-4963,-20 0 368,14 0-368,-14 0 0,20 0 0,-20 20 0,14-15 0,-14 46 0,18-12 0,4 2 0,-2 2 0,0 3-442,1-2 0,0 3 0,-3-5 442,-8-5 0,-1 1-2115,9 9 0,2 7 0,-3-7 2115,-7-10 0,0 0 0,8 7 0,3 6 0,0-3-2122,1 12 1,-4-5 2121,-13-14 0,-1-1-2,12 0 0,0-1 2,-12 2 0,2-9 0,14-18 0,0 21 0,0 4 593,0-2-593,0-8 4534,0 3-4534,0-11 0,30-15 6781,-22 16-6781,23-21 10,-62 0-10,23 0 0,-43-21 0,46 16 0,-36-15 0,-7 17 0,-1 6 0,5-3 0,-17 0 0,0 0 0,12 0 0,8-31 0,2 28 0,6-2 0,26-25 0,-24 30 0,31 0 0,0 0 0,72 30 0,-28-11 0,1 1 0</inkml:trace>
  <inkml:trace contextRef="#ctx0" brushRef="#br0" timeOffset="593">3502 5989 24575,'-39'-31'0,"9"23"0,30-22 0,0 9 0,-21 16 0,16-15 0,-46 13 0,-10 14 0,17 13 0,-20-20 0,0 5 0,38 21 0,3-1 0,-33-17 0,30 23 0,6-31 0,20 0 0,20 0 0,15-13 0,7-5 0,13-1 0,0 0 0</inkml:trace>
  <inkml:trace contextRef="#ctx0" brushRef="#br0" timeOffset="1351">4032 6127 24575,'-59'-26'0,"29"4"0,4 3 0,0 14 0,5-15 0,21-1 0,0 16 0,0-15 0,41 20 0,-30 0 0,22 8 0,5 4 0,11 14 0,-19-5 0,1 4-3392,10 14 0,-5-1 3392,-8-5 0,-9 6 0,-7-6 0,-12-28 0,-10 36 0,-11 10 0,-1-26 0,-4-1-1513,-3 8 1,-2 5 0,-1-7 1512,-5-8 0,-1-8 0,-1-3 0,2-1-1943,-20 10 1943,29-15 3575,-23 16-3575,46-21 0,5 0 0,5 0 0,46 0 0,-23 0 0,22-17 0,8-7 0,-3-2 0,0 1 0</inkml:trace>
  <inkml:trace contextRef="#ctx0" brushRef="#br0" timeOffset="1668">4654 5989 24575,'-10'-32'0,"-1"0"0,6-19 0,-36 51 0,-15 20 0,2 16 0,18-10 0,-4 5 0,9 2 0,12 5 0,4 0 0,-12-4 0,3 1 0,21 18 0,6-3 0,-3-12 0,-6 12 0,12-3 0,49-26 0,13-16 0,-33-3 0,2-4 0,19-6 0,15-5 0,-7-3 0,-30-3 0,-42-15 0,11-17 0</inkml:trace>
  <inkml:trace contextRef="#ctx0" brushRef="#br0" timeOffset="4067">5829 5229 24575,'0'-36'0,"0"0"0,0-10 0,0 25 0,-31-9 0,23 22 0,-22-23 0,9 31 0,16 0 0,-15 0 0,-1 0 0,16 0 0,-46 0 0,43 0 0,-43 0 0,46 0 0,-36 0 0,36 31 0,-36-3 0,36 29 0,-20-36 0,-2 4-3392,21 37 0,5 4 3392,-15-33 0,1 0 0,12 30 0,6 2-4,-3-26 0,0-1 4,0 25 0,0-1-625,0-25 0,0 0 625,1 14 0,0 7 0,-3-3 0,-4-10 0,-2-2 0,2 0 0,3 0 0,2 0 0,-1 1 0,-2 10 0,-2 1 0,-4-2 0,-6-7 0,-4-2 0,5-1 0,9 5 0,-1-2 0,-15-4 0,-8 1 0,10-7 0,15 0 0,-15-16 0,20-20 6160,20 0-6160,17-10 0,3 0 0,-2 4 0,12-4 0,3 0 0,-17 9 0,-3 2 0,13-1 0,5-14 0,-10-3 0,-33 10 12,43 7-12,-46 28 0,-5 28 0,-26-10 0</inkml:trace>
  <inkml:trace contextRef="#ctx0" brushRef="#br0" timeOffset="4934">6243 5758 24575,'-20'-46'0,"15"21"0,-16 4 0,21 21 0,0 0 0,21 0 0,-16 0 0,15 41 0,-20 0 0,-5 1 0,-3 9 0,1-3 0,4 0 0,1-1 0,-3-4 0,-2 2 0,-2 0 0,-7 15 0,2 0 0,9-13 0,3 0 0,1 0 0,0 12 0,2-3 0,-1-2 0,8-11 0,22-22 0,-26-60 0,-8-14 0,4 9 0,0-15 0,0-10 0,0 16 0,0-3 0,0 4 0,0-6 0,0 1-137,0 4 1,0-4 0,0 0 136,0-4 0,0-1 0,0 6 0,0 10 0,0 0 0,4-2 0,2-9 0,0 2 0,-1 10 0,0-14 0,1 21 0,8 5-3324,20 13 0,4 9 3324,1 3 0,14 2 0,1 12-1601,-27 31 0,-5 6 1601,7-20 0,-2 2 0,-12 19 0,-4 4 0,11 2 0,-3-2-697,-14 16 697,8 1 0,-6-2 4718,-27-15-4718,8-3 0,-2-3 0,-12-8 0,-6-6 0,-7-5 0,-3-20 0,-1-6 0,9 3 0,-1 0 0,-17 0 0,12 0 4841,35 0-4841,-36-31 0,36 23 0,-16-22 0,42 30 1397,-16 0-1397,15 0 0,13 11 0,12 9 0,0 0 0,7 1 0,-1 1 0,0-1 0</inkml:trace>
  <inkml:trace contextRef="#ctx0" brushRef="#br0" timeOffset="5460">7303 5298 24575,'-32'-19'0,"0"-1"0,-8 1 0,9 8 0,25 11 0,-14 0 0,20 0 0,0 0 0,-21 0 0,16 51 0,-17-21 0,-7 4-2262,5 14 1,1 8 0,1-4 2261,-1-4 0,0-1-515,2-7 1,0 1 0,2-5 514,-12 21 0,23-9 0,-2-2 0,-2 8 0,3-5 0,7-10 0,4 1 0,3 9 0,2 11 0,2-2 0,1-12 0,18 7 0,4-4 0,8 7 0,-4-17 0,2-27 0,34 40 0,-72-52 0,0 0 0</inkml:trace>
  <inkml:trace contextRef="#ctx0" brushRef="#br0" timeOffset="5978">7418 5989 24575,'-38'-39'0,"7"9"0,31 9 0,0 16 0,0-15 0,51 40 0,-38 16 0,30-1 0,6-1 0,-8 7 0,-16 6 0,-1-2 0,7-12 0,-28 6 0,-6-1 0,3-12 0,-22 10 0,-7-1 0,-5-1 0,-3-7 0,-3 2 0,12-1 0,0-5 0,-20-15 0,12 23 0,-2-29 0,4-4 0,21 2 0,-38 0 0,102 0 0,-11 0 0,5 0 0,2 0 0,0 0 0,-1 0 0</inkml:trace>
  <inkml:trace contextRef="#ctx0" brushRef="#br0" timeOffset="6295">7994 5989 24575,'-28'-32'0,"0"0"0,4-8 0,-1 8 0,-10 27 0,-6-15 0,36 40 0,-47-15 0,39 30 0,7 18 0,-3-8 0,-9-15 0,0-1 0,8 14 0,4 8 0,2-4 0,3-1 0,2-5 0,-1 13 0,21 2 0,9-5 0,3-18 0,3-18 0,5-9 0,0-15 0,-5-10 0,-18-8 0,-3-3 0,11 7 0,-1 0 0</inkml:trace>
  <inkml:trace contextRef="#ctx0" brushRef="#br0" timeOffset="6727">8156 5298 24575,'41'-39'0,"-31"39"0,26 0 0,0 8 0,-29 43 0,29-13 0,0 1-5857,-26 20 5857,11-21 0,8 4 0,-7 6 0,-15 2 0,-7 7 0,-2 0 0,4-4 0,9-3 0,3-3 0,-8 5-797,-12 5 0,-9 9 0,-4 2 0,1-3 0,5-11 797,6 4 0,-4-6 0,-20-10 0,-9 0 0,8-6-606,4 15 606,-8-46 0,16 16 0,20-21 0,0-21 0,0-4 0</inkml:trace>
  <inkml:trace contextRef="#ctx0" brushRef="#br0" timeOffset="7884">8732 5090 24575,'-32'-15'0,"0"0"0,-9 12 0,10-2 0,26-26 0,-36 31 0,36 0 0,-16 0 0,21 0 0,0 0 0,41 0 0,0 0 0,2 0 0,4 0 0,-1 0 0,0 0 0,-9 0 0,0 0 0,20 0 0,-6 0 0,-18 0-213,6 0 1,-6 0 212,-28 0 0,15 0 0,1 0 0,-16 0 0,15 0 0,-40 52 0,15-19 0,-13 4 0,-5 3 0,5-12 0,0 0 0,-6 5 0,-1 3-3180,-3 10 1,0 0 3179,3-10 0,4 2 0,9 9 0,5 6 0,0-4-1502,-4-1 1,2-2 1501,7 17 0,4 0-47,-2-20 0,0 1 47,0 8 0,0 5 0,0-5-609,0-5 1,0 1 608,0 11 0,0 7 0,0-9 2324,-1-20 0,2-3-2324,9 11 0,0 0 0,-5 16 1210,6-20 1,-1-5-1211,-10-8 0,0 3-703,-21-11 703,16-14 1021,-16 12 0,-9 4-1021,-9-3 0,-1-2 0,6-2 0,-1-2-2947,-15 5 1,2-5 2946,2-13 0,-10-31-726,21 18 0,1-2 726,-7-21 477,0 16-477,41 0 0,0 14 0,28-5 0,16 2 0,0 9 0,1 0 0</inkml:trace>
  <inkml:trace contextRef="#ctx0" brushRef="#br0" timeOffset="14360">12487 5459 24575,'0'-40'0,"0"1"0,0-2 0,0 0 0,0 41 0,0 0 0,0 71 0,0-32 0,0 6 0,0 7-4252,0 8 1,0-2 4251,0-21 0,0 0 0,0 6 0,0 5 0,0 2-940,0 5 1,0 2 0,0-5 939,0-6 0,0 0 0,0 3 0,0 5 0,0-9 0,0 11 0,0-27 0,0 1 0,0-30 4537,0 0-4537,0-30 6784,0 22-6784,0-23 0,0 31 0,0 0 0</inkml:trace>
  <inkml:trace contextRef="#ctx0" brushRef="#br0" timeOffset="15043">12487 5390 24575,'-10'-55'0,"-1"0"0,8 14 0,1 5 0,2-5 0,5 36 0,16-15 0,-1-1 0,-15 16 0,47-16 0,-3 18 0,2 6 0,2 18 0,-9-1 0,6 7 0,-11 3 0,-14 6 0,-9 7 0,2 15 0,-2 9 0,-1-8 0,6-14 0,-11-3 0,-37 10 0,-22 3 0,2-13 0,13-24 0,-4-6-1422,-15 4 1,-8 0-1,11-7 1422,2-9 0,4 15 0,16 1 0,38-8 0,26 23 0,19-31 0,0 0 0</inkml:trace>
  <inkml:trace contextRef="#ctx0" brushRef="#br0" timeOffset="16168">13063 6288 24575,'54'-19'0,"-1"0"0,1 0 0,0 0 0,0 1 0,-1 1 0,1 0 0,0 1 0,0-1 0</inkml:trace>
  <inkml:trace contextRef="#ctx0" brushRef="#br0" timeOffset="16634">13593 6127 24575,'39'-40'0,"1"1"0,0-1 0,-1 0 0,1 9 0,-1-1 0,0 1 0</inkml:trace>
  <inkml:trace contextRef="#ctx0" brushRef="#br0" timeOffset="18194">13385 6081 24575,'-10'-38'0,"0"-1"0,5 6 0,-16 12 0,17 49 0,6 27 0,0 3 0,-2 2 0,0 3 0,0 1 0,0-13 0,0 1 0,0 0 0,0-2 0,-1 18 0,0-2 0,3-36 0,7-64 0,3-27 0,-4 15 0,1-4 0,-1-3 0,-2 2 0,-1-4 0,1-2 0,3 0 0,3 5 0,2-4 0,2 2 0,0 3 0,-2 8 0,0-4 0,5 7 0,12 4 0,8 2 0,-2 17 0,1 27 0,-1 16 0,2 4 0,2 7 0,-9 1 0,-11 6 0,-8 2 0,-1 2 0,1 1 0</inkml:trace>
  <inkml:trace contextRef="#ctx0" brushRef="#br0" timeOffset="18762">13915 6242 24575,'-52'0'0,"-1"0"0,12-20 0,26 15 0,71-16 0,-6 6 0,11-3 0,0 0 0,0 4 0,0-1 0,-4-10 0,-12-9 0,-2-10 0,-5-2 0,-13 6 0,-9 4 0,-17 6 0,-45-2 0,-23 13 0,22 13 0,-3 9 0,6 12 0,4 27 0,7 17 0,7 4 0,9-14 0,3 2 0,7 1 0,9-2 0,13 2 0,10-1 0,6-2 0,0-3 0,6 10 0,2-3 0,8-19 0,13-27 0,7-18 0,-7-6 0,-3-6 0,-12-7 0,-16 0 0,-17 8 0,-32 22 0,-6 0 0</inkml:trace>
  <inkml:trace contextRef="#ctx0" brushRef="#br0" timeOffset="19469">14606 6081 24575,'-28'-23'0,"0"0"0,0-3 0,28 26 0,8 26-8503,22-1 8503,-30-4 573,9 24 0,6 17 0,2-5-573,2-9 0,3-4 0,11 21 0,3-25 0,-9-59 0,1-24 0,-6-5-1135,-10 2 1,-5-5 0,-2-2 0,2 3 1134,7-8 0,2 1 0,-5 6 0,-10-8 0,-2 26 4537,1 53-4537,-2 25 0,4 7 0,11-16 0,5 3 0,-5 19 0,0 8 0,9-19 0,14-36 0,0-4 0,-10 30 0,-3-10 0,3-52 0,-1-22-1513,-5-1 1,-1-8 0,-2 7 1512,0 11 0,-1-1 649,-1-12 0,1-13 1,-3 4-1,-5 20-649,-8 22-710,20 18 710,-15 38 0,3 4 0,5 15 0,-1 0 0,-4-13 0,-3 7 0,-2 0 0,-1 16 0,3-5 0,6-27 0,9-32 0,-18 41 0,1-1 912,48-64 0,-35-11 0,-3-7 0,15-6 0,0 0 0</inkml:trace>
  <inkml:trace contextRef="#ctx0" brushRef="#br0" timeOffset="19728">15666 5874 24575,'-25'-57'0,"4"29"0,21-3 0,21 62 0,-16-3-2835,7 11 1,5 9 0,-5-7 2834,-7 3 0,6 10 0,-2 4-1135,-8-18 0,-2-3 1135,1-2 0,0-1 0,0 7 0,0-2 0,0 12 0,21-97 0,4 2 0</inkml:trace>
  <inkml:trace contextRef="#ctx0" brushRef="#br0" timeOffset="21030">16357 5758 24575,'0'-25'0,"0"-16"0,0 36 0,0-16 0,0 21 0,0-20 0,-30-16 0,22 8 0,-43-3 0,46 31 0,-36 31 0,36-23 0,-16 18 0,1-1 0,15-20-4252,-21 24 1,0 3 4251,19-22 0,-13 32 0,9 9-957,34-19 0,5 0 957,-21 9 0,-1 2 0,18-5 0,3 1 0,-3 19 0,-7 2 0,-12-23 0,0 0 0,20 16 0,-9-6 0,-36-17 0,15-30 0,-36 21 0,15-16 0,-30-5 0,20 1 0,3-7 0,4-20 0,17 1 4984,42 17-4984,12-13 0,13-8 0,-1 7 0,-10 17 0,-1 6 0,6-7 0,0-9 0,8-8 0,3-4 0,0 0 0,-6 3 0,-9 7 2716,6 8 1,-4-5-2717,-1-18 0,8-15 0,2-6 0,-7 4 0,-14 15 0,-2 3 0,-18-10 0,-1-17 0,-8 0 0,-10 21 0,-32 19 0,-6 32 0,-11 16 0,7-3 0,12-12 0,10 6 0,15 32 0,13 23 0,10 0 0,7-25-970,14-33 1,7-8 0,5 24 0,4 7 0,-16-23 0,-19-44 0</inkml:trace>
  <inkml:trace contextRef="#ctx0" brushRef="#br0" timeOffset="21355">15620 5459 24062,'-22'-60'0,"1"0"0,7 16 0,12 8 0,32 21 0,-1 0 0</inkml:trace>
  <inkml:trace contextRef="#ctx0" brushRef="#br0" timeOffset="39023">3801 7993 24575,'-12'-39'0,"-1"1"0,-8 5 0,21-18 0,0 51 0,0 0 0,0 20 0,-20 16 0,16 6 0,3 5 0,-10-1 0,1 6 0,7 4 0,4 10 0,0 3 0,0-2 0,-1-6 0,0-2 0,0 1 0,0 1 0,0-7 0,0 3 0,0-1 0,0-2 0,0-4-1011,0 9 1,0-6 0,0-9 1010,0 7 0,0-71 0,0-16 0,0 3 0,0-3 0,-1 0 0,2 0 0,8 1 0,3 1 0,13-22 0</inkml:trace>
  <inkml:trace contextRef="#ctx0" brushRef="#br0" timeOffset="39672">3755 7947 24575,'-28'-30'0,"0"1"0,51-27 0,16 58 0,17 18 0,2 11 0,-14 3 0,-19 4 0,-10 6 0,-1 4 0,7 8 0,1 6 0,-6 0 0,-16-6 0,-30-1 0,-18-7 0,-2-5 0,-4-5 0,-1-3 0,31-16 0,39-19 0,27 0 0,0 0 0</inkml:trace>
  <inkml:trace contextRef="#ctx0" brushRef="#br0" timeOffset="41443">4815 7832 24575,'28'-39'0,"0"1"0,1-16 0,-11 14 0,-6 3 0,-12 12 0,0 4 0,0 21 0,-30 0 0,22 21 0,-19 5 0,-12 7 0,2 5 0,10 10 0,3 6 0,-4 0 0,-3-8 0,-5 0 0,0 2 0,1 4-167,9-7 1,-1 2 0,1 3 0,1 1 0,3 0 0,2-1 166,0 7 0,3 1 0,3-1 0,3 1 0,4-1 0,4-2 0,5 1 0,2-2 0,3 0 0,3-4 0,3 4 0,3-1 0,3-6 0,8-12 0,12-12 0,7-10 0,-6-8 0,16-10 0,-76-36 0,-31 15 0</inkml:trace>
  <inkml:trace contextRef="#ctx0" brushRef="#br0" timeOffset="42361">5345 8407 24575,'-32'-10'0,"0"0"0,-6 8 0,4-1 0,9-18 0,-20 37 0,-8 20 0,15-1 0,1 8 0,2 4 0,-3 9 0,3 3 0,19-3 0,30 11 0,23-18 0,19-40 0,11-23 0,-20-9 0,4-10 0,-2-6 0,-9-2 0,-2-13 0,-10-5 0,-12 6 0,-18 0 0,-12 21 0,-19 58 0,4-1 0,7 9-2262,23 11 1,13 10 0,1-7 2261,-2-12 0,3-3-2269,9 20 1,6-6 2268,-2-26 0,-2-6 0,1 5 0,3-20 0,-19-30 0,-3-11 0,3-4 0,1 0 0</inkml:trace>
  <inkml:trace contextRef="#ctx0" brushRef="#br0" timeOffset="43018">5760 7578 24575,'0'-59'0,"30"24"0,-1 14 0,12 41 0,5 11 0,7 3-282,-14 8 1,-1 13 281,-9 0 0,-3 7 0,-4-5-1184,-5-9 1,-1 1 1183,3 0 0,4 7 0,-3 3 0,-10-3 0,-15-4 0,-8 0 0,-3-2 0,4-2 0,8 1 0,2-2 0,-5 1 0,-6 0 0,-5 4 0,-3-2 0,-4-8-292,-21 8 1,-5-13 291,6-19 0,0-3 0,2 13 0,2-5 0,-10-23 0,51 0 0,30 0 0,9 0 0</inkml:trace>
  <inkml:trace contextRef="#ctx0" brushRef="#br0" timeOffset="50451">2649 10158 24575,'-25'0'0,"4"0"0,21 0 0,0 0 0,-30 0 0,22 0 0,-23 0 0,31 0 0,0 0 0,0 21 0,14 13 0,3 8 0,-13 10 0,0 6-485,5-9 0,5 4 1,0 3-1,0-1 485,-2-1 0,0 0 0,0-1 0,-2 1-747,-2-3 1,-1 1 0,0-2 0,2-1 746,4 9 0,1-3 0,0-2-1718,-4-6 0,0-2 1,0-3 1717,4-1 0,0-3 0,5 1 0,-2-1-1028,4 13 1028,-21-43 980,0 22-980,0-30 0,0 0 0,0-30 0,0 22 0,0-23 1988,0 31-1988,0 0 6113,0-20-6113,0 15 2024,0-16-2024,9-13 0,2-4 0,-6 0 0,14-7 0,9-11 0,-3 9-547,-8 18 0,-1-1 547,5-13 0,3-11 0,0-1 0,-6 7-1384,-2 2 0,-3 0 1384,-1 1 0,2-7 0,-1-3 0,-1 2 0,-5 2 0,-2-1 0,1 2 0,1 1 0,8-5 0,2 2 0,-3-1 0,-4-8 0,-3-2 0,2 11 0,11-5 0,-20 37 0,0 20 0,0 0 0,0 20 938,0-15-938,0 16 0,0 10 731,0-24 0,0 24 0,0-31 0</inkml:trace>
  <inkml:trace contextRef="#ctx0" brushRef="#br0" timeOffset="51499">2742 10803 24575,'-52'26'0,"104"-26"-1093,3-4 1,14-1 0,-7 9 0,-3 17-1,-5 9 1,-8 0 0,0 0 0,0-1-1</inkml:trace>
  <inkml:trace contextRef="#ctx0" brushRef="#br0" timeOffset="52567">3502 10895 24575,'0'-25'0,"0"-16"0,-31 36 0,23-16 0,-22 21 0,30 0 0,51 0 0,-9 8 0,0 5 0,-6-3 0,-2 5-2262,0 13 1,1 7 0,-12-1 2261,-18 25 0,10-7 0,-10 4-1513,-29-15 1,-14 0 0,8-3 1512,20 0 0,-3-2 0,-24-2 0,-17 1 0,-1-4 0,17-13 0,15-13 0,-19 6 0,12-6-506,56-26 0,9 19 1,6 4-1,2-2 1,-1 0-1</inkml:trace>
  <inkml:trace contextRef="#ctx0" brushRef="#br0" timeOffset="52930">4239 10803 24575,'-15'-40'0,"-1"1"0,9-2 0,-24 0 0,31 41 0,-41 20 0,10 6 0,10-1 0,-4 6 0,-13 8 0,-8 4 0,7-4 0,16-14 0,0 3-2126,-7 15 0,-6 11 0,1-2 1,8-16 2125,2-13-90,42 21 0,22 14 0,-3-17 90,-8-28-250,22-6 1,24-2 0,2-6 0,-20-10 249,-26-18 0,-4-6 0,18 8 0,7-1 0,-18-2 0,-35-8 0,-1 0 0</inkml:trace>
  <inkml:trace contextRef="#ctx0" brushRef="#br0" timeOffset="56012">5391 9997 24575,'0'-26'0,"0"6"0,0 20 0,0 0 0,0-21 0,0 16 0,0-46 0,0 23 0,0-8 0,0 16 0,0 20 0,0 0 0,-20 0 0,14 0 0,-14 0 0,-16-3 0,0 6 0,18 17 0,-16-18 0,-3 1 0,15 21 0,3 3 0,-22 2 0,-8 6 0,10-21 0,6-7 0,23-7 0,-12 38 0,3 16 0,16-18 0,6 2 0,3 7 0,2 6 0,-1-1-773,-6-4 1,-2 0 0,6-5 772,15-2 0,1 2-261,-15 7 1,-5 10 0,-2 2 0,0-6 260,1 10 0,0 0 0,1-6 0,-1 3 0,-6 1 0,-8-10 0,-5 2 0,-2-3 0,3-8 0,2-6 0,-1-2 0,-8 12 0,-4 6 0,6-5 0,9-6 0,2-7 0,-8-2 2184,40 18-2184,6-51 587,33-7 0,10-6-587,-16-7 0,2 4 0,-6 21 0,4 7 0,-7-6 0,-8-18 0,-7 6 0,0 41 0,-11 2 0,-15-32 0,16 15 0</inkml:trace>
  <inkml:trace contextRef="#ctx0" brushRef="#br0" timeOffset="56612">5875 10365 24575,'-39'-10'0,"1"0"0,5 5 0,3-19 0,9 7 0,21 32 0,0-30 0,0 56 0,0 6 0,0 13 0,0 2 0,0-13 0,0 2 0,0 0 0,0 3 0,-1 7 0,0 1 0,1 2 0,2-1 0,3 2 0,2 2 0,-1-4 0,-4-9 0,-13 3 0,7-20 0,19-32 0,-35-7 0,13-37 0,10-26 0,1 5 0,-4 15 0,0 1 0</inkml:trace>
  <inkml:trace contextRef="#ctx0" brushRef="#br0" timeOffset="57041">5714 10365 24575,'0'-48'0,"0"-1"0,20 11 0,-6-1 0,8 6 0,25 28 0,6 10 0,-20-7 0,3 4-3277,19 16 0,9 9 0,-14 0 1787,-7 11 2429,-6 6 0,3 11 1,-25-5-940,-49-4 0,-24-3 0,13 0 0,-5 2 0,-1-7 0,4-14 0,-1-4 0,0-3-940,1 0 1,0-2 0,13-6 939,14-9-607,71 0 0,3 0 0,-3 0 1,0 0-1</inkml:trace>
  <inkml:trace contextRef="#ctx0" brushRef="#br0" timeOffset="57517">6773 9997 24575,'-48'8'0,"-1"-1"0,14 31 0,2 20 0,1 7 0,2-1 0,2-12 0,0 1 0,1 1 0,3 2 0,5 3-1639,7 0 1,6 5-1,2 2 1,2-1 0,1-3-1,-2-7 1266,-4 1 1,-2-3-1,5-6 1,11-5 372,20-3 0,11-7 0,0-11 10,-4-18 0,1-6-10,4 3 0,-2 0 0,2 0 0,-47 0 0</inkml:trace>
  <inkml:trace contextRef="#ctx0" brushRef="#br0" timeOffset="58065">6889 10688 24575,'-31'-56'0,"23"27"0,8-1 0,8 60 0,43-22 0,-27 28 0,-2 0 0,9-26 0,10 31 0,-11-10 0,-22-3 0,-3 25 0,-10 1 0,-23-15-385,2 8 1,-4-2 384,-16-19 0,16 1 0,3 2 0,-1-1 0,-3 23 0,31-46 0,0-5 0,31-5 0,-3-15 0,22-13 0,8-6 0,-22 9 0,1 0 0,0 0 0</inkml:trace>
  <inkml:trace contextRef="#ctx0" brushRef="#br0" timeOffset="58327">7418 10734 24575,'-56'-30'0,"0"0"0,-1 0 0,16 0 0,2 0 0,7 19 0,7 30 0,9 13 0,13 8 0,6 4 0,-3 1 0,0 0-441,0 11 1,0-4 440,0-4 0,0 8 0,0-30 0,20 15 0,6-36-886,11 13 1,10 6 0,-3-15-1,-1-35 1,1-12 0,7 19 0,0-1-1,1 0 1</inkml:trace>
  <inkml:trace contextRef="#ctx0" brushRef="#br0" timeOffset="58690">7626 9951 24575,'0'-56'0,"0"7"0,0 13 0,20 16 0,-15 20 0,16 0 0,4 19 0,1 13 0,0 18 0,2 5-2835,1-18 1,4 1 0,-3 2 2834,-3 7 0,-4 5 0,-4 2 0,-7-1 0,-3 5 0,-1-1 0,-1-7-447,5 7 1,-4-1 446,-5-8 0,-4 6 0,0-1 0,0-9 0,3-9 0,-4-1 0,-10 24 0,-7 10 0,-1-9 0,5-20 0,-3-2 0,-4 13 0,-5 5 0,-1-16 0,-28-19 0,28-15 0,-3 16 0,31-21 0,0-21 0,0-4 0</inkml:trace>
  <inkml:trace contextRef="#ctx0" brushRef="#br0" timeOffset="60802">8616 10527 24575,'-46'0'0,"21"0"0,4 0 0,21 0 0,0 0 0,-20 0 0,15-21 0,-16 16 0,62-15 0,-2 8 0,4 3 0,-5 6 0,3 1 0,13-5 0,6-1 0,-5 3 0,-6 4 0,-3 2 0,6-1 0,1 0 0,11 0 0,-26 0 0,-55 0 0,29 0 0</inkml:trace>
  <inkml:trace contextRef="#ctx0" brushRef="#br0" timeOffset="61150">8570 10964 24575,'-25'0'0,"4"-30"0,21 22 0,0-23-4252,41 17 1,10 8 4251,-7 1 0,10-7 0,15-5 0,-3 5-940,-16 9 1,-1 2 0,-2 0 939,-1-7 0,0 0 0,1 3-434,9 7 1,2 5-1,-14 5 1,-11 13 0,-7-2-1,0 0 1</inkml:trace>
  <inkml:trace contextRef="#ctx0" brushRef="#br0" timeOffset="61895">9146 10273 24575,'34'17'0,"-1"0"0,16 0 0,8 1 0,3 5 0,-14 2 0,1 4 0,1 2 0,0-1 0,-1-4 0,3-2 0,-1-2 0,-2-2 0,-4-1 0,60 32 0,-103-51 0,-103 72 0,57-34 0,10-10 0,-12 8 0,-4 3 0,4-2 0,12-8 0,-13 14 0,7-5 0,-13 10 0,3-2 0,17-14 0,17-14 0,-13 33 0,72-87 0,-1 7 0,0 0 0</inkml:trace>
  <inkml:trace contextRef="#ctx0" brushRef="#br0" timeOffset="63129">10851 9997 24575,'-20'-26'0,"-16"6"0,8 20 0,-3 0 0,10 0 0,-35 20 0,30 7 0,-2 3 0,-12-4 0,4 1 0,10 30 0,-2-12 0,-6 6 0,4-4 0,10-13 0,1 4 0,0 11 0,-2 12 0,0 1 0,6-9 0,1-5 0,7-1 0,12-1 0,7 7 0,2-2 0,-4-9 0,0 11 0,4-10 0,6 6 0,8-8 0,10-15 0,8-8 0,-2 0 0,4 13 0,6-8 0,4-23 0,10-9 0,0-7 0,-13 0-304,-14-2 0,-3-8 304,1-10 0,9-14 0,-1-6 0,-5 2 0,-13 10-1804,-16 0 1,-3 1 1803,16-4 0,11-5 0,-1-4 0,-12-2 0,-20 7 0,-8-3 0,-5-2 0,0 3 0,4 6 0,6 0 0,3 5 0,-7-5 0,-10-5 0,-7-9 0,-5 0 0,0 6 0,1 13 0,-3 10 0,-5 10-1347,-11 5 0,-12 2 0,-1 2 0,10 2 1347,9-4 0,2 10-1201,-9 21 0,-4 14 0,12-5 1201,16-7 31,15 24 1,10 8 0,4-12 0,2 1 0,2 16 0,0 0 0</inkml:trace>
  <inkml:trace contextRef="#ctx0" brushRef="#br0" timeOffset="63354">10805 10642 24575,'23'45'0,"0"-1"0,7-4 0,4 0 0,-1-7-1354,-4-10 1,1-5 1353,22 6 0,4 1 143,-4 3 0,-4-5 1,0-18-1,-12 5 1,0 0-1</inkml:trace>
  <inkml:trace contextRef="#ctx0" brushRef="#br0" timeOffset="63846">12072 9951 24575,'-39'-39'0,"-1"1"0,-1 5 0,0-18 0,41 51 0,0 0 0,0 20 0,-7 17 0,-7 3 0,-21-2 0,18 6 0,2 11 0,-2-10 0,-19-7 0,22 0 0,2 12 0,3 7 0,3-2 0,6 2 0,6 3 0,1 0 0,-4-2-529,-7-7 0,-3-2 0,1 0 0,7 2 529,11 9 0,8 2 0,1-2 0,-2-9-3042,-4-1 1,3-8 3041,21-4 0,-1-2 0,-12 20 0,14-86 0,-27-2 0,0 0 0</inkml:trace>
  <inkml:trace contextRef="#ctx0" brushRef="#br0" timeOffset="64211">12118 10573 24575,'-56'-21'0,"59"16"0,-6-15 0,39 20 0,10 9 0,0 2 0,-8-6-410,10 21 0,2-1 410,6-17 0,-30 24 0,-3 8 101,-4-10 0,-3 1-101,-1 5 0,-9 2 0,-26 19 0,-11-6 0,-3-18 0,-23-2 0,17-11 0,102-40 0,-25 7 0,0 0 0</inkml:trace>
  <inkml:trace contextRef="#ctx0" brushRef="#br0" timeOffset="64473">12763 10481 24575,'-55'-13'0,"0"0"0,7-7 0,-1 22 0,5 16 0,30 17 0,3 7 0,-17-5 0,0 5-2458,15 4 0,5 10 1,3 1-1,2-11 1713,1-10 0,4 0 301,8 20 0,5 8 0,9-21 444,11-36 0,2-3 350,-3 32 1,1-1-351,8-27 0,1-8 0,10 0 0,-14-28 0,-4-13 0,-13-13 0,1 0 0</inkml:trace>
  <inkml:trace contextRef="#ctx0" brushRef="#br0" timeOffset="64824">12971 9674 24575,'-39'-25'0,"80"56"0,-18-9 0,3 9 0,0 2 0,7 9 0,3 5 0,1 4 0,-4 2 0,-6-2-772,-4 7 1,-5 3 0,-4 0 0,-2 3 0,0 1 771,-1-10 0,0 3 0,-1 1 0,-1 1 0,-2-1 0,-1-2 0,-3-3 239,-3 7 1,0-2-1,-4-2 1,-4-4-1,-6-4-239,-17 15 0,-8-8 0,-1-15 0,3-19 0,2-8 157,-13 7 1,48-42 0,38-4-1</inkml:trace>
  <inkml:trace contextRef="#ctx0" brushRef="#br0" timeOffset="66588">13593 9536 24575,'-26'-38'0,"6"7"0,20 31 0,0-41 0,0 31 0,20-31 0,16 41 0,-8 0 0,32 0 0,3 0 0,-19 0 0,1 11 0,11 5 0,-9-2 0,7-4 0,-29 36 0,-5 20 0,-9-14 0,-11-21 0,-12 4 0,-9 15 0,-5 7 0,-1 2 0,6-4 0,1 1 0,2 0 0,3 0 0,1 3 0,4-2 0,1 3 0,2 1 0,1-1 0,2-3 0,0 1 0,0-2 0,3-2 0,8 0 0,12 2 0,11-2 0,-2 0 0,-13-3 0,-18 3 0,-10-2 0,-7 1 0,-4-2 0,-6 3 0,-1-2 0,3-2 0,7 8 0,2-3 0,-12-17 0,-22-26 0,-17-17 0,3-8 0,21-1-1131,18-9 0,-2-25 1,19 4-1,56 44 0,0 0 1</inkml:trace>
  <inkml:trace contextRef="#ctx0" brushRef="#br0" timeOffset="67719">16081 9997 24575,'0'-26'0,"0"6"0,0-1 0,0-35 0,0 23 0,0-18 0,0 30 0,0 16 0,0-15 0,0 20 0,0 0 0,31 0 0,-24 0 0,24 20 0,-31 36 0,-14 2 0,-3 10 0,13-8 0,4 4 0,-3-1-393,-6-14 0,-2-1 0,0 6 393,2-1 0,0 8 0,0 2 0,1-5 0,2-9-1609,1-2 1,0-2 1608,-9 17 0,-2 8 0,5-13 0,11 0 0,20-9 0,-15-12 0,36-16 0,-36-20 0,16 0 0,-21 0 245,0 0 1,0-20 0,0-6 0</inkml:trace>
  <inkml:trace contextRef="#ctx0" brushRef="#br0" timeOffset="68228">16035 9790 24575,'-42'-13'0,"-1"0"0,-13-7 0,36 20 0,20-31 0,0 23 0,51-23 0,-18 31-2285,19 0 1,4 0 2284,-3 0-385,-6-2 1,7 1-1,-6 4 385,-16 13 0,0-1 0,32-15 0,0 8 0,-26 41 0,-7 4 0,10-14 0,-16 10 0,-9-1 0,-16-23 0,-15 29 0,-11 5 0,-3-22 0,-4 0 0,10 4 0,1 3 0,-7-3 0,-11-7 0,-7-5 0,6-5 0,-18 4 0,19-16 0,-7 0 0,6-5 0,-12-7 0,-3 0 0,4 0 0,19 0 0,-18 0 0,51-31 0,0 23 0,0-23 0,20 31 0,16 0 0,11-11 0,6 2 0,-9 15 0,1 3 0,17-6 0,-1-1 0</inkml:trace>
  <inkml:trace contextRef="#ctx0" brushRef="#br0" timeOffset="68866">16680 10895 24575,'-30'43'0,"1"-1"0,10-12 0,2-4 0,-3-5 0,20-1 0,0-15 0,-21-25 0,16-11 0,-15-15 0,27 0 0,6 0 0,-8-3 0,12 10 0,7-1 0,2-1 0,5 10 0,4 24 0,4 4 0,4-18 0,6 1 0,2 16 0,6 6 0,-4 0 0,3-2 0,-2 0 0,-5 2 0,2-1 0,-5-4 0,-5-12 0,-5-1 0,20 8 0,-28-43 0,3 26 0,-41-12 0,-11-3 0,-7-14 0,12 25 0,-4 2 0,-15 2 0,-1 9 0,2 11 0,-22-16 0,15 42 0,11 13 0,4 9 0,9-4 0,1 1 0,-11-1 0,2 4 0,15 4 0,4 5 0,2-8-935,-1 2 935,1 5 0,1 10 0,10-14 0,29-14 0,-5 15 0,7-4 0,7-36 0,2-5 0,-10 19 0,0-3 0,18-26 0,-2-7 0,0 9-1118,-14-6 1,-1 1 1117,19 10 207,-9-20 0,-12 15 0,-16-16 0</inkml:trace>
  <inkml:trace contextRef="#ctx0" brushRef="#br0" timeOffset="69624">17786 10527 24575,'-51'15'0,"38"-25"0,-16 35 0,7 21-3277,29 3 0,15 6 0,0-8 2532,-7-4 0,3-19 1684,11-52 0,8-30 1,5 21-940,5 51 0,5 20 0,-6-25-403,-21-41 1,-5-26-1,-4-17 1,-1-5-1,0 6 1,3 19-1,4 29 403,19 39 0,3 30 0,-4 4-1012,-3 0 1,-4 5 0,-10-3 1011,-17-2 0,-2 3 0,6 2 0,5 15 0,2-1 0,-1-15 0,-2-31 0,0-65 0,0-35 0,0 32 0,0 0 0,0 0 0,0 0 0</inkml:trace>
  <inkml:trace contextRef="#ctx0" brushRef="#br0" timeOffset="69866">18684 10435 24575,'7'56'0,"-1"0"0,0 0 0,1 1 0,-4 7 0,-2 6 0,4-12 0,6-30 0,41-66 0,-20 18 0,0 1 0</inkml:trace>
  <inkml:trace contextRef="#ctx0" brushRef="#br0" timeOffset="71453">19306 10435 24575,'0'-39'0,"0"-12"0,0 46 0,0-36 0,31 5 0,-23 8 0,22-3 0,-30 31 0,-30 0 0,22 0 0,-43 31-6784,-5-3 6784,2 8 0,24-13 0,3-5 0,7-13 0,-1 15 0,16-20 0,-15 0 0,20 31 0,20-23 6784,-15 23-6784,39 1 0,5-3 0,-31-14 0,19 25 0,-3 12 0,-30-2 0,-8 0 0,5-13 0,-2 1-2262,-2 12 1,-3 5 0,-5-12 2261,-25-10 0,14-5 0,-5-5-410,-12-19 1,1-8 409,8 4 0,-11 0 0,41 0 0,0 0 0,20 0 0,16-9 0,5-2 0,18 6-853,-20-11 0,11-9 0,4-5 0,-1 1 0,-8 6 853,12 1 0,-2-2 363,-7-4 1,6-6-1,-2-2 1,-9 6-364,-3 1 0,-3 2-1454,14-7 1,-5-1 1453,-26 4 0,-1 0 0,23-9 0,-13 3 0,-49 9 0,-6-3 0,-30 31 0,7 0 0,-2 0 0,16-1 0,1 2 0,-6 11 0,3 7 0,-4 30 0,36 12 2557,-15-15-2557,20-25 1054,15 13 0,11 3-1054,3-12 0,3-1 2928,2 17 1,6-3-2929,10-21 0,8-8 0,-7-4 0,-17-4 0,-1-2-548,32 1 0,-2 0 548,-17 0 673,-7-14 0,-1-3-673,-5 10 0,-33-24 0,-64 31 0</inkml:trace>
  <inkml:trace contextRef="#ctx0" brushRef="#br0" timeOffset="71728">18730 9997 24575,'-46'0'0,"7"0"0,1 0 0,5 0 0,-18 0 0,71 0 0,15 0 0,7 0 0,13 0 0,0 0 0</inkml:trace>
  <inkml:trace contextRef="#ctx0" brushRef="#br0" timeOffset="88378">3433 12531 24575,'0'-26'0,"0"-15"0,0 36 0,0-15 0,0 20 0,0 0 0,0 20 0,0-15 0,0 36 0,0-36 0,0 30 0,0 2 0,0-24 0,0 35 0,0 6 0,0-21 0,0 4 0,0 3 0,0-1 0,0-1 0,0 16 0,0-16 0,0 0 0,0 19 0,0-29 0,0 3 0,0-11 0,0-15 0,0 16 0,0-21 0,0 0 0,30-21 0,9-4 0</inkml:trace>
  <inkml:trace contextRef="#ctx0" brushRef="#br0" timeOffset="89078">3502 12439 24575,'-39'0'0,"-12"0"0,46 0 0,-15 0 0,20 0 0,0 0 0,20-21 0,-15 16 0,18-20 0,5-1 0,1 18 0,7-6 0,4-3 0,22-3 0,-14 15 0,-12-6 0,0 1 0,26 10 0,-26 8 0,2 5 0,9 13 0,-7 4 0,-12 3-2262,-26 12 1,-10 12 0,-6-15 2261,-20-19-1135,1 7 1,-11 13 0,-1-1 0,9-14 1134,-11-15 0,-4 14 0,0-3 0,10-24 0,31 21 0,-31 4 0,61 1 0,37-6 0,-15-20 0,0 0 0</inkml:trace>
  <inkml:trace contextRef="#ctx0" brushRef="#br0" timeOffset="89576">4400 12323 24575,'-30'-25'0,"1"4"0,-6 21 0,14 0 0,-4 29 0,-1 14 0,0 11 0,-2 2 0,-13-10 0,0 3 0,22-3 0,4 5 0,3-5 0,0-2 0,4-3 0,5-8 0,6 3 0,11 10 0,8 5 0,3-15 0,21-21 0,-2 32 0,2-2 0,10-37 0,-10 23 0</inkml:trace>
  <inkml:trace contextRef="#ctx0" brushRef="#br0" timeOffset="90363">4769 12761 24575,'0'-38'0,"0"7"0,-31 31 0,3 0 0,-28 0 0,10 31 0,20-24 0,15 25 0,2 8 0,-7-10 0,1 1 0,1 31 0,0 2 0,-6-18 0,4-3 0,10 0 0,12-9 0,50-13 0,-19-30 0,0-3 0,25 7 0,-23-26 0,-6-10 0,-5-12 0,-10 22 0,0 0 0,2-10 0,-40 41 0,14 0 0,-14 0 0,20 62 0,0-16 0,19-1 0,3-1 0,-12-8 0,31 5 0,10-56 0,13 10 0</inkml:trace>
  <inkml:trace contextRef="#ctx0" brushRef="#br0" timeOffset="90743">5092 12277 24575,'40'-25'0,"-9"25"0,7 34 0,6 24 0,-8-2 0,-15-9 0,-4 3-1742,-2-5 0,2 9 0,0 3 0,-3-3 0,-5-8 1742,-4 9 0,-10-2 596,-7-8 1,-6 5 0,-3-2 0,0-7-597,-7 2 0,-3-6 0,-12 4 0,5-6 0,17-14 0,47-21 0</inkml:trace>
  <inkml:trace contextRef="#ctx0" brushRef="#br0" timeOffset="91602">6036 12692 24575,'-25'0'0,"4"-20"0,21 14 0,0-35 0,21 36 0,4-15-4252,12 17 1,3 6 4251,14-3 587,2 0-587,-19 0 0,-2 0 0,-2 0 0,30 0 0,2 0 0,-27 0 0,13-4 0,-10 8 0,-35 16 0,14 6 0</inkml:trace>
  <inkml:trace contextRef="#ctx0" brushRef="#br0" timeOffset="91978">6036 12968 24575,'-25'0'0,"4"0"0,21-20 0,0 15 0,0-16 0,0 21 0,61 0 0,-28 0 0,1 0 0,2 0 0,2 0 0,16 0 0,-5 0 0,-16 0-1227,21 0 0,-1 0 1227,-19 0 0,10-1 0,4 2 0,13 20 0,-8-8 0,-1-1 0</inkml:trace>
  <inkml:trace contextRef="#ctx0" brushRef="#br0" timeOffset="92628">6612 12485 24575,'-26'0'0,"6"-21"0,20 16 0,0-15 0,0 20 0,0 0 0,20 0 0,-14 0 0,35 9 0,10 2 0,-13-6-772,0 6 1,1-1 771,12-10 0,-1 9 0,0 2 0,4-6 0,-18 14 0,4 9 0,-4-3-186,-6-9 1,-3 1 185,0 10 0,-1 3 0,4-4 0,-3-1 0,-7 3 0,-40 28 0,-16-30 0,2 11 0,-1-3 0,-6-21 0,8 30 0,-6 6 0,1-26 0,-5-5 0,4 3 0,0 15 0,-2 2-727,-8-7 0,-7-1 0,13-4 727,15 2-543,-23 3 543,46-31 0,35 0 0,34 0 0</inkml:trace>
  <inkml:trace contextRef="#ctx0" brushRef="#br0" timeOffset="93928">8524 12277 24575,'0'-48'0,"0"-1"0,0 11 0,-6-3 0,-8 10 0,-43 52 0,4-16-3277,12 24 0,-5 15 0,5-5 2532,5-14 0,3 4 1308,6 7 1,-4 9-1,3 6 1,5 2 0,11-5-564,21 15 0,16-1 0,-8 0 0,-24 0 0,-8 1 0,20-4 0,23-17 0,18-1 0,6-3 0,-1-5 0,-13-8 1719,13 8-1719,-5-39 0,18-16 0,6-11 0,-5-7 0,-18-2 0,-20-8 0,-13-7 0,-5-5 0,2-2-757,3 11 1,2-3 0,0-2 0,-3 0 0,-3 2 0,-7 5 756,-7-7 0,-6 2 0,-6 5 0,-8 8 0,-18 2 0,-10 9 0,5 13 0,-14 19 3138,15 21-3138,46 35 0,10-20 0,5 2 0,8 13 0,0 0 0</inkml:trace>
  <inkml:trace contextRef="#ctx0" brushRef="#br0" timeOffset="94133">8616 12646 24575,'-46'20'0,"66"9"0,28 10 0,2 1 0,-14-7 0,1 3 0,0-1 0,2-1 0,0-1 0,1-1 0,0-1 0,-3-1 0,-1 0 0,-1 1 0,1 0 0</inkml:trace>
  <inkml:trace contextRef="#ctx0" brushRef="#br0" timeOffset="94637">9745 12070 24575,'-29'-40'0,"-1"1"0,1 17 0,2 3 0,2-22 0,-10 51 0,-2 21 0,15 10 0,6 13 0,0 4 0,3-8 0,0 4 0,0 3 0,2-1 0,0-1-2126,-2 4 0,2-1 0,1-1 1,3 2 2125,1 2 0,2 3 0,5-4 0,8-10 0,19-1 0,5-8-339,-11-9 0,2-3 339,20 1 0,2-14 0,10-36 0,-33-6 0,0 0 0</inkml:trace>
  <inkml:trace contextRef="#ctx0" brushRef="#br0" timeOffset="95528">10275 12485 24575,'-38'0'0,"7"0"0,11-21 0,14 16 0,-14-15 0,20 20 0,0 0 0,-51 0 0,38 0 0,-38 20 0,10 6 0,31 30-1655,-12-21 0,3-1 1655,19 7 0,-10 6 0,-1-2 0,6-12 0,-6 11 0,2-1 0,9-14 0,20 22 0,-15-46 0,36 15 0,-2-16 0,-1-8 0,0-16-299,13 19 1,-10-3 298,-35-17 1598,19-3 0,1-3-1598,-19-6 0,10-11 0,-3 1 0,-14 15 0,0-3 0,0 11 0,0 14 0,-31-14 0,24 40 711,-24-14-711,31 45 0,0-23 0,31 28 0,-24 0 0,18-30 0,2-3 0,-2 13 0,21-16 0,-20-20 0,25-20 0,-12-6 0</inkml:trace>
  <inkml:trace contextRef="#ctx0" brushRef="#br0" timeOffset="96282">10690 12070 24575,'0'-38'0,"0"7"0,20 31 0,-15 0 0,47 31 0,-24-3 0,5 8 0,8 12 0,-8-4 0,-12-9 0,-3 4 0,5 9 0,4 9 0,-2 2 0,-8-11-1337,-13-7 0,-3-2 1337,8 7 0,3 4 0,-12 2-1369,-20-3 0,-12 3 1,-3-3-1,9-7 1369,13-5 0,-2-2-1021,-20 12 0,-14 10 0,1-6 0,16-22 1021,19-24 0,-38-5 0,102-36 0,-19 7 0,0 0 0</inkml:trace>
  <inkml:trace contextRef="#ctx0" brushRef="#br0" timeOffset="132429">15874 11909 24575,'0'-26'0,"0"-11"0,0 3 0,0 21 0,0-21 0,0-4 0,0 2 0,0 8 0,0-3 0,0 31 0,0 0 0,0 31 0,0 18 0,0-1 0,0 10 0,0 0 0,-1-10 0,0-1 0,3 1-317,3 4 1,2 0 0,1 5 316,-3-7 0,0 5 0,1 2 0,2-4 0,4-7-2157,9-4 1,5-7-1,-4 6 2157,-10 11 0,-5 7 0,1-1 0,6-10 0,24 2 0,-4-13 0,-27-8 0,24 1 0,-10-30 0,-16-30 0,5-16 0,0-8 0,-10 4 0,0-5 0,7 5 0,3-7 0,2 0 0,0 3 0,1 2 0,1 3 0,0-1 0,2 0 0,0-1 0,1 1 0,1-2 0,2 0 0,-7 8 0,-8-15 317,3 18 1,4 5-318,9 16 6784,-16 20-6784,16 0 0,-21 0 0,0 0 0,0-31 0,0-7 0</inkml:trace>
  <inkml:trace contextRef="#ctx0" brushRef="#br0" timeOffset="132762">15920 12439 24575,'-39'-29'0,"1"1"0,5 0 0,-19-3 0,83 11 0,-3 15 0,8-36 0,10 37 0,0 3 0,-7-20 0,4 18 0,12 4 0,-5 1 0,-4-2 0,-2 0 0,-1-1 0,-2 2 0,0 7 0,-10 5 0,-26 12 0,15 21 0</inkml:trace>
  <inkml:trace contextRef="#ctx0" brushRef="#br0" timeOffset="133128">16726 12646 24575,'-28'-26'0,"0"1"0,0 12 0,32-24 0,12 2 0,-3 30 0,38-15 0,-31 20 0,16 0 0,5 0 0,18 0 0,-3 0 0,-4 0 0,-24 0 0,23 20 0,-25 6 0</inkml:trace>
  <inkml:trace contextRef="#ctx0" brushRef="#br0" timeOffset="133654">17187 12646 24575,'29'-42'0,"1"-1"0,-4 14 0,4 2 0,18-5 0,1 3 0,-14 9 0,-1-1 0,8-11 0,-4-5 0,-8-7 0,-9 1 0,-16-11 0,-5-2 0,-24 30 0,-8 11 0,-22 30 0,12-2 0,-6 5 0,10 7 0,16 26 0,6 8 0,-20-6 0,-6 3 0,17-3 0,32 2 0,9 0 0,-12 14 0,10-10 0,19-40 0,6-5 0,-6 13 0,3-3 0,18-20 0,-1-8 0,6 4 0,8 6 0,-6-12 0,-27-45 0,-9 19 0,1 0 0</inkml:trace>
  <inkml:trace contextRef="#ctx0" brushRef="#br0" timeOffset="133995">17878 11863 24575,'0'-64'0,"0"0"0,-5-7 0,10 19 0,26 47 0,-24-16 0,45 42 0,-47-16 0,15 46 0,-20-2-4252,0 5 1,0 4 4251,0-18 0,0 0 0,0 13 0,0 1 783,0-5 0,0 2-783,-2 0 0,1 4 0,4 0-1496,12 3 1,5-1 0,-4 0 1495,-11-4 0,-4-1 0,6-6 0,21-3 0,-5-9 0,-23-14 0,21-20 0,-16-20 0,15-6 0</inkml:trace>
  <inkml:trace contextRef="#ctx0" brushRef="#br0" timeOffset="134297">18477 12323 24575,'-32'-12'0,"0"-1"0,-19-8 0,51 21 0,0 0 0,20 21 0,-15 15 0,16 12 0,-21-12 0,0 26 0,0-21-290,14-8 1,3 3 289,-10 20 0,24-30 0,-31-6 0</inkml:trace>
  <inkml:trace contextRef="#ctx0" brushRef="#br0" timeOffset="135158">18730 12277 24575,'-2'46'0,"-1"1"0,3 0 0,5 0 0,19 21 0,9-26 0,0-75 0,3-26 0,-12 23 0,0-3 0,-1 2 0,8-27 0,8 17-3392,25 43 0,0 26 3392,-32 23 0,0 0 0,19-25 0,-5-20 0,-26-33 0,11-3 0,-8 56 0,3 17-568,-2-4 1,1 5 0,-3 1 0,5 16 0,-5 0 0,-7-7 0,1 1 0</inkml:trace>
  <inkml:trace contextRef="#ctx0" brushRef="#br0" timeOffset="135638">18362 12070 8191,'-45'-15'0,"0"-1"0,45-12 0,45 0 0,0 0 0</inkml:trace>
  <inkml:trace contextRef="#ctx0" brushRef="#br0" timeOffset="139278">2488 14120 24575,'-64'0'0,"13"0"0,51 0 0,0 0 0,0-20 0,0 15 0,0-16 0,0 21 0,-21-20 0,16 15 0,-15-16 0,20 21 0,0 0 0,0-31 0,0 24 0,0-24 0,0 31 0,0 0 0,20 31-6784,-15 17 6784,4-14 0,3 4-501,4 6 0,2 6 0,-1-3 501,0 0 0,-1 0 0,2-4 0,2 1 0,-1 3 0,-1 7 0,-1 2 0,-1-5-1736,-1-6 1,-2-1 1735,-1 3 0,0 4 0,0-8 0,8 13 0,2-6 0,-3-2 0,-8-10-1445,25 13 1,-1-10 1444,-27-36 2889,23 47-2889,-31-45 1075,0-27-1075,0-14 0,5-17 0,3-16 0,-1 6 0,-5 15 0,1 0 1193,9-5 1,5-5-1,-5-1-1193,-9-4 0,-5-2 0,6 6 1015,22-1 1,0 0-1016,-21 5 0,-5-5 0,2 3-187,8 10 0,3 1 0,-5 5 187,-7 4 0,-2 1 0,1-8 0,0 5 0,0 6 0,20 31 0,6 31 0,20 7 0</inkml:trace>
  <inkml:trace contextRef="#ctx0" brushRef="#br0" timeOffset="139603">2603 14604 24575,'-59'0'0,"24"0"0,14 0 0,42 0 0,14-21 0,8 18 0,4 1 0,-9-8 0,1 0 0,5 8 0,1 4 0,-1-2 0,-1 0 0,-4-2 0,-3 4 0,25 18 0,-20 6 0</inkml:trace>
  <inkml:trace contextRef="#ctx0" brushRef="#br0" timeOffset="140517">3387 14604 24575,'-39'-13'0,"1"0"0,21-23 0,1 1 0,-36 22 0,80-14 0,16 3 0,-6 24-4916,16 24 1,0 3 3425,-5-14 2899,-28 28 0,-7 10-1409,0-9 0,-7-2 0,-28 19 859,-1-4 1,-12-8-860,-17-40 0,-3-6 0,19 15 0,1-2 0,-10-11 0,16-6 0,54-4 0,32-5 0,2 1 0,-1-2 0,1 0 0,0 0 0</inkml:trace>
  <inkml:trace contextRef="#ctx0" brushRef="#br0" timeOffset="140803">4032 14443 24575,'-64'-13'0,"0"0"0,12-1 0,-1 1 0,14 20 0,19 41 0,17 26 0,16-12 0,33-23 0,11-1 0,-27 16 0,-2 8 0,11-17 0,16-47 0,0 0 0,0 0 0,0 0 0</inkml:trace>
  <inkml:trace contextRef="#ctx0" brushRef="#br0" timeOffset="144419">5022 13867 24575,'0'-57'0,"0"29"0,0-2 0,0 30 0,0 0 0,-20 0 0,15 0 0,-16 0 0,1 0 0,15 0 0,-16 0 0,21 0 0,-30 0 0,22 0 0,-43 0 0,46 0 0,-36 0 0,5 30 0,-13-22 0,13 23 0,16-31 0,-21 20 0,31 6 0,-31-1 0,41 16 0,0-5 0,0-8 0,0 30 0,0 7 0,0-28 0,0 0 0,0 23 0,0 6 0,0-11 0,0 4 0,0-4-3392,0 5 0,0 0 3392,0-8 0,0 2 0,0 1 0,0 5 0,0 0 0,0-8-1439,0-14 1,0-2 1438,3 24 0,-6-2-3584,-28-2 3584,23-28 0,-22 3 0,30-31 3584,0 0-3584,51-31 0,-18 3 0,3 9 0,5 2-830,-2 5 0,-1 4 830,15 8 835,4 0-835,-6 0 0,-43 0 0,-8 51 0,-20-19 0,1 0 0</inkml:trace>
  <inkml:trace contextRef="#ctx0" brushRef="#br0" timeOffset="146531">5506 14235 24575,'-25'-56'0,"4"28"0,21-3 0,0 11 0,0 15 0,0-16 0,-31 21 0,24 0 0,-41 27 0,-7 18 0,35-2 0,2 3 0,-13-11 0,-6-1 0,8 7 0,15 11 0,9 8 0,3-1 0,-3-9 0,-6-12 0,2 0 0,9 13 0,6 12 0,2-2 0,-2-16 0,-1-6 0,31 12 0,20-10-2262,1-42 1,8-18 0,-5 3 2261,-4 14 0,1-6 0,-13-10 0,10-7 0,3-6 0,-3-3 0,-8 2 0,-15 3 0,-10-4 0,-11-6 0,0-5 0,1-13 0,-2-8 0,-5-1 0,-6 5 0,-9 11 0,-19 7 0,-12 10 0,-4 1 0,5-6-268,12-6 0,3-7 0,1-1 0,-1 4 0,-4 11 268,-19-1 0,-4 11 0,22 20-683,31 27 1,9 15 0,3 7 0,0 13 0,1 0 0</inkml:trace>
  <inkml:trace contextRef="#ctx0" brushRef="#br0" timeOffset="146749">5552 14443 24575,'-46'20'0,"62"16"0,-6-8-2458,23-8 0,21 0 1,3-1-1,-12-6 968,12-3 1706,-19 10 1,12 12 0,6 7 0,-3 2-1,-10-1 1,-17-7 0,-24 2 0,-4 1 0,23 15-1,0 0 1,0-1 0,0 1 0</inkml:trace>
  <inkml:trace contextRef="#ctx0" brushRef="#br0" timeOffset="147417">6612 14028 24575,'0'-42'0,"0"0"0,0-15 0,0 37 0,-20 61 0,-8-2 0,-8 8 0,2 0-696,8-8 1,2 1-1,0 4 696,-3 7 0,-2 7 0,3 1 0,8 0 0,9-3 0,5 0 0,6-1 0,9-4-1440,12-6 1,9-3 0,3-1-1,-4 0 1440,-6 16 0,-3 0 0,10-17 0,15-27 0,8-15 0,-9-9 0,-16-15 0,-1 0 0</inkml:trace>
  <inkml:trace contextRef="#ctx0" brushRef="#br0" timeOffset="147888">6889 14443 24575,'-39'-26'0,"8"6"0,62-1 0,-23 16 0,43-15 0,-12 28 0,-1 4 0,0-7 0,11 0 0,-6 11 0,-37 29 0,-7 2 0,22-24 0,-15 20 0,-12 6 0,-16-10 0,-7-6 0,4-14 0,-4 0 0,-6 5 0,-5 3 0,2-1 0,0 3 0,2-7-6784,-20-14 6784,35 22 0,1-30 0,15 0 0,25 0 0,-10 0 0,24 0 0,16 0 0,0 0 0,7 0 0,1 0 0</inkml:trace>
  <inkml:trace contextRef="#ctx0" brushRef="#br0" timeOffset="148142">7464 14489 24575,'-38'-23'0,"0"0"0,4-3 0,-1 13 0,-1 6 0,0 7 0,-13 0 0,13 20 0,13 5 0,5 6 0,15 6 0,1 1 0,-18 23 0,16-24 0,8-2 0,37 13 0,-31-7 0,21-18 0,10-5 0,8 2 0,2-9 0,-15-19 0,2-7 0,10 3 0,6-2 0,-8-9 0,-18-17 0,1 0 0,-1 0 0</inkml:trace>
  <inkml:trace contextRef="#ctx0" brushRef="#br0" timeOffset="148461">7787 13821 24575,'-31'-39'0,"24"-12"0,-24 46 0,31-15 0,21 38 0,9 15 0,2-10 0,0 7 0,-5 16 0,1 14 0,-2 4 0,-2-8-1091,-2-11 0,-1-4 1,-3 6 1090,2 9 0,-1 7 0,-4 2 0,-7-1 0,-12-4 0,-8 1 0,-1-3 0,6-4 0,11-8 0,3-3 0,-8 1 0,-13 5 0,-8 3 0,-6-2 0,0-12 0,-13-4 0,-2-11 0,9-8 0,-1-2 0,-17 9 0,11-13 0,36-40 0,-15-7 0</inkml:trace>
  <inkml:trace contextRef="#ctx0" brushRef="#br0" timeOffset="150082">8524 14397 24575,'-56'0'0,"92"-6"0,41-2 0,-3 1 0,-29 5 0,-2 1 0,4-1-598,11-3 0,6-1 1,0 0-1,-6 3 598,2-1 0,-4 1 0,-29 10 0,-70 33 0,9 12 0</inkml:trace>
  <inkml:trace contextRef="#ctx0" brushRef="#br0" timeOffset="150326">8616 14765 24287,'-33'0'0,"0"0"0,2 21 0,11-16 143,66 15-143,4-19 0,17-7 0,3-3 0,-12 3-684,-11 3 0,1 1 684,4-1 0,13 1 0,2-2 0,-7-1 0,-17-2 0,-5-13 0,11 7 0,0 0 0</inkml:trace>
  <inkml:trace contextRef="#ctx0" brushRef="#br0" timeOffset="150877">9146 14281 24575,'47'42'0,"0"0"0,0 0 0,0 0 0,0-1 0,0 1 0,8-2 0,7 0 0,-5-3 0,-14-3 0,-27-3 0,-36-2 0,-23-5 0,-2 0 0,5 1 0,-3-1 0,1-2 0,0-3 0,0-2 0,0 1 0,-2 1 0,0 1 0,7 3 0,5 16 0,8-7 0,3-24 0,47 8 0,20-1 0,-1-15 0,-1 0 0</inkml:trace>
  <inkml:trace contextRef="#ctx0" brushRef="#br0" timeOffset="152164">10413 14281 24575,'0'-25'0,"-20"-16"0,15 36 0,-16-16 0,1 21 0,15 0 0,-16 0 0,18 41 0,6 10 0,-3-7-1212,2 2 1,-1 9 0,-4-8 1211,-17 7 0,16-8 0,4 13 0,1 3 0,-3-9 0,-9 4 0,1-1 0,7 3 0,2 4 0,5-9 0,6-6 0,1-24 0,-6-70 0,15-2 0,1-9 0,-17 6 0,-4-6 0,1-6-930,4 10 0,2-6 0,1-3 0,1-1 0,-2 3 0,-2 6 930,-3 1 0,-2 6 0,0 0 0,3-3 443,4-3 0,2-5 0,1 1 0,2 3 0,1 7-443,9-15 0,5 12 0,7 10 0,3 5 0,-4 4 0,4 6 0,15 9 0,3 12 0,-16 10 0,1 8-1489,5 2 1,3 3-1,-7 2 1489,-12 5 0,-5 2 0,5-2 0,-6 4 788,-17 26 1,-12 1-789,-15-3 0,5-4 0,-4 0 0,-1-24 0,-6-1 0,-12 5 0,-7 3 0,3 1-1132,10-3 0,3 0 0,-2 2 1132,-10 7 0,-2 2 0,4 1 0,12 1 0,4 1 0,0-6-1192,-6-9 0,3-1 1192,6 25 0,14-1 2337,28-4-2337,-9-20 0,9-2-355,25-7 1,14-6-1,-7-2 355,-19 2 0,-2-2 0,23 1 0,-2-5 3014,-12-8-3014,15 0 0,-28-39 0,-2-15 0,-1 16 0,1 0 0,0-1 0</inkml:trace>
  <inkml:trace contextRef="#ctx0" brushRef="#br0" timeOffset="152521">11634 14028 24575,'0'-52'0,"0"-1"0,-20-8 0,15 20 0,-16 41 0,1 20 0,-36 6 0,29 16 0,4 14 0,-2-6 0,-5-14 0,-1 0 0,5 9 0,1 6 0,4 1 0,10-1 0,5 0 0,-5-4-2793,-17-1 1,0 0 2792,14-4 0,4 3 0,8 1-1370,14 5 1,9-1-1,-3-8 1370,0 4 0,11-10 0,9 5 0,-13-10 0,-19-11 0,36-1 0,8-17 0,-31-31 0,0-9 0,30 4 0,-1-1 0</inkml:trace>
  <inkml:trace contextRef="#ctx0" brushRef="#br0" timeOffset="152839">11634 14443 24575,'-25'-26'0,"4"6"0,21 20 0,21 0 0,35 0 0,-23 0 0,28 18 0,1 5 0,-23-13-2844,-1 26 0,1-1 2844,1-27-984,-36 28 0,-2 0 984,18-26 0,-14 26 0,-12 0 0,-14-29 0,-16 29 0,-5 0 0,-18-26 0,10 12 0,1-3 0,-9-19 0,9 0 0,12 0-199,15 0 199,21 0 0,52 0 0,-19 0 0,9-9 0,12-6 0,-2-2 0,-6 0 0,-1 0 0,0 0 0</inkml:trace>
  <inkml:trace contextRef="#ctx0" brushRef="#br0" timeOffset="153145">12233 14443 24575,'-29'-23'0,"0"0"0,-28-3-4916,7 40 1,3 13 3425,9 19 951,33-2 0,9 14 1,5 3-1,3-12 539,6-3 0,8-5-98,0-1 0,8 5 1,1-6-1,-2-14 1,1-20-1,1-10 0,6-8 1,0 0-1</inkml:trace>
  <inkml:trace contextRef="#ctx0" brushRef="#br0" timeOffset="153542">12326 13913 24575,'15'63'0,"0"-1"0,0 1 0,0 0 0,0-1 0,0 1 0,0 0 0,0 0 0,23-4 0,8-10 0,-6-1 0,-21 5-984,-27 5 1,-19 12 0,-9 3 0,-3-8 0,7-19 0,16-30 0,18-72 0,2 13 0,0 1 0</inkml:trace>
  <inkml:trace contextRef="#ctx0" brushRef="#br0" timeOffset="155356">12856 13544 24575,'-47'5'0,"22"11"0,4-57 0,42 36 0,-16-16 0,26 21 0,20 11 0,0-1 0,-1-8 0,1-1 0,-1 1 0,-1 4 0,-1 2 0,-2-2 0,23-8 0,-15 4 0,-33 19 0,-16-16 0,-5 46 0,-26-23 0,1 8 0,-10 0 0,-2 0-1254,4-3 1254,4 11 0,1 9 0,9-9 0,0 3 0,6-5 0,8-10 0,3 3-1274,0 13 0,1 14 1,1 5-1,1-5 0,1-14 1274,0-15 0,3 0 0,3 19 0,4 17 0,1 5 0,-2-6 0,-4-19 0,-1 3-802,0 0 1,4 17 0,-4-1 0,-8-22 801,-18-18 0,17 18 0,5 13 0,-7-20 0,-15-32 0,-11 24 630,24-31-630,-45 0 0,27 0 2546,-11-12 1,-5-7-2547,4-5 0,0 0 0,-9 3 0,0 1 0,9-4 0,4 7 0,-2 17 5105,14 0-5105,72 20 0,7-7 0,10 0 0,-20-2 0,0 1 0,0-1 0,0 1 0</inkml:trace>
  <inkml:trace contextRef="#ctx0" brushRef="#br0" timeOffset="158679">15920 13821 24575,'-26'-39'0,"-15"9"0,36 60 0,-6 15 0,1 10 0,9-8 0,1 3 0,1-1 0,-1-4 0,0-1 0,0 3 0,0 16 0,0 4 0,0-8 0,-1-10 0,2-3 0,9 19 0,1-5 0,-6-3 0,16-37 0,-21-40 0,0 14 0,20-35 0,6 16 0</inkml:trace>
  <inkml:trace contextRef="#ctx0" brushRef="#br0" timeOffset="159079">15920 13752 24575,'-26'-26'0,"3"-9"0,5-2 0,13 4 0,10-21 0,10 1 0,26 19 0,-1-5 0,10 7 0,2 28 0,6 13 0,-4 1 0,-9-5 0,2 5 0,6 8 0,10 7 0,-3 3 0,-16 1 0,-18 3 0,-8 5 0,0 7 0,0 9 0,-4-1 0,-13-11 0,-42 7-1696,7-13 0,-8 8 0,-3-3 0,5-14 1696,2-20 0,-4-5-835,-13 9 1,-13 3 0,1 1 0,17 1 834,-2 10 0,-19-14 0,20 4 0,70 12 0,13-3 0,-19-16 0,28 8 0,10-2 0,10-14 0,-8 0 0,-1 0 0</inkml:trace>
  <inkml:trace contextRef="#ctx0" brushRef="#br0" timeOffset="159772">16565 14558 24575,'-57'25'0,"29"-4"0,-2-21 0,26-33 0,8-6 0,-4 21 0,0-30 0,0 4 0,0 39 0,0-36 0,0 36 0,28-16 0,24-8 0,-10 7-1219,-11 10 1219,15-9 0,14-6 0,-2 3 0,-12 10 0,-1 3 0,-3 0 0,3-1 0,2-4 0,1-4 0,8-6 0,-2-2 0,-12 0 0,-9-10 0,-7-4 0,3 4 0,2-3 0,-14 2 0,-22 2 0,-11 5 0,-25 2-3190,-12 49 0,-4 13 3190,17-16 0,3 1 0,1 7 0,3 8 0,2 11 0,2 9 0,17-3 0,40 2 0,6 0 0,-34-4 0,-9 3 0,15-6 0,34-4 0,18-8 0,-7-12 0,8-15 407,2-4 1,6-2-408,-12 2 0,-5-7 0,-15-18 0,-1-3 0,2 8 0,-1-1 0</inkml:trace>
  <inkml:trace contextRef="#ctx0" brushRef="#br0" timeOffset="160664">17717 14120 24575,'-3'-38'0,"1"-1"0,-14 6 0,37-18 0,-21 51 0,30 0 0,-22 0 0,23 31 0,-31 17 0,0-14 0,0 4 0,0 8 0,0 5 0,0-7 0,0 9 0,-4 0 0,8-13 0,16-40 0,-6-40 0,-2-13 0,13 0-2262,-6-1 1,0-11 0,-5 12 2261,-7 5 0,9 1 0,-1 1 0,-15 0 0,0 16 0,0 30 0,0 10 0,0 51 3392,16-8 0,9 2-3392,5-12 0,1 1 0,-5 15 0,2-6 0,9-23 0,-2-19 0,-10-52 0,32 31 0,-31-39 0,-4-14 0,8 8 0,-3 0 0,-14-9 0,-1 2 0,15 8 0,-2 8 0,-18 16 0,19 67 0,-1 18 0,-19-32 0,7 16 0,7 19 0,2-1 0,-6-17 0,-3-14 0,19 14 0,9 11 0,-22-19 0,-29-27 0,25 15 0</inkml:trace>
  <inkml:trace contextRef="#ctx0" brushRef="#br0" timeOffset="163929">3755 16147 24575,'0'-64'0,"0"0"0,0-38 0,0 102 0,-20-21 0,15 16 0,-16-15 0,21 20 0,0 0 0,-31 0 0,24 0 0,-24 0 0,11 0 0,-6 0 0,-20 20 0,20-15-859,-25 16 859,43 10 0,-14-8 0,-7 2 0,0 11 0,2 0 0,-6 13-2167,2-15 1,-5 5-1,11-10 2167,14-11 0,-10 24 0,1 8 0,18-11 0,4-1 0,-2 21 287,-4-21 1,8 0-288,38 12 0,8-7 0,-6-5-1135,1-12 1,16 4 0,2-1 0,-12-7 1134,-15-5 0,0-5 0,8-6 0,10-2 0,0-6 0,-7-6 0,-6-15 0,-7-7 0,2 3 0,20 4 0,-2-2 0,-10-19 0,-12-5 0,-18 11 0,-7 0 0,-7-21 0,-14 11 0,-10-7 0,-10 9 0,-20 20 0,-12 11 0,4-2 0,17-9 0,2-3 0,-2 7 0,-14 10 0,-2 6 0,33 3 0,64 3 0,6 0 0,0 0 0</inkml:trace>
  <inkml:trace contextRef="#ctx0" brushRef="#br0" timeOffset="164404">3801 16516 24575,'-46'0'0,"21"0"0,4 0 0,21 0 0,0 0 0,21 0 0,4 17 0,6 7 0,19 5 0,5 3-2262,-18-8 1,0 0 0,-1 2 2261,0 4 0,-1 2 0,-4-7 0,15 4 0,-25-29 0,-21-39 0</inkml:trace>
  <inkml:trace contextRef="#ctx0" brushRef="#br0" timeOffset="165139">4861 15871 24575,'0'-46'0,"0"-11"0,-20 60 0,15-26 0,-16 74 0,1-25 0,-16 20-380,12-17 0,-1-2 380,-11 1 0,14 21 0,3 5 0,-6 5 0,11-6 0,2 6 0,3-12 0,0 2 0,7-4 0,11 3 0,2-1 0,-12 5 0,7-2 0,36 3 0,8-14-1074,-11-26 1074,11 11 0,-3 3 0,-21-6 0,-6-16 0,11-5 0,7-26 0</inkml:trace>
  <inkml:trace contextRef="#ctx0" brushRef="#br0" timeOffset="166145">5460 16309 24575,'-29'-40'0,"-1"0"0,-6 20 0,-6 33 0,-9 17 0,11 3 0,24 4 0,4 6 0,-18 4 0,-11 11 0,7-6 0,27-17 0,40-29 0,22-15 0,-10 9 0,-12 39 0,-1-58 0,9-25 0,-2-6 0,-18 14 0,-21 13 0,31 28 0,2 12 0,3 10 0,1 22 0,3-6 0,10-43 0,-1 0 0</inkml:trace>
  <inkml:trace contextRef="#ctx0" brushRef="#br0" timeOffset="166606">5875 15617 24575,'15'-7'0,"17"33"0,10 28 0,-3 7 0,-18-16 0,-3 5 0,-2 4 0,1 0 0,3-2 0,7 1 0,4-2 0,0 1 0,-6 0 0,-11 2 0,-14 5 0,-11 5 0,-6 0 0,-5-7 0,0-12 0,-12-4 0,-6-8 0,6 1 0,-3 2 0,3-14 0,-17-22 0</inkml:trace>
  <inkml:trace contextRef="#ctx0" brushRef="#br0" timeOffset="167503">6819 16239 24575,'-25'-20'0,"25"15"0,5-16 0,46 21 0,-23 0-2835,14-5 1,13-3 0,-3 1 2834,-2 4 0,0 1 0,-4-5 0,4-1 0,0 2 245,2 5 1,1 2-1,-10-1 1,0 0 0,4 0-1,-1 0 1</inkml:trace>
  <inkml:trace contextRef="#ctx0" brushRef="#br0" timeOffset="167880">6981 16447 24575,'-41'0'0,"0"0"0,-8 0 0,18 0 0,62-21 0,-23 16 0,43-15 0,-12 28 0,-1 4 0,0-7 0,5 20 0,6 1 0,0-21 0,0-2 0,-13 13 0,2-1 0,23-13 0,-2-4 0,-3 2 0,-18 0 0,1 0 0,4 0 0,-1 0 0</inkml:trace>
  <inkml:trace contextRef="#ctx0" brushRef="#br0" timeOffset="168624">7464 16078 24575,'-28'-38'0,"0"-1"0,0 6 0,-3-18 0,31 30 0,0 16 0,0-15 0,0 20 0,31 20 0,-3-15 0,8 16 0,0 1 0,7 5 0,-9-4-1054,-11-6 1054,13 8 0,10 5 0,-16-13 0,-25-17 0,33 5 0,21 7 0,-12 2-1126,-16 14 1126,31-10 0,-2 0 0,-39 2 0,15 7 0,5-2 0,-3-13 0,13 17 0,-10-6 993,-36-23-993,16 0 0,-21 0 0,0 20 0,-21 6 0,-4-1 1187,-1-4-1187,-25-1 0,2 16 0,21-13 0,-5 3 0,-17 3 0,-10 1 0,1-2 0,11-9 0,0-2 0,1 0 0,-3 2 0,0 0 0,4 0 0,-11 3 0,21-3 0,36-14 0,0 15 0,38-16 0,17-8 0,2 4 0,1 0 0</inkml:trace>
  <inkml:trace contextRef="#ctx0" brushRef="#br0" timeOffset="169749">9423 16032 24575,'-21'-56'0,"16"28"0,-15-24 0,20 27 0,0-21 0,0 20 0,0 6 0,0 61 0,-15 7 0,-1 6 0,12-10 0,0 7 0,-6-1 0,-7 12 0,1 3 0,6-5 0,12-13 0,31-7 0,1-3 0,-33 21 0,-10 8 0,14-27 0,31-51 0,0-1 0</inkml:trace>
  <inkml:trace contextRef="#ctx0" brushRef="#br0" timeOffset="170284">9469 15986 8191,'-9'-50'0,"1"-1"0,-1 1 0,2-7 0,14 4 229,27 8 0,17 2 1,-8 6-230,-19 6 0,3 10-61,25 25 1,17 17 0,-1 5 0,-21-5 60,-19-3 692,20 23 0,11 16 0,-33-12-692,-48-26 0,-12 1 0,3 24 0,-2 12 0,0-8 0,-10-13 0,-1-1 1093,-4 12 0,-1 7 0,23-1-1093,42 3 0,14 0 0,-18 7 0,9-6-106,25-27 1,13-8-1,-10-2 1,-6 12-1,-10-31 1,1 0-1</inkml:trace>
  <inkml:trace contextRef="#ctx0" brushRef="#br0" timeOffset="170846">10805 15710 24575,'0'-39'0,"0"1"0,0 5 0,-24 0 0,-3 14 0,14 50 0,-22-1 0,-15 4 0,12 2 0,28-1 0,2 4 0,-19 12 0,-8 7 0,5 2 0,11 0 0,6 1 0,9 0-2835,15-1 1,9 0 0,-7-1 2834,-20-1 0,-5-2 0,18-9-261,43-11 0,22-12 0,-17-12 261,-28-12 0,35 0 0,1 0 0,-37 0 0</inkml:trace>
  <inkml:trace contextRef="#ctx0" brushRef="#br0" timeOffset="171544">11266 16147 24575,'0'-38'0,"0"-13"0,0 46 0,0-16 0,-21 21 0,-4 0 0,-32 0 0,29 0 0,-2 21 0,7 5 0,5 4 0,7 3 0,-15 7 0,-12 8 0,10-13 0,15-17 0,0 24 0,1 16 0,7-15 0,10-25 0,16 20 0,9-4 0,19-34 0,-8 0 0,-5-21 0,-1-9 0,-10 3 0,-1 0 0,12-5 0,0 2 0,12-10 0,-17 9 0,-31 23 0,0 8 0,0 8 0,20 43 0,-14-25 0,20 12 0,9 0 0,6-4 0,-1-9 0,-1 1 0</inkml:trace>
  <inkml:trace contextRef="#ctx0" brushRef="#br0" timeOffset="172462">11704 15710 24575,'-31'-26'0,"23"-15"0,-23 36 0,31-16 0,31 42 0,-3-16 0,-1 12 0,3 7 0,2 5 0,2 6 0,-3-2 0,0 3 0,-3 2 0,-2 5 0,1 6 0,-3 0 0,-2-1 0,-3 1 0,-9-2-2904,-20 6 0,-3 1 2904,21 0 0,7 3 0,-15-4 0,-32-8 0,-16-4 0,5-2 638,12 6 0,-2 0-638,-2-12 0,-7 3 0,0-3 0,7-7 0,-18 7-1901,1 18 1901,52-51 0,0 0 0,21-30 0,4-9 0</inkml:trace>
  <inkml:trace contextRef="#ctx0" brushRef="#br0" timeOffset="184530">15620 15548 24575,'-38'-20'0,"7"15"0,31-16 0,0 21 0,0 0 0,0 21 0,-1 26 0,2 13 0,8-3 0,3 4 0,-2 0-613,-8-7 1,-1 0-1,3 5 613,7-1 0,3 8 0,3 1 0,-1-5 0,-2-11-3088,2-3 1,-1-4 3087,-1 18 0,0 7 0,4-10 0,9-16 0,-3-9-2202,-16-1 2202,18-3 0,-1-9 0,-20-21 0,16 0-36,-21-51 36,0 18 0,0-28 0,0-6-631,0 27 0,0 0 631,-2-15 0,4-2 0,7-3 0,2-1 0,-10 1 0,3 0 0,21 6 0,1-2 0,-21 2 0,-8-5 0,9 3 32,16 10 0,6 3 1,-6-3-33,-16-10 0,-6-2 0,4 5 16,17-1 0,-1 3-16,-18-1 0,-4 12 0,2 30 2302,0-31-2302,0 41 0,0 41 0,0 10 0</inkml:trace>
  <inkml:trace contextRef="#ctx0" brushRef="#br0" timeOffset="184901">15666 16032 24575,'-42'10'0,"0"1"0,-15-6 0,37 15 0,40-61 0,16 0 0,-8-7 0,16 18 0,5 8 0,-3 17 0,-1-6 0,-1 2 0,-8 9 0,0 0 0,0 0 0,-3 0 0,6 20 0,-1 11 0,-15 1 0,0 0 0</inkml:trace>
  <inkml:trace contextRef="#ctx0" brushRef="#br0" timeOffset="185287">16357 16309 24575,'-39'0'0,"-1"0"0,-1 0 0,0 0 0,62 0 0,-16-31 0,48 17 0,6 0 0,-36-22 0,18 24 0,13 6 0,-5 3 0,15 3 0,-21 30 0,-2 12 0,-2 3 0,-1 0 0</inkml:trace>
  <inkml:trace contextRef="#ctx0" brushRef="#br0" timeOffset="185807">16726 16355 24575,'33'-16'0,"1"1"0,13 4 0,17-2 0,2 5 0,-10 7 0,-23 13-984,-39 31 1,-22 13 0,21-14 0,48-27 0,24-17 0,-5-11 0,-21-17 0,1 0 0,-1 1 0</inkml:trace>
  <inkml:trace contextRef="#ctx0" brushRef="#br0" timeOffset="186188">17509 15295 8191,'7'50'0,"0"1"0,0-1 0,-7 5 0,-3 6 0,-1 4 0,3 0 0,6-1 389,6-12 1,5 1-1,3-1 1,0 0-1,-1 0 1,-4-1-1,-3 12 1,-4 6-1,-1-4 1,3-15-1,5-26 1,32-54-1</inkml:trace>
  <inkml:trace contextRef="#ctx0" brushRef="#br0" timeOffset="187495">17141 16401 24575,'-26'0'0,"26"-21"0,5 16 0,16-15-8503,30-1 8503,-38 16-877,24-2 0,-3-6 877,-29-18-1467,36 3 1467,-35-29-351,14 32 351,-20-26 0,0 22 0,0-6 0,-20 14 0,14 1 0,-35 14 0,36-14 4163,-46 20-4163,43 0 0,-27 7 0,-1 6 0,26 13 0,-22-13 0,2 0 0,25 7 0,-6 14 0,2 4 0,9 10 0,0-8 0,0 0 4269,0 11-4269,0-13 0,0 1 0,0 20 1410,5-10 1,10-1-1411,22-16 0,3-8 0,-2 4 66,13-8 0,-10-9-66,-36-11 0,36-31 0,-5 24 0,-8-45 0,13 39 0,-10 1 0,-41-14 0,25 6 0</inkml:trace>
  <inkml:trace contextRef="#ctx0" brushRef="#br0" timeOffset="188245">17947 16147 24575,'0'-38'0,"0"7"0,0 11 0,0 15 0,0-16 0,0 21 0,0 0 0,0 51 0,0-38 0,0 22 0,0 2 0,0-12 0,0 20 0,0 8 0,0-8 0,0-1 0,0-1 0,0-1 0,-2-4 0,4-5 0,19-7 0,-16-1 0,15-4 0,1-21 0,4 0 0</inkml:trace>
  <inkml:trace contextRef="#ctx0" brushRef="#br0" timeOffset="189131">18247 16147 24575,'0'-38'0,"0"7"0,0 31 0,0 0 0,0 51 0,0-17 0,-3 8 0,6 3 0,27 3 0,-2-12 0,8 5 0,-15-36 0,-1-25 0,16 9 0,-24-29 0,-6-18 0,4 13 0,21 20 0,-25-20 0,-9-14 0,0 19 0,3 30 0,0-31 0,0 41 0,0 41 0,20 0 0,-9 19 0,4 0 0,13-35 0,0-1 0,-14 26 0,0-8 0,38-37 0,-27 16 0,1-21 0,-6 0 0,-18-32 0,-4-8 0,23 2 0,-18-8 0,-4-11 0,4 11 0,17 8 0,-21-21 0,2 15 0,30 67 0,-23-46 0,23 74 0,-11-14 0,0 3 0,0 3 0,1 4 0,2 1 0,1 4 0,-1-6 0,-2-11 0,-7-4 0,-14 10 0,-25-66 0</inkml:trace>
  <inkml:trace contextRef="#ctx0" brushRef="#br0" timeOffset="189500">18039 15917 18656,'-5'-36'0,"0"0"0,10 3 0,0 0 0</inkml:trace>
  <inkml:trace contextRef="#ctx0" brushRef="#br0" timeOffset="198569">3801 17622 24575,'-25'0'0,"4"0"0,42-21 0,-16 16 0,15-16 0,-20-9 0,0 22 0,0-43 0,0 46 0,0-16 0,0 21 0,-20 0 0,15 21-6784,-36-16 6784,36 15 0,-47 11 0,24-23-2269,1 17 1,-2 1 2268,-17-21 0,20 16 0,-25-21 0,43 20 0,-22-15 0,30 46-239,0-43 239,0 43 0,-21-25 0,16-1 4418,-15 16-4418,8-4 0,3 3 0,6-7 0,1 3 0,-5 12 0,-1 7 0,3-7 0,3-13 0,4-1 0,4 28 0,8-6 0,12-25 0,-15 5 0,3-1 0,37-6 6607,-43 6-6607,25-21 0,6-7 0,-8-7 0,6 0 0,2 0 0,10 0 535,-13 0-535,10 2 0,0-4 0,-8-19 0,0 20 0,1-3 0,-11-19 0,-5-5 0,6 0 0,-12-6 0,1-9 0,4 1 0,1-5 0,-6 3 0,-11 2 0,-2-3 0,9-14 0,4-6 0,-6 10-744,-11-4 744,2 20 0,-4 1 0,-19-3 0,1 12 0,-6 2 0,-3 10 0,-3 1 0,-1-12 0,-3 5 0,-9 19 0,3 8 0,9-4 0,-7 0 0,8 0 0,27 0 0,-16 0 0,21 0 0,0 0 0,21 0 0,4 0 0</inkml:trace>
  <inkml:trace contextRef="#ctx0" brushRef="#br0" timeOffset="198885">3870 17944 24575,'-32'13'0,"0"0"0,-19 7 0,72 31 0,-16 3 0,17-24 0,7 1 0,8 17 0,5-3 0,11-16 0,5-5 0,-19-3 0,1 0 0,-2-1 0,11 8 0,-8-15 0,-5-54 0,-16-10 0</inkml:trace>
  <inkml:trace contextRef="#ctx0" brushRef="#br0" timeOffset="199617">4861 17575 24575,'0'-42'0,"0"0"0,0-14 0,-20 35 0,-6 21 0,-1 14 0,-2 13 0,3 15 0,2 14 0,2 7 0,4 1 0,6-5 0,4 3 0,3 2 0,3 0 0,4-3 0,4-5 0,5-1 0,2-1 0,0-2 0,0 0 0,-4 10 0,-1 3 0,3-9 0,10-24 0,40-35 0,-10-25 0,-51-10 0</inkml:trace>
  <inkml:trace contextRef="#ctx0" brushRef="#br0" timeOffset="200561">5391 17990 24575,'-26'-20'0,"6"-16"0,20 8 0,-51-3 0,17 82 0,-22-38-2835,33 28 1,5 17 0,-2-14 2834,-21-21 0,15 22 0,3 2 1719,-8-16-1719,58-1 0,18-11 0,-10-34 0,3-17 0,-1 7 0,12 18 0,-3-4 0,-8-29 0,-4-15 0,-14 9 0,-20 11 0,0 35 0,0 35 0,17 14 0,11 11 0,-1-7 0,-9-21 0,2 0-505,15 20 1,6 5 0,-9-33 0,-15-67 0,-6-27 0,-1 23 0,0 0 0,0 0 0</inkml:trace>
  <inkml:trace contextRef="#ctx0" brushRef="#br0" timeOffset="200890">5714 17345 24575,'35'53'0,"1"-1"0,0 0 0,0 1 0,-19 1 0,-7 4 0,-3 3 0,2 0 0,4-1 0,7-5 0,7 0 0,2 1 0,-3 0 0,-7-1 0,-12-2 0,-14 10 0,-13 3 0,-6-3 0,-3-9 0,4-15 0,-26-4 0,-14-20 0,7-9 0,37-6 0,-4 0 0</inkml:trace>
  <inkml:trace contextRef="#ctx0" brushRef="#br0" timeOffset="202841">15136 18474 24575,'-25'0'0,"4"20"0,-9-15 0,22 16 0,8-21 0,8 0 0,39-19 0,8-13 0,-35 8 0,-2-6 0,7-6 0,7-8 0,2-6 0,-2 0 0,-6 5-2039,-3-7 1,-6 2 0,2-2 2038,0 4 0,2-3 0,-1-1 0,-4 1 0,-2-2 0,-2-2 0,-3 4 0,-3 10 0,0-10 0,1 1 0,1-7 0,-3 21 0,-5 31 0,0 56 0,0-33 0,-2 33 0,4 10 0,13-19 0,1-2 0,-14-2 0,3 4 0,12 1 0,7 7 0,3-2 0,-2-10 0,21 8 0,9-58 0,0-17 0,-14-7 0,-23-8 0,-1-19 0,-2-10 0,-3 3 0,-3 13 3057,-4 0 1,-2 1-3058,4 1 0,2-8 0,0 1 0,-3 9 0,-5-2 0,-2 26 0,1 70 0,-1 4 0,1 14 0,0 8 0,1 0 0,1-13 0,2 3 0,0 1 0,0 1 0,-1-2 0,0-2-727,-2 1 1,-1-2 0,0-2 0,1 0 0,2-2 726,6 13 0,2 3 0,1-11 0,-3-24-1303,-4-26 1303,47 16-140,-45-21 0,45-21 1,-27-5-1</inkml:trace>
  <inkml:trace contextRef="#ctx0" brushRef="#br0" timeOffset="203350">16611 18359 24575,'-46'-46'0,"20"20"0,6 5 0,40 21 0,-15 0 0,28 0 0,6 0 0,-6 0 0,24-30 0,-37 22 0,-20-23 0,0 31 0,-20-20 0,14 35 0,27 21 0,4 6 0,1 1 0</inkml:trace>
  <inkml:trace contextRef="#ctx0" brushRef="#br0" timeOffset="203713">17256 17668 24575,'-64'0'0,"33"22"0,11 7 0,20 4 0,0 23 0,0-15 0,-2 21 0,4 4 0,8-30 0,0 0 0,-9 15 0,-3 7 0,8-8 0,20-14 0,-1-3 0,-17 28 0,23-15 0,-31-25 0,0-55 0,0-24 0,0 0 0,0 0 0</inkml:trace>
  <inkml:trace contextRef="#ctx0" brushRef="#br0" timeOffset="204085">17256 17414 24575,'-13'-48'0,"0"-1"0,0 0 0,8-6 0,10 10 0,24 15 0,6 30 0,11 0 0,1 0 0,-9 0-1412,15 14 1,2 2 1411,-7-8 123,-13 17 0,3 10 0,-3-3-123,-5-8 0,-1-2 0,12 12 0,-6 1 0,-14 17 0,-21-27 0,-21 21 0,-9 6 0,3-18 0,0 1 0,0 16 0,-8-3 0,-5-24 0,-9-6 0,5-3 0,7-1 0,0-3 0,-16 2 0,1-5 0,1-8 0,71 0 0,6 0 0</inkml:trace>
  <inkml:trace contextRef="#ctx0" brushRef="#br0" timeOffset="216592">21864 4768 24575,'0'-38'0,"0"7"0,0 59 0,0 16 0,0 4-1038,1 1 0,0 12 0,-3 1 1038,-4-15 0,-3 0 0,0 2 0,2 5-1106,4-3 0,2 4 0,1 3 0,0 0 0,-1-1 0,-2-4 1106,-4 11 0,-2-3 0,1-1 0,1 1 0,6 2 0,1-1 0,2 3 0,-3 4-328,0-15 0,-2 4 0,-1 4 0,1-1 0,-1-1 0,1-5 0,1-6 328,0 7 0,1-8 0,-1 14-215,1-19 0,0 9 0,-1 6 0,1 6 0,0 4 0,-1 2 1,1 2-1,-1-1 0,1-2 0,-1-2 0,0-6 0,0-5 0,-1-8 215,-1 20 0,-1-13 0,-1 0 0,1 13-129,2-17 0,1 8 1,0 6-1,0 5 0,0 3 1,-1 2-1,1-1 1,-1-2-1,0-2 0,-1-6 1,0-6-1,-2-9 129,-5 14 0,-2-14 0,0 0 0,1 10 0,5-6 0,1 8 0,1 6 0,-1 3 0,1 1 0,0-3 0,-2-4 0,0-8 0,-1-10 0,-7 2 0,-2-10 0,3 6 146,7 12 0,4 9 0,1 4 0,-2-3 0,-6-10-146,-12-2 0,-6-8 0,7 5 0,13 6 0,8 6 0,1 0 0,-7-2 0,-9-11 0,-6-2 0,0 0 0,6 5 0,9 7 0,5 7 0,3 1 0,-1-2 0,-2-7 62,-5 5 0,-2-6 0,2 4-62,4-7 0,2 4 0,0 2 0,1 1 0,0 1 0,-1-5 0,0 3 0,0 1 0,0-1 0,0-2 0,0-4 0,0 2 0,1-6 0,-1 2 0,-1 8 0,-1-8 0,-1 6 0,0 6 0,0 2 0,-1 2 0,0 1 0,0-2 0,0-3 0,0-5-127,-1 9 1,1-4 0,-1-2-1,1 0 1,-1 0 0,0 3 126,1-9 0,-1 1 0,0 1 0,0 1 0,1-1 0,-1 0 0,1-2 0,0-2 110,0 6 1,0 1-1,0-3 1,0-1 0,1-4-1,2-3-110,0 12 0,1-6 0,1 5-37,-1-5 1,0 6 0,0 3-1,0-2 1,0-5 36,0-4 0,0-6 0,0 2 0,0 12 0,0-15 0,0 7 0,0 6 0,0 5 0,0 3 0,0 1 0,0 1 0,0-2 0,0-2 0,0-5 0,0-5 0,0-7 286,0 19 0,0-11 1,0-1-1,0 10-286,-1-16 0,0 7 0,0 6 0,0 3 0,0 1 0,-1-1 0,0-2 0,-1-6 0,-1-6 0,-1-9 0,-5 9 0,-3-10 0,0 2 0,1 3 0,0 4 0,-1 1 0,2-4 0,-2 3 0,2-3 0,-1 1 0,-3 4 0,0 2 0,4 0 0,7 6 0,5 2 0,-3-5 0,-9 1 0,1 2 0,8-13 0,2 8 0,0 2 0,2-3 0,-2-8 261,0 12 1,0-5-262,0-1 0,0 3 0,0-6 1586,0-13 0,0 0-1586,0 5 0,0 4 0,0-3 0,1-2 0,-2 3 0,-4 14 0,-4 8 0,3-14 1955,1-15-1955,-6 17 0,1 3 0,10 3 0,1-25 0,-2 2 0,-7 5 0,-5 4 0,3-9 3949,3 1-3949,-10 21 0,3 3 0,14-10 0,0-6 0,0-2 0,0 4 2908,-21 2-2908,16-46 0,-15 36 0,20-36 0,-21 47 0,16-45 0,-15 24 0,20-31 0</inkml:trace>
  <inkml:trace contextRef="#ctx0" brushRef="#br0" timeOffset="224415">29743 5920 24575,'-26'-26'0,"-25"6"-9831,23-1 8341,-8-15 1490,15 8 920,43 0 0,8 5-920,-18 18 0,40-16 0,-32 21 0,-15 0 0,7 29 0,-3 14 0,-9 2 0,0 0 0</inkml:trace>
  <inkml:trace contextRef="#ctx0" brushRef="#br0" timeOffset="242301">22808 5505 24575,'0'-26'0,"0"6"0,0 20 0,0 0 0,0 20 0,0 17 0,0 3 0,0-1 0,0 6 0,0 14 0,0 0-2262,0 3 1,0 1 0,0-1 2261,0-1 0,0-1 0,0 4 0,1-4 0,0 4 0,-1 0 0,-2-4-17,-5 4 1,-2-3 0,5-4 16,12 4 0,-1-2 0,-18 10 0,7-20 0,24-49 0,-20-6 0,0-34 0,21-17 0,-16 3-2261,20 14 1,1 4 2260,-18 10 0,-29 6 0,-43 20 0</inkml:trace>
  <inkml:trace contextRef="#ctx0" brushRef="#br0" timeOffset="243170">22808 5551 24575,'-13'-38'0,"1"-1"0,-9-14 0,42-4 0,35 37 0,-2 20 0,-7 0 0,3 0-3392,-8 0 0,-2 0 3392,14 0-393,-15 12 0,5 6 0,-5 3 393,-3 5 0,-2 2 0,9 0 0,-2 5 0,-7 11 0,-17 4 0,-36 5 0,-13-1 0,17-14 0,-3-2 2067,-12-2 0,-8 0 0,-2-9-2067,-13-13 0,1-4-2511,17 10 0,1 0 2511,-17-7 0,10 6 0,37 20 0,3-2 0,-20-25 0,21 51 0,0-55 0,0 45 0,21-3 0,-16-7 0,15-1 0,1-8 6784,-16-24-6784,20 20 0,13 14 0,-9-10 0,-11-14 0,35 17 0,-3 2 0,-43-17 0,44 6 0,-25 20 0,2-17 0,0-2 0,1 1 0,1 3 0,-30-31 0,0 0 0,0-72 0,0 27 0,0 1 0</inkml:trace>
  <inkml:trace contextRef="#ctx0" brushRef="#br0" timeOffset="243852">24121 5459 24575,'0'-42'0,"0"0"0,0-15 0,0 6 0,31 43 0,-23-22 0,22 30 0,-30 0 0,0 0 0,-30 0 0,2 30 0,-29-1 0,29-1 0,-3 11 0,0 6 0,4 1 0,0 9 0,5 5 0,0 2 0,-2-3-1696,-3-6 0,-1-1 0,1-1 0,4 3 1696,5 4 0,3 5 0,3-4 0,6-14 0,6 3-766,6 5 0,8-3 766,22-12 0,-23 1 0,2-1 0,10-13 0,1-9 0,0-11 0,0 16 0,14 9 0,-55-22 0,10 23 0</inkml:trace>
  <inkml:trace contextRef="#ctx0" brushRef="#br0" timeOffset="244655">24605 5989 24575,'0'-59'0,"0"23"0,0 16 0,0 20 0,0 0 0,-20 0 0,15 0 0,-16 0 0,-10 0 0,3 0 0,-8 0 0,-5 0 0,16 20 0,-4-4 0,2 4 0,-2 29 0,-8-12 0,3 2 0,23 23 0,-10-23 0,-8 4 0,8-5 0,13 11 0,11 11 0,15-8 0,19-40 0,10-13-2262,-2-6 1,4-6 0,-2 2 2261,11 6 0,-6-8 0,-22-19 0,-5-10 0,-3 3 0,1 8 0,-5 1 0,-13-7 0,-5 0 0,0-20 0,-5 78 0,10 29 0,9 21 0,-3-8 0,-5-21 0,1 1 0,7 8 0,4 11 0,3-7 0,-2-29 0,6-41 0,22 10 0</inkml:trace>
  <inkml:trace contextRef="#ctx0" brushRef="#br0" timeOffset="245111">25020 5344 8191,'11'57'0,"1"0"0,-1 0 0,0 0 0,1 1 0,-1-1 0,1 0 0,-1 0 0,0 0 0,-57-26 0,40 4 0,9 22 0,6 15 0,5 11 0,1 4 0,-1 0 0,-2-7 0,-6-11 0,-8-18 0,-9-22 0,-44-39 0,0 0 0</inkml:trace>
  <inkml:trace contextRef="#ctx0" brushRef="#br0" timeOffset="247125">25020 5666 24575,'-26'-20'0,"-15"-16"0,36 8 0,-36-3 0,5 31 0,8 0 0,-2 0 0,30 0 0,0 0 0,0-20 0,0 15 0,0-16 0,0 21 0,0 0 0,0-20 0,0 14 0,0-14 0,0 20 0,0 0 0,30 0 0,-22 0 0,43 0 0,-25 20 0,-1-14 0,-4 35 0,-10 2 0,-2 11 0,0-7 0,0 7 0,0 2 0,0-6-253,0-5 1,0-3-1,1 4 253,3 13 0,2 7 0,-1-3 0,-5-15 0,-3 0 0,4-8 0,0 0 0,-10 11 0,0-46 0,-20 36 0,14-5 0,-45-8 0,23 3 0,-8-11 0,16-15 758,-1 36-758,16-36 0,-36 16 0,36-21 0,-15 0 0,20 0 0,0-21 0,20 16 0,-15-15 0,16 20 0,-1-21 0,6-4 0</inkml:trace>
  <inkml:trace contextRef="#ctx0" brushRef="#br0" timeOffset="248418">28844 6403 24575,'-32'11'0,"0"-1"0,-19-5 0,75-26 0,29-14 0,-7-1 0,-20-2 0,-1-3-629,8 4 0,6-4 0,2-2 0,-5-3 629,-8-3 0,-3-4 0,-2 0 0,-2 3-2025,0 0 1,-3 2 0,2-2 2024,-1 6 0,1-2 0,0 0 0,-2 0 0,2-18 0,-2 0 0,-5 13 0,-6 5 0,11-22 0,-5 13 1731,-13 50-1731,0-15 0,0 20 0,0 20 0,0-15 0,9 26 0,3 10 0,-7 23 461,4-24 1,2 4-462,-3 3 0,-1 5 0,-1-2 0,-6 9 0,5-3 2967,18-1 1,5 0-2968,-14-10 0,0 0 0,7-12 0,23-23 0,4-7 0,6 17 0,-14-41 0,6-18 0,-10-1-1621,-15 5 1,-3-4 1620,6-10 0,3-5 0,-1 9 0,-5 19 0,-1-2 0,-8-19 0,-4-13 0,-1-2 0,1 11-2311,7 10 0,-1 0 2311,-5-7 0,1-10 0,-3 3 0,-3 16 0,-4 11 0,0-24 0,0 2 0,0 32 0,0-23 0,0 48-2090,0 48 1,0 13 2089,0-4 0,0-19 0,-1 8 0,2 3-434,3 1 0,2 5 1,0 0-1,-1-5 434,-4-7 0,-1-3 0,4 4-116,6 4 1,4 9-1,2 0 1,1-4-1,-2-13 116,1-8 0,1-4 0,8 27 0,6-12 0,31-44 0,-21-6 0,7 15 0,-17-10 0</inkml:trace>
  <inkml:trace contextRef="#ctx0" brushRef="#br0" timeOffset="248699">30733 6288 24575,'-25'-51'0,"56"31"0,1 32 0,0 1 0</inkml:trace>
  <inkml:trace contextRef="#ctx0" brushRef="#br0" timeOffset="249224">31425 5459 24575,'-20'-42'0,"1"0"0,6 63 0,-3 32 0,2 18 0,2 6 0,6-7 0,8-20 0,22-10 0,4 0 0,-20 9 0,-5 20 0,-2 11 0,-2 0 0,1-9 0,2-21 0,5-29 0,9-46 0,4-17 0,9 7 0,1 1 0</inkml:trace>
  <inkml:trace contextRef="#ctx0" brushRef="#br0" timeOffset="249717">31425 5229 24575,'19'-58'0,"0"0"0,17 8 0,10 0 0,-5 17 0,2 23 0,4-4 0,15-6 0,1 7 0,-14 19 0,-14 36 0,-13 20 0,-8-2 0,-7-4 0,-9 1 0,1 3 0,-5 5 0,-17-9 0,-13-24 0,-13-5 0,-7-4 0,1-5 0,10-5 0,-7-7 0,4-2 0,-77 37 0,125-41 0,53 0 0,2 21 0,3 9 0,-5 2 0,-1 0 0</inkml:trace>
  <inkml:trace contextRef="#ctx0" brushRef="#br0" timeOffset="249951">32185 6127 24575,'0'-46'0</inkml:trace>
  <inkml:trace contextRef="#ctx0" brushRef="#br0" timeOffset="306251">22071 8246 24575,'-64'0'0,"23"3"0,10-6 0,26-17 0,5 15 0,5-16 0,16 21 0,-21 0 0,0 0 0,51 0-1465,-18 0 1465,24 0 0,-37-20 0,22 7 0,14 3 0,-11-3 0,-9-15 0,11 15 0,14 4 0,-5 0 0,-3-2 0,-9 2-2350,0 3 2350,3-7 0,-2 6 0,-14 27 0,-24-14 0,24 14 0,-31 11 1283,0-24-1283,0 24 0,0-31 0,0 21 2532,-31 4-2532,24 1-3392,-10 35 0,3 1 3392,14-37 0,0 33 0,0 7-269,0-26 0,0-1 269,0 0 0,0 3 0,0 3 0,0 4 0,0-7 0,0 13 0,0-8 0,0 7 0,0-9 0,0 0 0,0 2 0,0 5 0,0 0 0,0-10 0,0-23 0,0 54 6518,0-72-6518,0 0 804,-21 0-804,-4 0 0,-23 0 0,-1 0 0,10 0 0,-10-5 0,-13-4 0,9 2 0,0 2 0,3-6 0,0 2 0,-1 9 0,45 0 0,-14 0 0,20 0 0,0 0 0,0 20 0,51-15 0,-19 6 0,0-1 0</inkml:trace>
  <inkml:trace contextRef="#ctx0" brushRef="#br0" timeOffset="306659">22693 8891 24575,'-38'-10'0,"-1"0"0,6 5-4916,-16-7 1,6 3 3425,33 9 4308,-31 0-2818,-11 0 0,11 0 0,-2 0 859,9-1 1,-1 2-860,-34 9 0,25 1 0,75-6 0,-21 15 0</inkml:trace>
  <inkml:trace contextRef="#ctx0" brushRef="#br0" timeOffset="307860">23062 8730 24575,'0'-38'0,"0"-1"0,0-15 0,22 24 0,7 4 0,4 6 0,23 20 0,-19 31 0,-2 9-4252,-3-11 1,0 1 4251,-3 6 0,-1 4 0,0-3 0,4-3 0,-8 1-1409,-20 19 0,-8-1 1409,-1 6-46,-28-19 1,-6-3 45,6 4 0,-24-36-1577,6 16 1577,23-21 1855,-23 0 0,-5 0-1855,-3 0 0,18 0 0,5 0 5548,15 0-5548,21 0 168,0 0-168,21 0 0,35 0 0,3-9 0,8-3 0,-12 4 0,1-1 0,-1 1 0</inkml:trace>
  <inkml:trace contextRef="#ctx0" brushRef="#br0" timeOffset="308157">23868 8730 24575,'-26'-56'0,"17"20"0,-2 3 0,-20-8 0,23 0 0,-43 61-1957,26 6 1957,-1-1 0,0-2 0,1 6 0,10 9 0,2 3 0,-5-7 0,0 1 0,-5 12 0,5 3-2911,13 10 1,5-2 2910,-5-20 0,10-2-1055,28 7 0,17 0 0,-5-9 1055,6 2-452,3-26 1,11-8 0,-20-14 0,-35-44-1,11 14 1,-1 0 0</inkml:trace>
  <inkml:trace contextRef="#ctx0" brushRef="#br0" timeOffset="310344">24974 8039 24575,'0'-46'0,"0"-10"0,0 27 0,0-1 0,0 30 0,-21 0 0,16 0 0,-36 0 0,36-21 0,-15 16 0,-32-15 0,40 20-244,-26 0 1,4 0 243,29 0 0,-46 0 0,43 0 0,-23 0 0,31 0 0,0 20 0,0-15 0,-9 30 0,-2 2 0,6-24 0,-6 29 0,1 8 0,10 11-3149,0-10 1,0 3 3148,2-3 0,-4 3 0,-12 5 0,-7 6 0,5-5-819,9-4 0,1 1 819,-5 1 0,-3 10 0,0 1 0,2-8 0,4-11 0,2-5 0,0 3 0,0 5 0,0 4 0,-1-2 0,0-7-1004,-6-1 1,0-5 1003,1 8 0,4-8 0,8-16 0,0 0 4978,0-6-4978,0-20-3613,41 0 3613,-31 0 2124,31 0-2124,-10 0 0,17 0 0,-12 0 0,0 0-625,13 0 625,-19 0 6397,-30 0-6397,21 31 0,-18 0 0,-1 7 0,8 16 0,0-1 0</inkml:trace>
  <inkml:trace contextRef="#ctx0" brushRef="#br0" timeOffset="311275">25181 8615 24575,'-20'-10'0,"15"10"0,-4 29 0,2 26 0,2 1 0,4-7 0,1 0 0,1-1-3277,-1-2 0,0-1 0,0 0 2532,0 23 0,0-8-803,0-12 1548,0-12 2104,0-15-2104,0-21 0,0-51 0,0-3 1791,-2-1 1,4-3-1792,8 22 0,1-2 1705,-9-8 1,-4-6 0,7 2-1706,10 4 0,5 1 0,-4 0-1340,-11-4 1,-5 0 0,3 1 1339,13-16 0,-2 8 0,-14-1-913,9 11 0,6-8 1,2 6 912,3 12 0,1 0 359,0-5 0,2-4 1,2 3-360,12-10 0,3 12-4096,22 22 4096,-28-19 0,1 3 0,21 34 2450,-30 0-2450,12 30 0,-5 11 0,-20-2-966,11 11 0,3-3 966,-6-21 0,-19 11 0,1-3-551,17-21 551,-17 20 0,-6 6 4080,3-4-4080,-9-1 0,-2 2 0,11-1 0,-5 1 0,-35 9 0,-12 0 0,7 3 0,0-4 0,1-16 0,-2-2 0,8 0 0,-2 1 0,6-9 865,-7-13-865,-8 36-116,-2-5 116,46 13 97,-8-6 1,5 1-98,29 10 0,5-14 0,4-4 0,3-10 0,17 11 0,-7-2 0,-33-22 2725,13 24 1,-5-3-2726,-18-29 0,30 16 349,-22-1 0,-8-15 0,-38 16 1</inkml:trace>
  <inkml:trace contextRef="#ctx0" brushRef="#br0" timeOffset="311737">26402 8085 24575,'0'-26'0,"0"6"0,0-1 0,0 16 0,-20-15 0,15 20 0,-36 0 0,36 0 0,-16 20 0,21-15-3392,-32 37 0,-8 9 3392,22-13 0,-11-2 0,-11 8 0,7 4-609,12 8 1,7 4-1,0 1 609,0-3 0,0 0 0,1 5-787,4-13 1,-1 5 0,1 0 0,1-3-1,3-6 787,4 15 0,2-7 0,-3-2 0,4-11 0,19-21 0,5-15 0,-1 46 0,-4-43 244,30 23 0,-38-82 0,12 19 1,1 0-1</inkml:trace>
  <inkml:trace contextRef="#ctx0" brushRef="#br0" timeOffset="312163">26310 8845 24575,'0'-45'0,"0"1"0,29-3 0,3 22 0,-16 45 0,20 8 0,19 11 0,-5 3 0,-27-2 0,-57 2 0,-31-1 0,25 4-945,60 12 0,24 4 0,-26-18 1,-53-26-1,4-13 0,76-26 0,0 1 1,0 0-1</inkml:trace>
  <inkml:trace contextRef="#ctx0" brushRef="#br0" timeOffset="312329">26978 8730 24575,'-12'64'0,"0"0"0,0 0 0,0 0 0,-7-14 0,-1-5 0,20-15 0,52-34 0,0 0 0,0 0 0</inkml:trace>
  <inkml:trace contextRef="#ctx0" brushRef="#br0" timeOffset="312871">27139 8039 24575,'33'46'0,"0"0"0,0 0 0,-1 0 0,1 0 0,-9-2 0,-7 7 0,-6-8 0,1 12 0,0 9 0,0 5 0,-2 3 0,-4-1 0,-4-5 0,-5-8 0,-8-11 0,-17-1 0,-13-13 0,-2-1 0,4 8 0,13 9 0,2 9 0,3 4 0,-1-2 0,-1-6 0,-4-12 0,-14-15 0,0 1 0,0-1 0</inkml:trace>
  <inkml:trace contextRef="#ctx0" brushRef="#br0" timeOffset="314077">26310 8845 24575,'0'-59'0,"0"23"0,0 16 0,0 20 0,0 0 0,-31 0 0,24 0 0,-45 0 0,47 0 0,-15 0 0,20-21 0,-21 16 0,16-15 0,-15 20 0,20 0 0,0 0 0,0-31 0,0 24 0,0-24 0,0 31 0,0 0 0,20 0 0,37 31 0,-24-24-232,6 10 1,-6-3 231,-28-14 0,22 15 0,7 11 0,-13 3 0,-1 3 0,15 4 0,-1 3 0,-13 16 0,-6-3 0,5-19 0,-39 13 0,-13 0 0,-1-5 0,4-7 0,2 1 463,6 22-463,-20-32 0,31-4 0,-31-21 0,10 0 0,24 0 0,-24 0 0,10 0 0,16 0 0,-15 0 0,20 0 0,0 0 0,20 0 0,37 0 0,-15 0 0,0 0 0</inkml:trace>
  <inkml:trace contextRef="#ctx0" brushRef="#br0" timeOffset="315011">26978 8891 24575,'0'-25'0,"0"4"0,-20 21 0,15 0 0,-16 0 0,21 0 0,0 0 0,-20 0 0,14 0 0,-14 0 0,20 0 0,0-31 0,0 24 0,-20-24 0,-16 31 0,-13 0 0,13 0 0,16 0 0,-1 31 0,16-3 0,-15 28 0,-11-30 0,27 9 0,0 1 0,-26-2 0,27 4 0,6 1 0,-3-14 0,0 26 0,0-23 0,0 8 0,30 5 0,-22-36 0,23 16 0,-11-21 0,6 0 0,-1 0 0,-4 0 0,10 0-6784,-24 0 6784,24 0-78,-31-21 78,0 16 0,0-15 0,20 20 0,-14 0 0,-6 20 0,-26 6 0</inkml:trace>
  <inkml:trace contextRef="#ctx0" brushRef="#br0" timeOffset="317313">27416 7624 24575,'-59'-25'0,"29"-22"0,4 2 0,0 27 0,61-20 0,22 4 0,2 34-1639,-14 7 1,15 4-1,9 3 1,1 2 0,-7-3-1,-14-2 894,-2-4 0,-4 4 940,7 9 0,11 8 0,-10-1 0,-29-10-195,-35-12 656,-19 29 1,-9 26-1,12 10-656,23-17 0,10 7 0,7 5 0,1 3 0,-1 1 0,-5 0 0,-6-13 0,-2 2 0,-2 0 0,0 2 0,0-1 0,0 0 0,3-1 0,2-1 0,4 4 0,4-1 0,1 1 0,1-2 0,-1-1 0,-2-3 0,-5-2 0,1 21 0,-3-1 0,-6-10 0,-15-17 0,-18-24 0,-11-15 0,3 0 0,1 9 0,-2-4-917,-14-8 1,-6-4 0,16-4 916,17-3 0,-17-24 0,51 31 0,0 0 0,51 0 0,13 0 0</inkml:trace>
  <inkml:trace contextRef="#ctx0" brushRef="#br0" timeOffset="319027">29535 7993 24575,'-15'-42'0,"0"-1"0,7-13 0,-23 36 0,31 20 0,0 0 0,0-21 0,0 16 0,31-15 0,-23 20 0,23 0 0,9 0 0,22 0 0,-18 0 0,8 0 0,-2 0 0,14 0 0,-3 0 0,-9 0 0,1 0 0,-2 0 0,2 0 0,-14 0 0,-15 0 0,36 0 0,-8 0 0,-47 0 0,16 20 0,-42-15 0,16 16 0,-36-21 0,36 0 0,-15 0 0,-11 20 0,23-15 0,-18 38 0,1 6 0,20-31 0,-6 24 0,1 8 0,9-11 0,2-1 0,-1 6 0,0 2 0,0 4 0,0 5 0,0 2 0,0 6 0,0-4 0,0 3 0,0-1 0,0-9 0,-1 3 0,2-1 0,5-2 0,2 0 0,-1-8-732,-2 15 732,6-18 0,-2-5 0,-9-15 0,31-1 0,-23 16 0,23 12 0,-31-12 0,-31-15 0,3-21 0,-8 0 0,-5 0 0,5 0 266,8 0-266,-23 0 0,11 2 0,3-4 0,-1-19 0,-10 19 0,3-1 0,20-17 0,-32-11 0,29 23 0,-23-22 0,46 30 0,-16 0 0,21 0 0,0 0 0,52 0 0,12 0 0</inkml:trace>
  <inkml:trace contextRef="#ctx0" brushRef="#br0" timeOffset="319377">30065 8776 24575,'-38'-51'0,"9"11"0,7 8 0,17 25 0,-28-10 0,-6 3 0,6 14 0,-5 13 0,-1 5 0,-7 10 0,18-11 0,-1 1 0,-19 23 0,20-23 0,-1 0 0,0 6 0,2 1 0,-1 11 0,-3-16 0,62-20 0,5 0 0,7 0 0,18 0 0,-1 0 0</inkml:trace>
  <inkml:trace contextRef="#ctx0" brushRef="#br0" timeOffset="319797">30641 8684 24575,'34'-40'0,"-1"1"0,2 16 0,4 5-1606,3 1 0,4 2 0,-3 6 1606,-2 5 0,-6 8 0,6 16 0,-15 6 0</inkml:trace>
  <inkml:trace contextRef="#ctx0" brushRef="#br0" timeOffset="320418">31494 8523 24575,'0'55'0,"0"0"0,0 1 0,0-1 0,0 0 0,0 23 0,0-25 0,0-46 0</inkml:trace>
  <inkml:trace contextRef="#ctx0" brushRef="#br0" timeOffset="320718">31747 8684 24575,'49'14'0,"-1"0"0,-27 18 0,-3-10 0,8-48 0,2-25 0,-11 8 0,-17 12 0,12 80 0,7 25 0,9-23 0,-14-3 0,-3 11 0,0-7-1405,-2-9 1,3-17 0,11-44-1,5-16 1,4-3 0,0 0-1</inkml:trace>
  <inkml:trace contextRef="#ctx0" brushRef="#br0" timeOffset="321327">32484 7878 24575,'0'59'0,"0"-1"0,0 1 0,0-5 0,-1 1 0,1 1 0,1 2 0,4-5 0,1 3 0,2 0 0,-1-2 0,-2-2 0,-2 17 0,-3-4 0,5-4 0,5-12 0,3-4 0,-6-11 0,-7-14 0,0-20 0,0 0 0,0 0 0</inkml:trace>
  <inkml:trace contextRef="#ctx0" brushRef="#br0" timeOffset="321684">32323 8523 24575,'31'-26'0,"6"-1"0,5 3 0,-7 20 0,-1 0 0,4-20 0,1-3 0,9 13 0,-4 2 0,-5-13 0,-1 15 0,0-1 0,3-19 0,-66 38 0,-16 7 0,6-11 0,1-1 0</inkml:trace>
  <inkml:trace contextRef="#ctx0" brushRef="#br0" timeOffset="322527">32761 8937 24575,'-19'30'0,"-1"-1"0,20 27 0,29-30 0,6-5 0,-14-21 0,-1-21 0,-18-16 0,1-3 0,49 2 0,-46-6 0,-5-4 0,16 7 0,-3 5 0,-14-2 0,-3-15 0,6 3 0,18 22 0,-16-8 0,27 12 0,7 7 0,-5 12-3392,5 4 0,-2 2 3392,-11 4 0,-5 16 0,-21 30 0,0 13 0</inkml:trace>
  <inkml:trace contextRef="#ctx0" brushRef="#br0" timeOffset="323078">33337 8730 24575,'0'-26'0,"-21"6"0,16 20 0,-15 0 0,20 0 0,0 0 0,-31 20 0,23 6 0,-22 30 0,30-7 0,0-13 0,0-16 0,0 1 0,0 15 0,0-8 0,30 23 0,-22-26 0,43 1 0,-46-5 0,30-16 0,2-10 0,-24-16 0,24 19 0,-3-1 0,-28-18 0,28-3 0,3-3 0,-24-6-620,24 4 0,-2 2 620,-30 6 0,15 1 0,-17-17 0,-6-3-1372,3 2 1372,0-15 0,0 3 0,0 22 0,-31-1 0,-9 2 0,1 1 0,2 14 0,-3 4 0,-11 8-2960,12-2 1,-1 4 2959,5 6 0,1 4 0,-8 0 0,7 2 154,15 11 0,17 9 0,6 4 0,-3 26 0</inkml:trace>
  <inkml:trace contextRef="#ctx0" brushRef="#br0" timeOffset="323854">31655 8246 24575,'-59'-25'0,"23"4"0,-5 1 0,66-5 0,17-7 0,-8-10 0,1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0:04:18.67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3433 4929 24575,'-21'-59'0,"16"23"0,-15 16 0,20 20 0,0 0 0,0-20 0,0 14 0,0-45 0,0 44 0,0-24 0,0 31 0,0 0 0,-21 0 0,16 0 0,-15 0 0,20 0 0,0 0 0,0 72 0,9-39 0,2 3-309,-8 12 0,-1 9 309,7-1 0,3 10 0,0 1 0,-4-6-2193,-5-5 0,-2-5 0,0 4 2193,3 1 0,-1 5 0,3 0 0,2-1 0,3-2 0,4 0 0,-1-2 0,-3-8-1237,-5-1 1,1-2 1236,9-1 0,5 3 0,-7-5 0,-14 19 0,0-55 336,0 14-336,0 11 5521,0-24-5521,0 24 0,0-31 3813,0 0-3813,0-31 0,0 24 0,0-24 0,0 31 0,0 0 0,0-20 0,0 14 0,0-14 0,0 20 0,20-41 0,6 0 0,-14 10 0,2-7 0,6-2 0,7-8 0,-1 0 0,-7 5-3392,-11-6 0,2 1 3392,11 4 0,8-5 0,0 0 0,-6 6 0,-8-1 0,-2-1-1135,6-8 1,5-11 0,0 1 0,-4 7 1134,-2 1 0,-2 0-313,-2 5 1,2-9 0,-3 5-1,-5 17 313,-8 17-114,0-31 114,0 38 3862,0-38-3862,0 51 5774,0 0-5774,0 51 0,0-38 0,0 38 0,0-31 0,0 37 0,0-15 0,0 0 0</inkml:trace>
  <inkml:trace contextRef="#ctx0" brushRef="#br0" timeOffset="565">3502 5459 24575,'-39'0'0,"-12"0"0,46 0 0,-15 0 0,20 0 0,20-31 0,16 24 0,13-24 0,3 18 0,3 5-2863,4 3 2863,-10-5 0,-1 0 0,9 10 0,-24 0 0,3 0 0,5 0 0,0 0 0</inkml:trace>
  <inkml:trace contextRef="#ctx0" brushRef="#br0" timeOffset="2165">4239 5505 24575,'-38'-26'0,"7"6"0,31 20 0,-21 0 0,16 0 0,-15 0-6784,20 0 6784,0 0-1261,20 0 1261,-15 0-94,16 0 94,10 0-4088,-3 0 4088,28 0 4088,-30 0-4088,21 15 0,-2 11 0,-27 35 625,18-35 1,0 2-626,-28 34 0,-16-1-1408,-13-23 1408,10-1 0,-4 3 0,-20 11 0,-6-10 0,-13-23 0,26 30 0,0-4 0,-24-39 0,4 16 0,-14-21 0,16 0 0,26-21 0,20 16 0,0-15 0,61-1 0,-45 16 0,45-15 0,-26 5 0,2-1 0,7-3 0,1 0 0</inkml:trace>
  <inkml:trace contextRef="#ctx0" brushRef="#br0" timeOffset="2533">4861 5459 24575,'-25'0'0,"-16"0"0,35 0 0,-14 0 0,-31 0 0,38 0 0,-38 0 0,30 0-8503,-4 41 8503,-3-22 0,-1 3 0,15 11 0,0 3 825,-23 3 1,3-1-826,23 23-601,-10-25 1,1-3 600,20 3 0,0-15 0,31 6 0,10-3 0,-3-11 0,8 13 0,6-1 0,-2-20 0,-3-10 0,-18-9 0,1-3 0,24 4 0,-1-2 0,-4-21 0,7 16 0,-71-32 0,0 20 0,-1 0 0</inkml:trace>
  <inkml:trace contextRef="#ctx0" brushRef="#br0" timeOffset="3178">5184 4768 10372,'-11'-40'0,"1"1"0,26-2 5061,-32 0-5061,37 41 0,13 7 0,3 6 0,2 13 0,-5 2 0,5 7 0,-5-1 353,-6-2 1,-7 5-354,-7 16 0,-4 9 0,2-5 0,9-12 0,-1 4 0,-14 2 0,-4 11 0,-3 4 0,-1-2 0,2-10-639,1 11 1,-2 1 638,-2-11 0,-1 11 0,-2 2 0,0-3 0,-1-12 0,-3 1 0,-5-1 0,-3-3 0,-5 8 0,-3 3 0,-2-3 0,0-8 62,-8-1 1,-2-7 0,-6 0 0,6-8 0,-4 1-1,-3 0 1,-2-5 0,1-8 0,-5-16 0,-1 1-1,0-1 1,0 1 0</inkml:trace>
  <inkml:trace contextRef="#ctx0" brushRef="#br0" timeOffset="3701">3341 4169 24575,'-4'65'0,"1"0"0,0 0 0,0 0 0,-1 0 0,1 0 0,0 0 0,0 1 0,-1-1 0,1 0 0,0 0 0,0 0 0,0 0 0,-1 0 0,1 0 0,0 0 0,0 0 0,-1 0 0,1 0 0,-1 6 0,-2 4 0,-1 3 0,-1 1 0,-1 1 0,0-1 0,1-1 0,1-3 0,2-4 0,2-4 0,3-7 0,3-6 0,4-7 0,5-10 0,4-10 0,45-20 0,-1 0 0,1-1 0</inkml:trace>
  <inkml:trace contextRef="#ctx0" brushRef="#br0" timeOffset="5444">6290 4699 24575,'0'-26'0,"0"6"0,0-1 0,0 16 0,0-15 0,0 20 0,0 0 0,-21 0 0,16 0 0,-16 0 0,21 20 0,0-15 0,0 16 0,-20-1 0,15 16 0,-46-8 0,43 23 0,-43-25 0,46 0 0,-14-2 0,-3 3 0,-4 21 0,-1-3 0,-2 3 0,4-11 0,1 0 0,7 0 0,-2 3 0,-5 1 0,-3 3 0,7-1-1288,13 0 0,1 1 1288,-21 12 0,3 0 0,21-10 0,6 0 0,-5 7 0,4-1 0,11-5 0,4 1-1264,-8-4 1,-1 1-1,4-6 1264,23 10-711,10-11 0,3 0 711,-20-6 0,2-2 0,26-4 0,1-4 0,-20-4 0,-5-5 0,4-13 1826,-16 0-1826,-20 0 0,0 0 0,-20 0 0,-6 0 0</inkml:trace>
  <inkml:trace contextRef="#ctx0" brushRef="#br0" timeOffset="7253">6451 5137 24575,'-21'-57'0,"16"29"0,-15-23 0,20 46 0,0-16 0,0 21 0,0 0 0,0 21 0,20-16 0,-17 26 0,-1 10 0,24 0 0,0 2 0,-22-1 0,-1 6 0,12 3 0,6 11 0,0-3 0,-6-11 0,-5 8-1610,9-15 1,8 10 0,0-1 0,-8-8 1609,-6 20 0,12-35 0,1-1 0,-5 26 0,-9-16 0,1-1-4652,13 4 4652,-13 0 0,-6-2 0,-7-16 0,0-21 4305,0-41-4305,0 31 0,0-24 0,0-4 0,0 10 0,31-8 0,-23-5 0,11-8 0,10-13 0,-6 4 2195,-7 4 1,-1-4-2196,-1 10 0,2-8 0,2-3 0,-2 2 0,-3 8 0,2-15 0,-2 2 0,0 14 0,2-5 0,-1 1 0,-5 8 0,-6 6 0,-1 2 0,10-28 0,-3 16 0,-9 42 0,0-14 0,0 40 398,0-14 1,-8 25 0,-5 9 0,1-8 0,-1 0 0</inkml:trace>
  <inkml:trace contextRef="#ctx0" brushRef="#br0" timeOffset="7712">6566 5505 24575,'-56'0'0,"28"0"-4916,72-7 1,24-6 4170,-40-5 0,0 0 745,19 7 0,9 4 0,-10-3 2059,5-21-2059,-43 10-357,33 18 0,20 10 0,-20 5 1,-33 3-1,35 15 0,1-1 1</inkml:trace>
  <inkml:trace contextRef="#ctx0" brushRef="#br0" timeOffset="8617">7418 5620 24575,'-15'-32'0,"0"0"0,7-19 0,-23 51 0,31 0 0,-20 21 0,15-16 0,-16 46 0,1-23 0,15 8 0,-47-16 0,45 1 0,-19 16 0,1 3 0,19-2 0,4 13 0,4-10 0,4-36 0,33 23 0,14-5 0,-19-32 0,1-5 0,8 17 0,-2-3 0,10-36 0,-26-8 0,-9-4 0,-5-11 0,10 19 0,-1-2 0,-18 2 0,-4 9 0,2 23 0,0-23 0,0 82 0,0-38 0,0 38 0,-2-7 0,4 4 0,12 6 0,2 8-1357,-11-9 0,-5 11 0,0 4 1,0-2-1,3-8 1357,9-2 0,2-6 0,-9 6 0,-13 4 0,-8 11 0,-6 1 0,-2-9 0,2-17 0,-1-17 0,-8-10 0,-21-1 0,-16-2 0,-1-7 0,15-11 0,19-11 0,3-12-908,-11-9 1,-11-12 0,-2-6-1,7 3 1,16 10 907,10-17 0,-12 5 0,-6-7 0,24 23 0,48 35 0,1 22 0,5 7 0,17 3 0,0 0 0</inkml:trace>
  <inkml:trace contextRef="#ctx0" brushRef="#br0" timeOffset="9548">7879 4768 24575,'-25'-38'0,"2"12"0,5 0 0,13 1 0,-16-1 0,21 6 0,21-1 0,5 3 0,4 0 0,24-10 0,11 31 0,-2 15-3857,-25 15 3857,12 3 0,-8 5 0,-37 15-530,7-7 1,4 10 0,-3 5 529,-8-14 0,-4 4 0,-1 2 0,-1 0 0,1-1-1245,1 7 0,-1 0 0,0-1 0,-1 0 1245,3-1 0,0 2 0,-2-3 0,-9-2 0,-8-8 0,-8-3 0,-1-2 0,2-4-1666,-4 7 1,-3-2 1665,-5 1 0,-4 2 0,4-9 1560,-13 2-1560,-2-41 875,46 0-875,-16 0 4537,21 0-4537,0 0 1696,21 0 0,-16 20 0,15 6 0</inkml:trace>
  <inkml:trace contextRef="#ctx0" brushRef="#br0" timeOffset="13401">9423 4699 24575,'0'-26'0,"0"6"0,0 20 0,0 0 0,-21 0 0,16-21 0,-15 16 0,-11-15 0,23 20 0,-22 0 0,9 0 0,-5 0 0,-30 0 0,8 0 0,12 0 0,15 0 0,21 0 0,-20 20 0,15-15 0,-16 16 0,-10-21 0,24 0 0,-24 20 0,31 37 0,0-24 0,0 6 0,0-7 0,0-26 0,0 49 0,0 12 0,0-20 0,0-3 0,0 11 0,0-6 0,0-5 0,0-6 0,0 16-3392,0-2 0,0-2 3392,0-17 0,0 28 0,0 6 0,1-26 0,-2-2 0,-8 1 0,-2 1 0,-1 6 0,-2-1 0,-9-4 0,0 0-658,9 3 0,2 0 658,0-4 0,4-6 0,8-14 6132,0-1-6132,0 16 0,0-8 0,0 24 0,0-47 0,0 36 0,0-36 0,0 15 0,0-20 1968,0 0-1968,-31 0 0,23 31 0,-22-23 0,60-8 0,-22-8 0,23-23 0,-31 31 0,0 0 0,20 0 0,6-20 0,-1 15 0,16-16 0,-35 21 0,14 0 0,11 0 0,-24 0 0,24 0 0,-31-20 0,0 15 0,21-16 0,-16 21 0,15 0 0,-20 0 0,21 0 0,-16 0 0,15 0 0,-20 0 0,72-31 0,-54 24 0,20-13 0,-4 9 0,-34 42 0,0 7 0</inkml:trace>
  <inkml:trace contextRef="#ctx0" brushRef="#br0" timeOffset="14250">9999 5298 24575,'-11'-40'0,"1"0"0,5 20 0,0 41 0,-1 30 0,1 14 0,1-2 0,2-12 0,1 4 0,2 2 0,0 1 0,-1 0 0,1-2-863,-1 5 0,0 0 0,0-1 0,0-1 0,0-1 863,0 20 0,0 6 0,0-17 0,0-40-783,0-55 0,0-15 1,0 4-1,0-9 0,0-1 1</inkml:trace>
  <inkml:trace contextRef="#ctx0" brushRef="#br0" timeOffset="14650">9953 5021 23618,'59'2'0,"-1"0"0,1 0 0,0 0 0,-28-26 0,-3 7 94,17 35 1,17 23-1,1 14 1,-15 2 0,-30-8-95,-37-13 0,-26-1 0,-14 0 0,-5-1 0,6-1 0,16 1 53,15 12 0,9-2 1,-9 0-54,-20-4 0,-18 5 0,-2-4 0,14-12 0,29-21 0,48-36 0,21-15 0,-9 13 0,0 0 0,0 0 0</inkml:trace>
  <inkml:trace contextRef="#ctx0" brushRef="#br0" timeOffset="15565">11105 5021 24575,'-26'-51'0,"13"12"0,6 6 0,7 26 0,-21-24 0,16 31 0,-29 14 0,-4 3 0,25-10 0,-33 29 0,0 0 0,36-26 0,-10 17 0,-6 13 0,0 6 0,3 5 0,0 6 0,3 4 0,7 3 0,11-13 0,6 4 0,3 1 0,1 1 0,-3-1 0,-4-1-588,-9 6 0,-7 0 0,-1-1 1,4-2-1,9-1 588,14 7 0,8 1 0,3-7 0,-2-12 0,11 10 0,-24-30 0,29 2 0,0-5 0,-26-15 0,52-8 0,-57-8 0,46-23 0,-13 31 0</inkml:trace>
  <inkml:trace contextRef="#ctx0" brushRef="#br0" timeOffset="16184">11220 5712 24575,'-28'-23'0,"-1"0"0,32-2 0,-26-26 0,57 46 0,4 2 0,-28-28 0,26 28 0,0 6 0,-29-3 0,26 0 0,6 0 0,-8 0 0,7-3 0,0 6 0,-12 21 0,-3 3 0,7-11 0,-4 2 0,0 38 0,-6-15 0,-20 15 0,0-2 0,-20 2 0,15-5 0,-49-35 0,-5-3 0,36 22-991,-23-23 0,0-3 991,26 11 0,-16-16 0,-5-3 0,6 10 0,1-1 0,-8-9 0,4-2 0,8 1 0,30 0 0,30 0 0,-22 0 0,23 0 0,-11 0 330,6 0 0,18-8 1,9-5-1,2 1 0,0-1 1</inkml:trace>
  <inkml:trace contextRef="#ctx0" brushRef="#br0" timeOffset="16642">12164 5505 24575,'-25'-56'0,"4"7"0,1 13 0,15 16 0,-47 20 0,45 0 0,-24 0 0,11 0 0,14 20 0,-34 16 0,34-8 0,-14 3 0,-1 10 0,-14 0 0,12 1 0,-3 5 0,-2-8 0,-4 0 0,5-4-729,9-5 0,3-1 729,-16 23 0,10-12 0,21-35-32,0 39 1,0 4 31,0-30 0,14 22 0,3-8 0,-9-32 0,43 20 0,-46-14 0,37-4 0,8-4 0,-11-4 0,7-11 0,10-8 0,-10 6 0,-7 9 0,0 5 0,-7 10 0,-32 46 0</inkml:trace>
  <inkml:trace contextRef="#ctx0" brushRef="#br0" timeOffset="17051">12533 5874 24575,'-5'-26'0,"20"26"-9831,34 26 8341,-13-1 1490,5-4 2818,-36 30-2818,-5 3 0,-10-24 0,-6 1 0,-21 17 0,-3-4 0,7-11 0,7-4 0,1-1 429,4-8 1,16-20 0,-15 0 0</inkml:trace>
  <inkml:trace contextRef="#ctx0" brushRef="#br0" timeOffset="19776">13869 4929 24575,'-38'0'0,"7"-31"0,82 24 0,-17-44 0,9 46 0,1 4-1699,-16-19 1699,23 20 0,5 0 0,-22 20 0,14 14 0,-4 9 0,-36 0 0,-6 4 0,11-7 0,3 3 0,-4-1-1766,-10 16 1,-4-3 1765,2-17 0,0-2 0,2 6 0,-4 3-204,-7 0 1,-5 4 0,-4-2 203,-7-3 0,-5-2 0,3 2-1162,7 8 0,2 1 0,-3-7 1162,-15-1 0,0-13 0,6-11 749,2 9-749,-8-22 0,15 23 3076,21-31-3076,0 0-1136,21 0 0,15 20 0,22 6 0</inkml:trace>
  <inkml:trace contextRef="#ctx0" brushRef="#br0" timeOffset="20773">14445 4607 24575,'-25'-51'0,"-27"38"0,45-38 0,-24 30 0,31 16 0,31-16 0,17 21 0,-7 21 0,-5-20 0,0 3 0,-12 20 0,1 3 0,8-12 0,5-2 0,17 16 0,0-1-337,-16-14 1,-1-3 336,8 1 0,-2-3 0,12-9 0,0 20 0,-27-15 0,-25 30 0,-8 2 0,-4-24 0,-16 21 0,-3 3 0,1-1-1641,5 3 1,-6 13 0,0 2 0,5-7 1640,2 0 0,1-2 0,-5 6 0,-3 6 0,7 4-1097,12 2 0,7 8 0,4-4 0,3-12 1097,3-16 0,2 2-391,-6 2 1,-2 15-1,0 7 1,0 3 0,0-2-1,0-7 1,3-14 390,7 3 0,-1-4 0,-3 14 0,-1 7 0,-4-16 0,-4-19 0,-41-9 0,31-16 0,-24 12 0,-19 9 0,-3 2 0,14-7 0,7-3 0,-16 6 0,-12 5 0,13-10 3034,14-19-3034,2 0 0,-1 0 0,-6 0 4537,0 0-4537,61 0 0,15 0 0,7 0 0,13 0 0,0 0 0</inkml:trace>
  <inkml:trace contextRef="#ctx0" brushRef="#br0" timeOffset="26717">3433 4399 24575,'-26'0'0,"6"0"0,20 0 0,0-30 0,0 22 0,0-23 0,0 31 0,0 0 0,0-20 0,0 15 0,0-16 0,0 21 0,0 0 0,20 0 0,-15 0-3392,30 0 0,2 0 3392,-24 0 0,21 0 0,3 0 0,-11 0 0,30-20-4537,-7 15 4537,7-16 0,-30 21 0,-6-31 0,11 24 0,-23-24 4537,22 62-4537,-60-24 0,-7 38 0,-6 13 0,3-28 0,0 0 0,0-1 0</inkml:trace>
  <inkml:trace contextRef="#ctx0" brushRef="#br0" timeOffset="87761">13132 5666 8191,'-38'0'0,"7"21"992,31-16-992,0 15 3006,0-20-3006,0 0-1267,0 21 1267,0-16 3381,0 15-3381,0-20-1049,0 52 1049,0-40 0,0 40 0,0-52 0,0 20 0,0 16 0,0 13 4537,0 7-4537,0-10-4537,31-20 4537,-24 25 4537,44-44-4537,-12 12 0,-1-7 0,-9-23 0,1-9-1513,17-1 1,8-3 0,-8 0 1512,-16 3 0,-4-4 0,12-22 0,-1 2 0,13 17 0,-35-25 0,-3-2 4060,22 17-4060,-21-6 0,-7-4-2190,-6 7 1,-2 5 2189,1-2 0,4-13 0,-8 10 4379,-17 35-4379,16-14 0,-15 20 0,-11 0 477,23 0-477,-22 20 0,25 32 0,10 14 0,-5-17 0,0 1 0,0 2 1930,-1 5 1,0 2 0,3 4-1931,2-4 0,3 7 0,0 1 0,0-4 0,-2-10-2386,0 3 1,-2-2 2385,0-3 0,-1 8 0,-1-1 0,-7-6 0,-12 11 0,-12-9-791,-5-20 0,-7-5 0,6 3 791,8 23 0,-3-5-96,-19-23 0,-12-9 1,10-12 95,-2-26 0,-6 3 0,0-2 614,4-9-614,15-7 0,5-2 0,3-4 0,5 18 0,5-2 1026,23-27 1,20 47 0,6-15 0</inkml:trace>
  <inkml:trace contextRef="#ctx0" brushRef="#br0" timeOffset="110450">15989 7670 24575,'-39'-46'0,"9"21"0,30 4 0,0 21 0,0 0 0,0 21 0,0 31 0,0 13 0,0-20 0,0 2 0,0 2-1204,-1 0 0,0 3 1,1 2-1,2-1 1204,4 0 0,3 0 0,0 0 0,-3 0 0,-3 0 0,-2 1 0,0-1 0,2-3 0,7 2 0,2-3 0,-3 1 0,-7 10 0,-3 2 0,0-15 0,1-14 0,10 12 0,7 11 0,-3-14-786,-4-19 786,31 70 0,-41-93 0,31 0 0,-24 0 0,24 0 0,-10-21 0,-16-5 3095,15-30-3095,-20 8 0,6 0 0,2-9 0,-1 3 0,-6-2 0,3-1-881,7 4 0,4-4 1,0-2 880,-6 6 0,-2-3 0,1 1 0,3 7 0,14-6 0,-1 0-1069,-13 1 0,-5-10 0,2 2 0,3 13 1069,11 18 0,-3 1 0,-14-29 0,-5-7-1831,11 2 0,-1 1 1831,-9 13 0,-2-2 0,1 0 0,0-4 0,0 13-691,0 14 691,0-3 1155,0 31-1155,0 0 3614,0 31-3614,30-3 0,-25 12 0,-2 7 0,12-5 0,1 0 0</inkml:trace>
  <inkml:trace contextRef="#ctx0" brushRef="#br0" timeOffset="110752">16035 8315 24575,'-39'0'0,"1"0"0,5 0 0,-18 0 0,71 0 0,16 0 0,12-14 0,4-2-2883,-17 12 1,-1 0 2882,5-12 0,-1 1 0,3 15-338,5 2 0,5-4 0,-5-7 1,3-2-1,3 2 0,0 1 1,0-1-1</inkml:trace>
  <inkml:trace contextRef="#ctx0" brushRef="#br0" timeOffset="111867">16818 8615 24575,'-46'0'0,"20"0"0,6 0 0,20-21 0,20-4 0,6-1-714,30 6 714,-23 18 0,3 4 0,5-2 0,5 0 0,1 0 0,5 0 0,0 0 0,0 0 0</inkml:trace>
  <inkml:trace contextRef="#ctx0" brushRef="#br0" timeOffset="112767">17578 8730 24575,'-38'-26'0,"7"-25"0,31 44 0,0-24 0,0 31 0,31 0 0,-3 0 0,24-8 0,4-5 0,3-12 0,-21 13 0,0-2 0,2-5 0,-8-3 0,-19-14 0,38 8-3392,-37-6 0,-7-3 3392,-2-4 0,-5-8 0,-5 18 0,-39 18 0,-5 6 0,31 2 0,-30 0 0,-18 2 0,17 11 0,26 27 0,-13-20 0,-12-2 0,9 8 0,17 18 0,9 8 0,-1-5 0,-7-10 0,1 0 0,4 7 0,1 6 0,5-1 0,6 19 0,8-6 3469,17-3-3469,-21 4 0,5-3 0,36-19 0,-3-2 0,0 1 0,1 6-1422,2-25 1,16-1 0,-1-6-1,-16-8 1422,-9-22 0,13 19 0,13 5 0,-14-9-57,-18-35 57,13 15 0,1-4 0,-20-10 0,-5-5 0,12-12 0,-1-1 0</inkml:trace>
  <inkml:trace contextRef="#ctx0" brushRef="#br0" timeOffset="113167">18477 7509 24575,'-32'-23'0,"0"0"0,-8 14 0,8 13 0,27 32 0,-15 18 0,18-18 0,4 4 0,-2 8 0,0 2-4252,-2 4 1,4 2 4251,8-1 0,0 0 0,-8-6 0,1-1 859,8-11 1,-1 3-860,-8 14 0,-3 9 0,0-4-2269,1 5 1,0 0 2268,0-1 0,0 2 0,0-8 0,-1-22 0,2-1-1517,8 29 0,2 2 1517,-8-28 0,-1 0 955,9 26 0,-1-6-955,-10-21 0,0-16 0,0-20 0,0 0 3980,31 0-3980,-24-20 0,24-16 0,-31 8 0,0-3 420,20 31 0,-14 0 0,14 0 1</inkml:trace>
  <inkml:trace contextRef="#ctx0" brushRef="#br0" timeOffset="113501">18846 8569 24575,'-59'0'0,"23"0"0,15 20 0,21-15 0,0 16 0,21 10 0,-16-24 0,10 27 0,6 16 0,-6-11 0,-7-16 0,9 23 0,-3 0 0,-14-25 0,0 35 0,0-23 0,20 18 0,-15-51 0,26-19 0,10-13 0,-9 0 0,0 0 0</inkml:trace>
  <inkml:trace contextRef="#ctx0" brushRef="#br0" timeOffset="114095">19214 8477 24575,'0'-39'0,"0"8"0,7 81 0,7 23 0,11-21 0,-11 9 0,-2 5 0,0-14 0,-4-11 0,-8-23-8503,31 33 8503,-23-56 859,16-28 1,3-6-860,-2 6 0,-10-29 0,-4-4 0,10 7 0,-10 11 0,0-8 0,-3 11 0,0 7 0,8-6 0,-1 16 0,-16 59 0,2 10 0,19-23 3392,-16 24 0,-3 8-3392,8-9 0,3-5-2381,8 2 2381,-19 13 0,3-10 0,17-36-810,15 7 0,0-3 810,-19-9 0,29-4 0,1-13 0,-25-27 0,-9-9 0,2 16 0,-1 0 0,3-12 0,-4-2 0,-11-5 0,-4 10-4041,2 28 4041,0-54 1636,0 72-1636,0 72 0,0-54 0,0 21 0,0 16 0,0-6-1869,0-13 1,0-3 1868,0 9 0,0 1 0,0-7 0,0-1 0,0 22 0,0-24 0,0 18 0</inkml:trace>
  <inkml:trace contextRef="#ctx0" brushRef="#br0" timeOffset="114262">18776 7993 24575,'-33'0'0,"0"0"0,2 0 0,31-21 0,51-4 0</inkml:trace>
  <inkml:trace contextRef="#ctx0" brushRef="#br0" timeOffset="118193">4285 8891 24575,'-56'-20'0,"28"15"0,-3-16 0,31 21 0,0 0 0,0-31 0,0 24 0,0-24 0,31 31 0,-24 0 0,24 0 0,-31 0 0,0 31 0,0-24 0,21 45 0,-16-27 0,15 20 0,1 7 0,-18-7 0,-1 0 0,7 4 0,2 7 0,-3 0 0,1 9 0,-1 0 0,-2-10-3392,-2-7 0,0 1 3392,3 5 0,2 9 0,0 0 0,-4-10 0,-4-7 0,-2 0-565,4-1 0,2 8 1,1-1-1,1-5 565,4 7 0,3-1-1263,3 7 0,3 3 1,0-17 1262,8-20 0,3-6 0,-31-20 0,0-20 0,0-6 3788,0-30-3788,9 23 0,2-3 0,-9-18 0,1-5 560,8 12 0,4-2 0,0-6-560,-4 7 0,0-5 0,0-2 0,0 2 0,2 4 318,4-8 0,1 4 0,0-1-318,-3 5 0,0-2 0,0 2 0,-3 6 0,-1-1 0,-2 1-2331,0-19 1,3-1 2330,5 14 0,1 3 0,-4-5 0,1 5 0,15 5 0,-9-16-2839,-16 24 2839,15-18 2588,-20 51-2588,0 0 0,0 51 0,0-38 0,3 22 0,-6 2 0,-17-12 0,-6 21 0</inkml:trace>
  <inkml:trace contextRef="#ctx0" brushRef="#br0" timeOffset="118535">4400 9674 24575,'-64'0'0,"13"0"0,51 0 0,0 0 0,72-41 0,-34 11 0,12 5 0,8 4 0,4 7 0,-4 7 0,-4 7 0,5 0 0,-6 0 0,-27 0 0,0 21 0,-6 4 0</inkml:trace>
  <inkml:trace contextRef="#ctx0" brushRef="#br0" timeOffset="119642">5391 9836 24575,'-26'-26'0,"6"6"0,-1 20 0,16 0 0,-46 0 0,43 0 0,-22 0 0,30 0 0,0 0 0,-21 0 0,16 0 0,-15 0 0,20 51 0,0-38 0,-21 38 0,16 10 0,5-15 0,23 11 0,10-4 0,-7-30 0,2-5 0,11 10 0,-1-15 0,-9-43 0,-2-11-4042,22 2 4042,-29-8 0,-4-3 0,4 4-2723,-17-17 1,-6-2 2722,3 32 0,0-1-696,0-33 0,0 6 696,0 36 0,-20-16 0,15 36 0,-16 5 1847,-10 25-1847,24 21 0,4 0 0,1 14 0,3 3 0,3-12 0,9-6 0,2 0-49,-7 1 0,-2 11 1,0 3-1,1-2 0,2-8 49,4-4 0,2-5 0,-2 3-928,-5 7 0,-2 5 1,-1 1-1,1-4 928,3 3 0,0-2 0,-1 0 0,0 11 0,0 1 0,-4-12 336,-4-1-336,-4-7 0,-2 8 0,-4-10 3126,-16-1-3126,6 8 0,-6-5 1861,-30-25-1861,12-23 0,-7-6 0,5-3 0,7-1 0,-1-1 0,-7 6 0,-6 2 0,4-9 0,6-20 0,4-11 0,1 12 3174,1 20 0,0 3-3174,-8-18 0,-2-6 0,11 3 0,8 1 0,28 22 0,7-23 0,44 31 0,-5-8 0,6-4 0,-7 3 0,0 1 0,0-1 0</inkml:trace>
  <inkml:trace contextRef="#ctx0" brushRef="#br0" timeOffset="122195">7418 8477 24575,'-58'-8'0,"-1"0"0,0 1 0,0-1 0,0 0 0,1-8 0,1 1-2458,-8 12 0,-12 3 1,5 2-1,25-1 968,26-1-665,-30 31 2155,38-23 1047,-15 18 0,5-1-1047,23-20 0,0 37 0,0 8 0,0-11 0,-3 20 0,6 10 0,12-21 0,5 0 0,-4 2 0,-10-2 0,-4 1 0,3 5 299,6 6 1,5 7 0,-1-1 0,-6-6-300,-6-10 0,-5-3 0,1-1 0,1 5 0,0 0 0,0 1 0,0 7 0,0 1 0,0-10 0,0 1 0,0-3 0,0 16 0,0-3 0,0-19 0,0-19 0,0 30 0,0 7 0,0-4-1683,-24-15 1,-3 2 1682,21 0 0,-1-1-700,-20-1 1,3-5 699,24-11 0,-20-4 0,14-21 1778,-14 0-1778,20 0 3621,0 0-3621,20 0 0,-14 0 5414,14 0-5414,-20 0 0,72 0 0,-54 0 2067,26 0 0,4 0-2067,-12 0-6784,12 0 6784,-12 0 0,5 0 0,-15 0 0,30 0 0,-28-21 0,3-4 0</inkml:trace>
  <inkml:trace contextRef="#ctx0" brushRef="#br0" timeOffset="122850">7787 9099 24575,'0'-47'0,"0"22"0,-31-26 0,24 43 0,-24 49 0,31-23 0,0 22 0,0 12 0,0-6 0,0 4 0,0 2 0,0-4 0,0 1 0,0 2 0,0 1-1179,0 9 0,0 3 0,0 0 0,0-2 1179,0-9 0,0-1 0,0-2 0,0-3-1741,0 1 1,0-3-1,0-5 1741,0-1 0,0-4 0,0 22 0,0-37 0,0-20 0,0 0 0,0-20 630,0 15 1,0-26 0,0-10 0,0-23 0</inkml:trace>
  <inkml:trace contextRef="#ctx0" brushRef="#br0" timeOffset="123342">7672 8937 24575,'-21'-46'0,"16"21"0,-15 4 0,40-10 0,-15 24 0,16-24 0,22 42 0,6 9-6784,5-13 6784,8 7 0,-4 3 0,-22 4-1124,6 1 0,9 6 1,-11-2 1123,-12 13 0,16-10 0,12 2 0,-12 1 0,-16 24 0,8-2 0,-20-15 0,-12-1 0,-36-9 0,-8-2 2574,2 22-2574,2-19 0,-5-4 0,6-13 0,-2 0 1305,-4 12 1,-2 1-1306,-10-12 0,-4 0-55,11 4 0,-1 2 0,7-2 55,-14 8 0,3-6 0,51-20 0,0 0 0,51 21 0,-38-16 0,30 17 0,6 7 0,2 10 0</inkml:trace>
  <inkml:trace contextRef="#ctx0" brushRef="#br0" timeOffset="124268">9146 8730 24575,'0'-26'0,"-20"-25"0,15 44 0,-16-20 0,1 2 0,15 20 0,-16-15 0,-10 20 0,24 0 0,-44 20-1485,25 16 1485,0-8 0,-3 13 0,-7 12 0,9-3 0,18-11 0,0 1 0,-17 4 0,-8 3 0,2 8 0,13-5 0,3 7 0,1 2 0,2-2 0,-1-9-3146,-4 10 0,-2-1 3146,2-8 0,-3 8 0,-1 3 0,3-1 0,7-7 0,6-1 0,6-4 0,1 1-1066,-2 1 1,1 0 0,1-2 1065,-2 11 0,7-6 0,10-11 0,9-10 0,11-17 0,5-7-2652,17-2 2652,-19 5 0,-1 0 0,13-10 3396,-43 0-3396,37 19 0,2-7 0,-31-35 0,45 15 0</inkml:trace>
  <inkml:trace contextRef="#ctx0" brushRef="#br0" timeOffset="125162">9676 9467 24575,'0'-51'0,"0"10"0,-20 41 0,15 0 0,-36 0 0,36 0 0,-16 0 0,21 0 0,-31 20 0,3 6 0,-8 0 0,16-6 0,-1-20-6784,16 0 6784,-36 31 0,36-24 0,-15 24 0,20-31 0,-31 21 0,-8 14 0,-1 6 0,15-11 0,1-1 0,-15 8 0,6 3 0,29 9 0,8-6 0,-4-25 3392,-5 28 0,10 0-3392,30-31 0,2-4-602,-19 14 602,28-8 0,10-13 0,-4-23 0,-4-3 0,6 12 0,-6-15 0,-4-12 0,-18-14 0,-11-5 0,-10 12 0,0 1 0,16-13 0,-1-1 0,-18 6 0,-4 10 0,2 28 0,0-38 0,0 51 602,-20 0-602,15 0 0,-16 0 0,21 0 0,0 51 0,0-17 0,0 7 0,0 15 0,0 1 0,0-12 0,0 12 0,-1-6 0,-1 10 0,5-10 0,18 6 0,14-4 0,-6 4 0,1-16 0,7-48 0,-2-2 0,-17 25 0,54-37 0,-72 21 0,0-20 0,0-6 0</inkml:trace>
  <inkml:trace contextRef="#ctx0" brushRef="#br0" timeOffset="125529">10275 9905 24575,'10'-32'0,"1"0"0,-6-19 0,22 71 0,7 11 0,7-18 0,-15 18 0,-3 9 0,-5-1 0,-5-1 0,-13 21 0,-12-5 0,-7 10 0,-2-13 0,-12-8 0,6 8 0,-2-10 0,-12-41 0,5 31 0,8-23 0,-3-8 0,31-39 0</inkml:trace>
  <inkml:trace contextRef="#ctx0" brushRef="#br0" timeOffset="126728">11266 9582 24575,'-26'0'0,"-15"0"0,36 0 0,-15 0 0,20 0 0,-31 0 0,23 0 0,-22-20 0,30 15 0,0-16 0,0 21 0,0 0 0,-21 0 0,16 0 0,-36 0 0,22 27 0,2 8 0,-11 11 0,12-3 0,3 9 0,11-7 0,26-9 0,4-2-1102,-23 5 0,2-2 1102,15-12 0,8-9 0,32-22 0,-2-3 0,-29 24 0,13-12 0,12-8 0,-13-13 0,-26-23 0,-13-13 0,1 6 0,9 11 0,-2-3-1514,-8-17 1,-4-15 0,-2 1-1,0 15 1514,0 20 0,-1 5-1748,-8-14 0,1 19 1748,10 54 463,-1 10 1,2 11-464,6 3 0,5 11 0,1 1 0,-4-5-1066,-6-7 0,-1-3 0,3 3 1066,6-4 0,5 3 0,2 2 0,-2 1 0,-5-1 0,-6 13 0,-5 1 0,-1-2 0,5-7 305,5-13 1,3-4 0,-3 3-306,-5 14 0,-5 9 0,-1-4 0,1-15 2954,1 0-2954,-22-12 0,-14 2 0,2-9-1523,-20-11 1523,19 6 0,-6 7 0,-3-15 0,-16-27 0,-4-19 0,9 0 0,16 6 0,1-1 0,-11 0 0,-7-2 0,13 0 1362,17 0 0,11 3-1362,10-2 0,-16 0 0,21-25 0,21 43 0,21-7 0,13 0 0,-10 15 0,0 0 0,1 0 0</inkml:trace>
  <inkml:trace contextRef="#ctx0" brushRef="#br0" timeOffset="128528">11911 8615 24575,'-5'-31'0,"10"46"0,14 9 0,8 6 0,4 12 0,5 5 0,-6-8-8809,9 0 8809,-6-4 0,6 8 0,-9 1 0,-14 7 0,-4 3-860,5-10 1,5 4-1,-1 0 1,-4-1 859,-5 4 0,-3-1 0,1 0 0,5 3 0,2-1 0,-8 4-270,-14 0 0,-7 3 0,-2-1 0,4-5 270,5 6 0,0-1 0,-7-5 0,-3 6 0,-3-3 0,1-11 0,0-12 0,-2-10-744,-29 3 744,-9-6 0,1-20-731,7-20 731,13 15 0,16-16 2812,0 21-2812,14 0 0,27 0 0,30 0 0</inkml:trace>
  <inkml:trace contextRef="#ctx0" brushRef="#br0" timeOffset="129742">12487 8477 24575,'-26'0'0,"6"0"0,-11 0 0,23 0 0,-22 0 0,30 0 0,30 0 0,14 1 0,12 1 0,-5-5 0,-7-12 0,-1-1 0,11 12 0,5 4 0,-3-4 0,6-12 0,-6 1-2325,-19 14 0,0 2 2325,25-1 0,-3 0 0,-3 0 0,-30 0 0,-6 0 0,-40 31 0,-6-23 0,0 23 0,1 16 0,-1-2-3132,-2-22 3132,10 23 0,0 0 0,-2-26-856,7 39 0,5 10 856,6-33 0,-1 0 0,-3 13 0,-3 5 0,4-9 0,5 2 0,5 3 0,4 12 0,-3-6-1815,-3-12 0,-1-1 1815,4 13 0,1 6 0,1-8 0,3-16 0,-2 1-408,-5 14 0,-5 8 1,3-1 407,5-10 0,1-1 0,-2 0 0,-5 4 0,-1 1 0,-1 0 0,1 4 0,0 0 0,0-10 0,0 6 0,0-4 0,0 0 0,0 1-1704,-21-5 1704,16-15 1968,-36 10-1968,36-41 0,-29 13 0,-3 4 0,24-9 0,-38 23 0,30-31 0,-5 0 0,-30 0 1657,7 0-1657,-7 0 0,17 2 0,1-4 0,-15-29 0,-4 23 0,6-22 0,23 30 0,-8 0 241,16 0-241,20 30 0,30-15 0,11-1 0,4 14 0,0 0 0</inkml:trace>
  <inkml:trace contextRef="#ctx0" brushRef="#br0" timeOffset="153786">5598 12323 24575,'0'-46'0,"0"-10"0,0 7-9831,0-7 8341,0 31 4308,0 4-2818,-20 21 1719,15 0-1719,-16 21 0,21 4 0,0 31 0,0-20 0,0-2 2195,0 6-2195,0 3 0,0 7-1755,0-1 1,0 4-1,0 1 1755,0-2 0,0 1 0,0 0-802,0 9 0,0 0 1,0-4 801,1 1 0,-2 0-908,-4 4 0,-4 6 0,3-7 908,3-6 0,1 1-190,-3-5 0,-1 8 1,0-3-1,2-14 190,4-2 2347,0 0-2347,0-41 0,0-41 0,0 31-481,0-33 1,0-6 480,0 16 0,21-24 3034,-16 37-3034,15 20 0,1-51 0,-8 19 0,-1 0 0</inkml:trace>
  <inkml:trace contextRef="#ctx0" brushRef="#br0" timeOffset="154278">5598 12231 24575,'-20'-59'0,"15"3"0,-36 31 0,36 4 0,-16 21 0,42-31 0,-16 24 0,36-24-6784,15 31 6784,-23 0 0,3 0 0,0 0 0,0 0 0,22 13 0,4 5 0,-25-4 0,0 0 0,24 0 0,-4 8 0,-25 25 0,-8-2 0,5-27-821,-15 22 1,-3 17 0,-6-11 820,-5-8 0,-17 8 0,-11 9 0,2-7-1861,8-18 0,-3-1 1861,-11 6 0,-7 2 0,3-2 0,1 1 0,1-3 1727,-12 4 1,0-2-1728,9-10 0,-1-1 0,-16 5 0,1-7 0,-1-17 0,-2 15 2402,35-20-2402,21-20 0,0 15 0,0-16 0,21 42 0,4-16 0,11 14 0,5 3 0,1-9 0,1-1 0</inkml:trace>
  <inkml:trace contextRef="#ctx0" brushRef="#br0" timeOffset="154811">7027 12001 24575,'0'-36'0,"0"0"0,0-10 0,0 26 0,0 20 0,-41 0 0,31 0 0,-52 0 0,43 27 0,2 7-1493,-7-11 1,0 0 1492,5 11 0,2 1 0,-2-10 0,-3 2 0,-8 12 0,-4 6 0,1-1 0,-4 1 0,-1 2 0,6-6 0,-2 3 0,1 4 0,0 2 0,-2 5 0,3-1 0,9-9-2898,10-9 1,3 0 2897,-11 11 0,-7 11 0,1 0 0,10-8 0,15-4 0,4 0-1292,-2 7 0,0 6 0,0-5 1292,0-4 0,0 0-695,3 2 1,3 3-1,6-14 695,24-12 452,-4-2 0,5-3-452,9-20 0,0-3 0,8 19 0,-19-18 0,1-4 0,21 2 0,-24 0 0,18 0 0,-51 0 0,0-51 0,0-13 0</inkml:trace>
  <inkml:trace contextRef="#ctx0" brushRef="#br0" timeOffset="155611">7418 12761 24575,'0'-38'0,"0"7"0,0 31 0,0-20 0,0 14 0,0-14 0,0 20 0,0 0 0,-30 0 0,22 0 0,-23 0 0,11 0 0,-36 20 0,22-14 0,-15 34 0,6 12 0,33-4-1030,-24-8 1,-4 0 1029,10 11 0,1-13 0,-2 1 0,4-11 0,4 2 0,6 19 0,4 0 0,-9 7 0,28-21 0,4-1-1524,-7 7 1524,16 0 0,-1-20 0,17-4 0,3 1 0,-2 11 0,8-8 0,0-12 0,-16-31 0,-3-7 0,27-4 0,-24 1 0,1-8 0,-5 4 1385,2-17-1385,8 1 0,-1-4-2240,-18 9 0,-3-1 2240,10 0 0,-2-1 0,-9-6 0,-5 0-1870,-7 7 0,-2 4 1870,1-10 0,0 3 0,0 51 0,-41 0 0,30 20 0,-30-14 278,21 45-278,18-11 0,-1-1 0,-18 10 1678,20-14 0,2 1-1678,-1 26 0,0-16 0,0-2 0,0 1 0,0 12-201,0-1 201,0-23 0,0 3 0,10 21 0,1-1-1283,-6 3 1283,2-19 0,6-9 0,28-31 0,0 0 4179,8 0-4179,-18 0 245,-31 0-245,20 0 0,-7-29 0,0-13 0,10-3 0,0 0 0</inkml:trace>
  <inkml:trace contextRef="#ctx0" brushRef="#br0" timeOffset="155851">7948 13176 24575,'36'-3'0,"0"1"0,16 22 0,-7 16 0,-27 2 0,-8 9 0,-4-2 0,-3 13 0,-6 0 0,-3-14 0,-3 1 0,-10-6 0,-18-11 0,-11-7 0,5-1 0,13 1 0,1-1 0,-10 3 0,2-5 0,-4-18 0,76-21 0,-4-4 0</inkml:trace>
  <inkml:trace contextRef="#ctx0" brushRef="#br0" timeOffset="156443">8893 11955 24575,'-13'-39'0,"0"1"0,-7 5 0,20-18 0,0 51 0,0 0 0,0 71 0,0-32 0,0 9 0,0 11 0,0-9 0,0 7 0,0 0 0,0-8-3322,0-1 1,0 1 3321,0 3 0,0 9 0,0 4 0,0-3 0,0 2 0,0 2 0,0-4 0,0-5 0,0 5 0,0 1 0,0-9 0,0 9 0,0 3 0,0-6 0,0-11 368,0-6 0,0-7-368,0 9 0,0-8 0,0-16 0,0-26 0,20-36 0,6 15 0</inkml:trace>
  <inkml:trace contextRef="#ctx0" brushRef="#br0" timeOffset="156811">8847 12761 24575,'0'-38'0,"0"-13"0,0 45 0,0-14 0,61 40 0,-15 16 0,-11-24 0,-1 4 0,-4 33 0,-8 5-5243,3 5 5243,-13-9 0,2 2 0,13-13 0,-3-1 496,-18-4 1,-4 1-497,-1 11 0,-2 0 0,0-7 0,-6-4 0,-17-6 0,-3-1 0,15 9 0,-2-3 0,-13-16 0,-2-2 0,5 13 0,-1-2 0,-31-7 0,10-20 0,-10 0 0,27 0 0,-1 0 4030,30 0-4030,0 0 0,51 0 0,13 0 0</inkml:trace>
  <inkml:trace contextRef="#ctx0" brushRef="#br0" timeOffset="157345">9584 11701 13977,'-38'-38'0,"7"-13"4344,31 46-4344,31-16 0,-3 21-4832,28 21 4832,-30-16 0,-2 14 0,3 13-440,-2 8 0,1 10 0,0 4 0,-3-6 440,-4-5 0,-2-3 0,0 5 193,7 8 0,2 5 0,-1 3 1,-7 5-194,-11-8 0,-5 6 0,-4 2 0,-1-1 0,0-4 0,2-6-925,1 4 0,1-8 0,-2 8 925,0-8 0,0 7 0,0 3 0,-2 1 0,-3-5 0,-3-6 0,-12 12 0,-7-8 0,0-4 0,6-9 0,0-3 0,-3 0 0,-6 4 0,-3 1 0,-1 0 839,0 8 1,-2 2 0,2-17-840,-24-19 0,25 14 0,0 10 0,5-14 1009,3-20 1,26 23-1,26-31 1</inkml:trace>
  <inkml:trace contextRef="#ctx0" brushRef="#br0" timeOffset="159360">14399 11863 24575,'-29'-16'0,"-1"1"0,-6 7 0,16-22 0,40-11 0,16 30 0,13-30 0,-13 41-3392,-23 41 0,-6 11 3392,4-21 0,-1 2 0,-8 6 0,-2 6 0,3 4-651,6 5 1,4 5 0,2 1-1,-1 0 651,-2-5 0,1-1 0,-1 0 0,0 3 0,-4-5 0,-1 1 0,0 2 0,1 0 0,3 1 0,2-2 0,4 3 0,1 1 0,0-3 0,-3-3 0,-4-8 0,-5 15 0,1-5 0,15 4 0,7 3 0,-9-11-3675,-15-10 3675,16-34 0,-21 14 0,20-20 0,-15 0 3675,16-20-3675,-10-16 0,-2-12 0,2 4-113,3 8 1,0 0 112,-3-14 0,0-9 0,3-1 0,2 8 0,3-2 0,1 2 0,-4 5 285,1-5 1,0-1-286,-5 5 0,0-6 0,2 1 0,4 9 0,18 4 0,0 3-1263,-16-7 0,-4-7 0,1 0 1263,4 1 0,0 0 0,-1-1 0,-4 1 0,-1 1 0,-5-3-845,-7-11 0,-5-1 0,1 12 845,1 6 343,0-22 0,0 13-343,0 50-145,-18-30 1,-5-2 144,12 24 0,-29-38 2730,40 51-2730,-31 0 0,3 31 0,-8-3 0,15 28 0,21-10 0</inkml:trace>
  <inkml:trace contextRef="#ctx0" brushRef="#br0" timeOffset="159693">14560 12439 24575,'-38'0'0,"-13"0"0,46 0 0,-36 0 0,36 0 0,-16 0 0,42-52-739,4 40 739,1-40 0,25 32 0,-1 17 0,0 1-2089,4-19 2089,4 19 0,-4 4 0,-28-2 0,21 0 0,3 0-5847,-12 0 5847,18-3 0,-9 6 0,-39 18 0,22 4 0</inkml:trace>
  <inkml:trace contextRef="#ctx0" brushRef="#br0" timeOffset="160028">15666 12646 24575,'-25'-56'0,"4"27"0,21-1 0,21 30 0,15-10 0,4-1 0,19 6-125,-7 0 0,9-2 1,-5-1-1,-8-2 1,-1-1-1,5 3 0,0-1 1,0 1-1</inkml:trace>
  <inkml:trace contextRef="#ctx0" brushRef="#br0" timeOffset="160784">16565 12853 24575,'46'0'0,"-28"-20"0,27 1 0,19-1 0,-4 2 0,-11 5 0,-4-7 0,-1-23 0,-1-12 0,-4 10 0,-6 24 0,-10-2-2835,-28-28 1,-19-15 0,2 14 2834,4 14 0,-14 12 0,-13-1 0,-1 8 338,-16 12 1,-1 14-339,19 5 0,1 5 0,-1 6-170,0 1 0,-2 5 1,3 5-1,10 4 170,12 7 0,10 7 0,5 1 0,3-1-1323,1 11 1,6-2 0,9-1 1322,6-10 0,7 1 0,4-4 0,0-10 1120,15-7 0,0-7-1120,-9 6 0,5-6 0,12-18 0,9-7 0,-14-1 0,-12 3 0,10 0 0,10 0 0,-14 0 0,-22 0-405,18-11 1,1-9 0,-19-11 0,-2-7 0,18-16-1,0 0 1</inkml:trace>
  <inkml:trace contextRef="#ctx0" brushRef="#br0" timeOffset="161185">17509 11540 24575,'-25'-32'0,"-1"0"0,-15-19 0,41 51 0,0 21 0,0 35 0,0-2 0,21 2 0,-9 4 0,1 3-4252,0-20 1,0 1 4251,-5 2 0,-1 4 0,-2 2 0,-3 9 0,-3 1 0,0-3-15,1 5 1,0 2 14,0-13 0,0 6 0,0 0 0,0-7-1374,0 13 0,0-4 1374,0-13 0,0 1 0,0-6 0,0-6 0,0-2-1524,0 11 1,0-2 1523,0-3 0,0-1 3047,0-40-3047,0 0 0,31-20 0,-23 15 1346,22-16-1346,-30 21 3150,21 0-3150,-16 0 6784,15 0-6784,1 0 0,-16-20 0,16-6 0</inkml:trace>
  <inkml:trace contextRef="#ctx0" brushRef="#br0" timeOffset="161680">18108 12485 24575,'-30'-5'0,"22"-11"0,-9 61 0,3 23 0,14-14-3277,8-1 0,5 12 0,-3-12 1787,-2-4 1490,8-3 0,-2 0 1583,-14 0-1583,0-15 1880,0 10-1880,21-41 0,-16 0 0,15 0 0</inkml:trace>
  <inkml:trace contextRef="#ctx0" brushRef="#br0" timeOffset="162609">18638 12485 24575,'41'5'0,"-31"-10"0,31-21 0,-41-15 0,0 5 0,21 8 0,-16-3 0,15 62 0,-18 2 0,-4 3-612,2 2 0,0 1 612,-2 17 0,4-2 149,13-18 1,1 0-150,-13 10 0,2-3 0,26-2 0,-33-2 0,4-6 0,38-25 0,-29 22 0,23-36 0,3-18 0,-20-12 0,-5-8 0,6 6 0,2-3 0,-2 0-1178,-5-16 0,-1 4 1178,8 14 0,1 1-2849,7-23 1,1 10 2848,4 28-1905,-3-32 0,-9-3 1905,-21 22-294,0 8 294,0-3 0,0 82 0,0-38 334,10 21 1,1 4-335,-6-2 0,2 5 0,1 11 0,-3-5 0,-4-6 0,-2-2 0,1 21 0,0-2 3996,0-7-3996,15-11 0,1-1 0,-8 10 0,22 22 0,-30-71 479,21 0-479,-16-30 0,-5-19 0,-13 8 0,0 0 0</inkml:trace>
  <inkml:trace contextRef="#ctx0" brushRef="#br0" timeOffset="163044">18039 12162 24575,'-41'-23'0,"0"0"0,-7-2 0,-4 4 0,68 21 0,-32 0 0,37 0 0,25 8 0,10 5 0,8-1 0,0 1 0</inkml:trace>
  <inkml:trace contextRef="#ctx0" brushRef="#br0" timeOffset="163952">18408 13291 24575,'-26'0'0,"6"0"0,20 0 0,0-31-8503,0 3 8503,0-28 0,0 30 1719,0 6-1719,7-15 0,6-2 0,23-1 0,-21-14 0,-2-4 0,2 22 0,1-1 0,-1-10 0,0-6 0,-4 4 0,-8 2 0,4 3 0,27-15 0,4 6 0,-10 10 6784,8 36-6784,-16-15 0,-20 20 0,21 20 0,4 6 0,12 10 0,3 4-513,-12-12 1,-2-2 512,4 4 0,-4-3 0,-5-7 0,-21-20 0,0 31 0,0 7 0</inkml:trace>
  <inkml:trace contextRef="#ctx0" brushRef="#br0" timeOffset="180810">3271 15249 24575,'24'-38'0,"-1"-1"0,0 1 0</inkml:trace>
  <inkml:trace contextRef="#ctx0" brushRef="#br0" timeOffset="181712">3341 15134 24575,'-59'-21'0,"23"16"0,15-15 0,21 20 0,0 0 0,-20 0 0,15 0 0,-16 0 0,21 0 0,0 0 0,21 0 0,4 0 0,32 0 0,-9 0 0,14 0 0,4 0 0,-18 0 0,-1 0 0,17 0 0,-3 0 0,-20 0 0,-5 0-433,21 0 433,-29 0 0,23 0 0,-46 0 0,16 0 0,-21 0 0,0 0 0,-21 20 0,16-15 0,-46 16 0,43-21 433,-23 0-433,31 20 0,0 16 0,0-8 0,0 3 0,0-11 0,0 16 0,0 5 0,0-3 0,0 4-2262,0 1 1,0 4 0,0-4 2261,0-6 0,0 0 0,0 25 0,0 4-2269,0-1 1,0 0 2268,0-2 0,0 0 0,0-16 0,0 0 0,0 0 0,-2 12 0,4-6-140,13-23 1,1-1 139,-13 19 0,2-4 4398,25-8-4398,-30-8 6577,0 3-6577,-30-31 0,22 0 0,-43 20 54,25-15-54,1 16 0,-27-21 0,4 0 0,2 0 0,0 0-2489,-8 0 2489,3 0 0,30 0-2885,-15 0 0,-5 0 2885,-17 0 0,17 0 0,5 0 334,15 0-334,1 0 0,15 0 0,-16-21 1712,21 16-1712,0-15 1356,0-11 1,41 3 0,-15 0 0,-1 0 0</inkml:trace>
  <inkml:trace contextRef="#ctx0" brushRef="#br0" timeOffset="182186">3801 15986 24575,'-23'-29'0,"0"-1"0,-2-6 0,4 16 0,21 20 0,-31 0 0,24 0 0,-29-3 0,0 6 0,26 17 0,-52-15 0,57 16 0,-27-18 0,-7-6 0,5 3 0,-8 0 0,-3 0 0,-3 0 0,-9 0 0,32 0 0,-16 0 0,36 0 0,30-16 0,21-9 0,12-1 0,0 1 0</inkml:trace>
  <inkml:trace contextRef="#ctx0" brushRef="#br0" timeOffset="183146">4331 15917 24575,'-25'0'0,"-16"0"0,36 0 0,-16 0 0,-10 0 0,54 0 0,-25 0 0,38 0 0,10 0 0,0 0 0,-8 0 0,17-4 0,-2 8 0,-25 27-6784,23-24 6784,-46 44 0,16-45 0,-21 35 0,0 15 0,-7-15 0,-7 2-329,-20 11 0,-9-3 329,-1-8 0,-1-4-1200,3 3 0,-1-7 1200,6-20 0,3-2 5270,-2 18-5270,-13-31 0,-7 0 0,30 0 0,77 0 0,-12 0 0,21 3 0,8-6 0,-27-10 0,0-6 0,2 0 0,13-3 0,-1 1 0,1 0 0</inkml:trace>
  <inkml:trace contextRef="#ctx0" brushRef="#br0" timeOffset="183445">5092 15917 24575,'-20'-33'0,"1"-1"0,3 3 0,1 1 0,-5-19 0,-6 19 0,1 30 0,4 30 0,6 2 0,0 5-1581,0 11 0,1 2 1581,-2-4 0,-3 2 0,-4 4 0,-3 4 0,3-5-2621,6-6 1,1-3 2620,-14 14 0,3 1 0,9-6 0,16-10-1411,53-28 1411,-27 14 0,6-3-1178,25-30 0,13-19 1,-7 5 1177,-14 14 0,-2-1 0,6-14 0,2-6 0,-8 3 0,1-1 0</inkml:trace>
  <inkml:trace contextRef="#ctx0" brushRef="#br0" timeOffset="187803">6290 15019 24575,'0'-52'0,"14"17"0,2 9 0,-8 21 0,23-16 0,-31 21 0,0 0 0,-31 0 0,23 0 0,-22 0 0,30 0 0,0 0 0,-21 0 0,16 0 0,-16 0 0,21 0 0,0 0 0,-20 0 0,15 0 0,-16 0 0,21 0 0,0 0 0,-30 0 0,22 0 0,-23 0 0,31 0 0,0 0 0,-20 0 0,15 0 0,-57 0 0,1 21 0,7-16 0,3 15 0,30 1-3392,3 15 0,1 5 3392,-12 18 0,11-5 0,6-1-352,12-4 352,-2 0 0,4 9 0,7-2 0,4 6 0,-5 2 0,-10-6 0,-7 4 0,1 0 0,4-4 0,11 2 0,5-3 0,-8 3 0,-12 2 0,-7 7 0,-2-7 0,6-19 0,6-18 0,-2 32 0,-6 9 0,-14-15 0,2-5 0,13 18-4,-5-15 0,-4 7 0,7-12 4,14-11 0,12 6 0,7-6 0,9-28 0,33-4 0,6-2 0,-30-1 0,0-1 0,10-4 0,5-1 0,-10 2 0,-1 6 0,21 0 0,-27 0 0,-58 21 0,-10 4 0</inkml:trace>
  <inkml:trace contextRef="#ctx0" brushRef="#br0" timeOffset="188335">6773 15387 24575,'-25'-46'0,"25"92"0,5-7 0,7 3 0,4 11 0,-3 5-2458,-9 2 0,-4 5 1,-1 1-1,3-4 2376,4 3 1,2-4 0,-2 5 81,-4-6 0,-2 5 0,0 2 0,-1-5 0,0-11 1317,1 0 1,0-7-1318,0 48 1558,0-92-1558,0 0-968,0-31 1,0-18 0,0 9 0,0-1 0</inkml:trace>
  <inkml:trace contextRef="#ctx0" brushRef="#br0" timeOffset="188755">6773 15341 24575,'-12'-61'0,"-1"-1"0,-8 3 0,26 3 0,11 10 0,9 38 0,18 3 0,14 2 0,-8 11 0,-13 28 0,-1 8 0,14-16 0,6-1 0,-10 7 0,-18 13 0,-9 7 0,-7-1 0,-6 13 0,-12-2 0,-15-8 0,-5-2-1081,7 5 0,-9-10 1081,-28-32 0,2-6 518,24 20-518,-27-27 0,-2-8-961,22 4 961,-34 0 0,72 0 0,0 41 0,31-35 0,10-2 0,4 16 0,0 1 0</inkml:trace>
  <inkml:trace contextRef="#ctx0" brushRef="#br0" timeOffset="189550">7511 15986 24575,'-47'-38'0,"-9"7"0,28 31 0,-3 0 0,62 0 0,-23 0 0,43 0 0,-26 31 0,12-10 0,3 6 0,-12 6 0,-3 7 0,-3 0 0,1 15 0,-6 0-217,-3-11 0,-12-4 217,-24 2 0,-12-12 0,1-25 0,-4-5 0,-9 11 0,0-1 0,-8-10 0,3 20 0,51-15 0,0 16 0,31-21-830,-23 0 0,26-4 0,21-4 0,-1-1 0,-7 1 0,0-1 0,0 1 0</inkml:trace>
  <inkml:trace contextRef="#ctx0" brushRef="#br0" timeOffset="189836">8040 15871 24575,'-12'-58'0,"-1"1"0,-20 11 0,-6 20 0,-15 62 0,24-5 0,-1 7 0,-2 4 0,-2 6 0,11-5 0,11 21 0,-3-18 0,-6 10 0,6-2 0,19-15 0,52-23 0,13-7 0,-32 30 0,-1-6 0,26-37 0,-9-20 0,-37-33 0</inkml:trace>
  <inkml:trace contextRef="#ctx0" brushRef="#br0" timeOffset="190487">7718 15019 24575,'-26'-26'0,"-15"5"0,36 21 0,-46 21 0,43-16-3277,-18 26 0,-12 18 0,10-6 1787,13 3 1490,-10-13 0,-9 4 0,1 0-719,5 3 1,2 0 0,0-7 718,-22 11-70,14 2 1,-1 11 0,12-12 69,17-12-248,-13 9 0,-9 10 0,4-2 248,7-4 0,0 2 0,-4 6 0,-7 8 0,2 1 0,4-9 0,5-2 0,3-1 0,-1 2 0,0 5 0,5-6 1498,5-10 1,10-2-1499,20 3 0,12 2 0,-7-2 0,-21 4 0,5-5-224,22-12 1,16-3 0,2-5 0,-12-8 223,2-9 58,14 2 0,15 1 1,-15-3-1,-15-5 0,4 0 1,-1 0-1</inkml:trace>
  <inkml:trace contextRef="#ctx0" brushRef="#br0" timeOffset="190847">8524 16147 24575,'-25'0'0,"-27"21"0,45 4 0,-24 1 0,21 26 0,0 9 0,-16-15 0,-5 2 0,10-2 0,0-1 0,0 1 0,0-1 0</inkml:trace>
  <inkml:trace contextRef="#ctx0" brushRef="#br0" timeOffset="191635">8847 15019 24575,'-31'-26'0,"23"5"0,-22 21 0,30 0 0,0 21 0,0 33 0,0 20 0,0-20 0,0 8 0,0 4 0,0-1 0,0-5-261,-1-7 1,1-4-1,-1 1 1,3 5 260,0-1 0,2 7 0,1 4 0,1 0 0,-1-3 0,0-8 0,-2-10 0,1 2 0,0-5 0,6 17 0,3 5 0,-5-33 72,-8-71-72,0 23-1293,0-35 1,0 4-1,0 41 1,0-23 0</inkml:trace>
  <inkml:trace contextRef="#ctx0" brushRef="#br0" timeOffset="192153">8985 15779 24575,'-51'-31'0,"10"3"0,41-8 0,0 16 0,20 20 0,6 0 0,19-2 0,7 4 0,-7 6 0,0 4 0,9 0 0,-3 12 0,-16 23 0,-6 14 0,-6-8 0,-5-22 0,-8 2 0,-19 21 0,-15 16 0,-6-4 0,1-20 0,-22-21 0,-6-4 0,-12 0 0,15-12 0,21-21 0,1-13 0,13-2 0,39 7 0,37 35 0,-15-12 0,0-1 0</inkml:trace>
  <inkml:trace contextRef="#ctx0" brushRef="#br0" timeOffset="192775">9515 14811 24575,'13'-55'0,"0"0"0,-1-1 0,45 41-2458,-29 43 0,2 24 1,-2 5-1,-2-10 1713,2-14 0,-2 5 745,-11 2 0,2 13 0,-1 8 0,-1 6 0,-1 2 0,-3 0 0,-3-5 0,-4-8-431,-6 3 0,-5-6 0,-4-1 0,0 0 0,1 3 431,3 2 0,1 4 0,-1 1 0,0-1 0,-2-4 0,-4-7 552,-10 16 0,-4-8 0,-2-18-552,-22-19-1435,1 14 1,2 7 1434,26-14 0,1 2 478,-12 3 0,-4 2 0,15-5 0,22-5 1,0-4-1</inkml:trace>
  <inkml:trace contextRef="#ctx0" brushRef="#br0" timeOffset="194807">3433 17622 24575,'-26'0'0,"6"-21"0,20 16 0,20-16 0,-15 21 0,23-10 0,21-11 0,8-2 0,-6 6 0,-3 9 0,-2 5 0,3-4 0,-4-9 0,2-6 0,1 1 0,1 8 0,8 12 0,5 7 0,-6 3 0,-16-2 0,-11-2 0,25 6 0,-16-2 0,-74-9 0,2 24 0,-1 3 0,-6-14 0,19 11 0,3 3 0,-2 14 0,16-30 0,-6 43 0,2 4 0,9-40-3392,0 31 0,0-6 3392,0-38 0,0 47 0,-1-14 0,2 3 0,9 3 0,0 2 0,-8 12 0,1-4 0,18-5 0,-21 2 0,0-46 0,0 57 0,0-52-2269,-9 24 1,-3 3 2268,7-8 0,-15 6 0,-30-19 0,-22-10 0,-1-7 0,21-8 0,0-5 0,-1-2 0,-2 4 0,-9 7 0,-2 4 0,0 0 0,6-5 0,-6-11 0,6-5 0,17 10 0,22 12 4537,42 0-4537,15 0 0,5 0 0,17 0 0,-3 12 0,-2 6 0,-24 2 0,1-1 0</inkml:trace>
  <inkml:trace contextRef="#ctx0" brushRef="#br0" timeOffset="195427">4078 18036 24575,'-26'-20'0,"6"15"0,20-16 0,0 21 0,0 0 0,-31 0 0,-6 0 0,-5 0 0,-3 0 0,0 0 0,4 0 0,0 0 0,0 0 0,10 0 0,24 0 0,7 21 0,38 4 0</inkml:trace>
  <inkml:trace contextRef="#ctx0" brushRef="#br0" timeOffset="196956">4608 18105 24575,'-28'-19'0,"-1"0"0,1-12 0,-2 11 0,30 15 0,0-16 0,51 21 0,-38 0 0,19-1 0,7 2 0,1 9 0,-3 1 0,1-6 0,13 26 0,-9 9 0,-37-6-3392,6 19 0,-2 1 3392,-9-21 0,2 4 0,-4-2 0,-18-9 0,-24-12 0,-10-3-2269,7 1 1,0-3 2268,-8-8 0,5-2-135,-1 1 135,51 0 4470,0 0-4470,30 0 0,15 0 0,10 0 0,-6 0 0,-1 0 0,1 0 0</inkml:trace>
  <inkml:trace contextRef="#ctx0" brushRef="#br0" timeOffset="197271">5299 17990 24575,'-50'0'0,"0"0"0,4 0 0,-5-3 0,10 6 0,33 18 0,-43 14 0,21 14 0,4 2 0,-8-2 0,13-7 0,-1 7 0,14-7 0,39 4 0,15-9 0,8-5 0,-19-12 0,4-9 0,14-13 0,9-9 0,-8-7 0,-8-13 0,-3-7 0,3 2 0,-1 0 0,0 0 0</inkml:trace>
  <inkml:trace contextRef="#ctx0" brushRef="#br0" timeOffset="198605">6290 17575 24575,'-26'-38'0,"5"-13"0,42 46 0,15-16 0,12 21 0,-2 4 0,8 3 0,-5 3 0,-9 7 0,-1 2-2835,9-10 1,4-1 0,-11 3 2834,-5 19 1719,-36-30-1719,-36 0 0,8 21 0,-23-16 0,46 36 0,-16-12 0,1-2 0,14 7 0,-5 5 0,2-7 0,9-27 0,-20 36 0,16-4 0,2 3 0,-8-7 0,0 3 0,7 17 0,4 9 0,1-5 0,-2-10 0,0 0 0,0 4 0,0 3 0,0-5 0,0-11 0,0-2 3392,5 11 0,-10-7-3392,-28-23 0,-6-6 0,-9 20 0,-10-42 0,-5-9 0,15 18 0,4-3-3392,6-21 0,2 0 3392,-20 21-152,35-15 152,21 20 0,0-21 0,41 16 0,20-15 0,-8 20 0,-1 0 0</inkml:trace>
  <inkml:trace contextRef="#ctx0" brushRef="#br0" timeOffset="199060">6566 18197 24575,'-28'-23'0,"0"0"0,-6 9 0,-1 3 0,-1-1 0,0 3 0,0 8 0,3 2 0,-3-1 0,-19 0 0,18 0 0,39 0 0,3-30 0,50 10 0,1 1 0</inkml:trace>
  <inkml:trace contextRef="#ctx0" brushRef="#br0" timeOffset="200016">7096 18266 24575,'-40'0'0,"1"0"0,-23 0 0,16 0 0,26 0 0,20 21 0,0 5 0,7 12 0,6 0 0,13-4 0,-6-6 0,6-5 0,12-20 0,0-6 0,-4 3 0,5-12 0,10-7 0,-14-1 0,-17-14 0,11 1 0,8-7 0,-11 6 0,-21 1 0,15-19 0,-40 52 0,15 0 0,-16 52 0,19-12 0,4 4 0,-1 8 0,-2 6 0,-1-9 0,-2 6 0,-2-1 0,-2-7 0,-10 0 0,0-2 0,11 5 0,1 4 0,-9-10 0,-35-10 0,-3-11 0,15 5 0,-17-27 0,-17-12 0,10 0 0,21 7 0,2-4 0,-7-15 0,-5-6 0,7 9 0,-12 15 0,30-16 0,26 21 0,77-51 0,-22 19 0,0 0 0</inkml:trace>
  <inkml:trace contextRef="#ctx0" brushRef="#br0" timeOffset="201519">8478 17668 24575,'-15'-39'0,"-1"1"0,9 5 0,-24-19 0,31 83-2835,0 22 1,0 19 0,0-5 2834,0-4 0,0 2 0,0-9 0,0 8 0,0-1 0,0-8 859,0 2 1,0-1-860,0-4 0,0 7 0,0-1 0,0-10 0,-3-9 0,6-6 0,22 4 0,1-18 0,-17-59 0,-5-27 0,13 7 0,0 0 0,0 0 0</inkml:trace>
  <inkml:trace contextRef="#ctx0" brushRef="#br0" timeOffset="201887">8524 17575 14256,'-10'-39'0,"0"-1"0,8 3 0,-1 2 4264,-18-13-4264,62 17 0,-3 27 0,6 8 0,9 7 0,4 9 0,-14-1 0,5 6 0,-2 2 0,-6 2 596,-5 3 0,-5 2 0,-1 5-596,9 13 0,-2 6 0,-12-2 0,-17 5 0,-14-4 270,-7-18 0,-8-4-270,-17 6 0,-12-10 1069,5-24 1,-6-9 0,2 2-1070,-15 10 0,2 0 0,0-9 0,13-2 0,30 1 0,55 0 0,27 0 0,-17 0 0,0 0 0,1 0 0</inkml:trace>
  <inkml:trace contextRef="#ctx0" brushRef="#br0" timeOffset="202811">8616 17207 24575,'-33'0'0,"0"0"0,-7 1 0,-2-2 0,-11-14 0,1-1 0,-12 8 0,13-22 0,5 27 0,0 6-8503,2-3 8503,-5-3 0,1 6 1719,7 27-1719,33 16 0,10 17 0,-1 0 0,-8-3 0,-1 2 0,2 0 0,5-11 0,1 1 0,1 1 0,-1 4 0,0 4 0,0 6 0,0 1 0,0-5 0,0-10 0,1 2 0,-2 0 0,-3-5 0,-2 9 0,-2 3 0,1-4 0,2-11-850,2 2 1,-2-8 849,-9 0 0,-3-3 4434,-3 14-4434,15-47-93,-16 15 93,21-20 0,21 21 0,6 6 0,2 2 0,4 4 0,1-6 0,4-3 0,18-3 2314,-23-16-2314,6 1 0,-6 8 0,-28 38 0,5-20 0,1 0 0</inkml:trace>
  <inkml:trace contextRef="#ctx0" brushRef="#br0" timeOffset="203514">9837 17253 8191,'-46'0'0,"-10"0"5063,28 0-5063,-23 20 2818,46 6-2818,-19 0 0,-11 7 0,1 5-705,10 8 1,2 7-1,1 1 1,-1-5 704,-8 1 0,0-5 0,0 4 1118,4-3 1,0 2-1,2 2 1,8-2-1119,9 8 0,8 0 0,0-10 0,-1 6 0,12 6 0,8 12 0,4-14-1447,2-31 1,2-4 1446,10 13 0,1 1 0,-11-6 0,0-7 1138,7-18 0,-1-3-1138,7 20 60,0-21-60,-41 20 0,31-35 0,7 10 0</inkml:trace>
  <inkml:trace contextRef="#ctx0" brushRef="#br0" timeOffset="203938">9907 17944 24575,'53'13'0,"-30"-31"0,19 35 0,13 24 0,-11 3 0,-15 7 0,-17 3-4252,-22 4 1,-11-1 4251,7-1 0,-10-9 0,-21-20 0,-7-13 859,11-15 1,5 2-860,3 29 0,12-22 0,29 23 0,32-39 0,12-15 0,-14 4 0,1 0 0</inkml:trace>
  <inkml:trace contextRef="#ctx0" brushRef="#br0" timeOffset="204211">10483 17875 24575,'-40'15'0,"0"1"0,7 30 0,5 7-2821,3-16 0,4 1 2821,6 9 0,9 3-2588,14 11 0,5-9 2588,-8-29 0,4 34 0,2 8-510,0-23 1,-1-4 509,-5 10 0,15-5 0,1-14 0,-16-29 0,26-28 0,10-16 0,-9 0 0,0-1 0</inkml:trace>
  <inkml:trace contextRef="#ctx0" brushRef="#br0" timeOffset="204660">11174 18197 24575,'-40'26'0,"0"0"0,-1 7-1229,17 16 0,7 9 0,15-6 0,4 1 1,-2-6-1,0 0 0,0 0 0</inkml:trace>
  <inkml:trace contextRef="#ctx0" brushRef="#br0" timeOffset="205685">11704 18151 24575,'-20'-38'0,"1"0"0,-12 4 0,31-17 0,0 51 0,-40 51 0,29 3 0,-12-9 0,5 2 0,36-1 0,5-2 0,-12 17 0,29-44 0,18-10 0,-13-5 0,-20-7 0,16-25 0,8-16 0,-16 4 0,-28-2 0,2-9 0,2-11 0,-4 18 0,-5 28 0,0-34 0,0 101 0,0 30 0,1-25 0,-2 5-1131,-4-11 0,-2 9 1,-2 5-1,-1 0 0,-1-5 1,2-10 1130,-6 9 0,-4-2-476,-2 6 0,-6 11 0,-3-7 0,1-24 476,-25-29 0,1-12 0,-11-5 0,12-8 0,27-7 0,2-4 0,-14 3 0,-6 0 0,10-3 0,9-14 0,17 6 0,30 23-651,-25-31 0,47 23 0,17 5 0,-7-6 0,0 0 0</inkml:trace>
  <inkml:trace contextRef="#ctx0" brushRef="#br0" timeOffset="206384">12372 17414 24575,'-23'-29'0,"0"-1"0,-3-26 0,26 30 0,34 46 0,9 12 0,-5-14 0,10 18 0,-4 20 0,-26-7 0,-8 10 0,-5 6 0,-2 2-1639,-3-10 1,-3 4-1,-2 1 1,-1 2 0,1-2-1,1-2 1341,3 3 0,2-1 0,1-1 0,-3 0 0,-2-1 854,-3 6 0,-2 2 0,-1-1 0,-5-7 0,-6-13-556,-28-3 0,4-12 577,26 7-577,-21-5 0,7-17 0,52-73 0,-15 22 0,12-5 0,7 7 0,12 27 0,23-16 0</inkml:trace>
  <inkml:trace contextRef="#ctx0" brushRef="#br0" timeOffset="207390">12763 17138 24575,'-59'0'0,"24"-21"0,35 16 0,56-15 0,-20 28 0,2 4 0,6-9 0,4-1 0,-2 3 0,3 1 0,-3 4-3392,8 16 0,-3-1 3392,4-21 0,-5 5 0,-14 26 0,-21 1 0,-45-10 0,13 9 0,2 11 0,-2 1-1513,-6-1 1,-3-1 0,3 2 1512,5 1 0,2 0 0,2 2 0,0 7 0,4 2 0,3-6 0,6-9 0,2 2 0,-1 2 0,0 7 0,0 4 0,0-4 0,0 9 0,0-2 0,0-1 1512,0-1 0,0 0 1,0-1-1513,0-1 0,0-1 0,0-13 0,0-11 0,0 18 0,0-30 6784,0-16-6784,0 15 0,0 1 0,0-16 0,0 15 0,0-20 0,0 0 0,-21 21 0,16 15 0,-26-11 0,-9-2 0,-14 13 0,14-23 0,3-6 0</inkml:trace>
  <inkml:trace contextRef="#ctx0" brushRef="#br0" timeOffset="207390">12653 19049 24575,'3'-20'0,"-11"-5"0</inkml:trace>
  <inkml:trace contextRef="#ctx0" brushRef="#br0" timeOffset="211258">14722 14604 24575,'-39'-21'0,"9"16"0,30-15 0,0 20 0,0 0 0,30-31 0,-22 23 0,43-22 0,-46 30 0,27 0 0,24 0 0,7 0 0,-9 0 0,5 1 0,0-2-1696,-6-3 0,8-2 0,-2 0 0,-10 1 1696,-4 5 0,-13-5 0,-11-15 0,-21 20 0,-21 0 0,-4 51 0,-21-38 0,6 27 0,3 12 0,9-11 0,2 0 0,-4 2 0,4 3 0,11 2 0,9 4 0,9 4 0,5 6 0,2-1 0,-2-4 0,1-2 0,-1 2-373,0 7 0,-1 1 0,4-2 373,8-3 0,2-2 0,-10-7 0,-21-6 0,-3-5 0,16 24-1389,-44-38 1,-21-8-1,6-11 1389,21-20 0,-2-5-697,-16 10 1,-13 2-1,-1 1 1,13-4 696,12-8 0,4-2 227,-24-1 0,4-1-227,7-15 3011,66 8-3011,21-3 0,12 28 0,9 6 0,-10-3 0,0 0 0,0 0 0</inkml:trace>
  <inkml:trace contextRef="#ctx0" brushRef="#br0" timeOffset="211561">15252 15249 24575,'-41'-21'0,"1"-1"0,0 1 0,-1-11 0,3 13 0,2 41 0,0 7 0,-25-16 0,30 15 0,0 10 0,-2-12 0,-20-23 0,14-16 0,41-23 0,15-19 0,0 0 0</inkml:trace>
  <inkml:trace contextRef="#ctx0" brushRef="#br0" timeOffset="212496">16081 15088 8191,'-46'0'0,"-10"-31"5063,27 23-5063,66 6 0,19 4 0,-5 6-180,-9-2 0,15 1 1,5 0-1,-2 0 1,-10-3-1,5-3 1,-2-2-1,-2 1 1,1 0-1,0 0 1,0 0-1</inkml:trace>
  <inkml:trace contextRef="#ctx0" brushRef="#br0" timeOffset="212835">17049 14926 8191,'-59'-20'0,"23"15"5063,36-16-5063,36 62 0,-8-10 2818,3 15-2818,-26 9 0,-8 14 0,1-9 0,2-24 0,0 0 429,0 12 1,0 10 0,0 1 0,0-12-430,0-7 0,0-8 0,0 17 0,0-19 0,0-30 0,20-51 0,-7 19 0,0 0 0</inkml:trace>
  <inkml:trace contextRef="#ctx0" brushRef="#br0" timeOffset="213373">17417 15134 24575,'-59'-26'0,"23"6"0,36 40 0,6 6 0,19 20 0,1 5 0,-19 8 0,25-15 0,8-11 0,1-33 0,-4-41 0,-5-16 0,-12 11 0,-4-2 0,5-3 0,-1-3 0,-11 3 0,-3-2 0,5 13 0,14 17 0,-10-36 0,-9 6 0,-6 48 0,30 5 0,-22 56 0,23-2-1349,-19 1 0,-4-3 1349,-3-19 0,4 27 0,3 3-297,8-4 297,-17-18 0,-1 0 0,19 21 0,10-57 0,-24-5 0,24-5 0,-31-36 0,21 15 0,4-20 0</inkml:trace>
  <inkml:trace contextRef="#ctx0" brushRef="#br0" timeOffset="213703">18200 14397 24575,'-12'-53'0,"-1"1"0,-8-10 0,21 21 0,0 41 0,41 72 0,-30-34 0,3 4 0,6 14 0,1 6 0,-5-2 0,-6 0 0,-5 0 0,1 1 0,1-1-504,6 1 0,3-1 0,-1 0 0,-2 0 504,-7-3 0,-2 2 0,1-4 0,5-9-297,15-1 1,2-13 296,1-6 0,8-6 0,-36-61 0,-26-10 0</inkml:trace>
  <inkml:trace contextRef="#ctx0" brushRef="#br0" timeOffset="214002">18154 14926 8191,'-38'-10'0,"0"0"0,-16-26 2459,8 22 1,5 0-2460,13-17 0,-3 31-1043,80 0 1,25 0 1042,-23 0-171,-8-2 0,15-3 1,5 0-1,-3 0 1,-13 2 170,-7 1 0,-3-1 1003,20-10 0,9-3 1,-10 4-1004,-19 9 0,-5 1 0,30-19 0,-16 21 18,-26 0 0,-40 41 0,-6 10 0</inkml:trace>
  <inkml:trace contextRef="#ctx0" brushRef="#br0" timeOffset="214348">18938 15019 24575,'-52'0'0,"28"22"0,8 7 0,16 4-4916,7 11 1,6-1 3425,13-15 4308,-1-28-2818,3-18 0,-5-12 0,-17-25 0,-4-3 0,14 19 0,-1-1 859,-14-24 1,-2 0-860,11 20 0,0 3 0,-5-23 0,16 13 0,20 82 969,-12-18 0,3 2 0,19 12 0,3 2 0,4-6 1,-1 0-1</inkml:trace>
  <inkml:trace contextRef="#ctx0" brushRef="#br0" timeOffset="214751">19583 14765 24575,'-32'-32'0,"0"0"0,5 2 0,3 9 0,3 21 0,-5 31 0,1 17 0,4-7 0,19 4 0,4 2 0,-2 7 0,0 8 0,17-14 0,7-4 0,17-11 0,-9-2 0,5-6 0,17-18 0,0-14 0,5-18 0,-24-22 0,0-18 0,-8 8 0,-10 19 0,-8-1-1696,-7-12 0,-5-13 0,-4 3 0,-6 17 1696,-28 6 0,19-17 0,-4 7-126,-11 42 0,2 4 126,4-28 0,-15 30 0,-5 30 0,13 6 0,-3 8 0,1-4 0,-1 0 0,1 0 0</inkml:trace>
  <inkml:trace contextRef="#ctx0" brushRef="#br0" timeOffset="215026">17463 14397 23137,'-64'0'0,"0"0"0,69-21 0,-43-15 0,96 7 0,-1-1 0</inkml:trace>
  <inkml:trace contextRef="#ctx0" brushRef="#br0" timeOffset="216712">14929 17253 24575,'-59'0'0,"3"0"0,51 0 0,27-8 0,31-7 0,13-1 0,-8 4 0,-3 6 0,-1 4 0,4-3 0,-6-4 0,8-3 0,0-1 0,-9 2 0,-16 5 0,-9 6 0,-26 40 0,-18 12 0,-20-16 0,-1 2 0,26 8 0,8 7 0,3 4 0,-1-2 0,1 2 0,2 2 0,5-2 0,4-6 0,5-1 0,1 0 0,-2 4-1357,-6 1 0,-1 5 0,-2 1 1,3-4-1,2-6 1357,8-2 0,4-6 0,-3 1-1513,-1 9 1,-3 0 0,-4-16 1512,-4-24 0,-6 38 0,-57-72 0,24 16 0,-21-6 0,-5 2 0,26 8 0,0 2 2268,-13 1 1,-3-4-2269,-8-13 0,7-1 0,16 8 3392,-5-9 0,7 4-3392,26 13 0,-14 0 0,40 0 0,6-17 0,5-7 0,11-2 0,0 1 0</inkml:trace>
  <inkml:trace contextRef="#ctx0" brushRef="#br0" timeOffset="217075">15344 17990 24575,'-44'-21'0,"1"-1"0,-1 1 0,2-8 0,2 7 0,2 19 0,5 6 0,4-3 0,-27 0 0,6 14 0,3 3 0,8-10 0,-1 6 0,9 5 0,31 2 0,41-14 0,10 14 0</inkml:trace>
  <inkml:trace contextRef="#ctx0" brushRef="#br0" timeOffset="217659">16035 18036 24575,'-45'0'0,"0"0"0,70 1 0,22-2 0,6-4 0,9-4 0,2 3 0,-10 3 0,2 3 0,0 0 0,-2-2 0,11-5 0,0 0 0,0 0 0</inkml:trace>
  <inkml:trace contextRef="#ctx0" brushRef="#br0" timeOffset="218503">17417 17783 24575,'-29'-28'0,"-1"-1"0,-6 1 0,16-2 0,17 80 0,6 22 0,-3-20 0,3-5 0,3 13 0,1 2 0,-3-11-2472,-1-13 0,0-2 2472,7 25 0,0-2 0,-10-2 0,31-11 0,-18-71 0,2-17 0,13-5 0,0-1 0</inkml:trace>
  <inkml:trace contextRef="#ctx0" brushRef="#br0" timeOffset="218939">17717 17990 24575,'0'-64'0,"-21"13"0,16 51 0,16 29 0,9 14 0,-15-9 0,3 1 0,26 16 0,3 3 0,-23 3 0,-2-7 0,13-17 0,13-10 0,-4-15 0,-21-44 0,23 13 0,0-2 0,-31-32 0,15 5 0,9-10 0,-7 7-2064,-15 17 1,-1 0 2063,9-11 0,4-5 0,-2 8-5417,4-5 5417,-16 43-65,15 29 65,-20 12 0,-1 17 0,2 8 0,9-5 0,1-2 0,-10-5 0,3-2 1372,19 6 0,5-3-1372,-4-5 0,1-7 0,16-2 0,-5-26 0,0-14 0,-17-25 0,0 0 0</inkml:trace>
  <inkml:trace contextRef="#ctx0" brushRef="#br0" timeOffset="219236">18730 16977 20180,'-12'-52'0,"-1"1"0,-8-3 1124,21 54-1124,21 54 0,-19-14 0,-2 7 0,3-1-36,8-4 0,4-1 1,0 7 35,-4 6 0,0 10 0,-1 3 0,2-3 0,0-9-1453,6-3 0,0-7 0,0 4 1453,-3 8 0,-2 6 0,1 0 0,0-5 0,5-3 0,0-4 0,-6-9 0,-5 9 0,7 11 0,1-1 0</inkml:trace>
  <inkml:trace contextRef="#ctx0" brushRef="#br0" timeOffset="219475">18638 17783 23390,'-57'-26'0,"-1"1"0,-6 12 292,30-12 0,17-1-292,68 1 0,21 9 0,-21 5 0,-9 0 0,14-5 0,5-2 0,0 3 0,-10 4 0,14 4 0,-2 6 0,-13-2 0,5 0 0,-2 3 0,-9 6 0,3 14 0,-12 9 0,-14 12 0,-1 0 0</inkml:trace>
  <inkml:trace contextRef="#ctx0" brushRef="#br0" timeOffset="219979">19468 18036 24575,'48'-38'0,"1"-1"0,-1 1 0,1 0 0,-5 13 0,-1 0 0,1 0 0,-1 0 0</inkml:trace>
  <inkml:trace contextRef="#ctx0" brushRef="#br0" timeOffset="220219">20205 17668 24575,'-6'55'0,"1"1"0,-1 0 0,1 0 0,-1 0 0,1 0 0,-3 22 0,18-31-3277,33-56 0,18-30 0,-6-7 2780,-13-3 1,-6-7-1,-12-3 497,-13-9 0,-12-3 0,-9 18 2818,-21 17-2818,-9 16 0,-12 3 0,4 13 0,-1 34 0,3 7 0,-6-31 0,14 5 0,55 38 0,0 0 0</inkml:trace>
  <inkml:trace contextRef="#ctx0" brushRef="#br0" timeOffset="221191">19583 18036 24575,'-13'55'0,"0"0"0,20 1 0,7-2 0,-1-8 0,4-5 0,6-2 0,0-16 0,-2-44 0,-21-25 0,-1-5 0,-1-12 0,5 3 0,6 16 0,3 3 0,-2-2-876,-9-11 1,-2-2 0,8 10 875,17 14 0,4 13-1211,-3 19 1211,1 0 0,-6 0 0,11 20 0,-3 37 0,0-15 0,0 0 0</inkml:trace>
  <inkml:trace contextRef="#ctx0" brushRef="#br0" timeOffset="222141">20366 17875 8191,'-20'-46'0,"14"20"5063,-34 6-5063,4 20 0,8 0 2818,-24 20-2818,37 14 0,5 9 573,0-2 0,2 3 0,0 2-573,0 2 0,1 2 0,2-3 3392,1 8 0,8-5-3392,15 3 0,3-13 0,-12-30 0,28-2 0,19-6 0,-9-12 0,-13-38 0,-3-7 0,27 26 0,-6-6 0,-33-25 0,-14-15 0,-11 16 0,-21 13 0,18-10 0,-9 4 0,-42 34 0,-5 16 0,18 2 0,-20 0 0,4 0 0,36 0-2348,-15 20 2348,36-15 0,-15 47 0,61-24 0,-16 0 0,1 0 0</inkml:trace>
  <inkml:trace contextRef="#ctx0" brushRef="#br0" timeOffset="222943">17348 17460 24575,'-23'-28'0,"0"0"0,-3 0-2458,6-23 0,61 45 1,10-14-1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0:53:00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899 1013 24575,'0'-55'0,"0"0"0,0 7 0,-21 7 0,16 69 0,-6 23 0,1 5-4480,10 3 4480,0-5 0,0 0 0,0-6 0,0-11 0,0 3 0,0-1 0,0 4 0,0 4 0,0 5 0,0-5 0,0-10 0,0 0 0,0 11 0,0 5 0,0-11 0,0-8 0,0 5 0,0-2 693,0-11-693,0 25 0,0-43 0,0 23 0,0-31 0,0 0 0,0-31 3395,0 23-3395,0-43 0,0 25 0,0 1 0,0 4 392,0 1-392,0 15 0,0-16 0</inkml:trace>
  <inkml:trace contextRef="#ctx0" brushRef="#br0" timeOffset="918">1267 1543 24575,'32'-29'0,"0"-1"0,19-6 0,-51 16 0,0 20 0,0 0 0,0-21 0,0 16 0,0-15 0,0 20 0,-30 0 0,1 20 0,-6-15 0,14 16 0,1-21 0,-6 20 0,0-15 0,6 16 0,20 10 0,-24-7 0,-3 0 0,14 17-525,-14-20 0,3-1 525,24 11-51,-21 18 51,16-9 0,-20-5 0,-1-8 0,18-22 0,-22 46 0,30-43 0,29 18 0,13-1 0,7-20 523,-10-2 1,1-6-524,-1-12 0,-6-6 0,-2-7-1286,7-10 0,0 5 1286,-9 22 0,0-34 0,-7-2 0,-17 34 0,6-24 0,-2 3 0,-9 29 0,0-36 0,0 36 2626,0-16-2626,-20 42 0,15 4 0,-16 31 0,21-27 0,0 22-6784,0-5 6784,0-15 0,0 9 0,0-9 0,21-23 0,-16 43 0,36-46 0,-5 16 0,-8-42 0,3-15 0,-31-23 0</inkml:trace>
  <inkml:trace contextRef="#ctx0" brushRef="#br0" timeOffset="1350">1751 898 24575,'-26'-56'0,"-25"28"0,43-3 0,-22 31 0,60 31 0,-22-24 0,15 37 0,5 15 0,-5-15 0,0 1-1616,8 10 0,0 0 1616,-6-7 0,-2 2 0,-3-3 0,-2 4 0,-4-1 0,-10 10 0,-3 3 0,5-5 0,2 5 0,-2-2 0,-4-7 0,-3 0 0,0-9 0,1 14 0,-6-11 0,-8-4 0,-22-8 0,-13-8-446,13 3 446,-4-31 0,34 0 0,-14 0 787,20 0 0,-21-31 0,-4-7 0</inkml:trace>
  <inkml:trace contextRef="#ctx0" brushRef="#br0" timeOffset="7417">3433 944 24575,'-26'39'0,"6"-9"0,20-30 0,0 0 0,20 0 0,-15 0 0,46-30 0,-2 22 0,-20-8 0,4 1 0,15 13 0,1 4 0,5-2-304,-1 0 0,1 0 304,0 0 0,-10 15 0,-1 1 0,6-8 0,-14 22 0,-14-30 0,-1 0 0,-15 0 608,16 0-608,-21 0 0,0 0 0,0-30 0,0 22 0,0-23 0,0 31 0,0 0 0,-21 0 0,16 0 0,-15 31 0,20-23 0,0 22 0,0-30 0,0 21 0,-21 4 0,16 32 0,-15-9-2056,18 5 1,4 2 2055,-2 4 0,0-11 0,0 1 0,0 7 0,0-22 0,0 1-1073,0 1 0,0 0 1073,0 0 0,0-3 0,0 3 0,0 25 0,0-20 0,0 8 0,0 2 0,0-46 3572,0 16-3572,0-21 0,0 0 0,-31 0 2685,23 0-2685,-22 0 0,30 0 0,0 0 0,0-21-6784,-21 16 6784,16-15 0,-15 20 0,20 0 0,-21 0 0,16 0 0,-46 0 0,23 0 0,-29 0 0,32 0 0,-27 20 6784,4-15-6784,2 16 0,0-1 0,-8-15 0,14 2 0,8 7 0,27 16 0,-15-22 0,20 23 0,-21-31 0,16-31 0,-15 23 0,20-22 0,20 30 0,-15 0 0,36-21 0,-5-4 0,-7 2 0,1 0 0</inkml:trace>
  <inkml:trace contextRef="#ctx0" brushRef="#br0" timeOffset="8042">3963 1704 24575,'0'-38'0,"0"7"0,0 31 0,0 0 0,-21 0 0,16 0 0,-15 0 0,20 0 0,-21 0 0,-15 0 0,8 0 0,-23 0 0,25 0 0,-30 0-529,7 31 529,-7-23 0,16 18 0,3-1 0,4-20 0,-18 15 0,51-20 0,0 21 0,0-16 0,30 15 0,15-34 0,10-13 0,-6 10 0,0 0 0,-1 0 0</inkml:trace>
  <inkml:trace contextRef="#ctx0" brushRef="#br0" timeOffset="8800">4562 1635 24575,'25'-51'0,"-25"10"0,-5 41 0,-15 0 0,-11 0 0,23 0 0,-22 0 0,30 0 0,0 0 0,30 0 0,-22 0 0,43 21 0,-25 4 0,-1 1 0,-4-6 0,-1-20 0,-13 42 0,-9 8 0,2-27 0,3 41 0,-11-5 0,-33-51 0,16 23 0,-1-31 0,6 0 0,-11 0 0,-18 0 0,8 0 0,0 0 0,41 0 0,0 0 0,0-31 0,41 23 0,-30-23 0,38 27 0,14 8 0,-18-4 0,0 0 0</inkml:trace>
  <inkml:trace contextRef="#ctx0" brushRef="#br0" timeOffset="9233">5138 1474 24575,'0'-26'0,"0"-15"0,0 36 0,-21-15 0,16 20 0,-15 0 0,-11 0 0,23 20 0,-43-15 0,25 36 0,-1-22 0,-2-2 0,1 11-3392,12 10 0,1-4 3392,-5-24 0,15 31 0,-16-10 0,1-3 0,17 10 0,0 1 0,-17-8 0,18 3 0,4 3 0,-2 12 0,0-13 0,0-1 0,0 14 0,20-18 0,-14-31-4537,35 20 4537,-36-15 0,15 16 0,11-42 0,17 16 0,-13-30 0,2-1 2268,-1 30 1,-3-1-2269,-13-30 0,-4 2 0,5 30 0,-21-15 0,0 20 0</inkml:trace>
  <inkml:trace contextRef="#ctx0" brushRef="#br0" timeOffset="10433">6290 1013 24575,'-41'-45'0,"0"1"0,16 3 0,1 10 0,-27 31 0,25-31 0,1 24 0,-16-24 0,36 31 0,-16 0 0,21 0 0,0 0 0,-31 0 0,24 31 0,-24-24 0,29 26 0,4 6 0,-23 2 0,19-7 0,-1 1-594,-17 21 594,20 1 0,1-24 0,-2 3-915,-9 9 0,-1 2 915,10 0 0,-3 1 0,-21 7 0,-1 2 0,22 5 0,0 2 0,-11-17 0,-6 0 0,6-1 0,11 9 0,3 0 0,-6-5 0,-1 2 0,3-5 0,4-6 0,2-3 0,0 3 0,-2 0 0,-9 0 0,-1-10 0,6-24 539,-16 24-539,21-31 1885,0 0-1885,21-31 0,-16 24 0,13-19 0,5 1 0,13 19 0,13-14 0,7 20 0,0-20 0,-28 14 0,24-14 0,-27 20 0,1 0 0,15 20 0,-6-14 0,-6 14 0,1-20 0,-9 20 0,4 6 0</inkml:trace>
  <inkml:trace contextRef="#ctx0" brushRef="#br0" timeOffset="11133">6819 1313 24575,'39'-46'0,"12"20"0,-46-15 0,16 36 0,-21-46 0,0 43 0,0-23 0,0 31 0,0 0 0,0 31 0,-21-3 0,16 29 0,-15-11 0,4-10 0,1 4 0,1 3 0,0-1 0,-4-10 0,0 0 0,-5 15 0,5-2 0,13-4 0,-20 3 0,-1 2 0,18 15 0,-16-22 0,-3-1 0,1 10 0,0-12 0,6-15 0,20-21 0,0 0 0,20 0 0,-14 0 0,14 0 0,1-21 0,6 4 0,2-2 0,4-9 0,6 9 0,-6 7 0,-28 12 0,46 0 0,-43 0 0,43 0 0,-46 0 0,36 0 0,-36 0 0,36 31 0,-36-23 0,16 43 0,-21-25 0,0 20 0</inkml:trace>
  <inkml:trace contextRef="#ctx0" brushRef="#br0" timeOffset="11618">7718 1105 24575,'0'-46'0,"-21"21"0,16 4 0,-15 21 0,-1 21 0,5 15 0,-3 4-3392,-15-11 0,-2 1 3392,14 11 0,3 6 0,-1-7 0,-5-12 0,4-2 0,9 10 0,3 5 0,-1 0 0,-2 4 0,4-3 0,4 1 0,0 1-1513,-7 0 1,-3 2 0,8-3 1512,19-3 0,5-3-535,-5-1 0,2-3 535,21 8 0,-16-2 0,1-7 0,5-24 3258,30 23-3258,-7-31 0,-14-31 0,-14-7 0</inkml:trace>
  <inkml:trace contextRef="#ctx0" brushRef="#br0" timeOffset="12034">7833 1543 24575,'0'-64'0,"0"13"0,0 51 0,0 0 0,21 0 0,14 0 0,14 20 0,-13-15 0,-12 37 0,-7 9 0,-12-3 0,6 3 0,-2-2 0,-9-13 0,-20 5 0,-6-16 0,-11-11 0,-2-2 0,5 8 0,-4-21 0,5 2 0,28 30 0,-16-23 0,21 23 0,0-31 0,41 0 0,-3-13 0,6-5 0,-1 5 0,1 0 0,-1 0 0</inkml:trace>
  <inkml:trace contextRef="#ctx0" brushRef="#br0" timeOffset="12350">8202 1635 24575,'25'-41'0,"-4"31"0,-21-31 0,0 41 0,0 0 0,0-31 0,0 24 0,0-24 0,0 31 0,-21 0 0,16 0 0,-36 0 0,36 31 0,-15-24 0,-8 24 0,4 10 0,12 20 0,-24-35 0,0 2 0,32 22 0,3-8 0,-20-31 0,18 25 0,6-1 0,-3-27 0,0 43 0,21-46-6784,4 16 6784,32-21 0,-9 0 0,9-21 0,-32 16 0,1-18 0,0-5 0,12-11 0</inkml:trace>
  <inkml:trace contextRef="#ctx0" brushRef="#br0" timeOffset="12750">8478 1059 24575,'11'56'0,"0"-1"0,0 1 0,0 0 0,0-1 0,0 1 0,0-1 0,6 2 0,1-6 0,-1-1 0,-8 2 0,-8 11 0,-7 4 0,-3-6 0,3-16 0,1-12 0,-16 11 0,1-1 0,15-15 0,-30 1 0,-2-7 0,24-17 0,-38 16 0,31-21 0,14-21 0,-14-4 0</inkml:trace>
  <inkml:trace contextRef="#ctx0" brushRef="#br0" timeOffset="14059">8847 944 24575,'-39'-25'0,"9"-16"0,60 35 0,-22-45 0,43 44 0,-13-9 0,1 1 0,20 15 0,-20 0 0,-1 0 0,3 0 0,-5 31 0,-8-24 0,2 24 0,-30-11 0,0-14 0,-30 35 0,2-6 0,-8-6 0,15 22 0,1-26 0,2 13 0,0 1 0,-10-6 0,3 9 0,-2 11 0,7-4 0,14-12 0,2 0-211,-9 3 0,-4 4 0,6-3 211,9-1 0,4-3-2191,-2 3 1,0-3 2190,0-4-237,0 12 1,0 2 236,0 15 0,0-10 0,0 1 0,0 11 0,0-28 0,0-1-37,0 11 37,0 16 0,0-14 477,0-17-477,0-31 4372,0 0-4372,0 21 624,0-16-624,0 15 51,-21-20-51,16 0 0,-15 21 0,20-16 0,0 15 0,-31-20 0,3 0 0,-15-9 0,-1-2 0,11 6 0,-4-6 0,2 1 0,9 10 0,1 0 0,4 0 0,21 0 0,0 0 0,92-20 0,-34 7 0,0 0 0</inkml:trace>
  <inkml:trace contextRef="#ctx0" brushRef="#br0" timeOffset="20484">1014 3547 24575,'25'-56'0,"-25"28"0,-36 69 0,8 7-2746,10 10 0,6 4 2746,10-15 0,4-1 0,-2 0 0,0 2 84,1 9 1,-2-1-85,-9-10 0,-1 3 0,8 3 0,3 6 0,-2-5-481,-9 2 0,2-2 481,7-5 0,3 3 0,0-7 0,-1-7 0,0-5-4702,0 25 4702,0-32 1603,0-4-1603,0-21 801,0 0-801,0-21 1799,0 16-1799,0-15 6784,0 20-6784,0 0 0,0-21 0,0 16 0,0-15 0,0 20 0,0 0 0,20 0 0,6 0 0</inkml:trace>
  <inkml:trace contextRef="#ctx0" brushRef="#br0" timeOffset="20951">1060 4284 24575,'0'-64'0,"0"13"0,0 31 0,0 14 0,20-14 0,16 20 0,-8 0-8503,3 0 8503,-11 20 481,-14-14-481,14 14 0,1 11 0,-16-3 0,15 28 0,-20 1 0,0-9 0,-20 8 0,15-30 0,-16 11 0,1-2 0,14-22 0,-16 14 0,-7-3 0,1-24 0,-15 0 0,-1 0 0,11 0 0,-7 0 0,8 0 6171,27 0-6171,-15 0 1851,20 0-1851,0 0 0,71-51 0,-26 19 0,0 0 0</inkml:trace>
  <inkml:trace contextRef="#ctx0" brushRef="#br0" timeOffset="21651">1474 3501 24575,'43'10'0,"-1"0"0,5 2 0,-7 2 0,-12 12 0,0 15 0,-5 10 0,-18 2 0,-5 4-1081,7-11 0,1 3 1,-2 2 1080,-4-3 0,-2 3 0,-1 0 0,0-4 0,4 17 0,-6-3 0,-11-12 0,-5 1 0,1-3 0,4 14 0,-6-9 0,-16-24 0,-4-2 0,1 23 0,1-6-245,-16-33 245,24 12 0,4-3 0,5-19 0,-9 0 0,22 0 0,-23 0 0,31 0 586,0 0 0,31 31 0,7 7 0</inkml:trace>
  <inkml:trace contextRef="#ctx0" brushRef="#br0" timeOffset="61050">3179 3547 24575,'0'-64'0,"0"13"0,0 51 0,0-21 0,0 16 0,0-15 0,0-1 0,0 16 0,0-15 0,0 20 0,-20 0 0,15 0 0,-16 0 0,21 0 0,0 0 0,0 20 0,0 6 0,0 30 0,10-23 0,1 3 0,-9 20 0,1 1-973,6-19 1,2 3 972,-3 13 0,-2 8 0,1 1 0,-1-11 0,0 2 0,1-1 0,-1-2 0,2 4 0,0-3 0,2 5-877,0-6 1,1 7 0,1-1 0,-1-4 0,-4-11 876,1 22 0,2-11 0,2 9 0,-3-8-290,-9-19 0,0-1 290,9 28 0,2-4 0,-6-17-52,6-1 1,-1-8 51,-10-24 1413,0 22-1413,0-30 4607,0 0-4607,0-30 834,0 22-834,0-27 0,0-2 0,0 27 0,9-33 0,2-6 155,-6 16-155,3-20 0,5-2-2137,17 1 2137,-26 17 0,0-2 0,19-9 0,5-2 0,-5-2 0,0-6 0,-4 10 0,2-7 0,0-1 0,0 3-2026,4-7 1,-1 2 0,2 2 2025,2 2 0,2 1 0,-1-1 0,-5-3 0,-2 0 0,1 2-1355,1 9 1,1 1-1,-3 0 1355,-3-3 0,-3-2 0,-2 2 0,5-17 0,-7 10 0,-12 19 956,0 16-956,-31 40 0,23 16 0,-16-3 0,-3 3 2036,15 0 0,-1 0-2036,-15-1 0,-1-1 0,1 22 0,-3 0 0,31 3 0</inkml:trace>
  <inkml:trace contextRef="#ctx0" brushRef="#br0" timeOffset="61452">3179 4284 24575,'-25'26'0,"4"-6"0,21-20 0,92-20 0,-48 15 0,-1-7 0,10-5 0,-1 5-1516,13 8 1,-4 3 1515,-13-10 0,-1 1 0,11 5 0,-19 10 0,-70 36 0,-1-15 0,0-1 0</inkml:trace>
  <inkml:trace contextRef="#ctx0" brushRef="#br0" timeOffset="62118">4170 4492 24575,'-26'-58'0,"1"0"0,35 4 0,10 16 0,-2 38 0,37 6 0,3 9 0,-17 21 0,-8-13 0,3 2-2026,10 1 0,-5 4 2026,-23 9 0,-3-1-482,14-12 0,-6 2 482,-32 25 0,-13 1 0,-6 0 0,2-15 0,-5-1 0,-6-7 0,-2-6 0,-15 3 0,0-11 0,0-3 0,1 7-2561,12-20 0,5 3 2561,10 16 0,6-20 0,-11 0 0,23-20 1859,-22 15-1859,30-16 1495,0 21-1495,51 0 0,-18 0 0,5-7 0,14-6 0,4-3 0,-2 1 0,-4-1 0,0 0 0,0 0 0,-1 0 0</inkml:trace>
  <inkml:trace contextRef="#ctx0" brushRef="#br0" timeOffset="62400">4976 4399 24575,'-12'-44'0,"-1"-1"0,-11-13 0,-3 13 0,-2 38 0,-27-24 0,18 42 0,-1 9 0,-14 8 0,11 12 0,7 7-1515,21-11 0,2 2 1515,-14 16 0,1 5 0,10 4 0,2-1 0,-5-16 0,0-2 0,3 6 0,9-3 0,27 9 0,-16-28 245,17-1 0,7-2-245,20 0 0,-4-11 0,2-2-375,-10 0 1,0-4 374,2-5 0,-1-6 0,18-17 0,-7 15 0,-20-14 0,-2-3 0,19-4 0</inkml:trace>
  <inkml:trace contextRef="#ctx0" brushRef="#br0" timeOffset="63900">6773 3593 24575,'26'-20'0,"-6"15"0,-23-30 0,-14-2 0,-9 24 0,-11-24 0,-2 2 0,5 30 0,-17-15 0,31 20 0,-6 0 0,-30 0 0,28 0 0,-24 0 0,27 0 0,-1 0 0,-25 0 0,43 20 0,-22-15 0,9 16 0,16-21 0,-16 0 0,21 0 0,0 0 0,0 31 0,0-24 0,0 44 0,0-45 0,0 14 0,0 1-6784,0 14 6784,0 0 0,0-1 0,0 7-475,0 5 1,0 1 474,0 6 0,0 1 0,0 5 0,0 5 0,0-3-1413,0-16 1,0 0 1412,0 4 0,0 5 0,0-9 0,0 14 0,0 4 0,0 2-1643,0-27 0,0-2 1643,0 11 0,0-1 0,2-12 0,-4 1 973,-7 9 0,-2-1-973,6 10-1208,-20 1 0,-1 0 1208,18 0 0,-16-6 0,-3 1 878,13-17 0,2-3-878,-13 20 3924,4-18-3924,21-31 1850,0 0-1850,72 0 0,-54 0 3392,30 0 0,-4 0-3392,-39 0 0,15 0 0,1 0 0,14-15 0,7-1-1670,-8 12 1,1 0 1669,5-12 0,-1 2 0,12 14-266,-25 0 266,12 0 0,1 0 0,-6 0 0,18 0 0,-51 0 0,-30 0 0,-9 0 0</inkml:trace>
  <inkml:trace contextRef="#ctx0" brushRef="#br0" timeOffset="71968">7718 4031 24575,'45'-19'0,"0"-1"0,26-10 0,-71 30 0,0 0 0,0-21 0,0 16 0,0-15 0,0 20 0,0 0 0,0-21 0,0 16 0,0-15 0,0 20 0,0 0 0,-20 0 0,-6 0 0,1 0 0,-27 0 0,24 0 0,-8 0 0,-5 0 0,6 0-1035,6 20 1035,-22-15 0,26 16 0,-22-1 0,22-15-3221,-1 20 1,1 1 3220,-3-18-862,-8 43 862,1-28 0,-2 0 0,9 7 0,2 2 0,-4 2 0,-1 1 0,-9 10 0,8-3 0,24-9 0,-27 11 0,-1 4 0,26 14 0,-10-36 0,-1 2 0,7 17 0,7 2 0,2 14 0,-6-25 0,2 2 323,7 8 0,4-5-323,-2-13 0,7 11 0,6-6 0,13-23 0,-6 26 0,6 0-2118,11-30 0,2-4 2118,15 28 1856,0-17 0,0-5-1856,0-3 0,-9 6 0,-3-1 871,-14-10-871,23 0 0,-5-21 0,-15 16 0,5-18 0,-1-5 0,4-11 0</inkml:trace>
  <inkml:trace contextRef="#ctx0" brushRef="#br0" timeOffset="72618">8616 3916 24575,'0'-57'0,"0"29"0,0-23 0,0 46 0,-20-16 0,15 21 0,-16 0 0,1 0 0,15 0 0,-16 0 0,21 0 0,-20 0 0,15 21 0,-47 15 0,24-8 0,0 10 0,0-4 0,2-24 0,1 24 0,-1 3 0,-2-8 0,11-2 0,-2 2 0,-22 17 0,36 10 0,-46-28-856,36 25 0,2-3 856,-23-32 0,18 21 0,4 16 0,5-6 0,4 10 0,-2-17 0,-1 5 0,2-3 0,6-6 0,0-2 0,0 18 0,0 0 0,-1-16 0,2-2-6217,20 25 6217,-22-23 0,7-4-784,39-9 1,2-1 783,-29 37 0,26-35 0,4-6 0,-12 1-633,13-21 633,7 0 236,0 0 0,-28-41 0,3-10 0</inkml:trace>
  <inkml:trace contextRef="#ctx0" brushRef="#br0" timeOffset="72985">8524 4699 24575,'-5'-46'0,"-10"20"-4916,54 10 1,14 12 3425,-15 24 2899,27-11 0,-2 8-1409,-44 21 0,-4 1 0,36-6 859,-44 2 1,-14 1-860,-44 0 0,17 13-1595,-8-19 1,-3-4 1594,-3 0 4515,-9-6-4515,11 11 0,21-23 0,4 22 0,21-9 0,0-16 651,21 16 0,30-39 0,15-16 1,-12 13-1,0 0 0,0-1 0</inkml:trace>
  <inkml:trace contextRef="#ctx0" brushRef="#br0" timeOffset="73385">9054 4699 24575,'-50'-3'0,"0"1"0,11 24 0,2 12 0,-2-1 0,0 6 0,6-1-497,10 6 0,5 2 497,-6 22 0,8-13 326,16-43-326,9 23 0,2 2 0,-6-11 0,30-13 0,2-1 0,-24 9 0,42-18 0,2-6-6453,-41 3 6453,31-9 0,-2-3-35,-38 7 35,20-15 0,-2-1 0,-20 16 84,15-15 0,-20-1 0,0-5 0</inkml:trace>
  <inkml:trace contextRef="#ctx0" brushRef="#br0" timeOffset="73861">9377 3754 24575,'0'-25'0,"40"59"0,12 24 0,-30-30 0,-1 3-1257,11 15 0,2 9 1,-2 5 1256,-14-12 0,-1 6 0,-3 1 0,-1-2 0,-4-7-1210,-1 10 0,-3 3 1210,3-10 0,5 10 0,0 4 0,-2 1 0,-4-5 0,-8-10 0,-12-4 0,-7-7 0,2 2 0,9 15 0,2 2 0,-10-8 0,-15-18 0,-8-7 0,4-2 672,9 1 1,1-5-673,-14-15 0,3-1 0,11 19 0,-25-21 0,43 0 0,-43 0 0,46 0 0,5 20 0,26 6 0</inkml:trace>
  <inkml:trace contextRef="#ctx0" brushRef="#br0" timeOffset="74626">10736 4492 24575,'-45'0'0,"0"0"0,6 0 0,7 0 0,11 0 0,16 0 0,-36 0 0,36 0 0,-15-21 0,20 16-6784,0-16 6784,-31 21 0,23 0 0,-23 0 0,31 0 0,31-20 0,-3 15 0,29-16 0,-9 20 0,1 2 0,-15-1 0,1 0 2008,16 0 0,-2 0-2008,7 0-5867,-10 0 5867,11 0-1166,-9 0 1166,9 21 0,-1-16 0,-8 36 0,-32 15 0,-19-14 0,1 1 0</inkml:trace>
  <inkml:trace contextRef="#ctx0" brushRef="#br0" timeOffset="74985">10529 4929 24575,'-13'-32'0,"0"0"0,-7-19 0,20 51 0,40 0 0,-1 0 0,4 0 0,1 0 0,2 0-2123,14 0 0,0 0 2123,-13 0 0,-2 0 0,3 0 0,-1 0 202,-1 0 0,0 0-202,0 0 0,-2 0 0,-4-3 0,-8 6 0,-14 17 0,-26 6 0</inkml:trace>
  <inkml:trace contextRef="#ctx0" brushRef="#br0" timeOffset="75536">11012 4238 24575,'-32'-15'0,"0"-1"0,-8 14 0,9-3 0,26-26 0,-16 31 0,62 0 0,21 0 0,-9 0-1864,-8 7 1,7 4-1,-5 2 1864,-10 1 0,0 0 0,26 3 0,-1 2 343,-23 1 1,-1 1-344,13-3 0,-5 0 0,-7 10 0,1-4 0,8 3 0,-13-7 0,-23-9 0,19 15 0,10 12 0,-10-10 0,-18-15 0,14 11 0,-3 3 0,-24-7 0,0-15 0,-12 28 0,-7 6 0,-9-6 0,2-3 0,-4-3 4207,-27-7-4207,33 6 0,0-1 697,-33-12-697,19 31 0,0 4 0,0-26 0,1-3 0,7 4 0,-1 3 0,-6-2 0,-3 1 0,4-3 0,-12 9-2578,7-7 1,2-2 2577,9-1 0,30-21 0,0 0 0,71-41 0,-26 15 0,0 1 0</inkml:trace>
  <inkml:trace contextRef="#ctx0" brushRef="#br0" timeOffset="76468">12856 4031 24575,'32'-42'0,"0"-1"0,-2-3 0,-9 5 0,-21 13 0,0-3 0,0 31 0,0 0 0,-51 31 0,38-3-716,-24 15 0,2 1 716,30-10 0,-14 0 0,-9 8 0,3-6 0,-8 10 0,0-3 0,-6 9 0,3-6 0,10-13 0,-1 3 0,-2 4 0,-6 8 0,-2 5 0,1 0 0,4-6 0,-3 5 0,4-3 0,-3 3-1262,5-9 0,-2 3 0,-1 0 0,3-2 0,4-5 1262,-7 15 0,8-8 0,3 5 0,42-46 0,13-4 0,8-2 0,12 1 0,3-5 0,-14-10 0,1-6 0,-1 6-157,16 11 1,-5 0 156,-19-12 0,-1 1 0,10 13 0,-1 4 0,11-2 0,-17 0 0,2 0 0,1 0 0,-3 0 5385,17 0-5385,2 0 0,-15 0 0,-36 0 0,16 0 0,-21 0 0</inkml:trace>
  <inkml:trace contextRef="#ctx0" brushRef="#br0" timeOffset="77012">13869 4031 24575,'26'-39'0,"-26"9"0,-36 30 0,8 0 0,-23 0 0,45 0 0,-34 0 0,14 30 0,0-1 0,6 6 0,5-4 0,-1 0 0,-12 10-1322,10 2 1,0 3 1321,-2-10 0,-1 0 0,2 8 0,2 2 0,3-1 0,0 2 0,-3 15 0,3 1 0,13-19 0,2 2 0,-3 8 0,-1 7 0,8-7 0,21-6 0,0-2 0,-21 18 0,2-2 0,27-19 0,4-9 0,-2-9 0,13-4 0,-12-36 0,2-11 0,-3 0 0,0 1 0</inkml:trace>
  <inkml:trace contextRef="#ctx0" brushRef="#br0" timeOffset="77351">13869 4699 24575,'55'-13'0,"0"0"0,14 11 0,-10 4 0,-25 3 0,-5 18 0,-7 6 0,-22-1 0,0 8 0,0 4 0,0-4 0,2-1 0,-4-1 0,-29 7 0,9-3 0,-5-4 0,-7-18 0,-3-4 0,1 6 0,3 0 0,-3 3 0,-5-21 0,36 0 0,-16 0 0,62-21 0,10 4 0,11-2 0,-6 0 0,0-1 0,1 0 0</inkml:trace>
  <inkml:trace contextRef="#ctx0" brushRef="#br0" timeOffset="77580">14560 4653 24575,'-50'15'0,"0"0"0,-1 1 0,10-9 0,3 4 0,-4 15 0,-2 10 0,12-1 0,12 21 0,17-20 0,6-3 0,17 8-4252,-10-2 1,6-6 4251,20-27 0,5-4 191,-5 25 0,2-3 0,3-30 0,5-14 0,0 0 0,-3 5 0,1 1 0,0-1 0</inkml:trace>
  <inkml:trace contextRef="#ctx0" brushRef="#br0" timeOffset="77918">14722 4238 24575,'0'-40'0,"0"1"0,0-2 0,0 0 0,20 20 0,-15 16 0,16 5 0,20 46 0,-31-15-1186,17 14 1,10 10 0,-9-12 1185,-15-17 0,3 13 0,5 16 0,0 2 0,-7-13 0,-9-1 0,1 13 0,3 14 0,-4-7 0,-3-15 0,-4-1 0,-3-1 0,-4 6 0,-2 0 0,-5-5 0,-9-2 0,-4-4 0,1-1 0,0 15 0,-3-5-2803,-15-8 0,0-13 2803,10-24 0,8 16 0,-2-21 0,9 0 0,36-51 0,-9-13 0</inkml:trace>
  <inkml:trace contextRef="#ctx0" brushRef="#br0" timeOffset="79167">15090 3754 24575,'0'-38'0,"0"0"0,0 4 0,0-17 0,21 31 0,35 15 0,-11-6 0,5 1-2757,9 7 0,0 6 2757,-12 7 0,0 1 111,20-12 0,-6 7-111,-31 18 0,-1 3 0,27-14 0,-4 2 0,-24 41 0,2-30 0,-30 15 0,-30-5 0,2 12 0,4 5 0,-3 12 0,1-4 0,4-17 0,1-4 0,2 4-524,5 4 1,2 5-1,0 0 1,2-4 523,-2-2 0,0-2 0,5-4 0,6-4 0,2 0-1008,-1 26 1,0 2 1007,-1-20 0,2 0 0,14 16 0,1 3-1480,-13-7 0,1-1 1480,12-9 0,-1 0-282,-13 9 0,-4 1 282,2-4 0,0-1 0,0-10 0,0 0 0,0 25 0,0-6 0,0-22 1208,0 32-1208,0-71 4341,0 0-4341,-31 0 5954,24 0-5954,-24 0 1422,11 0-1422,-6 0 0,-12 0 0,-1 0 0,6 0-3392,-6 0 0,6 0 3392,28 0 0,-36 0-434,-15 0 434,23 21 0,-3-19 0,0 1 0,0 17 0,8-20 0,-3 0 0,31 21 0,51-16 0,-11-3 0,5-4 0,2-7 0,0 1 0,0-1 0</inkml:trace>
  <inkml:trace contextRef="#ctx0" brushRef="#br0" timeOffset="118669">645 8085 24575,'-15'32'0,"-1"0"0,39 19 0,-46-51 0,75-20 0,-47-16 0,21 11 0,9 1 0,-4 5 0,0 2-720,22-3 720,-1 20 0,-1-21 0,-18-4 0,4-2 0,3-2 0,-10 4 0,-4 1 0,2-12 0,3-5 0,-31 5 0,0 2 0,0-1 0,0-6 0,0-20 0,0 56 720,0-16-720,-31-9 0,24 22 0,-25-18 0,-8 1 0,-22 20 0,11 18 0,-2 4 0,9-13 0,3 5-295,7 16 1,1 10 0,3-3 294,-3-1 0,4 0 0,4 5 0,2 2 0,-6 0 0,6 1 0,20 0 0,1-2 0,-18 17-846,18-14 1,4-3 845,-2-11 0,0 9 0,0 1-415,0-3 415,6 12 0,8-3 0,22-13 0,-13 8 0,3-3 0,30-23 0,-17 25 0,-1-1 0,16-27 0,2 23 0,-15-31 0,-5 0 0,12 0 0,9-31 0,-1 23 0,-28-23 157,3-9 1,-31-1-1,0 1 1,0 0 0</inkml:trace>
  <inkml:trace contextRef="#ctx0" brushRef="#br0" timeOffset="119160">1428 6818 24575,'0'-46'0,"0"-10"0,0 28 0,21-2 0,10 8 0,22 38-619,-8-12 1,2 7 618,-10 14 0,2 11 0,-3 4 0,-7 0-2585,-8 2 1,-6 1 0,3 2 2584,9 2 0,4 1 0,0 3 0,-7 6 0,-12 3 0,-6 6 0,-4 3 0,0-2 0,1-4-653,4-6 0,0-3 0,0-1 0,-2 5 653,-3-5 0,-1 5 0,-1 2 0,-1-2 0,0-4 0,0-7-281,2 1 1,-1-7-1,-6 1 281,-12 2 0,-7 3 0,-2-1 0,5-4 0,3 12 0,-1 0 0,-11 2 0,-6 4 0,8-7 0,15-15 0,2-2 0,-12 18 0,-3-6 0,-1-15 0,9-5 0,2 1 254,-3 12-254,20-36 0,51-5 0,-19-13 0,0 0 0</inkml:trace>
  <inkml:trace contextRef="#ctx0" brushRef="#br0" timeOffset="139576">3179 7348 24575,'26'-51'0,"-13"11"0,-6 8 0,-7 24 0,0-22 0,0 9 0,0 16 0,0-15 0,0 20 0,0 0 0,0-21 0,0 16 0,0-16 0,0 21 0,0-20 0,0 15 0,0-16 0,0 21 0,0 0 0,0 21 0,0 4 0,0 1 0,0 8 0,0 4 0,0 15-3379,0-7 1,0 1 3378,0-14 0,0 3 0,0 7 0,-1 10 0,0 1 0,3-5-1516,4-3 1,2-4 0,-1 3 1515,-6 4 0,-1 2 0,0 2 0,4-3 0,11 8 0,4-2 0,-2-1-545,-6-6 0,-3 0 0,1-2 545,3 1 0,1-2 0,-2-1-1249,2 11 0,-5-5 1249,-8 11 2329,20-21-2329,-15 7 0,16 3 3652,-21-46-3652,0 16 2389,30-21-2389,-22 0 6644,23 0-6644,-31-21 0,0 16 422,0-15-422,0-11-3392,10-1 0,0-5 3392,-7-1 0,-1-1 0,9-6 0,-1 1 0,-10-13 0,9 1 0,6-14 0,2 7-2214,3 6 1,1 1 2213,-5 1 0,1-4 0,-2-3 0,0 7 0,0-4 0,-2 3 0,-4 11 0,-4-17 0,3 16 0,4-12 0,0 3 0,-3 15 0,-4 12 0,6-10 0,-2 4 0,-9 24 2295,0-24 1,0-4-2296,0 10 0,0-8 0,31 16 6620,-23 20-6620,22 0 0,-30 0 0,0 0 0,-30 20 0,-9 6 0</inkml:trace>
  <inkml:trace contextRef="#ctx0" brushRef="#br0" timeOffset="140001">3225 7878 24575,'0'64'0,"-20"-13"0,15-51 0,-16 0 0,21-51 0,0 38 0,0-25 0,0 4 0,0 29 0,21-15 0,-16 20 0,29 0 0,4 0 0,-26 0 0,40-21 0,-32 16 0,6-15 0,30 20 0,-7 0 0,-14 20 0,27-15 0,-21 16 0,7-21 0,4 20 0,-27 6 0</inkml:trace>
  <inkml:trace contextRef="#ctx0" brushRef="#br0" timeOffset="140735">3917 8246 24575,'0'-45'0,"0"1"0,-4 1 0,8 14 0,16 29 0,-15 0 0,46 0 0,-43 0 0,23 31 0,-11-3 0,26 8-560,-15-16 560,10 1 0,-10-16 0,-24 15 0,24 11 0,-10-23 0,-16 27 0,-5 1 0,0-25 0,-5 29 0,-47-9 0,4-23 0,7 23 0,-21-11 0,57-15 0,-46 16 0,43-21 0,-43 20 560,46-15-560,-15 16 0,20-1 0,0-15 0,20 16 0,16-21 0,6-9 0,5-3 0,7 0 0,0-1 0</inkml:trace>
  <inkml:trace contextRef="#ctx0" brushRef="#br0" timeOffset="141102">4654 7993 24575,'-51'20'0,"11"-18"0,8 1 0,24 18 0,-25 3 0,-5 3 0,16-1 0,3 2 0,-16 15 0,0 6 0,15-9 0,1 3 0,2-6 0,-8 12-1996,11 2 1,7-10 1995,7-36 1235,0 36-1235,41-36 652,-31 16-652,42-15 0,9-12 0,-12-15 0,12 21 0,-2-5 0,-18-36-6087,20 36 6087,-25-15 0,-8 20 0,3 0 0</inkml:trace>
  <inkml:trace contextRef="#ctx0" brushRef="#br0" timeOffset="142768">5921 7141 24575,'0'-47'0,"0"22"0,0 4 0,0 21 0,0-30 0,0 22 0,0-23 0,-21 11 0,16 15 0,-15-16 0,-1 21 0,-14 0 0,6-20 0,-22 15 0,46-16 0,-36 21 0,36 0 0,-16 0 0,-9 0 0,2 21 0,-8 4 0,15 1 0,1 25 0,15-2 0,-16-8 0,19 4 0,4 2-1597,-2 6 1597,0 1 0,0 5 0,0-6 0,0-1 0,0 0 0,0 1-2867,0 3 0,0 1 2867,0 6 0,0-1 0,1-18 0,-2 2-1205,-4 2 1,-4 5 0,3-6 1204,5-6 0,-3-3-1165,-22 17 1,0 3 1164,23 5 0,-1-6-37,-27-8 37,21-7 0,4 7 0,2-7 0,-2 4 1363,-11-1 1,-7 0-1364,6-16 0,1-2 0,-12 29 0,-1-28 3751,30 3-3751,0-10 4409,0-16-4409,0 15 1628,0-20-1628,0 0 795,30 0-795,-1 0 0,6 0 0,6 0 0,-35 0 0,46 0 0,8 0 0,-37 0 0,36 0 0,5 0 0,-15 0 0,-8 0-656,-5 0 0,-1 0 656,-6 0 0,27 0 0</inkml:trace>
  <inkml:trace contextRef="#ctx0" brushRef="#br0" timeOffset="144852">6612 7463 24575,'64'0'0,"-13"0"0,-51 0 0,0-20 0,0 14 0,0-14 0,-30-11 0,22 24 0,-43-24 0,46 31 0,-36 31 0,-16-3 0,20 13 0,0 5 0,6-20 0,1 2-1217,-4 11 0,0 8 0,9-6 1217,13 18-1859,-10-17 1,-8 4 0,10-6 1858,15 14 0,0-7 0,-1 7 0,-4-6-191,-5-17 0,0 2 191,10 19 0,6 11 0,-5-10 0,-13-18 0,3 0 0,19 9 0,9 6 0,-2-4 0,-10-6 0,4-3 0,18 8 0,3 0 0,-16 1 0,3-5 0,14-24 0,1-1 0,-1 35 0,3-51 0,-31 0 2358,20 0-2358,-15 0 0,16 0 0,-21 0 0</inkml:trace>
  <inkml:trace contextRef="#ctx0" brushRef="#br0" timeOffset="145353">7303 7786 24575,'-28'-20'0,"0"1"0,0-12 0,-3 62 0,11-23 0,14 43 0,-14-25 0,20 30 0,0-13 0,0 3 0,0 2 0,0 2-2365,0 12 1,0 1 2364,0-9 0,0-3 0,0-5 0,0 0 534,0 10 0,0-2-534,-1-14 0,2-3 0,9 0 0,0-5 0,-4-1 0,14-31 0,-20 0 0,0 0 0,-20-72 0,7 27 0,0 1 0</inkml:trace>
  <inkml:trace contextRef="#ctx0" brushRef="#br0" timeOffset="145685">6889 7878 24575,'33'-52'0,"0"1"0,-4 22 0,4 5 0,9-6 0,5 8 0,10 19 0,-1 6 0,3-3 0,-5-4 0,-6 8 0,-20 48 0,8-19 0,-16 23 0,-20-15 0,0-36 0,-20 16 0,-9 11 0,-9 13 0,-3 1 0,4-8 0,0 0 0,0 1 0,0-1 0</inkml:trace>
  <inkml:trace contextRef="#ctx0" brushRef="#br0" timeOffset="145951">6819 8730 24575,'-12'32'0,"-1"0"0,-8 19 0,42-51 0,-16-31 0,27 18 0,8-2 0,-15-13 0,3 0 0,12 16 0,8 7 0,-3-4 0,10-17 0,1 1 0,-11 21 0,3 4 0,-6-3 0,-8-15 0,-4 5 0,11 25 0,-10 7 0,-26-12 0,-5 24 0,-26-31 0</inkml:trace>
  <inkml:trace contextRef="#ctx0" brushRef="#br0" timeOffset="147085">8616 8246 24575,'8'55'0,"0"-1"0,-1 0 0,1 1 0,5-5 0,0 0 0,0 1 0</inkml:trace>
  <inkml:trace contextRef="#ctx0" brushRef="#br0" timeOffset="155492">7994 7878 24575,'0'-26'0,"21"-15"0,-16 36 0,15-15 0,-20 20 0,0-31 0,0 23 0,0-23 0,0 11 0,21 15 0,-16-16 0,16 21 0,9 0 0,-22 0 0,23 0 0,-31 0 0,0-20 0,0 15 0,0-16 0,0 21 0,0 0 0,-31 0 0,3 21 0,-8-16 0,15 15 0,21 1 0,-20 15 0,15-8 0,-16 3 0,21-11 0,-20-15-6784,-16 36 6784,8-5 0,-3 13 0,31-14 0,-19-5 0,-3 2 0,12 29-866,-11-23 0,1-2 866,20 21-457,0-11 0,0 0 457,0 3 0,0 1 0,0-1 0,0-13 0,33 13 0,6-6 0,-21-25 0,17 18 0,1 0 0,-15-16 0,-16-15 0,15 16 0,-20-21 400,0 0 0,-20-21 0,-6-4 0</inkml:trace>
  <inkml:trace contextRef="#ctx0" brushRef="#br0" timeOffset="156293">8248 8246 24575,'-51'0'0,"10"-20"0,41 15 0,0-16 0,0 21 0,0 0 0,41 0 0,-31 0 0,24-2 0,4 4 0,-10 19 0,8-16 0,0 18 0,-1 5 0,-2 0 0,-3-2 0,-3 4 0,-13 8 0,-8 1 0,-5-2 0,-2 0 0,3 10 0,-4-1 0,-5-10 0,-6-3 0,-13-2 0,-5-6 0,-22 1 0,8-14 0,3-4 0,14-8 0,-24 0 0,47-20 0,-15 14 0,20-14 0,0 20 0,20 0 0,-15-21 0,16 16 0,30-15 0,13 20 0</inkml:trace>
  <inkml:trace contextRef="#ctx0" brushRef="#br0" timeOffset="157018">8847 8361 24575,'0'-64'0,"0"13"0,0 51 0,0 0 0,0-20 0,0 15 0,0-16 0,0 21 0,0 0 0,0-20 0,0 15 0,0-16 0,-31 21 0,23 0 0,-43 0 0,46 21 0,-15-16 0,-5 15 0,-2 1 0,-6-16 0,5 18 0,0 5 0,-13 0 0,36 28 0,-16 1 0,21-29 0,0 23 0,0-46 0,0 36 0,0-15 0,0-1 0,0 27 0,21-45 0,4 24 0,32-31 0,-9 20 0,9-15 0,-32 16 0,26-21 0,-43 0 0,23-21 0,-11 16 0,-15-15 0,16 20 0,-21-31 0,0-7 0</inkml:trace>
  <inkml:trace contextRef="#ctx0" brushRef="#br0" timeOffset="157627">9100 7624 24575,'0'-38'0,"0"0"0,0 4 0,0-17 0,0 51 0,0 0 0,21 21 0,-16-16 0,17 26 0,7 9 0,-4-14 0,-1 2-2323,-3 17 0,-1 2 2323,1-13 0,-1 1 0,-8 5 0,-1 4 0,-4 0 0,-3 14 0,0-1 0,6-14 0,2 0 0,-3 2 0,-5 5 0,-4 2 0,-4-6 0,-11 0 0,-1-2 0,15 19 0,-6-1-1589,-29-14 1,1-3 1588,29-10 0,1-1 0,-14-6 0,-3 0 0,-8 28 0,2-7 0,-8-13 0,15-16 2932,21-20-2932,0 0 3913,0-20-3913,0 15 0,0-16 0,0 21 0,0 0 0,0 0 0</inkml:trace>
  <inkml:trace contextRef="#ctx0" brushRef="#br0" timeOffset="158551">9745 8684 24575,'-59'0'0,"24"0"0,14 0 0,21 0 0,0 0 0,21 0 0,-16-31 0,15 3 0,-5-8 0,1-5 0,6 0 0,5 0 0,8 5 0,1-2 0,-11-3 0,-1-4 0,-4 3 0,-1 7 0,-2 1 0,6-18 0,-5 4 0,-13 12 0,16-5 0,-21 36 0,0-15 0,0 20 0,0 20 0,0-15 0,0 28 0,0 6 0,0-6 0,0 5 0,0 1 0,0 17 0,-2-6 0,4 0 0,8-16 0,0 1-244,-8 27 0,1-6 244,18-25 0,-21 10 0,31-10 0,-24-24 0,44 24 0,-45-31 0,14 0 0,-20 0 0,0-31 0,0 24 0,0-24 0,0 31 0</inkml:trace>
  <inkml:trace contextRef="#ctx0" brushRef="#br0" timeOffset="159686">11174 7716 24575,'46'-46'0,"-21"21"0,3 2 0,-4 5 0,-17 13 0,20-20 0,-3-1 0,-18 18 0,14-43 0,-20 46 0,-20-16 0,14 21 0,-14 0 0,-11 0 0,3 0-6784,-28 0 6784,30 0 0,-25 0-4537,23 0 4537,-8 0-1517,0 24 0,0 3 1517,3-14-655,-16 21 0,1 4 655,17-13 1192,-6-4 0,2 4-1192,22 13 0,-2 1 0,-28-12 0,-1 0 1111,27 17 0,1-1-1111,-22-18 0,4-1 4666,29 32-4666,-36-10 0,37 3 0,3-1 0,-19-9 0,16 4 0,6 11 0,0-8 3835,-2 3-3835,9 10 0,2 2 0,-6 0 0,16-20 0,-1-5 0,-15-8 0,26-1 0,10-3 0,-10-9 0,2-4 0,9 2 0,0 0 1058,-1-1 1,-5-4-1059,-10-8 0,11-9 0,-3-2 0,-21 5 0,25-14 0,-4-1 0,-29 16 0,36-15 0,-36 20 0,16 0 0,-21 0 0,0 0 0</inkml:trace>
  <inkml:trace contextRef="#ctx0" brushRef="#br0" timeOffset="160252">11865 7786 24575,'0'-64'0,"0"26"0,0 4 0,0 8 0,0 1 0,0-26 0,0 43 0,0-23 0,-31 31 0,23 0 0,-43 0 0,46 31 0,-36-23 0,5 43 0,8-46 0,-3 36 0,11 15 0,-6-2-2740,-1-14 1,-2-3 2739,1-12-311,2 9 0,1 4 311,-1 16 0,13-26 0,1 5 0,2 12 0,3 7 0,3-6 0,3-12 0,2-1 0,-2 12 0,0 6 0,3-4 0,7-1 0,3-2 0,-3 4 0,7-4 0,20-15 0,5-4 0,-14 4 0,0-7-961,29-22 961,-36 0 4901,11 0-4901,-23 0 0,23 0 0,-11 0 0,-15 0 0,16 0 0,-21 20 0,0 6 0</inkml:trace>
  <inkml:trace contextRef="#ctx0" brushRef="#br0" timeOffset="160734">11957 8315 24575,'-26'-38'0,"6"7"0,20 31 0,0 0 0,41 0 0,-31 0 0,36 0 0,0 0 0,-33 0 0,25 14 0,-4 3 0,-29-9 0,15 43 0,-20 5 0,0-23 0,2 3 0,-4 0 0,-18 10 0,15-15 0,-36 10 0,-16-10 0,4-24 0,-4 24 0,37-31 0,20 0 0,0 0 0,20 0 0,-14 0 0,34 0 0,-3-13 0,3-5 0,15-1 0,0 0 0</inkml:trace>
  <inkml:trace contextRef="#ctx0" brushRef="#br0" timeOffset="161062">12441 8315 24575,'0'-59'0,"0"24"0,0-6 0,0 36 0,-31 5 0,3 25 0,-28 1 0,30-6 0,3 14 0,5 4 0,13 11-625,-6-10 0,1 1 625,10 11 0,0-12 0,0-1 0,0 0 0,-3 3 0,6-10 0,18-31 0,25 0 0,15 0 0,-26 0 0,0 0 0,21 0 0,0 0 0,-28-31 0,3-17 0,-31 7 0,0 0 0</inkml:trace>
  <inkml:trace contextRef="#ctx0" brushRef="#br0" timeOffset="161569">12694 7417 24575,'0'-42'0,"0"0"0,0-15 0,0 37 0,0 20 0,0 0 0,51 41 0,-34-13 0,0 5 0,20 19 0,3 1-2582,-10-10 0,-4-1 2582,-11-5 0,-2 2 0,15 19 0,-5 2-506,-19-13 0,-3 1 506,6-1 0,1 3 0,-2-1 0,-5 9 0,-2-4 0,2-17 0,-2 0 0,-9 17 0,-1 0 0,11-11 0,-5-2 0,-29 1 0,-3 1 0,20 6 0,0-1 0,-10-16 0,-2-2 0,7 4 0,3 1 0,2-7 0,-2 0-2369,-5 2 0,-1-4 2369,-10 2 3225,-6 3-3225,36-31 905,-16 0-905,21 0 0,0 0 0,21 0 0,4 0 0</inkml:trace>
  <inkml:trace contextRef="#ctx0" brushRef="#br0" timeOffset="163736">13132 7256 24575,'-19'-30'0,"0"1"0,-12-7 0,31 16 0,0-1 0,0-5 0,0 1 0,0 4 0,0 21 0,31-30 0,-24 22-6784,24-23 6784,-11 31 0,-14 31 0,28-8 0,3 3 0,-24 35-356,8-15 0,7 6 0,-5-1 356,-8 6 0,-5 3-1046,-3-9 0,-2 5 1,0 0-1,4-6 1046,12 7 0,-1 1 0,-16-9 0,-4 6 0,-1 1 0,3-6 614,8 10 0,0 0-614,-7-5 0,-3 7 0,-2-1 0,1-6-757,3 5 0,-4-2 757,-3-8 0,-4 3 0,3-8-255,1 17 255,-14-3 0,-3 2 0,10-25 0,-2-3 0,-13 7 0,-2-3 0,1 4 1780,-23-36-1780,46 46 1797,-36-43-1797,5 22 0,8-60 0,-3 22 1372,31-43-1372,0 46 6367,0-16-6367,0 21 1260,31 0-1260,-24 0 0,38 0 0,13 0 0,-14 0 0,1 0 0</inkml:trace>
  <inkml:trace contextRef="#ctx0" brushRef="#br0" timeOffset="164286">14030 8085 24575,'-64'0'0,"24"0"0,9 0 0,26 0 0,-16 0 0,21 0 0,0 0 0,21 0-6784,35-20 6784,-19 17 0,0 0 0,25-17 0,-28 19 0,3 2 0,7-7 0,5-2 0,-1 1-1414,9 6 1,1-3 1413,-4-8 0,4-4 0,-3 3 0,11 12 0,-4-3 0,-6-21 0,-2-1 0,-9 21 0,-1 2 0,10-14 0,-15 4 0,-34 13 0,15 0 5384,-20 0-5384,0-21 0,0 16 0,-20 5 0,-7 31 0,-3 15 0,2-9 0,0-1 0,0 1 0</inkml:trace>
  <inkml:trace contextRef="#ctx0" brushRef="#br0" timeOffset="164736">14123 8477 24575,'-45'0'0,"0"0"0,-8 0 0,14 0 0,34 0 0,-16 0 0,21 0 0,0 0 0,51 0 0,-17 0 0,17 0 0,5 0 0,-19 0 0,1 0-2257,18 0 1,0 0 2256,-19 0 0,0 0 0,16 0 0,2 0-1629,-2 0 0,-1 0 1629,-6 0 0,-3 0 0,-3 0 0,-3 0 0,25 0 0,-1 20 0,-7-15 0,-14 6 0,-8-1 0,-27-10 0,15 0 0,-20 0 898,0 0 0,-20-21 0,-6-4 0</inkml:trace>
  <inkml:trace contextRef="#ctx0" brushRef="#br0" timeOffset="165853">14768 7716 24575,'-64'0'0,"13"0"0,51 0 0,0-20 0,0 15 0,0-16 0,0 21 0,0 0 0,30 21 0,-22 15 0,25-12 0,6 0 0,-9 12 0,7-22 0,3-7-1824,9-7 1824,7 20-315,-29-3 1,2 2 314,21 4 0,0 3 0,-15 3 0,-1-2 0,6-13 0,-3-3 0,4 10 0,-36-21 0,36 0 0,-36 0 0,16 0 1762,-21 0-1762,0 20 691,0-14-691,0 14 0,0-20 0,0 0 0,30 0 0,-22 0 0,23 0 0,-31 0 0,0 0 0,20 0 0,-15 0 0,16 0 0,-21 0 0,0 0 0,-51 51 0,17-18-1449,-3 10 1,-2 1 1448,16-20 0,0 1 0,-8 8 0,-3 5 0,1-1 0,1 2 0,-5 1 0,-1-8 0,-9 3 0,0-1 0,8-2 0,1 6 0,1-2 0,-10 2 0,-8 0 0,9-6 0,-8 1 0,14-4 0,3-7 0,12-22 0,4 0 0,21 0 0,0 0 0,21 0 0,4 0 0,1 0 2897,25 0-2897,-43 0 0,43 0 0,-46 0 0,16 0 0,-21 0 0</inkml:trace>
  <inkml:trace contextRef="#ctx0" brushRef="#br0" timeOffset="166926">16196 7417 24575,'23'-40'0,"0"1"0,3-2 0,1 1 0,-3 8 0,-16 24 0,18-18 0,-1 1 0,-20 20 0,15-15 0,-20 20 0,0 0 0,0 20 0,-20-15 0,4 39 0,-4 4 0,-29-30 0,30 21 0,3 15 0,-5-3-1268,-9-13 0,-4-4 1,1 4 1267,2 9 0,2 3 0,-1-2-1842,2-5 1,-1-1-1,2-1 1842,-9 12 0,0 1 0,4-7 0,-2 3 0,3-1-1156,9-5 1,2-1-1,-2 1 1156,-10 6 0,-2 0 0,3-4 0,2-2 0,6-1 0,9 3 0,0-3 0,-22 3-1374,16 16 1374,20-62 2575,20 0-2575,16 0 4010,-8 0-4010,7 1 0,2-2 0,25-20 0,-26 20 0,2-3 0,-1-16 0,3-1-312,10 18 0,-3 1 312,-9-18 1755,14 17 1,-1 6-1756,-23-3 618,8 0-618,5 0 0,15 0 0,-23 20 0,18-15 0,-30 36 208,-16-36 1,15 47-1,-20-14 1</inkml:trace>
  <inkml:trace contextRef="#ctx0" brushRef="#br0" timeOffset="167519">17256 7302 24575,'-19'-32'0,"-1"0"0,-10-19 0,30 51 0,0 0 0,-21 0 0,-4 51 0,-21-18-638,16 16 0,3 10 638,3-6 0,0-1-1290,-4-7 1,-1-1 1289,1 4 0,0 1 0,4 0 0,-1 0-2754,-4 6 1,2 0 2753,13-10 0,2-1 0,0 4 0,4-4-7,8 13 7,0-17 0,0 4 0,-1 0 0,0 4 0,3-4 0,7 1 0,2-1 274,-2 18 1,8-6-275,21-23 0,1-4 2027,-6 19-2027,21-31 0,-5-3 0,-37 6 0,40-15 0,-32 16 0,-15-21 0,16-21 0,-21-4 0</inkml:trace>
  <inkml:trace contextRef="#ctx0" brushRef="#br0" timeOffset="167919">17302 8154 24575,'0'-59'0,"-21"23"0,16 16 0,5 20 0,5 0 0,36 0 0,-5 20 0,13-14 0,-5 26 0,-1 7 0,11-6 0,-24-6 0,-4 3 0,-6 21 0,-20-23 0,0 28 0,0 1 0,-20-29 0,-16 23 0,4-46 0,-5-5 0,1 9 0,0 3 0,1-3 0,1 2 0,-22 15 0,0-1 0,27 27 0,-1-45 0,30 24 0,30-31 0,-6-30 0,1-12 0,16-3 0,0 1 0</inkml:trace>
  <inkml:trace contextRef="#ctx0" brushRef="#br0" timeOffset="168252">17947 8039 24575,'-19'-45'0,"0"0"0,-12-26 0,31 71 0,-21 0 0,-4 0 0,-12 22 0,-3 7 0,-14 4 0,15 2 0,1 7 0,9 7 0,2-1-3392,3-14 0,0 1 3392,3 3 0,2 4 0,2-1-162,0 5 0,9 0 162,13 3 0,10-4 0,3-11 0,5-6 0,9-5 0,5-5 0,17 0 0,0-5 0,5-6 0,-8 10 0,-5-3 0,-21-14 0,14 4 0,-6-8 0,-41-47 0,21 19 0,0 0 0</inkml:trace>
  <inkml:trace contextRef="#ctx0" brushRef="#br0" timeOffset="169402">18247 7417 24575,'0'-45'0,"0"0"0,-10 2 0,-1 15 0,6 28 0,-16 0 0,42-31 0,15 54 0,12-26 0,-19 41 0,-1 12-425,2-15 0,-4 4 425,-14 2 0,-5 5 0,2 0-827,8-3 1,3-1 0,-6 3 826,-8 13 0,-6 3 0,0 2 0,1-11 0,1 2 0,-1 0 0,-5 4 0,-6 1 0,-4 4 0,-2 1 0,-3-2 0,1-3 0,-3-1 0,-2-3 0,0-1 0,0-1-887,2 0 1,0 2 0,0-5 0,0-11 886,-6-6 0,2-15 0,5-18 0,15 0 589,-36-31-589,36 3 0,-16-8 0,21 16 513,0 20 0,21-21 0,4-4 0</inkml:trace>
  <inkml:trace contextRef="#ctx0" brushRef="#br0" timeOffset="170660">18477 6726 24575,'57'12'0,"1"-1"0,-1 1 0,1 0 0,-1-1 0,0 1 0,1 0 0,11-2 0,2-2 0,-3 1 0,-11 0 0,-18 3 0,-8 19 0,-31-10 0,0-16 0,0 15 0,0-20 0,0 21 0,0 35 0,-31-2 0,22-14 0,1 7 0,-3-6 0,-7-13 0,0 3-444,10 12 0,4 13 0,2 6 0,0-2 0,-2-10 444,-7 5 0,1 0-1210,8-5 0,2 10 1,1 2-1,-1-4 0,-4-12 1210,-6-4 0,0-4 0,8 10 0,3 5 0,0-6-141,-1-13 0,0 1 141,0 19 0,0 9 0,0-8 0,0-18 0,0 0 0,0 11 0,0 5 0,0-6 0,0-9 0,0-1 725,0 19 0,0 0-725,0-19 0,0 1 0,0 18 0,0-5 0,0-18 0,0 7 0,0-8 0,0-27 6626,0 16-6626,0-21 475,0 0-475,0 20 0,0-15 0,0 16 0,20-21 0,-15 0 0,16 0 0,-21 0 0,0 0 0,-21 0 0,-4 0 0,-1 0 0,-7 0 0,-5 0 0,-4 0 0,-1 0 0,-1 0 0,-1 0 0,-22 2 0,6-4 0,7-19 0,14 19 0,3-1 0,11-17 0,6 20 0,20 0 0,41 0 0,10 0 0</inkml:trace>
  <inkml:trace contextRef="#ctx0" brushRef="#br0" timeOffset="179719">19905 8569 24575,'-38'20'0,"7"-15"0,31 16 0,0-21 0,0 0 0,0 31 0,0-24 0,0 24 0,0-31 0,0 0 0,-20 0 0,15 0 0,-16 0 0,21 0 0,0 0 0,-20 0 0,15 0 0,-16 0 0,21 0 0,0 0 0,21 0 0,-16-31 0,36 24 0,-39-24 0,1-10-2262,30-2 1,16-3 0,-8 2 2261,-18-1 0,0-2 0,4 1 0,6-5 0,2-2 0,-2 3-971,1-3 1,-1 2 0,-3 4 970,-1-2 0,1-2 0,-4 4 0,3-7 0,-1 4 0,-4 17 0,4 15 0,-8-30 0,-9 4 0,-11 39 0,0-16 5342,0 21-5342,0 0 0,21 21 0,-16 25 1875,14-17 1,3 3-1876,-9 25 0,-1 6-358,5-18 1,3 1 0,0 4 357,-3 6 0,-1 6 0,2 0 0,0-4-1757,6 1 1,1-4 0,-3 0 1756,-4 7 0,-3 1 0,1-14 0,15-3 0,-31 6 410,0-45-410,0 24 0,0-31 795,0 0-795,0-31 5738,0 24-5738,0-24 0,0 31 0,0 0 0,0-21 0,0-4 0</inkml:trace>
  <inkml:trace contextRef="#ctx0" brushRef="#br0" timeOffset="181768">21748 8039 24575,'0'-26'0,"0"6"0,0-1 0,0 16 0,-20-15 0,15 20 0,-16 0 0,21 0 0,-30 0 0,22 0 0,-23 0 0,31 0 0,0 0 0,-20 0 0,15 0 0,-16 0 0,21 0 0,0 0 0,21 0 0,-16 0 0,15 0 0,11 0 0,-3 0 0,15 0 0,1 0 0,-11 0 0,12 0 0,3 0 0,13 0 0,-16 0 0,5 0-587,-7 0 0,4 0 0,-4 0 587,2 0 0,-1 0 0,7 2 0,-2-4 0,-9-13 0,-3-1 0,24 8-112,-26-8 0,0 2 112,21 14-6127,-31-21 6127,-4 16 0,-21-15 0,0 20 1164,0 0-1164,0 20 164,0-15-164,0 26 0,0 10 0,0 13 0,-10-10 0,-1 4-2269,10-1 1,-3-5 2268,-16-1-468,8 18 0,3-5 468,4-36 0,-6 35 0,2-4 0,9-41 0,0 23 0,0-31 4072,0 0-4072,20-31 0,6 23 0,20-23 0</inkml:trace>
  <inkml:trace contextRef="#ctx0" brushRef="#br0" timeOffset="183368">23062 7302 24575,'-21'-57'0,"16"29"0,-15 0 0,-1 5 0,16 18 0,-16-15 0,21 20 0,0 0 0,0 20 0,0-15 0,0 16 0,0-21 0,0 0 0,0 30 0,0-22 0,0 43 0,21-25 0,-19 20 0,1 5-2204,18-16 0,-1-1 2204,-17 14 0,-1 4 0,12-11 0,6 2 0,-3 1-1775,-6 6 0,-4 3 1,3 0 1774,8 4 0,3 1 0,-3-1 0,-8-7 0,-2-1 0,-1-3-821,3 10 0,1-4 821,5-10 0,-1 0 0,-11 21 0,-1 0 0,13-13 0,-1-3 0,-15-11 0,0-3 0,20 18 0,-14-46 2498,14 16-2498,-20-1 5748,0-14-5748,0 14 3128,0-20-3128,0 0 0,0-20 0,0 14 0,21-35 0,14 6 0,-20 2 0,-1-3-1616,12-9 1,-1-3 1615,-13-12 0,1-5 0,10 12 0,5-2 0,-2 2 0,-8 8 0,-2 2 0,4-5 0,3-1 0,5-6 0,1-3 0,-2 3 0,-6 6 0,-7 2 0,-3 5 0,2-2 0,8-3 0,5-3 0,0 0 0,-7 0 0,-8-13 0,-6 1 0,5 8 0,18 7 0,0 1 0,-16 3 0,-5-4 0,2 4 0,12 1 0,-11 13 0,-41 21 0,24-23 0,-24 31 0,11 0 0,14 0 0,-14 0 0,20 0 0,0 0 0,0 0 0</inkml:trace>
  <inkml:trace contextRef="#ctx0" brushRef="#br0" timeOffset="183919">23292 7878 24575,'-29'29'0,"-1"1"0,-6 5-9831,-5-14 8341,36-21 4308,-15 0-2818,20 0 1719,0 0-1719,0-21 0,20 16 0,16-29 0,5-3 0,18 24 3392,-6-12 0,1-1-3392,-18 13 0,-3 5 0,29 3-822,-23-6 1,-1 2 821,10 9 0,-3 0 0,-3 0 0,-8 0 0,17 0 0</inkml:trace>
  <inkml:trace contextRef="#ctx0" brushRef="#br0" timeOffset="184986">24029 8085 24575,'-38'0'0,"7"0"0,62-20 0,-24 14 0,45-14 0,-47 20 0,36 20 0,-5-14 0,-13 27 0,2 5 0,5-22 0,-3 1 0,-12 25 0,-5 3 0,11 4 0,-20-5 0,-2-1 0,1-10 0,-19 7 0,-3-8 0,11-27 0,-25 25 0,1 2 0,27-22 0,-27 13 0,-2-5 0,27-18 0,-35 0 0,-2 0 0,34 0 0,-38 0 0,31 0 0,14 0 0,-14 0 0,40 0 0,-14 0 0,34 0 0,-34 0 0,33-16 0,14-9 0,-8-1 0,-1 1 0</inkml:trace>
  <inkml:trace contextRef="#ctx0" brushRef="#br0" timeOffset="185360">24651 8039 24575,'0'-51'0,"0"11"0,0 8 0,0 24 0,-20-22 0,15 30 0,-36 30 0,5-22 0,1 25 0,1 6 0,-7-9-3843,6 17 0,8 4 3843,22 2-304,-10-2 1,-5 8 0,4-10 303,8-3-340,9 0 1,5 9 0,8-12 339,40-13 0,-9-6 0,2-2 0,-12-8 0,-1-7 0,22-28 0,-8 10 0,1-3 0,-10-6 0,-8-6 0,-11-11 0,-12-3 0,-25-2 0,0-1 0</inkml:trace>
  <inkml:trace contextRef="#ctx0" brushRef="#br0" timeOffset="188336">25826 7141 24575,'0'-26'0,"0"-15"0,0 36 0,0-16 0,0 21 0,0 0 0,0-30 0,0 22 0,0-23 0,0 31 0,-20 0 0,15 0 0,-16 0 0,-10 0 0,24-20 0,-44 15 0,25-16 0,-12 19 0,-1 4 0,6-2 0,-4 0 0,2 0 0,10 0 0,-32 0 0,9 0 0,12 0 0,15 0 0,1 0 0,15 0 0,-16 0 0,21 0 0,0 21 0,0-16 0,0 46 0,0-2 0,0-8 0,0 0 0,10 2 0,1 6 0,-8-3 0,-1 2-1614,4-2 0,3 3 1,-4-3 1613,-4 4 0,-2 0 0,1-2 0,0 3 0,0-2-2591,-1 11 1,2 1 2590,5-2 0,2 4 0,-1-4 0,-5 4 0,1 0-778,4-3 1,2 3 0,-5-2 777,-8-12 0,-5-2 0,2 0-320,5 7 1,1 1 0,-1-2 319,-7 14 0,-3-6-445,1-23 0,2-2 445,6 10 0,1 0 0,-9-10 0,1-3 3109,10 23-3109,0-30-1308,-30 15 1308,22-36 1080,-23 16-1080,31-21 4537,0 0-4537,31 0 0,-23 0 0,22 0 6784,-9 0-6784,4 0 0,13-10 0,1-1 0,-6 6-391,7-6 0,-8 2 391,-27 9 0,36 0 0,-36 20 0,16 6 0</inkml:trace>
  <inkml:trace contextRef="#ctx0" brushRef="#br0" timeOffset="188787">26310 7578 24575,'-64'0'0,"13"0"0,51 21 0,0 4 0,0 30 0,0 8 0,0-16 0,0 1-567,0-2 0,0 3 0,0 2 567,0 4 0,0 1 0,0-4-959,0 3 0,0-2 959,0-5 0,0 3 0,0-7 0,0-8 0,0-3 0,0 8 0,0-5 497,0-5-497,0 10 0,0-41 0,0 31 0,0-63 0,0-21 0,0 11 0,0 0 0</inkml:trace>
  <inkml:trace contextRef="#ctx0" brushRef="#br0" timeOffset="189127">25872 7624 24575,'-25'-28'0,"-1"0"0,-15-21 0,41 14 0,21-6 0,-16 35 0,13-19 0,5-1 0,2 19 0,12-10 0,3 3 0,14 14 0,1-7 0,-3-7 0,-18-11 0,26 11 0,3 2-952,-25-8 952,22 17 0,8 6-3235,-14-3 1,-3 0 3234,-16 0 0,-1 0 0,15 0 0,-6 0 0,-17 0 0,-1 20 0,-4 6 0,-21-1 0,-16 10 0,-11 9 0,-2 0 0,-1-1 0,0 0 0,1-1 0</inkml:trace>
  <inkml:trace contextRef="#ctx0" brushRef="#br0" timeOffset="189444">25872 8684 24575,'-46'25'0,"21"-4"0,-27-21 0,45 0 0,-24 0 0,31 0 0,0 0 0,31 0 0,16-10 0,6-1 0,-17 9 0,2-1 0,19-5 0,4-4 0,-17 2 0,1-2 0,-6 3 0,7 2 0,-1-4 0,10-1 0,-12 4 0,-12 8-144,15 0 0,-11 0 0,1 0 0,28 0 0</inkml:trace>
  <inkml:trace contextRef="#ctx0" brushRef="#br0" timeOffset="189919">27255 7348 24575,'-57'0'0,"29"0"0,-3 0 0,11 0 0,15 31 0,-36-3 0,36 28 0,-21-26 0,1-4 0,17 3 0,-16 14 0,-3 6 0,13-16 0,2 0-1150,0 13 0,-2 3 1150,-5 6 0,-2-3 0,2-15 0,2 1-3011,2 18 0,2 0 3011,-5-17 0,5-4 0,13 22 0,0-6 0,24-27 0,3 1 0,-21 11 0,1-1 0,29-10 0,-1-1 0,-29 27 0,35-25 0,-36 20 0,20-17 0,1-2 0,-18 1 0,22 3 384,-9-31 1,-16 0-1,15 0 1</inkml:trace>
  <inkml:trace contextRef="#ctx0" brushRef="#br0" timeOffset="190318">27255 8039 24575,'35'36'0,"0"1"0,0-1 0,0 1 0,11 5 0,-2-1 0,-21-4 0,-43 19 0,14 1 0,-35-29 0,6 23 0,-14-46 0,19 14 0,4 3 0,0 4 0,6-1 0,20-25 0,0-5 0,20-36 0,36 16 0,-13 2 0,-1 0 0</inkml:trace>
  <inkml:trace contextRef="#ctx0" brushRef="#br0" timeOffset="190601">27738 8085 24575,'-44'-13'0,"-1"0"0,-13 23 0,13 11 0,38 12 0,-8 5 0,-1 1 0,-4 17 0,17-5 0,0-2 0,-17 0 0,15-1 0,10-4 0,15-18 0,-14 20 0,45-21 0,-28 2 0,2-2 0,10-15 0,2-13 0,0-21 0,-5-13 0,-4-21 0,0 1 0</inkml:trace>
  <inkml:trace contextRef="#ctx0" brushRef="#br0" timeOffset="190969">27831 7187 24575,'-26'-26'0,"5"6"0,21-1 0,0 16 0,21 5 0,6 33 0,2 11 0,-2-15 0,0 1-556,-1 2 1,0 5-1,-1 1 556,-4 1 0,-2 1 0,-3 1-1834,0 20 1,-4 4 1833,0-6 0,-1 4 0,-3-3-1600,-6 7 1,-4-4 1599,2-14 0,0 4 0,1 7 0,1 10 0,-1 0 0,-5-8 0,-10 1 0,-3-1 0,8-1 0,0 9 0,-3-3 0,-6-17-672,-17-15 0,-2-14 672,-12 0 940,-2-21-940,26 0 2794,-1 20-2794,5-14 3840,21 45-3840,0-23 0,0 8 0,0-16 0</inkml:trace>
  <inkml:trace contextRef="#ctx0" brushRef="#br0" timeOffset="192086">28637 7993 24575,'-51'25'0,"38"-4"0,-18-21 0,67-21 0,-1 4 0,8-4 0,-1 3 0,5 2 0,1-1-423,1-7 0,4-4 1,-1 8 422,13 16 0,-5 3 0,-24-10 0,-3 2 0,4 7 0,-2 4 309,6-2-309,-31 0 0,24-3 0,4 6 0,-10 17 0,8-15 0,-67 16 0,-33-21 0</inkml:trace>
  <inkml:trace contextRef="#ctx0" brushRef="#br0" timeOffset="192444">28729 8315 24575,'-51'26'0,"10"-6"0,41-20 0,0 0 0,20 0 0,-14-20 0,35 16 0,10 3 0,-13-20 0,23 19 0,6 4-822,-29-2 0,-2 0 822,11 0 0,-2 0 0,-10 0 0,0 0 0,19 0 0,-1 0 0,6 0 0,-18 0 0,-5 0 0,-16 0 0</inkml:trace>
  <inkml:trace contextRef="#ctx0" brushRef="#br0" timeOffset="192969">29213 7670 24575,'-56'-25'0,"27"4"0,-1 21 0,30 0 0,0 0 0,30 0 0,-1 0 0,6 0 0,27 21 0,-32-10 0,1 3 0,18 14 0,7 1 0,-5-12 0,4-1 0,-5-1-2102,-2 3 1,-1 0 2101,1-5 0,4 0 0,-3 2 0,6 13 0,-5 0 0,-15-12 0,-1 2-2696,18 20 0,-12-5 2696,-35-28 0,15 16 0,-20-1-3605,0-14 3605,0 45 1787,-20-23-1787,4 1 0,-4-2 0,-29-1 0,6-2 0,-1 3 0,17-4 0,1 3 751,-14 8 0,3 3-751,12-1 0,4-3 0,-5 3-286,-11-12 0,2-7 286,23-12 0,-22 16 0,-4-1 0,2-15 4953,8 16-4953,-3-21 152,31 0-152,-20 0 4271,15 0-4271,-16 0 1107,21 0-1107,0 0 0,21 0 0,4 0 0</inkml:trace>
  <inkml:trace contextRef="#ctx0" brushRef="#br0" timeOffset="193860">31010 7624 24575,'0'-57'0,"0"-1"0,0-12 0,0 17 0,0 46 0,0-24 0,0 31 0,0 0 0,-21 0 0,16 0 0,-46 0 0,43 0 0,-22 0 0,-11 0 0,0 31 0,-3-18 0,-2 2 0,15 11 0,1 4 0,-8-4 0,-1 4 0,5 8 0,0 5 0,2-3-3065,-3-3 1,1 0 3064,7-1 0,1 4 0,2 2 0,0 6 0,3 2 0,5 0-1223,9 11 0,4 1 1223,-11-3 0,-4 4 0,9-3-81,11-13 0,6-2 1,2-4 80,0-2 0,6-4 0,17 6 0,10-5 0,-3-14 0,5-4 0,-4-2 0,-4 0 0,0-4 0,6-8 0,5-5 0,-6-2 0,20-4-1,-35-17 0,-1-4 1,3 7-1,-6-4 1,-23-11-1,0 1 1</inkml:trace>
  <inkml:trace contextRef="#ctx0" brushRef="#br0" timeOffset="194320">31540 7348 24575,'0'-46'0,"0"20"0,0-25 0,-21 43 0,16-22 0,-15 30 0,20 0 0,0 0 0,0 30 0,0-22 0,-23 39 0,-5 8 0,15-16-694,-18-1 0,-10 8 0,10-2 694,24-7 0,2 0 0,-16-2 0,-7 3 0,5 2-2032,11 7 1,5 4 0,0-4 2031,-6 0 0,1 1 0,3 8 0,2 5 0,2-9-1023,5 7 1023,0-12 0,0 7 0,0-7 0,0-11 0,0-2 0,-1 15 0,2 1 0,8-10 0,3-3 0,0-5 0,1-2 1277,13 18-1277,10-28 0,0-9 0,-24-11 0,22 0 0,4 0 0,-2 0 0,-8 0 6220,3 0-6220,-31 0 0,0-31 0,0-7 0</inkml:trace>
  <inkml:trace contextRef="#ctx0" brushRef="#br0" timeOffset="194719">31540 8246 24575,'-26'0'0,"77"0"0,-12 0 0,11 0 0,-3 0 0,-21 0-8503,15 31 8503,-36-23 859,20 15 1,1 5-860,-18-3 0,22 32 0,-60-29-4537,22 23 4537,-43-46 0,46 36 0,-16-36 0,-20 36 0,11-22 0,-1-2 0,-23 11 2268,14-9 1,8-7-2269,27-12 0,-15 0 0,20 0 6784,0 0-6784,41 0 0,-3-30 0,6-12 0,-1 12 0,1 1 0,-1-1 0</inkml:trace>
  <inkml:trace contextRef="#ctx0" brushRef="#br0" timeOffset="194985">32070 8246 24575,'12'-41'0,"1"0"0,1 5 0,-7 3 0,-28-3 0,16 16 0,-15 20 0,-32 0 0,19 20 0,-23-14 0,34 27 0,3 5 0,-17-5-2055,21 10 0,2 1 2055,-18 5 0,29-6 0,4 1 0,-2 10 0,0-4 0,0-3 0,0-16 0,30 8 0,12-6 0,7-26 0,0 9 0,1-1 0,7-15 0,-19-30 0,0-12 0,5-3 0,-1 1 0</inkml:trace>
  <inkml:trace contextRef="#ctx0" brushRef="#br0" timeOffset="195368">32323 7302 24575,'19'-32'0,"0"0"0,12-19 0,-31 51 0,0 0 0,21 30 0,6-6 0,2 1-2191,4 16 2191,-6-7 0,-3 4 0,-12 0 0,-3 3 0,3 1 0,2 6 0,-4 5 0,1 12 0,0 1 0,3-5 0,4-1 0,3-4 0,-4 2-1249,-8-4 1,-2 2 0,-2 0 0,2-4 1248,6-3 0,0-4 0,-8 2 0,-16 8 0,-10 2 0,2-6-560,3-5 0,-2 1 560,-3 14 0,-4 6 0,-5-16 0,-9-32 0,1-5 0,10 14 0,2-5 0,-30-23 0,4 0 0,45 21 0,-24-37 0,31 11 0</inkml:trace>
  <inkml:trace contextRef="#ctx0" brushRef="#br0" timeOffset="196653">32692 7048 24575,'-26'-30'0,"-15"22"0,36-43 0,-15 46 0,20-16 0,0 21 0,41 0 0,-1 0 0,19 0 0,3 0-2122,-28 0 1,1 0 2121,30 0 0,-2 0 0,-9 0 0,-9 0 0,8 0 0,-3 0 0,-2 0 0,-1 0 0,6 0 0,-1 0 0,-10-3 0,-13 6 0,-23 18 0,35-16 0,-36 46 4243,-5-43-4243,-26 43 0,0-26 0,1 12 0,-1 3 0,-2 14-416,1-17 1,-2 3 415,0 7 0,1 3 0,3 3 0,2 4-1021,10-12 0,1 3 0,1 0 1021,-4 4 0,0 2 0,4-4-2673,8 6 1,1-2 2672,-9-3 0,1 0 0,9 9 0,2-2 0,-1-14 0,0 2 0,0 3 0,-1 5 0,2-1-547,5-5 0,2-2 0,-1 1 547,-5-4 0,-1 1 0,1-1 0,5 4 0,1-1 0,-2-6 0,-6 14 9,2-1 1,-4-4-10,-19-15 0,19 5 0,-1-2 1776,-18-11-1776,21-5 5418,0-21-5418,0 0 2874,-20 0-2874,15 0 793,-16 0-793,21 0 0,0 0 0,-71 0 0,53 0 0,-29 0 0,-9 0 0,15 0 0,3 0 0,-11 0 0,-8 0 0,2 0 0,24 0 0,-15 0 0,-5 0 0,43 0 0,-43 0 0,66 0 0,19-9 0,9-3 0,2 4 0,0-1 0,1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0:57:09.3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1428 1474 24575,'6'-21'0,"9"16"0,-36-15 0,21 20 0,0 0 0,0-21 0,0 16 0,0-15 0,0 20 0,0 0 0,-20 0 0,15 0 0,-16 0 0,21 0 0,0 0 0,0-31 0,0 23 0,0-22 0,21 9 0,-16 16 0,29-7 0,4 4 0,-26 8 0,32 0 0,5 0 0,-9 0 0,-5 6 0,0 8 0,-6 13 0,-2 2 0,19 5 0,-29 15 0,-8 4 0,-9 1 0,-6 7 0,-12-13 0,-4-4 0,-4-10 0,-2-3 0,-6 6 0,-1 2 0,-1 3 0,1 2 0,-4-4-2262,-8-8 1,-3-4 0,6 6 2261,12 16 0,7 6 0,-3-13 0,-8-27 0,1 1-350,13 27 1,5 13 0,-1-15 349,-15-19 0,-7 23 0,8 0 0,27-25 0,-15-16 0,20 16 0,0-21 0,0 0 6266,20 0-6266,16 0 0,-8 0 0,3 0 1566,10-21-1566,-10 16 0,6-6 0,2 1 0,10 10 0,-13 0 0,5 0 0,-36 0 0,46 0 0,-43 0 0,23 0 0,-11 0-1696,6 0 0,-1 0 0,-4 0 0</inkml:trace>
  <inkml:trace contextRef="#ctx0" brushRef="#br0" timeOffset="667">2281 2165 24575,'-39'-46'0,"9"20"0,30-25 0,0 43 0,0-22 0,0 9 0,-21 16 0,16-36 0,-15 36 0,-1-15 0,16 20 0,-36 0 0,36 0 0,-46 20 0,43-15 0,-18 29 0,1 4 0,20-25 0,-12 31 0,-7 4 0,-12-17-891,11 6 1,1 2 890,-12 10-513,16 7 513,20 1 0,0-9 0,0-12 0,51-16 0,-18-20 0,5 2 0,1-4 0,18-18 0,-9-16 0,-12 8 0,-13 3 0,-5-1 1733,-13 0-1733,36 1 0,-36 4 0,16 21 561,-21 21-561,30 4 0,-22 1 0,23 25 0,-31-23 0,41 8 0,20-16 0,-23-48 0,-2-15 0,3-2 0,-1 0 0</inkml:trace>
  <inkml:trace contextRef="#ctx0" brushRef="#br0" timeOffset="1017">2742 1059 24575,'0'-25'0,"0"4"0,30 21 0,-16 39 0,0 14 0,12-17 0,5 0 0,-1 8-1701,-7 4 0,-1 8 1,-1 5-1,-1-2 1,-1-4 1700,0-8 0,-1-4 0,-1 1 0,-1 6 0,-2 1 0,2 6 0,-1 3 0,-2 1 0,-4-3 0,-5-5 107,-6 2 1,-5-5 0,-4-1 0,1 2-108,-1 5 0,-2 2 0,1-2 0,-1-3 0,2-1 0,0-3 0,-8-10 0,-29-6 0,4-9 0,31 1 0,-24-11 0,2-7 0,30-7 0,-46 20 0,43-15 0,-22 47 0,30-14 0</inkml:trace>
  <inkml:trace contextRef="#ctx0" brushRef="#br0" timeOffset="33491">4493 1382 24575,'19'-30'0,"0"1"0,12-7 0,-31 16 0,0 20 0,0 0 0,-31 0 0,23-21 0,-22 16 0,30-15 0,0 20 0,0 0 0,30 0 0,-22 0 0,43 0 0,-25 0 0,10 0 0,5 0 0,12 0 0,-1 0 0,4 0 0,-2 0 0,-3 0 0,-16 0 0,-1 0-3392,18 0 0,-12 0 3392,-35 0 0,16 0 0,-21 0 0,0 0 0,-21 0 0,16 0 0,-15 0 6784,20 0-6784,0 0 0,0 40 0,0 22 0,-9-9 0,-3 10 0,2-2-811,6-14 0,3-2 0,-2 6 811,-2-2 0,-2 5 0,-1 2 0,2-2 0,1-6 0,4-2 0,2-4 0,-1 3 0,0 5 0,0 4 0,0-1 0,0-5 0,0 8 0,0-2 0,0-8 0,0 1 0,0-5 0,0 22 0,0-26 0,0-4 0,0-8 0,0-1 0,-20-4 0,15-21 0,-36 0 0,36 0 2433,-46 0-2433,43-21 0,-23 16 0,11-36 0,-6 5 0,-30 8 0,32 2 0,-1 1 0,-14 13 0,1-2 0,8-42-916,-11 28 916,10-3 0,3 31 0,-8 0 0,15 0 0,1 0 0,15 0 0,-16 0 0,42 31 0,35-54 0,-14 19 0,1 0 0</inkml:trace>
  <inkml:trace contextRef="#ctx0" brushRef="#br0" timeOffset="33834">5022 2004 24575,'-44'-13'0,"-1"0"0,7 1 0,4 4 0,-7 8 0,31 0 0,-36 9 0,0 2 0,33-6 0,-21 20 0,-4 1 0,13-18 0,-1 23 0,6-31 0,20 0 0,0 0 0,61-31 0,-23 12 0,1 0 0</inkml:trace>
  <inkml:trace contextRef="#ctx0" brushRef="#br0" timeOffset="34510">5506 2165 24575,'41'-3'0,"0"1"0,8-13 0,2 35 0,-46 31 0,36-18 0,-34 29 0,-9 4 0,2-7 0,2-19 0,-9-3 0,-26-6 0,-6-11 0,6-12 0,-4 8 0,-3-1 0,-6-15 0,21 0 0,4 0 0,21 0 0,0 0 0,21-31 0,4 23 0,9-15 0,9-5 0,1 9 0,6 1 0,2-1 0,-4-2 0,0 0 0,0-1 0,0 1 0</inkml:trace>
  <inkml:trace contextRef="#ctx0" brushRef="#br0" timeOffset="34783">6197 2165 24575,'0'-46'0,"0"20"0,0-11 0,0 3 0,0 21 0,4-24 0,-8 2 0,-47 30 0,38-15 0,-24 14 0,3 12 0,29 14 0,-16-15 0,-7 44 0,5 15 0,17-27 0,-1 0 0,-15 2 0,-6 3 0,6 2 0,17 6 0,7 3 0,-4-7-829,-8-9 0,0 0 829,3 25 0,14-4-269,24-23 1,10-13 268,17-17 0,-2-5 0,1-5 0,-20-5 0,-5-6 0,-3-7 0,-2-5 0,11-9 0,1-5 0,-11 1 0,1 1 0,-1 0 0</inkml:trace>
  <inkml:trace contextRef="#ctx0" brushRef="#br0" timeOffset="35617">7718 1428 24575,'19'-55'0,"0"0"0,1 15 0,-9 3 0,-22-1 0,-9 4 0,-8 1 0,11 4 0,-2 2 0,-22 6 0,6 1 0,1 17 0,-2 1 0,-25-19 0,21 20 0,3 2 0,9-1 0,-23 21 0,36 15 0,4 4 0,-14-1-1758,6 12 1,0 14-1,5-17 1758,7-25 0,-2 29 0,-2 20 0,0-12-1017,-9-6 1017,17 3 0,5 15 0,-7-9 0,-15-16 0,-1 0 0,17 5 0,6 8 0,0 1 0,-7-8 0,-20 5 0,-1-4 0,22-9 0,5 1 0,-6-4 0,-21 11 0,1-14 0,20-26 0,-15 38 0,20-51 0,20 0 0,-15 0 0,46 0 0,-22 0 0,27-20 0,-28 2 0,0 0 0,6 4 0,1 0 2460,1-3 0,0 3-2460,0 13 0,-3 2 1370,3-1-1370,25 0 0,-50 31 0,25-17 0,-1 0 0,-27 22 0,23 5 0,-31-15 0</inkml:trace>
  <inkml:trace contextRef="#ctx0" brushRef="#br0" timeOffset="36135">8478 1313 24575,'0'-46'0,"0"20"0,-31 6 0,24 20 0,-24 0 0,11 0 0,14 20 0,-34 6 0,20 19 0,4 7-417,3-19 1,-2 3 416,-7 10 0,-6 8 0,0 4 0,3-4-1671,4 3 0,3-3 1,-2 2 1670,1-7 0,-1 0 0,-1 2 0,-1-1 0,-2 3 0,-3 0 0,3-1 0,7-5-955,11 13 1,-1-5 954,-16-11 0,-8-1 0,14-4 0,32 17 0,41-35 0,3-21-396,-10-4 1,6-3 0,-10-3 395,-7-16 0,15 9 0,14-1 0,-13-3 658,-30-4 1,-2 2 0,34 3 0,-4 4 0,-32-5 0</inkml:trace>
  <inkml:trace contextRef="#ctx0" brushRef="#br0" timeOffset="36935">9100 1474 24575,'0'-55'0,"0"0"0,10 14 0,1 5 0,-6-5 0,15 36 0,-20-15 0,0 20 0,-20 0 0,15 0 0,-36 40 0,36 1-3392,-20 2 0,-2 4 3392,24 0 0,-1-2 0,-21-10 0,-1 4-608,15 5 0,6 9 0,1 2 0,-2-7 608,-7 6 0,0 0-838,3 4 1,2 5-1,6-8 838,9-15 0,6-3 0,13 13 0,5-3 0,-6-16 0,3-3 0,13 10 0,-5 1 0,-10 12 0,20-55 0,0-15 0,-28 1 0,18-23 0,0 0 0</inkml:trace>
  <inkml:trace contextRef="#ctx0" brushRef="#br0" timeOffset="37250">9308 1842 24575,'25'0'0,"-33"31"0,43-28 0,2 2 0,-32 46 0,26-23 0,0 0 0,-21 26 0,11-16 0,-1 1 0,-16 1 0,-8-3 0,-17-4-964,-4 18 964,-1-51 0,-15 0 0,-15 0 0,2 21 0,-2-16 0,35 15 0,21-20 0,0 0 0,21 0 0,22-15 0,19-13 0,2 0 0,-8 5 0,0 1 0,1-1 0,-1 1 0</inkml:trace>
  <inkml:trace contextRef="#ctx0" brushRef="#br0" timeOffset="37434">9953 1842 24575,'-46'0'0,"1"0"0,0 0 0,-1 0 0,2 0 0,4-2 0,4 4 0,-5 29 0,5 18 0,21-13 0,2-1 0,-18 14-1045,31 2 1045,0-25 128,11 11 0,9 3-128,3-13 0,2-1 0,-7 5 0,5-5 0,23-18 0,13-10 0,0-4 0,-8-3 0,0 1 0,1-1 0</inkml:trace>
  <inkml:trace contextRef="#ctx0" brushRef="#br0" timeOffset="37793">9999 1105 24575,'-11'-55'0,"1"0"0,9 13 0,-3 8 0,-16 13 0,40 72 0,-15-38 0,18 23 0,13 17 0,-3 1-1181,-8-1 1,-4 1 0,3 6 1180,-1-7 0,4 4 0,0 3 0,-1 1 0,-4 0-1012,-6-2 0,-2 1 0,-3 0 0,-1 0 0,0-3 1012,3 6 0,0-2 0,-3-2 0,-5 2 0,-5 0 0,-5 2 0,-2-2 0,-1-8-348,-3 3 1,-4-2 347,0-9 0,-4 6 0,-2-3 0,-1-11 0,-2-11 0,-5-6 0,-11 13 0,-6 2 0,4-10-3705,-17-18 3705,3 10 0,4-3 1144,24-14-1144,-3 0 4272,31-31-4272,31 3 0,-3-8 0,29 16 0</inkml:trace>
  <inkml:trace contextRef="#ctx0" brushRef="#br0" timeOffset="38500">10575 1428 24575,'-20'-55'0,"1"0"0,28 12 0,16 9 0,31 17 0,13 14 0,-20 1 0,1 3 0,-3 0-4916,1-1 1,-4 0 4688,-8-2 0,-3 4 2896,24 18-2669,-32-15 0,-4 16 1586,-21-21-1586,0 20 0,-21 16 0,-4-8 0,-13 0 0,-1-5 0,5-18 0,-3 35 0,3 13 0,19-22 0,4 7 0,2 14 0,2 12 0,1 5 0,3-6-252,1 0 1,2-3 0,2 1 251,-3-10 0,0 2 0,2-1 0,5-1 0,5 0 0,5 0 0,1-4 0,0-6-157,3-4 1,1 0 156,2 14 0,2 6 0,-4-4 0,0-3 0,-6-2 0,-8 1 0,-14-4 0,-28-10 0,-7-13 0,4-22 0,-27-9 0,7-8 0,45-9 0,-45 16 0,-7 0 0,27-21 0,-10 27 0,-1 1 0,-8-28 6629,29 62-6629,-3-24 0,48 26 0,18 6 0,-3-13 0,0-1 0</inkml:trace>
  <inkml:trace contextRef="#ctx0" brushRef="#br0" timeOffset="39401">13017 1842 24575,'-57'0'0,"29"-20"0,49-6 0,7 3 0,8 0 0,4 9 0,4 3-428,8 0 0,4 1 428,-9 0 0,3-2 0,-1 4-1214,-7 4 0,1 3 0,2-2 1214,7-5 0,6-3 0,-1 2 0,-6 6 0,8 17 0,-3 3 0,-12-14 0,1-3 0,-1 5 0,-1 10 0,-1 6 0,-7-6 0,14-10 0,-5 14 0,-16 3 0,-79 3 0,19-2 0,0 0 0</inkml:trace>
  <inkml:trace contextRef="#ctx0" brushRef="#br0" timeOffset="39768">13178 2280 24575,'-45'0'0,"0"0"0,-8 0 0,14 0 0,34 0 0,-15 0 0,61-31 0,-31 3-1795,28 14 0,19 3 0,-9 0 1795,-2-9 0,5 12 0,18 3 0,3 1 0,-13 1 0,-10 0 0,-1 0 0,1-1 0,7-2 0,-2 0 0,-8 2 0,-7 3 0,-4 2 0,22-1 0,-6 0 1197,-18 0-1197,39 9 0,-21 2 0,-84-9 0,-18 2 0,-6 16 0</inkml:trace>
  <inkml:trace contextRef="#ctx0" brushRef="#br0" timeOffset="40016">13178 2534 24575,'-64'0'0,"23"0"0,10 0 0,26 0 0,-15 0 0,20 0 0,0 0 0,20 0 0,37 0 0,-18 0 0,6 0-467,-2-4 0,7-2 1,2 0-1,0 1 467,4 2 0,1 2 0,1 0 0,-1 1-1542,-1-1 1,0-1 0,-1 2 0,-2 3 1541,10 6 0,-2 4 0,-8 1 0,-12-2 0,-5 4-86,-5 7 1,-6 5 0,-9 8 0,-4 5 0,3 14-1,1 0 1</inkml:trace>
  <inkml:trace contextRef="#ctx0" brushRef="#br0" timeOffset="41985">16242 1912 24575,'0'-39'0,"0"8"0,-20 31 0,15 0 0,-16 0 0,21 0 0,0 0 0,21 0 0,16 0 0,2 0 0,0 0 0,6 2 0,2-4 0,9-18 0,-15 7 0,3 0-240,-4 0 1,4 1 239,10 2 0,7 1 0,-7 7-2595,-14 12 0,-1 1 2595,8-9 0,4-2 0,-8 3 0,14 17-46,-18-8 0,-2-3 46,-3-4 0,17 15 0,-51-20 0,0 0 0,-31 0 353,23 0-353,-43 0 0,46 0 5280,-15 31-5280,-1-3 0,16 8 0,-4 0 0,-2 0 0,-10-3 0,18 3 0,1 5 0,-9 8 0,2-1 0,9 11-702,0 7 1,0-4 701,0-29 0,0 18 0,0-51 0,0 0 0,20-51 0,1 3 0,4-9 0,-1 2 0,0-1 0,0 1 0</inkml:trace>
  <inkml:trace contextRef="#ctx0" brushRef="#br0" timeOffset="42750">17509 1267 24575,'39'-52'0,"-21"16"0,-6 1 0,-12 7 0,0-8 0,0-5 0,0 36 0,0-16 0,0 21 0,-30-30 0,22 22 0,-23-23 0,31 31 0,0 0 0,0 31 0,31 17 0,-27-5 0,0 7-568,11-3 1,6 4 0,-6-4 567,-11-1 0,-3 3-1172,3 2 1,0 9 0,2-1 0,0-9 1171,5-5 0,-1 2 0,-6-2 0,-1 9 0,-1 5 0,1 2 0,2-3 0,4-7-1167,7-2 0,6-5 0,-1-1 0,-4 3 1167,-6 12 0,-6 6 0,1-3 0,6-6-40,12-7 0,4-5 0,-9-6 40,-14 11 0,47-12 0,-24-36 0,8-36 0,1-8 0,-3-11-840,-20 9 1,-6-2-1,4 1 840,16-11 0,0 1 0,-16 0 0,-4-4 482,-1 6 0,0-2 0,0 0-482,1 8 0,1 1 0,-1-3 142,-1-2 0,0-4 1,-1 0-1,0 6-142,6-14 0,-3 5 0,-8-7 0,-2 6-663,1 2 663,0 18 0,0 5 0,0 15 4032,0 21-4032,0-30 1197,0 22-1197,0-23 1065,0 31 1,51-20 0,-19 7 0,0 0 0</inkml:trace>
  <inkml:trace contextRef="#ctx0" brushRef="#br0" timeOffset="43602">17786 1704 24575,'-64'0'0,"13"-3"0,10 6 0,30 18 0,-30-16 0,11 15 0,22-20 0,-23 0 0,31 0 0,0 0 0,31 0 0,-3 0 0,23 0 0,6 0 0,-18 0 0,1 0 0,17 0 0,-1 0-530,-19 0 0,-5 0 530,4 0-135,0-2 0,-1 4 135,-1 19 0,22 4 0,-36 21 0</inkml:trace>
  <inkml:trace contextRef="#ctx0" brushRef="#br0" timeOffset="44176">18477 2073 24575,'-15'-32'0,"-1"0"0,10-9 0,5 10 0,1 26 0,7-15 0,24 20 0,-11 0 0,37 20 0,-20 6 0,0 4 0,-5-4 0,-3 2-1131,-3 12 0,-11-3 1131,-15-11 0,0 14-219,-20 17 219,-6-3 0,-10-18 0,-12 3 0,4-7 0,12-14 0,-2-3-1060,-8 4 1,-4 1 0,6-8 1059,-17-12 0,29 0 0,-2 0 1359,30 0-1359,0 0 0,71 0 0,-22 0 0,-6-7 0,11-6 0,5-2 0,-3-1 0,-6 0 0,-1 0 0,0 0 0,0 0 0</inkml:trace>
  <inkml:trace contextRef="#ctx0" brushRef="#br0" timeOffset="44452">19260 2073 24575,'0'-45'0,"0"0"0,0-13 0,0 14 0,0 36 0,-32-9 0,-7 3 0,21 14 0,-26-2 0,-5 4 0,-7 29 0,19-9 0,0 5-946,4 8 0,4 1 946,-11 13 175,22-14 0,5 2-175,5 24 0,-9-25 0,3 2 0,24 19 0,11-6 0,7-18 0,13 6 0,5-6 0,8-28 0,-8 2 0,9 1 0,-7-3-4273,16-5 4273,-15-9 0,-1-2 0,3 6 0,-35-35 0,-4-12 0,16 7 0,0 0 0</inkml:trace>
  <inkml:trace contextRef="#ctx0" brushRef="#br0" timeOffset="45984">20735 1059 24575,'7'-25'0,"-4"-26"0,-39 43 0,15-16 0,1-3 0,-16 1 0,-12 0 0,-9 6 0,11 20 0,21-31 0,-27 24 0,24-24 0,-8 31 0,16 0 0,20 0 0,0 31 0,0-24 0,0 26 0,0 6 0,0 2 0,0 8 0,0 2 0,0-13 0,0 0-1014,0 21 1014,6-13 0,2 8 0,-2-5 0,-3-5 0,0 1 0,3 11 0,2 7 0,-2-5-748,-5-1 1,-2 1 747,1-4 0,0 6 0,0 0 0,0-9 0,1-5 0,-2 1 0,-3 0 0,-3 12 0,-1 3 0,-2-5 0,-2-11 0,-8-7 0,-1-1 0,5 19 0,2 9 0,-4-10 0,-10-18 0,4-7 0,19 10 0,-15 0 0,20-21 0,0-15 936,0 16-936,0-21 1573,0 0-1573,20 0 0,-15 0 0,30-9 0,2-3 0,-24 7 0,38-6 0,0 2 0,-38 9 0,24-3 0,-2 6 0,-30 17 0,56-15 0,-20 16 0,-1-21 0,0 0 0</inkml:trace>
  <inkml:trace contextRef="#ctx0" brushRef="#br0" timeOffset="46485">21011 2073 24575,'0'-64'0,"0"13"0,0 30 0,0 16 0,0-15 0,0 20 0,41 0 0,0-31 0,2 26 0,4 2 0,-13-12 0,3-1-1938,8 14 0,6 5 0,-6-4 1938,-8-9 0,0 0 0,18 7 0,7 4 0,-10-4 0,7-18-412,-3 20 0,-4 2 412,-24-1 0,23 0 0,-46 21 0,-5-16 0,-13 30 0,-10 2 0,-5-25 0,-1 37 0,7 5 0,17-21 0,-6 5 0,1 1 3939,10 7-3939,0 10 0,0-7 2699,21-13-2699,15-16 0,-8-20 0,7-20 0,10-15 0,-2-2 0,-5-1 0,1-1 0,-1 1 0</inkml:trace>
  <inkml:trace contextRef="#ctx0" brushRef="#br0" timeOffset="47418">22969 1267 24575,'-25'-52'0,"12"13"0,5 7 0,8 24 0,0-23 0,0 31 0,0 0 0,-30 31 0,22-3 0,-16-2 0,-3 5 0,13 15 0,2 5-601,-14 1 0,-4 6 601,13-12 0,0 5 0,0 2 0,-1-1-1122,-4 0 0,-3 0 0,1-2 0,3-2 1122,1-1 0,3-2 0,0 1 0,-2 4 0,-3 4 0,3-3 0,7-11 0,7 3 0,-15 18 0,-1-4 0,16-31 0,-16-6 0,42 31 0,-16-38 0,15 16 0,1-7 0,-16-22 461,37 0 0,8 0-461,-11 0 0,13 0 0,3 0 0,-19 0 0,-3 0 2384,3 0 0,0 0-2384,0 0 0,-3 0 0,3 0 0,-16 0 0,-20 0 0,21 0 0,5 0 0</inkml:trace>
  <inkml:trace contextRef="#ctx0" brushRef="#br0" timeOffset="48351">24075 1267 24575,'0'25'0,"0"-4"0,0-21 0,0 0 0,-20-21 0,15 16 0,-16-15 0,21 20 0,0 0 0,0-21 0,0 16 0,0-15 0,0 20 0,0 0 0,-51 0 0,24 17 0,0 6 0,-3 7 0,-1 2-2087,-6 4 0,2 2 2087,11 5 0,0 1 0,-6-11 0,-3 1 0,3-1-951,3 10 1,1 4 950,2-7 0,-3 6 0,3 0 0,6-4 0,11 4 0,4 2 0,-6-3 0,-3 6 0,0 0 0,4-6 0,7 4 0,2-3 0,-3-2 0,0 4 0,6-7 0,15-3 0,3-7 0,9 5 0,5-13 0,5-5 0,-7-13 0,1-5 0,2 2 0,-2-4 0,13-24 0,-17-20 0</inkml:trace>
  <inkml:trace contextRef="#ctx0" brushRef="#br0" timeOffset="48734">24075 1912 24575,'0'-39'0,"0"8"0,0 31 0,0 0 0,21 0 0,-16 0 0,18 23 0,5 6 0,0-17 0,0 22 0,4 15 0,-5-9 0,7-1 0,5 8 0,-7 3 0,-27 6 0,-5-7 0,-14-19 0,-7-4 0,-28 0 0,6 1 0,-1-3 0,-10-16 0,14 8 0,3-2 0,12-14 0,4 0 0,21 0 0,0 0 0,0-30 0,37 5 0,26-1 0,1-3 0,-13-1 0,0 0 0,1 0 0,-1 0 0</inkml:trace>
  <inkml:trace contextRef="#ctx0" brushRef="#br0" timeOffset="48935">24651 1912 24575,'-41'0'0,"0"0"0,-5 6 0,3 8 0,10 13 0,4 2 0,-17 5 0,17 11 0,7 2 0,14-16 0,-8 6 0,2 2 0,14 10 0,0-13 0,30 5 0,-6-12 0,1-2 0,16 6 0,-3-13 0,10-1 0,-1-7 0,11-12 0,-1 0 0</inkml:trace>
  <inkml:trace contextRef="#ctx0" brushRef="#br0" timeOffset="49261">24882 1428 24575,'-16'-32'0,"1"0"0,9-9 0,4 10 0,2 26 0,8-15 0,25 38 0,6 15 0,-9 0-238,-1-2 0,6 6 0,-1 3 238,-5 0 0,-1 2 0,-1 1-2144,2 5 1,0 1 0,-2 0 2143,-6-6 0,-2 1 0,-3-1 0,-3 21 0,-6 0-845,-5 0 1,-4-2 844,4-16 0,-4 2 0,-7 10 0,-7 5 0,-10-15 0,-24-26 0,-5-5 0,23 13 0,2 6 0,-3-10 0,-17-21 0,3-5 0,6 21 0,-15-21 0,74-21 0,-5-5 0</inkml:trace>
  <inkml:trace contextRef="#ctx0" brushRef="#br0" timeOffset="50334">25504 944 24575,'63'12'0,"0"0"0,0-1 0,0 1 0,0 0 0,-3-4 0,3-2 0,-2 0 0,-10 1 0,-15 2 0,-8 11 0,3 1 0,-31-16 0,-14 27 0,-3 8 0,9-7 0,-11 4 0,-8 10 0,2-3-4252,4 1 1,1-1 4251,-3-3 0,-2 2 0,4-1 0,1 3 0,4 2-30,0 4 1,1 6-1,5-4 30,6 2 0,3 0 0,-6-7 0,-1 3 0,2-4 0,4 2 0,4-1 0,8 2 0,5 3 0,1-2 0,4 10 0,1 1-1074,-4-3 0,-1 3 0,0-7 1074,1-13 0,-4-2-264,-10 20 1,-6-2 263,3-23 0,0-1 0,0 8 0,0-5 0,0-6 4032,0-10-4032,0-16 0,-51 15 0,18-40 0,-4 18 0,-3-1 0,13-23 0,-2 0-50,-20 21 0,-2 3 50,16-14 0,1 1 1346,-16 13 1,3 4-1347,1-2 478,6 0 0,3 0-478,4 0 0,2 31 0,67-24 0,4 1 0,13 1 0,7-1 0,-1-2 0,6-6 0,1 0 0,-1 0 0,0 0 0</inkml:trace>
  <inkml:trace contextRef="#ctx0" brushRef="#br0" timeOffset="50475">26978 2695 24575,'-23'38'0,"0"1"0,0 3 0,0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0:58:28.4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1474 1221 24575,'39'0'0,"-8"0"0,-31 0 0,0-21 0,0 16 0,0-16 0,20 21 0,-15-30 0,16 22 0,-21-23 0,0 31 0,0 0 0,-21 31 0,-5-8 0,-4 3 0,4 3 0,-2 3-644,-11 3 0,-6 4 0,1 5 644,10 3 0,3 7 0,-1 0 0,-1-7-1288,-9-8 0,-1-5 0,2 6 1288,8 10 0,2 10 0,2-2 0,2-11 0,-4-14 0,6-2 0,12 10 0,0 2-528,-24 7 1,2-3 527,22 15 0,-14-37 0,3-2 0,24 8 0,0-31 0,0 0 1419,21-31-1419,15 24 0,-12-19 0,0 1 0,12 19 1980,10-14 1,0 0-1981,-7 14 0,1-6 0,8-4 0,-8 3-5313,-7 8 5313,3-6 0,0 2 0,-11 9 0,31 0 0,-20 0 0,-2 0 0,7 0 0,2 0 0,-15 0 0,-51 0 0,15 0 0</inkml:trace>
  <inkml:trace contextRef="#ctx0" brushRef="#br0" timeOffset="381">1428 1313 24575,'-25'-26'0,"-26"6"-9831,22 40 8341,-6-15 1490,21 26 0,7 10 1670,7 23-1670,-1-13 0,2 3 0,8 1 0,3 2 0,-2-3 0,2 3 0,1-1 0,3-6 0,1 0 0,-1 1 623,-2 9 1,-2 3-1,-2-4-623,2 7 0,-4-7 0,-8 2 0,0-20 0,0-41 0,0-41 0,0 31 6291,21-31-6291,-16 10 0,15 3 0,-20-28 0</inkml:trace>
  <inkml:trace contextRef="#ctx0" brushRef="#br0" timeOffset="1350">2281 1842 24575,'25'-40'0,"-25"29"0,-5-30 0,-15 21 0,-11 15 0,23-16 0,-22 21 0,30 0 0,-21 0 0,16 0 0,-36 0 0,36 0 0,-36 0 0,5 0 0,-12 0 0,-9 0 0,32 0 0,-13 7 0,4 7 0,21 11 0,-23-3 0,1 2 0,29 33 0,-35-29 0,37 34 0,3-1 0,-19-38 0,23 33 0,14 0 0,9-30 0,0 0 0,8-13 0,3-6 0,-4-7 0,7-7 0,-3-6 0,-11-13 0,0 5 0,-1-4 0,3-31 0,8 7 0,-15 13 0,-21 16 0,0 71 0,0-38 0,0 38 0,34-29 0,3-3 0,-19 12-946,18-10 0,0 4 946,-16 26 0,-15-95 0,16 11 0</inkml:trace>
  <inkml:trace contextRef="#ctx0" brushRef="#br0" timeOffset="1693">2534 1059 8191,'-25'-56'0,"4"28"5063,42 28-5063,14 28 0,-10 25 0,-1 1 1983,12-15-1983,-16 2 0,1 10 0,-1 0-54,1-8 0,0-2 1,-1 6 53,-5 4 0,-2 6 0,0 2 0,0-4 0,5 7 0,1-3 0,-5 5 0,-7-2 0,-3 4 0,-6 0 0,-7-4 0,-9-13 0,-8-3 0,0-1 0,4-1 0,7 8 0,4 0 0,-7-5-421,-11-2 1,-6-3 0,2-16 420,-18-26-202,22 0 202,-6 0-500,14 0 1,21 0 0,0 0-1</inkml:trace>
  <inkml:trace contextRef="#ctx0" brushRef="#br0" timeOffset="16165">4861 1059 24575,'0'26'0,"-20"-6"0,15-20 0,-16 0 0,21 0 0,0 0 0,-20 0 0,14 0 0,-14 0 0,20-20 0,0 15 0,-31-16 0,3 21 0,-8 0 0,16 0 0,20 21 0,0-16 0,0 15 0,0-20 0,0 0 0,51 0 0,-38 0 0,22 3 0,1-6 0,-10-17 0,30 15 0,-22-6 0,1 1-822,1 9 0,0 2 822,-1-1 0,-1 0 0,23 0 0,-9 0 0,1 0 0,10 0 0,-21 0 0,1 0 0,12 0 0,-44 0 0,24 0 1644,-31 21-1644,0-16 0,0 15 0,0-20 0,-31 0 0,24 0 0,-44 31 0,45-3 0,-14 8 0,-1-15 0,16-21 0,-46 20 0,43-15 0,-22 36 0,30-36 0,0 34 0,0 14 0,0-9 0,0 2 0,0 12 0,0 4-1438,0-13 0,0 1 1,0-8 1437,0 4 0,0-6 0,0 7 0,0-1-135,0 9 0,0 0 135,0-7 0,0 2 0,0-2 0,0 7 0,0-5 0,-4-8 0,8-12 0,26-25 0,-22 15 0,23-20 0,-31 0 4241,0 0-4241,-31 0 342,3 0-342,-28 0 0,10 0 0,8 0 0,-1 0-4093,-15 0 4093,3 0 0,-5 0 0,-9 0 0,4 0 0,24 0 0,0 0-823,-13 0 0,-5 0 1,17 0 822,25 0-399,-34-9 0,2-2 399,34 6 0,-25-7 0,1 3 0,27 9 3277,-23 0-3277,62 0 2908,-23 0-2908,27 9 0,1 3-1122,-25-7 0,22-2 0,5-6 0,1-23 0</inkml:trace>
  <inkml:trace contextRef="#ctx0" brushRef="#br0" timeOffset="16633">5138 1842 24575,'-43'0'0,"1"0"0,-14 0 0,35 0 0,21 0 0,0-20 0,0 15 0,-20-16 0,15 1 0,-16 15 0,-9-16 0,22 21 0,-43 0 0,25 0 0,0 0 0,-25 0 0,23 0 0,-8 0 0,16 0 0,20 0 0,0 0 0,71 0 0,-26 0 0,0 0 0</inkml:trace>
  <inkml:trace contextRef="#ctx0" brushRef="#br0" timeOffset="25816">5829 1842 24575,'25'0'0,"-4"-20"0,-21 15 0,0-16 0,0 21 0,0-20 0,0 15 0,0-16 0,0 21 0,0 0 0,0-20 0,0 15 0,0-16 0,0 42 0,0 4 0,0 21 0,20-20 0,16 25 0,-8-23 0,-1-1 0,-2 3 0,0 26 0,23-23 0,1 3 0,-29 11 0,-1-2 0,20-17 0,-7-2 0,-32 25 0,21-30 0,-16-16 0,16 15 0,-21-20 0,0 0 0,-21-20 0,16 15 0,-16-16 0,1 21 0,-6 0 0</inkml:trace>
  <inkml:trace contextRef="#ctx0" brushRef="#br0" timeOffset="26408">5760 2326 24575,'0'57'0,"30"-29"0,-22-28 0,23-8 0,-31-23 0,0 31 0,20-20 0,-15-6 0,28-11 0,6-3 0,-6-13-885,-6 12 0,3 5 885,11 10 0,-2-18 0,-2-4 0,2 0 0,11 7 0,-8 2 0,-37 8 0,16 11 0,-21 15 0,0 5 0,0 5 0,-21 46 0,-5-12 0</inkml:trace>
  <inkml:trace contextRef="#ctx0" brushRef="#br0" timeOffset="29499">7418 1059 24575,'21'-25'0,"-16"4"0,15 21 0,-20 0 0,0 0 0,-20 0 0,15 0 0,-16-30 0,21 22 0,-51-23 0,38 31 0,0 20 0,-3 22 0,-4 17 0,-1 11 0,-2 6 0,1 3 0,0-4 0,2-7 0,3-14 0,-2 2 0,1-9 0,1 0 0,0 10-597,4-9 0,0 9 1,0 5-1,0 5 1,-1 1-1,1-2 1,-1-2-1,1-6 1,-1-7-1,1-11 597,-22 22 0,8-16 0,22 2 0,-46-12 0,43 5 0,-23-36 0,31 16 0,0 9 0,0-2 5966,0 8-5966,0 5 0,0-36 0,0 16 0,0-21 0,31 0 0,-3 0 0,8 0 0,26 0 0,-21 0 0,7 0 0,3 0 0,-25-21 0,0 16 0,11-6 0,-3 2 0,-21 9 0,24 0 0,-2 0 0,-30 0 0,15 0 0,-20 0 0,0 0 0,-41 20 0,-10 6 0</inkml:trace>
  <inkml:trace contextRef="#ctx0" brushRef="#br0" timeOffset="30467">7464 1105 22689,'-55'4'0,"0"0"0,13 12 0,8-9 0,13-38 920,21 31-920,21-20 317,-16 15-317,15-16 160,31 21-160,-17 0 0,3 0 0,2 0 489,8 0-489,9 0 0,-22 0 0,1 0 0,1 0 0,0 0 0,-2 0 0,1 0 0,9 0 0,-1 0 0,11 0 0,-49-20 0,-49-6 0</inkml:trace>
  <inkml:trace contextRef="#ctx0" brushRef="#br0" timeOffset="31092">8202 1589 24575,'0'-64'0,"0"13"0,0 51 0,0 0 0,0 72 0,-8-21 0,-5 8-1576,1-6 0,-2 8 1,-1 3-1,0-4 1576,2-9 0,-1-2 0,1 0 0,-1 1-946,-1 5 0,0 1 1,1-2-1,2-6 946,-1 6 0,5-3 0,7 5 0,2-5-1193,-1 3 1193,0-7 0,0-17 0,0-46 0,0-4 0,0-12 0,0-5 1461,0-9 1,0 5-1462,0 7 0,-3-5 0,6 7 0,18 27 0,-16-16 0,15 21 0</inkml:trace>
  <inkml:trace contextRef="#ctx0" brushRef="#br0" timeOffset="31587">8156 1543 23603,'38'-38'0,"0"-1"0,1 1 0,-1-1 0,1 1 0,-4-15 0,-3-7 0,-2 12 0,-2 27 0,12 56 0,-8 22 0,-18-26 0,-3 0-2498,3 5 0,-2 2 2498,0 6 0,-4-1 0,-5-8 0,-6-1 0,-6 2 0,-2 0 0,10 9 0,-3 0 473,-16-15 0,-1 1-473,10 17 0,-4 1-2184,-30-4 1,-7-5 2183,18-7 0,-1-2 0,-15-1 0,0-9 135,-6-21-135,-1 0 0,29 0 1949,-23 0-1949,46 0 521,-16 0-521,21 0 6784,0-31-6784,52 23 0,1-22 0,-1 30 0,-1 0 0</inkml:trace>
  <inkml:trace contextRef="#ctx0" brushRef="#br0" timeOffset="33090">9215 1428 24575,'23'-26'0,"0"1"0,3 12 0,-5-38 0,-21 51 0,0 0 0,0-21 0,0 16 0,-9 19 0,-11 23 0,-8 19 0,-4 11 0,-2 5 0,1-1 0,5-8 0,7-13-826,1 3 1,6-8 0,-3 11 825,-1-9 0,-4 11 0,-4 7 0,-2 4 0,1 0 0,3-1 0,4-7 0,6-7 0,8-13 0,14 9 0,10-10 0,3 0 0,4-1-115,3 2 0,0-10 115,0-21 0,1 12 0,-6-3 0,-18-19 0,15 0 0,-20-21 2444,0 16-2444,0-15 262,0 20-262,0 0 0,0 20 0,0 6 0</inkml:trace>
  <inkml:trace contextRef="#ctx0" brushRef="#br0" timeOffset="33733">9423 2119 24575,'41'-45'0,"0"0"0,-17 4 0,0 11 0,28 30 0,-47 0 0,36 0 0,-36 20 0,18 7 0,5 2 0,0 25 0,-9-26 0,-2 1 0,-4 7 0,-6-1 0,-7-2 0,-20 24 0,-16-16 0,-13-36 0,14 15 0,-6-20 0,5 31 0,8-23 0,-24 22 0,68-30 0,-1 0 0,16-12 0,7-6 0,3-2 0,0 1 0</inkml:trace>
  <inkml:trace contextRef="#ctx0" brushRef="#br0" timeOffset="34165">10045 1958 24575,'-51'27'0,"-1"1"0,1-1 0,0 1 0,3 3 0,-1 2 0,7 0 0,17-2 0,25 22 0,10-13 0,11-3 0,24-2 0,10-13-4252,-9-22 1,2-3 4251,-2 12 0,2 3 0,-8-10 0,8-33 0,-48-10 0,-38-10 0</inkml:trace>
  <inkml:trace contextRef="#ctx0" brushRef="#br0" timeOffset="34809">10367 1382 24575,'39'52'0,"-1"1"0,-26-10 0,-2 10 0,-4 7 0,-2 4 0,-2 0 0,-2-1 0,-1-6 0,-3 8 0,-3-3 0,-3-1 0,0 1 0,0 3-1405,6-5 1,1 6 0,1 2-1,-1-1 1,-3-5 0,-3-9-1,-7-12 660,-34 11 0,3-32 314,26-41 0,42-35 0,-9 14 0,1 0 0</inkml:trace>
  <inkml:trace contextRef="#ctx0" brushRef="#br0" timeOffset="36650">10690 1059 24575,'36'-13'0,"0"1"0,17-1 0,4 5 0,1 7 0,-1 2 0,-6-1 0,-5 0 0,5 0 0,-43 24 0,-6 18 0,-7 15 0,-4 10 0,-2 7 0,-2 3 0,0-1 0,2-4 0,3-8 0,4-13 0,6 5 0,3-11 0,0 1 0,-4 9-328,-4-4 0,-2 10 0,-3 7 1,-1 4-1,-1 2 0,0-2 1,1-4-1,1-7 0,2-9 1,2-14 327,4 4 0,0-12 0,0 6 1029,0-8-1029,-30 3 538,22-31-538,-23 0 0,31 0 0,0 0 1710,-20 0-1710,15 20 0,-16-15 0,21 16 0,0-1 0,0-15 0,0 16 0,0-21 0,0 0 0,0 20 0,0-15 0,0 16 0,-38 14 0,-16 2 0,18-13 0,-2 0-408,-3 3 1,-4 1 0,5-4 407,-16 7 0,36-62 0,20 24 0,0-24 0,51 11 0,-19 7 0,0 0 0</inkml:trace>
  <inkml:trace contextRef="#ctx0" brushRef="#br0" timeOffset="42166">12971 1428 24575,'0'-58'0,"0"1"0,0-9 0,0 19 0,0 42 0,0 5 0,0 46 0,0 3 0,0 4 0,0-9 0,0 2-389,1 1 1,1 3 0,-5 4 388,-7-2 0,-5 3 0,0 0 0,4-5-569,5-4 1,4-5-1,-3 6 569,-7 13 0,-4 8 0,1-3 0,7-18 0,8-9 0,0 13 0,0-9 0,0-37 0,0 15 0,0-20 1063,0-20-1063,0 15 1808,0-16-1808,0-10 0,0 24 0,0-44 0,22 27 0,7 2 0,3-14 0,0 0 0</inkml:trace>
  <inkml:trace contextRef="#ctx0" brushRef="#br0" timeOffset="42707">13063 1267 24575,'-41'-23'0,"0"0"0,4 11 0,5-2 0,-4-37 0,16 43 0,20-23 0,0 31 0,20-20 0,15 15 0,7 5 0,-8-1 0,1 2 0,14-2 0,2 7 0,5 27 0,-5 6 0,-21-23 0,-1 1-586,13 10 1,-7 2 585,-15 12-704,-20 15 704,0-22 0,0 17 0,-20-31 0,-6 16 0,-10-13 0,-12 1 0,4-2 0,11 0 0,0-3-797,-22 6 0,2-9 797,12-16-341,3 15 0,0 1 341,-1-8 0,-33 22 0,72-30 990,0 0-990,21 0 0,35 0 0,-2 0-1467,-16 0 1,1 0 1466,17 0 0,-22 0 0,1 0 0,6 0 0,0 0 0</inkml:trace>
  <inkml:trace contextRef="#ctx0" brushRef="#br0" timeOffset="43604">13385 2211 24575,'-12'32'0,"-1"0"0,0 9 0,5-10 0,8-26 0,0 15 0,0 11 0,0-23 0,0 43 0,0-46 0,0 15 0,0-20 0,0-51 0,0 38 0,0-21 0,0-3 0,0 11 0,0 1 0,0-10 0,0-2 0,0-17 0,0-7 0,0 20 0,21-10 0,4 17-1150,1-22 1150,7 42 0,6 8-461,25 6 461,-14 0 0,5 0 0,1 0 0,0 0 0,-7 0 0,-3 0 0,15 0 0,-11 5 0,-7-10 0,-35-40 0,-4-3 0,27 25 0,-23-38 0,-21 0 0,-23 44 0,0 5 0,23-23 0,-26 44 0,-18 22 0,10 0 0,4 13 224,21-4 0,-3 16 1,3 5-1,10-3 1,16-12-225,39-10 0,24-12 0,-8 8 122,-32 10 0,-8 8 0,2-2 1,9-17-123,21-23 0,13-18 0,-5-3 0,-20 8 0,-24 13 0,-20-34 0</inkml:trace>
  <inkml:trace contextRef="#ctx0" brushRef="#br0" timeOffset="44557">14445 1958 24575,'8'-49'0,"0"0"0,-19 11 0,30-6 0,3 16-3277,-16 68 0,-9 39 0,0-13 1787,3-20 2429,17 14 0,11 10 1,-1-36-940,-10-62 0,-3-36 0,3-9 0,4 17 859,22 18 1,-1 2-860,-21-25 0,-5-9 0,-2 37 0,-1 67 0,-1 39 0,4-3 0,3-24 0,3-3 0,-2 1 0,-2 11 0,-2 1 0,4-13 0,31-8 0,-51-55 0,0 20 0</inkml:trace>
  <inkml:trace contextRef="#ctx0" brushRef="#br0" timeOffset="45917">14860 2119 24575,'38'26'0,"-7"-26"0,-11-26 0,-7-11 0,0-3-2402,13-14 2402,-6-2-4,-3 9 0,-3 2 4,-6 7 0,6 0 0,2-1 433,5-12-433,-16 43 0,15-23 0,-20 31 1191,0 0-1191,0 31 631,0-23-631,7 25 0,7 5 0,22-7 0,-21 5 0,-2 5-3315,3-7 1,-1 1 3314,-4 0 0,-2 1-210,-6-1 1,-1 0 209,9 3 0,-1 0-4398,-10 24 4398,0-14 0,0-17 0,0-10 0,0-16 4398,0 15-4398,0-20 419,0-20-419,0 15 6784,0-47-6784,0 24 0,0-28 0,0 30 0,0 6 0</inkml:trace>
  <inkml:trace contextRef="#ctx0" brushRef="#br0" timeOffset="46316">15758 2280 24575,'-18'-36'0,"1"0"0,11-8 0,1-1 0</inkml:trace>
  <inkml:trace contextRef="#ctx0" brushRef="#br0" timeOffset="51966">4861 3962 24575,'-10'-41'0,"0"0"0,5-8 0,-16 70 0,21 43 0,0-2 0,0 1-519,0-30 0,0 1 519,0 20 0,0 9 0,0-17 0,0-20 0,0 25 0,0 18 0,0-15 0,0-16 0,10 11 0,1 0 0,-6-3 0,15-21 254,-20-4-254,0-21 0,0 0 0,-20 0 0,15 0 0,-16 0 784,21 0-784,0 0 0,0-21 0,0 16 0,0-15 0,0 20 0,0 0 0,0-21 0,0-4 0</inkml:trace>
  <inkml:trace contextRef="#ctx0" brushRef="#br0" timeOffset="52875">4769 3870 24575,'0'-39'0,"0"-12"0,0 46 0,0-16 0,0 21 0,20 0 0,6-20 0,0-6-6784,25 1 6784,-43 4 0,24 18 0,7 6-4537,2-3 4537,8-30 0,2 22 0,-25-23 0,20 31 0,-7 13 0,-2 5 0,-3 10 0,4-11 0,-5 2 0,-27 22 0,14-16 0,-20 32 0,0-29 0,0 10 0,0-4 4537,0-24-4537,0 31 0,-41-11 0,0-1 0,7-12 0,-1 1 0,7 3 0,0-1 0,-10-6 0,-1-2 0,1-1 0,2 4 3392,5 11 0,0-1-3392,-8-22 0,7 1 0,24 27 0,-23-10 0,31-16 0,0 15 0,0-20 0,0 0 0,31 0 0,-8-21 0,2-9 0,16-2 0,0 0 0</inkml:trace>
  <inkml:trace contextRef="#ctx0" brushRef="#br0" timeOffset="53750">5875 3800 24575,'-36'-12'0,"0"-1"0,4 43 0,0 25 0,-1 6 0,0-13 0,-20-14 0,6 7-1229,30-2 0,3 16 0,3 8 0,2 6 1,4-1-1,3-3 0,4-10 0,3-14 484,14 1 0,8-4 1383,-6 17 0,2 15 0,1-9 0,-3-32-638,15-65 0,-15-13 0,-21-7 0</inkml:trace>
  <inkml:trace contextRef="#ctx0" brushRef="#br0" timeOffset="54985">6290 4284 24575,'-11'-38'0,"1"-1"0,5 6 0,-37 13 0,-8 9 0,11 17 0,1 17 0,0 5 0,-3 0 0,36 28 0,-16 1 0,21-9 0,10 7 0,1-2 0,-6-15 0,1 2 0,8-8 0,27-32 0,0 0 0,8 0 0,-9-34 0,-9-4 0,-20 20-2262,11-23 1,7-15 0,-9 10 2261,-12 7-136,8 0 0,-1 2 136,-15 16 0,0 21 0,0 0 0,-52 72 0,40-54 0,-8 23 0,-2 15 0,12-10 0,31-8 0,-21 3 0,5-5 0,28-21 0,6-9 0,-6-6 1108,23 0 0,-28-22 0,-4-7 0,-5-3 1,0 0-1</inkml:trace>
  <inkml:trace contextRef="#ctx0" brushRef="#br0" timeOffset="55615">6612 3754 24575,'55'26'0,"0"0"0,-10-2 0,1 3 0,-9 6 0,-14 8 0,-8 6 0,1-4-1017,14-1 0,-4 3 1017,-14 10 0,-6 7 0,-3-16 0,-3-20 0,-3 31 0,-4 20 0,-4-16 0,-14-18 0,7 4 0,-2 10 0,1-13 0,-9-10 654,-3 17-654,31-51 84,-20 0 0,15 20 0,-16 6 0</inkml:trace>
  <inkml:trace contextRef="#ctx0" brushRef="#br0" timeOffset="63132">12602 3547 24575,'-38'0'0,"7"0"0,31 0 0,0 0 0,-21 0 0,16 0 0,-15 0 0,20 0 0,0 0 0,72-20 0,-34 14-380,2-8 0,9-7 1,-10 5 379,-6 9 0,18-7 0,13-4 0,-15-2 0,-21-5 0,23 15 0,16 4 0,-21-4 0,-33-10 0,38 20 0,-71 20 0,-16-15 0,8 16 0,-3-21 0,31 20 0,0-15 1139,0 16-1139,-21 30 0,16-38-3392,-6 35 0,2 6 3392,9-20 0,0 0 0,0 8 0,0 6 0,0 10 0,0 0 0,0-12 0,0-13 0,0 1 0,0 14 0,0 16 0,0 4 0,0-6 0,0-18 0,0 2 0,0 7 0,0 2 0,0-15 0,0-8 6784,0-20-6784,0 40 0,0-52 0,0 0 0,0-31 0,0 23 0,-21-43 0,16 46 0,-46-16 0,2 1 0,0 16 0,-11 5 0,6-3 0,7-9 0,1 1 0,-3 8 0,-4 3 0,7 0 0,-10-1 0,27 0 0,-22 21 0,67-16 0,19 15 0,8-20 0,-1 0 0</inkml:trace>
  <inkml:trace contextRef="#ctx0" brushRef="#br0" timeOffset="63795">12809 4031 24575,'-15'-39'0,"25"9"0,-39 26 0,-13 8 0,2-4 0,0 0 0,6 0 0,-1 0 0,-11 3 0,15-6 0,55-28 0,24-10 0,-10 11 0,1 0 0,-1 0 0</inkml:trace>
  <inkml:trace contextRef="#ctx0" brushRef="#br0" timeOffset="64333">13431 4238 24575,'47'-31'0,"1"24"-3277,-3-3 0,9-3 0,-7 5 3028,-13 7 1,-1 2 0,23-1 0,0 0-1,8 0 1</inkml:trace>
  <inkml:trace contextRef="#ctx0" brushRef="#br0" timeOffset="65418">14238 4284 24575,'36'-31'0,"-1"1"0,1-1 0,-23 8 0,29-14 0,16-9 0,-25 16 0,-33 25 0,0-46 0,-20 43 0,-6-22 0,-10 27 0,-5 6 0,-12-3 0,13 0 0,3 0 0,11 0 0,-25 30 0,43-1 0,-16-2 0,-3 2 0,2 17 0,11-9 0,2 3 0,-1 2 0,5 0-3392,16 1 0,5-1 3392,-2-1 0,4-6 0,10-9 0,26-5 0,-2-5 0,2-2 0,-15-8 0,2-4-1513,12 0 1,5-2 0,-11-2 1512,-11-6 0,4-15 0,-2-5 0,-10 2 0,1-30 0,-5-3 0</inkml:trace>
  <inkml:trace contextRef="#ctx0" brushRef="#br0" timeOffset="65814">14929 3432 24575,'-8'60'0,"0"0"0,0 0 0,0 0 0,0 1 0,0-1 0,0 0 0,0 0 0,0 7 0,-1 4 0,0-1 0,0-1 0,2-5 0,1-6 0,3-9-2343,2 15 1,2-10 2342,-1 3 0,0-7 0,0-9 1429,0-36-1429,20 16-5196,-15-42 5196,16 16 0,-21-15 0,31-31 0,-24 38 0,17-22 0,3-2 0,-1 11 0</inkml:trace>
  <inkml:trace contextRef="#ctx0" brushRef="#br0" timeOffset="66358">15252 4123 24575,'6'49'0,"1"1"0,0-1 0,-4-13 0,-1 0-1639,3 24 1,2 6-1,2-33 1,11-77 0,6-15-1</inkml:trace>
  <inkml:trace contextRef="#ctx0" brushRef="#br0" timeOffset="67092">15551 4169 24575,'0'-31'0,"0"67"0,51 3 0,-18-39 0,-4-15 0,-1-9 0,-6-33 0,-3 17 0,6 91 0,6 5 0,11-85 0,1 0 0,-10 77 0,-2-2 0,7-82 0,-5-25 0,-19 20 0,-2 5 0,13 3 0,-4 33 0,-3 43 0,-5 19 0,-10-15 0,1 1 0,12-4 0,5 3 0,-6-10 0,-10-9 0,15-49 0,-20-43 0</inkml:trace>
  <inkml:trace contextRef="#ctx0" brushRef="#br0" timeOffset="67524">15298 3962 24575,'-39'-11'0,"1"1"0,56-15 0,-5-21 0</inkml:trace>
  <inkml:trace contextRef="#ctx0" brushRef="#br0" timeOffset="76308">4608 5989 24575,'5'-59'0,"10"23"0,-35 16 0,20 40 0,0 16 0,0-4 0,0 5 0,0 5 0,0 4 0,0-1-1575,0 12 0,0 1 1575,0-1 0,0 4 0,0-2 0,0-12 0,0-1 0,0 2 0,0 11 0,0 3 0,0-2 0,0-9 0,0-2 0,0-3 0,0 10 0,0-7 0,0 2 0,0-51 0,0 0 0,0-30 0,0 2 0,0-29 0,0 1 0,0 28 3150,0-23-3150,0 45 0,0-14 0,0 20 0,0 0 0,0 0 0</inkml:trace>
  <inkml:trace contextRef="#ctx0" brushRef="#br0" timeOffset="76883">4608 5989 24575,'-26'-39'0,"6"9"0,20 9 0,0 16 0,0-15 0,41 20 0,-31 0 0,27 0 0,17 0 0,-12 0-1802,-19 0 1802,35 4 0,7 12-3094,-22 21 1,-7 3 3093,13-2 0,-6 6 0,-14 4-884,-40-10 1,-9 1 883,7 6 0,-2 0 0,-11-3 0,-5 0 0,0 2 0,-4 2 0,4-13 0,-7-15 0,-9 11 0,-9 9 0,15-13 0,23-20 0,-53 16 0,71-21 0,0-21 1034,0 16-1034,20-15 0,6 20 0,9-9 0,7-3 0,0-1 0,0 1 0</inkml:trace>
  <inkml:trace contextRef="#ctx0" brushRef="#br0" timeOffset="77722">5506 5989 24575,'-42'44'0,"0"0"0,0 0 0,-1 0 0,13-25 0,4 6-1093,11 10 1,2 15 0,0 12 0,2 8-1,1 2 1,3 0 0,3-6 0,3-9-1,3-14 348,14 8 0,7-5 475,-6 11 1,3 14 0,1 4-1,0-11 1,-3-23 0,8-21 0,-6 6-1</inkml:trace>
  <inkml:trace contextRef="#ctx0" brushRef="#br0" timeOffset="79009">5921 6657 24575,'-26'-46'0,"6"0"0,20 20 0,-21 6 0,16 20 0,-15 0 0,-11 0 0,23 0 0,-22 0 0,9 0 0,16 20 0,-36 6 0,22 11 0,2 2 0,-11-5 0,12-1 0,1 5 0,1 2 0,8-3 0,21 2 0,-24 1 0,3-9 0,26-31 0,14 4 0,4-8 0,7-37 0,0-10 0,1 25 0,-3-2 0,-13-10 0,-4-6 0,-10 6 0,-16 2 0,-21 16 0,16 71 0,-15-18 0,16 3 0,8 5 0,3 0 0,6-5 0,23-3 0,-12 8 0,1-10 0,11-47 0,-16 11 0</inkml:trace>
  <inkml:trace contextRef="#ctx0" brushRef="#br0" timeOffset="79583">6197 6081 24575,'0'-38'0,"0"-1"0,0 6 0,0-2 0,0-2 0,0-19 0,0 23 0,0-19 0,21 52 0,-16 0 0,15-20 0,-20 15 0,21 5 0,-16 36 0,20-3 0,1 3 0,-22-1 0,0 1-2503,20 9 1,3 0 2502,-13 1 0,-2 0 0,-1-9 0,3 0-1208,13 16 0,-2 2 1208,-20-4 0,-3 3-464,8-2 0,2 3 0,-3-1 464,-7-8 0,-3-2 0,0 2 0,3 6 0,0 2 0,-6-7 0,-11-8 0,-1-3 0,15 9 0,-5-3-111,-30-17 0,0-2 111,26 33 0,-27-41 0,2-4 0,27 10 3701,-43-21-3701,46 0 2802,-16 0-2802,21 0 0,0 20 0,0-15 535,0 16 1,21 9-1,5 9 1</inkml:trace>
  <inkml:trace contextRef="#ctx0" brushRef="#br0" timeOffset="82237">7096 6565 24575,'-59'-26'0,"23"6"0,16-11 0,20 23 0,0-43 0,0 46 0,-21-16 0,16 21 0,-15 0 0,20 0 0,0 0 0,20 52 0,6-40 0,-1 40 0,-4-32 0,-4 14 0,-4 9 0,-9-2 0,-4 4 0,4-1 0,22 14 0,-1 0 0,-23 9 0,1-6 0,38-13 0,-35 8 0,14-50 0,-20-12 0,22-34 0,7-17 0,-13 2 0,2 0-1768,10 11 1,0-1 1767,-17-19 0,-2 5 0,22 5-243,-21 12 1,-2-7-1,2 7 243,8 11 0,0 3 0,2-44 0,-20 72 0,0 0 0,0 21 0,0 4 0,-20 32 0,-6 2 0</inkml:trace>
  <inkml:trace contextRef="#ctx0" brushRef="#br0" timeOffset="83183">8317 6242 24575,'-15'-38'0,"-1"-1"0,9 6 0,-19 3 0,0 9 0,21 21 0,-27 13 0,-21 13 0,5 7 0,12 9 0,6 7 0,-4 0 0,-10-2 0,-4-2 0,10 7 0,16-4 0,6 6 0,6 0 0,7-6-4252,12 10 1,7-5 4251,-9 0 0,12-2-564,15-21 1,17-2-1,6-2 1,-4-2-1,-13-4 564,-13 1 0,0-3-266,17-3 0,16 2 1,5-3-1,-8-6 1,-17-11 265,-7-33 0,-7-3 0,1-11 0,-3-2 0,-5 4 0,-4-2 0,-3-3 0,0-6 0,-4-4 0,-2-1 0,-4 6 0,-2-4 0,-1 3 0,0 10 0,0 8 0,-3 0 969,-4-10 1,-4-11 0,-5 3 0,-8 16-970,-30 16 0,-2 10-319,24-10 0,-1 8 0,-7 25 0,-5 14 0,10 8 1,24 36-1,-1 0 0</inkml:trace>
  <inkml:trace contextRef="#ctx0" brushRef="#br0" timeOffset="83485">8363 6611 24575,'22'48'0,"0"-1"0,1 1 0,-10-5 0,-1-1 0,6 1-1229,15 5 0,9 3 0,1-2 0,-7-10 1,-8-3-1,-3-16 0,27-51 0</inkml:trace>
  <inkml:trace contextRef="#ctx0" brushRef="#br0" timeOffset="84202">9377 6081 24575,'0'-46'0,"0"20"0,-31 6 0,23 20 0,-22 0 0,30 0 0,-21 0 0,16 0 0,-36 0 0,36 0 0,-46 0 0,23 41 0,-8-31 0,15 51 0,12-22 0,-2-1 0,-7-4 0,0 1-278,3 24 1,2 3 277,-4-15 0,3-2 0,12-9 0,4 2 0,-2 16 0,0-1 0,0-15 0,0-1 0,-2 9 0,4 0 0,12-10 0,3-3 0,11 23 0,15-26 0,1-3 0,-11 1 0,18 2 0,-81-30 0,-9 0 0</inkml:trace>
  <inkml:trace contextRef="#ctx0" brushRef="#br0" timeOffset="85040">9676 6611 24575,'-25'-51'0,"4"10"0,21 41 0,0 0 0,0-31 0,0 23 0,-20-22 0,-16 60 0,8-22 0,3 22 0,0 17 0,3-1 0,6 1 0,1 0 0,-12 8 0,8 1 0,22-4 0,15-12 0,43-35 0,-7 15 0,-20-49 0,0-22 0,-10 8 0,-14 13 0,17-38 0,-13 13 0,-34 55 0,15 31 0,-16 17 0,19-14 0,4 4-1131,2 27 0,13-10 1,39-37-1,-14-1 0,0-1 1</inkml:trace>
  <inkml:trace contextRef="#ctx0" brushRef="#br0" timeOffset="85663">9999 5874 24575,'36'50'0,"-1"-1"0,-23-3 0,-5 9 0,-3 7 0,-1 3 0,2-2 0,3-5 0,7-2 0,5-4 0,-1 1 0,-3 1 0,-9 4 0,-10-3 0,-6 8 0,-5 3 0,-3 1 0,-2-2 0,0-7 0,2-10 0,2-14 0,-18 9 0,-8-4 0,-6 7 0,22-8 0,51 1 0</inkml:trace>
  <inkml:trace contextRef="#ctx0" brushRef="#br0" timeOffset="90366">12533 6196 24575,'19'-29'0,"0"-1"0,12-6 0,-31 16 0,0 20 0,0 0 0,0 20 0,9 14 0,3 9 0,-5 1 0,1 4 0,2 1-173,7 2 0,4 1 1,-3 4 172,-4 2 0,-2 6 0,-1-1 0,1-8-507,6 3 0,0-3 507,-3-1 0,0 3 0,-4-9 0,-6 0 0,36-12 0,-5-67 0,-8-2 0,-1-16 0,-3-9 0,-10-5 0,-2 0 246,0 18 0,1-5-246,0-4 0,2-10 0,-1-1 0,-4 8 0,-6-9 0,-1 4-443,7 8 1,2-1 0,-3 3 442,-8-13 0,-2 17 0,1 38 0,0-31 0,0 41 0,0 0 0,20 41 0,6 10 0</inkml:trace>
  <inkml:trace contextRef="#ctx0" brushRef="#br0" timeOffset="90785">13547 6657 24575,'7'-26'0,"11"6"0,24 15 0,18 7 0,-6 1 0,-7-3 0,-4 0 0,-1 0 0,-7 0 0,-15 0 0,-20 0 0</inkml:trace>
  <inkml:trace contextRef="#ctx0" brushRef="#br0" timeOffset="91789">14491 6357 24575,'-25'-38'0,"22"63"0,6 22 0,-3 10 0,1 11 0,3-4 0,2-15 0,2-2 0,-2 0 0,-7 18 0,-3 1 0,9-33 0,26-64 0,7-7 0</inkml:trace>
  <inkml:trace contextRef="#ctx0" brushRef="#br0" timeOffset="92977">14768 6565 24575,'59'28'0,"-1"0"0,1 0 0,0 0 0,0 0 0,0 1 0,0-1 0,0 0 0,0 0 0</inkml:trace>
  <inkml:trace contextRef="#ctx0" brushRef="#br0" timeOffset="94218">15505 6081 24575,'-32'-23'0,"0"0"0,2-5 0,9 0 0,21-1 0,0-1 0,0 9 0,0 16 0,0-15 0,0 20 0,0 0 0,30 0 0,-22 0 0,23 0 0,-31 0 0,0 51 0,0 3-820,0-2 1,0 8 819,0-13 0,0 2 0,0 1 0,-1 5 0,0 1 0,3-1-1309,4 2 0,2 0 1,-2-4 1308,-3 0 0,-1-1-626,9 13 1,-1-7 625,-10-20 0,10 2 0,0-3 0,-4-17 1188,14-20-1188,-20 0 3910,0 0-3910,0-20 0,0-16 0,0 8 1718,0-3-1718,0 31 0,0-20 0,0-6 0</inkml:trace>
  <inkml:trace contextRef="#ctx0" brushRef="#br0" timeOffset="94568">15344 6519 24575,'-46'-31'0,"20"3"0,6-8 0,20-5 0,0 36 0,0-16 0,20-9 0,-15 22 0,16-23 0,-1 31 0,6 0 0,19 0 0,7 0 0,-18 0 0,1 0 0,15 0 0,0 0 0,-11 0 0,-1 0 0,4 0 0,-2 0 0,13 0 0,-12 3 0,-10-6 0,-26-17 0,16 15 0,-21-16 0,0 21 0,0 0 0,-41 21 0,-11 4 0</inkml:trace>
  <inkml:trace contextRef="#ctx0" brushRef="#br0" timeOffset="95181">15920 6611 24575,'0'64'0,"0"0"0,0-31 0,0 0 0,0 25 0,0-8 0,0-30 0,0-20 0,0-51 0,0 38 0,0-24 0,0 3 0,0 28 0,0-34 0,30-17 0,-22 3 0,6 17 0,3-2 0,5-10 0,-3 0 0,-14 14 0,0 1 0,13-8 0,5 5 0,8 6 0,-24 31 0,24 0 0,-31 0 0,21 0 0,-16 31 0,36-23-3392,-29 25 0,1 5 3392,15-16 0,0-3 0,1 30 0,1-18 0</inkml:trace>
  <inkml:trace contextRef="#ctx0" brushRef="#br0" timeOffset="95878">16519 6519 24575,'-43'30'0,"1"1"0,11-9 0,6 2 0,7 9 0,15 3-3277,39 5 0,23 0 0,-10-20 1787,-13-34 1423,-7-19 0,0-14 1,-16 3 66,-29 4 0,-16 2-228,-6-8 1,-7-2-1,7 26 1,-3 59 0,21 11-1,-1 0 1</inkml:trace>
  <inkml:trace contextRef="#ctx0" brushRef="#br0" timeOffset="97476">14606 5989 24575,'39'-39'0,"-1"1"0,1 0 0</inkml:trace>
  <inkml:trace contextRef="#ctx0" brushRef="#br0" timeOffset="127270">3917 8246 24575,'-43'19'0,"1"1"0,-14-20 0,35-8 0,21-23 0,0 31 0,0 0 0,-20 0 0,15 0 0,-16 0 0,21 0 0,0 0 0,21-20 0,4 15-3392,12-6 0,3 1 3392,14 10 0,-10 0 0,-1 0-4537,6 0 4537,-13-10 0,4 0-537,12 7 0,-1 1 537,8-19 0,4 19 0,-4 4 0,-25-2 0,10 0 0,-1 0 0,-15 0 0,3 0 4005,-31 0-4005,0 0 5988,-31-31-5988,23 24 2402,-22-24-2402,9 31 0,16-20 0,-16 14 0,1-14 0,15 20 0,-16 0 0,21 0 0,0 0 0,-30 0 0,22 0 0,-23 0 0,31 0 0,0 0 0,-20 0 0,15 0 0,-16 0 0,21 0 0,0 0 0,0 20 0,0-14 0,0 14 0,-20-20 0,15 31 0,-16-24 0,21 45 0,-31-47 0,24 15 0,-24 1 0,31-16 0,0 46 0,0-3 0,0 13 0,0 6 0,0 0 0,0-10 0,0 1 0,0 1 0,0 1 0,0 0 0,0-4 0,0 3 0,0 0 0,0-1 0,0-3 0,0-4 0,1 6 0,1-3 0,-1-6 0,-5-10 0,-17 8 0,16-97 0,-15 44 0,-1-24 0,16 31-3392,-38 0 0,-6 0 3392,31 0 0,-23 7 0,-25 8 0,-10 3 0,4 0 0,20-4 0,-7 3 0,11-3 0,-18 3 0,-2 2 0,15-5 0,32-6 0,37-8 0,-11 0 0,41 0 0</inkml:trace>
  <inkml:trace contextRef="#ctx0" brushRef="#br0" timeOffset="127992">4032 9099 24575,'-44'-33'0,"1"1"0,-1-1 0,-4 17 0,-2 6 0,2-2 0,-10-16 0,1 5 0,-13 22 0,27 7 0,76-4 0,21-4 0,-6-11 0,-1 0 0</inkml:trace>
  <inkml:trace contextRef="#ctx0" brushRef="#br0" timeOffset="128874">4608 9006 24575,'-13'-39'0,"0"-1"0,-7-1 0,20 0 0,20 41 0,6 0 0,10-2 0,5 4-3392,-5 16 0,2 5 3392,10-5 0,-4 5 0,-16 18 0,-7 8 0,0 7 0,-12 0 0,-20-16 0,-8 0 0,0 17 0,-11-7 0,-10-34 0,-10-11 0,7 2 0,11 10 0,0-3-160,-36-11 1,13-6 159,47 3 6626,-22 20-6626,60-14 0,19 14 0,-10-29 0,7-12 0,2 0 0,4 0 0,0-1 0,0 1 0</inkml:trace>
  <inkml:trace contextRef="#ctx0" brushRef="#br0" timeOffset="129218">5391 8891 24575,'-20'-25'0,"14"-27"0,-35 24 0,6-8 0,1 48 0,-1 7 0,-6-6 0,10 19 0,0 8 0,-9-2 0,3 0 0,17-10 0,2 3 0,-11 23 0,0 10 0,15-13 0,35-7 0,-14 5 0,11-6 0,30-37 0,16-18 0,-7-3-437,-18 4 0,-1-3 437,11-4 0,5-2 0,-8 1 0,5-9 0,-95-2 0,11 30 0</inkml:trace>
  <inkml:trace contextRef="#ctx0" brushRef="#br0" timeOffset="130438">6520 8085 24575,'-59'-20'0,"14"19"0,3-4 0,9-36 0,-18 36 0,30-15 0,16 20 0,-36 0 0,5-21 0,-13 16 0,21-20 0,0-1 0,-18 18 0,21-22 0,4 60 0,21-1 0,0 6 0,0 21 0,0 1 0,0-13 0,1-3 0,0 11 0,-3 3 0,-3-5 0,-1 3 0,-3 3 0,-2 3 0,0-8 0,-2 5 0,-1 1 0,-1 0 0,1 0 0,2-3 0,1 3 0,2-1 0,1-2 0,-2 0 0,-1-1 0,-11 17 0,-6 4 0,7-12 0,21-25 0,51-37 0,-38-7 0,35-10 0,6 3 0,-21 14 0,31 0 0,0 0 0,-25 0 0,25 20 0,-16-9 0,-58-34 0,25 15 0</inkml:trace>
  <inkml:trace contextRef="#ctx0" brushRef="#br0" timeOffset="131151">6935 8361 24575,'-13'46'0,"0"1"0,1-11 0,4 2 0,6 24 0,4 1-4916,-2-23 1,0-3 4170,0 2 0,0-1 745,0 16 939,0-1 0,0 1-939,0 0 0,0-14 0,0-3 1844,0-12-1844,0 12 0,0-2 0,0-22 0,20 38 0,-15-51 911,16-21 1,-18-34-1,-6-18 1,3 15 0,0 0-1,0 0 1</inkml:trace>
  <inkml:trace contextRef="#ctx0" brushRef="#br0" timeOffset="131584">6935 8315 24575,'0'-45'0,"0"0"0,0 0 0,0 9 0,0 3 0,-4-8 0,8 10 0,37 31 0,0 0 0,7 0 0,-8 11 0,5 8 0,-7 2 0,-16 6 0,0 0 0,18-8 0,10-1 0,-12 6 0,-20 32 0,-8 1-1228,20-8 1228,-27-10 0,-6 1 0,3 11 0,-14-12 0,-2-1 0,8 0-3189,-39 1 1,-8-6 3188,16-13-857,-23-17 0,-4-1 857,12 19 356,6-9 0,-1-4-356,-12-2 0,12 14 0,18-20 0,62 0 5882,-3 0-5882,8 0 0,17 13 0,7 5 0,-3 1 0,1 0 0</inkml:trace>
  <inkml:trace contextRef="#ctx0" brushRef="#br0" timeOffset="132242">7994 8039 24575,'-40'44'0,"0"0"0,-1 0 0,1 1 0,7-1 0,5-2 0,0 2-299,-5 4 1,0 1 0,6 0 298,12-7 0,4-1 0,2 4 0,-3 14 0,2 4 0,3-3 0,4 4 0,6 0 0,7-4 0,5 3 0,9-17 0,11-29 0,2-9 293,11 13-293,-9-20 0,-6-2 0,-23 1 0,31-21 0,-41-4 0</inkml:trace>
  <inkml:trace contextRef="#ctx0" brushRef="#br0" timeOffset="132758">8087 8684 24575,'29'-19'0,"0"0"0,7-12 0,3 74 0,-6 16 0,-20-33 0,-28 20 0,-17 21 0,0-3 0,19-26 0,18-31 0,-48 40 0,4-7 0,91-63 0,1 0 0</inkml:trace>
  <inkml:trace contextRef="#ctx0" brushRef="#br0" timeOffset="133283">8686 8615 24575,'-50'13'0,"0"-1"0,9 12 0,1 6 0,3 1 0,-7 3 0,9 6 0,13 15 0,10 9 0,15-19 0,38-27 0,2 5 0,9 6 0,-6-10 0,7-19 0,9 0 0,-101 0 0</inkml:trace>
  <inkml:trace contextRef="#ctx0" brushRef="#br0" timeOffset="134328">8893 8200 24575,'0'-42'0,"0"0"0,0-15 0,-21 37 0,16 20 0,-15-21 0,20 16 0,0-15 0,0 20 0,0-21 0,0 16 0,0-46 0,0 43 0,20-22 0,6 81 0,20-18 0,-17 18 0,-2 6-1738,-1-22 1,-3 4 1737,-8 11 0,-4 8 0,-1-2 0,2 7 0,-4 2-1878,-6-4 1,-3 5-1,0-4 1878,1 4 0,0-1 0,1-13 0,0 2 0,-3-4-439,-8-4 1,0-3 438,10-2 0,-5-5 0,-21-14 0,0-3 0,19 17-124,-27-11 1,-4-2 123,7 13 1047,-7-32 0,0-8-1047,9-1 0,-1-46 6113,30 43-6113,0-22 1542,0 30-1542,30 0 0,-22 0 0,23 0 96,-31 0 1,61 30-1,-22-10 1,-1-1 0</inkml:trace>
  <inkml:trace contextRef="#ctx0" brushRef="#br0" timeOffset="135100">9584 8684 24575,'-32'-19'0,"0"0"0,-19-12 0,51 31 0,0 0 0,0 31 0,0-24 0,0 24 0,0-31 0,0 0 0,0 20 0,0-15 0,9 28 0,2 6 0,-6-6 0,21 4 0,0 3-548,-22-1 1,-1-1 547,28 16 0,-18-1 0,-5 1 0,-3 0 0,15-14 0,1-3 0,-16-12 0,15-4 0,-20-21 0,0 0 0,31-21 0,-23-35 0,27 30 0,1-2-208,-30-9 0,-1-2 208,31-1 0,-1 3 0,-27-17 0,18 1 0,-1-1 0,-23 15 0,1 3 0,18 5 0,-1 1 0,-18-7 0,1 2 0,38-13 0,-36 7 0,16-21 0,-21 57 0,0-15 0,0 20 0,0 0 251,0 20 1,-9 15 0,-3 7 0,0 13 0,-1 0 0</inkml:trace>
  <inkml:trace contextRef="#ctx0" brushRef="#br0" timeOffset="136588">10897 8246 24575,'-20'-46'0,"-6"-10"0,1 28 0,-27-3 0,45 31 0,-24 0 0,10 0 0,-16 33 0,-2 6 0,0-21 0,15 13 0,-3 16 0,2 4 0,9-6 0,10-3 0,7 3 0,-3 2 0,-2 12 0,3 2 0,8-6 0,13-16 0,28-16 0,21-11 0,6-12 0,-10-10 0,-25-10-2835,-39-32 1,-28-18 0,23 5 2834,38 28 0,23 4 0,6 2 0,-11-1 0,-28-4-257,-40-15 1,-31-12 0,-13 2 0,2 17 0,19 28 0,18 41 0,4 19-1,-7 1 1,0 0 0,0 0 0</inkml:trace>
  <inkml:trace contextRef="#ctx0" brushRef="#br0" timeOffset="137010">10851 8684 24575,'48'42'0,"-1"0"0,1 0 0,0 0 0,-1 0 0,-3-3 0,1 1 0,-1 0 0,0-1 0</inkml:trace>
  <inkml:trace contextRef="#ctx0" brushRef="#br0" timeOffset="138009">11911 8085 24575,'0'-49'0,"0"1"0,0 9 0,0-32 0,0 71 0,0 0 0,-21 30 0,16-1 0,-29-12 0,-3 1 0,24 23 0,-21-29 0,-4 2 0,18 19 0,4 11 0,0 4 0,1 6 0,-2 0 0,-3-6 0,0-2 0,3 3-404,6 8 1,4 2-1,0-6 404,-6-7 0,5-2 0,16-2 0,8 2 0,1-2 0,2 5 0,3 0 0,-1-4 0,3 2 0,0-7 0,3-6 0,3-8 0,9-8 0,-2-11 0,-3-26 0,17-5 0</inkml:trace>
  <inkml:trace contextRef="#ctx0" brushRef="#br0" timeOffset="138593">12118 8684 24575,'-32'-19'0,"0"0"0,-19-12 0,51 10 0,0 16 0,31-15 0,-3 20 0,15 0 0,1 0 0,-11 0-2415,6-3 0,-6 6 2415,-28 17-83,39-2 0,4 0 83,-30 10 0,21-2 0,-6-1 0,-33 1 0,0 0 0,0 25 0,-31-44 0,3 45 2389,-8-48 0,-5-3-2389,-1 19 0,2 1 0,-14-16 109,14 6 0,9-2-109,26-9 0,-16 0 0,21 0 0,0 0 0,21 0 0,4 0 0,32-20 0,1-6 0</inkml:trace>
  <inkml:trace contextRef="#ctx0" brushRef="#br0" timeOffset="138935">12602 8615 24575,'21'-51'0,"-10"16"0,3 8 0,12 22 0,-6-15 0,-20 20 0,0 0 0,0-31 0,0 23 0,-20-23 0,-6 31 0,-30 0 0,7 31 0,4-9 0,3 5-674,25 2 1,1 3 673,-20 7 0,0-1 0,11 11 0,13-6 0,-2 1 0,-8-17 0,3-1 0,14 31 0,5-16 0,5-5 0,36 12 0,-14-28 0,2-4 0,25 4 0,-16-18 0,1-4 0,17 2 0,-28 0 0,10 5 0,-4-10 0,-26-26 0,-6-9 0,19-5 0,-1 0 0</inkml:trace>
  <inkml:trace contextRef="#ctx0" brushRef="#br0" timeOffset="139443">12856 8085 24575,'0'-46'0,"0"20"0,0 6 0,51 20 0,-18 20-2835,0 7 1,7 9 0,-6-1 2834,-4 0 0,-6 4 0,-3 6 0,-1 5 0,-4-4 859,-4-11 1,-4 1-860,-4 14 0,-5 8 0,-2-5 0,-5 3 0,-4-1-1368,1-6 0,-1 3 0,-1-8 1368,-15 13-49,3-33 1,-2-7 48,2-12 0,-13 6 0,-1-2 4703,6-9-4703,-7 0 0,8 0 0,27 0 0,-16 0 0,42 0 0,5 0 0</inkml:trace>
  <inkml:trace contextRef="#ctx0" brushRef="#br0" timeOffset="140896">13178 8039 24575,'-56'-21'0,"79"-15"0,28-4 0,-2 17 0,7 5 0,-2 0 0,2-13 0,0 5 0,-1 10 0,3 5 0,-15 23 0,-29 20 0,-12 21 0,-9 14 0,-6 9 0,-3 3 0,2-1 0,2-8 0,7-13 0,8 10 0,4-10 0,-1 14 0,-4-21 0,2 13 0,1 8 0,1 6 0,-2 2 0,-1 1 0,-3-5 0,-3-6 0,-4-9 0,-5-12 0,-6-17 0,-34-14 0,-11-25 0,14 17 0,34 47 0,15 17 0,-10-33 0,-29-59 0,-10-29 0,29 13 0,75 35 0,0 0 0</inkml:trace>
  <inkml:trace contextRef="#ctx0" brushRef="#br0" timeOffset="142744">14929 8039 24575,'-59'0'0,"3"0"0,30 0 0,6 0 0,20 0 0,0 0 0,20 0 0,37 0 0,-4 0-299,8 0 0,6 0 299,-3 1 0,3-2 0,-7-5 0,5-2 0,-3 1 0,-11 6 0,-2 0 0,-3-2 0,8-8 0,-9 2 0,-14 9 0,-62 20 0,3 6 0,-8 0 0,-2 17 0,5 6 0,20-1 0,-9-10 0,-7 4 0,8-1-703,18-4 1,1-3 702,-18 15-276,20 2 276,0-5 0,-1-6 0,0 8 0,3-3 0,8-1 0,0-1 0,-7 21 0,-1 0 0,9-14 0,-1-3 0,-9-2 0,-2 0-827,1 9 0,0-3 827,0 5 1794,0-15-1794,0-36 278,-21 16-278,16-21 0,-36 0 0,16 0 0,-1 0 0,-33-10 0,-5-1 0,18 6 0,7-7 0,-6-4 0,1 3 0,-8 11 0,7-1 0,6-17 0,-11 18 0,8 4 1861,37-2-1861,-46 0 0,43 0 0,-22 0 0,30 0 0,30 20 0,-2-15 0,8 16 0,-15-21 0,20-21 0,10-4 0</inkml:trace>
  <inkml:trace contextRef="#ctx0" brushRef="#br0" timeOffset="143168">15344 8776 24575,'0'-51'0,"-21"10"0,16 41 0,-15 0 0,-1 0 0,16 0 0,-15 0 0,20 0 0,0 0 0,-52 0 0,40 0 0,-40 0 0,1 20 0,38-15 0,-19 6 0,-7-1 0,-18-10 0,24 0 0,-6 3 0,6-6 0,28-18 0,5 16 0,42-6 0,24 2 0,-17 9 0,1 0 0,-1 0 0</inkml:trace>
  <inkml:trace contextRef="#ctx0" brushRef="#br0" timeOffset="143586">15874 8891 24575,'51'-19'0,"0"-1"0,0 1 0,0-1 0,1 1 0,-21 9 0,2 2 0,31-3 0,0-1 0,0 0 0,0 1 0</inkml:trace>
  <inkml:trace contextRef="#ctx0" brushRef="#br0" timeOffset="144373">16979 8684 24575,'0'-38'0,"-9"1"0,-2 2 0,6 4 0,-36 46-2835,24 34 1,7 24 0,1-5 2834,-1-25 0,1-2 0,0 5 343,-1 9 1,-3 12 0,2-1 0,7-11 0,11-26-344,44-42 0,-17 31 0,4-69 0,0-1 0</inkml:trace>
  <inkml:trace contextRef="#ctx0" brushRef="#br0" timeOffset="144777">17141 8776 24575,'58'11'0,"-1"0"0,1-1 0,0 1 0,0 0 0,4-8 0,4-5 0,-2 0 0,-7 5 0,-14 10 0,-11 34 0,-5-9 0,21-58 0,1 1 0</inkml:trace>
  <inkml:trace contextRef="#ctx0" brushRef="#br0" timeOffset="145235">18108 7878 24575,'0'-59'0,"0"0"0,0 15 0,0 96 0,0-19 0,0 10-1093,1-3 1,1 13 0,0 9 0,1 6-1,0 3 1,0-1 0,0-5 0,-1-8-1,0-10 596,0 2 1,-1-10-1,1 8 257,1 14 1,1 19-1,0 4 1,0-7 0,0-21-1,-3-35 1,-1-41 0,0-6-1</inkml:trace>
  <inkml:trace contextRef="#ctx0" brushRef="#br0" timeOffset="145563">17947 8477 24575,'-29'-40'0,"-1"0"0,6 3 0,12 3 0,43-15 0,2 18-1967,7 16 1,16-1 0,8 0 0,-2 2 0,-12 4 1221,-3 1 0,0 0 475,8-8 1,15-7 0,0-1-1,-15 6 1,-33 12 0,-61 22 0,1-10-1</inkml:trace>
  <inkml:trace contextRef="#ctx0" brushRef="#br0" timeOffset="146317">18408 8523 24575,'19'48'0,"0"1"0,-2-20 0,-3 1 0,-11 24 0,-6-1 0,3-4 0,0-13 0,0-16 0,0-20 0,0 0 0,20-51 0,-14 18 0,4-6 0,0 1 0,-10 12 0,0-25 0,0 23 0,0-28 0,20 30 0,16-15 0,13 5 0,7 8 0,-30-3 0,15 31 0,-5 31 0,-8-23 0,10 14 0,-5 7 0,-22 17 0,9-10 0,1 0 0</inkml:trace>
  <inkml:trace contextRef="#ctx0" brushRef="#br0" timeOffset="146867">19053 8523 24575,'-26'0'0,"6"0"0,20 0 0,0 0 0,0 20 0,0 6 0,-31-1 0,23 27 0,-43-45 0,26 44 0,-1 6 0,6-4 0,20 4 0,-31-16 0,23-36 0,-9 29 0,3 3 0,14-24 0,0 38 0,31-30 0,18-16 0,-8 16 0,-5-20 0,-1-2 0,-6 1 0,27-21 0,-18-4 0,1-6 0,-1-4 0,-2-4-802,-3-17 1,-5-1 801,-6 19 0,-3 2 0,-1-8 0,-5 1 0,-10 6 0,2 5 0,25-9 0,-41 6 0,-8 8 0,11 22 0,-43-15 0,-5 20 0,2 0 0,-3 0 0,16 0 0,16 20 0,-1-15 1603,6 16-1603,20-1 0,0-15 0,41 16 0,10-21 0</inkml:trace>
  <inkml:trace contextRef="#ctx0" brushRef="#br0" timeOffset="147602">17141 8246 24575,'-26'0'0,"-15"0"-9831,36-41 8341,-15 0 1589,20-7 0,16 20 1,8 5-1,28-3 1</inkml:trace>
  <inkml:trace contextRef="#ctx0" brushRef="#br0" timeOffset="171218">1267 11010 24575,'0'-44'0,"0"-1"0,0-8 0,0 14 0,0 34 0,0-16 0,0 21 0,0 0 0,0-31 0,0 24 0,0-24 0,0 31 0,0 0 0,0 31 0,-20-24 0,-6 45 0,0-26 0,-4 4-2262,-3 15 1,-1 8 0,1-5 2261,-1-9 0,-1 1 0,4 8 0,-3 10 0,1-1 0,3-15-54,3-20 1,0-1 53,-4 20 0,-5 13 0,2 3 0,7-9 0,7-3 0,2-3 0,-8-3 0,-2 0 0,10-4 0,18 6 0,0-41 0,0 0 0,31-21 6731,17-4-6731,-3 11 0,2 2 0,-10 0 0,1 3 80,16 10 0,-1-2-80,-15-13 0,-2-2 0,11 12 0,-1 0 0,-10-12 0,-3 1 0,3 15 0,-16 0 0,-71 31 0,19-12 0,0 0 0</inkml:trace>
  <inkml:trace contextRef="#ctx0" brushRef="#br0" timeOffset="171962">1175 11057 24575,'0'-59'0,"0"0"0,0 84 0,0 36 0,0 16 0,0-7 0,0-18 0,0 1 0,0 1 0,0-1 0,0-2 0,0 6 0,0-2 0,0 1 0,0 2 0,0 6 0,0 11 0,0-3 0,0-18 0,0-33 0,0-63 0,0 0 0</inkml:trace>
  <inkml:trace contextRef="#ctx0" brushRef="#br0" timeOffset="173118">1912 10964 24575,'-2'60'0,"0"0"0,0 0 0,0-1 0,0 1 0,-1 0 0,-22-3 0,-15 5 0,-6 0 0,-1-3 0,9-6 0,14-10 0,22-13 0,57-26 0,1 0 0,-1 0 0</inkml:trace>
  <inkml:trace contextRef="#ctx0" brushRef="#br0" timeOffset="174585">1958 11010 24575,'-18'-41'0,"-1"1"0,0-1 0,-9 18 0,21 48 0,8 27 0,2 11 0,0-6 0,-2-1 0,1-1 0,2 3-220,3-2 1,3 5 0,-1-2 0,-4-10 219,-4-8 0,-2-3 0,1 19 0,0-6 0,0-23 288,0 2-288,0-30 146,0 0-146,-31 0 0,24 0 0,-24 0 443,31 0-443,0 0 0,0-30 0,0 22 0,0-23 0,0 11 0,0 15 0,0-36 0,0 5 0,0 8 0,-20-23 0,14 46 0,-34-16 0,14 21 0,0 0 0,6 0 0,-11 0 0,3 21 0,-28-16 0,26 18 0,3 5 0,-1 0 0,0 0 0,5 0 0,18-2 0,-16 25 0,1-2 0,17-13 0,1-1 0,-19 14 0,21 2 0,21-25 0,6-3 0,2 0 0,4 2 0,12-10 0,3-9 0,13-27 0,-7 16 0,-16-13 0,-5-5 0,-7-2 0,30-1 0,-28-25 0,3 43 0,-31-43 0,0 26 0,0-1 0,0 5 0,0 21 0,0 0 0,-31 41 0,-7 11 0</inkml:trace>
  <inkml:trace contextRef="#ctx0" brushRef="#br0" timeOffset="175402">2212 10688 24575,'0'-56'0,"0"27"0,0-1 0,0 9 0,0 16 0,0-15 0,0-1 0,0-4 0,0-1 0,0 6 0,0 20 0,0 0 0,30 0 0,-1 0 0,-2 16 0,2 9 0,0 2 0,-2 7-1632,-9 4 1,-3 6 0,1-1 1631,13 12 0,-2 0 0,-15-14 0,-4 1 0,-2 9-738,-3-1 1,-2 11-1,-1 6 1,0 3-1,-2-2 1,1-5-1,0-10 738,1 5 0,0-8 0,-5 8 0,-3-8 0,-2 11 0,-3 6 0,-2 2 0,-1-3 0,-1-6 0,0-11 0,0-15 0,-8-10 0,-4-10 0,-22 12 0,2-11 0,19-22 0,60-24 0,-22 62 0,23 7 0</inkml:trace>
  <inkml:trace contextRef="#ctx0" brushRef="#br0" timeOffset="178652">4170 10734 24575,'31'-46'0,"-24"-10"0,24 27 0,-31-1 0,0 30 0,21 0 0,-16-21 0,15 16 0,-20-15 0,0 20 0,0 0 0,-20 0 0,15 0 0,-16 0 0,21 0 0,-31 0 0,24 0 0,-45 0 0,27 20 0,-21-15 0,20 46 0,-9-27 0,-1 1 0,19 11 0,0 0 0,-26-13 0,-1 2 0,25 14 0,6 7 0,-3-8 0,-13-16 0,1 0 0,14 34 0,3 6 0,-16-22 0,2-4 0,18 18 0,-24 2-3392,19-17 0,4-6 3392,2-20 0,-5 21 0,2 3 0,9-11 0,-2 11 0,4 3 0,18 14 0,-17-12 0,0 3 0,5-10 0,4-1 0,4 1 0,-1 1 0,-12 1 0,1-4 0,27 2 0,-10 27 0,-16-52 6784,36 31-6784,-36-10 0,15-24 0,-20 24 0,0-62 0,0 24 0,0-45 0,0 47 0,0-15 0,0-1 0,0 16 0,0-15 0</inkml:trace>
  <inkml:trace contextRef="#ctx0" brushRef="#br0" timeOffset="179768">4400 11010 24575,'0'-56'0,"0"28"0,0-3 0,0 31 0,0 0 0,-30 0 0,22 0 0,-23-20 0,31 15 0,0-16 0,0 21 0,0 0 0,0 21 0,31 35 0,-23-2 0,7-14 0,6 7 0,-6-6 0,-10 18 0,9-17 0,7 10 0,0 3 0,-5-5 0,-10-2 0,-5-1 0,4 2-699,10 3 0,5 4 0,1 0 0,-5-3 699,-6 1 0,-2-3 0,0-5 0,3-1 0,3-8-1068,27 4 1068,-36-41 0,16 0 0,-21 0 0,0 0 0,0-21 2626,0-4-2626,0-21 0,24-2 0,3-1 0,-21 14 0,1 0 82,27-13 0,4-3-82,-20-2 0,-1-2 0,5 12 0,3-1 0,-3 1 0,-1-14 0,-1-2 0,5 1 0,3-4 0,-9 14 0,-11 9 0,8-23 0,-1 1 0,-15 28 0,0-23 0,0 35 0,0 21 0,0 0 1074,-31 0-1074,23 0 0,-23 0 0,31 0 0,0 0 0,0 51 0,0 13 0</inkml:trace>
  <inkml:trace contextRef="#ctx0" brushRef="#br0" timeOffset="180369">4446 11425 24575,'57'-4'0,"-1"0"0,0 0 0,1 0 0,-1 0 0,-30-2 0,27 2 0,1 0 0,0 0 0,0 0 0,-1 0 0</inkml:trace>
  <inkml:trace contextRef="#ctx0" brushRef="#br0" timeOffset="181628">5299 11425 24575,'-30'28'0,"1"0"0,-7-30 0,16 25 0,20-54 0,0 31 0,0 0 0,20 0 0,-15 0 0,46 0 0,-2 31 0,-3 3 0,0 11 0,-16-2 0,-5 6 0,-6 0 0,-8-4 0,-5 1 0,-7-1 0,-5 2 0,-6 1 0,-11-10 0,-20-15 0,-11-10 0,5-1 0,11 6 0,2-5 0,-56-13 0,92 0 0,112 0 0,-65 0 0,0 0 0,0 0 0</inkml:trace>
  <inkml:trace contextRef="#ctx0" brushRef="#br0" timeOffset="182117">5714 11632 24575,'0'-38'0,"0"0"0,20-16 0,-15-2 0,16 35 0,-21 21 0,0 0 0,-21 0 0,16 0 0,-27 4 0,-8 13 0,20 18 0,4 14 0,-1-5 0,-16-10 0,4 3 0,11 22 0,8 10 0,18-18 0,26-31 0,8-6 0,-12 13 0,-1-3 0,9-20 0,1-8 0,6-6 0,-18-1 0,-66 6 0,27-15 0</inkml:trace>
  <inkml:trace contextRef="#ctx0" brushRef="#br0" timeOffset="183151">6036 10895 24575,'0'-25'0,"0"-16"0,0 36 0,-20-16 0,15 21 0,-16-31 0,21 24 0,0-24 0,0 31 0,0-20 0,0 14 0,0-14 0,0 20 0,21 0 0,-16 20 0,23-4 0,5 4 0,-12 27 0,-1 6-1098,15-10 1,-1 4 1097,-18 1 0,-5 6 0,-2-3 0,2 3 0,-2 2 0,-2-11 0,-1 4 0,-1 3 0,-2-1 0,-5 4 0,-3 2 0,-1-1 0,4-1 0,7 9 0,3-1 0,-6-1-939,-13 5 0,-6-2 0,4-12 939,8-5 0,-17-20 0,-7-4 0,-20 1 0,8 1 0,-20-26 0,56-5 1856,-16-36-1856,21 36 3156,0-16-3156,0 21 0,0 0 0,21 0 0,-16 0 0,56 0 0,-10 0 0</inkml:trace>
  <inkml:trace contextRef="#ctx0" brushRef="#br0" timeOffset="183829">7096 10734 24575,'0'-51'0,"0"10"0,0 41 0,0 0 0,-31 0 0,3 0 0,-28 0 0,30 41 0,-15-31 0,23 26 0,0 0 0,-10-29 0,2 26 0,1 6 0,-1 2 0,15-7 0,-3 1 0,-22-8 0,0 2 0,17 27 0,5 6-3392,-15-5 0,1 1 3392,18-15 0,4 0 0,2 2 0,2 4 0,3 2 0,0-3-594,-1 8 1,0-2 593,-1 6 0,2 1 0,5 0 0,8-2 0,11-9 0,7-8-22,3-13 1,4-4 21,8 5 0,-2-9 0,4-21 0,2-31 0,-46 24 0,16-45 0,-21 47 0,0 5 0,0 26 0</inkml:trace>
  <inkml:trace contextRef="#ctx0" brushRef="#br0" timeOffset="185095">7418 11172 24575,'-15'-50'0,"0"0"0,7 4 0,-8-10 0,1 20 0,15 61 0,6 37 0,3 18 0,0-3 0,-2-22-2503,-3-22 1,0 1 2502,-1 9 0,-1 12 0,1 8 0,1 3 0,3-4 0,4-8 280,9 7 1,4 2 0,1-15 0,-1-28-281,-4-56 0,-1-32 0,6 28 0,7 63 0,5 24 0,-4-27 0,-15-39 0,-3-23 0,0-17 0,-3-12 0,0-9 0,-2-2 0,-1 1 0,-1 6 0,-1 12 0,0 15 0,2-13 0,0 2 0,-4 8 0,2-17 0,0-8 0,0 2 0,1 9 0,0 19 0,1 27 0,6 39 0,-30 37 0,25-15 0,0 0 0</inkml:trace>
  <inkml:trace contextRef="#ctx0" brushRef="#br0" timeOffset="185746">7511 11333 24575,'-39'-15'0,"1"-1"0,4 9 0,-17-24 0,51 31 0,0 0 0,31 0 0,2-10 0,3-1 0,2 9 0,1-1 0,5-7 0,2 0 0,0 9 0,-5 2 0,-8-1 0,10-10 0,-14-1 0,-45 6 0,11-15 0</inkml:trace>
  <inkml:trace contextRef="#ctx0" brushRef="#br0" timeOffset="186835">7994 11540 24575,'-20'34'0,"15"-47"0,-5 45 0,-1 31 0,11-15 0,21-30 0,-19 35 0,1-4 0,17-41 0,1 23 0,15-38 0,5-17 0,-12-14 0,1-3 0,10 17 0,-4-1-439,-20-25 1,-11 8 438,-5 37 0,0-28 0,0-6 0,0 6 0,0-23 0,0 35 0,0 21 0,0 0 0,-21 0 877,16 0-877,-15 21 0,20 14 0,0 14 0,-1-8 0,2 5 0,4 0 0,4 4 0,-3 0-2000,-4-6 1,-1-1 0,1 0 1999,5 6 0,1 1 0,-2-3 0,-5 7 0,-2 0-374,1-6 1,0 2-1,0-2 374,0 1 0,0 2-673,0 5 1,0 6 0,0-12 672,0 4 0,-10-9 0,-1-3 0,6-14 0,-27-9 0,-7-7 0,5-12-308,-13-14 0,-3-3 308,-11 10 0,16-25 0,0-8 196,-2 11 1,2-3-197,5-14 0,6-3 0,5 2 0,1 2 989,0 8 0,5 5-989,15-4 0,-22 15 0,60 42 0,-7 4 0,3 6 0,15 11 0,0 1 0</inkml:trace>
  <inkml:trace contextRef="#ctx0" brushRef="#br0" timeOffset="187626">8570 10803 24575,'-23'-40'0,"0"1"0,18-2 0,10 0 0,21 41 0,15 20 0,-6 16 0,5 16 0,-8 9 0,-15-8 0,-5 7 0,-3 5 0,-4 2 0,-2 0-285,-1-13 1,-3 3 0,-1 1-1,-1 0 1,-2-1 0,0-1-1,-1-4 285,-1 5 0,1-2 0,-3-2 0,-3-3 0,-5-4-65,-14 5 0,-8 0 1,2-13-1,16-25 0,21-59 1,25 26-1</inkml:trace>
  <inkml:trace contextRef="#ctx0" brushRef="#br0" timeOffset="191237">9791 10527 24575,'-51'-17'0,"0"1"0,0 0 0,0-1 0,-1 1 0,21-10 0,-2 3 0,-223-8-4015,256 31 4015,0 0 1242,0 31-1242,0 1 0,0 5 0,0 20 0,0 4-2064,0 4 0,0 1 2064,0-21 0,0 0 0,0 0 0,0 18 0,0 0-2249,3-3 0,-6-3 2249,-12-10 0,0 1 0,12 18 0,-2-4-553,-10-32 1,-1-1 552,4 25 0,4-1 0,3-4 0,-16-13 0,9 19 0,4 2 0,3-3 1405,-6-4 0,1 0-1405,10 1 0,0-25 5343,0 20-5343,0-21 4351,0-4-4351,21-21 0,-16 0 0,15 0 0,1 0 0,16-8 0,3-5 0,-2-12 0,27 13 0,-7-2 0,-45-6 0,38 20 0,-31-21 0,-15 16 0,-5 46 0,-12-2 0,-1-1 0</inkml:trace>
  <inkml:trace contextRef="#ctx0" brushRef="#br0" timeOffset="192113">10206 10964 24575,'0'-64'0,"0"13"0,0 51 0,0 0 0,-20 0 0,14 0 0,-14 0 0,20 0 0,0 0 0,0 21 0,0 15 0,0 12 0,0 8-777,0-9 777,0-9 0,0 0 0,0 16 0,0-2 0,0 4 0,0-4 0,0 0 0,0 3 0,0 1 0,0 1 0,0-2 0,0-19 0,0-3 0,0 24 0,0-32 0,0-4 0,0-62 0,0 30 0,0-30 0,0 41 155,0 0 0,-20-51 1,7 19-1,0 0 1</inkml:trace>
  <inkml:trace contextRef="#ctx0" brushRef="#br0" timeOffset="192767">10160 10964 24575,'-26'-42'0,"1"0"0,26-25 0,16 6-9831,11 23 9086,-8-4 0,9 12 1419,11 44 0,14 26 1,-1 9-1,-16-9-674,-9 17 434,1-20 0,10 8 0,-6 1 0,-21-6-434,-36-3 0,-20-5 0,-1-3 0,-4 1 0,-2-1 0,8-3 0,-3 3 0,5-8 0,2-7 0,6-7 0,2-7 0,54 51 0,-25-38 1122,38 38 0,-2-68 0,3-17 0,-5 2 0,0 0 1</inkml:trace>
  <inkml:trace contextRef="#ctx0" brushRef="#br0" timeOffset="193475">11012 10642 24575,'-29'-30'0,"0"1"0,-7-7 0,15 16 0,21 20 0,-20 20 0,15-15 0,-16 18 0,1 5 0,15 1 0,-14 16 0,-9 14 0,3-5 0,8-8 0,1 0-163,-2 14 1,0 6 0,-3-7 162,-6-11 0,3-2 0,19-3 0,5 3 0,-3-1 0,-12 10 0,0 0 0,8-3 0,14 1 0,21-8 0,13 0 0,-8-7 0,-7 0 0,13-10 0,12 0 0,-18-12 0,-28-16 0,15 0 0,-20 0 0</inkml:trace>
  <inkml:trace contextRef="#ctx0" brushRef="#br0" timeOffset="194089">11059 11218 24575,'-57'0'0,"9"0"0,104 0 0,-31 23 0,4 5 0,34-15 0,-1 7 0,-33 23 0,-9 13 0,-13-6 0,-12-18 0,-10 0-2262,-8 11 1,-6 5 0,-1-11 2261,-29-9 0,14 0 0,18-5 0,48-18 0,-16 16 0,16-21 0,-1-52 0,-7 20 0,0 0 0</inkml:trace>
  <inkml:trace contextRef="#ctx0" brushRef="#br0" timeOffset="194567">11588 11264 24575,'0'-26'0,"0"-15"0,0 36 0,0-46 0,-20 43 0,15-22 0,-46 30 0,22 0 0,-6 30 0,-6-22 0,36 43 0,-16-46 0,1 36 0,2-3 0,0 1 0,-10 20-947,0-21 0,4 1 947,19 12-593,-15-23 593,20 28 0,20-30 0,16 25 0,-8-43-5960,23 22 5960,-45-30 0,14 0 1226,21 0-1226,0 0 437,8 0-437,2 0 0,-46 0 0,-5-30 0,-26-9 0</inkml:trace>
  <inkml:trace contextRef="#ctx0" brushRef="#br0" timeOffset="194834">11750 11586 24575,'10'-32'0,"0"0"0,26-19 0,-8 51 0,3 31 0,-31-3 0,0 8 0,0 0 0,0 0-6784,0-3 6784,-15 6 0,-1-1 0,8-13 0,-15 3 0,-5-5 0,3-15 0,-21 23 0</inkml:trace>
  <inkml:trace contextRef="#ctx0" brushRef="#br0" timeOffset="196104">12164 11264 24575,'-46'0'0,"21"0"0,-27 0 0,45 0 0,-24 0 0,31 0 0,0 0 0,-20 0 0,14 31 0,-14-3 0,18 10 0,4 0 0,-2-7 0,-3 5 0,6 0 0,20-10 0,5-4-582,5 19 582,-6-1 0,3-8 0,11-24 0,-5-8 0,12-8 0,-12-43 0,-3 3 0,-4-1 0,-19-15-2197,-8 16 0,-2-7 0,-2 9 2197,-8-8 0,-12 25 0,3 2 153,19 7-153,-21 20 0,16 20 0,-16-15 0,18 34 0,6 14 0,-4 2 0,2 0-908,9 3 0,1 0 908,-9 6 0,1 0 0,7-16 0,1 3 0,-5-2 0,-1 6 0,0 1 0,-1-3 0,-1-1 0,-2-3 0,0 3 0,2 8 0,0 6 0,-2-1 0,-8-10 0,-18 5 0,-6-10 0,8-3 0,-8-9 2865,-31-18 1,-4-20-2866,26-20 0,1-8 0,-6 9 0,-3-1 0,8-3 152,11-15 1,4-1-153,-15 14 0,8 2 0,27-13 0,56 15 0,-14 20 0,6 2 0,6-1 0,1 0 0,-1 0 0</inkml:trace>
  <inkml:trace contextRef="#ctx0" brushRef="#br0" timeOffset="196969">12533 10481 24575,'43'5'0,"1"0"0,0 0 0,-23 36 0,-11 20 0,-2 4 0,6-7-496,17-8 1,4-5-1,-9 11 496,-18-4 0,-7 10 0,-5 7 0,-3 2 0,0-3 0,0-7 0,3-11 241,5 12 1,-7-6-242,-12-7 0,-8 6 0,-1-5 0,6-15 0,3-15 247,-54-20-247,72 0 0,21 0 0,4 0 0</inkml:trace>
  <inkml:trace contextRef="#ctx0" brushRef="#br0" timeOffset="198276">12902 10365 24575,'-46'0'0,"92"-40"0,-8 29 0,3 0 0,13-3 0,3 2 0,-4 8 0,-3 14 0,-4 7 0,1-3 0,2-10 0,0-3 0,-6 5 0,3 11 0,-20 6 0,-56 13 0,-12 0 0,24 3 0,-11 3 0,-14 14 0,1 0 0,13-11 0,11 6 0,-5 1 0,-6 10 0,9-2 0,17 6 0,6-6 0,-3-20 0,0-1 0,0 15 0,0 5 0,0-10 0,0 2 0,0-8 0,0 13 0,0-11 0,0 8 0,0-2 0,0 11 0,0-12 0,0-27 0,0 70 0,0-93 0,0 30 0,0-22 0,0 23 0,-51-31 0,10 0 0,-3 0 0,-1 0 0,1 0-1131,-5 0 0,21 0 1,79 0-1,-6 0 0,0 0 1</inkml:trace>
  <inkml:trace contextRef="#ctx0" brushRef="#br0" timeOffset="213102">4078 13337 24575,'0'-26'0,"0"6"0,0 20 0,0 0 0,0-31 0,0 24 0,0-24 0,0 31 0,0 0 0,-21 0 0,16 0 0,-15 0 0,20 31 0,0-24 0,9 46 0,2 17 0,-9-13 0,1 1-916,9-14 1,4 1-1,-3 2 916,-3 11 0,-3 2 0,2-9 0,16 8 0,-16-6 0,-4 12 0,2-4 0,9-2 0,-1 0 0,-12-7 0,-2 3 0,2-1 0,6-7 0,2-2 0,0-4 0,0-3 0,-1-2 0,-9 5 0,3-5 0,16-10 0,-20 25 0,0-44 0,0 24 0,0-31 0,0 0 2747,0 21-2747,0-16 0,0 36 0,0-36 0,0 15 0,0-20-6784,0 0 6784,0-20 0,0-6 0,0-30 0,21 7-558,-5 7 0,3-3 558,4 9 0,3-2 0,3-8 0,2-7 0,-4-2 0,-7-5 0,-4-3 0,2 0 0,0 14 0,1 2 0,1-2 0,0-1 0,0-9 0,0-3 0,0 2 0,-3 8 0,-1 2 0,1 5 0,12-5 0,-7 8 0,-22 22 0,0 15 6232,0-16-6232,-31 42 0,24-16 0,-24 15 0,10-20 0,-4 0 0</inkml:trace>
  <inkml:trace contextRef="#ctx0" brushRef="#br0" timeOffset="213619">4124 14028 24575,'-51'0'0,"10"0"0,41 0 0,164 0 0,-120-9 0,0-3 0,1 2 0,12 7 0,2 4 0,-9-6 0,-17-11 0,1 1 0</inkml:trace>
  <inkml:trace contextRef="#ctx0" brushRef="#br0" timeOffset="215159">4769 14235 24575,'5'-25'0,"10"4"0,-66 21 0,44 0 0,-24 21 0,10 4 0,19 13 0,-1 1 0,-17-6 0,28 7 0,13 8 0,1-13 0,11-17 0,19 20 0,4-4 0,-2-34 0,-25-26 0,2-18 0,-3-5 0,-9 4 0,-15-10 0,-5-3 0,18-10 0,6-4 0,-20 31 0,-54 61 0,53 18 0,11 19 0,-8-15 0,-1 10 0,0 8 0,0 5 0,0 0 0,1-1 0,0-5 0,0-8-256,4 5 1,0-7-1,0 0 1,-3 7 255,-1 1 0,-1 9 0,0 6 0,-2-1 0,-3-5 0,-3-9 0,-6-14 0,-10 1 0,-13-18 0,-18-17 0,-17-12 0,-4-8 0,7-5 0,16-2 0,5-5 0,0-3 0,-1-2-966,-12-5 1,-2-3-1,3-1 1,10 3 965,-4-10 0,29 8 0,62 16 0,25 10 0,-16 10 0,-1 0 0,1 0 0</inkml:trace>
  <inkml:trace contextRef="#ctx0" brushRef="#br0" timeOffset="216901">6359 13429 24575,'-39'-46'0,"9"0"0,30-10 0,0 7 0,0 13 0,-21 16 0,16 20 0,-36 0 0,-15 0 0,2 0 0,16 0 0,-1 0 0,-17 0 0,7 20 0,13-15 0,16 47 0,20-24 0,0 28 0,0-10 0,0-10 0,0 5 0,-2 22 0,4-1-244,8-26 0,0 2 244,-7 21 0,-3 8 0,2-8-1969,9-22 1,-1 0 1968,-8 12 0,-3 7 0,0-5 0,1-8 0,0-1 0,0 13 0,0-3 0,0 2-503,-10-15 0,-1-1 503,6 8 0,-30 3 0,-1-1 0,23-10 0,-16 18 0,7-9 0,22-40 367,-21 45-367,16-27 3780,-15 1-3780,20-6 0,0-20 0,0 0 1284,51-20-1284,-18 15 0,3-5 0,5-1 0,9 0 0,-3 2 0,-8 4 0,22-6 0,0 1 0,-27 10-6784,22 0 6784,-15 0 0,-36 0 0,16 0 0,-21 0 0,0 0 0</inkml:trace>
  <inkml:trace contextRef="#ctx0" brushRef="#br0" timeOffset="217526">6819 13590 24575,'-2'62'0,"-1"0"0,1 0 0,-1 0 0,1 0 0,-1 0 0,0 0 0,1 0 0,-1 0 0,1 0 0,-2 4 0,-1 5 0,0 1 0,-1-2 0,2-5 0,2-8 0,3-11 0,3-15 0,17 0 0,-16-62 0,15 24 0,-20-24 0,0 11 0,0-6 0,0-20 0</inkml:trace>
  <inkml:trace contextRef="#ctx0" brushRef="#br0" timeOffset="218074">6773 13544 24575,'64'10'0,"0"-1"0,0 1 0,0 0 0,-76 39 0,-4 9-1071,45-25 1,23 0-1,6 0 1,-8 1 0,-26 0 1070,-37 15 0,-25 0 0,-9-7 401,3-16 1,-10-7 0,3-4 0,16-3-402,15-2 0,-28 4 0,-13 3 0,31-7 0,76-10 0</inkml:trace>
  <inkml:trace contextRef="#ctx0" brushRef="#br0" timeOffset="219041">7879 13498 24575,'19'-29'0,"1"-1"0,10-5 0,-30-6 0,-51 35 0,38-14 0,-20 27 0,-5 6 0,2-7 0,8 35-3392,-7-12 0,-2-2 3392,-4 6 0,8 1 0,-3 4 0,-3-1 0,1 3 0,2 7 0,11 16 0,22-18 0,7 12 0,6 9 0,3 3 0,1 2 0,1-4 0,-3-5 0,-3-11 0,-3 11 0,-1-11 0,4 8 0,4-4 0,5 15 0,3 6 0,1-2 0,0-11 0,-4-19 0,-4-27 0,7-58 0,-21 0 0,0 2 0,0-1 0</inkml:trace>
  <inkml:trace contextRef="#ctx0" brushRef="#br0" timeOffset="220137">8317 14189 24575,'0'-59'0,"-31"3"0,24 31 0,-24 4 0,31 21 0,-21-31 0,-4 24 0,-1-24 0,-25 31 0,43 0-6784,-43 31 6784,46-24 0,-14 39 0,-3 11 0,-4 2 0,13-2 0,1-2 0,-9-6 0,-9 2 0,22-46 0,8 36 0,8-15 0,27 2 0,1 0 0,-26 0 0,33-30 0,7-16 0,-22-7 0,-3-4 0,7 0 0,-2-4 0,-8-14 0,-3 2 6784,12 12-6784,-27-30 0,-1-2 0,28 27 0,-28-17 0,-6 7 0,3 41 0,0-24 0,-14 69 0,-3 26 0,12-17 0,3 4 0,0 6 0,2 8 0,2-6-1857,-1 4 0,5-8 1857,10-19 0,-1-3 0,-15 18 0,41-46 0,0 16-85,-6-26 0,-1-11 1,-13-8-1,-6-8 0,-5-10 1,0 0-1</inkml:trace>
  <inkml:trace contextRef="#ctx0" brushRef="#br0" timeOffset="220485">8778 14351 24575,'0'-59'0,"30"23"0,-22 15 0,23 21 0,-11 21 0,-15 35 0,16-23 0,-19 2 0,-4 2 0,2 19 0,0-2 0,-10-16 0,-1 1 0,6 17 0,-15-28 0,-11 3 0,3-31 0,-8 0 0,16 0 0,20 0 0,0 0 0</inkml:trace>
  <inkml:trace contextRef="#ctx0" brushRef="#br0" timeOffset="221852">9261 14189 24575,'0'-38'0,"0"7"0,-20 31 0,15 0 0,-16 0 0,21 0 0,0 0 0,-30 0 0,22 0 0,-23 0 0,31 0 0,0 0 0,0 31 0,-20-23 0,15 22 0,-16-30 0,21 21 0,0-16 0,0 36 0,0-5 0,0-8 0,21 23 0,-16-46 0,46 16 0,-23-1 0,28-15 0,1 16 0,-29-42 0,23-4 0,-36-13 0,-4-1 0,14 6 0,-12-3 0,-5 0 0,-8 0 0,0 2 0,0-1 0,0-6 0,0 0 0,0 41 0,-21 0 0,16 0 0,-15 0 0,20 21 0,0 4 0,0 31 0,0-27 0,9 21 0,2 2 0,-6-14-1602,6 20 1,-1 2 1601,-10 2 0,10-29 0,0 3 0,-7 6 0,-1 3-838,9 6 1,-1 3 837,-9 10 0,-2 2 0,2-20 0,-1 0 0,-1 0 0,-4 4 0,-2 0 0,-2-4 0,-1 1 0,-5-4 0,-7-1 0,-2-7 0,-2-15-616,-25-20 616,2 0 0,14-8 0,-1-4 0,0 1 0,3-4 0,4-12 0,1-2 0,-1 5 0,2-1 0,-1-31 0,-23 30 2778,45 6-2778,-14 20 1907,20 0-1907,0 0 0,20-31 0,16 23 0,-3-8 0,3 2 0,5 14 0,0 0 0</inkml:trace>
  <inkml:trace contextRef="#ctx0" brushRef="#br0" timeOffset="222652">9745 13544 24575,'30'45'0,"0"0"0,1 0 0,-1-1 0,-27 6 0,-10 4 0,-7 4 0,0 1 0,2 1 0,10-3 0,9-1 0,9 0 0,3-1 0,-1 1 0,-3-1 0,-9 0-1093,-9 18 1,-8 7 0,-4-4 0,-3-16-1,1-29 1,-3-31 0,65-32 0,0 0-1</inkml:trace>
  <inkml:trace contextRef="#ctx0" brushRef="#br0" timeOffset="224028">9999 13291 24575,'-46'0'0,"6"0"0,3 0 0,4 0 0,-6 3 0,6-6 0,28-28 0,5 24 0,28-29 0,21 0 0,-3 28 0,9 9 0,-5-4 0,-2-18 0,3 1 0,6 15 0,11 5 0,-3 3 0,-19-1 0,-15-2 0,20 15 0,-10 11 0,-49 15 0,-9-6 0,-10 11 0,-1 4 0,8 0 0,12 6 0,7 2 0,0 1 0,-4-4 0,-15 2 0,-4-3 0,6 9 0,13-8 0,5 10 0,2 6 0,3 2 0,1-3 0,1-6 0,-1-11 0,2-2 0,1-8 0,-1 6 0,-2 11 0,-1 11 0,-1 3 0,1-7 0,1-14 0,5-8 0,-2-13 0,-9-12 0,0-20 0,0 0 0,-20-20 0,-6 15 0,-21 3 0,-3 4 0,12 3 0,-28 1 0,9 8 0,44 17 0,-38-23 0,51 43 0,0-46 0,0 15 0,21-38 0,9-15 0,2 1 0,0 0 0</inkml:trace>
  <inkml:trace contextRef="#ctx0" brushRef="#br0" timeOffset="272535">4493 16447 24575,'0'-46'0,"0"20"0,0 6 0,0-1 0,0 16 0,0-15 0,-21 20 0,16-31 0,-16 23 0,21-23 0,-20 11 0,15 15 0,-16-16 0,21 21 0,0 52 0,0 1 0,-5-11 0,-4 10 0,0 4 0,2-1-696,3-2 1,3 1 0,0 1 0,-1 3 695,-2-4 0,-2 4 0,0 1 0,0 1 0,1-2 0,1-4-854,3 6 1,1-4 0,1-1-1,-1-1 854,-1 0 0,-1 1 0,1-4 0,5-6 0,11 4 0,1-8 0,-8 0 0,22 0 0,-30-62 0,0-4 0,0-12 0,0-3 0,0-14-1616,0 9 1,0 3 1615,0 14 2642,0-3-2642,0-10 0,0 31 0,-30-31 0,22 41 0,8 0 0,38 0 0</inkml:trace>
  <inkml:trace contextRef="#ctx0" brushRef="#br0" timeOffset="273116">4493 16309 24575,'-6'-52'0,"38"51"0,24 17 0,5 1 0,-10-10 0,-2-31 0,-3 9 0,-6 39 0,8 22 0,-2 11 0,-13 2 0,-21-9 0,-32-9 0,-23-3 0,-8-1 0,11 5 0,18 10 0,7 6 0,-2-2 0,-11-9 0,-22-5 0,-15-4 0,4-12 0,22-19 0,27-28 0,-19 16 0,67-16 0,12 21 0,9 0 0</inkml:trace>
  <inkml:trace contextRef="#ctx0" brushRef="#br0" timeOffset="273695">5667 16078 24575,'-30'-46'0,"22"-10"0,-23 28 0,11-3 0,-6 31 0,1 0 0,-13 30 0,4 12 0,21 6 0,-5-8 0,-10 15 0,-5 7 0,-1 3 0,4-3 0,9-11-273,9-1 1,6-6-1,-4 8 273,-2-5 0,-5 9 0,-3 6 0,-1 3 0,1-1 0,1-3 0,5-7 0,4-10 0,1 17 0,13-4 0,10-4 0,9 11 0,4 1 0,0-7 0,-5-16 0,11 1 0,19-13 0,16 0 0,-24-18 0,-37-17 0,24-16 0</inkml:trace>
  <inkml:trace contextRef="#ctx0" brushRef="#br0" timeOffset="275140">6197 16838 24575,'-15'-29'0,"0"-1"0,-14-5 0,-27 14 0,10 21 0,21 0 0,4 0 0,21 21 0,-47 14 0,-8 6 0,29 18-326,-13-19 0,-10 5 0,14-2 326,30 1 0,5-3 0,-10-10 0,0 2 0,5 24 0,10-2 0,15-9 0,-6 1 0,8-4 0,24-19 0,8-12 0,-10-5 0,1-14 0,-5-22 0,1-16 0,-1-6 0,-7 7 0,-1-1 0,-5-2-182,-7 2 0,2-7 1,-4 1-1,-7 7 182,-8 3 0,-6 5 942,3-25-942,-6 25 0,-8 2-3266,-13 4 1,-2 4 3265,-5 1 0,-17 25 0,51 56 0,0-13 0,0 8 0,0 1 0,0-3 0,0 1 0,0 2-233,0-3 1,-2 4 0,2-1 0,2-4 232,3-2 0,2-3 0,2-2 0,5 25 0,7-19 0,28-49 0,-13 19 0,-15-47 0,-1-11 0,16 5 0,-7 7 0,1-1 0</inkml:trace>
  <inkml:trace contextRef="#ctx0" brushRef="#br0" timeOffset="275560">6727 17138 24575,'-59'0'0,"24"0"0,14 0 0,72 0 0,-38 0 0,22 20 0,2 11 0,-12 23-3392,-12-23 0,0-1 3392,7 11-4537,-20-10 4537,0-3 0,0 8 0,0-16 0,-41-20 0,0 0 0,7 10 0,-1 1 0,0-6 0,11 20 0,7 1 0,11-18 0,-14 22 0,40-30 0,6 0 0</inkml:trace>
  <inkml:trace contextRef="#ctx0" brushRef="#br0" timeOffset="276441">7557 16884 24575,'-52'-25'0,"11"4"0,41 21 0,0 0 0,0-30 0,0 22 0,-20-23 0,15 31 0,-16 0 0,21 0 0,0 0 0,-30 0 0,2 31 0,-8-23 0,15 16 0,1 3 0,-16-2 0,12-3 0,-1 2 0,-4 4 0,2 1 0,1 19 0,6 9 0,20-1 0,-31-7 0,23 7 0,-22-10 0,30-20-6784,0 25 6784,0-44 0,0 45 0,0-47 0,30 15 0,-22-20 0,43 0 0,6 0 0,-4-20-455,3 6 0,-4-8 455,-34-11 0,-3-3 0,22 6 0,-2-2 0,-20-5 0,-5-2 0,3 4 0,0 1 0,9-13 0,-3 1 0,-14-7 6333,16 1-6333,-42 52 0,-4 0 0,-1 0 0,-15 0 0,36 21 0,-16 15 0,20-3 0,2 3 0,-1 0 0,0 0 0,0-1 0,0-1 0,0 22 0,21-10 0,-1-16 0,6-4 680,3-8 1,3-8-681,15-3 0,-4-14 0,-19-22 0,-7-11 0,3-13 0,1-1 0</inkml:trace>
  <inkml:trace contextRef="#ctx0" brushRef="#br0" timeOffset="277305">7948 16078 24575,'41'-46'0,"-8"77"0,3 34 0,-2-2 0,-11-26 0,-2-2 0,-1 11-184,-5 3 0,1 11 1,-1 7-1,-2 4 0,-3 0 1,-6-5-1,-6-8 184,-9-4 0,-9-6 0,-3-2 0,-1 0 0,5 3 0,5 10 0,4 4 0,0 0 0,-2-6 0,-6-9 0,-14-8 0,-5-9 0,9-3-1931,7 24 0,21-47 0,0 15 0</inkml:trace>
  <inkml:trace contextRef="#ctx0" brushRef="#br0" timeOffset="356353">13754 16193 24575,'-36'-28'0,"0"0"0,18 0 0,-30 8 0,4 9 0,39 11 0,-15 0 0,20 0 0,0 0 0,-52 0 0,40 0 0,-40 0 0,52 0 0,0 0 0,52 51 0,-40 13-754,-3-26 0,3 12 0,2 9 1,1 7-1,2 2 0,-1 1 0,0-3 1,-3-7-1,-2-9 754,1 4 0,-4-10 0,1 1 0,1 9 0,-1-4 0,0 9 0,2 6 0,-1 2 0,2 2 0,-1-2 0,1-5 0,-1-7 0,1-9-852,7 9 0,1-12 1,-3 0 851,-3 15 0,0-1-1846,14 7 1,-4-10 1845,-19-29 0,15-4 0,-20-21 0,21-113 0,-16 65 237,4 11 1,5-14 0,5-10-1,2-6 1,1-3 0,0 1-1,-2 4 1,-4 9-238,0-3 0,-3 5 0,-1 3 0,2-2 0,3-4 2,3 0 1,4-3 0,2-3 0,1 0 0,-1 0 0,-3 4 0,-5 4-3,-3-13 0,-5 1 0,-1 8 0,5 12 2321,15 16 0,-6 4-2321,-25-17 0,-12 11 0,-1 33 0,-13 5-1161,-3 15 1,31 1-1,0 4 1</inkml:trace>
  <inkml:trace contextRef="#ctx0" brushRef="#br0" timeOffset="356863">13662 16977 24575,'-59'0'0,"106"-10"0,34-1-894,-35 7 0,1 2 1,3 3-1,2 3 0,4 2 1,0 3-1,-5 3 0,-1 9 1,-1 0-1,1 1 0</inkml:trace>
  <inkml:trace contextRef="#ctx0" brushRef="#br0" timeOffset="358620">14606 17138 24575,'-25'0'0,"4"0"0,21 0 0,0 0 0,0-21 0,0 16 0,0-15 0,0 20 0,0-21 0,0 16 0,0-15 0,0 20 0,0 0 0,-30 0 0,22 0 0,-23 0 0,31 0 0,0 0 0,31-31 0,-23 23 0,27-9 0,1 4 0,-25 13 0,23 0 0,16 0 0,-1 0 0,-2 0 0,0 0-634,-1 0 0,2 0 0,-1 0 634,15 0 0,-4 0 0,-10 0 0,-3 0 0,-8 0 0,0 0 0,4 0 0,-5 0 0,-11 0 0,-4 0 0,-21 0 0,0 0 0,-21 0 1902,16 0-1902,-15 0 0,20 0 0,0 0 0,-21 0 0,16 0 0,-36 30 0,36-2 0,-28-1 0,-6 3-1901,23 7 1,-1 2 1900,-26-3 0,-1 3 0,25 2 0,5 7 0,-2-4 0,-11 0 0,-2 1 0,3 5 0,-1 4 0,3-7 0,8-11 0,-1-3 0,-6 6 0,-4 2 0,5-3 0,8-5 0,3-4 0,-15 19 0,6-17 0,20-31 0,0 0 0,20 0 0,-15 0 0,22-14 0,8-3 0,6 10 0,-9-9 0,5 1 0,8 13 0,-3 4 0,-9-2 0,3-10 0,0-1 0,-11 6 0,32-15 0,-29 20 3801,23 0-3801,-46 0 0,-5 20 0,-25 6 0</inkml:trace>
  <inkml:trace contextRef="#ctx0" brushRef="#br0" timeOffset="359020">14722 17622 24575,'-59'-26'0,"81"12"0,32-2 0,17 0 0,-1 1 0,-16 4-984,-6 3 1,1 3 0,6 1 0,15-2 0,2 2 0,-11 6 0,-22 10 0,-31 20 0,0 0 0</inkml:trace>
  <inkml:trace contextRef="#ctx0" brushRef="#br0" timeOffset="362747">16726 16309 24575,'-28'-58'0,"0"0"0,4 24 0,-1 4 0,-2 1 0,-2 7 0,-28 22 0,9 0 0,12 0 0,15 0 0,1 0 0,-16 0 0,8 0 0,-3 0 0,11 0 0,15 0-6784,-16 31 6784,21-23 0,0 22 0,0 11 0,0 0 0,10-7 0,1 1 0,-6 22 0,20-2 0,1 7 0,-20-16 0,-6 3 0,2 2-1135,4 0 1,4 3 0,-1 0 0,-4-3 1134,-2-2 0,-3-4 0,-3 7 0,-3 6 0,-3 9 0,-3 3 0,0-5 0,0-13 0,-4-4 0,-1-1 0,3 9 0,-1 12 0,0-2 0,3-15 3831,-9 5-3831,21-8 0,0 9 0,-20-11-2152,17-7 1,1-1 2151,-19-5-662,-10 18 662,24-51 3975,-24 0-3975,31 0 651,51 0-651,-38 0 0,26 5 0,18 4 0,-10-2 0,-3-2 3133,7 6 1,-5-2-3134,-25-9 0,30 31 0,-18-23 0,23 22 0,-35-30 0</inkml:trace>
  <inkml:trace contextRef="#ctx0" brushRef="#br0" timeOffset="363595">17141 16769 24575,'-26'-41'0,"0"0"0,-14-7 0,40 89 0,0 7 0,0 8 0,0 14 0,0-4-4916,0 0 1,0-1 4510,0-10 0,0 3 0,0 0 405,0 6 0,0 0 0,0-7 1390,0-14 1,0 1-1391,0 3 0,0 9 0,0-1 0,0-14 0,0 3 842,0 11 1,0-18-843,0-58 0,0 16 0,0-42 0,0-18 0,0 3 0,0-2 2041,0 21 1,0 0 0,0-9-2042,-1 3 0,1-8 0,-1-6 0,0-2 0,1 0 0,1 4 0,1 6 0,1-6 0,3 6 0,-1 1 0,1-6-957,-2 1 1,0-6 0,0-2 0,0 1 0,0 4 0,2 10 956,-1-7 0,1 8 0,8 20 0,27 31 0,14 28 0,-2 13 0,-30-6 0,0 7-314,10 0 0,10 8 0,4 5 0,-5 0 1,-13-4 313,-11 5 0,-12-3 0,-7 7-14,-2-9 0,-4 7 1,-3 3-1,-4-1 1,-3-5-1,-3-10 14,-18 4 0,-8-11 0,-3-2 0,3 0 0,-3 0 0,1-5 0,4-11 0,-15-16 0,26-8 288,53 4-288,-15 21 0,57-16 0,-11 15 0</inkml:trace>
  <inkml:trace contextRef="#ctx0" brushRef="#br0" timeOffset="364136">18247 16147 24575,'-47'-30'0,"1"73"0,21-61-1663,0 65 1,-1 9 1662,-3-44-1628,8 28 0,-2 24 0,1 6 0,1-8 1628,3-15 0,0-4 0,1 5 0,1-2 0,-1 4 0,0 4 0,2 0 0,3 1-452,3 3 0,4 2 0,1 1 0,1-3 0,-2-6 452,-3 0 0,0-5 0,4 2 0,4 1 0,2 2 0,4 0 0,6-9 0,22 12 0,9-18 0,1-28 0,2-7 0,-2 11 0,-4-6 0,11-32 0</inkml:trace>
  <inkml:trace contextRef="#ctx0" brushRef="#br0" timeOffset="365907">18477 16977 24575,'0'38'0,"0"-7"0,0-31 0,-31 0 0,24 0 0,-24 0 0,31 0 0,0 0 0,-21-31 0,16 23 0,-15-22 0,20 30 0,0 0 0,20-21 0,16 16 0,13-16 0,12 19 0,6 4 0,-20-2 0,0 0-523,1 2 1,3-1 0,-4-4 522,2-7 0,-6 0 0,-7 8 0,-2-1 0,22-18 0,-31 21 0,-25 21 0,-32 15 0,-12 5 0,15-13 0,-1 3 0,-4 1 0,-4 4 0,2 3 0,4 7 0,1 4 0,5-5 0,3-6 0,0 1 0,-6 5 0,-7 8 0,4-1 0,16-12 1567,24-2-1567,-10 1 0,9-6 0,26-29 0,8-8 0,20 4 0,-20 0 0,11 0 0,12 0 0,0 0 0,-34 21 0,-9 9 0,-21 34 0</inkml:trace>
  <inkml:trace contextRef="#ctx0" brushRef="#br0" timeOffset="366278">18477 17575 24575,'-30'-15'0,"1"0"0,-7 7 0,16-43 0,45 29 0,21 3 0,6 4-655,1 3 1,8 5 0,1 1 0,-3-3 0,-9-3 0,-3-3 0,1 1 0,2 4 0,7 10 0,1 0 0,-1 0 0,1 0 0</inkml:trace>
  <inkml:trace contextRef="#ctx0" brushRef="#br0" timeOffset="366517">19537 17460 24575,'-26'44'0,"0"-1"0,14 16 0,-9-20 0,-6 4 0,3 1 0,6 18 0,0-2 0,-11-15 0,-1 0 0</inkml:trace>
  <inkml:trace contextRef="#ctx0" brushRef="#br0" timeOffset="367564">20113 16977 24575,'-39'15'0,"1"0"0,5-38 0,2 46 0,36-53 0,39 16 0,4 7 0,-30 2 0,26-2 0,18-1 0,-4 2 0,-10 4 0,-1 4 0,9 6 0,-2 5 0,-10 1 0,-17 8 0,-41 11 0,-25 10 0,0 1 0,8 2 0,0 1 0,-2 6 0,5-5 0,-4 6 0,0 2 0,1-3 0,3-6 0,-2-1 0,2-6 0,5 2 0,0 12 0,5 1 0,18-20 0,41-35 0,-31 0 0,51 0 0,-56 0 0,50 0 0,13 0 0,-22 0 0,30 0 0,-24 0 0,-67 0 0,-16 0 0</inkml:trace>
  <inkml:trace contextRef="#ctx0" brushRef="#br0" timeOffset="367902">20113 17506 24575,'-57'-25'0,"60"4"0,35 21 0,-1 0 0,3 0 0,5 2 0,0-4 0,0-8 0,-3 0 0,11 5-1701,-12-6 0,-5 1 1,-10 10-1,-6 0 1</inkml:trace>
  <inkml:trace contextRef="#ctx0" brushRef="#br0" timeOffset="368487">20896 16309 24575,'0'-39'0,"0"8"0,0 11 0,0 15 0,51-16 0,-18 73 0,4-39 0,3 7-1357,-12 14 0,0 15 0,-1 7 1,-3-1-1,-3-9 1357,4 12 0,-4 2 0,0-6 0,5 9 0,-1 5 0,-5-2 0,-9-7-1513,-16 1 1,-9-4 0,2-1 1512,11 0 0,3 0 0,-11 2-607,-12-8 0,-10 4 0,-4 0 1,3-5-1,8-8 607,10-6 0,0-2 0,-99 112 0,113-144 0,0 0 0,0-31 0,0-7 0</inkml:trace>
  <inkml:trace contextRef="#ctx0" brushRef="#br0" timeOffset="369581">21219 15917 24575,'-26'38'0,"5"-7"0,53-28 0,8-6 0,-22 3 0,33 2 0,11-4 0,-9-13 0,-4-1-5587,15 9 5587,-15-4 0,7-2 0,-18 6 0,-25 7 414,21 0 0,4 0-414,-2 0 0,-8 0 0,3 0 0,-31 0 0,0 0 0,0 31 0,0-24 0,0 44 0,0 6 0,0-3 1624,-15-1 1,-1 1-1625,8 0 0,0-2 0,-4 10 0,1-7 245,0-17 0,2 3-245,6 10 0,3 14 0,1 5 0,-1-5 0,-3-11-206,-8-6 1,1 1 205,8 0 0,1 11 0,2 4 0,1-5 0,-2-10-1650,0 0 0,0-3 1650,0 4 0,0 5 0,0-4 0,0 3 0,0-3 0,0 7 0,0-3-850,0-17 0,0-2 850,0 3 0,0-1-4654,0 18 4654,0-7 203,0-13-203,0-16 2011,0-20-2011,0 0 2087,-20 21-2087,15-16 6784,-46 15-6784,2-20 0,9 0 0,-6 0 0,-1 0 0,2 0 0,1 0 0,-3 0 0,-14 0 0,-3 0 0,7 0 0,3 4 0,19-8 0,35-16 0,45 7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Exists, </a:t>
            </a:r>
            <a:r>
              <a:rPr lang="en-US" dirty="0" err="1"/>
              <a:t>forall</a:t>
            </a:r>
            <a:r>
              <a:rPr lang="en-US" dirty="0"/>
              <a:t> {Alan, Grace, Boris) C(x), P(x)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1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3DB6-B8B0-3778-A669-C01139D0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AF1B2-B097-1E5E-B16D-5F9694732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2E271-C4F4-CCD0-264A-F00D176C1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the following two pairs of statements: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these statements True?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about the following statements?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quantifiers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and $\exists$ are said to be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**dual**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each other.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718E8-52E9-56DB-05A3-97C191694B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CC993-7279-E924-5ABB-C6EB4BB6B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08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and Grace C(x) and not P(x)</a:t>
            </a:r>
          </a:p>
          <a:p>
            <a:r>
              <a:rPr lang="en-US" dirty="0"/>
              <a:t>Boris P(x) and not C(x)</a:t>
            </a:r>
          </a:p>
          <a:p>
            <a:r>
              <a:rPr lang="en-US" dirty="0"/>
              <a:t>No x in {A,G,B) such that P^C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32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shown is valid. It is sound if x is bicycles and P is “has two wheels”. It is not sound if P is has two wheels and x is birds, because the premise </a:t>
            </a:r>
            <a:r>
              <a:rPr lang="en-US" dirty="0" err="1"/>
              <a:t>forall</a:t>
            </a:r>
            <a:r>
              <a:rPr lang="en-US" dirty="0"/>
              <a:t> x P(x) is False.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32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in </a:t>
            </a:r>
          </a:p>
          <a:p>
            <a:r>
              <a:rPr lang="en-US" dirty="0" err="1"/>
              <a:t>forall</a:t>
            </a:r>
            <a:r>
              <a:rPr lang="en-US" dirty="0"/>
              <a:t> x [P(x)], </a:t>
            </a:r>
            <a:r>
              <a:rPr lang="en-US" dirty="0" err="1"/>
              <a:t>forall</a:t>
            </a:r>
            <a:r>
              <a:rPr lang="en-US" dirty="0"/>
              <a:t> x [Q(x)] : </a:t>
            </a:r>
            <a:r>
              <a:rPr lang="en-US" dirty="0" err="1"/>
              <a:t>forall</a:t>
            </a:r>
            <a:r>
              <a:rPr lang="en-US" dirty="0"/>
              <a:t> x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</a:t>
            </a:r>
            <a:r>
              <a:rPr lang="en-US" dirty="0" err="1"/>
              <a:t>forall</a:t>
            </a:r>
            <a:r>
              <a:rPr lang="en-US" dirty="0"/>
              <a:t> x [Q(x)] : exists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exists x [Q(x)] : exists P(x)^Q(x)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20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$-elimination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basic idea here is that if a formula is universally quantified, then we can infer a particular instance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$\phi(a)$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$\land$-elimination because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\land\phi(b)\land\phi(c)\dots$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$\exists$-introduction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a particular instance we can infer an existential quantification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$\exists x [\phi(x)]$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$\or$-introduction because $\exists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\lor\phi(b)\lor\phi(c)\dots$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$-introduction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can we do this? If $\phi(a)$ is true for some arbitrary $a$, then, if we know nothing at all about $a$ then it must be True for all $a$. We can only do this if we know nothing else about the particular instance $a$ 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is not used in any of the premises of the proof).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5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customXml" Target="../ink/ink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85268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8175171" cy="632219"/>
          </a:xfrm>
        </p:spPr>
        <p:txBody>
          <a:bodyPr/>
          <a:lstStyle/>
          <a:p>
            <a:r>
              <a:rPr lang="en-US" dirty="0"/>
              <a:t>A Problem with Propositions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	All computer scientists are logical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Alan is a computer scientist</a:t>
            </a:r>
          </a:p>
          <a:p>
            <a:r>
              <a:rPr lang="en-GB" sz="2400" dirty="0">
                <a:solidFill>
                  <a:schemeClr val="tx2"/>
                </a:solidFill>
              </a:rPr>
              <a:t>	Therefore Alan is logical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represent this easily this in 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another computer scientist, Grace?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argument above is about Alan.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to construct another argument for Grace.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Physicists,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Philophers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Classicists?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seems……wasteful</a:t>
            </a:r>
          </a:p>
          <a:p>
            <a:pPr lvl="1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A4955-C5B1-2691-5C79-E75FF9A05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0" y="2990800"/>
            <a:ext cx="3149600" cy="67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Even worse….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	All men are mortal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Socrates is a man</a:t>
            </a:r>
          </a:p>
          <a:p>
            <a:r>
              <a:rPr lang="en-US" sz="2400" dirty="0">
                <a:solidFill>
                  <a:schemeClr val="tx2"/>
                </a:solidFill>
              </a:rPr>
              <a:t>	Therefore Socrates is mortal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Do our tools allow us to prove that this is a valid argument?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These are all propositions, but they use quantifiers (all, some)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 tools for working for this in propositional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Careful definitions of the sentences has got us out of trouble so far but won’t work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need some new mechanisms.</a:t>
            </a:r>
          </a:p>
          <a:p>
            <a:endParaRPr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9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Propositions have to be </a:t>
            </a:r>
            <a:r>
              <a:rPr lang="en-US" sz="2800" i="1" dirty="0">
                <a:solidFill>
                  <a:schemeClr val="tx2"/>
                </a:solidFill>
              </a:rPr>
              <a:t>unconditionally</a:t>
            </a:r>
            <a:r>
              <a:rPr lang="en-US" sz="2800" dirty="0">
                <a:solidFill>
                  <a:schemeClr val="tx2"/>
                </a:solidFill>
              </a:rPr>
              <a:t> True or False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men are mortal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Socrates is a man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always rains in Belfast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First order logic introduces mechanisms that allow us to include and reason about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(Men, Socrates, Belfast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28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Quantifiers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(all, some)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 mortal, is a man, it rains)</a:t>
            </a:r>
          </a:p>
        </p:txBody>
      </p:sp>
    </p:spTree>
    <p:extLst>
      <p:ext uri="{BB962C8B-B14F-4D97-AF65-F5344CB8AC3E}">
        <p14:creationId xmlns:p14="http://schemas.microsoft.com/office/powerpoint/2010/main" val="492829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Variables and Predicates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First order logic allows us to formulate generic statement.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Instead of saying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Grace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Boris is not a Computer Scientist but is a politician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can define predicates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C(x) and P(x)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person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en-US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Alan,Grace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{Boris}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i="1" dirty="0" err="1">
                    <a:solidFill>
                      <a:schemeClr val="tx2"/>
                    </a:solidFill>
                  </a:rPr>
                  <a:t>x,y,z</a:t>
                </a:r>
                <a:r>
                  <a:rPr lang="en-US" sz="2400" dirty="0">
                    <a:solidFill>
                      <a:schemeClr val="tx2"/>
                    </a:solidFill>
                  </a:rPr>
                  <a:t> are variables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Each variable is defined on a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domain.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844" t="-1809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1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 may wish to make statements about part or all of a variable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5F7A1EF-BD1E-5A99-861D-FB01A3A87CBE}"/>
                  </a:ext>
                </a:extLst>
              </p14:cNvPr>
              <p14:cNvContentPartPr/>
              <p14:nvPr/>
            </p14:nvContentPartPr>
            <p14:xfrm>
              <a:off x="248760" y="2156040"/>
              <a:ext cx="8507160" cy="4494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5F7A1EF-BD1E-5A99-861D-FB01A3A87C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00" y="2146680"/>
                <a:ext cx="8525880" cy="45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57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3F1A-3E82-7170-DC37-793C73FE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6F5A-A9F4-700D-268A-B27B9094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Duality of 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E2B07-A124-5DA8-EA21-AB4FBE4937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9FF69-FDAC-6211-4DAE-EF2C8EFF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D7C231-ACC3-722A-E35D-38F56EA8E07C}"/>
                  </a:ext>
                </a:extLst>
              </p14:cNvPr>
              <p14:cNvContentPartPr/>
              <p14:nvPr/>
            </p14:nvContentPartPr>
            <p14:xfrm>
              <a:off x="381600" y="1318320"/>
              <a:ext cx="8136720" cy="5257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D7C231-ACC3-722A-E35D-38F56EA8E0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240" y="1308960"/>
                <a:ext cx="8155440" cy="527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1372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can use connectives with both predicates and quantifiers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02A917-580E-FBDC-BE1B-064F8A354556}"/>
                  </a:ext>
                </a:extLst>
              </p14:cNvPr>
              <p14:cNvContentPartPr/>
              <p14:nvPr/>
            </p14:nvContentPartPr>
            <p14:xfrm>
              <a:off x="147240" y="1658520"/>
              <a:ext cx="10967760" cy="3708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02A917-580E-FBDC-BE1B-064F8A3545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880" y="1649160"/>
                <a:ext cx="10986480" cy="37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865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9D9E-EAC3-BB4B-B479-513655E9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443484" cy="632219"/>
          </a:xfrm>
        </p:spPr>
        <p:txBody>
          <a:bodyPr/>
          <a:lstStyle/>
          <a:p>
            <a:r>
              <a:rPr lang="en-US" dirty="0"/>
              <a:t>Arguments in First Order Logic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More subtle than propositional logic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have to worry about the variables, quantifiers, and domains.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The same notions of validity and soundness apply, but: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Validity requires that the conclusion is True in every possible domain for every possible interpretation in which the Premises are True.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Soundness also requires the premises to be true in the specific interpretation in which we are making the argument.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2"/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∋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A0BAF-9FC7-3959-6F6C-5F6799A0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5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194C-7DCD-8E69-3C9A-C8BF55FE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562060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C8596-8D99-5F23-0151-FC364A2561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 is much more subtle that for 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All of the same rules apply but need to be applied with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Are the following arguments valid or invalid? Where is the error in reasoning?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75C54-FA57-4066-3090-E2FB286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2145CD-6EEE-C9D4-7A86-8A6683E6F3D0}"/>
                  </a:ext>
                </a:extLst>
              </p14:cNvPr>
              <p14:cNvContentPartPr/>
              <p14:nvPr/>
            </p14:nvContentPartPr>
            <p14:xfrm>
              <a:off x="248760" y="2744280"/>
              <a:ext cx="11389680" cy="350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2145CD-6EEE-C9D4-7A86-8A6683E6F3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00" y="2734920"/>
                <a:ext cx="11408400" cy="352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8537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52EC-C454-FA01-2477-B4A49298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new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E8247-623A-9B5E-0F31-B3070E16B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D27A8-8FF3-2792-F0F4-B5EAC9CD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2E37C01-99C6-DA00-E060-DC989961CDA8}"/>
                  </a:ext>
                </a:extLst>
              </p14:cNvPr>
              <p14:cNvContentPartPr/>
              <p14:nvPr/>
            </p14:nvContentPartPr>
            <p14:xfrm>
              <a:off x="198000" y="190440"/>
              <a:ext cx="11977920" cy="4983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2E37C01-99C6-DA00-E060-DC989961CD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640" y="181080"/>
                <a:ext cx="11996640" cy="500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0444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E383-E88E-EE0E-A542-CBC9EDB1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749746" cy="632219"/>
          </a:xfrm>
        </p:spPr>
        <p:txBody>
          <a:bodyPr/>
          <a:lstStyle/>
          <a:p>
            <a:r>
              <a:rPr lang="en-US" dirty="0"/>
              <a:t>Proofs in First Order Logic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Process is somewhat different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Applying proof rules under a quantifier can be fraught with error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Typically proceed by eliminating the quantifiers, apply the rules, and then reintroduce the quantifiers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4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  <a:p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1CE2A-CD52-DC9B-AB11-ED4D0BE8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CEF3C3-8967-A5B3-45A6-3515E989F6AF}"/>
                  </a:ext>
                </a:extLst>
              </p14:cNvPr>
              <p14:cNvContentPartPr/>
              <p14:nvPr/>
            </p14:nvContentPartPr>
            <p14:xfrm>
              <a:off x="837720" y="3406320"/>
              <a:ext cx="7657920" cy="3261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CEF3C3-8967-A5B3-45A6-3515E989F6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8360" y="3396960"/>
                <a:ext cx="7676640" cy="3279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0752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7CBA-E378-CC07-E6F9-1AE06A2B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Proof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b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</a:rPr>
                </a:br>
                <a:endParaRPr lang="en-GB" sz="24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81615-6FA2-E574-67CB-518BD37C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428D4F1-0D03-ABE7-05A3-A61C281AE8F7}"/>
                  </a:ext>
                </a:extLst>
              </p14:cNvPr>
              <p14:cNvContentPartPr/>
              <p14:nvPr/>
            </p14:nvContentPartPr>
            <p14:xfrm>
              <a:off x="837720" y="1691640"/>
              <a:ext cx="11280960" cy="5017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428D4F1-0D03-ABE7-05A3-A61C281AE8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8360" y="1682280"/>
                <a:ext cx="11299680" cy="503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1007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DDAB-0104-C4F9-F68B-B99D2181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</a:p>
              <a:p>
                <a:endParaRPr lang="en-US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6E9E-7F65-EA2E-03EA-19EB8B04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BAE555-81CA-99BE-FCC7-BCB36EA0AEB0}"/>
                  </a:ext>
                </a:extLst>
              </p14:cNvPr>
              <p14:cNvContentPartPr/>
              <p14:nvPr/>
            </p14:nvContentPartPr>
            <p14:xfrm>
              <a:off x="1127880" y="1500840"/>
              <a:ext cx="6256800" cy="5357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BAE555-81CA-99BE-FCC7-BCB36EA0AE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8520" y="1491480"/>
                <a:ext cx="6275520" cy="537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58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B2ED-7D52-F1C3-6166-6059749E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4800" dirty="0"/>
              <a:t>Exercise: First Order Logic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8BB2-CE84-16B2-99F6-937C7CF0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50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F9D7-0DCC-BCB2-E6E7-3A231692B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E1F00-D4A9-DFB8-DA33-F2D002AE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90C8BE-18A2-3BD8-DD79-87ED3B8A4210}"/>
                  </a:ext>
                </a:extLst>
              </p14:cNvPr>
              <p14:cNvContentPartPr/>
              <p14:nvPr/>
            </p14:nvContentPartPr>
            <p14:xfrm>
              <a:off x="190080" y="281880"/>
              <a:ext cx="11878920" cy="3011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90C8BE-18A2-3BD8-DD79-87ED3B8A42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0720" y="272520"/>
                <a:ext cx="11897640" cy="303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8221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ABDC5-163B-0AC8-9FFF-DDAB37ADE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AA9F97-F2EF-796B-A0FC-5ACD46F848D3}"/>
                  </a:ext>
                </a:extLst>
              </p14:cNvPr>
              <p14:cNvContentPartPr/>
              <p14:nvPr/>
            </p14:nvContentPartPr>
            <p14:xfrm>
              <a:off x="381600" y="281880"/>
              <a:ext cx="9330840" cy="804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AA9F97-F2EF-796B-A0FC-5ACD46F848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240" y="272520"/>
                <a:ext cx="9349560" cy="82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3803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4170-F412-DF42-961D-D8FFABC59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25CC9-1BC1-BF45-C10F-D6CB23DA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5038A0-9670-E9A7-A8B6-D6EB58371334}"/>
                  </a:ext>
                </a:extLst>
              </p14:cNvPr>
              <p14:cNvContentPartPr/>
              <p14:nvPr/>
            </p14:nvContentPartPr>
            <p14:xfrm>
              <a:off x="207360" y="339840"/>
              <a:ext cx="7664040" cy="617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5038A0-9670-E9A7-A8B6-D6EB583713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000" y="330480"/>
                <a:ext cx="7682760" cy="619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9011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15 November 2023</a:t>
            </a:r>
          </a:p>
        </p:txBody>
      </p:sp>
    </p:spTree>
    <p:extLst>
      <p:ext uri="{BB962C8B-B14F-4D97-AF65-F5344CB8AC3E}">
        <p14:creationId xmlns:p14="http://schemas.microsoft.com/office/powerpoint/2010/main" val="2315743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In the era of LLMs do we need all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777088" cy="49056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Large language models like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, Llama, Bard, Claude can understand and generate astonishingly coherent natural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Bold claims have been made about the capabilities of these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 these claims stack up?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LLMs </a:t>
            </a:r>
            <a:r>
              <a:rPr lang="en-US" sz="2400" b="1" dirty="0">
                <a:solidFill>
                  <a:schemeClr val="tx2"/>
                </a:solidFill>
              </a:rPr>
              <a:t>reason</a:t>
            </a:r>
            <a:r>
              <a:rPr lang="en-US" sz="2400" dirty="0">
                <a:solidFill>
                  <a:schemeClr val="tx2"/>
                </a:solidFill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84691-49EC-C229-5D92-A735D30CB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654" y="1107853"/>
            <a:ext cx="5190146" cy="128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2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[You will learn more about this next term in “Natural Language Processing”]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LLMs are generative language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Trained to generate sequences of words conditioned on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prompt supplied by us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they have already generated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Essentially they predict the next word in a sequence by sampling from the distribution of possible words.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do they work so well?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large neural network models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Self-supervised generative pre-training – learning to predict the training data itself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Trained on vast amounts of data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917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Why do some people think this might lead to AGI?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Massively improved ability to generate text over previous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Far better at the “Turing Test” than previous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Some evidence that its output is a synthesis of its training data not a regurgitation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Wishful thinking!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81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C152-B853-13B7-9354-BFB344E07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68911" cy="632219"/>
          </a:xfrm>
        </p:spPr>
        <p:txBody>
          <a:bodyPr/>
          <a:lstStyle/>
          <a:p>
            <a:r>
              <a:rPr lang="en-US" dirty="0"/>
              <a:t>How do LLMs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34A79-4556-F693-872C-E6A4770CD5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11037710" cy="490562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Why do some people think this might lead to AGI?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Massively improved ability to generate text over previous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Far better at the “Turing Test” than previous efforts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Some evidence that its output is a synthesis of its training data not a regurgitation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Wishful thinking!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22336-5709-78FC-7F65-ECAF5244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204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BDA0-D13D-951C-6F1E-B5F8E931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trust it?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0DEFD-7ADA-6C43-00BF-CB1B1B5D7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85B6A9-ABDB-BA29-FB6A-0D00D74E6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08" y="1273417"/>
            <a:ext cx="7772400" cy="520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019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7D0E-84BB-63A4-9059-19ED1E83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695661" cy="632219"/>
          </a:xfrm>
        </p:spPr>
        <p:txBody>
          <a:bodyPr/>
          <a:lstStyle/>
          <a:p>
            <a:r>
              <a:rPr lang="en-US" dirty="0"/>
              <a:t>Leading 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87211-EF71-BD56-0BA9-3E8F606F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78FC2-BF95-4E13-E026-2140F68A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76226"/>
            <a:ext cx="7772400" cy="310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251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0A95-0E22-8F52-BA75-5309A9AB9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Bold Claims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94897-A71D-5FD1-86D7-AEF5057D5E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2838608"/>
            <a:ext cx="10517372" cy="317486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Let’s find out if this is true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BBD2-2843-8DDB-A286-F2DC17FB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A063A-840F-425E-4E07-FEF8FC783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1275696"/>
            <a:ext cx="7772400" cy="130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0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An old friend…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Can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do modus ponens?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All men are mortal</a:t>
            </a:r>
          </a:p>
          <a:p>
            <a:r>
              <a:rPr lang="en-US" sz="2400" dirty="0">
                <a:solidFill>
                  <a:schemeClr val="tx2"/>
                </a:solidFill>
              </a:rPr>
              <a:t>Socrates is a man…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5DF1A-633D-6833-E59C-43F82ECE6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6" y="3374397"/>
            <a:ext cx="10669949" cy="151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686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0062-F4E0-04D5-4E3E-AE4CBB2E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323667" cy="632219"/>
          </a:xfrm>
        </p:spPr>
        <p:txBody>
          <a:bodyPr/>
          <a:lstStyle/>
          <a:p>
            <a:r>
              <a:rPr lang="en-US" dirty="0"/>
              <a:t>More complex arguments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AFDA-0E29-3B9A-54BC-277663F1E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2"/>
                </a:solidFill>
              </a:rPr>
              <a:t>If I take a hat and gloves when it’s cold and I’m not wearing a hat or gloves, is it cold?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3D52-9271-B3BF-8E71-082C4780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8E72E-BB80-8FBA-656E-A9C914D9F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278" y="2741942"/>
            <a:ext cx="10213443" cy="254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931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8645-816C-AB70-76C2-D2B39912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676467" cy="632219"/>
          </a:xfrm>
        </p:spPr>
        <p:txBody>
          <a:bodyPr/>
          <a:lstStyle/>
          <a:p>
            <a:r>
              <a:rPr lang="en-US" dirty="0"/>
              <a:t>An old friend…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2F795-63EF-FC6B-1045-276859923E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Can we tempt it into a logical fallacy?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All men are mortal</a:t>
            </a:r>
          </a:p>
          <a:p>
            <a:r>
              <a:rPr lang="en-US" sz="2400" dirty="0">
                <a:solidFill>
                  <a:schemeClr val="tx2"/>
                </a:solidFill>
              </a:rPr>
              <a:t>Socrates is not a man…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6BE54-0A36-25E8-AE09-E4039947B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1AE5CC-6BE0-86EF-87E9-8D27FBF07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7" y="3148617"/>
            <a:ext cx="10510805" cy="149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47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419-346F-F2CA-1B64-F8778F7E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76D2-1E96-87D6-AE7C-67EEA75A7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Go to the exercise “Are you Logical”.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Copy and paste the first five questions (one at a time) into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it do? Is it consistent? What sort of mistakes does it make?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641D-21EC-6E05-878F-FC00302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64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419-346F-F2CA-1B64-F8778F7E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A76D2-1E96-87D6-AE7C-67EEA75A7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Go to the exercise “Elementary my dear Watson” on Monday 13 November.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Copy and paste the four parts of question 3 (one at a time) into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. You’ll need to include the question each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it do? Is it consistent? What sort of mistakes does it make?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641D-21EC-6E05-878F-FC00302D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545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0062-F4E0-04D5-4E3E-AE4CBB2E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323667" cy="632219"/>
          </a:xfrm>
        </p:spPr>
        <p:txBody>
          <a:bodyPr/>
          <a:lstStyle/>
          <a:p>
            <a:r>
              <a:rPr lang="en-US" dirty="0"/>
              <a:t>A simple riddle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FAFDA-0E29-3B9A-54BC-277663F1EE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Bird and insects have wings</a:t>
            </a:r>
          </a:p>
          <a:p>
            <a:r>
              <a:rPr lang="en-US" dirty="0">
                <a:solidFill>
                  <a:schemeClr val="tx2"/>
                </a:solidFill>
              </a:rPr>
              <a:t>Bird have two legs, bees have six</a:t>
            </a:r>
          </a:p>
          <a:p>
            <a:r>
              <a:rPr lang="en-US" dirty="0">
                <a:solidFill>
                  <a:schemeClr val="tx2"/>
                </a:solidFill>
              </a:rPr>
              <a:t>Bees are insects</a:t>
            </a:r>
          </a:p>
          <a:p>
            <a:r>
              <a:rPr lang="en-US" dirty="0">
                <a:solidFill>
                  <a:schemeClr val="tx2"/>
                </a:solidFill>
              </a:rPr>
              <a:t>Dogs, cows, horses, sheep and cats have four legs and no wings</a:t>
            </a:r>
          </a:p>
          <a:p>
            <a:r>
              <a:rPr lang="en-US" dirty="0">
                <a:solidFill>
                  <a:schemeClr val="tx2"/>
                </a:solidFill>
              </a:rPr>
              <a:t>Snakes have neither legs nor wings</a:t>
            </a:r>
          </a:p>
          <a:p>
            <a:r>
              <a:rPr lang="en-US" dirty="0">
                <a:solidFill>
                  <a:schemeClr val="tx2"/>
                </a:solidFill>
              </a:rPr>
              <a:t>I have four legs and wings. What am I?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83D52-9271-B3BF-8E71-082C4780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832F3-C9CA-63F2-9643-C17D9B912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941" y="3429000"/>
            <a:ext cx="9790118" cy="248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CD52C-64A1-CE4D-7FFD-1CC01971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F43A0-35A2-9FC4-B71F-CDC52164FCED}"/>
              </a:ext>
            </a:extLst>
          </p:cNvPr>
          <p:cNvGrpSpPr/>
          <p:nvPr/>
        </p:nvGrpSpPr>
        <p:grpSpPr>
          <a:xfrm>
            <a:off x="2707342" y="37676"/>
            <a:ext cx="7633446" cy="6782648"/>
            <a:chOff x="2209800" y="1013638"/>
            <a:chExt cx="7772400" cy="70899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36CDA1-8C83-8DDD-6612-2611BFD4C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013638"/>
              <a:ext cx="7772400" cy="318233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D79F3A-8D7C-4DAC-3DD3-A9EA5C965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9800" y="4136336"/>
              <a:ext cx="7772400" cy="298610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DBA963-0818-1335-BBCE-6D8C91163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09800" y="7122439"/>
              <a:ext cx="7772400" cy="9811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925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E29C-14F2-760E-7CCD-B7F58059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71D8-397D-62B0-AFC0-5CA52C3A16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you get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to solve the three diners puzzle (Are you Logical, Q6)?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(You may need to edit the text to make it 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15-20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sort of mistakes does it make (if it makes mistakes)?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DA57-8B2B-10B7-97D8-6B0277A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093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E29C-14F2-760E-7CCD-B7F58059A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D71D8-397D-62B0-AFC0-5CA52C3A16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you get </a:t>
            </a:r>
            <a:r>
              <a:rPr lang="en-US" sz="2400" dirty="0" err="1">
                <a:solidFill>
                  <a:schemeClr val="tx2"/>
                </a:solidFill>
              </a:rPr>
              <a:t>ChatGPT</a:t>
            </a:r>
            <a:r>
              <a:rPr lang="en-US" sz="2400" dirty="0">
                <a:solidFill>
                  <a:schemeClr val="tx2"/>
                </a:solidFill>
              </a:rPr>
              <a:t> to solve Einstein’s Riddle (slides, Tuesday 13 November)?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(You may need to edit the text to make it fit).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15-20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What sort of mistakes does it make (if it makes mistakes)?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DA57-8B2B-10B7-97D8-6B0277A1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2662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0B4F89-18CD-7069-641D-77958FD1A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Assignment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A0B0A3-86DD-BD83-1F6B-151C81ADE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Now open in Canvas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Let’s take a look!</a:t>
            </a:r>
          </a:p>
        </p:txBody>
      </p:sp>
    </p:spTree>
    <p:extLst>
      <p:ext uri="{BB962C8B-B14F-4D97-AF65-F5344CB8AC3E}">
        <p14:creationId xmlns:p14="http://schemas.microsoft.com/office/powerpoint/2010/main" val="6326671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0FB7AB8-E683-1A91-3095-0FCB37C2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3FA1-95C3-CED8-C00C-F4F2CC9A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3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E227D-042F-0F2B-9185-E64FC85A7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LLMs and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The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Knowledge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9CDF9-9980-B9C7-AE2F-75FA454F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958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5919</TotalTime>
  <Words>1834</Words>
  <Application>Microsoft Macintosh PowerPoint</Application>
  <PresentationFormat>Widescreen</PresentationFormat>
  <Paragraphs>274</Paragraphs>
  <Slides>37</Slides>
  <Notes>9</Notes>
  <HiddenSlides>19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Helvetica</vt:lpstr>
      <vt:lpstr>Office Theme</vt:lpstr>
      <vt:lpstr>MSc Artificial Intelligence</vt:lpstr>
      <vt:lpstr>A Problem with Propositions</vt:lpstr>
      <vt:lpstr>First Order Logic</vt:lpstr>
      <vt:lpstr>First Order Logic</vt:lpstr>
      <vt:lpstr>Variables and Predicates</vt:lpstr>
      <vt:lpstr>Quantifiers</vt:lpstr>
      <vt:lpstr>Duality of Quantifiers</vt:lpstr>
      <vt:lpstr>Logical Connectives</vt:lpstr>
      <vt:lpstr>Arguments in First Order Logic</vt:lpstr>
      <vt:lpstr>Natural Deduction</vt:lpstr>
      <vt:lpstr>Some new rules</vt:lpstr>
      <vt:lpstr>Proofs in First Order Logic</vt:lpstr>
      <vt:lpstr>Another Proof</vt:lpstr>
      <vt:lpstr>Third example</vt:lpstr>
      <vt:lpstr>PowerPoint Presentation</vt:lpstr>
      <vt:lpstr>PowerPoint Presentation</vt:lpstr>
      <vt:lpstr>PowerPoint Presentation</vt:lpstr>
      <vt:lpstr>PowerPoint Presentation</vt:lpstr>
      <vt:lpstr>MSc Artificial Intelligence</vt:lpstr>
      <vt:lpstr>In the era of LLMs do we need all this?</vt:lpstr>
      <vt:lpstr>How do LLMs work?</vt:lpstr>
      <vt:lpstr>How do LLMs work?</vt:lpstr>
      <vt:lpstr>How do LLMs work?</vt:lpstr>
      <vt:lpstr>Can we trust it?</vt:lpstr>
      <vt:lpstr>Leading questions?</vt:lpstr>
      <vt:lpstr>Bold Claims</vt:lpstr>
      <vt:lpstr>An old friend…</vt:lpstr>
      <vt:lpstr>More complex arguments</vt:lpstr>
      <vt:lpstr>An old friend…</vt:lpstr>
      <vt:lpstr>Exercise</vt:lpstr>
      <vt:lpstr>Exercise</vt:lpstr>
      <vt:lpstr>A simple riddle</vt:lpstr>
      <vt:lpstr>PowerPoint Presentation</vt:lpstr>
      <vt:lpstr>Challenge</vt:lpstr>
      <vt:lpstr>Challenge</vt:lpstr>
      <vt:lpstr>The Assignment</vt:lpstr>
      <vt:lpstr>Day 3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2025-09-29T12:25:47Z</dcterms:modified>
</cp:coreProperties>
</file>