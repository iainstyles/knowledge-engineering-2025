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374" r:id="rId2"/>
    <p:sldId id="375" r:id="rId3"/>
    <p:sldId id="376" r:id="rId4"/>
    <p:sldId id="377" r:id="rId5"/>
    <p:sldId id="335" r:id="rId6"/>
    <p:sldId id="378" r:id="rId7"/>
    <p:sldId id="409" r:id="rId8"/>
    <p:sldId id="379" r:id="rId9"/>
    <p:sldId id="406" r:id="rId10"/>
    <p:sldId id="407" r:id="rId11"/>
    <p:sldId id="408" r:id="rId12"/>
    <p:sldId id="410" r:id="rId13"/>
    <p:sldId id="411" r:id="rId14"/>
    <p:sldId id="412" r:id="rId15"/>
    <p:sldId id="380" r:id="rId16"/>
    <p:sldId id="373" r:id="rId17"/>
    <p:sldId id="363" r:id="rId18"/>
    <p:sldId id="364" r:id="rId19"/>
    <p:sldId id="365" r:id="rId20"/>
    <p:sldId id="366" r:id="rId21"/>
    <p:sldId id="342" r:id="rId22"/>
    <p:sldId id="367" r:id="rId23"/>
    <p:sldId id="368" r:id="rId24"/>
    <p:sldId id="333" r:id="rId25"/>
    <p:sldId id="337" r:id="rId26"/>
    <p:sldId id="336" r:id="rId27"/>
    <p:sldId id="369" r:id="rId28"/>
    <p:sldId id="370" r:id="rId29"/>
    <p:sldId id="339" r:id="rId30"/>
    <p:sldId id="340" r:id="rId31"/>
    <p:sldId id="334" r:id="rId32"/>
    <p:sldId id="372" r:id="rId33"/>
    <p:sldId id="381" r:id="rId34"/>
    <p:sldId id="405" r:id="rId35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5DEF8-700A-024D-85D5-C672409562F1}" v="247" dt="2025-09-27T12:23:30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66" autoAdjust="0"/>
    <p:restoredTop sz="82393" autoAdjust="0"/>
  </p:normalViewPr>
  <p:slideViewPr>
    <p:cSldViewPr snapToGrid="0" snapToObjects="1" showGuides="1">
      <p:cViewPr varScale="1">
        <p:scale>
          <a:sx n="103" d="100"/>
          <a:sy n="103" d="100"/>
        </p:scale>
        <p:origin x="1864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undo custSel addSld delSld modSld delSection modSection">
      <pc:chgData name="Iain Styles" userId="befbdaae-53f8-4d26-a8dc-3366b09f768a" providerId="ADAL" clId="{5E0D2633-D8F6-500D-A7FC-C9CB56BC4BFB}" dt="2025-09-27T12:24:06.789" v="2438" actId="729"/>
      <pc:docMkLst>
        <pc:docMk/>
      </pc:docMkLst>
      <pc:sldChg chg="del">
        <pc:chgData name="Iain Styles" userId="befbdaae-53f8-4d26-a8dc-3366b09f768a" providerId="ADAL" clId="{5E0D2633-D8F6-500D-A7FC-C9CB56BC4BFB}" dt="2025-09-26T16:33:07.537" v="21" actId="2696"/>
        <pc:sldMkLst>
          <pc:docMk/>
          <pc:sldMk cId="0" sldId="257"/>
        </pc:sldMkLst>
      </pc:sldChg>
      <pc:sldChg chg="del">
        <pc:chgData name="Iain Styles" userId="befbdaae-53f8-4d26-a8dc-3366b09f768a" providerId="ADAL" clId="{5E0D2633-D8F6-500D-A7FC-C9CB56BC4BFB}" dt="2025-09-26T16:33:07.637" v="76" actId="2696"/>
        <pc:sldMkLst>
          <pc:docMk/>
          <pc:sldMk cId="0" sldId="258"/>
        </pc:sldMkLst>
      </pc:sldChg>
      <pc:sldChg chg="del">
        <pc:chgData name="Iain Styles" userId="befbdaae-53f8-4d26-a8dc-3366b09f768a" providerId="ADAL" clId="{5E0D2633-D8F6-500D-A7FC-C9CB56BC4BFB}" dt="2025-09-26T16:33:07.617" v="66" actId="2696"/>
        <pc:sldMkLst>
          <pc:docMk/>
          <pc:sldMk cId="0" sldId="259"/>
        </pc:sldMkLst>
      </pc:sldChg>
      <pc:sldChg chg="del">
        <pc:chgData name="Iain Styles" userId="befbdaae-53f8-4d26-a8dc-3366b09f768a" providerId="ADAL" clId="{5E0D2633-D8F6-500D-A7FC-C9CB56BC4BFB}" dt="2025-09-26T16:33:07.616" v="64" actId="2696"/>
        <pc:sldMkLst>
          <pc:docMk/>
          <pc:sldMk cId="4150415409" sldId="291"/>
        </pc:sldMkLst>
      </pc:sldChg>
      <pc:sldChg chg="del">
        <pc:chgData name="Iain Styles" userId="befbdaae-53f8-4d26-a8dc-3366b09f768a" providerId="ADAL" clId="{5E0D2633-D8F6-500D-A7FC-C9CB56BC4BFB}" dt="2025-09-26T16:33:07.517" v="15" actId="2696"/>
        <pc:sldMkLst>
          <pc:docMk/>
          <pc:sldMk cId="1844458811" sldId="292"/>
        </pc:sldMkLst>
      </pc:sldChg>
      <pc:sldChg chg="del">
        <pc:chgData name="Iain Styles" userId="befbdaae-53f8-4d26-a8dc-3366b09f768a" providerId="ADAL" clId="{5E0D2633-D8F6-500D-A7FC-C9CB56BC4BFB}" dt="2025-09-26T16:33:07.638" v="77" actId="2696"/>
        <pc:sldMkLst>
          <pc:docMk/>
          <pc:sldMk cId="1192987580" sldId="293"/>
        </pc:sldMkLst>
      </pc:sldChg>
      <pc:sldChg chg="del">
        <pc:chgData name="Iain Styles" userId="befbdaae-53f8-4d26-a8dc-3366b09f768a" providerId="ADAL" clId="{5E0D2633-D8F6-500D-A7FC-C9CB56BC4BFB}" dt="2025-09-26T16:33:07.516" v="14" actId="2696"/>
        <pc:sldMkLst>
          <pc:docMk/>
          <pc:sldMk cId="3491441995" sldId="294"/>
        </pc:sldMkLst>
      </pc:sldChg>
      <pc:sldChg chg="del">
        <pc:chgData name="Iain Styles" userId="befbdaae-53f8-4d26-a8dc-3366b09f768a" providerId="ADAL" clId="{5E0D2633-D8F6-500D-A7FC-C9CB56BC4BFB}" dt="2025-09-26T16:33:07.555" v="34" actId="2696"/>
        <pc:sldMkLst>
          <pc:docMk/>
          <pc:sldMk cId="2638281172" sldId="295"/>
        </pc:sldMkLst>
      </pc:sldChg>
      <pc:sldChg chg="del">
        <pc:chgData name="Iain Styles" userId="befbdaae-53f8-4d26-a8dc-3366b09f768a" providerId="ADAL" clId="{5E0D2633-D8F6-500D-A7FC-C9CB56BC4BFB}" dt="2025-09-26T16:33:07.507" v="5" actId="2696"/>
        <pc:sldMkLst>
          <pc:docMk/>
          <pc:sldMk cId="1304821645" sldId="296"/>
        </pc:sldMkLst>
      </pc:sldChg>
      <pc:sldChg chg="del">
        <pc:chgData name="Iain Styles" userId="befbdaae-53f8-4d26-a8dc-3366b09f768a" providerId="ADAL" clId="{5E0D2633-D8F6-500D-A7FC-C9CB56BC4BFB}" dt="2025-09-26T16:33:07.503" v="1" actId="2696"/>
        <pc:sldMkLst>
          <pc:docMk/>
          <pc:sldMk cId="2889626591" sldId="297"/>
        </pc:sldMkLst>
      </pc:sldChg>
      <pc:sldChg chg="del">
        <pc:chgData name="Iain Styles" userId="befbdaae-53f8-4d26-a8dc-3366b09f768a" providerId="ADAL" clId="{5E0D2633-D8F6-500D-A7FC-C9CB56BC4BFB}" dt="2025-09-26T16:33:07.614" v="62" actId="2696"/>
        <pc:sldMkLst>
          <pc:docMk/>
          <pc:sldMk cId="3933355230" sldId="298"/>
        </pc:sldMkLst>
      </pc:sldChg>
      <pc:sldChg chg="del">
        <pc:chgData name="Iain Styles" userId="befbdaae-53f8-4d26-a8dc-3366b09f768a" providerId="ADAL" clId="{5E0D2633-D8F6-500D-A7FC-C9CB56BC4BFB}" dt="2025-09-26T16:33:07.519" v="17" actId="2696"/>
        <pc:sldMkLst>
          <pc:docMk/>
          <pc:sldMk cId="1489423034" sldId="299"/>
        </pc:sldMkLst>
      </pc:sldChg>
      <pc:sldChg chg="del">
        <pc:chgData name="Iain Styles" userId="befbdaae-53f8-4d26-a8dc-3366b09f768a" providerId="ADAL" clId="{5E0D2633-D8F6-500D-A7FC-C9CB56BC4BFB}" dt="2025-09-26T16:33:07.599" v="58" actId="2696"/>
        <pc:sldMkLst>
          <pc:docMk/>
          <pc:sldMk cId="3060807951" sldId="300"/>
        </pc:sldMkLst>
      </pc:sldChg>
      <pc:sldChg chg="del">
        <pc:chgData name="Iain Styles" userId="befbdaae-53f8-4d26-a8dc-3366b09f768a" providerId="ADAL" clId="{5E0D2633-D8F6-500D-A7FC-C9CB56BC4BFB}" dt="2025-09-26T16:33:07.580" v="43" actId="2696"/>
        <pc:sldMkLst>
          <pc:docMk/>
          <pc:sldMk cId="780336828" sldId="301"/>
        </pc:sldMkLst>
      </pc:sldChg>
      <pc:sldChg chg="del">
        <pc:chgData name="Iain Styles" userId="befbdaae-53f8-4d26-a8dc-3366b09f768a" providerId="ADAL" clId="{5E0D2633-D8F6-500D-A7FC-C9CB56BC4BFB}" dt="2025-09-26T16:33:07.573" v="35" actId="2696"/>
        <pc:sldMkLst>
          <pc:docMk/>
          <pc:sldMk cId="3539568370" sldId="302"/>
        </pc:sldMkLst>
      </pc:sldChg>
      <pc:sldChg chg="del">
        <pc:chgData name="Iain Styles" userId="befbdaae-53f8-4d26-a8dc-3366b09f768a" providerId="ADAL" clId="{5E0D2633-D8F6-500D-A7FC-C9CB56BC4BFB}" dt="2025-09-26T16:33:07.579" v="41" actId="2696"/>
        <pc:sldMkLst>
          <pc:docMk/>
          <pc:sldMk cId="2463367022" sldId="303"/>
        </pc:sldMkLst>
      </pc:sldChg>
      <pc:sldChg chg="del">
        <pc:chgData name="Iain Styles" userId="befbdaae-53f8-4d26-a8dc-3366b09f768a" providerId="ADAL" clId="{5E0D2633-D8F6-500D-A7FC-C9CB56BC4BFB}" dt="2025-09-26T16:33:07.626" v="70" actId="2696"/>
        <pc:sldMkLst>
          <pc:docMk/>
          <pc:sldMk cId="3284479578" sldId="304"/>
        </pc:sldMkLst>
      </pc:sldChg>
      <pc:sldChg chg="del">
        <pc:chgData name="Iain Styles" userId="befbdaae-53f8-4d26-a8dc-3366b09f768a" providerId="ADAL" clId="{5E0D2633-D8F6-500D-A7FC-C9CB56BC4BFB}" dt="2025-09-26T16:33:07.634" v="72" actId="2696"/>
        <pc:sldMkLst>
          <pc:docMk/>
          <pc:sldMk cId="1690556488" sldId="305"/>
        </pc:sldMkLst>
      </pc:sldChg>
      <pc:sldChg chg="del">
        <pc:chgData name="Iain Styles" userId="befbdaae-53f8-4d26-a8dc-3366b09f768a" providerId="ADAL" clId="{5E0D2633-D8F6-500D-A7FC-C9CB56BC4BFB}" dt="2025-09-26T16:33:07.554" v="33" actId="2696"/>
        <pc:sldMkLst>
          <pc:docMk/>
          <pc:sldMk cId="79776030" sldId="306"/>
        </pc:sldMkLst>
      </pc:sldChg>
      <pc:sldChg chg="del">
        <pc:chgData name="Iain Styles" userId="befbdaae-53f8-4d26-a8dc-3366b09f768a" providerId="ADAL" clId="{5E0D2633-D8F6-500D-A7FC-C9CB56BC4BFB}" dt="2025-09-26T16:33:07.535" v="19" actId="2696"/>
        <pc:sldMkLst>
          <pc:docMk/>
          <pc:sldMk cId="1437246558" sldId="307"/>
        </pc:sldMkLst>
      </pc:sldChg>
      <pc:sldChg chg="del">
        <pc:chgData name="Iain Styles" userId="befbdaae-53f8-4d26-a8dc-3366b09f768a" providerId="ADAL" clId="{5E0D2633-D8F6-500D-A7FC-C9CB56BC4BFB}" dt="2025-09-26T16:33:07.595" v="52" actId="2696"/>
        <pc:sldMkLst>
          <pc:docMk/>
          <pc:sldMk cId="1202893673" sldId="309"/>
        </pc:sldMkLst>
      </pc:sldChg>
      <pc:sldChg chg="del">
        <pc:chgData name="Iain Styles" userId="befbdaae-53f8-4d26-a8dc-3366b09f768a" providerId="ADAL" clId="{5E0D2633-D8F6-500D-A7FC-C9CB56BC4BFB}" dt="2025-09-26T16:33:07.518" v="16" actId="2696"/>
        <pc:sldMkLst>
          <pc:docMk/>
          <pc:sldMk cId="590912617" sldId="310"/>
        </pc:sldMkLst>
      </pc:sldChg>
      <pc:sldChg chg="del">
        <pc:chgData name="Iain Styles" userId="befbdaae-53f8-4d26-a8dc-3366b09f768a" providerId="ADAL" clId="{5E0D2633-D8F6-500D-A7FC-C9CB56BC4BFB}" dt="2025-09-26T16:33:07.506" v="4" actId="2696"/>
        <pc:sldMkLst>
          <pc:docMk/>
          <pc:sldMk cId="863111172" sldId="311"/>
        </pc:sldMkLst>
      </pc:sldChg>
      <pc:sldChg chg="del">
        <pc:chgData name="Iain Styles" userId="befbdaae-53f8-4d26-a8dc-3366b09f768a" providerId="ADAL" clId="{5E0D2633-D8F6-500D-A7FC-C9CB56BC4BFB}" dt="2025-09-26T16:33:07.582" v="46" actId="2696"/>
        <pc:sldMkLst>
          <pc:docMk/>
          <pc:sldMk cId="2957935270" sldId="312"/>
        </pc:sldMkLst>
      </pc:sldChg>
      <pc:sldChg chg="del">
        <pc:chgData name="Iain Styles" userId="befbdaae-53f8-4d26-a8dc-3366b09f768a" providerId="ADAL" clId="{5E0D2633-D8F6-500D-A7FC-C9CB56BC4BFB}" dt="2025-09-26T16:33:07.627" v="71" actId="2696"/>
        <pc:sldMkLst>
          <pc:docMk/>
          <pc:sldMk cId="398718148" sldId="314"/>
        </pc:sldMkLst>
      </pc:sldChg>
      <pc:sldChg chg="del">
        <pc:chgData name="Iain Styles" userId="befbdaae-53f8-4d26-a8dc-3366b09f768a" providerId="ADAL" clId="{5E0D2633-D8F6-500D-A7FC-C9CB56BC4BFB}" dt="2025-09-26T16:33:07.543" v="28" actId="2696"/>
        <pc:sldMkLst>
          <pc:docMk/>
          <pc:sldMk cId="685004756" sldId="315"/>
        </pc:sldMkLst>
      </pc:sldChg>
      <pc:sldChg chg="del">
        <pc:chgData name="Iain Styles" userId="befbdaae-53f8-4d26-a8dc-3366b09f768a" providerId="ADAL" clId="{5E0D2633-D8F6-500D-A7FC-C9CB56BC4BFB}" dt="2025-09-26T16:33:07.582" v="45" actId="2696"/>
        <pc:sldMkLst>
          <pc:docMk/>
          <pc:sldMk cId="467970236" sldId="317"/>
        </pc:sldMkLst>
      </pc:sldChg>
      <pc:sldChg chg="del">
        <pc:chgData name="Iain Styles" userId="befbdaae-53f8-4d26-a8dc-3366b09f768a" providerId="ADAL" clId="{5E0D2633-D8F6-500D-A7FC-C9CB56BC4BFB}" dt="2025-09-26T16:33:07.538" v="22" actId="2696"/>
        <pc:sldMkLst>
          <pc:docMk/>
          <pc:sldMk cId="1701179987" sldId="318"/>
        </pc:sldMkLst>
      </pc:sldChg>
      <pc:sldChg chg="del">
        <pc:chgData name="Iain Styles" userId="befbdaae-53f8-4d26-a8dc-3366b09f768a" providerId="ADAL" clId="{5E0D2633-D8F6-500D-A7FC-C9CB56BC4BFB}" dt="2025-09-26T16:33:07.509" v="6" actId="2696"/>
        <pc:sldMkLst>
          <pc:docMk/>
          <pc:sldMk cId="1496860457" sldId="319"/>
        </pc:sldMkLst>
      </pc:sldChg>
      <pc:sldChg chg="del">
        <pc:chgData name="Iain Styles" userId="befbdaae-53f8-4d26-a8dc-3366b09f768a" providerId="ADAL" clId="{5E0D2633-D8F6-500D-A7FC-C9CB56BC4BFB}" dt="2025-09-26T16:33:07.615" v="63" actId="2696"/>
        <pc:sldMkLst>
          <pc:docMk/>
          <pc:sldMk cId="1663710516" sldId="320"/>
        </pc:sldMkLst>
      </pc:sldChg>
      <pc:sldChg chg="del">
        <pc:chgData name="Iain Styles" userId="befbdaae-53f8-4d26-a8dc-3366b09f768a" providerId="ADAL" clId="{5E0D2633-D8F6-500D-A7FC-C9CB56BC4BFB}" dt="2025-09-26T16:33:07.576" v="38" actId="2696"/>
        <pc:sldMkLst>
          <pc:docMk/>
          <pc:sldMk cId="3439088038" sldId="321"/>
        </pc:sldMkLst>
      </pc:sldChg>
      <pc:sldChg chg="del">
        <pc:chgData name="Iain Styles" userId="befbdaae-53f8-4d26-a8dc-3366b09f768a" providerId="ADAL" clId="{5E0D2633-D8F6-500D-A7FC-C9CB56BC4BFB}" dt="2025-09-26T16:33:07.504" v="2" actId="2696"/>
        <pc:sldMkLst>
          <pc:docMk/>
          <pc:sldMk cId="579893352" sldId="322"/>
        </pc:sldMkLst>
      </pc:sldChg>
      <pc:sldChg chg="del">
        <pc:chgData name="Iain Styles" userId="befbdaae-53f8-4d26-a8dc-3366b09f768a" providerId="ADAL" clId="{5E0D2633-D8F6-500D-A7FC-C9CB56BC4BFB}" dt="2025-09-26T16:33:07.544" v="29" actId="2696"/>
        <pc:sldMkLst>
          <pc:docMk/>
          <pc:sldMk cId="4156057639" sldId="323"/>
        </pc:sldMkLst>
      </pc:sldChg>
      <pc:sldChg chg="del">
        <pc:chgData name="Iain Styles" userId="befbdaae-53f8-4d26-a8dc-3366b09f768a" providerId="ADAL" clId="{5E0D2633-D8F6-500D-A7FC-C9CB56BC4BFB}" dt="2025-09-26T16:33:07.578" v="40" actId="2696"/>
        <pc:sldMkLst>
          <pc:docMk/>
          <pc:sldMk cId="574810486" sldId="324"/>
        </pc:sldMkLst>
      </pc:sldChg>
      <pc:sldChg chg="del">
        <pc:chgData name="Iain Styles" userId="befbdaae-53f8-4d26-a8dc-3366b09f768a" providerId="ADAL" clId="{5E0D2633-D8F6-500D-A7FC-C9CB56BC4BFB}" dt="2025-09-26T16:33:07.575" v="37" actId="2696"/>
        <pc:sldMkLst>
          <pc:docMk/>
          <pc:sldMk cId="3211664744" sldId="325"/>
        </pc:sldMkLst>
      </pc:sldChg>
      <pc:sldChg chg="del">
        <pc:chgData name="Iain Styles" userId="befbdaae-53f8-4d26-a8dc-3366b09f768a" providerId="ADAL" clId="{5E0D2633-D8F6-500D-A7FC-C9CB56BC4BFB}" dt="2025-09-26T16:33:07.635" v="73" actId="2696"/>
        <pc:sldMkLst>
          <pc:docMk/>
          <pc:sldMk cId="3149925182" sldId="326"/>
        </pc:sldMkLst>
      </pc:sldChg>
      <pc:sldChg chg="del">
        <pc:chgData name="Iain Styles" userId="befbdaae-53f8-4d26-a8dc-3366b09f768a" providerId="ADAL" clId="{5E0D2633-D8F6-500D-A7FC-C9CB56BC4BFB}" dt="2025-09-26T16:33:07.585" v="49" actId="2696"/>
        <pc:sldMkLst>
          <pc:docMk/>
          <pc:sldMk cId="2126351794" sldId="327"/>
        </pc:sldMkLst>
      </pc:sldChg>
      <pc:sldChg chg="del">
        <pc:chgData name="Iain Styles" userId="befbdaae-53f8-4d26-a8dc-3366b09f768a" providerId="ADAL" clId="{5E0D2633-D8F6-500D-A7FC-C9CB56BC4BFB}" dt="2025-09-26T16:33:07.636" v="75" actId="2696"/>
        <pc:sldMkLst>
          <pc:docMk/>
          <pc:sldMk cId="1330158202" sldId="328"/>
        </pc:sldMkLst>
      </pc:sldChg>
      <pc:sldChg chg="del">
        <pc:chgData name="Iain Styles" userId="befbdaae-53f8-4d26-a8dc-3366b09f768a" providerId="ADAL" clId="{5E0D2633-D8F6-500D-A7FC-C9CB56BC4BFB}" dt="2025-09-26T16:33:07.515" v="13" actId="2696"/>
        <pc:sldMkLst>
          <pc:docMk/>
          <pc:sldMk cId="3952004508" sldId="329"/>
        </pc:sldMkLst>
      </pc:sldChg>
      <pc:sldChg chg="del">
        <pc:chgData name="Iain Styles" userId="befbdaae-53f8-4d26-a8dc-3366b09f768a" providerId="ADAL" clId="{5E0D2633-D8F6-500D-A7FC-C9CB56BC4BFB}" dt="2025-09-26T16:33:07.514" v="12" actId="2696"/>
        <pc:sldMkLst>
          <pc:docMk/>
          <pc:sldMk cId="72769195" sldId="330"/>
        </pc:sldMkLst>
      </pc:sldChg>
      <pc:sldChg chg="del">
        <pc:chgData name="Iain Styles" userId="befbdaae-53f8-4d26-a8dc-3366b09f768a" providerId="ADAL" clId="{5E0D2633-D8F6-500D-A7FC-C9CB56BC4BFB}" dt="2025-09-26T16:33:07.512" v="9" actId="2696"/>
        <pc:sldMkLst>
          <pc:docMk/>
          <pc:sldMk cId="1101232837" sldId="331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064686169" sldId="333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51509357" sldId="334"/>
        </pc:sldMkLst>
      </pc:sldChg>
      <pc:sldChg chg="modSp mod">
        <pc:chgData name="Iain Styles" userId="befbdaae-53f8-4d26-a8dc-3366b09f768a" providerId="ADAL" clId="{5E0D2633-D8F6-500D-A7FC-C9CB56BC4BFB}" dt="2025-09-27T10:49:51.685" v="494" actId="20577"/>
        <pc:sldMkLst>
          <pc:docMk/>
          <pc:sldMk cId="2387415900" sldId="335"/>
        </pc:sldMkLst>
        <pc:spChg chg="mod">
          <ac:chgData name="Iain Styles" userId="befbdaae-53f8-4d26-a8dc-3366b09f768a" providerId="ADAL" clId="{5E0D2633-D8F6-500D-A7FC-C9CB56BC4BFB}" dt="2025-09-27T10:49:51.685" v="494" actId="20577"/>
          <ac:spMkLst>
            <pc:docMk/>
            <pc:sldMk cId="2387415900" sldId="335"/>
            <ac:spMk id="3" creationId="{AE94B32C-3DA8-5689-C060-98581CE178D3}"/>
          </ac:spMkLst>
        </pc:spChg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553047233" sldId="336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3896931805" sldId="337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09391180" sldId="339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261925084" sldId="340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3274019869" sldId="342"/>
        </pc:sldMkLst>
      </pc:sldChg>
      <pc:sldChg chg="del">
        <pc:chgData name="Iain Styles" userId="befbdaae-53f8-4d26-a8dc-3366b09f768a" providerId="ADAL" clId="{5E0D2633-D8F6-500D-A7FC-C9CB56BC4BFB}" dt="2025-09-26T16:33:07.542" v="26" actId="2696"/>
        <pc:sldMkLst>
          <pc:docMk/>
          <pc:sldMk cId="311109508" sldId="343"/>
        </pc:sldMkLst>
      </pc:sldChg>
      <pc:sldChg chg="del">
        <pc:chgData name="Iain Styles" userId="befbdaae-53f8-4d26-a8dc-3366b09f768a" providerId="ADAL" clId="{5E0D2633-D8F6-500D-A7FC-C9CB56BC4BFB}" dt="2025-09-26T16:33:07.639" v="79" actId="2696"/>
        <pc:sldMkLst>
          <pc:docMk/>
          <pc:sldMk cId="570359550" sldId="344"/>
        </pc:sldMkLst>
      </pc:sldChg>
      <pc:sldChg chg="del">
        <pc:chgData name="Iain Styles" userId="befbdaae-53f8-4d26-a8dc-3366b09f768a" providerId="ADAL" clId="{5E0D2633-D8F6-500D-A7FC-C9CB56BC4BFB}" dt="2025-09-26T16:33:07.540" v="25" actId="2696"/>
        <pc:sldMkLst>
          <pc:docMk/>
          <pc:sldMk cId="0" sldId="345"/>
        </pc:sldMkLst>
      </pc:sldChg>
      <pc:sldChg chg="del">
        <pc:chgData name="Iain Styles" userId="befbdaae-53f8-4d26-a8dc-3366b09f768a" providerId="ADAL" clId="{5E0D2633-D8F6-500D-A7FC-C9CB56BC4BFB}" dt="2025-09-26T16:33:07.598" v="57" actId="2696"/>
        <pc:sldMkLst>
          <pc:docMk/>
          <pc:sldMk cId="1019959995" sldId="346"/>
        </pc:sldMkLst>
      </pc:sldChg>
      <pc:sldChg chg="del">
        <pc:chgData name="Iain Styles" userId="befbdaae-53f8-4d26-a8dc-3366b09f768a" providerId="ADAL" clId="{5E0D2633-D8F6-500D-A7FC-C9CB56BC4BFB}" dt="2025-09-26T16:33:07.574" v="36" actId="2696"/>
        <pc:sldMkLst>
          <pc:docMk/>
          <pc:sldMk cId="2795853998" sldId="347"/>
        </pc:sldMkLst>
      </pc:sldChg>
      <pc:sldChg chg="del">
        <pc:chgData name="Iain Styles" userId="befbdaae-53f8-4d26-a8dc-3366b09f768a" providerId="ADAL" clId="{5E0D2633-D8F6-500D-A7FC-C9CB56BC4BFB}" dt="2025-09-26T16:33:07.539" v="23" actId="2696"/>
        <pc:sldMkLst>
          <pc:docMk/>
          <pc:sldMk cId="1050254540" sldId="348"/>
        </pc:sldMkLst>
      </pc:sldChg>
      <pc:sldChg chg="del">
        <pc:chgData name="Iain Styles" userId="befbdaae-53f8-4d26-a8dc-3366b09f768a" providerId="ADAL" clId="{5E0D2633-D8F6-500D-A7FC-C9CB56BC4BFB}" dt="2025-09-26T16:33:07.536" v="20" actId="2696"/>
        <pc:sldMkLst>
          <pc:docMk/>
          <pc:sldMk cId="183393448" sldId="349"/>
        </pc:sldMkLst>
      </pc:sldChg>
      <pc:sldChg chg="del">
        <pc:chgData name="Iain Styles" userId="befbdaae-53f8-4d26-a8dc-3366b09f768a" providerId="ADAL" clId="{5E0D2633-D8F6-500D-A7FC-C9CB56BC4BFB}" dt="2025-09-26T16:33:07.619" v="68" actId="2696"/>
        <pc:sldMkLst>
          <pc:docMk/>
          <pc:sldMk cId="3465088771" sldId="350"/>
        </pc:sldMkLst>
      </pc:sldChg>
      <pc:sldChg chg="del">
        <pc:chgData name="Iain Styles" userId="befbdaae-53f8-4d26-a8dc-3366b09f768a" providerId="ADAL" clId="{5E0D2633-D8F6-500D-A7FC-C9CB56BC4BFB}" dt="2025-09-26T16:33:07.542" v="27" actId="2696"/>
        <pc:sldMkLst>
          <pc:docMk/>
          <pc:sldMk cId="3104361659" sldId="352"/>
        </pc:sldMkLst>
      </pc:sldChg>
      <pc:sldChg chg="del">
        <pc:chgData name="Iain Styles" userId="befbdaae-53f8-4d26-a8dc-3366b09f768a" providerId="ADAL" clId="{5E0D2633-D8F6-500D-A7FC-C9CB56BC4BFB}" dt="2025-09-26T16:33:07.596" v="54" actId="2696"/>
        <pc:sldMkLst>
          <pc:docMk/>
          <pc:sldMk cId="1381691829" sldId="353"/>
        </pc:sldMkLst>
      </pc:sldChg>
      <pc:sldChg chg="del">
        <pc:chgData name="Iain Styles" userId="befbdaae-53f8-4d26-a8dc-3366b09f768a" providerId="ADAL" clId="{5E0D2633-D8F6-500D-A7FC-C9CB56BC4BFB}" dt="2025-09-26T16:33:07.546" v="32" actId="2696"/>
        <pc:sldMkLst>
          <pc:docMk/>
          <pc:sldMk cId="3625528858" sldId="354"/>
        </pc:sldMkLst>
      </pc:sldChg>
      <pc:sldChg chg="del">
        <pc:chgData name="Iain Styles" userId="befbdaae-53f8-4d26-a8dc-3366b09f768a" providerId="ADAL" clId="{5E0D2633-D8F6-500D-A7FC-C9CB56BC4BFB}" dt="2025-09-26T16:33:07.579" v="42" actId="2696"/>
        <pc:sldMkLst>
          <pc:docMk/>
          <pc:sldMk cId="3530153824" sldId="355"/>
        </pc:sldMkLst>
      </pc:sldChg>
      <pc:sldChg chg="del">
        <pc:chgData name="Iain Styles" userId="befbdaae-53f8-4d26-a8dc-3366b09f768a" providerId="ADAL" clId="{5E0D2633-D8F6-500D-A7FC-C9CB56BC4BFB}" dt="2025-09-26T16:33:07.545" v="30" actId="2696"/>
        <pc:sldMkLst>
          <pc:docMk/>
          <pc:sldMk cId="4018349267" sldId="356"/>
        </pc:sldMkLst>
      </pc:sldChg>
      <pc:sldChg chg="del">
        <pc:chgData name="Iain Styles" userId="befbdaae-53f8-4d26-a8dc-3366b09f768a" providerId="ADAL" clId="{5E0D2633-D8F6-500D-A7FC-C9CB56BC4BFB}" dt="2025-09-26T16:33:07.540" v="24" actId="2696"/>
        <pc:sldMkLst>
          <pc:docMk/>
          <pc:sldMk cId="600945326" sldId="357"/>
        </pc:sldMkLst>
      </pc:sldChg>
      <pc:sldChg chg="del">
        <pc:chgData name="Iain Styles" userId="befbdaae-53f8-4d26-a8dc-3366b09f768a" providerId="ADAL" clId="{5E0D2633-D8F6-500D-A7FC-C9CB56BC4BFB}" dt="2025-09-26T16:33:07.639" v="80" actId="2696"/>
        <pc:sldMkLst>
          <pc:docMk/>
          <pc:sldMk cId="248963492" sldId="359"/>
        </pc:sldMkLst>
      </pc:sldChg>
      <pc:sldChg chg="del">
        <pc:chgData name="Iain Styles" userId="befbdaae-53f8-4d26-a8dc-3366b09f768a" providerId="ADAL" clId="{5E0D2633-D8F6-500D-A7FC-C9CB56BC4BFB}" dt="2025-09-26T16:33:07.584" v="48" actId="2696"/>
        <pc:sldMkLst>
          <pc:docMk/>
          <pc:sldMk cId="1730821636" sldId="360"/>
        </pc:sldMkLst>
      </pc:sldChg>
      <pc:sldChg chg="del">
        <pc:chgData name="Iain Styles" userId="befbdaae-53f8-4d26-a8dc-3366b09f768a" providerId="ADAL" clId="{5E0D2633-D8F6-500D-A7FC-C9CB56BC4BFB}" dt="2025-09-26T16:33:07.612" v="59" actId="2696"/>
        <pc:sldMkLst>
          <pc:docMk/>
          <pc:sldMk cId="3309252680" sldId="361"/>
        </pc:sldMkLst>
      </pc:sldChg>
      <pc:sldChg chg="del">
        <pc:chgData name="Iain Styles" userId="befbdaae-53f8-4d26-a8dc-3366b09f768a" providerId="ADAL" clId="{5E0D2633-D8F6-500D-A7FC-C9CB56BC4BFB}" dt="2025-09-26T16:33:07.614" v="61" actId="2696"/>
        <pc:sldMkLst>
          <pc:docMk/>
          <pc:sldMk cId="862457490" sldId="362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312821279" sldId="363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474917633" sldId="364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020281087" sldId="365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3525204167" sldId="366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911525105" sldId="367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709510685" sldId="368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325496427" sldId="369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1965545114" sldId="370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4262266284" sldId="372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315743507" sldId="373"/>
        </pc:sldMkLst>
      </pc:sldChg>
      <pc:sldChg chg="modSp mod">
        <pc:chgData name="Iain Styles" userId="befbdaae-53f8-4d26-a8dc-3366b09f768a" providerId="ADAL" clId="{5E0D2633-D8F6-500D-A7FC-C9CB56BC4BFB}" dt="2025-09-27T09:51:51.821" v="174" actId="20577"/>
        <pc:sldMkLst>
          <pc:docMk/>
          <pc:sldMk cId="4143986112" sldId="376"/>
        </pc:sldMkLst>
        <pc:spChg chg="mod">
          <ac:chgData name="Iain Styles" userId="befbdaae-53f8-4d26-a8dc-3366b09f768a" providerId="ADAL" clId="{5E0D2633-D8F6-500D-A7FC-C9CB56BC4BFB}" dt="2025-09-27T09:51:51.821" v="174" actId="20577"/>
          <ac:spMkLst>
            <pc:docMk/>
            <pc:sldMk cId="4143986112" sldId="376"/>
            <ac:spMk id="3" creationId="{00000000-0000-0000-0000-000000000000}"/>
          </ac:spMkLst>
        </pc:spChg>
      </pc:sldChg>
      <pc:sldChg chg="modSp mod">
        <pc:chgData name="Iain Styles" userId="befbdaae-53f8-4d26-a8dc-3366b09f768a" providerId="ADAL" clId="{5E0D2633-D8F6-500D-A7FC-C9CB56BC4BFB}" dt="2025-09-27T09:54:04.724" v="381" actId="20577"/>
        <pc:sldMkLst>
          <pc:docMk/>
          <pc:sldMk cId="492829823" sldId="377"/>
        </pc:sldMkLst>
        <pc:spChg chg="mod">
          <ac:chgData name="Iain Styles" userId="befbdaae-53f8-4d26-a8dc-3366b09f768a" providerId="ADAL" clId="{5E0D2633-D8F6-500D-A7FC-C9CB56BC4BFB}" dt="2025-09-27T09:54:04.724" v="381" actId="20577"/>
          <ac:spMkLst>
            <pc:docMk/>
            <pc:sldMk cId="492829823" sldId="377"/>
            <ac:spMk id="3" creationId="{00000000-0000-0000-0000-000000000000}"/>
          </ac:spMkLst>
        </pc:spChg>
      </pc:sldChg>
      <pc:sldChg chg="modSp mod modAnim modNotesTx">
        <pc:chgData name="Iain Styles" userId="befbdaae-53f8-4d26-a8dc-3366b09f768a" providerId="ADAL" clId="{5E0D2633-D8F6-500D-A7FC-C9CB56BC4BFB}" dt="2025-09-27T10:50:52.571" v="560" actId="20577"/>
        <pc:sldMkLst>
          <pc:docMk/>
          <pc:sldMk cId="1723573332" sldId="378"/>
        </pc:sldMkLst>
        <pc:spChg chg="mod">
          <ac:chgData name="Iain Styles" userId="befbdaae-53f8-4d26-a8dc-3366b09f768a" providerId="ADAL" clId="{5E0D2633-D8F6-500D-A7FC-C9CB56BC4BFB}" dt="2025-09-27T10:50:23.653" v="503" actId="20577"/>
          <ac:spMkLst>
            <pc:docMk/>
            <pc:sldMk cId="1723573332" sldId="378"/>
            <ac:spMk id="3" creationId="{AE94B32C-3DA8-5689-C060-98581CE178D3}"/>
          </ac:spMkLst>
        </pc:spChg>
      </pc:sldChg>
      <pc:sldChg chg="modSp modAnim modNotesTx">
        <pc:chgData name="Iain Styles" userId="befbdaae-53f8-4d26-a8dc-3366b09f768a" providerId="ADAL" clId="{5E0D2633-D8F6-500D-A7FC-C9CB56BC4BFB}" dt="2025-09-27T10:52:42.271" v="752" actId="20577"/>
        <pc:sldMkLst>
          <pc:docMk/>
          <pc:sldMk cId="1568652430" sldId="379"/>
        </pc:sldMkLst>
        <pc:spChg chg="mod">
          <ac:chgData name="Iain Styles" userId="befbdaae-53f8-4d26-a8dc-3366b09f768a" providerId="ADAL" clId="{5E0D2633-D8F6-500D-A7FC-C9CB56BC4BFB}" dt="2025-09-27T10:51:09.192" v="564" actId="20577"/>
          <ac:spMkLst>
            <pc:docMk/>
            <pc:sldMk cId="1568652430" sldId="379"/>
            <ac:spMk id="3" creationId="{AE94B32C-3DA8-5689-C060-98581CE178D3}"/>
          </ac:spMkLst>
        </pc:spChg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632667121" sldId="381"/>
        </pc:sldMkLst>
      </pc:sldChg>
      <pc:sldChg chg="del">
        <pc:chgData name="Iain Styles" userId="befbdaae-53f8-4d26-a8dc-3366b09f768a" providerId="ADAL" clId="{5E0D2633-D8F6-500D-A7FC-C9CB56BC4BFB}" dt="2025-09-26T16:33:07.586" v="51" actId="2696"/>
        <pc:sldMkLst>
          <pc:docMk/>
          <pc:sldMk cId="1276179479" sldId="382"/>
        </pc:sldMkLst>
      </pc:sldChg>
      <pc:sldChg chg="del">
        <pc:chgData name="Iain Styles" userId="befbdaae-53f8-4d26-a8dc-3366b09f768a" providerId="ADAL" clId="{5E0D2633-D8F6-500D-A7FC-C9CB56BC4BFB}" dt="2025-09-26T16:33:07.597" v="55" actId="2696"/>
        <pc:sldMkLst>
          <pc:docMk/>
          <pc:sldMk cId="3371211255" sldId="384"/>
        </pc:sldMkLst>
      </pc:sldChg>
      <pc:sldChg chg="del">
        <pc:chgData name="Iain Styles" userId="befbdaae-53f8-4d26-a8dc-3366b09f768a" providerId="ADAL" clId="{5E0D2633-D8F6-500D-A7FC-C9CB56BC4BFB}" dt="2025-09-26T16:33:07.513" v="10" actId="2696"/>
        <pc:sldMkLst>
          <pc:docMk/>
          <pc:sldMk cId="808098600" sldId="385"/>
        </pc:sldMkLst>
      </pc:sldChg>
      <pc:sldChg chg="del">
        <pc:chgData name="Iain Styles" userId="befbdaae-53f8-4d26-a8dc-3366b09f768a" providerId="ADAL" clId="{5E0D2633-D8F6-500D-A7FC-C9CB56BC4BFB}" dt="2025-09-26T16:33:07.505" v="3" actId="2696"/>
        <pc:sldMkLst>
          <pc:docMk/>
          <pc:sldMk cId="2797813325" sldId="386"/>
        </pc:sldMkLst>
      </pc:sldChg>
      <pc:sldChg chg="del">
        <pc:chgData name="Iain Styles" userId="befbdaae-53f8-4d26-a8dc-3366b09f768a" providerId="ADAL" clId="{5E0D2633-D8F6-500D-A7FC-C9CB56BC4BFB}" dt="2025-09-26T16:33:07.619" v="69" actId="2696"/>
        <pc:sldMkLst>
          <pc:docMk/>
          <pc:sldMk cId="3604264392" sldId="387"/>
        </pc:sldMkLst>
      </pc:sldChg>
      <pc:sldChg chg="del">
        <pc:chgData name="Iain Styles" userId="befbdaae-53f8-4d26-a8dc-3366b09f768a" providerId="ADAL" clId="{5E0D2633-D8F6-500D-A7FC-C9CB56BC4BFB}" dt="2025-09-26T16:33:07.513" v="11" actId="2696"/>
        <pc:sldMkLst>
          <pc:docMk/>
          <pc:sldMk cId="1447274719" sldId="388"/>
        </pc:sldMkLst>
      </pc:sldChg>
      <pc:sldChg chg="del">
        <pc:chgData name="Iain Styles" userId="befbdaae-53f8-4d26-a8dc-3366b09f768a" providerId="ADAL" clId="{5E0D2633-D8F6-500D-A7FC-C9CB56BC4BFB}" dt="2025-09-26T16:33:07.597" v="56" actId="2696"/>
        <pc:sldMkLst>
          <pc:docMk/>
          <pc:sldMk cId="2633191424" sldId="389"/>
        </pc:sldMkLst>
      </pc:sldChg>
      <pc:sldChg chg="del">
        <pc:chgData name="Iain Styles" userId="befbdaae-53f8-4d26-a8dc-3366b09f768a" providerId="ADAL" clId="{5E0D2633-D8F6-500D-A7FC-C9CB56BC4BFB}" dt="2025-09-26T16:33:07.617" v="65" actId="2696"/>
        <pc:sldMkLst>
          <pc:docMk/>
          <pc:sldMk cId="773077602" sldId="390"/>
        </pc:sldMkLst>
      </pc:sldChg>
      <pc:sldChg chg="del">
        <pc:chgData name="Iain Styles" userId="befbdaae-53f8-4d26-a8dc-3366b09f768a" providerId="ADAL" clId="{5E0D2633-D8F6-500D-A7FC-C9CB56BC4BFB}" dt="2025-09-26T16:33:07.618" v="67" actId="2696"/>
        <pc:sldMkLst>
          <pc:docMk/>
          <pc:sldMk cId="832998783" sldId="391"/>
        </pc:sldMkLst>
      </pc:sldChg>
      <pc:sldChg chg="del">
        <pc:chgData name="Iain Styles" userId="befbdaae-53f8-4d26-a8dc-3366b09f768a" providerId="ADAL" clId="{5E0D2633-D8F6-500D-A7FC-C9CB56BC4BFB}" dt="2025-09-26T16:33:07.581" v="44" actId="2696"/>
        <pc:sldMkLst>
          <pc:docMk/>
          <pc:sldMk cId="1778785276" sldId="392"/>
        </pc:sldMkLst>
      </pc:sldChg>
      <pc:sldChg chg="del">
        <pc:chgData name="Iain Styles" userId="befbdaae-53f8-4d26-a8dc-3366b09f768a" providerId="ADAL" clId="{5E0D2633-D8F6-500D-A7FC-C9CB56BC4BFB}" dt="2025-09-26T16:33:07.638" v="78" actId="2696"/>
        <pc:sldMkLst>
          <pc:docMk/>
          <pc:sldMk cId="2371962881" sldId="393"/>
        </pc:sldMkLst>
      </pc:sldChg>
      <pc:sldChg chg="del">
        <pc:chgData name="Iain Styles" userId="befbdaae-53f8-4d26-a8dc-3366b09f768a" providerId="ADAL" clId="{5E0D2633-D8F6-500D-A7FC-C9CB56BC4BFB}" dt="2025-09-26T16:33:07.636" v="74" actId="2696"/>
        <pc:sldMkLst>
          <pc:docMk/>
          <pc:sldMk cId="24635098" sldId="394"/>
        </pc:sldMkLst>
      </pc:sldChg>
      <pc:sldChg chg="del">
        <pc:chgData name="Iain Styles" userId="befbdaae-53f8-4d26-a8dc-3366b09f768a" providerId="ADAL" clId="{5E0D2633-D8F6-500D-A7FC-C9CB56BC4BFB}" dt="2025-09-26T16:33:07.510" v="7" actId="2696"/>
        <pc:sldMkLst>
          <pc:docMk/>
          <pc:sldMk cId="4107619910" sldId="395"/>
        </pc:sldMkLst>
      </pc:sldChg>
      <pc:sldChg chg="del">
        <pc:chgData name="Iain Styles" userId="befbdaae-53f8-4d26-a8dc-3366b09f768a" providerId="ADAL" clId="{5E0D2633-D8F6-500D-A7FC-C9CB56BC4BFB}" dt="2025-09-26T16:33:07.583" v="47" actId="2696"/>
        <pc:sldMkLst>
          <pc:docMk/>
          <pc:sldMk cId="3716085635" sldId="396"/>
        </pc:sldMkLst>
      </pc:sldChg>
      <pc:sldChg chg="del">
        <pc:chgData name="Iain Styles" userId="befbdaae-53f8-4d26-a8dc-3366b09f768a" providerId="ADAL" clId="{5E0D2633-D8F6-500D-A7FC-C9CB56BC4BFB}" dt="2025-09-26T16:33:07.613" v="60" actId="2696"/>
        <pc:sldMkLst>
          <pc:docMk/>
          <pc:sldMk cId="1670851442" sldId="397"/>
        </pc:sldMkLst>
      </pc:sldChg>
      <pc:sldChg chg="del">
        <pc:chgData name="Iain Styles" userId="befbdaae-53f8-4d26-a8dc-3366b09f768a" providerId="ADAL" clId="{5E0D2633-D8F6-500D-A7FC-C9CB56BC4BFB}" dt="2025-09-26T16:33:07.545" v="31" actId="2696"/>
        <pc:sldMkLst>
          <pc:docMk/>
          <pc:sldMk cId="3166856374" sldId="398"/>
        </pc:sldMkLst>
      </pc:sldChg>
      <pc:sldChg chg="del">
        <pc:chgData name="Iain Styles" userId="befbdaae-53f8-4d26-a8dc-3366b09f768a" providerId="ADAL" clId="{5E0D2633-D8F6-500D-A7FC-C9CB56BC4BFB}" dt="2025-09-26T16:33:07.586" v="50" actId="2696"/>
        <pc:sldMkLst>
          <pc:docMk/>
          <pc:sldMk cId="2472104205" sldId="399"/>
        </pc:sldMkLst>
      </pc:sldChg>
      <pc:sldChg chg="del">
        <pc:chgData name="Iain Styles" userId="befbdaae-53f8-4d26-a8dc-3366b09f768a" providerId="ADAL" clId="{5E0D2633-D8F6-500D-A7FC-C9CB56BC4BFB}" dt="2025-09-26T16:33:07.519" v="18" actId="2696"/>
        <pc:sldMkLst>
          <pc:docMk/>
          <pc:sldMk cId="2242694616" sldId="400"/>
        </pc:sldMkLst>
      </pc:sldChg>
      <pc:sldChg chg="del">
        <pc:chgData name="Iain Styles" userId="befbdaae-53f8-4d26-a8dc-3366b09f768a" providerId="ADAL" clId="{5E0D2633-D8F6-500D-A7FC-C9CB56BC4BFB}" dt="2025-09-26T16:33:07.595" v="53" actId="2696"/>
        <pc:sldMkLst>
          <pc:docMk/>
          <pc:sldMk cId="3857393744" sldId="401"/>
        </pc:sldMkLst>
      </pc:sldChg>
      <pc:sldChg chg="del">
        <pc:chgData name="Iain Styles" userId="befbdaae-53f8-4d26-a8dc-3366b09f768a" providerId="ADAL" clId="{5E0D2633-D8F6-500D-A7FC-C9CB56BC4BFB}" dt="2025-09-26T16:33:07.502" v="0" actId="2696"/>
        <pc:sldMkLst>
          <pc:docMk/>
          <pc:sldMk cId="1439734588" sldId="403"/>
        </pc:sldMkLst>
      </pc:sldChg>
      <pc:sldChg chg="del">
        <pc:chgData name="Iain Styles" userId="befbdaae-53f8-4d26-a8dc-3366b09f768a" providerId="ADAL" clId="{5E0D2633-D8F6-500D-A7FC-C9CB56BC4BFB}" dt="2025-09-26T16:33:07.511" v="8" actId="2696"/>
        <pc:sldMkLst>
          <pc:docMk/>
          <pc:sldMk cId="694455866" sldId="404"/>
        </pc:sldMkLst>
      </pc:sldChg>
      <pc:sldChg chg="mod modShow">
        <pc:chgData name="Iain Styles" userId="befbdaae-53f8-4d26-a8dc-3366b09f768a" providerId="ADAL" clId="{5E0D2633-D8F6-500D-A7FC-C9CB56BC4BFB}" dt="2025-09-27T12:24:06.789" v="2438" actId="729"/>
        <pc:sldMkLst>
          <pc:docMk/>
          <pc:sldMk cId="2593958790" sldId="405"/>
        </pc:sldMkLst>
      </pc:sldChg>
      <pc:sldChg chg="del">
        <pc:chgData name="Iain Styles" userId="befbdaae-53f8-4d26-a8dc-3366b09f768a" providerId="ADAL" clId="{5E0D2633-D8F6-500D-A7FC-C9CB56BC4BFB}" dt="2025-09-26T16:33:07.577" v="39" actId="2696"/>
        <pc:sldMkLst>
          <pc:docMk/>
          <pc:sldMk cId="64577220" sldId="406"/>
        </pc:sldMkLst>
      </pc:sldChg>
      <pc:sldChg chg="modSp new mod modNotesTx">
        <pc:chgData name="Iain Styles" userId="befbdaae-53f8-4d26-a8dc-3366b09f768a" providerId="ADAL" clId="{5E0D2633-D8F6-500D-A7FC-C9CB56BC4BFB}" dt="2025-09-27T11:26:43.227" v="1438" actId="20577"/>
        <pc:sldMkLst>
          <pc:docMk/>
          <pc:sldMk cId="450425756" sldId="406"/>
        </pc:sldMkLst>
        <pc:spChg chg="mod">
          <ac:chgData name="Iain Styles" userId="befbdaae-53f8-4d26-a8dc-3366b09f768a" providerId="ADAL" clId="{5E0D2633-D8F6-500D-A7FC-C9CB56BC4BFB}" dt="2025-09-27T10:53:36.375" v="784" actId="14100"/>
          <ac:spMkLst>
            <pc:docMk/>
            <pc:sldMk cId="450425756" sldId="406"/>
            <ac:spMk id="2" creationId="{F80F9D9E-EAC3-BB4B-B479-513655E90AEA}"/>
          </ac:spMkLst>
        </pc:spChg>
        <pc:spChg chg="mod">
          <ac:chgData name="Iain Styles" userId="befbdaae-53f8-4d26-a8dc-3366b09f768a" providerId="ADAL" clId="{5E0D2633-D8F6-500D-A7FC-C9CB56BC4BFB}" dt="2025-09-27T11:24:32.863" v="1181" actId="16959"/>
          <ac:spMkLst>
            <pc:docMk/>
            <pc:sldMk cId="450425756" sldId="406"/>
            <ac:spMk id="3" creationId="{4E438E12-F8D3-C71B-9795-476831D89807}"/>
          </ac:spMkLst>
        </pc:spChg>
      </pc:sldChg>
      <pc:sldChg chg="modSp new mod modNotesTx">
        <pc:chgData name="Iain Styles" userId="befbdaae-53f8-4d26-a8dc-3366b09f768a" providerId="ADAL" clId="{5E0D2633-D8F6-500D-A7FC-C9CB56BC4BFB}" dt="2025-09-27T11:46:58.067" v="1918" actId="20577"/>
        <pc:sldMkLst>
          <pc:docMk/>
          <pc:sldMk cId="1128537457" sldId="407"/>
        </pc:sldMkLst>
        <pc:spChg chg="mod">
          <ac:chgData name="Iain Styles" userId="befbdaae-53f8-4d26-a8dc-3366b09f768a" providerId="ADAL" clId="{5E0D2633-D8F6-500D-A7FC-C9CB56BC4BFB}" dt="2025-09-27T11:41:29.756" v="1477" actId="14100"/>
          <ac:spMkLst>
            <pc:docMk/>
            <pc:sldMk cId="1128537457" sldId="407"/>
            <ac:spMk id="2" creationId="{D07E194C-7DCD-8E69-3C9A-C8BF55FE9052}"/>
          </ac:spMkLst>
        </pc:spChg>
        <pc:spChg chg="mod">
          <ac:chgData name="Iain Styles" userId="befbdaae-53f8-4d26-a8dc-3366b09f768a" providerId="ADAL" clId="{5E0D2633-D8F6-500D-A7FC-C9CB56BC4BFB}" dt="2025-09-27T11:44:08.266" v="1808" actId="20577"/>
          <ac:spMkLst>
            <pc:docMk/>
            <pc:sldMk cId="1128537457" sldId="407"/>
            <ac:spMk id="3" creationId="{F96C8596-8D99-5F23-0151-FC364A256115}"/>
          </ac:spMkLst>
        </pc:spChg>
      </pc:sldChg>
      <pc:sldChg chg="modSp new mod modNotesTx">
        <pc:chgData name="Iain Styles" userId="befbdaae-53f8-4d26-a8dc-3366b09f768a" providerId="ADAL" clId="{5E0D2633-D8F6-500D-A7FC-C9CB56BC4BFB}" dt="2025-09-27T11:56:34.220" v="1941" actId="20577"/>
        <pc:sldMkLst>
          <pc:docMk/>
          <pc:sldMk cId="2900444732" sldId="408"/>
        </pc:sldMkLst>
        <pc:spChg chg="mod">
          <ac:chgData name="Iain Styles" userId="befbdaae-53f8-4d26-a8dc-3366b09f768a" providerId="ADAL" clId="{5E0D2633-D8F6-500D-A7FC-C9CB56BC4BFB}" dt="2025-09-27T11:47:29.958" v="1933" actId="20577"/>
          <ac:spMkLst>
            <pc:docMk/>
            <pc:sldMk cId="2900444732" sldId="408"/>
            <ac:spMk id="2" creationId="{619D52EC-C454-FA01-2477-B4A49298122C}"/>
          </ac:spMkLst>
        </pc:spChg>
      </pc:sldChg>
      <pc:sldChg chg="new del">
        <pc:chgData name="Iain Styles" userId="befbdaae-53f8-4d26-a8dc-3366b09f768a" providerId="ADAL" clId="{5E0D2633-D8F6-500D-A7FC-C9CB56BC4BFB}" dt="2025-09-27T11:57:05.301" v="1943" actId="680"/>
        <pc:sldMkLst>
          <pc:docMk/>
          <pc:sldMk cId="3965387123" sldId="409"/>
        </pc:sldMkLst>
      </pc:sldChg>
      <pc:sldChg chg="modSp add mod modNotesTx">
        <pc:chgData name="Iain Styles" userId="befbdaae-53f8-4d26-a8dc-3366b09f768a" providerId="ADAL" clId="{5E0D2633-D8F6-500D-A7FC-C9CB56BC4BFB}" dt="2025-09-27T11:58:20.496" v="1978" actId="20577"/>
        <pc:sldMkLst>
          <pc:docMk/>
          <pc:sldMk cId="4061372985" sldId="409"/>
        </pc:sldMkLst>
        <pc:spChg chg="mod">
          <ac:chgData name="Iain Styles" userId="befbdaae-53f8-4d26-a8dc-3366b09f768a" providerId="ADAL" clId="{5E0D2633-D8F6-500D-A7FC-C9CB56BC4BFB}" dt="2025-09-27T11:57:21.410" v="1959" actId="20577"/>
          <ac:spMkLst>
            <pc:docMk/>
            <pc:sldMk cId="4061372985" sldId="409"/>
            <ac:spMk id="2" creationId="{C8176F5A-A9F4-700D-268A-B27B90949445}"/>
          </ac:spMkLst>
        </pc:spChg>
        <pc:spChg chg="mod">
          <ac:chgData name="Iain Styles" userId="befbdaae-53f8-4d26-a8dc-3366b09f768a" providerId="ADAL" clId="{5E0D2633-D8F6-500D-A7FC-C9CB56BC4BFB}" dt="2025-09-27T11:57:24.993" v="1960" actId="20577"/>
          <ac:spMkLst>
            <pc:docMk/>
            <pc:sldMk cId="4061372985" sldId="409"/>
            <ac:spMk id="3" creationId="{A52E2B07-A124-5DA8-EA21-AB4FBE4937F2}"/>
          </ac:spMkLst>
        </pc:spChg>
      </pc:sldChg>
      <pc:sldChg chg="modSp new mod modNotesTx">
        <pc:chgData name="Iain Styles" userId="befbdaae-53f8-4d26-a8dc-3366b09f768a" providerId="ADAL" clId="{5E0D2633-D8F6-500D-A7FC-C9CB56BC4BFB}" dt="2025-09-27T12:20:15.017" v="2385" actId="20577"/>
        <pc:sldMkLst>
          <pc:docMk/>
          <pc:sldMk cId="2950752099" sldId="410"/>
        </pc:sldMkLst>
        <pc:spChg chg="mod">
          <ac:chgData name="Iain Styles" userId="befbdaae-53f8-4d26-a8dc-3366b09f768a" providerId="ADAL" clId="{5E0D2633-D8F6-500D-A7FC-C9CB56BC4BFB}" dt="2025-09-27T12:10:08.835" v="2011" actId="14100"/>
          <ac:spMkLst>
            <pc:docMk/>
            <pc:sldMk cId="2950752099" sldId="410"/>
            <ac:spMk id="2" creationId="{D909E383-E88E-EE0E-A542-CBC9EDB19EF8}"/>
          </ac:spMkLst>
        </pc:spChg>
        <pc:spChg chg="mod">
          <ac:chgData name="Iain Styles" userId="befbdaae-53f8-4d26-a8dc-3366b09f768a" providerId="ADAL" clId="{5E0D2633-D8F6-500D-A7FC-C9CB56BC4BFB}" dt="2025-09-27T12:20:15.017" v="2385" actId="20577"/>
          <ac:spMkLst>
            <pc:docMk/>
            <pc:sldMk cId="2950752099" sldId="410"/>
            <ac:spMk id="3" creationId="{6585A35C-0297-74D4-7320-EBFE58E7F905}"/>
          </ac:spMkLst>
        </pc:spChg>
      </pc:sldChg>
      <pc:sldChg chg="modSp new mod">
        <pc:chgData name="Iain Styles" userId="befbdaae-53f8-4d26-a8dc-3366b09f768a" providerId="ADAL" clId="{5E0D2633-D8F6-500D-A7FC-C9CB56BC4BFB}" dt="2025-09-27T12:22:15.350" v="2416" actId="403"/>
        <pc:sldMkLst>
          <pc:docMk/>
          <pc:sldMk cId="2871007809" sldId="411"/>
        </pc:sldMkLst>
        <pc:spChg chg="mod">
          <ac:chgData name="Iain Styles" userId="befbdaae-53f8-4d26-a8dc-3366b09f768a" providerId="ADAL" clId="{5E0D2633-D8F6-500D-A7FC-C9CB56BC4BFB}" dt="2025-09-27T12:20:27.948" v="2399" actId="20577"/>
          <ac:spMkLst>
            <pc:docMk/>
            <pc:sldMk cId="2871007809" sldId="411"/>
            <ac:spMk id="2" creationId="{3AFB7CBA-E378-CC07-E6F9-1AE06A2B642D}"/>
          </ac:spMkLst>
        </pc:spChg>
        <pc:spChg chg="mod">
          <ac:chgData name="Iain Styles" userId="befbdaae-53f8-4d26-a8dc-3366b09f768a" providerId="ADAL" clId="{5E0D2633-D8F6-500D-A7FC-C9CB56BC4BFB}" dt="2025-09-27T12:22:15.350" v="2416" actId="403"/>
          <ac:spMkLst>
            <pc:docMk/>
            <pc:sldMk cId="2871007809" sldId="411"/>
            <ac:spMk id="3" creationId="{1298E7E9-10B5-F640-71F6-76FA2C53DBB7}"/>
          </ac:spMkLst>
        </pc:spChg>
      </pc:sldChg>
      <pc:sldChg chg="modSp new mod">
        <pc:chgData name="Iain Styles" userId="befbdaae-53f8-4d26-a8dc-3366b09f768a" providerId="ADAL" clId="{5E0D2633-D8F6-500D-A7FC-C9CB56BC4BFB}" dt="2025-09-27T12:23:30.122" v="2437" actId="207"/>
        <pc:sldMkLst>
          <pc:docMk/>
          <pc:sldMk cId="378581775" sldId="412"/>
        </pc:sldMkLst>
        <pc:spChg chg="mod">
          <ac:chgData name="Iain Styles" userId="befbdaae-53f8-4d26-a8dc-3366b09f768a" providerId="ADAL" clId="{5E0D2633-D8F6-500D-A7FC-C9CB56BC4BFB}" dt="2025-09-27T12:22:32.065" v="2430" actId="20577"/>
          <ac:spMkLst>
            <pc:docMk/>
            <pc:sldMk cId="378581775" sldId="412"/>
            <ac:spMk id="2" creationId="{C055DDAB-0104-C4F9-F68B-B99D21814499}"/>
          </ac:spMkLst>
        </pc:spChg>
        <pc:spChg chg="mod">
          <ac:chgData name="Iain Styles" userId="befbdaae-53f8-4d26-a8dc-3366b09f768a" providerId="ADAL" clId="{5E0D2633-D8F6-500D-A7FC-C9CB56BC4BFB}" dt="2025-09-27T12:23:30.122" v="2437" actId="207"/>
          <ac:spMkLst>
            <pc:docMk/>
            <pc:sldMk cId="378581775" sldId="412"/>
            <ac:spMk id="3" creationId="{C6FD1916-1C41-081F-D92B-8EC639F93113}"/>
          </ac:spMkLst>
        </pc:spChg>
      </pc:sldChg>
    </pc:docChg>
  </pc:docChgLst>
  <pc:docChgLst>
    <pc:chgData name="Iain Styles" userId="befbdaae-53f8-4d26-a8dc-3366b09f768a" providerId="ADAL" clId="{EC32E1E7-569B-5A48-B30C-DB697CEB8225}"/>
    <pc:docChg chg="delSld modSld modSection">
      <pc:chgData name="Iain Styles" userId="befbdaae-53f8-4d26-a8dc-3366b09f768a" providerId="ADAL" clId="{EC32E1E7-569B-5A48-B30C-DB697CEB8225}" dt="2024-11-11T05:31:57.740" v="62" actId="2696"/>
      <pc:docMkLst>
        <pc:docMk/>
      </pc:docMkLst>
      <pc:sldChg chg="modSp modAnim">
        <pc:chgData name="Iain Styles" userId="befbdaae-53f8-4d26-a8dc-3366b09f768a" providerId="ADAL" clId="{EC32E1E7-569B-5A48-B30C-DB697CEB8225}" dt="2024-11-11T04:59:04.839" v="27" actId="20577"/>
        <pc:sldMkLst>
          <pc:docMk/>
          <pc:sldMk cId="780336828" sldId="301"/>
        </pc:sldMkLst>
      </pc:sldChg>
      <pc:sldChg chg="modSp del mod">
        <pc:chgData name="Iain Styles" userId="befbdaae-53f8-4d26-a8dc-3366b09f768a" providerId="ADAL" clId="{EC32E1E7-569B-5A48-B30C-DB697CEB8225}" dt="2024-11-11T05:00:57.947" v="35" actId="2696"/>
        <pc:sldMkLst>
          <pc:docMk/>
          <pc:sldMk cId="504524839" sldId="308"/>
        </pc:sldMkLst>
      </pc:sldChg>
      <pc:sldChg chg="modSp">
        <pc:chgData name="Iain Styles" userId="befbdaae-53f8-4d26-a8dc-3366b09f768a" providerId="ADAL" clId="{EC32E1E7-569B-5A48-B30C-DB697CEB8225}" dt="2024-11-11T05:01:02.972" v="36"/>
        <pc:sldMkLst>
          <pc:docMk/>
          <pc:sldMk cId="1202893673" sldId="309"/>
        </pc:sldMkLst>
      </pc:sldChg>
      <pc:sldChg chg="del">
        <pc:chgData name="Iain Styles" userId="befbdaae-53f8-4d26-a8dc-3366b09f768a" providerId="ADAL" clId="{EC32E1E7-569B-5A48-B30C-DB697CEB8225}" dt="2024-11-11T05:10:54.013" v="37" actId="2696"/>
        <pc:sldMkLst>
          <pc:docMk/>
          <pc:sldMk cId="1441943578" sldId="316"/>
        </pc:sldMkLst>
      </pc:sldChg>
      <pc:sldChg chg="modSp mod">
        <pc:chgData name="Iain Styles" userId="befbdaae-53f8-4d26-a8dc-3366b09f768a" providerId="ADAL" clId="{EC32E1E7-569B-5A48-B30C-DB697CEB8225}" dt="2024-11-11T04:56:13.241" v="24" actId="20577"/>
        <pc:sldMkLst>
          <pc:docMk/>
          <pc:sldMk cId="3211664744" sldId="325"/>
        </pc:sldMkLst>
      </pc:sldChg>
      <pc:sldChg chg="del">
        <pc:chgData name="Iain Styles" userId="befbdaae-53f8-4d26-a8dc-3366b09f768a" providerId="ADAL" clId="{EC32E1E7-569B-5A48-B30C-DB697CEB8225}" dt="2024-11-11T05:31:57.740" v="62" actId="2696"/>
        <pc:sldMkLst>
          <pc:docMk/>
          <pc:sldMk cId="3757354000" sldId="332"/>
        </pc:sldMkLst>
      </pc:sldChg>
      <pc:sldChg chg="modSp modAnim">
        <pc:chgData name="Iain Styles" userId="befbdaae-53f8-4d26-a8dc-3366b09f768a" providerId="ADAL" clId="{EC32E1E7-569B-5A48-B30C-DB697CEB8225}" dt="2024-11-11T05:20:08.247" v="61" actId="113"/>
        <pc:sldMkLst>
          <pc:docMk/>
          <pc:sldMk cId="2795853998" sldId="347"/>
        </pc:sldMkLst>
      </pc:sldChg>
      <pc:sldChg chg="modSp mod">
        <pc:chgData name="Iain Styles" userId="befbdaae-53f8-4d26-a8dc-3366b09f768a" providerId="ADAL" clId="{EC32E1E7-569B-5A48-B30C-DB697CEB8225}" dt="2024-11-10T20:14:03.434" v="16" actId="20577"/>
        <pc:sldMkLst>
          <pc:docMk/>
          <pc:sldMk cId="3530153824" sldId="35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Exists, </a:t>
            </a:r>
            <a:r>
              <a:rPr lang="en-US" dirty="0" err="1"/>
              <a:t>forall</a:t>
            </a:r>
            <a:r>
              <a:rPr lang="en-US" dirty="0"/>
              <a:t> {Alan, Grace, Boris) C(x), P(x)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66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93DB6-B8B0-3778-A669-C01139D0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AF1B2-B097-1E5E-B16D-5F9694732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E271-C4F4-CCD0-264A-F00D176C1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the following two pairs of statements: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 x\ [C(x)]\quad\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iff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\exists\ x\ [\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C(x)]$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$\exists\ x\ [C(x)]\quad\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iff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 x\ [\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C(x)]$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these statements True?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about the following statements?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 x\ [\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C(x)]\quad\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iff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\exists\ x\ [C(x)]$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$\exists\ x\ [\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C(x)]\quad\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iff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\quad\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lnot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 x\ [C(x)]$</a:t>
            </a: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quantifiers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 and $\exists$ are said to be </a:t>
            </a:r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**dual**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each other.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4718E8-52E9-56DB-05A3-97C191694BD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CCC993-7279-E924-5ABB-C6EB4BB6B6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08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Alan and Grace C(x) and not P(x)</a:t>
            </a:r>
          </a:p>
          <a:p>
            <a:r>
              <a:rPr lang="en-US" dirty="0"/>
              <a:t>Boris P(x) and not C(x)</a:t>
            </a:r>
          </a:p>
          <a:p>
            <a:r>
              <a:rPr lang="en-US" dirty="0"/>
              <a:t>No x in {A,G,B) such that P^C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332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shown is valid. It is sound if x is bicycles and P is “has two wheels”. It is not sound if P is has two wheels and x is birds, because the premise </a:t>
            </a:r>
            <a:r>
              <a:rPr lang="en-US" dirty="0" err="1"/>
              <a:t>forall</a:t>
            </a:r>
            <a:r>
              <a:rPr lang="en-US" dirty="0"/>
              <a:t> x P(x) is False.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1326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in </a:t>
            </a:r>
          </a:p>
          <a:p>
            <a:r>
              <a:rPr lang="en-US" dirty="0" err="1"/>
              <a:t>forall</a:t>
            </a:r>
            <a:r>
              <a:rPr lang="en-US" dirty="0"/>
              <a:t> x [P(x)], </a:t>
            </a:r>
            <a:r>
              <a:rPr lang="en-US" dirty="0" err="1"/>
              <a:t>forall</a:t>
            </a:r>
            <a:r>
              <a:rPr lang="en-US" dirty="0"/>
              <a:t> x [Q(x)] : </a:t>
            </a:r>
            <a:r>
              <a:rPr lang="en-US" dirty="0" err="1"/>
              <a:t>forall</a:t>
            </a:r>
            <a:r>
              <a:rPr lang="en-US" dirty="0"/>
              <a:t> x P(x)^Q(x)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exists x [P(x)], </a:t>
            </a:r>
            <a:r>
              <a:rPr lang="en-US" dirty="0" err="1"/>
              <a:t>forall</a:t>
            </a:r>
            <a:r>
              <a:rPr lang="en-US" dirty="0"/>
              <a:t> x [Q(x)] : exists P(x)^Q(x)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exists x [P(x)], exists x [Q(x)] : exists P(x)^Q(x)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320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### $\</a:t>
            </a:r>
            <a:r>
              <a:rPr lang="en-GB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$-elimination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 idea here is that if a formula is universally quantified, then we can infer a particular instance</a:t>
            </a: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1.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[\phi(x)]$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2. $\phi(a)$</a:t>
            </a: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related to $\land$-elimination because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[\phi(x)] 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equiv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\phi(a) \land\phi(b)\land\phi(c)\dots$</a:t>
            </a: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### $\exists$-introduction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 a particular instance we can infer an existential quantification</a:t>
            </a: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1. $\phi(a)$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2. $\exists x [\phi(x)]$</a:t>
            </a: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related to $\or$-introduction because $\exists x [\phi(x)] 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equiv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\phi(a) \lor\phi(b)\lor\phi(c)\dots$</a:t>
            </a: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### $\</a:t>
            </a:r>
            <a:r>
              <a:rPr lang="en-GB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$-introduction</a:t>
            </a: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1. $\phi(a)$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2. $\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forall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[\phi(x)]$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can we do this? If $\phi(a)$ is true for some arbitrary $a$, then, if we know nothing at all about $a$ then it must be True for all $a$. We can only do this if we know nothing else about the particular instance $a$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is not used in any of the premises of the proof).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40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057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852682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8175171" cy="632219"/>
          </a:xfrm>
        </p:spPr>
        <p:txBody>
          <a:bodyPr/>
          <a:lstStyle/>
          <a:p>
            <a:r>
              <a:rPr lang="en-US" dirty="0"/>
              <a:t>A Problem with Propositions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	All computer scientists are logical</a:t>
            </a:r>
          </a:p>
          <a:p>
            <a:r>
              <a:rPr lang="en-GB" sz="2400" dirty="0">
                <a:solidFill>
                  <a:schemeClr val="tx2"/>
                </a:solidFill>
              </a:rPr>
              <a:t>	Alan is a computer scientist</a:t>
            </a:r>
          </a:p>
          <a:p>
            <a:r>
              <a:rPr lang="en-GB" sz="2400" dirty="0">
                <a:solidFill>
                  <a:schemeClr val="tx2"/>
                </a:solidFill>
              </a:rPr>
              <a:t>	Therefore Alan is logical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can represent this easily this in propositional 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about another computer scientist, Grace?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argument above is about Alan.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construct another argument for Grace.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about Physicists,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Philophers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Classicists?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seems……wasteful</a:t>
            </a:r>
          </a:p>
          <a:p>
            <a:pPr lvl="1"/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0A4955-C5B1-2691-5C79-E75FF9A05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00" y="2990800"/>
            <a:ext cx="3149600" cy="673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Order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Even worse….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GB" sz="2400" dirty="0">
                <a:solidFill>
                  <a:schemeClr val="tx2"/>
                </a:solidFill>
              </a:rPr>
              <a:t>	All men are mortal</a:t>
            </a:r>
          </a:p>
          <a:p>
            <a:r>
              <a:rPr lang="en-GB" sz="2400" dirty="0">
                <a:solidFill>
                  <a:schemeClr val="tx2"/>
                </a:solidFill>
              </a:rPr>
              <a:t>	Socrates is a man</a:t>
            </a:r>
          </a:p>
          <a:p>
            <a:r>
              <a:rPr lang="en-US" sz="2400" dirty="0">
                <a:solidFill>
                  <a:schemeClr val="tx2"/>
                </a:solidFill>
              </a:rPr>
              <a:t>	Therefore Socrates is mortal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Do our tools allow us to prove that this is a valid argument?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These are all propositions, but they use quantifiers (all, some)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No tools for working for this in propositional logic.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Careful definitions of the sentences has got us out of trouble so far but won’t work here.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need some new mechanisms.</a:t>
            </a:r>
          </a:p>
          <a:p>
            <a:endParaRPr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398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Order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Propositions have to be </a:t>
            </a:r>
            <a:r>
              <a:rPr lang="en-US" sz="2800" i="1" dirty="0">
                <a:solidFill>
                  <a:schemeClr val="tx2"/>
                </a:solidFill>
              </a:rPr>
              <a:t>unconditionally</a:t>
            </a:r>
            <a:r>
              <a:rPr lang="en-US" sz="2800" dirty="0">
                <a:solidFill>
                  <a:schemeClr val="tx2"/>
                </a:solidFill>
              </a:rPr>
              <a:t> True or False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men are mortal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Socrates is a man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always rains in Belfast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First order logic introduces mechanisms that allow us to include and reason about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(Men, Socrates, Belfast </a:t>
            </a:r>
            <a:r>
              <a:rPr lang="en-US" sz="2800" dirty="0" err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endParaRPr lang="en-US" sz="2800" i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Quantifiers 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(all, some)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Predicates </a:t>
            </a:r>
            <a:r>
              <a:rPr lang="en-US" sz="28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(is mortal, is a man, it rains)</a:t>
            </a:r>
          </a:p>
        </p:txBody>
      </p:sp>
    </p:spTree>
    <p:extLst>
      <p:ext uri="{BB962C8B-B14F-4D97-AF65-F5344CB8AC3E}">
        <p14:creationId xmlns:p14="http://schemas.microsoft.com/office/powerpoint/2010/main" val="492829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Variables and Predicates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First order logic allows us to formulate generic statement.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Instead of saying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 is a Computer Scientist but is not a politician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Grace is a Computer Scientist but is not a politician</a:t>
                </a:r>
              </a:p>
              <a:p>
                <a:pPr marL="742939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Boris is not a Computer Scientist but is a politician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We can define predicates </a:t>
                </a:r>
                <a:r>
                  <a:rPr lang="en-US" sz="2400" i="1" dirty="0">
                    <a:solidFill>
                      <a:schemeClr val="tx2"/>
                    </a:solidFill>
                  </a:rPr>
                  <a:t>C(x) and P(x)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a person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C(x)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when x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en-US" dirty="0" err="1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Alan,Grace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en-US" i="1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P(x)</a:t>
                </a:r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when x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solidFill>
                      <a:schemeClr val="tx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{Boris}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i="1" dirty="0" err="1">
                    <a:solidFill>
                      <a:schemeClr val="tx2"/>
                    </a:solidFill>
                  </a:rPr>
                  <a:t>x,y,z</a:t>
                </a:r>
                <a:r>
                  <a:rPr lang="en-US" sz="2400" dirty="0">
                    <a:solidFill>
                      <a:schemeClr val="tx2"/>
                    </a:solidFill>
                  </a:rPr>
                  <a:t> are variables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Each variable is defined on a </a:t>
                </a:r>
                <a:r>
                  <a:rPr lang="en-US" sz="2400" i="1" dirty="0">
                    <a:solidFill>
                      <a:schemeClr val="tx2"/>
                    </a:solidFill>
                  </a:rPr>
                  <a:t>domain.</a:t>
                </a:r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AE94B32C-3DA8-5689-C060-98581CE17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844" t="-1809"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15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Quantifiers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4B32C-3DA8-5689-C060-98581CE178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</a:rPr>
              <a:t>We may wish to make statements about part or all of a variable domain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573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B3F1A-3E82-7170-DC37-793C73FE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76F5A-A9F4-700D-268A-B27B90949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Duality of Quantifiers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E2B07-A124-5DA8-EA21-AB4FBE4937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9FF69-FDAC-6211-4DAE-EF2C8EFF5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372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63DE9-FC44-2575-E556-2200345B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763189" cy="632219"/>
          </a:xfrm>
        </p:spPr>
        <p:txBody>
          <a:bodyPr/>
          <a:lstStyle/>
          <a:p>
            <a:r>
              <a:rPr lang="en-US" dirty="0"/>
              <a:t>Logical Connectives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4B32C-3DA8-5689-C060-98581CE178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can use connectives with both predicates and quantifiers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1C02F-4E5A-373A-82A2-17DBD0107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52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9D9E-EAC3-BB4B-B479-513655E90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443484" cy="632219"/>
          </a:xfrm>
        </p:spPr>
        <p:txBody>
          <a:bodyPr/>
          <a:lstStyle/>
          <a:p>
            <a:r>
              <a:rPr lang="en-US" dirty="0"/>
              <a:t>Arguments in First Order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E438E12-F8D3-C71B-9795-476831D89807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More subtle than propositional logic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We have to worry about the variables, quantifiers, and domains.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The same notions of validity and soundness apply, but: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Validity requires that the conclusion is True in every possible domain for every possible interpretation in which the Premises are True.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2"/>
                    </a:solidFill>
                  </a:rPr>
                  <a:t>Soundness also requires the premises to be true in the specific interpretation in which we are making the argument.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400" dirty="0">
                  <a:solidFill>
                    <a:schemeClr val="tx2"/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GB" sz="2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GB" sz="2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∋</m:t>
                          </m:r>
                          <m:r>
                            <a:rPr lang="en-GB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GB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4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E438E12-F8D3-C71B-9795-476831D898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3"/>
                <a:stretch>
                  <a:fillRect l="-844" t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A0BAF-9FC7-3959-6F6C-5F6799A0C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425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E194C-7DCD-8E69-3C9A-C8BF55FE9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562060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C8596-8D99-5F23-0151-FC364A2561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Natural Deduction is much more subtle that for propositional logic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All of the same rules apply but need to be applied with care.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Are the following arguments valid or invalid? Where is the error in reasoning?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75C54-FA57-4066-3090-E2FB286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537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D52EC-C454-FA01-2477-B4A492981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new rules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EE8247-623A-9B5E-0F31-B3070E16BA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D27A8-8FF3-2792-F0F4-B5EAC9CD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444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9E383-E88E-EE0E-A542-CBC9EDB1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749746" cy="632219"/>
          </a:xfrm>
        </p:spPr>
        <p:txBody>
          <a:bodyPr/>
          <a:lstStyle/>
          <a:p>
            <a:r>
              <a:rPr lang="en-US" dirty="0"/>
              <a:t>Proofs in First Order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6585A35C-0297-74D4-7320-EBFE58E7F905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1">
                        <a:lumMod val="50000"/>
                      </a:schemeClr>
                    </a:solidFill>
                    <a:latin typeface="Helvetica" pitchFamily="2" charset="0"/>
                  </a:rPr>
                  <a:t>Process is somewhat different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1">
                        <a:lumMod val="50000"/>
                      </a:schemeClr>
                    </a:solidFill>
                    <a:latin typeface="Helvetica" pitchFamily="2" charset="0"/>
                  </a:rPr>
                  <a:t>Applying proof rules under a quantifier can be fraught with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chemeClr val="tx1">
                        <a:lumMod val="50000"/>
                      </a:schemeClr>
                    </a:solidFill>
                    <a:latin typeface="Helvetica" pitchFamily="2" charset="0"/>
                  </a:rPr>
                  <a:t>Typically proceed by eliminating the quantifiers, apply the rules, and then reintroduce the quantifiers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solidFill>
                      <a:schemeClr val="tx1">
                        <a:lumMod val="50000"/>
                      </a:schemeClr>
                    </a:solidFill>
                    <a:latin typeface="Helvetica" pitchFamily="2" charset="0"/>
                  </a:rPr>
                  <a:t>Example: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GB" sz="24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GB" sz="24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GB" sz="24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dirty="0">
                                <a:solidFill>
                                  <a:schemeClr val="tx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endParaRPr lang="en-GB" sz="2400" dirty="0">
                  <a:solidFill>
                    <a:schemeClr val="tx1">
                      <a:lumMod val="50000"/>
                    </a:schemeClr>
                  </a:solidFill>
                  <a:latin typeface="Helvetica" pitchFamily="2" charset="0"/>
                </a:endParaRPr>
              </a:p>
              <a:p>
                <a:endParaRPr lang="en-GB" sz="2400" dirty="0">
                  <a:solidFill>
                    <a:schemeClr val="tx1">
                      <a:lumMod val="50000"/>
                    </a:schemeClr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6585A35C-0297-74D4-7320-EBFE58E7F9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3"/>
                <a:stretch>
                  <a:fillRect l="-844" t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1CE2A-CD52-DC9B-AB11-ED4D0BE84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0752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B7CBA-E378-CC07-E6F9-1AE06A2B6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Proof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298E7E9-10B5-F640-71F6-76FA2C53DBB7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>
                <a:norm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sz="2400" i="1" dirty="0" smtClean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br>
                  <a:rPr lang="en-GB" sz="2400" dirty="0">
                    <a:solidFill>
                      <a:schemeClr val="tx1">
                        <a:lumMod val="50000"/>
                      </a:schemeClr>
                    </a:solidFill>
                  </a:rPr>
                </a:br>
                <a:endParaRPr lang="en-GB" sz="24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298E7E9-10B5-F640-71F6-76FA2C53DB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t="-1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81615-6FA2-E574-67CB-518BD37C4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00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5DDAB-0104-C4F9-F68B-B99D21814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6FD1916-1C41-081F-D92B-8EC639F9311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dirty="0" smtClean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 smtClean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lit/>
                        </m:rPr>
                        <a:rPr lang="en-GB" sz="2400" i="1" dirty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∃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∃</m:t>
                          </m:r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dirty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2400" i="1" dirty="0" err="1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endParaRPr lang="en-US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6FD1916-1C41-081F-D92B-8EC639F93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t="-1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F6E9E-7F65-EA2E-03EA-19EB8B048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81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2B2ED-7D52-F1C3-6166-6059749EC5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br>
              <a:rPr lang="en-GB" sz="4800" dirty="0">
                <a:solidFill>
                  <a:schemeClr val="tx2"/>
                </a:solidFill>
              </a:rPr>
            </a:br>
            <a:r>
              <a:rPr lang="en-US" sz="4800" dirty="0"/>
              <a:t>Exercise: First Order Logic</a:t>
            </a:r>
            <a:endParaRPr lang="en-US" sz="48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C8BB2-CE84-16B2-99F6-937C7CF0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850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15 November 2023</a:t>
            </a:r>
          </a:p>
        </p:txBody>
      </p:sp>
    </p:spTree>
    <p:extLst>
      <p:ext uri="{BB962C8B-B14F-4D97-AF65-F5344CB8AC3E}">
        <p14:creationId xmlns:p14="http://schemas.microsoft.com/office/powerpoint/2010/main" val="2315743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In the era of LLMs do we need all this?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777088" cy="490562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Large language models like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, Llama, Bard, Claude can understand and generate astonishingly coherent natural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Bold claims have been made about the capabilities of these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claims stack up?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LLMs </a:t>
            </a:r>
            <a:r>
              <a:rPr lang="en-US" sz="2400" b="1" dirty="0">
                <a:solidFill>
                  <a:schemeClr val="tx2"/>
                </a:solidFill>
              </a:rPr>
              <a:t>reason</a:t>
            </a:r>
            <a:r>
              <a:rPr lang="en-US" sz="2400" dirty="0">
                <a:solidFill>
                  <a:schemeClr val="tx2"/>
                </a:solidFill>
              </a:rPr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84691-49EC-C229-5D92-A735D30CB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654" y="1107853"/>
            <a:ext cx="5190146" cy="128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821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[You will learn more about this next term in “Natural Language Processing”]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LLMs are generative language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Trained to generate sequences of words conditioned 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prompt supplied by us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they have already generated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Essentially they predict the next word in a sequence by sampling from the distribution of possible words.</a:t>
            </a: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do they work so well?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Very large neural network models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Self-supervised generative pre-training – learning to predict the training data itself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Trained on vast amounts of data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9176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2810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C152-B853-13B7-9354-BFB344E07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68911" cy="632219"/>
          </a:xfrm>
        </p:spPr>
        <p:txBody>
          <a:bodyPr/>
          <a:lstStyle/>
          <a:p>
            <a:r>
              <a:rPr lang="en-US" dirty="0"/>
              <a:t>How do LLMs work?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34A79-4556-F693-872C-E6A4770CD5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1037710" cy="4905623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Why do some people think this might lead to AGI?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Massively improved ability to generate text over previous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Far better at the “Turing Test” than previous efforts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Some evidence that its output is a synthesis of its training data not a regurgitation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Wishful thinking!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22336-5709-78FC-7F65-ECAF52443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20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BDA0-D13D-951C-6F1E-B5F8E931F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trust it?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0DEFD-7ADA-6C43-00BF-CB1B1B5D7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85B6A9-ABDB-BA29-FB6A-0D00D74E6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8" y="1273417"/>
            <a:ext cx="7772400" cy="520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0198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7D0E-84BB-63A4-9059-19ED1E83E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6695661" cy="632219"/>
          </a:xfrm>
        </p:spPr>
        <p:txBody>
          <a:bodyPr/>
          <a:lstStyle/>
          <a:p>
            <a:r>
              <a:rPr lang="en-US" dirty="0"/>
              <a:t>Leading questions?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87211-EF71-BD56-0BA9-3E8F606F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078FC2-BF95-4E13-E026-2140F68A2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76226"/>
            <a:ext cx="7772400" cy="310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25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0A95-0E22-8F52-BA75-5309A9AB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Bold Claims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694897-A71D-5FD1-86D7-AEF5057D5E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2838608"/>
            <a:ext cx="10517372" cy="317486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Let’s find out if this is true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9BBD2-2843-8DDB-A286-F2DC17FBC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A063A-840F-425E-4E07-FEF8FC78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800" y="1275696"/>
            <a:ext cx="7772400" cy="130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0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do modus ponens?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65DF1A-633D-6833-E59C-43F82ECE6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6" y="3374397"/>
            <a:ext cx="10669949" cy="15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6861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More complex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tx2"/>
                </a:solidFill>
              </a:rPr>
              <a:t>If I take a hat and gloves when it’s cold and I’m not wearing a hat or gloves, is it cold?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28E72E-BB80-8FBA-656E-A9C914D9F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278" y="2741942"/>
            <a:ext cx="10213443" cy="254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31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8645-816C-AB70-76C2-D2B39912D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6467" cy="632219"/>
          </a:xfrm>
        </p:spPr>
        <p:txBody>
          <a:bodyPr/>
          <a:lstStyle/>
          <a:p>
            <a:r>
              <a:rPr lang="en-US" dirty="0"/>
              <a:t>An old friend…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2F795-63EF-FC6B-1045-276859923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Can we tempt it into a logical fallacy?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All men are mortal</a:t>
            </a:r>
          </a:p>
          <a:p>
            <a:r>
              <a:rPr lang="en-US" sz="2400" dirty="0">
                <a:solidFill>
                  <a:schemeClr val="tx2"/>
                </a:solidFill>
              </a:rPr>
              <a:t>Socrates is not a man…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6BE54-0A36-25E8-AE09-E4039947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AE5CC-6BE0-86EF-87E9-8D27FBF07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27" y="3148617"/>
            <a:ext cx="10510805" cy="149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047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“Are you Logical”.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first five questions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964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90419-346F-F2CA-1B64-F8778F7E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A76D2-1E96-87D6-AE7C-67EEA75A7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Go to the exercise “Elementary my dear Watson” on Monday 13 November.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Copy and paste the four parts of question 3 (one at a time) into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. You’ll need to include the question each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How does it do? Is it consistent? What sort of mistakes does it make?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7641D-21EC-6E05-878F-FC00302D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545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C0062-F4E0-04D5-4E3E-AE4CBB2E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323667" cy="632219"/>
          </a:xfrm>
        </p:spPr>
        <p:txBody>
          <a:bodyPr/>
          <a:lstStyle/>
          <a:p>
            <a:r>
              <a:rPr lang="en-US" dirty="0"/>
              <a:t>A simple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FAFDA-0E29-3B9A-54BC-277663F1E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Bird and insects have wings</a:t>
            </a:r>
          </a:p>
          <a:p>
            <a:r>
              <a:rPr lang="en-US" dirty="0">
                <a:solidFill>
                  <a:schemeClr val="tx2"/>
                </a:solidFill>
              </a:rPr>
              <a:t>Bird have two legs, bees have six</a:t>
            </a:r>
          </a:p>
          <a:p>
            <a:r>
              <a:rPr lang="en-US" dirty="0">
                <a:solidFill>
                  <a:schemeClr val="tx2"/>
                </a:solidFill>
              </a:rPr>
              <a:t>Bees are insects</a:t>
            </a:r>
          </a:p>
          <a:p>
            <a:r>
              <a:rPr lang="en-US" dirty="0">
                <a:solidFill>
                  <a:schemeClr val="tx2"/>
                </a:solidFill>
              </a:rPr>
              <a:t>Dogs, cows, horses, sheep and cats have four legs and no wings</a:t>
            </a:r>
          </a:p>
          <a:p>
            <a:r>
              <a:rPr lang="en-US" dirty="0">
                <a:solidFill>
                  <a:schemeClr val="tx2"/>
                </a:solidFill>
              </a:rPr>
              <a:t>Snakes have neither legs nor wings</a:t>
            </a:r>
          </a:p>
          <a:p>
            <a:r>
              <a:rPr lang="en-US" dirty="0">
                <a:solidFill>
                  <a:schemeClr val="tx2"/>
                </a:solidFill>
              </a:rPr>
              <a:t>I have four legs and wings. What am I?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83D52-9271-B3BF-8E71-082C4780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2832F3-C9CA-63F2-9643-C17D9B912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941" y="3429000"/>
            <a:ext cx="9790118" cy="248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CD52C-64A1-CE4D-7FFD-1CC019713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30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A8F43A0-35A2-9FC4-B71F-CDC52164FCED}"/>
              </a:ext>
            </a:extLst>
          </p:cNvPr>
          <p:cNvGrpSpPr/>
          <p:nvPr/>
        </p:nvGrpSpPr>
        <p:grpSpPr>
          <a:xfrm>
            <a:off x="2707342" y="37676"/>
            <a:ext cx="7633446" cy="6782648"/>
            <a:chOff x="2209800" y="1013638"/>
            <a:chExt cx="7772400" cy="708994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36CDA1-8C83-8DDD-6612-2611BFD4C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13638"/>
              <a:ext cx="7772400" cy="318233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2D79F3A-8D7C-4DAC-3DD3-A9EA5C965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4136336"/>
              <a:ext cx="7772400" cy="29861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3DBA963-0818-1335-BBCE-6D8C91163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800" y="7122439"/>
              <a:ext cx="7772400" cy="9811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19250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the three diners puzzle (Are you Logical, Q6)?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093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E29C-14F2-760E-7CCD-B7F58059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D71D8-397D-62B0-AFC0-5CA52C3A16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you get </a:t>
            </a:r>
            <a:r>
              <a:rPr lang="en-US" sz="2400" dirty="0" err="1">
                <a:solidFill>
                  <a:schemeClr val="tx2"/>
                </a:solidFill>
              </a:rPr>
              <a:t>ChatGPT</a:t>
            </a:r>
            <a:r>
              <a:rPr lang="en-US" sz="2400" dirty="0">
                <a:solidFill>
                  <a:schemeClr val="tx2"/>
                </a:solidFill>
              </a:rPr>
              <a:t> to solve Einstein’s Riddle (slides, Tuesday 13 November)?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(You may need to edit the text to make it fit).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15-20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sort of mistakes does it make (if it makes mistakes)?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1DA57-8B2B-10B7-97D8-6B0277A1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266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A0B4F89-18CD-7069-641D-77958FD1A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Assignment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A0B0A3-86DD-BD83-1F6B-151C81ADE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Now open in Canvas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Let’s take a look!</a:t>
            </a:r>
          </a:p>
        </p:txBody>
      </p:sp>
    </p:spTree>
    <p:extLst>
      <p:ext uri="{BB962C8B-B14F-4D97-AF65-F5344CB8AC3E}">
        <p14:creationId xmlns:p14="http://schemas.microsoft.com/office/powerpoint/2010/main" val="6326671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FB7AB8-E683-1A91-3095-0FCB37C2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53FA1-95C3-CED8-C00C-F4F2CC9A4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3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E227D-042F-0F2B-9185-E64FC85A7F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First Order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LLMs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Assessment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Next Week: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Knowledge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CDF9-9980-B9C7-AE2F-75FA454FA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958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3037</TotalTime>
  <Words>1831</Words>
  <Application>Microsoft Macintosh PowerPoint</Application>
  <PresentationFormat>Widescreen</PresentationFormat>
  <Paragraphs>271</Paragraphs>
  <Slides>34</Slides>
  <Notes>9</Notes>
  <HiddenSlides>19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Helvetica</vt:lpstr>
      <vt:lpstr>Office Theme</vt:lpstr>
      <vt:lpstr>MSc Artificial Intelligence</vt:lpstr>
      <vt:lpstr>A Problem with Propositions</vt:lpstr>
      <vt:lpstr>First Order Logic</vt:lpstr>
      <vt:lpstr>First Order Logic</vt:lpstr>
      <vt:lpstr>Variables and Predicates</vt:lpstr>
      <vt:lpstr>Quantifiers</vt:lpstr>
      <vt:lpstr>Duality of Quantifiers</vt:lpstr>
      <vt:lpstr>Logical Connectives</vt:lpstr>
      <vt:lpstr>Arguments in First Order Logic</vt:lpstr>
      <vt:lpstr>Natural Deduction</vt:lpstr>
      <vt:lpstr>Some new rules</vt:lpstr>
      <vt:lpstr>Proofs in First Order Logic</vt:lpstr>
      <vt:lpstr>Another Proof</vt:lpstr>
      <vt:lpstr>Third example</vt:lpstr>
      <vt:lpstr>PowerPoint Presentation</vt:lpstr>
      <vt:lpstr>MSc Artificial Intelligence</vt:lpstr>
      <vt:lpstr>In the era of LLMs do we need all this?</vt:lpstr>
      <vt:lpstr>How do LLMs work?</vt:lpstr>
      <vt:lpstr>How do LLMs work?</vt:lpstr>
      <vt:lpstr>How do LLMs work?</vt:lpstr>
      <vt:lpstr>Can we trust it?</vt:lpstr>
      <vt:lpstr>Leading questions?</vt:lpstr>
      <vt:lpstr>Bold Claims</vt:lpstr>
      <vt:lpstr>An old friend…</vt:lpstr>
      <vt:lpstr>More complex arguments</vt:lpstr>
      <vt:lpstr>An old friend…</vt:lpstr>
      <vt:lpstr>Exercise</vt:lpstr>
      <vt:lpstr>Exercise</vt:lpstr>
      <vt:lpstr>A simple riddle</vt:lpstr>
      <vt:lpstr>PowerPoint Presentation</vt:lpstr>
      <vt:lpstr>Challenge</vt:lpstr>
      <vt:lpstr>Challenge</vt:lpstr>
      <vt:lpstr>The Assignment</vt:lpstr>
      <vt:lpstr>Day 3 Wrap-up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Styles</dc:creator>
  <cp:lastModifiedBy>Iain Styles</cp:lastModifiedBy>
  <cp:revision>1</cp:revision>
  <dcterms:created xsi:type="dcterms:W3CDTF">2024-11-07T11:06:47Z</dcterms:created>
  <dcterms:modified xsi:type="dcterms:W3CDTF">2025-09-27T12:24:17Z</dcterms:modified>
</cp:coreProperties>
</file>