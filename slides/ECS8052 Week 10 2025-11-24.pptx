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5"/>
  </p:notesMasterIdLst>
  <p:handoutMasterIdLst>
    <p:handoutMasterId r:id="rId16"/>
  </p:handoutMasterIdLst>
  <p:sldIdLst>
    <p:sldId id="350" r:id="rId2"/>
    <p:sldId id="358" r:id="rId3"/>
    <p:sldId id="260" r:id="rId4"/>
    <p:sldId id="357" r:id="rId5"/>
    <p:sldId id="359" r:id="rId6"/>
    <p:sldId id="367" r:id="rId7"/>
    <p:sldId id="360" r:id="rId8"/>
    <p:sldId id="361" r:id="rId9"/>
    <p:sldId id="362" r:id="rId10"/>
    <p:sldId id="363" r:id="rId11"/>
    <p:sldId id="364" r:id="rId12"/>
    <p:sldId id="365" r:id="rId13"/>
    <p:sldId id="366" r:id="rId14"/>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0D"/>
    <a:srgbClr val="494949"/>
    <a:srgbClr val="672E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A4DF87-95E1-EB44-89C1-90F2B25946BA}" v="217" dt="2025-11-24T05:50:37.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4" autoAdjust="0"/>
    <p:restoredTop sz="96327" autoAdjust="0"/>
  </p:normalViewPr>
  <p:slideViewPr>
    <p:cSldViewPr snapToGrid="0" snapToObjects="1" showGuides="1">
      <p:cViewPr>
        <p:scale>
          <a:sx n="105" d="100"/>
          <a:sy n="105" d="100"/>
        </p:scale>
        <p:origin x="144" y="944"/>
      </p:cViewPr>
      <p:guideLst>
        <p:guide orient="horz" pos="2160"/>
        <p:guide pos="507"/>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showGuides="1">
      <p:cViewPr varScale="1">
        <p:scale>
          <a:sx n="144" d="100"/>
          <a:sy n="144" d="100"/>
        </p:scale>
        <p:origin x="4792"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in Styles" userId="befbdaae-53f8-4d26-a8dc-3366b09f768a" providerId="ADAL" clId="{5E0D2633-D8F6-500D-A7FC-C9CB56BC4BFB}"/>
    <pc:docChg chg="undo custSel addSld delSld modSld">
      <pc:chgData name="Iain Styles" userId="befbdaae-53f8-4d26-a8dc-3366b09f768a" providerId="ADAL" clId="{5E0D2633-D8F6-500D-A7FC-C9CB56BC4BFB}" dt="2025-11-24T10:01:11.314" v="4620" actId="2696"/>
      <pc:docMkLst>
        <pc:docMk/>
      </pc:docMkLst>
      <pc:sldChg chg="addSp delSp modSp add del mod setBg modClrScheme delDesignElem chgLayout">
        <pc:chgData name="Iain Styles" userId="befbdaae-53f8-4d26-a8dc-3366b09f768a" providerId="ADAL" clId="{5E0D2633-D8F6-500D-A7FC-C9CB56BC4BFB}" dt="2025-11-23T19:23:26.617" v="2382" actId="207"/>
        <pc:sldMkLst>
          <pc:docMk/>
          <pc:sldMk cId="3384477872" sldId="260"/>
        </pc:sldMkLst>
        <pc:spChg chg="del mod ord">
          <ac:chgData name="Iain Styles" userId="befbdaae-53f8-4d26-a8dc-3366b09f768a" providerId="ADAL" clId="{5E0D2633-D8F6-500D-A7FC-C9CB56BC4BFB}" dt="2025-11-23T19:17:18.013" v="2173" actId="478"/>
          <ac:spMkLst>
            <pc:docMk/>
            <pc:sldMk cId="3384477872" sldId="260"/>
            <ac:spMk id="2" creationId="{F0835C7F-93B0-176E-08E3-15886DEB383C}"/>
          </ac:spMkLst>
        </pc:spChg>
        <pc:spChg chg="del">
          <ac:chgData name="Iain Styles" userId="befbdaae-53f8-4d26-a8dc-3366b09f768a" providerId="ADAL" clId="{5E0D2633-D8F6-500D-A7FC-C9CB56BC4BFB}" dt="2025-11-23T19:17:18.013" v="2173" actId="478"/>
          <ac:spMkLst>
            <pc:docMk/>
            <pc:sldMk cId="3384477872" sldId="260"/>
            <ac:spMk id="4" creationId="{405BEE6C-B843-EF52-7D13-529EFE278CB8}"/>
          </ac:spMkLst>
        </pc:spChg>
        <pc:spChg chg="del">
          <ac:chgData name="Iain Styles" userId="befbdaae-53f8-4d26-a8dc-3366b09f768a" providerId="ADAL" clId="{5E0D2633-D8F6-500D-A7FC-C9CB56BC4BFB}" dt="2025-11-23T19:17:18.013" v="2173" actId="478"/>
          <ac:spMkLst>
            <pc:docMk/>
            <pc:sldMk cId="3384477872" sldId="260"/>
            <ac:spMk id="6" creationId="{D46F6797-224F-0AC3-4F47-5E3CA6049FEC}"/>
          </ac:spMkLst>
        </pc:spChg>
        <pc:spChg chg="add del mod ord">
          <ac:chgData name="Iain Styles" userId="befbdaae-53f8-4d26-a8dc-3366b09f768a" providerId="ADAL" clId="{5E0D2633-D8F6-500D-A7FC-C9CB56BC4BFB}" dt="2025-11-23T19:13:38.943" v="2157" actId="700"/>
          <ac:spMkLst>
            <pc:docMk/>
            <pc:sldMk cId="3384477872" sldId="260"/>
            <ac:spMk id="9" creationId="{316505E1-9F42-FA89-1CF7-494821842877}"/>
          </ac:spMkLst>
        </pc:spChg>
        <pc:spChg chg="add del mod ord">
          <ac:chgData name="Iain Styles" userId="befbdaae-53f8-4d26-a8dc-3366b09f768a" providerId="ADAL" clId="{5E0D2633-D8F6-500D-A7FC-C9CB56BC4BFB}" dt="2025-11-23T19:16:27.645" v="2172" actId="478"/>
          <ac:spMkLst>
            <pc:docMk/>
            <pc:sldMk cId="3384477872" sldId="260"/>
            <ac:spMk id="9" creationId="{61716CE4-25E1-965D-31B6-8C1DBC19D020}"/>
          </ac:spMkLst>
        </pc:spChg>
        <pc:spChg chg="del">
          <ac:chgData name="Iain Styles" userId="befbdaae-53f8-4d26-a8dc-3366b09f768a" providerId="ADAL" clId="{5E0D2633-D8F6-500D-A7FC-C9CB56BC4BFB}" dt="2025-11-23T19:17:18.013" v="2173" actId="478"/>
          <ac:spMkLst>
            <pc:docMk/>
            <pc:sldMk cId="3384477872" sldId="260"/>
            <ac:spMk id="10" creationId="{1B4CB687-AD27-A8F9-503B-45294A5C129C}"/>
          </ac:spMkLst>
        </pc:spChg>
        <pc:spChg chg="del">
          <ac:chgData name="Iain Styles" userId="befbdaae-53f8-4d26-a8dc-3366b09f768a" providerId="ADAL" clId="{5E0D2633-D8F6-500D-A7FC-C9CB56BC4BFB}" dt="2025-11-23T19:17:18.013" v="2173" actId="478"/>
          <ac:spMkLst>
            <pc:docMk/>
            <pc:sldMk cId="3384477872" sldId="260"/>
            <ac:spMk id="11" creationId="{65551DC7-DC39-035A-307B-BB0721DBF573}"/>
          </ac:spMkLst>
        </pc:spChg>
        <pc:spChg chg="del">
          <ac:chgData name="Iain Styles" userId="befbdaae-53f8-4d26-a8dc-3366b09f768a" providerId="ADAL" clId="{5E0D2633-D8F6-500D-A7FC-C9CB56BC4BFB}" dt="2025-11-23T19:17:18.013" v="2173" actId="478"/>
          <ac:spMkLst>
            <pc:docMk/>
            <pc:sldMk cId="3384477872" sldId="260"/>
            <ac:spMk id="12" creationId="{25D89777-D330-73B4-FA18-E388BE66F2EC}"/>
          </ac:spMkLst>
        </pc:spChg>
        <pc:spChg chg="add del">
          <ac:chgData name="Iain Styles" userId="befbdaae-53f8-4d26-a8dc-3366b09f768a" providerId="ADAL" clId="{5E0D2633-D8F6-500D-A7FC-C9CB56BC4BFB}" dt="2025-11-23T19:15:53.779" v="2169"/>
          <ac:spMkLst>
            <pc:docMk/>
            <pc:sldMk cId="3384477872" sldId="260"/>
            <ac:spMk id="14" creationId="{62FC90A7-9AB6-BD0B-6E21-00371882094C}"/>
          </ac:spMkLst>
        </pc:spChg>
        <pc:spChg chg="add del">
          <ac:chgData name="Iain Styles" userId="befbdaae-53f8-4d26-a8dc-3366b09f768a" providerId="ADAL" clId="{5E0D2633-D8F6-500D-A7FC-C9CB56BC4BFB}" dt="2025-11-23T19:15:53.779" v="2169"/>
          <ac:spMkLst>
            <pc:docMk/>
            <pc:sldMk cId="3384477872" sldId="260"/>
            <ac:spMk id="16" creationId="{0E6E354C-6E34-3338-F03F-C628ACF37A4F}"/>
          </ac:spMkLst>
        </pc:spChg>
        <pc:spChg chg="del">
          <ac:chgData name="Iain Styles" userId="befbdaae-53f8-4d26-a8dc-3366b09f768a" providerId="ADAL" clId="{5E0D2633-D8F6-500D-A7FC-C9CB56BC4BFB}" dt="2025-11-23T19:17:18.013" v="2173" actId="478"/>
          <ac:spMkLst>
            <pc:docMk/>
            <pc:sldMk cId="3384477872" sldId="260"/>
            <ac:spMk id="18" creationId="{AC27868E-0F48-B897-9C3B-6A6352AD429C}"/>
          </ac:spMkLst>
        </pc:spChg>
        <pc:spChg chg="add del mod">
          <ac:chgData name="Iain Styles" userId="befbdaae-53f8-4d26-a8dc-3366b09f768a" providerId="ADAL" clId="{5E0D2633-D8F6-500D-A7FC-C9CB56BC4BFB}" dt="2025-11-23T19:20:14.854" v="2367" actId="478"/>
          <ac:spMkLst>
            <pc:docMk/>
            <pc:sldMk cId="3384477872" sldId="260"/>
            <ac:spMk id="19" creationId="{09AA357C-B644-2ABA-E04C-5F0780FF9085}"/>
          </ac:spMkLst>
        </pc:spChg>
        <pc:spChg chg="add del mod ord">
          <ac:chgData name="Iain Styles" userId="befbdaae-53f8-4d26-a8dc-3366b09f768a" providerId="ADAL" clId="{5E0D2633-D8F6-500D-A7FC-C9CB56BC4BFB}" dt="2025-11-23T19:14:10.500" v="2159" actId="700"/>
          <ac:spMkLst>
            <pc:docMk/>
            <pc:sldMk cId="3384477872" sldId="260"/>
            <ac:spMk id="19" creationId="{9A58904F-C1E6-EF16-C6D1-1CDCD92FADD0}"/>
          </ac:spMkLst>
        </pc:spChg>
        <pc:spChg chg="del">
          <ac:chgData name="Iain Styles" userId="befbdaae-53f8-4d26-a8dc-3366b09f768a" providerId="ADAL" clId="{5E0D2633-D8F6-500D-A7FC-C9CB56BC4BFB}" dt="2025-11-23T19:17:18.013" v="2173" actId="478"/>
          <ac:spMkLst>
            <pc:docMk/>
            <pc:sldMk cId="3384477872" sldId="260"/>
            <ac:spMk id="20" creationId="{35D0DF53-75BD-31E2-46F6-CA116D0C8679}"/>
          </ac:spMkLst>
        </pc:spChg>
        <pc:spChg chg="add del mod">
          <ac:chgData name="Iain Styles" userId="befbdaae-53f8-4d26-a8dc-3366b09f768a" providerId="ADAL" clId="{5E0D2633-D8F6-500D-A7FC-C9CB56BC4BFB}" dt="2025-11-23T19:20:33.862" v="2368" actId="207"/>
          <ac:spMkLst>
            <pc:docMk/>
            <pc:sldMk cId="3384477872" sldId="260"/>
            <ac:spMk id="21" creationId="{79A9A396-C23E-90E5-B94D-2D760E2F4A12}"/>
          </ac:spMkLst>
        </pc:spChg>
        <pc:spChg chg="add del mod">
          <ac:chgData name="Iain Styles" userId="befbdaae-53f8-4d26-a8dc-3366b09f768a" providerId="ADAL" clId="{5E0D2633-D8F6-500D-A7FC-C9CB56BC4BFB}" dt="2025-11-23T19:15:03.047" v="2161" actId="478"/>
          <ac:spMkLst>
            <pc:docMk/>
            <pc:sldMk cId="3384477872" sldId="260"/>
            <ac:spMk id="22" creationId="{CABEF7FA-653B-476A-A673-BC2101CE482B}"/>
          </ac:spMkLst>
        </pc:spChg>
        <pc:spChg chg="add del mod">
          <ac:chgData name="Iain Styles" userId="befbdaae-53f8-4d26-a8dc-3366b09f768a" providerId="ADAL" clId="{5E0D2633-D8F6-500D-A7FC-C9CB56BC4BFB}" dt="2025-11-23T19:15:27.767" v="2166" actId="767"/>
          <ac:spMkLst>
            <pc:docMk/>
            <pc:sldMk cId="3384477872" sldId="260"/>
            <ac:spMk id="23" creationId="{E9AD00A7-7A6F-A6FA-22D6-F7EAC6576971}"/>
          </ac:spMkLst>
        </pc:spChg>
        <pc:spChg chg="add del mod">
          <ac:chgData name="Iain Styles" userId="befbdaae-53f8-4d26-a8dc-3366b09f768a" providerId="ADAL" clId="{5E0D2633-D8F6-500D-A7FC-C9CB56BC4BFB}" dt="2025-11-23T19:20:33.862" v="2368" actId="207"/>
          <ac:spMkLst>
            <pc:docMk/>
            <pc:sldMk cId="3384477872" sldId="260"/>
            <ac:spMk id="23" creationId="{FBD1313A-D7E5-5B71-21CD-A38B37FBF908}"/>
          </ac:spMkLst>
        </pc:spChg>
        <pc:spChg chg="add del mod">
          <ac:chgData name="Iain Styles" userId="befbdaae-53f8-4d26-a8dc-3366b09f768a" providerId="ADAL" clId="{5E0D2633-D8F6-500D-A7FC-C9CB56BC4BFB}" dt="2025-11-23T19:19:25.619" v="2351" actId="478"/>
          <ac:spMkLst>
            <pc:docMk/>
            <pc:sldMk cId="3384477872" sldId="260"/>
            <ac:spMk id="24" creationId="{F18640FC-CD9D-3CC4-1DA2-9E850D891954}"/>
          </ac:spMkLst>
        </pc:spChg>
        <pc:spChg chg="add del mod">
          <ac:chgData name="Iain Styles" userId="befbdaae-53f8-4d26-a8dc-3366b09f768a" providerId="ADAL" clId="{5E0D2633-D8F6-500D-A7FC-C9CB56BC4BFB}" dt="2025-11-23T19:19:55.676" v="2362" actId="478"/>
          <ac:spMkLst>
            <pc:docMk/>
            <pc:sldMk cId="3384477872" sldId="260"/>
            <ac:spMk id="25" creationId="{DF9A22C3-E683-53F5-8F2A-BA6220AF8C2C}"/>
          </ac:spMkLst>
        </pc:spChg>
        <pc:spChg chg="add del mod">
          <ac:chgData name="Iain Styles" userId="befbdaae-53f8-4d26-a8dc-3366b09f768a" providerId="ADAL" clId="{5E0D2633-D8F6-500D-A7FC-C9CB56BC4BFB}" dt="2025-11-23T19:20:07.463" v="2366" actId="478"/>
          <ac:spMkLst>
            <pc:docMk/>
            <pc:sldMk cId="3384477872" sldId="260"/>
            <ac:spMk id="27" creationId="{1813101A-0E94-3571-FAED-2ABD9C5DBCC3}"/>
          </ac:spMkLst>
        </pc:spChg>
        <pc:spChg chg="mod">
          <ac:chgData name="Iain Styles" userId="befbdaae-53f8-4d26-a8dc-3366b09f768a" providerId="ADAL" clId="{5E0D2633-D8F6-500D-A7FC-C9CB56BC4BFB}" dt="2025-11-23T19:17:20.175" v="2174"/>
          <ac:spMkLst>
            <pc:docMk/>
            <pc:sldMk cId="3384477872" sldId="260"/>
            <ac:spMk id="29" creationId="{4A4B4DF3-1BAE-8B2B-B69D-6D1390FCD611}"/>
          </ac:spMkLst>
        </pc:spChg>
        <pc:spChg chg="add del mod">
          <ac:chgData name="Iain Styles" userId="befbdaae-53f8-4d26-a8dc-3366b09f768a" providerId="ADAL" clId="{5E0D2633-D8F6-500D-A7FC-C9CB56BC4BFB}" dt="2025-11-23T19:19:55.676" v="2362" actId="478"/>
          <ac:spMkLst>
            <pc:docMk/>
            <pc:sldMk cId="3384477872" sldId="260"/>
            <ac:spMk id="31" creationId="{2D62129B-4486-C43F-4204-293654B794E5}"/>
          </ac:spMkLst>
        </pc:spChg>
        <pc:spChg chg="add del mod">
          <ac:chgData name="Iain Styles" userId="befbdaae-53f8-4d26-a8dc-3366b09f768a" providerId="ADAL" clId="{5E0D2633-D8F6-500D-A7FC-C9CB56BC4BFB}" dt="2025-11-23T19:19:29.022" v="2353" actId="478"/>
          <ac:spMkLst>
            <pc:docMk/>
            <pc:sldMk cId="3384477872" sldId="260"/>
            <ac:spMk id="32" creationId="{D90CCA5A-4F45-26C1-CF2F-4E3B48F897F7}"/>
          </ac:spMkLst>
        </pc:spChg>
        <pc:spChg chg="add del mod">
          <ac:chgData name="Iain Styles" userId="befbdaae-53f8-4d26-a8dc-3366b09f768a" providerId="ADAL" clId="{5E0D2633-D8F6-500D-A7FC-C9CB56BC4BFB}" dt="2025-11-23T19:19:59.206" v="2363" actId="478"/>
          <ac:spMkLst>
            <pc:docMk/>
            <pc:sldMk cId="3384477872" sldId="260"/>
            <ac:spMk id="34" creationId="{A6831B27-5F19-40AF-C555-FCAFCC431295}"/>
          </ac:spMkLst>
        </pc:spChg>
        <pc:spChg chg="del">
          <ac:chgData name="Iain Styles" userId="befbdaae-53f8-4d26-a8dc-3366b09f768a" providerId="ADAL" clId="{5E0D2633-D8F6-500D-A7FC-C9CB56BC4BFB}" dt="2025-11-23T19:19:55.676" v="2362" actId="478"/>
          <ac:spMkLst>
            <pc:docMk/>
            <pc:sldMk cId="3384477872" sldId="260"/>
            <ac:spMk id="36" creationId="{A1B7FFAE-52B5-1653-6F4D-A80D44EC7A83}"/>
          </ac:spMkLst>
        </pc:spChg>
        <pc:spChg chg="add del mod">
          <ac:chgData name="Iain Styles" userId="befbdaae-53f8-4d26-a8dc-3366b09f768a" providerId="ADAL" clId="{5E0D2633-D8F6-500D-A7FC-C9CB56BC4BFB}" dt="2025-11-23T19:19:55.676" v="2362" actId="478"/>
          <ac:spMkLst>
            <pc:docMk/>
            <pc:sldMk cId="3384477872" sldId="260"/>
            <ac:spMk id="37" creationId="{A13AE16D-74C7-E3ED-D2F9-B67223CD2D5D}"/>
          </ac:spMkLst>
        </pc:spChg>
        <pc:spChg chg="add del mod">
          <ac:chgData name="Iain Styles" userId="befbdaae-53f8-4d26-a8dc-3366b09f768a" providerId="ADAL" clId="{5E0D2633-D8F6-500D-A7FC-C9CB56BC4BFB}" dt="2025-11-23T19:19:47.395" v="2359"/>
          <ac:spMkLst>
            <pc:docMk/>
            <pc:sldMk cId="3384477872" sldId="260"/>
            <ac:spMk id="38" creationId="{D02B9F4B-C941-A29A-53ED-011C3F0DF5BF}"/>
          </ac:spMkLst>
        </pc:spChg>
        <pc:spChg chg="add del mod">
          <ac:chgData name="Iain Styles" userId="befbdaae-53f8-4d26-a8dc-3366b09f768a" providerId="ADAL" clId="{5E0D2633-D8F6-500D-A7FC-C9CB56BC4BFB}" dt="2025-11-23T19:19:49.403" v="2361"/>
          <ac:spMkLst>
            <pc:docMk/>
            <pc:sldMk cId="3384477872" sldId="260"/>
            <ac:spMk id="39" creationId="{7C46C8FE-809E-AFAF-0BB6-30C4B72928DD}"/>
          </ac:spMkLst>
        </pc:spChg>
        <pc:spChg chg="add mod">
          <ac:chgData name="Iain Styles" userId="befbdaae-53f8-4d26-a8dc-3366b09f768a" providerId="ADAL" clId="{5E0D2633-D8F6-500D-A7FC-C9CB56BC4BFB}" dt="2025-11-23T19:20:53.941" v="2369"/>
          <ac:spMkLst>
            <pc:docMk/>
            <pc:sldMk cId="3384477872" sldId="260"/>
            <ac:spMk id="40" creationId="{CA6338A7-E744-BB14-794D-6D0A034175A5}"/>
          </ac:spMkLst>
        </pc:spChg>
        <pc:spChg chg="add mod">
          <ac:chgData name="Iain Styles" userId="befbdaae-53f8-4d26-a8dc-3366b09f768a" providerId="ADAL" clId="{5E0D2633-D8F6-500D-A7FC-C9CB56BC4BFB}" dt="2025-11-23T19:21:40.696" v="2373" actId="207"/>
          <ac:spMkLst>
            <pc:docMk/>
            <pc:sldMk cId="3384477872" sldId="260"/>
            <ac:spMk id="42" creationId="{43CCD8CB-34B3-51A2-4B6D-8BFB578CD938}"/>
          </ac:spMkLst>
        </pc:spChg>
        <pc:spChg chg="add mod">
          <ac:chgData name="Iain Styles" userId="befbdaae-53f8-4d26-a8dc-3366b09f768a" providerId="ADAL" clId="{5E0D2633-D8F6-500D-A7FC-C9CB56BC4BFB}" dt="2025-11-23T19:20:53.941" v="2369"/>
          <ac:spMkLst>
            <pc:docMk/>
            <pc:sldMk cId="3384477872" sldId="260"/>
            <ac:spMk id="43" creationId="{B47FC743-25F0-714A-FB92-C4C73907B3B1}"/>
          </ac:spMkLst>
        </pc:spChg>
        <pc:spChg chg="add mod">
          <ac:chgData name="Iain Styles" userId="befbdaae-53f8-4d26-a8dc-3366b09f768a" providerId="ADAL" clId="{5E0D2633-D8F6-500D-A7FC-C9CB56BC4BFB}" dt="2025-11-23T19:21:40.696" v="2373" actId="207"/>
          <ac:spMkLst>
            <pc:docMk/>
            <pc:sldMk cId="3384477872" sldId="260"/>
            <ac:spMk id="46" creationId="{4EA0DF28-6E27-BDE2-D25F-077E60185C8C}"/>
          </ac:spMkLst>
        </pc:spChg>
        <pc:spChg chg="mod">
          <ac:chgData name="Iain Styles" userId="befbdaae-53f8-4d26-a8dc-3366b09f768a" providerId="ADAL" clId="{5E0D2633-D8F6-500D-A7FC-C9CB56BC4BFB}" dt="2025-11-23T19:21:40.696" v="2373" actId="207"/>
          <ac:spMkLst>
            <pc:docMk/>
            <pc:sldMk cId="3384477872" sldId="260"/>
            <ac:spMk id="48" creationId="{FBBE2009-6763-6425-8CF4-07BAFA69CAE1}"/>
          </ac:spMkLst>
        </pc:spChg>
        <pc:spChg chg="add mod">
          <ac:chgData name="Iain Styles" userId="befbdaae-53f8-4d26-a8dc-3366b09f768a" providerId="ADAL" clId="{5E0D2633-D8F6-500D-A7FC-C9CB56BC4BFB}" dt="2025-11-23T19:20:53.941" v="2369"/>
          <ac:spMkLst>
            <pc:docMk/>
            <pc:sldMk cId="3384477872" sldId="260"/>
            <ac:spMk id="50" creationId="{F4FE4453-B5AF-D5E2-5954-84128C5ECC96}"/>
          </ac:spMkLst>
        </pc:spChg>
        <pc:spChg chg="add mod">
          <ac:chgData name="Iain Styles" userId="befbdaae-53f8-4d26-a8dc-3366b09f768a" providerId="ADAL" clId="{5E0D2633-D8F6-500D-A7FC-C9CB56BC4BFB}" dt="2025-11-23T19:20:53.941" v="2369"/>
          <ac:spMkLst>
            <pc:docMk/>
            <pc:sldMk cId="3384477872" sldId="260"/>
            <ac:spMk id="51" creationId="{44B20366-7374-FDCA-D05D-937A06E9EEB8}"/>
          </ac:spMkLst>
        </pc:spChg>
        <pc:spChg chg="add mod">
          <ac:chgData name="Iain Styles" userId="befbdaae-53f8-4d26-a8dc-3366b09f768a" providerId="ADAL" clId="{5E0D2633-D8F6-500D-A7FC-C9CB56BC4BFB}" dt="2025-11-23T19:20:53.941" v="2369"/>
          <ac:spMkLst>
            <pc:docMk/>
            <pc:sldMk cId="3384477872" sldId="260"/>
            <ac:spMk id="53" creationId="{70F287BD-CEC4-8CF9-BC79-33268DF62E10}"/>
          </ac:spMkLst>
        </pc:spChg>
        <pc:spChg chg="add mod">
          <ac:chgData name="Iain Styles" userId="befbdaae-53f8-4d26-a8dc-3366b09f768a" providerId="ADAL" clId="{5E0D2633-D8F6-500D-A7FC-C9CB56BC4BFB}" dt="2025-11-23T19:20:53.941" v="2369"/>
          <ac:spMkLst>
            <pc:docMk/>
            <pc:sldMk cId="3384477872" sldId="260"/>
            <ac:spMk id="55" creationId="{C2858623-7DC6-362A-B32C-CB079019E01C}"/>
          </ac:spMkLst>
        </pc:spChg>
        <pc:spChg chg="add mod">
          <ac:chgData name="Iain Styles" userId="befbdaae-53f8-4d26-a8dc-3366b09f768a" providerId="ADAL" clId="{5E0D2633-D8F6-500D-A7FC-C9CB56BC4BFB}" dt="2025-11-23T19:20:53.941" v="2369"/>
          <ac:spMkLst>
            <pc:docMk/>
            <pc:sldMk cId="3384477872" sldId="260"/>
            <ac:spMk id="56" creationId="{5CCF51BE-A271-73C9-8CEE-0F12B5023F5D}"/>
          </ac:spMkLst>
        </pc:spChg>
        <pc:spChg chg="add mod">
          <ac:chgData name="Iain Styles" userId="befbdaae-53f8-4d26-a8dc-3366b09f768a" providerId="ADAL" clId="{5E0D2633-D8F6-500D-A7FC-C9CB56BC4BFB}" dt="2025-11-23T19:21:43.955" v="2375"/>
          <ac:spMkLst>
            <pc:docMk/>
            <pc:sldMk cId="3384477872" sldId="260"/>
            <ac:spMk id="57" creationId="{1F34CF14-F437-BAAB-9EF5-80630C222AF8}"/>
          </ac:spMkLst>
        </pc:spChg>
        <pc:spChg chg="add mod">
          <ac:chgData name="Iain Styles" userId="befbdaae-53f8-4d26-a8dc-3366b09f768a" providerId="ADAL" clId="{5E0D2633-D8F6-500D-A7FC-C9CB56BC4BFB}" dt="2025-11-23T19:23:26.617" v="2382" actId="207"/>
          <ac:spMkLst>
            <pc:docMk/>
            <pc:sldMk cId="3384477872" sldId="260"/>
            <ac:spMk id="59" creationId="{EB276F99-B827-7A56-EC4E-32CACEA3A14D}"/>
          </ac:spMkLst>
        </pc:spChg>
        <pc:spChg chg="add mod">
          <ac:chgData name="Iain Styles" userId="befbdaae-53f8-4d26-a8dc-3366b09f768a" providerId="ADAL" clId="{5E0D2633-D8F6-500D-A7FC-C9CB56BC4BFB}" dt="2025-11-23T19:21:43.955" v="2375"/>
          <ac:spMkLst>
            <pc:docMk/>
            <pc:sldMk cId="3384477872" sldId="260"/>
            <ac:spMk id="60" creationId="{96FCFBD4-1858-9FAB-CE9C-C0945DDE9D79}"/>
          </ac:spMkLst>
        </pc:spChg>
        <pc:spChg chg="add mod">
          <ac:chgData name="Iain Styles" userId="befbdaae-53f8-4d26-a8dc-3366b09f768a" providerId="ADAL" clId="{5E0D2633-D8F6-500D-A7FC-C9CB56BC4BFB}" dt="2025-11-23T19:21:43.955" v="2375"/>
          <ac:spMkLst>
            <pc:docMk/>
            <pc:sldMk cId="3384477872" sldId="260"/>
            <ac:spMk id="63" creationId="{8F72DA07-4547-AC50-9B17-31CC8EB208E6}"/>
          </ac:spMkLst>
        </pc:spChg>
        <pc:spChg chg="mod">
          <ac:chgData name="Iain Styles" userId="befbdaae-53f8-4d26-a8dc-3366b09f768a" providerId="ADAL" clId="{5E0D2633-D8F6-500D-A7FC-C9CB56BC4BFB}" dt="2025-11-23T19:21:43.955" v="2375"/>
          <ac:spMkLst>
            <pc:docMk/>
            <pc:sldMk cId="3384477872" sldId="260"/>
            <ac:spMk id="65" creationId="{66756812-D600-C830-D63A-328992A3768F}"/>
          </ac:spMkLst>
        </pc:spChg>
        <pc:spChg chg="add mod">
          <ac:chgData name="Iain Styles" userId="befbdaae-53f8-4d26-a8dc-3366b09f768a" providerId="ADAL" clId="{5E0D2633-D8F6-500D-A7FC-C9CB56BC4BFB}" dt="2025-11-23T19:21:43.955" v="2375"/>
          <ac:spMkLst>
            <pc:docMk/>
            <pc:sldMk cId="3384477872" sldId="260"/>
            <ac:spMk id="67" creationId="{D6345469-927A-F3A8-4453-2E34ABFA95D8}"/>
          </ac:spMkLst>
        </pc:spChg>
        <pc:spChg chg="add mod">
          <ac:chgData name="Iain Styles" userId="befbdaae-53f8-4d26-a8dc-3366b09f768a" providerId="ADAL" clId="{5E0D2633-D8F6-500D-A7FC-C9CB56BC4BFB}" dt="2025-11-23T19:21:43.955" v="2375"/>
          <ac:spMkLst>
            <pc:docMk/>
            <pc:sldMk cId="3384477872" sldId="260"/>
            <ac:spMk id="68" creationId="{009AA51B-CCDE-3D29-E139-D3AFAEAEF5B6}"/>
          </ac:spMkLst>
        </pc:spChg>
        <pc:spChg chg="add mod">
          <ac:chgData name="Iain Styles" userId="befbdaae-53f8-4d26-a8dc-3366b09f768a" providerId="ADAL" clId="{5E0D2633-D8F6-500D-A7FC-C9CB56BC4BFB}" dt="2025-11-23T19:21:43.955" v="2375"/>
          <ac:spMkLst>
            <pc:docMk/>
            <pc:sldMk cId="3384477872" sldId="260"/>
            <ac:spMk id="70" creationId="{C896F83B-F48A-B382-5780-562E0F0C4E9F}"/>
          </ac:spMkLst>
        </pc:spChg>
        <pc:spChg chg="add mod">
          <ac:chgData name="Iain Styles" userId="befbdaae-53f8-4d26-a8dc-3366b09f768a" providerId="ADAL" clId="{5E0D2633-D8F6-500D-A7FC-C9CB56BC4BFB}" dt="2025-11-23T19:21:43.955" v="2375"/>
          <ac:spMkLst>
            <pc:docMk/>
            <pc:sldMk cId="3384477872" sldId="260"/>
            <ac:spMk id="72" creationId="{E441D98E-7E84-91CB-2AC0-9CA1CDFAF749}"/>
          </ac:spMkLst>
        </pc:spChg>
        <pc:spChg chg="add mod">
          <ac:chgData name="Iain Styles" userId="befbdaae-53f8-4d26-a8dc-3366b09f768a" providerId="ADAL" clId="{5E0D2633-D8F6-500D-A7FC-C9CB56BC4BFB}" dt="2025-11-23T19:21:43.955" v="2375"/>
          <ac:spMkLst>
            <pc:docMk/>
            <pc:sldMk cId="3384477872" sldId="260"/>
            <ac:spMk id="73" creationId="{4B669C23-7B71-F51C-3A09-B1C1269FC935}"/>
          </ac:spMkLst>
        </pc:spChg>
        <pc:grpChg chg="del">
          <ac:chgData name="Iain Styles" userId="befbdaae-53f8-4d26-a8dc-3366b09f768a" providerId="ADAL" clId="{5E0D2633-D8F6-500D-A7FC-C9CB56BC4BFB}" dt="2025-11-23T19:20:00.721" v="2364" actId="478"/>
          <ac:grpSpMkLst>
            <pc:docMk/>
            <pc:sldMk cId="3384477872" sldId="260"/>
            <ac:grpSpMk id="28" creationId="{FEDE1AF3-4DF4-8856-4FA7-3C8C3E76B7E7}"/>
          </ac:grpSpMkLst>
        </pc:grpChg>
        <pc:grpChg chg="mod">
          <ac:chgData name="Iain Styles" userId="befbdaae-53f8-4d26-a8dc-3366b09f768a" providerId="ADAL" clId="{5E0D2633-D8F6-500D-A7FC-C9CB56BC4BFB}" dt="2025-11-23T19:21:40.696" v="2373" actId="207"/>
          <ac:grpSpMkLst>
            <pc:docMk/>
            <pc:sldMk cId="3384477872" sldId="260"/>
            <ac:grpSpMk id="47" creationId="{CF617EB2-F8AD-06E3-F73A-BF4D748913CE}"/>
          </ac:grpSpMkLst>
        </pc:grpChg>
        <pc:picChg chg="add del mod ord">
          <ac:chgData name="Iain Styles" userId="befbdaae-53f8-4d26-a8dc-3366b09f768a" providerId="ADAL" clId="{5E0D2633-D8F6-500D-A7FC-C9CB56BC4BFB}" dt="2025-11-23T19:17:18.013" v="2173" actId="478"/>
          <ac:picMkLst>
            <pc:docMk/>
            <pc:sldMk cId="3384477872" sldId="260"/>
            <ac:picMk id="5" creationId="{1403793A-7062-0AD9-8ED7-F6E4AABCCE6E}"/>
          </ac:picMkLst>
        </pc:picChg>
        <pc:picChg chg="del mod">
          <ac:chgData name="Iain Styles" userId="befbdaae-53f8-4d26-a8dc-3366b09f768a" providerId="ADAL" clId="{5E0D2633-D8F6-500D-A7FC-C9CB56BC4BFB}" dt="2025-11-23T19:19:30.211" v="2354" actId="478"/>
          <ac:picMkLst>
            <pc:docMk/>
            <pc:sldMk cId="3384477872" sldId="260"/>
            <ac:picMk id="22" creationId="{7E58EF57-4C37-83F5-7883-0604E814A04D}"/>
          </ac:picMkLst>
        </pc:picChg>
        <pc:picChg chg="del">
          <ac:chgData name="Iain Styles" userId="befbdaae-53f8-4d26-a8dc-3366b09f768a" providerId="ADAL" clId="{5E0D2633-D8F6-500D-A7FC-C9CB56BC4BFB}" dt="2025-11-23T19:19:55.676" v="2362" actId="478"/>
          <ac:picMkLst>
            <pc:docMk/>
            <pc:sldMk cId="3384477872" sldId="260"/>
            <ac:picMk id="26" creationId="{5E7EA373-4FEB-D502-C477-4E77EBFB1036}"/>
          </ac:picMkLst>
        </pc:picChg>
        <pc:picChg chg="del">
          <ac:chgData name="Iain Styles" userId="befbdaae-53f8-4d26-a8dc-3366b09f768a" providerId="ADAL" clId="{5E0D2633-D8F6-500D-A7FC-C9CB56BC4BFB}" dt="2025-11-23T19:19:31.353" v="2355" actId="478"/>
          <ac:picMkLst>
            <pc:docMk/>
            <pc:sldMk cId="3384477872" sldId="260"/>
            <ac:picMk id="33" creationId="{7EC5FAEE-DCE3-C5E3-5B79-CE81C96371D2}"/>
          </ac:picMkLst>
        </pc:picChg>
        <pc:picChg chg="del">
          <ac:chgData name="Iain Styles" userId="befbdaae-53f8-4d26-a8dc-3366b09f768a" providerId="ADAL" clId="{5E0D2633-D8F6-500D-A7FC-C9CB56BC4BFB}" dt="2025-11-23T19:19:55.676" v="2362" actId="478"/>
          <ac:picMkLst>
            <pc:docMk/>
            <pc:sldMk cId="3384477872" sldId="260"/>
            <ac:picMk id="35" creationId="{762FD4C2-397E-A27B-584C-0EE826D4DADA}"/>
          </ac:picMkLst>
        </pc:picChg>
        <pc:picChg chg="mod">
          <ac:chgData name="Iain Styles" userId="befbdaae-53f8-4d26-a8dc-3366b09f768a" providerId="ADAL" clId="{5E0D2633-D8F6-500D-A7FC-C9CB56BC4BFB}" dt="2025-11-23T19:21:41.458" v="2374"/>
          <ac:picMkLst>
            <pc:docMk/>
            <pc:sldMk cId="3384477872" sldId="260"/>
            <ac:picMk id="41" creationId="{407576B0-5941-569C-B506-3C0B68EE50AD}"/>
          </ac:picMkLst>
        </pc:picChg>
        <pc:picChg chg="mod">
          <ac:chgData name="Iain Styles" userId="befbdaae-53f8-4d26-a8dc-3366b09f768a" providerId="ADAL" clId="{5E0D2633-D8F6-500D-A7FC-C9CB56BC4BFB}" dt="2025-11-23T19:21:40.696" v="2373" actId="207"/>
          <ac:picMkLst>
            <pc:docMk/>
            <pc:sldMk cId="3384477872" sldId="260"/>
            <ac:picMk id="49" creationId="{C924752E-0992-ACDB-A1FC-35E3839902A7}"/>
          </ac:picMkLst>
        </pc:picChg>
        <pc:picChg chg="mod">
          <ac:chgData name="Iain Styles" userId="befbdaae-53f8-4d26-a8dc-3366b09f768a" providerId="ADAL" clId="{5E0D2633-D8F6-500D-A7FC-C9CB56BC4BFB}" dt="2025-11-23T19:23:26.617" v="2382" actId="207"/>
          <ac:picMkLst>
            <pc:docMk/>
            <pc:sldMk cId="3384477872" sldId="260"/>
            <ac:picMk id="58" creationId="{35EBA72E-CC02-77EC-5020-68687AB16843}"/>
          </ac:picMkLst>
        </pc:picChg>
      </pc:sldChg>
      <pc:sldChg chg="modSp del modAnim">
        <pc:chgData name="Iain Styles" userId="befbdaae-53f8-4d26-a8dc-3366b09f768a" providerId="ADAL" clId="{5E0D2633-D8F6-500D-A7FC-C9CB56BC4BFB}" dt="2025-11-23T19:51:45.908" v="2397" actId="2696"/>
        <pc:sldMkLst>
          <pc:docMk/>
          <pc:sldMk cId="532022837" sldId="306"/>
        </pc:sldMkLst>
      </pc:sldChg>
      <pc:sldChg chg="modSp del mod">
        <pc:chgData name="Iain Styles" userId="befbdaae-53f8-4d26-a8dc-3366b09f768a" providerId="ADAL" clId="{5E0D2633-D8F6-500D-A7FC-C9CB56BC4BFB}" dt="2025-11-23T19:51:45.884" v="2387" actId="2696"/>
        <pc:sldMkLst>
          <pc:docMk/>
          <pc:sldMk cId="1416495267" sldId="341"/>
        </pc:sldMkLst>
      </pc:sldChg>
      <pc:sldChg chg="modSp del mod modAnim">
        <pc:chgData name="Iain Styles" userId="befbdaae-53f8-4d26-a8dc-3366b09f768a" providerId="ADAL" clId="{5E0D2633-D8F6-500D-A7FC-C9CB56BC4BFB}" dt="2025-11-23T19:51:45.900" v="2393" actId="2696"/>
        <pc:sldMkLst>
          <pc:docMk/>
          <pc:sldMk cId="375445054" sldId="342"/>
        </pc:sldMkLst>
      </pc:sldChg>
      <pc:sldChg chg="del">
        <pc:chgData name="Iain Styles" userId="befbdaae-53f8-4d26-a8dc-3366b09f768a" providerId="ADAL" clId="{5E0D2633-D8F6-500D-A7FC-C9CB56BC4BFB}" dt="2025-11-23T19:51:45.883" v="2386" actId="2696"/>
        <pc:sldMkLst>
          <pc:docMk/>
          <pc:sldMk cId="244596629" sldId="343"/>
        </pc:sldMkLst>
      </pc:sldChg>
      <pc:sldChg chg="del">
        <pc:chgData name="Iain Styles" userId="befbdaae-53f8-4d26-a8dc-3366b09f768a" providerId="ADAL" clId="{5E0D2633-D8F6-500D-A7FC-C9CB56BC4BFB}" dt="2025-11-23T19:51:45.908" v="2398" actId="2696"/>
        <pc:sldMkLst>
          <pc:docMk/>
          <pc:sldMk cId="1594239815" sldId="344"/>
        </pc:sldMkLst>
      </pc:sldChg>
      <pc:sldChg chg="addSp delSp modSp del mod">
        <pc:chgData name="Iain Styles" userId="befbdaae-53f8-4d26-a8dc-3366b09f768a" providerId="ADAL" clId="{5E0D2633-D8F6-500D-A7FC-C9CB56BC4BFB}" dt="2025-11-23T19:51:45.892" v="2391" actId="2696"/>
        <pc:sldMkLst>
          <pc:docMk/>
          <pc:sldMk cId="2668555977" sldId="345"/>
        </pc:sldMkLst>
      </pc:sldChg>
      <pc:sldChg chg="del modAnim">
        <pc:chgData name="Iain Styles" userId="befbdaae-53f8-4d26-a8dc-3366b09f768a" providerId="ADAL" clId="{5E0D2633-D8F6-500D-A7FC-C9CB56BC4BFB}" dt="2025-11-23T19:51:45.885" v="2388" actId="2696"/>
        <pc:sldMkLst>
          <pc:docMk/>
          <pc:sldMk cId="1020247238" sldId="346"/>
        </pc:sldMkLst>
      </pc:sldChg>
      <pc:sldChg chg="del modAnim">
        <pc:chgData name="Iain Styles" userId="befbdaae-53f8-4d26-a8dc-3366b09f768a" providerId="ADAL" clId="{5E0D2633-D8F6-500D-A7FC-C9CB56BC4BFB}" dt="2025-11-23T19:51:45.909" v="2399" actId="2696"/>
        <pc:sldMkLst>
          <pc:docMk/>
          <pc:sldMk cId="1681669975" sldId="347"/>
        </pc:sldMkLst>
      </pc:sldChg>
      <pc:sldChg chg="del modAnim">
        <pc:chgData name="Iain Styles" userId="befbdaae-53f8-4d26-a8dc-3366b09f768a" providerId="ADAL" clId="{5E0D2633-D8F6-500D-A7FC-C9CB56BC4BFB}" dt="2025-11-23T19:51:45.885" v="2389" actId="2696"/>
        <pc:sldMkLst>
          <pc:docMk/>
          <pc:sldMk cId="1352793453" sldId="348"/>
        </pc:sldMkLst>
      </pc:sldChg>
      <pc:sldChg chg="addSp delSp del mod">
        <pc:chgData name="Iain Styles" userId="befbdaae-53f8-4d26-a8dc-3366b09f768a" providerId="ADAL" clId="{5E0D2633-D8F6-500D-A7FC-C9CB56BC4BFB}" dt="2025-11-23T19:51:45.889" v="2390" actId="2696"/>
        <pc:sldMkLst>
          <pc:docMk/>
          <pc:sldMk cId="2108666997" sldId="349"/>
        </pc:sldMkLst>
      </pc:sldChg>
      <pc:sldChg chg="addSp delSp modSp new add del mod chgLayout">
        <pc:chgData name="Iain Styles" userId="befbdaae-53f8-4d26-a8dc-3366b09f768a" providerId="ADAL" clId="{5E0D2633-D8F6-500D-A7FC-C9CB56BC4BFB}" dt="2025-11-24T10:01:11.314" v="4620" actId="2696"/>
        <pc:sldMkLst>
          <pc:docMk/>
          <pc:sldMk cId="2188175288" sldId="350"/>
        </pc:sldMkLst>
      </pc:sldChg>
      <pc:sldChg chg="addSp delSp modSp new del mod addAnim delAnim modAnim chgLayout">
        <pc:chgData name="Iain Styles" userId="befbdaae-53f8-4d26-a8dc-3366b09f768a" providerId="ADAL" clId="{5E0D2633-D8F6-500D-A7FC-C9CB56BC4BFB}" dt="2025-11-23T19:51:45.882" v="2385" actId="2696"/>
        <pc:sldMkLst>
          <pc:docMk/>
          <pc:sldMk cId="739261049" sldId="351"/>
        </pc:sldMkLst>
      </pc:sldChg>
      <pc:sldChg chg="addSp modSp add del mod modAnim">
        <pc:chgData name="Iain Styles" userId="befbdaae-53f8-4d26-a8dc-3366b09f768a" providerId="ADAL" clId="{5E0D2633-D8F6-500D-A7FC-C9CB56BC4BFB}" dt="2025-11-23T19:51:45.899" v="2392" actId="2696"/>
        <pc:sldMkLst>
          <pc:docMk/>
          <pc:sldMk cId="2967060206" sldId="352"/>
        </pc:sldMkLst>
      </pc:sldChg>
      <pc:sldChg chg="addSp modSp add del mod">
        <pc:chgData name="Iain Styles" userId="befbdaae-53f8-4d26-a8dc-3366b09f768a" providerId="ADAL" clId="{5E0D2633-D8F6-500D-A7FC-C9CB56BC4BFB}" dt="2025-11-23T19:51:45.906" v="2394" actId="2696"/>
        <pc:sldMkLst>
          <pc:docMk/>
          <pc:sldMk cId="963207941" sldId="353"/>
        </pc:sldMkLst>
      </pc:sldChg>
      <pc:sldChg chg="addSp modSp new del mod">
        <pc:chgData name="Iain Styles" userId="befbdaae-53f8-4d26-a8dc-3366b09f768a" providerId="ADAL" clId="{5E0D2633-D8F6-500D-A7FC-C9CB56BC4BFB}" dt="2025-11-23T19:51:45.917" v="2400" actId="2696"/>
        <pc:sldMkLst>
          <pc:docMk/>
          <pc:sldMk cId="3114808120" sldId="354"/>
        </pc:sldMkLst>
      </pc:sldChg>
      <pc:sldChg chg="modSp new del mod">
        <pc:chgData name="Iain Styles" userId="befbdaae-53f8-4d26-a8dc-3366b09f768a" providerId="ADAL" clId="{5E0D2633-D8F6-500D-A7FC-C9CB56BC4BFB}" dt="2025-11-23T19:51:45.907" v="2395" actId="2696"/>
        <pc:sldMkLst>
          <pc:docMk/>
          <pc:sldMk cId="4291526199" sldId="355"/>
        </pc:sldMkLst>
      </pc:sldChg>
      <pc:sldChg chg="new del">
        <pc:chgData name="Iain Styles" userId="befbdaae-53f8-4d26-a8dc-3366b09f768a" providerId="ADAL" clId="{5E0D2633-D8F6-500D-A7FC-C9CB56BC4BFB}" dt="2025-11-23T19:51:45.907" v="2396" actId="2696"/>
        <pc:sldMkLst>
          <pc:docMk/>
          <pc:sldMk cId="323032046" sldId="356"/>
        </pc:sldMkLst>
      </pc:sldChg>
      <pc:sldChg chg="addSp delSp modSp new mod chgLayout">
        <pc:chgData name="Iain Styles" userId="befbdaae-53f8-4d26-a8dc-3366b09f768a" providerId="ADAL" clId="{5E0D2633-D8F6-500D-A7FC-C9CB56BC4BFB}" dt="2025-11-23T19:51:36.653" v="2384" actId="20577"/>
        <pc:sldMkLst>
          <pc:docMk/>
          <pc:sldMk cId="414893505" sldId="357"/>
        </pc:sldMkLst>
        <pc:spChg chg="add mod ord">
          <ac:chgData name="Iain Styles" userId="befbdaae-53f8-4d26-a8dc-3366b09f768a" providerId="ADAL" clId="{5E0D2633-D8F6-500D-A7FC-C9CB56BC4BFB}" dt="2025-11-23T19:51:36.653" v="2384" actId="20577"/>
          <ac:spMkLst>
            <pc:docMk/>
            <pc:sldMk cId="414893505" sldId="357"/>
            <ac:spMk id="5" creationId="{DB207FB2-21BF-6127-9B17-699E5610BAC8}"/>
          </ac:spMkLst>
        </pc:spChg>
        <pc:picChg chg="add mod">
          <ac:chgData name="Iain Styles" userId="befbdaae-53f8-4d26-a8dc-3366b09f768a" providerId="ADAL" clId="{5E0D2633-D8F6-500D-A7FC-C9CB56BC4BFB}" dt="2025-11-20T07:16:43.186" v="2142" actId="1076"/>
          <ac:picMkLst>
            <pc:docMk/>
            <pc:sldMk cId="414893505" sldId="357"/>
            <ac:picMk id="7" creationId="{5EB0FACD-CD47-6F97-BBD8-2EDF07440384}"/>
          </ac:picMkLst>
        </pc:picChg>
      </pc:sldChg>
      <pc:sldChg chg="modSp new mod">
        <pc:chgData name="Iain Styles" userId="befbdaae-53f8-4d26-a8dc-3366b09f768a" providerId="ADAL" clId="{5E0D2633-D8F6-500D-A7FC-C9CB56BC4BFB}" dt="2025-11-21T08:19:08.184" v="2148" actId="27636"/>
        <pc:sldMkLst>
          <pc:docMk/>
          <pc:sldMk cId="3697992266" sldId="358"/>
        </pc:sldMkLst>
        <pc:spChg chg="mod">
          <ac:chgData name="Iain Styles" userId="befbdaae-53f8-4d26-a8dc-3366b09f768a" providerId="ADAL" clId="{5E0D2633-D8F6-500D-A7FC-C9CB56BC4BFB}" dt="2025-11-21T08:19:08.184" v="2148" actId="27636"/>
          <ac:spMkLst>
            <pc:docMk/>
            <pc:sldMk cId="3697992266" sldId="358"/>
            <ac:spMk id="3" creationId="{60D93C92-58A8-C761-7B18-64646C8F6551}"/>
          </ac:spMkLst>
        </pc:spChg>
      </pc:sldChg>
      <pc:sldChg chg="modSp new mod">
        <pc:chgData name="Iain Styles" userId="befbdaae-53f8-4d26-a8dc-3366b09f768a" providerId="ADAL" clId="{5E0D2633-D8F6-500D-A7FC-C9CB56BC4BFB}" dt="2025-11-24T05:51:21.932" v="3941" actId="20577"/>
        <pc:sldMkLst>
          <pc:docMk/>
          <pc:sldMk cId="3214882807" sldId="359"/>
        </pc:sldMkLst>
        <pc:spChg chg="mod">
          <ac:chgData name="Iain Styles" userId="befbdaae-53f8-4d26-a8dc-3366b09f768a" providerId="ADAL" clId="{5E0D2633-D8F6-500D-A7FC-C9CB56BC4BFB}" dt="2025-11-24T05:51:13.530" v="3935" actId="14100"/>
          <ac:spMkLst>
            <pc:docMk/>
            <pc:sldMk cId="3214882807" sldId="359"/>
            <ac:spMk id="2" creationId="{E88C626D-54C5-5E3B-4070-13B6A6BB1FA0}"/>
          </ac:spMkLst>
        </pc:spChg>
        <pc:spChg chg="mod">
          <ac:chgData name="Iain Styles" userId="befbdaae-53f8-4d26-a8dc-3366b09f768a" providerId="ADAL" clId="{5E0D2633-D8F6-500D-A7FC-C9CB56BC4BFB}" dt="2025-11-24T05:51:21.932" v="3941" actId="20577"/>
          <ac:spMkLst>
            <pc:docMk/>
            <pc:sldMk cId="3214882807" sldId="359"/>
            <ac:spMk id="3" creationId="{E93DFD9D-17C3-1B10-109D-CDCDC2D49DDC}"/>
          </ac:spMkLst>
        </pc:spChg>
      </pc:sldChg>
      <pc:sldChg chg="addSp delSp modSp new mod">
        <pc:chgData name="Iain Styles" userId="befbdaae-53f8-4d26-a8dc-3366b09f768a" providerId="ADAL" clId="{5E0D2633-D8F6-500D-A7FC-C9CB56BC4BFB}" dt="2025-11-23T21:12:54.214" v="2488" actId="27636"/>
        <pc:sldMkLst>
          <pc:docMk/>
          <pc:sldMk cId="1271805593" sldId="360"/>
        </pc:sldMkLst>
        <pc:spChg chg="mod">
          <ac:chgData name="Iain Styles" userId="befbdaae-53f8-4d26-a8dc-3366b09f768a" providerId="ADAL" clId="{5E0D2633-D8F6-500D-A7FC-C9CB56BC4BFB}" dt="2025-11-23T21:12:23.082" v="2480" actId="20577"/>
          <ac:spMkLst>
            <pc:docMk/>
            <pc:sldMk cId="1271805593" sldId="360"/>
            <ac:spMk id="2" creationId="{BB1E3FF5-96F6-C235-AF1E-4634A21C9CA1}"/>
          </ac:spMkLst>
        </pc:spChg>
        <pc:spChg chg="add del mod">
          <ac:chgData name="Iain Styles" userId="befbdaae-53f8-4d26-a8dc-3366b09f768a" providerId="ADAL" clId="{5E0D2633-D8F6-500D-A7FC-C9CB56BC4BFB}" dt="2025-11-23T21:12:54.214" v="2488" actId="27636"/>
          <ac:spMkLst>
            <pc:docMk/>
            <pc:sldMk cId="1271805593" sldId="360"/>
            <ac:spMk id="3" creationId="{4D733E71-A8D8-1E97-BB2C-1BE57B2269D6}"/>
          </ac:spMkLst>
        </pc:spChg>
        <pc:spChg chg="add mod">
          <ac:chgData name="Iain Styles" userId="befbdaae-53f8-4d26-a8dc-3366b09f768a" providerId="ADAL" clId="{5E0D2633-D8F6-500D-A7FC-C9CB56BC4BFB}" dt="2025-11-23T21:12:35.402" v="2482"/>
          <ac:spMkLst>
            <pc:docMk/>
            <pc:sldMk cId="1271805593" sldId="360"/>
            <ac:spMk id="4" creationId="{F328C839-7968-1000-5CCD-A71BD6A1AAEB}"/>
          </ac:spMkLst>
        </pc:spChg>
      </pc:sldChg>
      <pc:sldChg chg="modSp add mod">
        <pc:chgData name="Iain Styles" userId="befbdaae-53f8-4d26-a8dc-3366b09f768a" providerId="ADAL" clId="{5E0D2633-D8F6-500D-A7FC-C9CB56BC4BFB}" dt="2025-11-23T21:13:50.571" v="2502" actId="27636"/>
        <pc:sldMkLst>
          <pc:docMk/>
          <pc:sldMk cId="3883945175" sldId="361"/>
        </pc:sldMkLst>
        <pc:spChg chg="mod">
          <ac:chgData name="Iain Styles" userId="befbdaae-53f8-4d26-a8dc-3366b09f768a" providerId="ADAL" clId="{5E0D2633-D8F6-500D-A7FC-C9CB56BC4BFB}" dt="2025-11-23T21:13:50.571" v="2502" actId="27636"/>
          <ac:spMkLst>
            <pc:docMk/>
            <pc:sldMk cId="3883945175" sldId="361"/>
            <ac:spMk id="3" creationId="{C589D30B-840D-C8D3-EA32-0515081B093A}"/>
          </ac:spMkLst>
        </pc:spChg>
      </pc:sldChg>
      <pc:sldChg chg="addSp delSp modSp add mod">
        <pc:chgData name="Iain Styles" userId="befbdaae-53f8-4d26-a8dc-3366b09f768a" providerId="ADAL" clId="{5E0D2633-D8F6-500D-A7FC-C9CB56BC4BFB}" dt="2025-11-23T21:33:47.823" v="2508" actId="14100"/>
        <pc:sldMkLst>
          <pc:docMk/>
          <pc:sldMk cId="1365088005" sldId="362"/>
        </pc:sldMkLst>
        <pc:spChg chg="del">
          <ac:chgData name="Iain Styles" userId="befbdaae-53f8-4d26-a8dc-3366b09f768a" providerId="ADAL" clId="{5E0D2633-D8F6-500D-A7FC-C9CB56BC4BFB}" dt="2025-11-23T21:33:35.340" v="2504" actId="478"/>
          <ac:spMkLst>
            <pc:docMk/>
            <pc:sldMk cId="1365088005" sldId="362"/>
            <ac:spMk id="3" creationId="{A8F73683-55D3-8E44-4A61-297CB31BF364}"/>
          </ac:spMkLst>
        </pc:spChg>
        <pc:spChg chg="add del mod">
          <ac:chgData name="Iain Styles" userId="befbdaae-53f8-4d26-a8dc-3366b09f768a" providerId="ADAL" clId="{5E0D2633-D8F6-500D-A7FC-C9CB56BC4BFB}" dt="2025-11-23T21:33:40.474" v="2505" actId="478"/>
          <ac:spMkLst>
            <pc:docMk/>
            <pc:sldMk cId="1365088005" sldId="362"/>
            <ac:spMk id="5" creationId="{A88EF7C8-2B71-1245-6811-7210A95AB063}"/>
          </ac:spMkLst>
        </pc:spChg>
        <pc:picChg chg="add mod">
          <ac:chgData name="Iain Styles" userId="befbdaae-53f8-4d26-a8dc-3366b09f768a" providerId="ADAL" clId="{5E0D2633-D8F6-500D-A7FC-C9CB56BC4BFB}" dt="2025-11-23T21:33:47.823" v="2508" actId="14100"/>
          <ac:picMkLst>
            <pc:docMk/>
            <pc:sldMk cId="1365088005" sldId="362"/>
            <ac:picMk id="6" creationId="{D86D58BB-2855-CAAE-F9C2-6E8123CD9111}"/>
          </ac:picMkLst>
        </pc:picChg>
      </pc:sldChg>
      <pc:sldChg chg="addSp delSp modSp add mod">
        <pc:chgData name="Iain Styles" userId="befbdaae-53f8-4d26-a8dc-3366b09f768a" providerId="ADAL" clId="{5E0D2633-D8F6-500D-A7FC-C9CB56BC4BFB}" dt="2025-11-24T05:13:54.694" v="3327" actId="688"/>
        <pc:sldMkLst>
          <pc:docMk/>
          <pc:sldMk cId="1436451752" sldId="363"/>
        </pc:sldMkLst>
        <pc:spChg chg="add mod">
          <ac:chgData name="Iain Styles" userId="befbdaae-53f8-4d26-a8dc-3366b09f768a" providerId="ADAL" clId="{5E0D2633-D8F6-500D-A7FC-C9CB56BC4BFB}" dt="2025-11-24T05:11:19.664" v="3264" actId="1076"/>
          <ac:spMkLst>
            <pc:docMk/>
            <pc:sldMk cId="1436451752" sldId="363"/>
            <ac:spMk id="3" creationId="{CF93B85A-AFB7-B964-9C6E-BAE63F101745}"/>
          </ac:spMkLst>
        </pc:spChg>
        <pc:spChg chg="add mod">
          <ac:chgData name="Iain Styles" userId="befbdaae-53f8-4d26-a8dc-3366b09f768a" providerId="ADAL" clId="{5E0D2633-D8F6-500D-A7FC-C9CB56BC4BFB}" dt="2025-11-24T05:11:19.664" v="3264" actId="1076"/>
          <ac:spMkLst>
            <pc:docMk/>
            <pc:sldMk cId="1436451752" sldId="363"/>
            <ac:spMk id="4" creationId="{61DC3296-7FBF-78C9-3C85-04FEB33D568E}"/>
          </ac:spMkLst>
        </pc:spChg>
        <pc:spChg chg="add mod">
          <ac:chgData name="Iain Styles" userId="befbdaae-53f8-4d26-a8dc-3366b09f768a" providerId="ADAL" clId="{5E0D2633-D8F6-500D-A7FC-C9CB56BC4BFB}" dt="2025-11-24T05:11:19.664" v="3264" actId="1076"/>
          <ac:spMkLst>
            <pc:docMk/>
            <pc:sldMk cId="1436451752" sldId="363"/>
            <ac:spMk id="5" creationId="{617A3383-4292-D78C-B86F-2B378FCA3122}"/>
          </ac:spMkLst>
        </pc:spChg>
        <pc:spChg chg="add mod">
          <ac:chgData name="Iain Styles" userId="befbdaae-53f8-4d26-a8dc-3366b09f768a" providerId="ADAL" clId="{5E0D2633-D8F6-500D-A7FC-C9CB56BC4BFB}" dt="2025-11-24T05:11:19.664" v="3264" actId="1076"/>
          <ac:spMkLst>
            <pc:docMk/>
            <pc:sldMk cId="1436451752" sldId="363"/>
            <ac:spMk id="7" creationId="{547B570D-F9D6-37B4-D699-C2369DB1A372}"/>
          </ac:spMkLst>
        </pc:spChg>
        <pc:spChg chg="add del mod">
          <ac:chgData name="Iain Styles" userId="befbdaae-53f8-4d26-a8dc-3366b09f768a" providerId="ADAL" clId="{5E0D2633-D8F6-500D-A7FC-C9CB56BC4BFB}" dt="2025-11-23T21:38:22.090" v="2559"/>
          <ac:spMkLst>
            <pc:docMk/>
            <pc:sldMk cId="1436451752" sldId="363"/>
            <ac:spMk id="8" creationId="{2B7FE521-6F6A-CF63-1790-E265712EE800}"/>
          </ac:spMkLst>
        </pc:spChg>
        <pc:spChg chg="add mod">
          <ac:chgData name="Iain Styles" userId="befbdaae-53f8-4d26-a8dc-3366b09f768a" providerId="ADAL" clId="{5E0D2633-D8F6-500D-A7FC-C9CB56BC4BFB}" dt="2025-11-24T05:13:54.694" v="3327" actId="688"/>
          <ac:spMkLst>
            <pc:docMk/>
            <pc:sldMk cId="1436451752" sldId="363"/>
            <ac:spMk id="11" creationId="{F2953B46-3D71-3ACC-9DD1-AE76B70A0447}"/>
          </ac:spMkLst>
        </pc:spChg>
        <pc:spChg chg="add mod">
          <ac:chgData name="Iain Styles" userId="befbdaae-53f8-4d26-a8dc-3366b09f768a" providerId="ADAL" clId="{5E0D2633-D8F6-500D-A7FC-C9CB56BC4BFB}" dt="2025-11-24T05:11:19.664" v="3264" actId="1076"/>
          <ac:spMkLst>
            <pc:docMk/>
            <pc:sldMk cId="1436451752" sldId="363"/>
            <ac:spMk id="18" creationId="{EFD74C05-F6A2-5FC0-BB5C-04A075CFB655}"/>
          </ac:spMkLst>
        </pc:spChg>
        <pc:spChg chg="add mod">
          <ac:chgData name="Iain Styles" userId="befbdaae-53f8-4d26-a8dc-3366b09f768a" providerId="ADAL" clId="{5E0D2633-D8F6-500D-A7FC-C9CB56BC4BFB}" dt="2025-11-24T05:11:19.664" v="3264" actId="1076"/>
          <ac:spMkLst>
            <pc:docMk/>
            <pc:sldMk cId="1436451752" sldId="363"/>
            <ac:spMk id="23" creationId="{C8D4C97E-4E77-11FA-5C0B-570932B78AE2}"/>
          </ac:spMkLst>
        </pc:spChg>
        <pc:spChg chg="add mod">
          <ac:chgData name="Iain Styles" userId="befbdaae-53f8-4d26-a8dc-3366b09f768a" providerId="ADAL" clId="{5E0D2633-D8F6-500D-A7FC-C9CB56BC4BFB}" dt="2025-11-24T05:11:19.664" v="3264" actId="1076"/>
          <ac:spMkLst>
            <pc:docMk/>
            <pc:sldMk cId="1436451752" sldId="363"/>
            <ac:spMk id="28" creationId="{51272E57-E3EB-8B7B-9A33-C94FEAE140FB}"/>
          </ac:spMkLst>
        </pc:spChg>
        <pc:spChg chg="add mod">
          <ac:chgData name="Iain Styles" userId="befbdaae-53f8-4d26-a8dc-3366b09f768a" providerId="ADAL" clId="{5E0D2633-D8F6-500D-A7FC-C9CB56BC4BFB}" dt="2025-11-24T05:11:19.664" v="3264" actId="1076"/>
          <ac:spMkLst>
            <pc:docMk/>
            <pc:sldMk cId="1436451752" sldId="363"/>
            <ac:spMk id="37" creationId="{C373A851-E9CE-9376-E8F8-A498F30396C5}"/>
          </ac:spMkLst>
        </pc:spChg>
        <pc:spChg chg="add mod">
          <ac:chgData name="Iain Styles" userId="befbdaae-53f8-4d26-a8dc-3366b09f768a" providerId="ADAL" clId="{5E0D2633-D8F6-500D-A7FC-C9CB56BC4BFB}" dt="2025-11-24T05:13:19.732" v="3325" actId="20577"/>
          <ac:spMkLst>
            <pc:docMk/>
            <pc:sldMk cId="1436451752" sldId="363"/>
            <ac:spMk id="86" creationId="{A78D58D5-7B9E-6AB6-AFA0-11CF1AA19852}"/>
          </ac:spMkLst>
        </pc:spChg>
        <pc:picChg chg="del">
          <ac:chgData name="Iain Styles" userId="befbdaae-53f8-4d26-a8dc-3366b09f768a" providerId="ADAL" clId="{5E0D2633-D8F6-500D-A7FC-C9CB56BC4BFB}" dt="2025-11-23T21:35:31.542" v="2510" actId="478"/>
          <ac:picMkLst>
            <pc:docMk/>
            <pc:sldMk cId="1436451752" sldId="363"/>
            <ac:picMk id="6" creationId="{EFB19753-DB60-9C55-D042-E409187ECCA4}"/>
          </ac:picMkLst>
        </pc:picChg>
        <pc:cxnChg chg="add mod">
          <ac:chgData name="Iain Styles" userId="befbdaae-53f8-4d26-a8dc-3366b09f768a" providerId="ADAL" clId="{5E0D2633-D8F6-500D-A7FC-C9CB56BC4BFB}" dt="2025-11-24T05:11:52.794" v="3273" actId="692"/>
          <ac:cxnSpMkLst>
            <pc:docMk/>
            <pc:sldMk cId="1436451752" sldId="363"/>
            <ac:cxnSpMk id="10" creationId="{4C4E1AFF-C42F-7BF2-9F4B-907F08D23D20}"/>
          </ac:cxnSpMkLst>
        </pc:cxnChg>
        <pc:cxnChg chg="add mod">
          <ac:chgData name="Iain Styles" userId="befbdaae-53f8-4d26-a8dc-3366b09f768a" providerId="ADAL" clId="{5E0D2633-D8F6-500D-A7FC-C9CB56BC4BFB}" dt="2025-11-24T05:11:52.794" v="3273" actId="692"/>
          <ac:cxnSpMkLst>
            <pc:docMk/>
            <pc:sldMk cId="1436451752" sldId="363"/>
            <ac:cxnSpMk id="13" creationId="{1BE6D554-8730-F938-E018-19EBC9257ABD}"/>
          </ac:cxnSpMkLst>
        </pc:cxnChg>
        <pc:cxnChg chg="add mod">
          <ac:chgData name="Iain Styles" userId="befbdaae-53f8-4d26-a8dc-3366b09f768a" providerId="ADAL" clId="{5E0D2633-D8F6-500D-A7FC-C9CB56BC4BFB}" dt="2025-11-24T05:11:52.794" v="3273" actId="692"/>
          <ac:cxnSpMkLst>
            <pc:docMk/>
            <pc:sldMk cId="1436451752" sldId="363"/>
            <ac:cxnSpMk id="20" creationId="{2EEE4246-DA5A-0A90-C5C2-BEF5F70CBE0F}"/>
          </ac:cxnSpMkLst>
        </pc:cxnChg>
        <pc:cxnChg chg="add mod">
          <ac:chgData name="Iain Styles" userId="befbdaae-53f8-4d26-a8dc-3366b09f768a" providerId="ADAL" clId="{5E0D2633-D8F6-500D-A7FC-C9CB56BC4BFB}" dt="2025-11-24T05:11:52.794" v="3273" actId="692"/>
          <ac:cxnSpMkLst>
            <pc:docMk/>
            <pc:sldMk cId="1436451752" sldId="363"/>
            <ac:cxnSpMk id="24" creationId="{696F94C3-1509-3266-1D77-5F61DF5B5F18}"/>
          </ac:cxnSpMkLst>
        </pc:cxnChg>
        <pc:cxnChg chg="add mod">
          <ac:chgData name="Iain Styles" userId="befbdaae-53f8-4d26-a8dc-3366b09f768a" providerId="ADAL" clId="{5E0D2633-D8F6-500D-A7FC-C9CB56BC4BFB}" dt="2025-11-24T05:11:52.794" v="3273" actId="692"/>
          <ac:cxnSpMkLst>
            <pc:docMk/>
            <pc:sldMk cId="1436451752" sldId="363"/>
            <ac:cxnSpMk id="34" creationId="{E39674D9-74DD-C361-BADB-514DA2CEFD16}"/>
          </ac:cxnSpMkLst>
        </pc:cxnChg>
        <pc:cxnChg chg="add mod">
          <ac:chgData name="Iain Styles" userId="befbdaae-53f8-4d26-a8dc-3366b09f768a" providerId="ADAL" clId="{5E0D2633-D8F6-500D-A7FC-C9CB56BC4BFB}" dt="2025-11-24T05:11:52.794" v="3273" actId="692"/>
          <ac:cxnSpMkLst>
            <pc:docMk/>
            <pc:sldMk cId="1436451752" sldId="363"/>
            <ac:cxnSpMk id="76" creationId="{650D9701-DCA5-3CFB-8E8C-3B17510997E5}"/>
          </ac:cxnSpMkLst>
        </pc:cxnChg>
      </pc:sldChg>
      <pc:sldChg chg="modSp new mod">
        <pc:chgData name="Iain Styles" userId="befbdaae-53f8-4d26-a8dc-3366b09f768a" providerId="ADAL" clId="{5E0D2633-D8F6-500D-A7FC-C9CB56BC4BFB}" dt="2025-11-24T05:59:04.036" v="4618" actId="20577"/>
        <pc:sldMkLst>
          <pc:docMk/>
          <pc:sldMk cId="1439115752" sldId="364"/>
        </pc:sldMkLst>
        <pc:spChg chg="mod">
          <ac:chgData name="Iain Styles" userId="befbdaae-53f8-4d26-a8dc-3366b09f768a" providerId="ADAL" clId="{5E0D2633-D8F6-500D-A7FC-C9CB56BC4BFB}" dt="2025-11-24T05:09:54.062" v="3239" actId="20577"/>
          <ac:spMkLst>
            <pc:docMk/>
            <pc:sldMk cId="1439115752" sldId="364"/>
            <ac:spMk id="2" creationId="{296864FE-3603-6733-0C87-A0ABB77E4EF9}"/>
          </ac:spMkLst>
        </pc:spChg>
        <pc:spChg chg="mod">
          <ac:chgData name="Iain Styles" userId="befbdaae-53f8-4d26-a8dc-3366b09f768a" providerId="ADAL" clId="{5E0D2633-D8F6-500D-A7FC-C9CB56BC4BFB}" dt="2025-11-24T05:59:04.036" v="4618" actId="20577"/>
          <ac:spMkLst>
            <pc:docMk/>
            <pc:sldMk cId="1439115752" sldId="364"/>
            <ac:spMk id="3" creationId="{0BF554C0-C6B5-0A8A-30F7-BB75233F69CF}"/>
          </ac:spMkLst>
        </pc:spChg>
      </pc:sldChg>
      <pc:sldChg chg="addSp delSp modSp new mod">
        <pc:chgData name="Iain Styles" userId="befbdaae-53f8-4d26-a8dc-3366b09f768a" providerId="ADAL" clId="{5E0D2633-D8F6-500D-A7FC-C9CB56BC4BFB}" dt="2025-11-24T05:28:23.485" v="3917" actId="478"/>
        <pc:sldMkLst>
          <pc:docMk/>
          <pc:sldMk cId="598281880" sldId="365"/>
        </pc:sldMkLst>
        <pc:spChg chg="mod">
          <ac:chgData name="Iain Styles" userId="befbdaae-53f8-4d26-a8dc-3366b09f768a" providerId="ADAL" clId="{5E0D2633-D8F6-500D-A7FC-C9CB56BC4BFB}" dt="2025-11-23T21:55:00.626" v="2999" actId="20577"/>
          <ac:spMkLst>
            <pc:docMk/>
            <pc:sldMk cId="598281880" sldId="365"/>
            <ac:spMk id="2" creationId="{3579809E-6BA6-DC0C-15A8-570B1B65A4B1}"/>
          </ac:spMkLst>
        </pc:spChg>
        <pc:spChg chg="del mod">
          <ac:chgData name="Iain Styles" userId="befbdaae-53f8-4d26-a8dc-3366b09f768a" providerId="ADAL" clId="{5E0D2633-D8F6-500D-A7FC-C9CB56BC4BFB}" dt="2025-11-24T05:28:20.917" v="3916" actId="478"/>
          <ac:spMkLst>
            <pc:docMk/>
            <pc:sldMk cId="598281880" sldId="365"/>
            <ac:spMk id="3" creationId="{72981151-F35C-C4EB-BC76-3E33710823BC}"/>
          </ac:spMkLst>
        </pc:spChg>
        <pc:spChg chg="add del mod">
          <ac:chgData name="Iain Styles" userId="befbdaae-53f8-4d26-a8dc-3366b09f768a" providerId="ADAL" clId="{5E0D2633-D8F6-500D-A7FC-C9CB56BC4BFB}" dt="2025-11-24T05:28:23.485" v="3917" actId="478"/>
          <ac:spMkLst>
            <pc:docMk/>
            <pc:sldMk cId="598281880" sldId="365"/>
            <ac:spMk id="5" creationId="{3552109E-1E66-3D9C-D1FF-CE296DA36FC2}"/>
          </ac:spMkLst>
        </pc:spChg>
      </pc:sldChg>
      <pc:sldChg chg="modSp new mod">
        <pc:chgData name="Iain Styles" userId="befbdaae-53f8-4d26-a8dc-3366b09f768a" providerId="ADAL" clId="{5E0D2633-D8F6-500D-A7FC-C9CB56BC4BFB}" dt="2025-11-24T05:19:05.429" v="3915" actId="20577"/>
        <pc:sldMkLst>
          <pc:docMk/>
          <pc:sldMk cId="299002238" sldId="366"/>
        </pc:sldMkLst>
        <pc:spChg chg="mod">
          <ac:chgData name="Iain Styles" userId="befbdaae-53f8-4d26-a8dc-3366b09f768a" providerId="ADAL" clId="{5E0D2633-D8F6-500D-A7FC-C9CB56BC4BFB}" dt="2025-11-24T05:14:31.760" v="3355" actId="20577"/>
          <ac:spMkLst>
            <pc:docMk/>
            <pc:sldMk cId="299002238" sldId="366"/>
            <ac:spMk id="2" creationId="{2BDF6B59-32A9-BBE0-98B9-74B5269B6CED}"/>
          </ac:spMkLst>
        </pc:spChg>
        <pc:spChg chg="mod">
          <ac:chgData name="Iain Styles" userId="befbdaae-53f8-4d26-a8dc-3366b09f768a" providerId="ADAL" clId="{5E0D2633-D8F6-500D-A7FC-C9CB56BC4BFB}" dt="2025-11-24T05:19:05.429" v="3915" actId="20577"/>
          <ac:spMkLst>
            <pc:docMk/>
            <pc:sldMk cId="299002238" sldId="366"/>
            <ac:spMk id="3" creationId="{7A767377-276D-4E8C-238E-A96E58E9E499}"/>
          </ac:spMkLst>
        </pc:spChg>
      </pc:sldChg>
      <pc:sldChg chg="modSp new mod">
        <pc:chgData name="Iain Styles" userId="befbdaae-53f8-4d26-a8dc-3366b09f768a" providerId="ADAL" clId="{5E0D2633-D8F6-500D-A7FC-C9CB56BC4BFB}" dt="2025-11-24T05:57:56.093" v="4614" actId="20577"/>
        <pc:sldMkLst>
          <pc:docMk/>
          <pc:sldMk cId="454006467" sldId="367"/>
        </pc:sldMkLst>
        <pc:spChg chg="mod">
          <ac:chgData name="Iain Styles" userId="befbdaae-53f8-4d26-a8dc-3366b09f768a" providerId="ADAL" clId="{5E0D2633-D8F6-500D-A7FC-C9CB56BC4BFB}" dt="2025-11-24T05:51:37.876" v="3962" actId="20577"/>
          <ac:spMkLst>
            <pc:docMk/>
            <pc:sldMk cId="454006467" sldId="367"/>
            <ac:spMk id="2" creationId="{FAEC33AA-30DD-1E64-D470-6CB6AA7C9F4D}"/>
          </ac:spMkLst>
        </pc:spChg>
        <pc:spChg chg="mod">
          <ac:chgData name="Iain Styles" userId="befbdaae-53f8-4d26-a8dc-3366b09f768a" providerId="ADAL" clId="{5E0D2633-D8F6-500D-A7FC-C9CB56BC4BFB}" dt="2025-11-24T05:57:56.093" v="4614" actId="20577"/>
          <ac:spMkLst>
            <pc:docMk/>
            <pc:sldMk cId="454006467" sldId="367"/>
            <ac:spMk id="3" creationId="{04E1C509-5DA2-7E88-DE04-86F3D5C1E1AA}"/>
          </ac:spMkLst>
        </pc:spChg>
      </pc:sldChg>
      <pc:sldMasterChg chg="delSldLayout">
        <pc:chgData name="Iain Styles" userId="befbdaae-53f8-4d26-a8dc-3366b09f768a" providerId="ADAL" clId="{5E0D2633-D8F6-500D-A7FC-C9CB56BC4BFB}" dt="2025-11-23T19:15:32.177" v="2167" actId="2696"/>
        <pc:sldMasterMkLst>
          <pc:docMk/>
          <pc:sldMasterMk cId="1436357251" sldId="2147483660"/>
        </pc:sldMasterMkLst>
        <pc:sldLayoutChg chg="del">
          <pc:chgData name="Iain Styles" userId="befbdaae-53f8-4d26-a8dc-3366b09f768a" providerId="ADAL" clId="{5E0D2633-D8F6-500D-A7FC-C9CB56BC4BFB}" dt="2025-11-23T19:15:32.177" v="2167" actId="2696"/>
          <pc:sldLayoutMkLst>
            <pc:docMk/>
            <pc:sldMasterMk cId="1436357251" sldId="2147483660"/>
            <pc:sldLayoutMk cId="1992392503" sldId="214748373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6D3417-75BC-C54F-B209-3B706A8CCE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CE0A46D-43DE-BC4C-9837-2979FE009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7ADF77-2023-D74B-9A03-BFA0C5C7CE1A}" type="datetimeFigureOut">
              <a:rPr lang="en-US" smtClean="0"/>
              <a:t>11/20/25</a:t>
            </a:fld>
            <a:endParaRPr lang="en-US"/>
          </a:p>
        </p:txBody>
      </p:sp>
      <p:sp>
        <p:nvSpPr>
          <p:cNvPr id="4" name="Footer Placeholder 3">
            <a:extLst>
              <a:ext uri="{FF2B5EF4-FFF2-40B4-BE49-F238E27FC236}">
                <a16:creationId xmlns:a16="http://schemas.microsoft.com/office/drawing/2014/main" id="{1B1BBCED-4587-A646-BEDB-46936438AF7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a:extLst>
              <a:ext uri="{FF2B5EF4-FFF2-40B4-BE49-F238E27FC236}">
                <a16:creationId xmlns:a16="http://schemas.microsoft.com/office/drawing/2014/main" id="{B344CE3C-DF0C-9349-B48C-C47FA90BE6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C03ADA-6B43-F443-8DD3-2F88E928691B}" type="slidenum">
              <a:rPr lang="en-US" smtClean="0"/>
              <a:t>‹#›</a:t>
            </a:fld>
            <a:endParaRPr lang="en-US"/>
          </a:p>
        </p:txBody>
      </p:sp>
    </p:spTree>
    <p:extLst>
      <p:ext uri="{BB962C8B-B14F-4D97-AF65-F5344CB8AC3E}">
        <p14:creationId xmlns:p14="http://schemas.microsoft.com/office/powerpoint/2010/main" val="346361873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2376A3-60EE-9D4E-A7A1-CB0D7A163B62}"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16C9C-3AD8-BF4F-8988-7C4865BA5A81}" type="slidenum">
              <a:rPr lang="en-US" smtClean="0"/>
              <a:t>‹#›</a:t>
            </a:fld>
            <a:endParaRPr lang="en-US"/>
          </a:p>
        </p:txBody>
      </p:sp>
    </p:spTree>
    <p:extLst>
      <p:ext uri="{BB962C8B-B14F-4D97-AF65-F5344CB8AC3E}">
        <p14:creationId xmlns:p14="http://schemas.microsoft.com/office/powerpoint/2010/main" val="3942529046"/>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 Main">
    <p:bg>
      <p:bgPr>
        <a:solidFill>
          <a:schemeClr val="accent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98111C-9A9D-874F-B913-835AC8922020}"/>
              </a:ext>
            </a:extLst>
          </p:cNvPr>
          <p:cNvSpPr/>
          <p:nvPr userDrawn="1"/>
        </p:nvSpPr>
        <p:spPr>
          <a:xfrm>
            <a:off x="0" y="6032501"/>
            <a:ext cx="12192000" cy="825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9" name="Title 1">
            <a:extLst>
              <a:ext uri="{FF2B5EF4-FFF2-40B4-BE49-F238E27FC236}">
                <a16:creationId xmlns:a16="http://schemas.microsoft.com/office/drawing/2014/main" id="{5517BEAB-A995-204B-91D6-36ABBF329A28}"/>
              </a:ext>
            </a:extLst>
          </p:cNvPr>
          <p:cNvSpPr>
            <a:spLocks noGrp="1"/>
          </p:cNvSpPr>
          <p:nvPr>
            <p:ph type="title" hasCustomPrompt="1"/>
          </p:nvPr>
        </p:nvSpPr>
        <p:spPr>
          <a:xfrm>
            <a:off x="6433931" y="2629454"/>
            <a:ext cx="4969768" cy="470617"/>
          </a:xfrm>
        </p:spPr>
        <p:txBody>
          <a:bodyPr anchor="t" anchorCtr="0">
            <a:noAutofit/>
          </a:bodyPr>
          <a:lstStyle>
            <a:lvl1pPr>
              <a:defRPr sz="3200" b="1" i="0">
                <a:solidFill>
                  <a:schemeClr val="bg2"/>
                </a:solidFill>
                <a:latin typeface="Arial" panose="020B0604020202020204" pitchFamily="34" charset="0"/>
                <a:cs typeface="Arial" panose="020B0604020202020204" pitchFamily="34" charset="0"/>
              </a:defRPr>
            </a:lvl1pPr>
          </a:lstStyle>
          <a:p>
            <a:r>
              <a:rPr lang="en-US" dirty="0"/>
              <a:t>Course Name</a:t>
            </a:r>
          </a:p>
        </p:txBody>
      </p:sp>
      <p:pic>
        <p:nvPicPr>
          <p:cNvPr id="6" name="Picture 5">
            <a:extLst>
              <a:ext uri="{FF2B5EF4-FFF2-40B4-BE49-F238E27FC236}">
                <a16:creationId xmlns:a16="http://schemas.microsoft.com/office/drawing/2014/main" id="{B295E2BA-58FD-5E4E-8F42-9E6344E1C6D0}"/>
              </a:ext>
            </a:extLst>
          </p:cNvPr>
          <p:cNvPicPr>
            <a:picLocks noChangeAspect="1"/>
          </p:cNvPicPr>
          <p:nvPr userDrawn="1"/>
        </p:nvPicPr>
        <p:blipFill>
          <a:blip r:embed="rId2"/>
          <a:stretch>
            <a:fillRect/>
          </a:stretch>
        </p:blipFill>
        <p:spPr>
          <a:xfrm>
            <a:off x="1795669" y="2711451"/>
            <a:ext cx="3962400" cy="1435100"/>
          </a:xfrm>
          <a:prstGeom prst="rect">
            <a:avLst/>
          </a:prstGeom>
        </p:spPr>
      </p:pic>
      <p:sp>
        <p:nvSpPr>
          <p:cNvPr id="10" name="Rectangle 9">
            <a:extLst>
              <a:ext uri="{FF2B5EF4-FFF2-40B4-BE49-F238E27FC236}">
                <a16:creationId xmlns:a16="http://schemas.microsoft.com/office/drawing/2014/main" id="{D753BDB1-FC33-E04C-91E0-BAB1298236CE}"/>
              </a:ext>
            </a:extLst>
          </p:cNvPr>
          <p:cNvSpPr/>
          <p:nvPr userDrawn="1"/>
        </p:nvSpPr>
        <p:spPr>
          <a:xfrm>
            <a:off x="6073142" y="2030896"/>
            <a:ext cx="45719" cy="2796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n>
                <a:noFill/>
              </a:ln>
            </a:endParaRPr>
          </a:p>
        </p:txBody>
      </p:sp>
      <p:sp>
        <p:nvSpPr>
          <p:cNvPr id="14" name="Text Placeholder 13">
            <a:extLst>
              <a:ext uri="{FF2B5EF4-FFF2-40B4-BE49-F238E27FC236}">
                <a16:creationId xmlns:a16="http://schemas.microsoft.com/office/drawing/2014/main" id="{FDCB58E4-D0E7-2B43-B88B-1F3C4E271102}"/>
              </a:ext>
            </a:extLst>
          </p:cNvPr>
          <p:cNvSpPr>
            <a:spLocks noGrp="1"/>
          </p:cNvSpPr>
          <p:nvPr>
            <p:ph type="body" sz="quarter" idx="10" hasCustomPrompt="1"/>
          </p:nvPr>
        </p:nvSpPr>
        <p:spPr>
          <a:xfrm>
            <a:off x="6433931" y="3237128"/>
            <a:ext cx="4969768" cy="383745"/>
          </a:xfrm>
        </p:spPr>
        <p:txBody>
          <a:bodyPr>
            <a:normAutofit/>
          </a:bodyPr>
          <a:lstStyle>
            <a:lvl1pPr marL="0" indent="0">
              <a:buFont typeface="+mj-lt"/>
              <a:buNone/>
              <a:defRPr sz="2400" b="0" i="0">
                <a:solidFill>
                  <a:schemeClr val="bg2"/>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Module Title</a:t>
            </a:r>
          </a:p>
        </p:txBody>
      </p:sp>
      <p:sp>
        <p:nvSpPr>
          <p:cNvPr id="15" name="Text Placeholder 13">
            <a:extLst>
              <a:ext uri="{FF2B5EF4-FFF2-40B4-BE49-F238E27FC236}">
                <a16:creationId xmlns:a16="http://schemas.microsoft.com/office/drawing/2014/main" id="{0980713D-C243-AE4D-B526-6881A9C017BF}"/>
              </a:ext>
            </a:extLst>
          </p:cNvPr>
          <p:cNvSpPr>
            <a:spLocks noGrp="1"/>
          </p:cNvSpPr>
          <p:nvPr>
            <p:ph type="body" sz="quarter" idx="11" hasCustomPrompt="1"/>
          </p:nvPr>
        </p:nvSpPr>
        <p:spPr>
          <a:xfrm>
            <a:off x="6433931" y="3757929"/>
            <a:ext cx="4969768" cy="383745"/>
          </a:xfrm>
        </p:spPr>
        <p:txBody>
          <a:bodyPr>
            <a:normAutofit/>
          </a:bodyPr>
          <a:lstStyle>
            <a:lvl1pPr marL="0" indent="0">
              <a:buFont typeface="+mj-lt"/>
              <a:buNone/>
              <a:defRPr sz="2000" b="0" i="0">
                <a:solidFill>
                  <a:schemeClr val="bg2"/>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Lecture Title</a:t>
            </a:r>
          </a:p>
        </p:txBody>
      </p:sp>
    </p:spTree>
    <p:extLst>
      <p:ext uri="{BB962C8B-B14F-4D97-AF65-F5344CB8AC3E}">
        <p14:creationId xmlns:p14="http://schemas.microsoft.com/office/powerpoint/2010/main" val="21645169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Page - Artificial Intelligence">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517BEAB-A995-204B-91D6-36ABBF329A28}"/>
              </a:ext>
            </a:extLst>
          </p:cNvPr>
          <p:cNvSpPr>
            <a:spLocks noGrp="1"/>
          </p:cNvSpPr>
          <p:nvPr>
            <p:ph type="title" hasCustomPrompt="1"/>
          </p:nvPr>
        </p:nvSpPr>
        <p:spPr>
          <a:xfrm>
            <a:off x="6433931" y="2629454"/>
            <a:ext cx="4969768" cy="470617"/>
          </a:xfrm>
        </p:spPr>
        <p:txBody>
          <a:bodyPr anchor="t" anchorCtr="0">
            <a:noAutofit/>
          </a:bodyPr>
          <a:lstStyle>
            <a:lvl1pPr>
              <a:defRPr sz="3200" b="1" i="0">
                <a:solidFill>
                  <a:schemeClr val="bg2"/>
                </a:solidFill>
                <a:latin typeface="Arial" panose="020B0604020202020204" pitchFamily="34" charset="0"/>
                <a:cs typeface="Arial" panose="020B0604020202020204" pitchFamily="34" charset="0"/>
              </a:defRPr>
            </a:lvl1pPr>
          </a:lstStyle>
          <a:p>
            <a:r>
              <a:rPr lang="en-US" dirty="0"/>
              <a:t>Course Name</a:t>
            </a:r>
          </a:p>
        </p:txBody>
      </p:sp>
      <p:pic>
        <p:nvPicPr>
          <p:cNvPr id="6" name="Picture 5">
            <a:extLst>
              <a:ext uri="{FF2B5EF4-FFF2-40B4-BE49-F238E27FC236}">
                <a16:creationId xmlns:a16="http://schemas.microsoft.com/office/drawing/2014/main" id="{B295E2BA-58FD-5E4E-8F42-9E6344E1C6D0}"/>
              </a:ext>
            </a:extLst>
          </p:cNvPr>
          <p:cNvPicPr>
            <a:picLocks noChangeAspect="1"/>
          </p:cNvPicPr>
          <p:nvPr userDrawn="1"/>
        </p:nvPicPr>
        <p:blipFill>
          <a:blip r:embed="rId2"/>
          <a:stretch>
            <a:fillRect/>
          </a:stretch>
        </p:blipFill>
        <p:spPr>
          <a:xfrm>
            <a:off x="1795669" y="2711451"/>
            <a:ext cx="3962400" cy="1435100"/>
          </a:xfrm>
          <a:prstGeom prst="rect">
            <a:avLst/>
          </a:prstGeom>
        </p:spPr>
      </p:pic>
      <p:sp>
        <p:nvSpPr>
          <p:cNvPr id="10" name="Rectangle 9">
            <a:extLst>
              <a:ext uri="{FF2B5EF4-FFF2-40B4-BE49-F238E27FC236}">
                <a16:creationId xmlns:a16="http://schemas.microsoft.com/office/drawing/2014/main" id="{D753BDB1-FC33-E04C-91E0-BAB1298236CE}"/>
              </a:ext>
            </a:extLst>
          </p:cNvPr>
          <p:cNvSpPr/>
          <p:nvPr userDrawn="1"/>
        </p:nvSpPr>
        <p:spPr>
          <a:xfrm>
            <a:off x="6073142" y="2030896"/>
            <a:ext cx="45719" cy="27962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n>
                <a:noFill/>
              </a:ln>
            </a:endParaRPr>
          </a:p>
        </p:txBody>
      </p:sp>
      <p:sp>
        <p:nvSpPr>
          <p:cNvPr id="14" name="Text Placeholder 13">
            <a:extLst>
              <a:ext uri="{FF2B5EF4-FFF2-40B4-BE49-F238E27FC236}">
                <a16:creationId xmlns:a16="http://schemas.microsoft.com/office/drawing/2014/main" id="{FDCB58E4-D0E7-2B43-B88B-1F3C4E271102}"/>
              </a:ext>
            </a:extLst>
          </p:cNvPr>
          <p:cNvSpPr>
            <a:spLocks noGrp="1"/>
          </p:cNvSpPr>
          <p:nvPr>
            <p:ph type="body" sz="quarter" idx="10" hasCustomPrompt="1"/>
          </p:nvPr>
        </p:nvSpPr>
        <p:spPr>
          <a:xfrm>
            <a:off x="6433931" y="3237128"/>
            <a:ext cx="4969768" cy="383745"/>
          </a:xfrm>
        </p:spPr>
        <p:txBody>
          <a:bodyPr>
            <a:normAutofit/>
          </a:bodyPr>
          <a:lstStyle>
            <a:lvl1pPr marL="0" indent="0">
              <a:buFont typeface="+mj-lt"/>
              <a:buNone/>
              <a:defRPr sz="2400" b="0" i="0">
                <a:solidFill>
                  <a:schemeClr val="bg2"/>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Module Title</a:t>
            </a:r>
          </a:p>
        </p:txBody>
      </p:sp>
      <p:sp>
        <p:nvSpPr>
          <p:cNvPr id="15" name="Text Placeholder 13">
            <a:extLst>
              <a:ext uri="{FF2B5EF4-FFF2-40B4-BE49-F238E27FC236}">
                <a16:creationId xmlns:a16="http://schemas.microsoft.com/office/drawing/2014/main" id="{0980713D-C243-AE4D-B526-6881A9C017BF}"/>
              </a:ext>
            </a:extLst>
          </p:cNvPr>
          <p:cNvSpPr>
            <a:spLocks noGrp="1"/>
          </p:cNvSpPr>
          <p:nvPr>
            <p:ph type="body" sz="quarter" idx="11" hasCustomPrompt="1"/>
          </p:nvPr>
        </p:nvSpPr>
        <p:spPr>
          <a:xfrm>
            <a:off x="6433931" y="3757929"/>
            <a:ext cx="4969768" cy="383745"/>
          </a:xfrm>
        </p:spPr>
        <p:txBody>
          <a:bodyPr>
            <a:normAutofit/>
          </a:bodyPr>
          <a:lstStyle>
            <a:lvl1pPr marL="0" indent="0">
              <a:buFont typeface="+mj-lt"/>
              <a:buNone/>
              <a:defRPr sz="2000" b="0" i="0">
                <a:solidFill>
                  <a:schemeClr val="bg2"/>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Lecture Title</a:t>
            </a:r>
          </a:p>
        </p:txBody>
      </p:sp>
      <p:pic>
        <p:nvPicPr>
          <p:cNvPr id="7" name="Picture 6">
            <a:extLst>
              <a:ext uri="{FF2B5EF4-FFF2-40B4-BE49-F238E27FC236}">
                <a16:creationId xmlns:a16="http://schemas.microsoft.com/office/drawing/2014/main" id="{C30E60B0-A2C1-574C-9353-D0018515D1DB}"/>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282971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Style - Contents ">
    <p:bg>
      <p:bgPr>
        <a:solidFill>
          <a:schemeClr val="bg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620CE5F-17DD-B74D-9272-0308033DFFD8}"/>
              </a:ext>
            </a:extLst>
          </p:cNvPr>
          <p:cNvSpPr>
            <a:spLocks noGrp="1"/>
          </p:cNvSpPr>
          <p:nvPr>
            <p:ph type="title" hasCustomPrompt="1"/>
          </p:nvPr>
        </p:nvSpPr>
        <p:spPr>
          <a:xfrm>
            <a:off x="838200" y="381418"/>
            <a:ext cx="10515600" cy="595431"/>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Contents</a:t>
            </a:r>
          </a:p>
        </p:txBody>
      </p:sp>
      <p:sp>
        <p:nvSpPr>
          <p:cNvPr id="14" name="Text Placeholder 13">
            <a:extLst>
              <a:ext uri="{FF2B5EF4-FFF2-40B4-BE49-F238E27FC236}">
                <a16:creationId xmlns:a16="http://schemas.microsoft.com/office/drawing/2014/main" id="{2DC4F0E0-69EF-AC48-B54C-7ABE40BDE8D9}"/>
              </a:ext>
            </a:extLst>
          </p:cNvPr>
          <p:cNvSpPr>
            <a:spLocks noGrp="1"/>
          </p:cNvSpPr>
          <p:nvPr>
            <p:ph type="body" sz="quarter" idx="10" hasCustomPrompt="1"/>
          </p:nvPr>
        </p:nvSpPr>
        <p:spPr>
          <a:xfrm>
            <a:off x="838200" y="1071061"/>
            <a:ext cx="10515600" cy="4975320"/>
          </a:xfrm>
        </p:spPr>
        <p:txBody>
          <a:bodyPr/>
          <a:lstStyle>
            <a:lvl1pPr marL="0" marR="0" indent="0" algn="l" defTabSz="914377" rtl="0" eaLnBrk="1" fontAlgn="auto" latinLnBrk="0" hangingPunct="1">
              <a:lnSpc>
                <a:spcPct val="90000"/>
              </a:lnSpc>
              <a:spcBef>
                <a:spcPts val="1000"/>
              </a:spcBef>
              <a:spcAft>
                <a:spcPts val="0"/>
              </a:spcAft>
              <a:buClrTx/>
              <a:buSzTx/>
              <a:buFont typeface="+mj-lt"/>
              <a:buNone/>
              <a:tabLst/>
              <a:defRPr sz="16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marL="514338" marR="0" lvl="0" indent="-514338" algn="l" defTabSz="914377" rtl="0" eaLnBrk="1" fontAlgn="auto" latinLnBrk="0" hangingPunct="1">
              <a:lnSpc>
                <a:spcPct val="90000"/>
              </a:lnSpc>
              <a:spcBef>
                <a:spcPts val="1000"/>
              </a:spcBef>
              <a:spcAft>
                <a:spcPts val="0"/>
              </a:spcAft>
              <a:buClrTx/>
              <a:buSzTx/>
              <a:buFont typeface="+mj-lt"/>
              <a:buAutoNum type="arabicPeriod"/>
              <a:tabLst/>
              <a:defRPr/>
            </a:pPr>
            <a:r>
              <a:rPr lang="en-US" dirty="0"/>
              <a:t>Page Name Here</a:t>
            </a:r>
          </a:p>
          <a:p>
            <a:pPr marL="514338" marR="0" lvl="0" indent="-514338" algn="l" defTabSz="914377" rtl="0" eaLnBrk="1" fontAlgn="auto" latinLnBrk="0" hangingPunct="1">
              <a:lnSpc>
                <a:spcPct val="90000"/>
              </a:lnSpc>
              <a:spcBef>
                <a:spcPts val="1000"/>
              </a:spcBef>
              <a:spcAft>
                <a:spcPts val="0"/>
              </a:spcAft>
              <a:buClrTx/>
              <a:buSzTx/>
              <a:buFont typeface="+mj-lt"/>
              <a:buAutoNum type="arabicPeriod"/>
              <a:tabLst/>
              <a:defRPr/>
            </a:pPr>
            <a:r>
              <a:rPr lang="en-US" dirty="0"/>
              <a:t>Page Name Here</a:t>
            </a:r>
          </a:p>
          <a:p>
            <a:pPr marL="514338" marR="0" lvl="0" indent="-514338" algn="l" defTabSz="914377" rtl="0" eaLnBrk="1" fontAlgn="auto" latinLnBrk="0" hangingPunct="1">
              <a:lnSpc>
                <a:spcPct val="90000"/>
              </a:lnSpc>
              <a:spcBef>
                <a:spcPts val="1000"/>
              </a:spcBef>
              <a:spcAft>
                <a:spcPts val="0"/>
              </a:spcAft>
              <a:buClrTx/>
              <a:buSzTx/>
              <a:buFont typeface="+mj-lt"/>
              <a:buAutoNum type="arabicPeriod"/>
              <a:tabLst/>
              <a:defRPr/>
            </a:pPr>
            <a:r>
              <a:rPr lang="en-US" dirty="0"/>
              <a:t>Page Name Here</a:t>
            </a:r>
          </a:p>
          <a:p>
            <a:pPr marL="514338" marR="0" lvl="0" indent="-514338" algn="l" defTabSz="914377" rtl="0" eaLnBrk="1" fontAlgn="auto" latinLnBrk="0" hangingPunct="1">
              <a:lnSpc>
                <a:spcPct val="90000"/>
              </a:lnSpc>
              <a:spcBef>
                <a:spcPts val="1000"/>
              </a:spcBef>
              <a:spcAft>
                <a:spcPts val="0"/>
              </a:spcAft>
              <a:buClrTx/>
              <a:buSzTx/>
              <a:buFont typeface="+mj-lt"/>
              <a:buAutoNum type="arabicPeriod"/>
              <a:tabLst/>
              <a:defRPr/>
            </a:pPr>
            <a:r>
              <a:rPr lang="en-US" dirty="0"/>
              <a:t>Page Name Here</a:t>
            </a:r>
          </a:p>
          <a:p>
            <a:pPr marL="514338" marR="0" lvl="0" indent="-514338" algn="l" defTabSz="914377" rtl="0" eaLnBrk="1" fontAlgn="auto" latinLnBrk="0" hangingPunct="1">
              <a:lnSpc>
                <a:spcPct val="90000"/>
              </a:lnSpc>
              <a:spcBef>
                <a:spcPts val="1000"/>
              </a:spcBef>
              <a:spcAft>
                <a:spcPts val="0"/>
              </a:spcAft>
              <a:buClrTx/>
              <a:buSzTx/>
              <a:buFont typeface="+mj-lt"/>
              <a:buAutoNum type="arabicPeriod"/>
              <a:tabLst/>
              <a:defRPr/>
            </a:pPr>
            <a:r>
              <a:rPr lang="en-US" dirty="0"/>
              <a:t>Page Name Here</a:t>
            </a:r>
          </a:p>
          <a:p>
            <a:pPr lvl="0"/>
            <a:endParaRPr lang="en-US" dirty="0"/>
          </a:p>
          <a:p>
            <a:pPr lvl="0"/>
            <a:r>
              <a:rPr lang="en-US" dirty="0"/>
              <a:t>    </a:t>
            </a:r>
          </a:p>
        </p:txBody>
      </p:sp>
    </p:spTree>
    <p:extLst>
      <p:ext uri="{BB962C8B-B14F-4D97-AF65-F5344CB8AC3E}">
        <p14:creationId xmlns:p14="http://schemas.microsoft.com/office/powerpoint/2010/main" val="1821226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Style - Quote">
    <p:bg>
      <p:bgPr>
        <a:solidFill>
          <a:schemeClr val="accent3"/>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21C0823-7DA8-F24C-95B7-EE3FEA14E60F}"/>
              </a:ext>
            </a:extLst>
          </p:cNvPr>
          <p:cNvSpPr>
            <a:spLocks noGrp="1"/>
          </p:cNvSpPr>
          <p:nvPr>
            <p:ph type="title" hasCustomPrompt="1"/>
          </p:nvPr>
        </p:nvSpPr>
        <p:spPr>
          <a:xfrm>
            <a:off x="3611116" y="2427190"/>
            <a:ext cx="4969768" cy="2003621"/>
          </a:xfrm>
        </p:spPr>
        <p:txBody>
          <a:bodyPr anchor="ctr" anchorCtr="0">
            <a:noAutofit/>
          </a:bodyPr>
          <a:lstStyle>
            <a:lvl1pPr algn="ctr">
              <a:defRPr sz="3600" b="0" i="0">
                <a:solidFill>
                  <a:schemeClr val="bg2"/>
                </a:solidFill>
                <a:latin typeface="Arial" panose="020B0604020202020204" pitchFamily="34" charset="0"/>
                <a:cs typeface="Arial" panose="020B0604020202020204" pitchFamily="34" charset="0"/>
              </a:defRPr>
            </a:lvl1pPr>
          </a:lstStyle>
          <a:p>
            <a:r>
              <a:rPr lang="en-US" dirty="0"/>
              <a:t>This page is to be </a:t>
            </a:r>
            <a:br>
              <a:rPr lang="en-US" dirty="0"/>
            </a:br>
            <a:r>
              <a:rPr lang="en-US" dirty="0"/>
              <a:t>used for any quote or foreword to be used. </a:t>
            </a:r>
          </a:p>
        </p:txBody>
      </p:sp>
    </p:spTree>
    <p:extLst>
      <p:ext uri="{BB962C8B-B14F-4D97-AF65-F5344CB8AC3E}">
        <p14:creationId xmlns:p14="http://schemas.microsoft.com/office/powerpoint/2010/main" val="14891561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ge Style - Section Title">
    <p:bg>
      <p:bgPr>
        <a:solidFill>
          <a:schemeClr val="accent3"/>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21C0823-7DA8-F24C-95B7-EE3FEA14E60F}"/>
              </a:ext>
            </a:extLst>
          </p:cNvPr>
          <p:cNvSpPr>
            <a:spLocks noGrp="1"/>
          </p:cNvSpPr>
          <p:nvPr>
            <p:ph type="title" hasCustomPrompt="1"/>
          </p:nvPr>
        </p:nvSpPr>
        <p:spPr>
          <a:xfrm>
            <a:off x="3611116" y="3076379"/>
            <a:ext cx="4969768" cy="705243"/>
          </a:xfrm>
        </p:spPr>
        <p:txBody>
          <a:bodyPr anchor="ctr" anchorCtr="0">
            <a:noAutofit/>
          </a:bodyPr>
          <a:lstStyle>
            <a:lvl1pPr algn="ctr">
              <a:defRPr sz="5400" b="1" i="0">
                <a:solidFill>
                  <a:schemeClr val="bg2"/>
                </a:solidFill>
                <a:latin typeface="Arial" panose="020B0604020202020204" pitchFamily="34" charset="0"/>
                <a:cs typeface="Arial" panose="020B0604020202020204" pitchFamily="34" charset="0"/>
              </a:defRPr>
            </a:lvl1pPr>
          </a:lstStyle>
          <a:p>
            <a:r>
              <a:rPr lang="en-US" dirty="0"/>
              <a:t>Section Title </a:t>
            </a:r>
          </a:p>
        </p:txBody>
      </p:sp>
    </p:spTree>
    <p:extLst>
      <p:ext uri="{BB962C8B-B14F-4D97-AF65-F5344CB8AC3E}">
        <p14:creationId xmlns:p14="http://schemas.microsoft.com/office/powerpoint/2010/main" val="13344095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yle 1 - Text Left / Image Right">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FE3E8F6-20BF-5D45-B11E-96876ED32AE4}"/>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1" name="Text Placeholder 13">
            <a:extLst>
              <a:ext uri="{FF2B5EF4-FFF2-40B4-BE49-F238E27FC236}">
                <a16:creationId xmlns:a16="http://schemas.microsoft.com/office/drawing/2014/main" id="{2F0EFC19-CF41-DB41-B8E9-C60A32D7A191}"/>
              </a:ext>
            </a:extLst>
          </p:cNvPr>
          <p:cNvSpPr>
            <a:spLocks noGrp="1"/>
          </p:cNvSpPr>
          <p:nvPr>
            <p:ph type="body" sz="quarter" idx="10" hasCustomPrompt="1"/>
          </p:nvPr>
        </p:nvSpPr>
        <p:spPr>
          <a:xfrm>
            <a:off x="838200" y="1107853"/>
            <a:ext cx="4969768" cy="4905623"/>
          </a:xfrm>
        </p:spPr>
        <p:txBody>
          <a:bodyPr>
            <a:normAutofit/>
          </a:bodyPr>
          <a:lstStyle>
            <a:lvl1pPr marL="0" indent="0">
              <a:buFont typeface="+mj-lt"/>
              <a:buNone/>
              <a:defRPr sz="16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sp>
        <p:nvSpPr>
          <p:cNvPr id="22" name="Picture Placeholder 18">
            <a:extLst>
              <a:ext uri="{FF2B5EF4-FFF2-40B4-BE49-F238E27FC236}">
                <a16:creationId xmlns:a16="http://schemas.microsoft.com/office/drawing/2014/main" id="{C4F13C3A-B7AB-9E4E-B901-9EE3CE3FC6A3}"/>
              </a:ext>
            </a:extLst>
          </p:cNvPr>
          <p:cNvSpPr>
            <a:spLocks noGrp="1"/>
          </p:cNvSpPr>
          <p:nvPr>
            <p:ph type="pic" sz="quarter" idx="11"/>
          </p:nvPr>
        </p:nvSpPr>
        <p:spPr>
          <a:xfrm>
            <a:off x="6384032" y="381419"/>
            <a:ext cx="4968552" cy="5632056"/>
          </a:xfrm>
        </p:spPr>
        <p:txBody>
          <a:bodyPr/>
          <a:lstStyle/>
          <a:p>
            <a:r>
              <a:rPr lang="en-GB"/>
              <a:t>Click icon to add picture</a:t>
            </a:r>
            <a:endParaRPr lang="en-US"/>
          </a:p>
        </p:txBody>
      </p:sp>
      <p:grpSp>
        <p:nvGrpSpPr>
          <p:cNvPr id="3" name="Group 2">
            <a:extLst>
              <a:ext uri="{FF2B5EF4-FFF2-40B4-BE49-F238E27FC236}">
                <a16:creationId xmlns:a16="http://schemas.microsoft.com/office/drawing/2014/main" id="{1638B46F-0F90-D7AF-02A4-2409B2F6AF1C}"/>
              </a:ext>
            </a:extLst>
          </p:cNvPr>
          <p:cNvGrpSpPr/>
          <p:nvPr userDrawn="1"/>
        </p:nvGrpSpPr>
        <p:grpSpPr>
          <a:xfrm>
            <a:off x="10688320" y="6276058"/>
            <a:ext cx="1503680" cy="581942"/>
            <a:chOff x="10688320" y="6276058"/>
            <a:chExt cx="1503680" cy="581942"/>
          </a:xfrm>
        </p:grpSpPr>
        <p:grpSp>
          <p:nvGrpSpPr>
            <p:cNvPr id="26" name="Group 25">
              <a:extLst>
                <a:ext uri="{FF2B5EF4-FFF2-40B4-BE49-F238E27FC236}">
                  <a16:creationId xmlns:a16="http://schemas.microsoft.com/office/drawing/2014/main" id="{603A4BA0-775A-868E-5C6C-3CE88C60D6C5}"/>
                </a:ext>
              </a:extLst>
            </p:cNvPr>
            <p:cNvGrpSpPr/>
            <p:nvPr userDrawn="1"/>
          </p:nvGrpSpPr>
          <p:grpSpPr>
            <a:xfrm>
              <a:off x="10688320" y="6293503"/>
              <a:ext cx="1503680" cy="564497"/>
              <a:chOff x="10688320" y="6293503"/>
              <a:chExt cx="1503680" cy="564497"/>
            </a:xfrm>
          </p:grpSpPr>
          <p:sp>
            <p:nvSpPr>
              <p:cNvPr id="27" name="Rectangle 26">
                <a:extLst>
                  <a:ext uri="{FF2B5EF4-FFF2-40B4-BE49-F238E27FC236}">
                    <a16:creationId xmlns:a16="http://schemas.microsoft.com/office/drawing/2014/main" id="{E6F61729-FDED-6C92-2534-0450706B21C9}"/>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8" name="TextBox 27">
                <a:extLst>
                  <a:ext uri="{FF2B5EF4-FFF2-40B4-BE49-F238E27FC236}">
                    <a16:creationId xmlns:a16="http://schemas.microsoft.com/office/drawing/2014/main" id="{751BC700-26F9-685D-1F07-780CAA5FF9DC}"/>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0BE710A2-DADD-146C-1DBD-25E77DC846B9}"/>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2" name="Picture 1">
              <a:extLst>
                <a:ext uri="{FF2B5EF4-FFF2-40B4-BE49-F238E27FC236}">
                  <a16:creationId xmlns:a16="http://schemas.microsoft.com/office/drawing/2014/main" id="{44A142B8-3C09-6932-5ACA-FE6C4AA12136}"/>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32" name="Slide Number Placeholder 4">
            <a:extLst>
              <a:ext uri="{FF2B5EF4-FFF2-40B4-BE49-F238E27FC236}">
                <a16:creationId xmlns:a16="http://schemas.microsoft.com/office/drawing/2014/main" id="{854EF07A-6A87-6EA1-38E2-FF8374F638CA}"/>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14053293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yle 2 - Image Left / Text R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DA33A383-C1ED-3447-A6B8-FBDDD6B02652}"/>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38" name="Text Placeholder 13">
            <a:extLst>
              <a:ext uri="{FF2B5EF4-FFF2-40B4-BE49-F238E27FC236}">
                <a16:creationId xmlns:a16="http://schemas.microsoft.com/office/drawing/2014/main" id="{36B6E0D6-2EA8-EA4E-84DA-D67B7DE8B6D7}"/>
              </a:ext>
            </a:extLst>
          </p:cNvPr>
          <p:cNvSpPr>
            <a:spLocks noGrp="1"/>
          </p:cNvSpPr>
          <p:nvPr>
            <p:ph type="body" sz="quarter" idx="10" hasCustomPrompt="1"/>
          </p:nvPr>
        </p:nvSpPr>
        <p:spPr>
          <a:xfrm>
            <a:off x="6388396" y="381419"/>
            <a:ext cx="4969768" cy="5632056"/>
          </a:xfrm>
        </p:spPr>
        <p:txBody>
          <a:bodyPr>
            <a:normAutofit/>
          </a:bodyPr>
          <a:lstStyle>
            <a:lvl1pPr marL="0" indent="0">
              <a:buFont typeface="+mj-lt"/>
              <a:buNone/>
              <a:defRPr sz="16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sp>
        <p:nvSpPr>
          <p:cNvPr id="39" name="Picture Placeholder 18">
            <a:extLst>
              <a:ext uri="{FF2B5EF4-FFF2-40B4-BE49-F238E27FC236}">
                <a16:creationId xmlns:a16="http://schemas.microsoft.com/office/drawing/2014/main" id="{8A668FA9-1D56-0D4A-B3D6-6F44B35DE359}"/>
              </a:ext>
            </a:extLst>
          </p:cNvPr>
          <p:cNvSpPr>
            <a:spLocks noGrp="1"/>
          </p:cNvSpPr>
          <p:nvPr>
            <p:ph type="pic" sz="quarter" idx="11"/>
          </p:nvPr>
        </p:nvSpPr>
        <p:spPr>
          <a:xfrm>
            <a:off x="839416" y="1107851"/>
            <a:ext cx="4968552" cy="4899888"/>
          </a:xfrm>
        </p:spPr>
        <p:txBody>
          <a:bodyPr/>
          <a:lstStyle/>
          <a:p>
            <a:r>
              <a:rPr lang="en-GB"/>
              <a:t>Click icon to add picture</a:t>
            </a:r>
            <a:endParaRPr lang="en-US"/>
          </a:p>
        </p:txBody>
      </p:sp>
      <p:grpSp>
        <p:nvGrpSpPr>
          <p:cNvPr id="14" name="Group 13">
            <a:extLst>
              <a:ext uri="{FF2B5EF4-FFF2-40B4-BE49-F238E27FC236}">
                <a16:creationId xmlns:a16="http://schemas.microsoft.com/office/drawing/2014/main" id="{E0B1E2D3-A5EF-E7A2-CCDB-4A4DB8D11C8F}"/>
              </a:ext>
            </a:extLst>
          </p:cNvPr>
          <p:cNvGrpSpPr/>
          <p:nvPr userDrawn="1"/>
        </p:nvGrpSpPr>
        <p:grpSpPr>
          <a:xfrm>
            <a:off x="10688320" y="6276058"/>
            <a:ext cx="1503680" cy="581942"/>
            <a:chOff x="10688320" y="6276058"/>
            <a:chExt cx="1503680" cy="581942"/>
          </a:xfrm>
        </p:grpSpPr>
        <p:grpSp>
          <p:nvGrpSpPr>
            <p:cNvPr id="15" name="Group 14">
              <a:extLst>
                <a:ext uri="{FF2B5EF4-FFF2-40B4-BE49-F238E27FC236}">
                  <a16:creationId xmlns:a16="http://schemas.microsoft.com/office/drawing/2014/main" id="{C4355159-115E-5382-9F87-A62C23BA1D2F}"/>
                </a:ext>
              </a:extLst>
            </p:cNvPr>
            <p:cNvGrpSpPr/>
            <p:nvPr userDrawn="1"/>
          </p:nvGrpSpPr>
          <p:grpSpPr>
            <a:xfrm>
              <a:off x="10688320" y="6293503"/>
              <a:ext cx="1503680" cy="564497"/>
              <a:chOff x="10688320" y="6293503"/>
              <a:chExt cx="1503680" cy="564497"/>
            </a:xfrm>
          </p:grpSpPr>
          <p:sp>
            <p:nvSpPr>
              <p:cNvPr id="17" name="Rectangle 16">
                <a:extLst>
                  <a:ext uri="{FF2B5EF4-FFF2-40B4-BE49-F238E27FC236}">
                    <a16:creationId xmlns:a16="http://schemas.microsoft.com/office/drawing/2014/main" id="{8E21EF9B-B835-E5EF-CB9F-D3719CCDE367}"/>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8" name="TextBox 17">
                <a:extLst>
                  <a:ext uri="{FF2B5EF4-FFF2-40B4-BE49-F238E27FC236}">
                    <a16:creationId xmlns:a16="http://schemas.microsoft.com/office/drawing/2014/main" id="{98AD6817-F6AB-852E-2CB1-AD90DEA29A68}"/>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4CDB975B-0CF3-E960-8B45-02A776FDE545}"/>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6" name="Picture 15">
              <a:extLst>
                <a:ext uri="{FF2B5EF4-FFF2-40B4-BE49-F238E27FC236}">
                  <a16:creationId xmlns:a16="http://schemas.microsoft.com/office/drawing/2014/main" id="{081B78A5-7211-FE1A-C661-5DA8DEAFB055}"/>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20" name="Slide Number Placeholder 4">
            <a:extLst>
              <a:ext uri="{FF2B5EF4-FFF2-40B4-BE49-F238E27FC236}">
                <a16:creationId xmlns:a16="http://schemas.microsoft.com/office/drawing/2014/main" id="{FD1C6019-0BA6-3464-94AF-91B23FF4C387}"/>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6414799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yle 3 - Large Text Box">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B92A2B9C-E0FC-594F-A120-24372B4675D5}"/>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4" name="Text Placeholder 13">
            <a:extLst>
              <a:ext uri="{FF2B5EF4-FFF2-40B4-BE49-F238E27FC236}">
                <a16:creationId xmlns:a16="http://schemas.microsoft.com/office/drawing/2014/main" id="{3EC21F77-4957-9348-8D69-41C656769B38}"/>
              </a:ext>
            </a:extLst>
          </p:cNvPr>
          <p:cNvSpPr>
            <a:spLocks noGrp="1"/>
          </p:cNvSpPr>
          <p:nvPr>
            <p:ph type="body" sz="quarter" idx="10" hasCustomPrompt="1"/>
          </p:nvPr>
        </p:nvSpPr>
        <p:spPr>
          <a:xfrm>
            <a:off x="838201" y="1107853"/>
            <a:ext cx="10517372" cy="4905623"/>
          </a:xfrm>
        </p:spPr>
        <p:txBody>
          <a:bodyPr>
            <a:normAutofit/>
          </a:bodyPr>
          <a:lstStyle>
            <a:lvl1pPr marL="0" indent="0">
              <a:buFont typeface="+mj-lt"/>
              <a:buNone/>
              <a:defRPr sz="16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grpSp>
        <p:nvGrpSpPr>
          <p:cNvPr id="9" name="Group 8">
            <a:extLst>
              <a:ext uri="{FF2B5EF4-FFF2-40B4-BE49-F238E27FC236}">
                <a16:creationId xmlns:a16="http://schemas.microsoft.com/office/drawing/2014/main" id="{768EACCF-9F5F-1F98-B9D4-2A78173213C4}"/>
              </a:ext>
            </a:extLst>
          </p:cNvPr>
          <p:cNvGrpSpPr/>
          <p:nvPr userDrawn="1"/>
        </p:nvGrpSpPr>
        <p:grpSpPr>
          <a:xfrm>
            <a:off x="10688320" y="6276058"/>
            <a:ext cx="1503680" cy="581942"/>
            <a:chOff x="10688320" y="6276058"/>
            <a:chExt cx="1503680" cy="581942"/>
          </a:xfrm>
        </p:grpSpPr>
        <p:grpSp>
          <p:nvGrpSpPr>
            <p:cNvPr id="10" name="Group 9">
              <a:extLst>
                <a:ext uri="{FF2B5EF4-FFF2-40B4-BE49-F238E27FC236}">
                  <a16:creationId xmlns:a16="http://schemas.microsoft.com/office/drawing/2014/main" id="{5400D8FA-1B30-E7D5-3FBB-5D68123170B3}"/>
                </a:ext>
              </a:extLst>
            </p:cNvPr>
            <p:cNvGrpSpPr/>
            <p:nvPr userDrawn="1"/>
          </p:nvGrpSpPr>
          <p:grpSpPr>
            <a:xfrm>
              <a:off x="10688320" y="6293503"/>
              <a:ext cx="1503680" cy="564497"/>
              <a:chOff x="10688320" y="6293503"/>
              <a:chExt cx="1503680" cy="564497"/>
            </a:xfrm>
          </p:grpSpPr>
          <p:sp>
            <p:nvSpPr>
              <p:cNvPr id="12" name="Rectangle 11">
                <a:extLst>
                  <a:ext uri="{FF2B5EF4-FFF2-40B4-BE49-F238E27FC236}">
                    <a16:creationId xmlns:a16="http://schemas.microsoft.com/office/drawing/2014/main" id="{871E07DC-4179-81E8-509F-D65BBBBE5273}"/>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3" name="TextBox 12">
                <a:extLst>
                  <a:ext uri="{FF2B5EF4-FFF2-40B4-BE49-F238E27FC236}">
                    <a16:creationId xmlns:a16="http://schemas.microsoft.com/office/drawing/2014/main" id="{0B96D59D-6B44-202F-855F-6988285CB7BE}"/>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19151F32-D6DF-9905-127D-242FCFE19ED0}"/>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1" name="Picture 10">
              <a:extLst>
                <a:ext uri="{FF2B5EF4-FFF2-40B4-BE49-F238E27FC236}">
                  <a16:creationId xmlns:a16="http://schemas.microsoft.com/office/drawing/2014/main" id="{36DF842B-CCB4-C51A-C7FA-E704A1052E1D}"/>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5" name="Slide Number Placeholder 4">
            <a:extLst>
              <a:ext uri="{FF2B5EF4-FFF2-40B4-BE49-F238E27FC236}">
                <a16:creationId xmlns:a16="http://schemas.microsoft.com/office/drawing/2014/main" id="{DB53946A-6A27-7D69-DE7F-B0B4E44F736A}"/>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889946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yle 4 - Large Video">
    <p:bg>
      <p:bgRef idx="1001">
        <a:schemeClr val="bg2"/>
      </p:bgRef>
    </p:bg>
    <p:spTree>
      <p:nvGrpSpPr>
        <p:cNvPr id="1" name=""/>
        <p:cNvGrpSpPr/>
        <p:nvPr/>
      </p:nvGrpSpPr>
      <p:grpSpPr>
        <a:xfrm>
          <a:off x="0" y="0"/>
          <a:ext cx="0" cy="0"/>
          <a:chOff x="0" y="0"/>
          <a:chExt cx="0" cy="0"/>
        </a:xfrm>
      </p:grpSpPr>
      <p:sp>
        <p:nvSpPr>
          <p:cNvPr id="10" name="Media Placeholder 2">
            <a:extLst>
              <a:ext uri="{FF2B5EF4-FFF2-40B4-BE49-F238E27FC236}">
                <a16:creationId xmlns:a16="http://schemas.microsoft.com/office/drawing/2014/main" id="{67FB7D94-160F-5546-8678-92B87AAADF8A}"/>
              </a:ext>
            </a:extLst>
          </p:cNvPr>
          <p:cNvSpPr>
            <a:spLocks noGrp="1"/>
          </p:cNvSpPr>
          <p:nvPr>
            <p:ph type="media" sz="quarter" idx="11" hasCustomPrompt="1"/>
          </p:nvPr>
        </p:nvSpPr>
        <p:spPr>
          <a:xfrm>
            <a:off x="0" y="1"/>
            <a:ext cx="12192000" cy="6032499"/>
          </a:xfrm>
        </p:spPr>
        <p:txBody>
          <a:bodyPr anchor="ctr" anchorCtr="1"/>
          <a:lstStyle>
            <a:lvl1pPr marL="0" indent="0">
              <a:buNone/>
              <a:defRPr b="1" i="0">
                <a:latin typeface="Arial" panose="020B0604020202020204" pitchFamily="34" charset="0"/>
                <a:cs typeface="Arial" panose="020B0604020202020204" pitchFamily="34" charset="0"/>
              </a:defRPr>
            </a:lvl1pPr>
          </a:lstStyle>
          <a:p>
            <a:r>
              <a:rPr lang="en-US" dirty="0"/>
              <a:t>Large Video Slide</a:t>
            </a:r>
          </a:p>
        </p:txBody>
      </p:sp>
      <p:grpSp>
        <p:nvGrpSpPr>
          <p:cNvPr id="8" name="Group 7">
            <a:extLst>
              <a:ext uri="{FF2B5EF4-FFF2-40B4-BE49-F238E27FC236}">
                <a16:creationId xmlns:a16="http://schemas.microsoft.com/office/drawing/2014/main" id="{DE0A7993-082F-448E-B3F8-486B5C968A1C}"/>
              </a:ext>
            </a:extLst>
          </p:cNvPr>
          <p:cNvGrpSpPr/>
          <p:nvPr userDrawn="1"/>
        </p:nvGrpSpPr>
        <p:grpSpPr>
          <a:xfrm>
            <a:off x="10688320" y="6276058"/>
            <a:ext cx="1503680" cy="581942"/>
            <a:chOff x="10688320" y="6276058"/>
            <a:chExt cx="1503680" cy="581942"/>
          </a:xfrm>
        </p:grpSpPr>
        <p:grpSp>
          <p:nvGrpSpPr>
            <p:cNvPr id="9" name="Group 8">
              <a:extLst>
                <a:ext uri="{FF2B5EF4-FFF2-40B4-BE49-F238E27FC236}">
                  <a16:creationId xmlns:a16="http://schemas.microsoft.com/office/drawing/2014/main" id="{97860069-236F-1410-A0FF-2F3ABC9BD651}"/>
                </a:ext>
              </a:extLst>
            </p:cNvPr>
            <p:cNvGrpSpPr/>
            <p:nvPr userDrawn="1"/>
          </p:nvGrpSpPr>
          <p:grpSpPr>
            <a:xfrm>
              <a:off x="10688320" y="6293503"/>
              <a:ext cx="1503680" cy="564497"/>
              <a:chOff x="10688320" y="6293503"/>
              <a:chExt cx="1503680" cy="564497"/>
            </a:xfrm>
          </p:grpSpPr>
          <p:sp>
            <p:nvSpPr>
              <p:cNvPr id="13" name="Rectangle 12">
                <a:extLst>
                  <a:ext uri="{FF2B5EF4-FFF2-40B4-BE49-F238E27FC236}">
                    <a16:creationId xmlns:a16="http://schemas.microsoft.com/office/drawing/2014/main" id="{6A9C1FB5-0CE6-AAC7-070A-0E0C05BB3727}"/>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4" name="TextBox 13">
                <a:extLst>
                  <a:ext uri="{FF2B5EF4-FFF2-40B4-BE49-F238E27FC236}">
                    <a16:creationId xmlns:a16="http://schemas.microsoft.com/office/drawing/2014/main" id="{6D6544E7-10EF-9620-4436-24B5471FECB0}"/>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1203276C-68DB-8AA1-317A-9F86BE06B59F}"/>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2" name="Picture 11">
              <a:extLst>
                <a:ext uri="{FF2B5EF4-FFF2-40B4-BE49-F238E27FC236}">
                  <a16:creationId xmlns:a16="http://schemas.microsoft.com/office/drawing/2014/main" id="{EEFDCDB8-1E85-B120-9ED2-2D34CB5A20DD}"/>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6" name="Slide Number Placeholder 4">
            <a:extLst>
              <a:ext uri="{FF2B5EF4-FFF2-40B4-BE49-F238E27FC236}">
                <a16:creationId xmlns:a16="http://schemas.microsoft.com/office/drawing/2014/main" id="{C1F10164-37E4-78CC-1489-BC552E1B31D9}"/>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36883025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yle 5 - Left Text / Right Video">
    <p:bg>
      <p:bgRef idx="1001">
        <a:schemeClr val="bg2"/>
      </p:bgRef>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B74D8277-456C-BB4B-B005-EB6E5FD2BB05}"/>
              </a:ext>
            </a:extLst>
          </p:cNvPr>
          <p:cNvSpPr>
            <a:spLocks noGrp="1"/>
          </p:cNvSpPr>
          <p:nvPr>
            <p:ph type="media" sz="quarter" idx="11"/>
          </p:nvPr>
        </p:nvSpPr>
        <p:spPr>
          <a:xfrm>
            <a:off x="6378507" y="381419"/>
            <a:ext cx="4951412" cy="5620588"/>
          </a:xfrm>
        </p:spPr>
        <p:txBody>
          <a:bodyPr/>
          <a:lstStyle/>
          <a:p>
            <a:r>
              <a:rPr lang="en-GB"/>
              <a:t>Click icon to add media</a:t>
            </a:r>
            <a:endParaRPr lang="en-US" dirty="0"/>
          </a:p>
        </p:txBody>
      </p:sp>
      <p:sp>
        <p:nvSpPr>
          <p:cNvPr id="22" name="Title 1">
            <a:extLst>
              <a:ext uri="{FF2B5EF4-FFF2-40B4-BE49-F238E27FC236}">
                <a16:creationId xmlns:a16="http://schemas.microsoft.com/office/drawing/2014/main" id="{C2E2A4F6-6AC5-2343-AA9D-DCA5C3633F7F}"/>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3" name="Text Placeholder 13">
            <a:extLst>
              <a:ext uri="{FF2B5EF4-FFF2-40B4-BE49-F238E27FC236}">
                <a16:creationId xmlns:a16="http://schemas.microsoft.com/office/drawing/2014/main" id="{B1C2D37E-2631-DD4A-94AA-82F69735EE29}"/>
              </a:ext>
            </a:extLst>
          </p:cNvPr>
          <p:cNvSpPr>
            <a:spLocks noGrp="1"/>
          </p:cNvSpPr>
          <p:nvPr>
            <p:ph type="body" sz="quarter" idx="10" hasCustomPrompt="1"/>
          </p:nvPr>
        </p:nvSpPr>
        <p:spPr>
          <a:xfrm>
            <a:off x="838200" y="1107852"/>
            <a:ext cx="4969768" cy="4894155"/>
          </a:xfrm>
        </p:spPr>
        <p:txBody>
          <a:bodyPr>
            <a:normAutofit/>
          </a:bodyPr>
          <a:lstStyle>
            <a:lvl1pPr marL="0" indent="0">
              <a:buFont typeface="+mj-lt"/>
              <a:buNone/>
              <a:defRPr sz="14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grpSp>
        <p:nvGrpSpPr>
          <p:cNvPr id="10" name="Group 9">
            <a:extLst>
              <a:ext uri="{FF2B5EF4-FFF2-40B4-BE49-F238E27FC236}">
                <a16:creationId xmlns:a16="http://schemas.microsoft.com/office/drawing/2014/main" id="{E859F9DC-AE7C-FBFF-8C9F-61BE02F5775E}"/>
              </a:ext>
            </a:extLst>
          </p:cNvPr>
          <p:cNvGrpSpPr/>
          <p:nvPr userDrawn="1"/>
        </p:nvGrpSpPr>
        <p:grpSpPr>
          <a:xfrm>
            <a:off x="10688320" y="6276058"/>
            <a:ext cx="1503680" cy="581942"/>
            <a:chOff x="10688320" y="6276058"/>
            <a:chExt cx="1503680" cy="581942"/>
          </a:xfrm>
        </p:grpSpPr>
        <p:grpSp>
          <p:nvGrpSpPr>
            <p:cNvPr id="11" name="Group 10">
              <a:extLst>
                <a:ext uri="{FF2B5EF4-FFF2-40B4-BE49-F238E27FC236}">
                  <a16:creationId xmlns:a16="http://schemas.microsoft.com/office/drawing/2014/main" id="{614074B3-FA78-27E6-1A66-191EF809E35C}"/>
                </a:ext>
              </a:extLst>
            </p:cNvPr>
            <p:cNvGrpSpPr/>
            <p:nvPr userDrawn="1"/>
          </p:nvGrpSpPr>
          <p:grpSpPr>
            <a:xfrm>
              <a:off x="10688320" y="6293503"/>
              <a:ext cx="1503680" cy="564497"/>
              <a:chOff x="10688320" y="6293503"/>
              <a:chExt cx="1503680" cy="564497"/>
            </a:xfrm>
          </p:grpSpPr>
          <p:sp>
            <p:nvSpPr>
              <p:cNvPr id="13" name="Rectangle 12">
                <a:extLst>
                  <a:ext uri="{FF2B5EF4-FFF2-40B4-BE49-F238E27FC236}">
                    <a16:creationId xmlns:a16="http://schemas.microsoft.com/office/drawing/2014/main" id="{D4F012BF-5A13-989E-9E98-63923C30D502}"/>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4" name="TextBox 13">
                <a:extLst>
                  <a:ext uri="{FF2B5EF4-FFF2-40B4-BE49-F238E27FC236}">
                    <a16:creationId xmlns:a16="http://schemas.microsoft.com/office/drawing/2014/main" id="{38E7E9B8-E765-009E-7849-DBCBE995B39D}"/>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E059C79-90CE-29B5-B3B6-01AFB6FC7885}"/>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2" name="Picture 11">
              <a:extLst>
                <a:ext uri="{FF2B5EF4-FFF2-40B4-BE49-F238E27FC236}">
                  <a16:creationId xmlns:a16="http://schemas.microsoft.com/office/drawing/2014/main" id="{5C7EEBC1-ED7F-FC72-7584-5337E408E8EA}"/>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6" name="Slide Number Placeholder 4">
            <a:extLst>
              <a:ext uri="{FF2B5EF4-FFF2-40B4-BE49-F238E27FC236}">
                <a16:creationId xmlns:a16="http://schemas.microsoft.com/office/drawing/2014/main" id="{014A1175-1073-FB62-3A2A-E19FE7760E16}"/>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28220930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yle 5 - Software Development">
    <p:bg>
      <p:bgRef idx="1001">
        <a:schemeClr val="bg2"/>
      </p:bgRef>
    </p:bg>
    <p:spTree>
      <p:nvGrpSpPr>
        <p:cNvPr id="1" name=""/>
        <p:cNvGrpSpPr/>
        <p:nvPr/>
      </p:nvGrpSpPr>
      <p:grpSpPr>
        <a:xfrm>
          <a:off x="0" y="0"/>
          <a:ext cx="0" cy="0"/>
          <a:chOff x="0" y="0"/>
          <a:chExt cx="0" cy="0"/>
        </a:xfrm>
      </p:grpSpPr>
      <p:sp>
        <p:nvSpPr>
          <p:cNvPr id="17" name="Slide Number Placeholder 4">
            <a:extLst>
              <a:ext uri="{FF2B5EF4-FFF2-40B4-BE49-F238E27FC236}">
                <a16:creationId xmlns:a16="http://schemas.microsoft.com/office/drawing/2014/main" id="{C7305CBB-55FB-B44B-A0B0-96E86345C48A}"/>
              </a:ext>
            </a:extLst>
          </p:cNvPr>
          <p:cNvSpPr txBox="1">
            <a:spLocks/>
          </p:cNvSpPr>
          <p:nvPr userDrawn="1"/>
        </p:nvSpPr>
        <p:spPr>
          <a:xfrm>
            <a:off x="9692640" y="6405648"/>
            <a:ext cx="2296160" cy="3651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bg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E9C85F8-0BD3-7742-B238-5BE9A2749A8F}" type="slidenum">
              <a:rPr lang="en-US" sz="1000" smtClean="0"/>
              <a:pPr/>
              <a:t>‹#›</a:t>
            </a:fld>
            <a:endParaRPr lang="en-US" sz="1000" dirty="0"/>
          </a:p>
        </p:txBody>
      </p:sp>
      <p:sp>
        <p:nvSpPr>
          <p:cNvPr id="18" name="Media Placeholder 2">
            <a:extLst>
              <a:ext uri="{FF2B5EF4-FFF2-40B4-BE49-F238E27FC236}">
                <a16:creationId xmlns:a16="http://schemas.microsoft.com/office/drawing/2014/main" id="{675C1070-97AA-E14C-974E-C64156AA4727}"/>
              </a:ext>
            </a:extLst>
          </p:cNvPr>
          <p:cNvSpPr>
            <a:spLocks noGrp="1"/>
          </p:cNvSpPr>
          <p:nvPr>
            <p:ph type="media" sz="quarter" idx="11"/>
          </p:nvPr>
        </p:nvSpPr>
        <p:spPr>
          <a:xfrm>
            <a:off x="6378507" y="381419"/>
            <a:ext cx="4951412" cy="5620588"/>
          </a:xfrm>
        </p:spPr>
        <p:txBody>
          <a:bodyPr/>
          <a:lstStyle/>
          <a:p>
            <a:r>
              <a:rPr lang="en-GB"/>
              <a:t>Click icon to add media</a:t>
            </a:r>
            <a:endParaRPr lang="en-US" dirty="0"/>
          </a:p>
        </p:txBody>
      </p:sp>
      <p:sp>
        <p:nvSpPr>
          <p:cNvPr id="21" name="Title 1">
            <a:extLst>
              <a:ext uri="{FF2B5EF4-FFF2-40B4-BE49-F238E27FC236}">
                <a16:creationId xmlns:a16="http://schemas.microsoft.com/office/drawing/2014/main" id="{D2D60907-A2F2-994C-87D3-7689996B7315}"/>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4" name="Text Placeholder 13">
            <a:extLst>
              <a:ext uri="{FF2B5EF4-FFF2-40B4-BE49-F238E27FC236}">
                <a16:creationId xmlns:a16="http://schemas.microsoft.com/office/drawing/2014/main" id="{9A68E9AB-98DF-2142-9BFB-F47EF8D8E422}"/>
              </a:ext>
            </a:extLst>
          </p:cNvPr>
          <p:cNvSpPr>
            <a:spLocks noGrp="1"/>
          </p:cNvSpPr>
          <p:nvPr>
            <p:ph type="body" sz="quarter" idx="10" hasCustomPrompt="1"/>
          </p:nvPr>
        </p:nvSpPr>
        <p:spPr>
          <a:xfrm>
            <a:off x="838200" y="1107852"/>
            <a:ext cx="4969768" cy="4894155"/>
          </a:xfrm>
        </p:spPr>
        <p:txBody>
          <a:bodyPr>
            <a:normAutofit/>
          </a:bodyPr>
          <a:lstStyle>
            <a:lvl1pPr marL="0" indent="0">
              <a:buFont typeface="+mj-lt"/>
              <a:buNone/>
              <a:defRPr sz="14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grpSp>
        <p:nvGrpSpPr>
          <p:cNvPr id="4" name="Group 3">
            <a:extLst>
              <a:ext uri="{FF2B5EF4-FFF2-40B4-BE49-F238E27FC236}">
                <a16:creationId xmlns:a16="http://schemas.microsoft.com/office/drawing/2014/main" id="{93FFF67C-0CD2-556E-9904-6222E6170FA8}"/>
              </a:ext>
            </a:extLst>
          </p:cNvPr>
          <p:cNvGrpSpPr/>
          <p:nvPr userDrawn="1"/>
        </p:nvGrpSpPr>
        <p:grpSpPr>
          <a:xfrm>
            <a:off x="10688320" y="6276058"/>
            <a:ext cx="1503680" cy="581942"/>
            <a:chOff x="10688320" y="6276058"/>
            <a:chExt cx="1503680" cy="581942"/>
          </a:xfrm>
        </p:grpSpPr>
        <p:grpSp>
          <p:nvGrpSpPr>
            <p:cNvPr id="6" name="Group 5">
              <a:extLst>
                <a:ext uri="{FF2B5EF4-FFF2-40B4-BE49-F238E27FC236}">
                  <a16:creationId xmlns:a16="http://schemas.microsoft.com/office/drawing/2014/main" id="{5E6D47AA-F4FB-6BC3-5514-F902A3246624}"/>
                </a:ext>
              </a:extLst>
            </p:cNvPr>
            <p:cNvGrpSpPr/>
            <p:nvPr userDrawn="1"/>
          </p:nvGrpSpPr>
          <p:grpSpPr>
            <a:xfrm>
              <a:off x="10688320" y="6293503"/>
              <a:ext cx="1503680" cy="564497"/>
              <a:chOff x="10688320" y="6293503"/>
              <a:chExt cx="1503680" cy="564497"/>
            </a:xfrm>
          </p:grpSpPr>
          <p:sp>
            <p:nvSpPr>
              <p:cNvPr id="9" name="Rectangle 8">
                <a:extLst>
                  <a:ext uri="{FF2B5EF4-FFF2-40B4-BE49-F238E27FC236}">
                    <a16:creationId xmlns:a16="http://schemas.microsoft.com/office/drawing/2014/main" id="{1A03E38F-989C-9656-72FC-286B41D6CC45}"/>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D21C3CEB-0AF5-075D-421C-E15D0FE48194}"/>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38872712-1DD4-0887-E813-760FFC8A9C54}"/>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8" name="Picture 7">
              <a:extLst>
                <a:ext uri="{FF2B5EF4-FFF2-40B4-BE49-F238E27FC236}">
                  <a16:creationId xmlns:a16="http://schemas.microsoft.com/office/drawing/2014/main" id="{7D692EEC-4BFF-D31E-839E-1C89979FD376}"/>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3" name="Slide Number Placeholder 4">
            <a:extLst>
              <a:ext uri="{FF2B5EF4-FFF2-40B4-BE49-F238E27FC236}">
                <a16:creationId xmlns:a16="http://schemas.microsoft.com/office/drawing/2014/main" id="{5C106A8E-53FA-BCB2-4892-69E52BC869F8}"/>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555132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yle 6 - Bullet Points">
    <p:bg>
      <p:bgRef idx="1001">
        <a:schemeClr val="bg2"/>
      </p:bgRef>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429DAEC0-2555-2845-A15D-30799D398E34}"/>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0" name="Text Placeholder 13">
            <a:extLst>
              <a:ext uri="{FF2B5EF4-FFF2-40B4-BE49-F238E27FC236}">
                <a16:creationId xmlns:a16="http://schemas.microsoft.com/office/drawing/2014/main" id="{F91855CE-A534-634D-8877-E5E3DECFC3DC}"/>
              </a:ext>
            </a:extLst>
          </p:cNvPr>
          <p:cNvSpPr>
            <a:spLocks noGrp="1"/>
          </p:cNvSpPr>
          <p:nvPr>
            <p:ph type="body" sz="quarter" idx="10" hasCustomPrompt="1"/>
          </p:nvPr>
        </p:nvSpPr>
        <p:spPr>
          <a:xfrm>
            <a:off x="838199" y="1100863"/>
            <a:ext cx="10503091" cy="4912611"/>
          </a:xfrm>
        </p:spPr>
        <p:txBody>
          <a:bodyPr>
            <a:normAutofit/>
          </a:bodyPr>
          <a:lstStyle>
            <a:lvl1pPr marL="285744" marR="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sz="14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is to be used for any text that might require bullet point use through the </a:t>
            </a:r>
            <a:r>
              <a:rPr lang="en-US" dirty="0" err="1"/>
              <a:t>powerpoint</a:t>
            </a:r>
            <a:r>
              <a:rPr lang="en-US" dirty="0"/>
              <a:t>.</a:t>
            </a:r>
          </a:p>
          <a:p>
            <a:pPr lvl="0"/>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This is to be used for any text that might require bullet point use through the </a:t>
            </a:r>
            <a:r>
              <a:rPr lang="en-US" dirty="0" err="1"/>
              <a:t>powerpoint</a:t>
            </a:r>
            <a:r>
              <a:rPr lang="en-US" dirty="0"/>
              <a:t>.</a:t>
            </a:r>
          </a:p>
          <a:p>
            <a:pPr marL="285744" marR="0" lvl="0" indent="-285744"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dirty="0"/>
          </a:p>
          <a:p>
            <a:pPr lvl="0"/>
            <a:endParaRPr lang="en-US" dirty="0"/>
          </a:p>
        </p:txBody>
      </p:sp>
      <p:grpSp>
        <p:nvGrpSpPr>
          <p:cNvPr id="9" name="Group 8">
            <a:extLst>
              <a:ext uri="{FF2B5EF4-FFF2-40B4-BE49-F238E27FC236}">
                <a16:creationId xmlns:a16="http://schemas.microsoft.com/office/drawing/2014/main" id="{0B0D3CC3-42E7-7420-2506-8653F75CE1A6}"/>
              </a:ext>
            </a:extLst>
          </p:cNvPr>
          <p:cNvGrpSpPr/>
          <p:nvPr userDrawn="1"/>
        </p:nvGrpSpPr>
        <p:grpSpPr>
          <a:xfrm>
            <a:off x="10688320" y="6276058"/>
            <a:ext cx="1503680" cy="581942"/>
            <a:chOff x="10688320" y="6276058"/>
            <a:chExt cx="1503680" cy="581942"/>
          </a:xfrm>
        </p:grpSpPr>
        <p:grpSp>
          <p:nvGrpSpPr>
            <p:cNvPr id="10" name="Group 9">
              <a:extLst>
                <a:ext uri="{FF2B5EF4-FFF2-40B4-BE49-F238E27FC236}">
                  <a16:creationId xmlns:a16="http://schemas.microsoft.com/office/drawing/2014/main" id="{6BC2A114-C6F2-5CBA-030B-D9A0EF0E008A}"/>
                </a:ext>
              </a:extLst>
            </p:cNvPr>
            <p:cNvGrpSpPr/>
            <p:nvPr userDrawn="1"/>
          </p:nvGrpSpPr>
          <p:grpSpPr>
            <a:xfrm>
              <a:off x="10688320" y="6293503"/>
              <a:ext cx="1503680" cy="564497"/>
              <a:chOff x="10688320" y="6293503"/>
              <a:chExt cx="1503680" cy="564497"/>
            </a:xfrm>
          </p:grpSpPr>
          <p:sp>
            <p:nvSpPr>
              <p:cNvPr id="12" name="Rectangle 11">
                <a:extLst>
                  <a:ext uri="{FF2B5EF4-FFF2-40B4-BE49-F238E27FC236}">
                    <a16:creationId xmlns:a16="http://schemas.microsoft.com/office/drawing/2014/main" id="{DA33D99A-80DF-B000-5C94-FE9422B75358}"/>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3" name="TextBox 12">
                <a:extLst>
                  <a:ext uri="{FF2B5EF4-FFF2-40B4-BE49-F238E27FC236}">
                    <a16:creationId xmlns:a16="http://schemas.microsoft.com/office/drawing/2014/main" id="{8E0C8D83-6C1F-4E5E-9719-BF0183A8799F}"/>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FCD31E5D-516B-571D-C15C-CD38C3A51874}"/>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1" name="Picture 10">
              <a:extLst>
                <a:ext uri="{FF2B5EF4-FFF2-40B4-BE49-F238E27FC236}">
                  <a16:creationId xmlns:a16="http://schemas.microsoft.com/office/drawing/2014/main" id="{1B8CF761-B206-1FA6-1631-95E8AC8BDE71}"/>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5" name="Slide Number Placeholder 4">
            <a:extLst>
              <a:ext uri="{FF2B5EF4-FFF2-40B4-BE49-F238E27FC236}">
                <a16:creationId xmlns:a16="http://schemas.microsoft.com/office/drawing/2014/main" id="{8F1884E3-782D-A62D-05AB-FE7DDB2BACD6}"/>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38808370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yle 7 - Large Image Box">
    <p:bg>
      <p:bgRef idx="1001">
        <a:schemeClr val="bg2"/>
      </p:bgRef>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E57A80E5-2379-9B46-BEC6-413D106080F8}"/>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6" name="Picture Placeholder 2">
            <a:extLst>
              <a:ext uri="{FF2B5EF4-FFF2-40B4-BE49-F238E27FC236}">
                <a16:creationId xmlns:a16="http://schemas.microsoft.com/office/drawing/2014/main" id="{812783BF-98F9-9345-BF11-B0AC41FBDE65}"/>
              </a:ext>
            </a:extLst>
          </p:cNvPr>
          <p:cNvSpPr>
            <a:spLocks noGrp="1"/>
          </p:cNvSpPr>
          <p:nvPr>
            <p:ph type="pic" sz="quarter" idx="13" hasCustomPrompt="1"/>
          </p:nvPr>
        </p:nvSpPr>
        <p:spPr>
          <a:xfrm>
            <a:off x="838201" y="1119706"/>
            <a:ext cx="10531475" cy="4857857"/>
          </a:xfrm>
        </p:spPr>
        <p:txBody>
          <a:bodyPr/>
          <a:lstStyle/>
          <a:p>
            <a:r>
              <a:rPr lang="en-US" dirty="0"/>
              <a:t>Add Picture here</a:t>
            </a:r>
          </a:p>
        </p:txBody>
      </p:sp>
      <p:grpSp>
        <p:nvGrpSpPr>
          <p:cNvPr id="9" name="Group 8">
            <a:extLst>
              <a:ext uri="{FF2B5EF4-FFF2-40B4-BE49-F238E27FC236}">
                <a16:creationId xmlns:a16="http://schemas.microsoft.com/office/drawing/2014/main" id="{01BA0998-2EC2-811F-C93B-278973FB4CEB}"/>
              </a:ext>
            </a:extLst>
          </p:cNvPr>
          <p:cNvGrpSpPr/>
          <p:nvPr userDrawn="1"/>
        </p:nvGrpSpPr>
        <p:grpSpPr>
          <a:xfrm>
            <a:off x="10688320" y="6276058"/>
            <a:ext cx="1503680" cy="581942"/>
            <a:chOff x="10688320" y="6276058"/>
            <a:chExt cx="1503680" cy="581942"/>
          </a:xfrm>
        </p:grpSpPr>
        <p:grpSp>
          <p:nvGrpSpPr>
            <p:cNvPr id="10" name="Group 9">
              <a:extLst>
                <a:ext uri="{FF2B5EF4-FFF2-40B4-BE49-F238E27FC236}">
                  <a16:creationId xmlns:a16="http://schemas.microsoft.com/office/drawing/2014/main" id="{A77E8D76-5E3D-8296-877D-09E99FE98423}"/>
                </a:ext>
              </a:extLst>
            </p:cNvPr>
            <p:cNvGrpSpPr/>
            <p:nvPr userDrawn="1"/>
          </p:nvGrpSpPr>
          <p:grpSpPr>
            <a:xfrm>
              <a:off x="10688320" y="6293503"/>
              <a:ext cx="1503680" cy="564497"/>
              <a:chOff x="10688320" y="6293503"/>
              <a:chExt cx="1503680" cy="564497"/>
            </a:xfrm>
          </p:grpSpPr>
          <p:sp>
            <p:nvSpPr>
              <p:cNvPr id="12" name="Rectangle 11">
                <a:extLst>
                  <a:ext uri="{FF2B5EF4-FFF2-40B4-BE49-F238E27FC236}">
                    <a16:creationId xmlns:a16="http://schemas.microsoft.com/office/drawing/2014/main" id="{36B96EF3-78F7-A366-80A6-0C642B45E4B7}"/>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3" name="TextBox 12">
                <a:extLst>
                  <a:ext uri="{FF2B5EF4-FFF2-40B4-BE49-F238E27FC236}">
                    <a16:creationId xmlns:a16="http://schemas.microsoft.com/office/drawing/2014/main" id="{B1369147-C836-5A48-5CEC-21A546E95281}"/>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BA7C5095-9559-36E6-DAA4-F5F481B5EF70}"/>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1" name="Picture 10">
              <a:extLst>
                <a:ext uri="{FF2B5EF4-FFF2-40B4-BE49-F238E27FC236}">
                  <a16:creationId xmlns:a16="http://schemas.microsoft.com/office/drawing/2014/main" id="{0E85BF1F-2D82-360A-ECA2-7AFA5E2F5089}"/>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5" name="Slide Number Placeholder 4">
            <a:extLst>
              <a:ext uri="{FF2B5EF4-FFF2-40B4-BE49-F238E27FC236}">
                <a16:creationId xmlns:a16="http://schemas.microsoft.com/office/drawing/2014/main" id="{E0963CC3-AB74-9CEB-7CCB-1B45375358DA}"/>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32833355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yle 8 - Left Aligned Text">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7B47B32-3A52-1F48-BE63-C5EB36A2E04E}"/>
              </a:ext>
            </a:extLst>
          </p:cNvPr>
          <p:cNvSpPr>
            <a:spLocks noGrp="1"/>
          </p:cNvSpPr>
          <p:nvPr>
            <p:ph type="title" hasCustomPrompt="1"/>
          </p:nvPr>
        </p:nvSpPr>
        <p:spPr>
          <a:xfrm>
            <a:off x="838200"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18" name="Text Placeholder 13">
            <a:extLst>
              <a:ext uri="{FF2B5EF4-FFF2-40B4-BE49-F238E27FC236}">
                <a16:creationId xmlns:a16="http://schemas.microsoft.com/office/drawing/2014/main" id="{999451E6-42D4-A041-898E-E9362B934EDA}"/>
              </a:ext>
            </a:extLst>
          </p:cNvPr>
          <p:cNvSpPr>
            <a:spLocks noGrp="1"/>
          </p:cNvSpPr>
          <p:nvPr>
            <p:ph type="body" sz="quarter" idx="10" hasCustomPrompt="1"/>
          </p:nvPr>
        </p:nvSpPr>
        <p:spPr>
          <a:xfrm>
            <a:off x="838200" y="1107852"/>
            <a:ext cx="4969768" cy="4894155"/>
          </a:xfrm>
        </p:spPr>
        <p:txBody>
          <a:bodyPr>
            <a:normAutofit/>
          </a:bodyPr>
          <a:lstStyle>
            <a:lvl1pPr marL="0" indent="0">
              <a:buFont typeface="+mj-lt"/>
              <a:buNone/>
              <a:defRPr sz="14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grpSp>
        <p:nvGrpSpPr>
          <p:cNvPr id="9" name="Group 8">
            <a:extLst>
              <a:ext uri="{FF2B5EF4-FFF2-40B4-BE49-F238E27FC236}">
                <a16:creationId xmlns:a16="http://schemas.microsoft.com/office/drawing/2014/main" id="{B4D60C82-C500-B131-44DF-EC245B0F1CA0}"/>
              </a:ext>
            </a:extLst>
          </p:cNvPr>
          <p:cNvGrpSpPr/>
          <p:nvPr userDrawn="1"/>
        </p:nvGrpSpPr>
        <p:grpSpPr>
          <a:xfrm>
            <a:off x="10688320" y="6276058"/>
            <a:ext cx="1503680" cy="581942"/>
            <a:chOff x="10688320" y="6276058"/>
            <a:chExt cx="1503680" cy="581942"/>
          </a:xfrm>
        </p:grpSpPr>
        <p:grpSp>
          <p:nvGrpSpPr>
            <p:cNvPr id="10" name="Group 9">
              <a:extLst>
                <a:ext uri="{FF2B5EF4-FFF2-40B4-BE49-F238E27FC236}">
                  <a16:creationId xmlns:a16="http://schemas.microsoft.com/office/drawing/2014/main" id="{C6B6E645-A775-B18D-7A7D-E33B24E99D45}"/>
                </a:ext>
              </a:extLst>
            </p:cNvPr>
            <p:cNvGrpSpPr/>
            <p:nvPr userDrawn="1"/>
          </p:nvGrpSpPr>
          <p:grpSpPr>
            <a:xfrm>
              <a:off x="10688320" y="6293503"/>
              <a:ext cx="1503680" cy="564497"/>
              <a:chOff x="10688320" y="6293503"/>
              <a:chExt cx="1503680" cy="564497"/>
            </a:xfrm>
          </p:grpSpPr>
          <p:sp>
            <p:nvSpPr>
              <p:cNvPr id="12" name="Rectangle 11">
                <a:extLst>
                  <a:ext uri="{FF2B5EF4-FFF2-40B4-BE49-F238E27FC236}">
                    <a16:creationId xmlns:a16="http://schemas.microsoft.com/office/drawing/2014/main" id="{3EFEC917-BC9B-D9F5-566E-28C4ABA92ADD}"/>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3" name="TextBox 12">
                <a:extLst>
                  <a:ext uri="{FF2B5EF4-FFF2-40B4-BE49-F238E27FC236}">
                    <a16:creationId xmlns:a16="http://schemas.microsoft.com/office/drawing/2014/main" id="{4AADAF47-4FB1-16CD-8732-3E3F414B6EFA}"/>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6418A011-A6DC-F25A-63AC-A7279A727590}"/>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1" name="Picture 10">
              <a:extLst>
                <a:ext uri="{FF2B5EF4-FFF2-40B4-BE49-F238E27FC236}">
                  <a16:creationId xmlns:a16="http://schemas.microsoft.com/office/drawing/2014/main" id="{48241CAA-D7C2-A8C8-C934-EE7AF5E04DA2}"/>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6" name="Slide Number Placeholder 4">
            <a:extLst>
              <a:ext uri="{FF2B5EF4-FFF2-40B4-BE49-F238E27FC236}">
                <a16:creationId xmlns:a16="http://schemas.microsoft.com/office/drawing/2014/main" id="{B6E95B5D-F62C-23E0-9018-9BC0EBDCAA3C}"/>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6762875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yle 9 - Right Aligned Tex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517BEAB-A995-204B-91D6-36ABBF329A28}"/>
              </a:ext>
            </a:extLst>
          </p:cNvPr>
          <p:cNvSpPr>
            <a:spLocks noGrp="1"/>
          </p:cNvSpPr>
          <p:nvPr>
            <p:ph type="title" hasCustomPrompt="1"/>
          </p:nvPr>
        </p:nvSpPr>
        <p:spPr>
          <a:xfrm>
            <a:off x="6384512" y="381419"/>
            <a:ext cx="4969768" cy="632219"/>
          </a:xfrm>
        </p:spPr>
        <p:txBody>
          <a:bodyPr anchor="t" anchorCtr="0">
            <a:noAutofit/>
          </a:bodyPr>
          <a:lstStyle>
            <a:lvl1pPr>
              <a:defRPr sz="4400" b="1" i="0">
                <a:latin typeface="Arial" panose="020B0604020202020204" pitchFamily="34" charset="0"/>
                <a:cs typeface="Arial" panose="020B0604020202020204" pitchFamily="34" charset="0"/>
              </a:defRPr>
            </a:lvl1pPr>
          </a:lstStyle>
          <a:p>
            <a:r>
              <a:rPr lang="en-US" dirty="0"/>
              <a:t>Page Title</a:t>
            </a:r>
          </a:p>
        </p:txBody>
      </p:sp>
      <p:sp>
        <p:nvSpPr>
          <p:cNvPr id="20" name="Text Placeholder 13">
            <a:extLst>
              <a:ext uri="{FF2B5EF4-FFF2-40B4-BE49-F238E27FC236}">
                <a16:creationId xmlns:a16="http://schemas.microsoft.com/office/drawing/2014/main" id="{6B931009-8692-1340-AFDB-626C48A21533}"/>
              </a:ext>
            </a:extLst>
          </p:cNvPr>
          <p:cNvSpPr>
            <a:spLocks noGrp="1"/>
          </p:cNvSpPr>
          <p:nvPr>
            <p:ph type="body" sz="quarter" idx="14" hasCustomPrompt="1"/>
          </p:nvPr>
        </p:nvSpPr>
        <p:spPr>
          <a:xfrm>
            <a:off x="6384512" y="1114007"/>
            <a:ext cx="4969768" cy="4888000"/>
          </a:xfrm>
        </p:spPr>
        <p:txBody>
          <a:bodyPr>
            <a:normAutofit/>
          </a:bodyPr>
          <a:lstStyle>
            <a:lvl1pPr marL="0" indent="0">
              <a:buFont typeface="+mj-lt"/>
              <a:buNone/>
              <a:defRPr sz="1400" b="0" i="0">
                <a:solidFill>
                  <a:schemeClr val="bg1"/>
                </a:solidFill>
                <a:latin typeface="Arial" panose="020B0604020202020204" pitchFamily="34" charset="0"/>
                <a:cs typeface="Arial" panose="020B0604020202020204" pitchFamily="34" charset="0"/>
              </a:defRPr>
            </a:lvl1pPr>
            <a:lvl2pPr marL="457189" indent="0">
              <a:buFont typeface="+mj-lt"/>
              <a:buNone/>
              <a:defRPr/>
            </a:lvl2pPr>
            <a:lvl3pPr marL="914377" indent="0">
              <a:buFont typeface="+mj-lt"/>
              <a:buNone/>
              <a:defRPr/>
            </a:lvl3pPr>
            <a:lvl4pPr marL="1371566" indent="0">
              <a:buFont typeface="+mj-lt"/>
              <a:buNone/>
              <a:defRPr/>
            </a:lvl4pPr>
            <a:lvl5pPr marL="1828754" indent="0">
              <a:buFont typeface="+mj-lt"/>
              <a:buNone/>
              <a:defRPr/>
            </a:lvl5pPr>
          </a:lstStyle>
          <a:p>
            <a:pPr lvl="0"/>
            <a:r>
              <a:rPr lang="en-US" dirty="0"/>
              <a:t>This will be the text paragraph that will contain any of the relevant content you wish to include.</a:t>
            </a:r>
          </a:p>
        </p:txBody>
      </p:sp>
      <p:grpSp>
        <p:nvGrpSpPr>
          <p:cNvPr id="10" name="Group 9">
            <a:extLst>
              <a:ext uri="{FF2B5EF4-FFF2-40B4-BE49-F238E27FC236}">
                <a16:creationId xmlns:a16="http://schemas.microsoft.com/office/drawing/2014/main" id="{5F75C75E-535D-3E13-83B2-78913A4C3803}"/>
              </a:ext>
            </a:extLst>
          </p:cNvPr>
          <p:cNvGrpSpPr/>
          <p:nvPr userDrawn="1"/>
        </p:nvGrpSpPr>
        <p:grpSpPr>
          <a:xfrm>
            <a:off x="10688320" y="6276058"/>
            <a:ext cx="1503680" cy="581942"/>
            <a:chOff x="10688320" y="6276058"/>
            <a:chExt cx="1503680" cy="581942"/>
          </a:xfrm>
        </p:grpSpPr>
        <p:grpSp>
          <p:nvGrpSpPr>
            <p:cNvPr id="11" name="Group 10">
              <a:extLst>
                <a:ext uri="{FF2B5EF4-FFF2-40B4-BE49-F238E27FC236}">
                  <a16:creationId xmlns:a16="http://schemas.microsoft.com/office/drawing/2014/main" id="{B4C9F514-DC38-14BF-8A18-F76D2A4359FE}"/>
                </a:ext>
              </a:extLst>
            </p:cNvPr>
            <p:cNvGrpSpPr/>
            <p:nvPr userDrawn="1"/>
          </p:nvGrpSpPr>
          <p:grpSpPr>
            <a:xfrm>
              <a:off x="10688320" y="6293503"/>
              <a:ext cx="1503680" cy="564497"/>
              <a:chOff x="10688320" y="6293503"/>
              <a:chExt cx="1503680" cy="564497"/>
            </a:xfrm>
          </p:grpSpPr>
          <p:sp>
            <p:nvSpPr>
              <p:cNvPr id="13" name="Rectangle 12">
                <a:extLst>
                  <a:ext uri="{FF2B5EF4-FFF2-40B4-BE49-F238E27FC236}">
                    <a16:creationId xmlns:a16="http://schemas.microsoft.com/office/drawing/2014/main" id="{DC14BD3C-2E89-1792-27E5-6DCF3CC94944}"/>
                  </a:ext>
                </a:extLst>
              </p:cNvPr>
              <p:cNvSpPr/>
              <p:nvPr userDrawn="1"/>
            </p:nvSpPr>
            <p:spPr>
              <a:xfrm>
                <a:off x="10688320" y="6318421"/>
                <a:ext cx="1503680" cy="539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4" name="TextBox 13">
                <a:extLst>
                  <a:ext uri="{FF2B5EF4-FFF2-40B4-BE49-F238E27FC236}">
                    <a16:creationId xmlns:a16="http://schemas.microsoft.com/office/drawing/2014/main" id="{40B2FB90-52B0-393C-DABB-185AB20A56F5}"/>
                  </a:ext>
                </a:extLst>
              </p:cNvPr>
              <p:cNvSpPr txBox="1"/>
              <p:nvPr userDrawn="1"/>
            </p:nvSpPr>
            <p:spPr>
              <a:xfrm>
                <a:off x="10688320" y="6293503"/>
                <a:ext cx="1402079" cy="230832"/>
              </a:xfrm>
              <a:prstGeom prst="rect">
                <a:avLst/>
              </a:prstGeom>
              <a:noFill/>
            </p:spPr>
            <p:txBody>
              <a:bodyPr wrap="square" rtlCol="0">
                <a:spAutoFit/>
              </a:bodyPr>
              <a:lstStyle/>
              <a:p>
                <a:r>
                  <a:rPr lang="en-GB" sz="900" b="0" i="0" kern="1200" dirty="0">
                    <a:solidFill>
                      <a:schemeClr val="bg2"/>
                    </a:solidFill>
                    <a:effectLst/>
                    <a:latin typeface="Arial" panose="020B0604020202020204" pitchFamily="34" charset="0"/>
                    <a:ea typeface="+mn-ea"/>
                    <a:cs typeface="Arial" panose="020B0604020202020204" pitchFamily="34" charset="0"/>
                  </a:rPr>
                  <a:t>Artificial Intelligence</a:t>
                </a:r>
                <a:endParaRPr lang="en-US" sz="900" b="0" i="0" dirty="0">
                  <a:solidFill>
                    <a:schemeClr val="bg2"/>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1CF88BE8-27A3-FCA8-0936-4A57020AF393}"/>
                  </a:ext>
                </a:extLst>
              </p:cNvPr>
              <p:cNvPicPr>
                <a:picLocks noChangeAspect="1"/>
              </p:cNvPicPr>
              <p:nvPr userDrawn="1"/>
            </p:nvPicPr>
            <p:blipFill>
              <a:blip r:embed="rId2"/>
              <a:stretch>
                <a:fillRect/>
              </a:stretch>
            </p:blipFill>
            <p:spPr>
              <a:xfrm>
                <a:off x="10772301" y="6472722"/>
                <a:ext cx="917730" cy="382856"/>
              </a:xfrm>
              <a:prstGeom prst="rect">
                <a:avLst/>
              </a:prstGeom>
            </p:spPr>
          </p:pic>
        </p:grpSp>
        <p:pic>
          <p:nvPicPr>
            <p:cNvPr id="12" name="Picture 11">
              <a:extLst>
                <a:ext uri="{FF2B5EF4-FFF2-40B4-BE49-F238E27FC236}">
                  <a16:creationId xmlns:a16="http://schemas.microsoft.com/office/drawing/2014/main" id="{CF9DCB7B-97CF-0A10-074E-8778907E4C89}"/>
                </a:ext>
              </a:extLst>
            </p:cNvPr>
            <p:cNvPicPr>
              <a:picLocks noChangeAspect="1"/>
            </p:cNvPicPr>
            <p:nvPr userDrawn="1"/>
          </p:nvPicPr>
          <p:blipFill>
            <a:blip r:embed="rId3"/>
            <a:stretch>
              <a:fillRect/>
            </a:stretch>
          </p:blipFill>
          <p:spPr>
            <a:xfrm>
              <a:off x="11157438" y="6276058"/>
              <a:ext cx="1034562" cy="581941"/>
            </a:xfrm>
            <a:prstGeom prst="rect">
              <a:avLst/>
            </a:prstGeom>
          </p:spPr>
        </p:pic>
      </p:grpSp>
      <p:sp>
        <p:nvSpPr>
          <p:cNvPr id="16" name="Slide Number Placeholder 4">
            <a:extLst>
              <a:ext uri="{FF2B5EF4-FFF2-40B4-BE49-F238E27FC236}">
                <a16:creationId xmlns:a16="http://schemas.microsoft.com/office/drawing/2014/main" id="{C7BA06DD-DBC7-D6C4-A0BA-9445D1A9F3B1}"/>
              </a:ext>
            </a:extLst>
          </p:cNvPr>
          <p:cNvSpPr>
            <a:spLocks noGrp="1"/>
          </p:cNvSpPr>
          <p:nvPr>
            <p:ph type="sldNum" sz="quarter" idx="12"/>
          </p:nvPr>
        </p:nvSpPr>
        <p:spPr>
          <a:xfrm>
            <a:off x="9245600" y="6417523"/>
            <a:ext cx="2743200" cy="365125"/>
          </a:xfrm>
        </p:spPr>
        <p:txBody>
          <a:bodyPr/>
          <a:lstStyle>
            <a:lvl1pPr>
              <a:defRPr sz="1000" b="0" i="0">
                <a:solidFill>
                  <a:schemeClr val="bg2"/>
                </a:solidFill>
                <a:latin typeface="Arial" panose="020B0604020202020204" pitchFamily="34" charset="0"/>
                <a:cs typeface="Arial" panose="020B0604020202020204" pitchFamily="34" charset="0"/>
              </a:defRPr>
            </a:lvl1pPr>
          </a:lstStyle>
          <a:p>
            <a:fld id="{FE9C85F8-0BD3-7742-B238-5BE9A2749A8F}" type="slidenum">
              <a:rPr lang="en-US" smtClean="0"/>
              <a:pPr/>
              <a:t>‹#›</a:t>
            </a:fld>
            <a:endParaRPr lang="en-US" dirty="0"/>
          </a:p>
        </p:txBody>
      </p:sp>
    </p:spTree>
    <p:extLst>
      <p:ext uri="{BB962C8B-B14F-4D97-AF65-F5344CB8AC3E}">
        <p14:creationId xmlns:p14="http://schemas.microsoft.com/office/powerpoint/2010/main" val="5909186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C791-9A06-2A23-7EE9-B7069A56773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192AE57-B79A-6C27-0AE7-48EA9DC80B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90A3D1-8ACE-1BDA-3DDD-DDDBA6B16804}"/>
              </a:ext>
            </a:extLst>
          </p:cNvPr>
          <p:cNvSpPr>
            <a:spLocks noGrp="1"/>
          </p:cNvSpPr>
          <p:nvPr>
            <p:ph type="dt" sz="half" idx="10"/>
          </p:nvPr>
        </p:nvSpPr>
        <p:spPr/>
        <p:txBody>
          <a:bodyPr/>
          <a:lstStyle/>
          <a:p>
            <a:fld id="{AD0D8EF9-B559-49A8-B556-44CCB6D2E4F6}" type="datetimeFigureOut">
              <a:rPr lang="en-GB" smtClean="0"/>
              <a:t>23/11/2025</a:t>
            </a:fld>
            <a:endParaRPr lang="en-GB"/>
          </a:p>
        </p:txBody>
      </p:sp>
      <p:sp>
        <p:nvSpPr>
          <p:cNvPr id="5" name="Footer Placeholder 4">
            <a:extLst>
              <a:ext uri="{FF2B5EF4-FFF2-40B4-BE49-F238E27FC236}">
                <a16:creationId xmlns:a16="http://schemas.microsoft.com/office/drawing/2014/main" id="{203C14B4-1391-51DC-88AD-D1385DFF2B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728180-AD9C-AFB7-554B-0EAF3D3C52B8}"/>
              </a:ext>
            </a:extLst>
          </p:cNvPr>
          <p:cNvSpPr>
            <a:spLocks noGrp="1"/>
          </p:cNvSpPr>
          <p:nvPr>
            <p:ph type="sldNum" sz="quarter" idx="12"/>
          </p:nvPr>
        </p:nvSpPr>
        <p:spPr/>
        <p:txBody>
          <a:bodyPr/>
          <a:lstStyle/>
          <a:p>
            <a:fld id="{3BAFB1EA-73FF-4D3A-A1D3-C4A1F19372FA}" type="slidenum">
              <a:rPr lang="en-GB" smtClean="0"/>
              <a:t>‹#›</a:t>
            </a:fld>
            <a:endParaRPr lang="en-GB"/>
          </a:p>
        </p:txBody>
      </p:sp>
    </p:spTree>
    <p:extLst>
      <p:ext uri="{BB962C8B-B14F-4D97-AF65-F5344CB8AC3E}">
        <p14:creationId xmlns:p14="http://schemas.microsoft.com/office/powerpoint/2010/main" val="3579858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9C85F8-0BD3-7742-B238-5BE9A2749A8F}" type="slidenum">
              <a:rPr lang="en-US" smtClean="0"/>
              <a:t>‹#›</a:t>
            </a:fld>
            <a:endParaRPr lang="en-US"/>
          </a:p>
        </p:txBody>
      </p:sp>
    </p:spTree>
    <p:extLst>
      <p:ext uri="{BB962C8B-B14F-4D97-AF65-F5344CB8AC3E}">
        <p14:creationId xmlns:p14="http://schemas.microsoft.com/office/powerpoint/2010/main" val="1436357251"/>
      </p:ext>
    </p:extLst>
  </p:cSld>
  <p:clrMap bg1="lt1" tx1="dk1" bg2="lt2" tx2="dk2" accent1="accent1" accent2="accent2" accent3="accent3" accent4="accent4" accent5="accent5" accent6="accent6" hlink="hlink" folHlink="folHlink"/>
  <p:sldLayoutIdLst>
    <p:sldLayoutId id="2147483738" r:id="rId1"/>
    <p:sldLayoutId id="2147483737" r:id="rId2"/>
    <p:sldLayoutId id="2147483661" r:id="rId3"/>
    <p:sldLayoutId id="2147483681" r:id="rId4"/>
    <p:sldLayoutId id="2147483672" r:id="rId5"/>
    <p:sldLayoutId id="2147483662" r:id="rId6"/>
    <p:sldLayoutId id="2147483663" r:id="rId7"/>
    <p:sldLayoutId id="2147483673" r:id="rId8"/>
    <p:sldLayoutId id="2147483680" r:id="rId9"/>
    <p:sldLayoutId id="2147483674" r:id="rId10"/>
    <p:sldLayoutId id="2147483710" r:id="rId11"/>
    <p:sldLayoutId id="2147483675" r:id="rId12"/>
    <p:sldLayoutId id="2147483736" r:id="rId13"/>
    <p:sldLayoutId id="2147483676" r:id="rId14"/>
    <p:sldLayoutId id="2147483677" r:id="rId15"/>
    <p:sldLayoutId id="2147483739" r:id="rId16"/>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8530B72-3936-F5F6-8CC3-026045A0A28E}"/>
              </a:ext>
            </a:extLst>
          </p:cNvPr>
          <p:cNvPicPr>
            <a:picLocks noChangeAspect="1"/>
          </p:cNvPicPr>
          <p:nvPr/>
        </p:nvPicPr>
        <p:blipFill>
          <a:blip r:embed="rId2"/>
          <a:stretch>
            <a:fillRect/>
          </a:stretch>
        </p:blipFill>
        <p:spPr>
          <a:xfrm>
            <a:off x="3779994" y="1112994"/>
            <a:ext cx="4632011" cy="4632011"/>
          </a:xfrm>
          <a:prstGeom prst="rect">
            <a:avLst/>
          </a:prstGeom>
        </p:spPr>
      </p:pic>
    </p:spTree>
    <p:extLst>
      <p:ext uri="{BB962C8B-B14F-4D97-AF65-F5344CB8AC3E}">
        <p14:creationId xmlns:p14="http://schemas.microsoft.com/office/powerpoint/2010/main" val="2188175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7BCC-F0B1-E68D-78D0-2CC09E2A928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0D93C92-58A8-C761-7B18-64646C8F6551}"/>
              </a:ext>
            </a:extLst>
          </p:cNvPr>
          <p:cNvSpPr>
            <a:spLocks noGrp="1"/>
          </p:cNvSpPr>
          <p:nvPr>
            <p:ph type="body" sz="quarter" idx="10"/>
          </p:nvPr>
        </p:nvSpPr>
        <p:spPr/>
        <p:txBody>
          <a:bodyPr>
            <a:normAutofit fontScale="92500" lnSpcReduction="10000"/>
          </a:bodyPr>
          <a:lstStyle/>
          <a:p>
            <a:endParaRPr lang="en-US"/>
          </a:p>
        </p:txBody>
      </p:sp>
      <p:sp>
        <p:nvSpPr>
          <p:cNvPr id="4" name="Text Placeholder 3">
            <a:extLst>
              <a:ext uri="{FF2B5EF4-FFF2-40B4-BE49-F238E27FC236}">
                <a16:creationId xmlns:a16="http://schemas.microsoft.com/office/drawing/2014/main" id="{EDF79AC2-C154-1B77-3D81-F53B955A173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697992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5000">
              <a:schemeClr val="accent1">
                <a:lumMod val="5000"/>
                <a:lumOff val="95000"/>
              </a:schemeClr>
            </a:gs>
            <a:gs pos="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4B47B28-85EA-FCEE-3980-A5C8791A773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79A9A396-C23E-90E5-B94D-2D760E2F4A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49"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FBD1313A-D7E5-5B71-21CD-A38B37FBF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390263"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useBgFill="1">
        <p:nvSpPr>
          <p:cNvPr id="57" name="Rectangle 56">
            <a:extLst>
              <a:ext uri="{FF2B5EF4-FFF2-40B4-BE49-F238E27FC236}">
                <a16:creationId xmlns:a16="http://schemas.microsoft.com/office/drawing/2014/main" id="{1F34CF14-F437-BAAB-9EF5-80630C222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8" name="Content Placeholder 4" descr="A close-up of a sphere&#10;&#10;AI-generated content may be incorrect.">
            <a:extLst>
              <a:ext uri="{FF2B5EF4-FFF2-40B4-BE49-F238E27FC236}">
                <a16:creationId xmlns:a16="http://schemas.microsoft.com/office/drawing/2014/main" id="{35EBA72E-CC02-77EC-5020-68687AB16843}"/>
              </a:ext>
            </a:extLst>
          </p:cNvPr>
          <p:cNvPicPr>
            <a:picLocks noChangeAspect="1"/>
          </p:cNvPicPr>
          <p:nvPr/>
        </p:nvPicPr>
        <p:blipFill>
          <a:blip r:embed="rId2">
            <a:extLst>
              <a:ext uri="{28A0092B-C50C-407E-A947-70E740481C1C}">
                <a14:useLocalDpi xmlns:a14="http://schemas.microsoft.com/office/drawing/2010/main" val="0"/>
              </a:ext>
            </a:extLst>
          </a:blip>
          <a:srcRect t="5436"/>
          <a:stretch>
            <a:fillRect/>
          </a:stretch>
        </p:blipFill>
        <p:spPr>
          <a:xfrm>
            <a:off x="2522356" y="10"/>
            <a:ext cx="9669642" cy="6857990"/>
          </a:xfrm>
          <a:prstGeom prst="rect">
            <a:avLst/>
          </a:prstGeom>
          <a:gradFill>
            <a:gsLst>
              <a:gs pos="48000">
                <a:schemeClr val="bg2"/>
              </a:gs>
              <a:gs pos="35000">
                <a:schemeClr val="bg2"/>
              </a:gs>
              <a:gs pos="19000">
                <a:schemeClr val="bg1">
                  <a:alpha val="38000"/>
                </a:schemeClr>
              </a:gs>
              <a:gs pos="0">
                <a:schemeClr val="bg1">
                  <a:alpha val="0"/>
                </a:schemeClr>
              </a:gs>
              <a:gs pos="100000">
                <a:schemeClr val="bg2"/>
              </a:gs>
            </a:gsLst>
            <a:lin ang="10800000" scaled="0"/>
          </a:gradFill>
        </p:spPr>
      </p:pic>
      <p:sp>
        <p:nvSpPr>
          <p:cNvPr id="59" name="Rectangle 58">
            <a:extLst>
              <a:ext uri="{FF2B5EF4-FFF2-40B4-BE49-F238E27FC236}">
                <a16:creationId xmlns:a16="http://schemas.microsoft.com/office/drawing/2014/main" id="{EB276F99-B827-7A56-EC4E-32CACEA3A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2"/>
              </a:gs>
              <a:gs pos="35000">
                <a:schemeClr val="bg2"/>
              </a:gs>
              <a:gs pos="19000">
                <a:schemeClr val="bg1">
                  <a:alpha val="38000"/>
                </a:schemeClr>
              </a:gs>
              <a:gs pos="0">
                <a:schemeClr val="bg1">
                  <a:alpha val="0"/>
                </a:schemeClr>
              </a:gs>
              <a:gs pos="100000">
                <a:schemeClr val="bg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0" name="Title 1">
            <a:extLst>
              <a:ext uri="{FF2B5EF4-FFF2-40B4-BE49-F238E27FC236}">
                <a16:creationId xmlns:a16="http://schemas.microsoft.com/office/drawing/2014/main" id="{96FCFBD4-1858-9FAB-CE9C-C0945DDE9D79}"/>
              </a:ext>
            </a:extLst>
          </p:cNvPr>
          <p:cNvSpPr>
            <a:spLocks noGrp="1"/>
          </p:cNvSpPr>
          <p:nvPr>
            <p:ph type="title"/>
          </p:nvPr>
        </p:nvSpPr>
        <p:spPr>
          <a:xfrm>
            <a:off x="174172" y="238614"/>
            <a:ext cx="10159999" cy="464148"/>
          </a:xfrm>
        </p:spPr>
        <p:txBody>
          <a:bodyPr vert="horz" lIns="91440" tIns="45720" rIns="91440" bIns="45720" rtlCol="0" anchor="ctr">
            <a:normAutofit/>
          </a:bodyPr>
          <a:lstStyle/>
          <a:p>
            <a:pPr>
              <a:spcAft>
                <a:spcPts val="1200"/>
              </a:spcAft>
            </a:pPr>
            <a:r>
              <a:rPr lang="en-US" sz="1800" dirty="0">
                <a:solidFill>
                  <a:schemeClr val="tx1">
                    <a:lumMod val="75000"/>
                    <a:lumOff val="25000"/>
                  </a:schemeClr>
                </a:solidFill>
                <a:latin typeface="Century Gothic" panose="020B0502020202020204" pitchFamily="34" charset="0"/>
              </a:rPr>
              <a:t>3</a:t>
            </a:r>
            <a:r>
              <a:rPr lang="en-US" sz="1800" baseline="30000" dirty="0">
                <a:solidFill>
                  <a:schemeClr val="tx1">
                    <a:lumMod val="75000"/>
                    <a:lumOff val="25000"/>
                  </a:schemeClr>
                </a:solidFill>
                <a:latin typeface="Century Gothic" panose="020B0502020202020204" pitchFamily="34" charset="0"/>
              </a:rPr>
              <a:t>rd</a:t>
            </a:r>
            <a:r>
              <a:rPr lang="en-US" sz="1800" dirty="0">
                <a:solidFill>
                  <a:schemeClr val="tx1">
                    <a:lumMod val="75000"/>
                    <a:lumOff val="25000"/>
                  </a:schemeClr>
                </a:solidFill>
                <a:latin typeface="Century Gothic" panose="020B0502020202020204" pitchFamily="34" charset="0"/>
              </a:rPr>
              <a:t> Annual Vision and Language Symposium</a:t>
            </a:r>
            <a:endParaRPr lang="en-US" sz="3200" dirty="0">
              <a:solidFill>
                <a:schemeClr val="tx1">
                  <a:lumMod val="75000"/>
                  <a:lumOff val="25000"/>
                </a:schemeClr>
              </a:solidFill>
              <a:latin typeface="Century Gothic" panose="020B0502020202020204" pitchFamily="34" charset="0"/>
            </a:endParaRPr>
          </a:p>
        </p:txBody>
      </p:sp>
      <p:sp>
        <p:nvSpPr>
          <p:cNvPr id="61" name="TextBox 60">
            <a:extLst>
              <a:ext uri="{FF2B5EF4-FFF2-40B4-BE49-F238E27FC236}">
                <a16:creationId xmlns:a16="http://schemas.microsoft.com/office/drawing/2014/main" id="{1A13ECD7-9F83-6C80-3585-A76E20324140}"/>
              </a:ext>
            </a:extLst>
          </p:cNvPr>
          <p:cNvSpPr txBox="1"/>
          <p:nvPr/>
        </p:nvSpPr>
        <p:spPr>
          <a:xfrm>
            <a:off x="838200" y="2434201"/>
            <a:ext cx="3822189" cy="3742762"/>
          </a:xfrm>
          <a:prstGeom prst="rect">
            <a:avLst/>
          </a:prstGeom>
        </p:spPr>
        <p:txBody>
          <a:bodyPr vert="horz" lIns="91440" tIns="45720" rIns="91440" bIns="45720" rtlCol="0">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62" name="Picture 61" descr="A red letters on a black background&#10;&#10;AI-generated content may be incorrect.">
            <a:extLst>
              <a:ext uri="{FF2B5EF4-FFF2-40B4-BE49-F238E27FC236}">
                <a16:creationId xmlns:a16="http://schemas.microsoft.com/office/drawing/2014/main" id="{BEE3E575-C3B7-87F1-482D-9E39F4F0A8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 y="6155238"/>
            <a:ext cx="3652557" cy="674089"/>
          </a:xfrm>
          <a:prstGeom prst="rect">
            <a:avLst/>
          </a:prstGeom>
        </p:spPr>
      </p:pic>
      <p:sp>
        <p:nvSpPr>
          <p:cNvPr id="63" name="Title 1">
            <a:extLst>
              <a:ext uri="{FF2B5EF4-FFF2-40B4-BE49-F238E27FC236}">
                <a16:creationId xmlns:a16="http://schemas.microsoft.com/office/drawing/2014/main" id="{8F72DA07-4547-AC50-9B17-31CC8EB208E6}"/>
              </a:ext>
            </a:extLst>
          </p:cNvPr>
          <p:cNvSpPr txBox="1">
            <a:spLocks/>
          </p:cNvSpPr>
          <p:nvPr/>
        </p:nvSpPr>
        <p:spPr>
          <a:xfrm>
            <a:off x="9728873" y="5305454"/>
            <a:ext cx="2329542" cy="7265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120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t>Sponsored by:</a:t>
            </a:r>
            <a:endParaRPr kumimoji="0" lang="en-US" sz="40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endParaRPr>
          </a:p>
        </p:txBody>
      </p:sp>
      <p:grpSp>
        <p:nvGrpSpPr>
          <p:cNvPr id="64" name="Group 63">
            <a:extLst>
              <a:ext uri="{FF2B5EF4-FFF2-40B4-BE49-F238E27FC236}">
                <a16:creationId xmlns:a16="http://schemas.microsoft.com/office/drawing/2014/main" id="{29767454-7188-AA4D-06B6-4E16399FDF75}"/>
              </a:ext>
            </a:extLst>
          </p:cNvPr>
          <p:cNvGrpSpPr/>
          <p:nvPr/>
        </p:nvGrpSpPr>
        <p:grpSpPr>
          <a:xfrm>
            <a:off x="9669644" y="5866540"/>
            <a:ext cx="2448000" cy="900000"/>
            <a:chOff x="9629057" y="504025"/>
            <a:chExt cx="2448000" cy="900000"/>
          </a:xfrm>
        </p:grpSpPr>
        <p:sp>
          <p:nvSpPr>
            <p:cNvPr id="65" name="Rectangle 64">
              <a:extLst>
                <a:ext uri="{FF2B5EF4-FFF2-40B4-BE49-F238E27FC236}">
                  <a16:creationId xmlns:a16="http://schemas.microsoft.com/office/drawing/2014/main" id="{66756812-D600-C830-D63A-328992A3768F}"/>
                </a:ext>
              </a:extLst>
            </p:cNvPr>
            <p:cNvSpPr/>
            <p:nvPr/>
          </p:nvSpPr>
          <p:spPr>
            <a:xfrm>
              <a:off x="9629057" y="504025"/>
              <a:ext cx="2448000" cy="9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6" name="Picture 65" descr="A blue and white logo&#10;&#10;AI-generated content may be incorrect.">
              <a:extLst>
                <a:ext uri="{FF2B5EF4-FFF2-40B4-BE49-F238E27FC236}">
                  <a16:creationId xmlns:a16="http://schemas.microsoft.com/office/drawing/2014/main" id="{F990E6B8-2691-A12E-0D25-883FD5C5CB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8435" y="659040"/>
              <a:ext cx="2049244" cy="589971"/>
            </a:xfrm>
            <a:prstGeom prst="rect">
              <a:avLst/>
            </a:prstGeom>
          </p:spPr>
        </p:pic>
      </p:grpSp>
      <p:sp>
        <p:nvSpPr>
          <p:cNvPr id="67" name="Title 1">
            <a:extLst>
              <a:ext uri="{FF2B5EF4-FFF2-40B4-BE49-F238E27FC236}">
                <a16:creationId xmlns:a16="http://schemas.microsoft.com/office/drawing/2014/main" id="{D6345469-927A-F3A8-4453-2E34ABFA95D8}"/>
              </a:ext>
            </a:extLst>
          </p:cNvPr>
          <p:cNvSpPr txBox="1">
            <a:spLocks/>
          </p:cNvSpPr>
          <p:nvPr/>
        </p:nvSpPr>
        <p:spPr>
          <a:xfrm>
            <a:off x="-4" y="4818742"/>
            <a:ext cx="4486218" cy="1552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j-ea"/>
                <a:cs typeface="+mj-cs"/>
              </a:rPr>
              <a:t>16</a:t>
            </a:r>
            <a:r>
              <a:rPr kumimoji="0" lang="en-US" sz="2000" b="0" i="0" u="none" strike="noStrike" kern="1200" cap="none" spc="0" normalizeH="0" baseline="30000" noProof="0" dirty="0">
                <a:ln>
                  <a:noFill/>
                </a:ln>
                <a:solidFill>
                  <a:prstClr val="black">
                    <a:lumMod val="75000"/>
                    <a:lumOff val="25000"/>
                  </a:prstClr>
                </a:solidFill>
                <a:effectLst/>
                <a:uLnTx/>
                <a:uFillTx/>
                <a:latin typeface="Century Gothic" panose="020B0502020202020204" pitchFamily="34" charset="0"/>
                <a:ea typeface="+mj-ea"/>
                <a:cs typeface="+mj-cs"/>
              </a:rPr>
              <a:t>th</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j-ea"/>
                <a:cs typeface="+mj-cs"/>
              </a:rPr>
              <a:t> December 2025</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j-ea"/>
                <a:cs typeface="+mj-cs"/>
              </a:rPr>
              <a:t>Computer Science Building, QUB</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j-ea"/>
                <a:cs typeface="+mj-cs"/>
              </a:rPr>
              <a:t>09:30 -17:00</a:t>
            </a:r>
            <a:endParaRPr kumimoji="0" lang="en-US" sz="36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j-ea"/>
              <a:cs typeface="+mj-cs"/>
            </a:endParaRPr>
          </a:p>
        </p:txBody>
      </p:sp>
      <p:sp>
        <p:nvSpPr>
          <p:cNvPr id="68" name="TextBox 67">
            <a:extLst>
              <a:ext uri="{FF2B5EF4-FFF2-40B4-BE49-F238E27FC236}">
                <a16:creationId xmlns:a16="http://schemas.microsoft.com/office/drawing/2014/main" id="{009AA51B-CCDE-3D29-E139-D3AFAEAEF5B6}"/>
              </a:ext>
            </a:extLst>
          </p:cNvPr>
          <p:cNvSpPr txBox="1"/>
          <p:nvPr/>
        </p:nvSpPr>
        <p:spPr>
          <a:xfrm>
            <a:off x="5509416" y="202364"/>
            <a:ext cx="6705602" cy="14465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n-ea"/>
                <a:cs typeface="+mn-cs"/>
              </a:rPr>
              <a:t>One World, </a:t>
            </a:r>
            <a:br>
              <a:rPr kumimoji="0" lang="en-US" sz="44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n-ea"/>
                <a:cs typeface="+mn-cs"/>
              </a:rPr>
            </a:br>
            <a:r>
              <a:rPr kumimoji="0" lang="en-US" sz="4400" b="0" i="0" u="none" strike="noStrike" kern="1200" cap="none" spc="0" normalizeH="0" baseline="0" noProof="0" dirty="0">
                <a:ln>
                  <a:noFill/>
                </a:ln>
                <a:solidFill>
                  <a:prstClr val="black">
                    <a:lumMod val="75000"/>
                    <a:lumOff val="25000"/>
                  </a:prstClr>
                </a:solidFill>
                <a:effectLst/>
                <a:uLnTx/>
                <a:uFillTx/>
                <a:latin typeface="Century Gothic" panose="020B0502020202020204" pitchFamily="34" charset="0"/>
                <a:ea typeface="+mn-ea"/>
                <a:cs typeface="+mn-cs"/>
              </a:rPr>
              <a:t>Many Modalities </a:t>
            </a:r>
            <a:endParaRPr kumimoji="0" lang="en-GB" sz="4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69" name="Picture 68">
            <a:extLst>
              <a:ext uri="{FF2B5EF4-FFF2-40B4-BE49-F238E27FC236}">
                <a16:creationId xmlns:a16="http://schemas.microsoft.com/office/drawing/2014/main" id="{BE450572-212B-276D-AD08-65B012585014}"/>
              </a:ext>
            </a:extLst>
          </p:cNvPr>
          <p:cNvPicPr>
            <a:picLocks noChangeAspect="1"/>
          </p:cNvPicPr>
          <p:nvPr/>
        </p:nvPicPr>
        <p:blipFill>
          <a:blip r:embed="rId5"/>
          <a:stretch>
            <a:fillRect/>
          </a:stretch>
        </p:blipFill>
        <p:spPr>
          <a:xfrm>
            <a:off x="6155960" y="2650227"/>
            <a:ext cx="1961087" cy="1961087"/>
          </a:xfrm>
          <a:prstGeom prst="rect">
            <a:avLst/>
          </a:prstGeom>
          <a:effectLst>
            <a:softEdge rad="63500"/>
          </a:effectLst>
        </p:spPr>
      </p:pic>
      <p:sp>
        <p:nvSpPr>
          <p:cNvPr id="70" name="Title 1">
            <a:extLst>
              <a:ext uri="{FF2B5EF4-FFF2-40B4-BE49-F238E27FC236}">
                <a16:creationId xmlns:a16="http://schemas.microsoft.com/office/drawing/2014/main" id="{C896F83B-F48A-B382-5780-562E0F0C4E9F}"/>
              </a:ext>
            </a:extLst>
          </p:cNvPr>
          <p:cNvSpPr txBox="1">
            <a:spLocks/>
          </p:cNvSpPr>
          <p:nvPr/>
        </p:nvSpPr>
        <p:spPr>
          <a:xfrm>
            <a:off x="5921467" y="2086267"/>
            <a:ext cx="2199016" cy="856732"/>
          </a:xfrm>
          <a:prstGeom prst="rect">
            <a:avLst/>
          </a:prstGeom>
        </p:spPr>
        <p:txBody>
          <a:bodyPr vert="horz" lIns="142557" tIns="71279" rIns="142557" bIns="71279"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1871"/>
              </a:spcAft>
            </a:pPr>
            <a:r>
              <a:rPr lang="en-GB" sz="1800" dirty="0">
                <a:solidFill>
                  <a:schemeClr val="tx1">
                    <a:lumMod val="75000"/>
                    <a:lumOff val="25000"/>
                  </a:schemeClr>
                </a:solidFill>
                <a:latin typeface="Century Gothic" panose="020B0502020202020204" pitchFamily="34" charset="0"/>
              </a:rPr>
              <a:t>Free registration:</a:t>
            </a:r>
            <a:endParaRPr lang="en-US" sz="1800" dirty="0">
              <a:solidFill>
                <a:schemeClr val="tx1">
                  <a:lumMod val="75000"/>
                  <a:lumOff val="25000"/>
                </a:schemeClr>
              </a:solidFill>
              <a:latin typeface="Century Gothic" panose="020B0502020202020204" pitchFamily="34" charset="0"/>
            </a:endParaRPr>
          </a:p>
        </p:txBody>
      </p:sp>
      <p:pic>
        <p:nvPicPr>
          <p:cNvPr id="71" name="Picture 2" descr="Profile picture of Haiping Lu">
            <a:extLst>
              <a:ext uri="{FF2B5EF4-FFF2-40B4-BE49-F238E27FC236}">
                <a16:creationId xmlns:a16="http://schemas.microsoft.com/office/drawing/2014/main" id="{E834B1E4-C59F-AC01-B47A-0BF2FA48A3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66" y="1251359"/>
            <a:ext cx="1053200" cy="10532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E441D98E-7E84-91CB-2AC0-9CA1CDFAF749}"/>
              </a:ext>
            </a:extLst>
          </p:cNvPr>
          <p:cNvSpPr txBox="1"/>
          <p:nvPr/>
        </p:nvSpPr>
        <p:spPr>
          <a:xfrm>
            <a:off x="1076858" y="1251359"/>
            <a:ext cx="4432558" cy="1107996"/>
          </a:xfrm>
          <a:prstGeom prst="rect">
            <a:avLst/>
          </a:prstGeom>
          <a:noFill/>
        </p:spPr>
        <p:txBody>
          <a:bodyPr wrap="square">
            <a:spAutoFit/>
          </a:bodyPr>
          <a:lstStyle/>
          <a:p>
            <a:pPr>
              <a:spcAft>
                <a:spcPts val="1200"/>
              </a:spcAft>
            </a:pPr>
            <a:r>
              <a:rPr lang="en-US" sz="2000" b="1" dirty="0">
                <a:solidFill>
                  <a:schemeClr val="tx1">
                    <a:lumMod val="75000"/>
                    <a:lumOff val="25000"/>
                  </a:schemeClr>
                </a:solidFill>
                <a:latin typeface="Century Gothic" panose="020B0502020202020204" pitchFamily="34" charset="0"/>
              </a:rPr>
              <a:t>Keynote: Prof Haiping Lu</a:t>
            </a:r>
          </a:p>
          <a:p>
            <a:pPr>
              <a:spcAft>
                <a:spcPts val="1200"/>
              </a:spcAft>
            </a:pPr>
            <a:r>
              <a:rPr lang="en-GB" sz="1800" b="1" i="1" dirty="0">
                <a:solidFill>
                  <a:schemeClr val="tx1">
                    <a:lumMod val="75000"/>
                    <a:lumOff val="25000"/>
                  </a:schemeClr>
                </a:solidFill>
                <a:latin typeface="Century Gothic" panose="020B0502020202020204" pitchFamily="34" charset="0"/>
              </a:rPr>
              <a:t>Deployment-Centric Generative and Multimodal AI for Scientific Discovery</a:t>
            </a:r>
            <a:endParaRPr lang="en-US" sz="1800" b="1" i="1" dirty="0">
              <a:solidFill>
                <a:schemeClr val="tx1">
                  <a:lumMod val="75000"/>
                  <a:lumOff val="25000"/>
                </a:schemeClr>
              </a:solidFill>
              <a:latin typeface="Century Gothic" panose="020B0502020202020204" pitchFamily="34" charset="0"/>
            </a:endParaRPr>
          </a:p>
        </p:txBody>
      </p:sp>
      <p:sp>
        <p:nvSpPr>
          <p:cNvPr id="73" name="TextBox 72">
            <a:extLst>
              <a:ext uri="{FF2B5EF4-FFF2-40B4-BE49-F238E27FC236}">
                <a16:creationId xmlns:a16="http://schemas.microsoft.com/office/drawing/2014/main" id="{4B669C23-7B71-F51C-3A09-B1C1269FC935}"/>
              </a:ext>
            </a:extLst>
          </p:cNvPr>
          <p:cNvSpPr txBox="1"/>
          <p:nvPr/>
        </p:nvSpPr>
        <p:spPr>
          <a:xfrm>
            <a:off x="107979" y="2869152"/>
            <a:ext cx="4432558" cy="1810752"/>
          </a:xfrm>
          <a:prstGeom prst="rect">
            <a:avLst/>
          </a:prstGeom>
          <a:noFill/>
        </p:spPr>
        <p:txBody>
          <a:bodyPr wrap="square">
            <a:spAutoFit/>
          </a:bodyPr>
          <a:lstStyle/>
          <a:p>
            <a:pPr marL="223342" indent="-223342">
              <a:spcAft>
                <a:spcPts val="1871"/>
              </a:spcAft>
              <a:buFont typeface="Arial" panose="020B0604020202020204" pitchFamily="34" charset="0"/>
              <a:buChar char="•"/>
            </a:pPr>
            <a:r>
              <a:rPr lang="en-GB" sz="2000" b="1" i="1" u="sng" dirty="0">
                <a:solidFill>
                  <a:schemeClr val="tx1">
                    <a:lumMod val="75000"/>
                    <a:lumOff val="25000"/>
                  </a:schemeClr>
                </a:solidFill>
                <a:latin typeface="Century Gothic" panose="020B0502020202020204" pitchFamily="34" charset="0"/>
              </a:rPr>
              <a:t>Vision &amp; Language for Medicine and Biology</a:t>
            </a:r>
          </a:p>
          <a:p>
            <a:pPr marL="223342" indent="-223342">
              <a:spcAft>
                <a:spcPts val="1871"/>
              </a:spcAft>
              <a:buFont typeface="Arial" panose="020B0604020202020204" pitchFamily="34" charset="0"/>
              <a:buChar char="•"/>
            </a:pPr>
            <a:r>
              <a:rPr lang="en-GB" sz="2000" b="1" i="1" u="sng" dirty="0">
                <a:solidFill>
                  <a:schemeClr val="tx1">
                    <a:lumMod val="75000"/>
                    <a:lumOff val="25000"/>
                  </a:schemeClr>
                </a:solidFill>
                <a:latin typeface="Century Gothic" panose="020B0502020202020204" pitchFamily="34" charset="0"/>
              </a:rPr>
              <a:t>Vision &amp; Language for business</a:t>
            </a:r>
          </a:p>
          <a:p>
            <a:pPr marL="223342" indent="-223342">
              <a:spcAft>
                <a:spcPts val="1871"/>
              </a:spcAft>
              <a:buFont typeface="Arial" panose="020B0604020202020204" pitchFamily="34" charset="0"/>
              <a:buChar char="•"/>
            </a:pPr>
            <a:r>
              <a:rPr lang="en-GB" sz="2000" b="1" i="1" u="sng" dirty="0">
                <a:solidFill>
                  <a:schemeClr val="tx1">
                    <a:lumMod val="75000"/>
                    <a:lumOff val="25000"/>
                  </a:schemeClr>
                </a:solidFill>
                <a:latin typeface="Century Gothic" panose="020B0502020202020204" pitchFamily="34" charset="0"/>
              </a:rPr>
              <a:t>Working with Limited Data</a:t>
            </a:r>
          </a:p>
        </p:txBody>
      </p:sp>
    </p:spTree>
    <p:extLst>
      <p:ext uri="{BB962C8B-B14F-4D97-AF65-F5344CB8AC3E}">
        <p14:creationId xmlns:p14="http://schemas.microsoft.com/office/powerpoint/2010/main" val="3384477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207FB2-21BF-6127-9B17-699E5610BAC8}"/>
              </a:ext>
            </a:extLst>
          </p:cNvPr>
          <p:cNvSpPr>
            <a:spLocks noGrp="1"/>
          </p:cNvSpPr>
          <p:nvPr>
            <p:ph type="title"/>
          </p:nvPr>
        </p:nvSpPr>
        <p:spPr/>
        <p:txBody>
          <a:bodyPr/>
          <a:lstStyle/>
          <a:p>
            <a:r>
              <a:rPr lang="en-US" dirty="0"/>
              <a:t>Module Evaluation </a:t>
            </a:r>
            <a:r>
              <a:rPr lang="en-US" dirty="0" err="1"/>
              <a:t>Questionaire</a:t>
            </a:r>
            <a:endParaRPr lang="en-US" dirty="0"/>
          </a:p>
        </p:txBody>
      </p:sp>
      <p:pic>
        <p:nvPicPr>
          <p:cNvPr id="7" name="Picture 6">
            <a:extLst>
              <a:ext uri="{FF2B5EF4-FFF2-40B4-BE49-F238E27FC236}">
                <a16:creationId xmlns:a16="http://schemas.microsoft.com/office/drawing/2014/main" id="{5EB0FACD-CD47-6F97-BBD8-2EDF07440384}"/>
              </a:ext>
            </a:extLst>
          </p:cNvPr>
          <p:cNvPicPr>
            <a:picLocks noChangeAspect="1"/>
          </p:cNvPicPr>
          <p:nvPr/>
        </p:nvPicPr>
        <p:blipFill>
          <a:blip r:embed="rId2"/>
          <a:stretch>
            <a:fillRect/>
          </a:stretch>
        </p:blipFill>
        <p:spPr>
          <a:xfrm>
            <a:off x="3405554" y="1225899"/>
            <a:ext cx="5380892" cy="5380892"/>
          </a:xfrm>
          <a:prstGeom prst="rect">
            <a:avLst/>
          </a:prstGeom>
        </p:spPr>
      </p:pic>
    </p:spTree>
    <p:extLst>
      <p:ext uri="{BB962C8B-B14F-4D97-AF65-F5344CB8AC3E}">
        <p14:creationId xmlns:p14="http://schemas.microsoft.com/office/powerpoint/2010/main" val="414893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626D-54C5-5E3B-4070-13B6A6BB1FA0}"/>
              </a:ext>
            </a:extLst>
          </p:cNvPr>
          <p:cNvSpPr>
            <a:spLocks noGrp="1"/>
          </p:cNvSpPr>
          <p:nvPr>
            <p:ph type="title"/>
          </p:nvPr>
        </p:nvSpPr>
        <p:spPr>
          <a:xfrm>
            <a:off x="838200" y="381418"/>
            <a:ext cx="11353800" cy="595431"/>
          </a:xfrm>
        </p:spPr>
        <p:txBody>
          <a:bodyPr/>
          <a:lstStyle/>
          <a:p>
            <a:r>
              <a:rPr lang="en-US" dirty="0"/>
              <a:t>Knowledge Graphs to Bayesian Networks</a:t>
            </a:r>
          </a:p>
        </p:txBody>
      </p:sp>
      <p:sp>
        <p:nvSpPr>
          <p:cNvPr id="3" name="Text Placeholder 2">
            <a:extLst>
              <a:ext uri="{FF2B5EF4-FFF2-40B4-BE49-F238E27FC236}">
                <a16:creationId xmlns:a16="http://schemas.microsoft.com/office/drawing/2014/main" id="{E93DFD9D-17C3-1B10-109D-CDCDC2D49DDC}"/>
              </a:ext>
            </a:extLst>
          </p:cNvPr>
          <p:cNvSpPr>
            <a:spLocks noGrp="1"/>
          </p:cNvSpPr>
          <p:nvPr>
            <p:ph type="body" sz="quarter" idx="10"/>
          </p:nvPr>
        </p:nvSpPr>
        <p:spPr>
          <a:xfrm>
            <a:off x="838200" y="1590261"/>
            <a:ext cx="10515600" cy="4456120"/>
          </a:xfrm>
        </p:spPr>
        <p:txBody>
          <a:bodyPr>
            <a:normAutofit/>
          </a:bodyPr>
          <a:lstStyle/>
          <a:p>
            <a:r>
              <a:rPr lang="en-GB" sz="2800" dirty="0">
                <a:solidFill>
                  <a:schemeClr val="tx1"/>
                </a:solidFill>
              </a:rPr>
              <a:t>2. Design a Bayesian network to model the joint distribution of `compound`, `protein`, `gene` and `disease`, using the relations in the graph to inform your design. </a:t>
            </a:r>
            <a:r>
              <a:rPr lang="en-GB" sz="2800" b="1" dirty="0">
                <a:solidFill>
                  <a:schemeClr val="tx1"/>
                </a:solidFill>
              </a:rPr>
              <a:t>[30 marks]</a:t>
            </a:r>
          </a:p>
          <a:p>
            <a:endParaRPr lang="en-GB" sz="2800" dirty="0">
              <a:solidFill>
                <a:schemeClr val="tx1"/>
              </a:solidFill>
            </a:endParaRPr>
          </a:p>
          <a:p>
            <a:r>
              <a:rPr lang="en-GB" sz="2800" dirty="0">
                <a:solidFill>
                  <a:schemeClr val="tx1"/>
                </a:solidFill>
              </a:rPr>
              <a:t>3. Select five diseases and for each, compute the three compounds which are </a:t>
            </a:r>
            <a:r>
              <a:rPr lang="en-GB" sz="2800" i="1" dirty="0">
                <a:solidFill>
                  <a:schemeClr val="tx1"/>
                </a:solidFill>
              </a:rPr>
              <a:t>*most likely*</a:t>
            </a:r>
            <a:r>
              <a:rPr lang="en-GB" sz="2800" dirty="0">
                <a:solidFill>
                  <a:schemeClr val="tx1"/>
                </a:solidFill>
              </a:rPr>
              <a:t> to be linked to each of those compounds. Please make sure to clearly explain how you are estimating the relevant distributions. Are your findings consistent with what is known about the drug (you may consult an LLM)? </a:t>
            </a:r>
            <a:r>
              <a:rPr lang="en-GB" sz="2800" b="1" dirty="0">
                <a:solidFill>
                  <a:schemeClr val="tx1"/>
                </a:solidFill>
              </a:rPr>
              <a:t>[40 marks]</a:t>
            </a:r>
            <a:endParaRPr lang="en-GB" sz="2800" dirty="0">
              <a:solidFill>
                <a:schemeClr val="tx1"/>
              </a:solidFill>
            </a:endParaRPr>
          </a:p>
          <a:p>
            <a:endParaRPr lang="en-US" sz="4000" dirty="0">
              <a:solidFill>
                <a:schemeClr val="tx1"/>
              </a:solidFill>
            </a:endParaRPr>
          </a:p>
        </p:txBody>
      </p:sp>
    </p:spTree>
    <p:extLst>
      <p:ext uri="{BB962C8B-B14F-4D97-AF65-F5344CB8AC3E}">
        <p14:creationId xmlns:p14="http://schemas.microsoft.com/office/powerpoint/2010/main" val="321488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C33AA-30DD-1E64-D470-6CB6AA7C9F4D}"/>
              </a:ext>
            </a:extLst>
          </p:cNvPr>
          <p:cNvSpPr>
            <a:spLocks noGrp="1"/>
          </p:cNvSpPr>
          <p:nvPr>
            <p:ph type="title"/>
          </p:nvPr>
        </p:nvSpPr>
        <p:spPr/>
        <p:txBody>
          <a:bodyPr/>
          <a:lstStyle/>
          <a:p>
            <a:r>
              <a:rPr lang="en-US" dirty="0"/>
              <a:t>How to approach this</a:t>
            </a:r>
          </a:p>
        </p:txBody>
      </p:sp>
      <p:sp>
        <p:nvSpPr>
          <p:cNvPr id="3" name="Text Placeholder 2">
            <a:extLst>
              <a:ext uri="{FF2B5EF4-FFF2-40B4-BE49-F238E27FC236}">
                <a16:creationId xmlns:a16="http://schemas.microsoft.com/office/drawing/2014/main" id="{04E1C509-5DA2-7E88-DE04-86F3D5C1E1AA}"/>
              </a:ext>
            </a:extLst>
          </p:cNvPr>
          <p:cNvSpPr>
            <a:spLocks noGrp="1"/>
          </p:cNvSpPr>
          <p:nvPr>
            <p:ph type="body" sz="quarter" idx="10"/>
          </p:nvPr>
        </p:nvSpPr>
        <p:spPr/>
        <p:txBody>
          <a:bodyPr>
            <a:normAutofit/>
          </a:bodyPr>
          <a:lstStyle/>
          <a:p>
            <a:pPr marL="285750" indent="-285750">
              <a:buFont typeface="Arial" panose="020B0604020202020204" pitchFamily="34" charset="0"/>
              <a:buChar char="•"/>
            </a:pPr>
            <a:r>
              <a:rPr lang="en-US" sz="2400" dirty="0">
                <a:solidFill>
                  <a:schemeClr val="tx1"/>
                </a:solidFill>
              </a:rPr>
              <a:t>This is the creative part of the assessment for the module</a:t>
            </a:r>
          </a:p>
          <a:p>
            <a:pPr marL="285750" indent="-285750">
              <a:buFont typeface="Arial" panose="020B0604020202020204" pitchFamily="34" charset="0"/>
              <a:buChar char="•"/>
            </a:pPr>
            <a:r>
              <a:rPr lang="en-US" sz="2400" dirty="0">
                <a:solidFill>
                  <a:schemeClr val="tx1"/>
                </a:solidFill>
              </a:rPr>
              <a:t>There is no single correct answer</a:t>
            </a:r>
          </a:p>
          <a:p>
            <a:pPr marL="285750" indent="-285750">
              <a:buFont typeface="Arial" panose="020B0604020202020204" pitchFamily="34" charset="0"/>
              <a:buChar char="•"/>
            </a:pPr>
            <a:r>
              <a:rPr lang="en-US" sz="2400" dirty="0">
                <a:solidFill>
                  <a:schemeClr val="tx1"/>
                </a:solidFill>
              </a:rPr>
              <a:t>You will be given credit for your reasoning: EXPLANATION IS ESSENTIAL</a:t>
            </a:r>
          </a:p>
          <a:p>
            <a:pPr marL="285750" indent="-285750">
              <a:buFont typeface="Arial" panose="020B0604020202020204" pitchFamily="34" charset="0"/>
              <a:buChar char="•"/>
            </a:pPr>
            <a:r>
              <a:rPr lang="en-US" sz="2400" dirty="0">
                <a:solidFill>
                  <a:schemeClr val="tx1"/>
                </a:solidFill>
              </a:rPr>
              <a:t>You will have to make assumptions.</a:t>
            </a:r>
          </a:p>
          <a:p>
            <a:pPr marL="285750" indent="-285750">
              <a:buFont typeface="Arial" panose="020B0604020202020204" pitchFamily="34" charset="0"/>
              <a:buChar char="•"/>
            </a:pPr>
            <a:r>
              <a:rPr lang="en-US" sz="2400" dirty="0">
                <a:solidFill>
                  <a:schemeClr val="tx1"/>
                </a:solidFill>
              </a:rPr>
              <a:t>You will have to assign an interpretation to the Bayesian network and to its nodes.</a:t>
            </a:r>
          </a:p>
          <a:p>
            <a:pPr marL="285750" indent="-285750">
              <a:buFont typeface="Arial" panose="020B0604020202020204" pitchFamily="34" charset="0"/>
              <a:buChar char="•"/>
            </a:pPr>
            <a:r>
              <a:rPr lang="en-US" sz="2400" dirty="0">
                <a:solidFill>
                  <a:schemeClr val="tx1"/>
                </a:solidFill>
              </a:rPr>
              <a:t>You are advised to read and refer to the original paper describing the OREGANO dataset.</a:t>
            </a:r>
          </a:p>
        </p:txBody>
      </p:sp>
    </p:spTree>
    <p:extLst>
      <p:ext uri="{BB962C8B-B14F-4D97-AF65-F5344CB8AC3E}">
        <p14:creationId xmlns:p14="http://schemas.microsoft.com/office/powerpoint/2010/main" val="45400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E3FF5-96F6-C235-AF1E-4634A21C9CA1}"/>
              </a:ext>
            </a:extLst>
          </p:cNvPr>
          <p:cNvSpPr>
            <a:spLocks noGrp="1"/>
          </p:cNvSpPr>
          <p:nvPr>
            <p:ph type="title"/>
          </p:nvPr>
        </p:nvSpPr>
        <p:spPr/>
        <p:txBody>
          <a:bodyPr/>
          <a:lstStyle/>
          <a:p>
            <a:r>
              <a:rPr lang="en-US" dirty="0"/>
              <a:t>The OREGANO Dataset</a:t>
            </a:r>
          </a:p>
        </p:txBody>
      </p:sp>
      <p:sp>
        <p:nvSpPr>
          <p:cNvPr id="3" name="Text Placeholder 2">
            <a:extLst>
              <a:ext uri="{FF2B5EF4-FFF2-40B4-BE49-F238E27FC236}">
                <a16:creationId xmlns:a16="http://schemas.microsoft.com/office/drawing/2014/main" id="{4D733E71-A8D8-1E97-BB2C-1BE57B2269D6}"/>
              </a:ext>
            </a:extLst>
          </p:cNvPr>
          <p:cNvSpPr>
            <a:spLocks noGrp="1"/>
          </p:cNvSpPr>
          <p:nvPr>
            <p:ph type="body" sz="quarter" idx="10"/>
          </p:nvPr>
        </p:nvSpPr>
        <p:spPr/>
        <p:txBody>
          <a:bodyPr>
            <a:normAutofit lnSpcReduction="10000"/>
          </a:bodyPr>
          <a:lstStyle/>
          <a:p>
            <a:r>
              <a:rPr lang="en-US" sz="2000" dirty="0">
                <a:solidFill>
                  <a:schemeClr val="tx1"/>
                </a:solidFill>
              </a:rPr>
              <a:t>12 node types, sorted by their frequency of occurrence:</a:t>
            </a:r>
          </a:p>
          <a:p>
            <a:r>
              <a:rPr lang="en-US" sz="2000" dirty="0">
                <a:solidFill>
                  <a:schemeClr val="tx1"/>
                </a:solidFill>
              </a:rPr>
              <a:t>- compound: 32083</a:t>
            </a:r>
          </a:p>
          <a:p>
            <a:r>
              <a:rPr lang="en-US" sz="2000" dirty="0">
                <a:solidFill>
                  <a:schemeClr val="tx1"/>
                </a:solidFill>
              </a:rPr>
              <a:t>- protein: 14505</a:t>
            </a:r>
          </a:p>
          <a:p>
            <a:r>
              <a:rPr lang="en-US" sz="2000" dirty="0">
                <a:solidFill>
                  <a:schemeClr val="tx1"/>
                </a:solidFill>
              </a:rPr>
              <a:t>- gene: 13363</a:t>
            </a:r>
          </a:p>
          <a:p>
            <a:r>
              <a:rPr lang="en-US" sz="2000" dirty="0">
                <a:solidFill>
                  <a:schemeClr val="tx1"/>
                </a:solidFill>
              </a:rPr>
              <a:t>- disease: 8934</a:t>
            </a:r>
          </a:p>
          <a:p>
            <a:r>
              <a:rPr lang="en-US" sz="2000" dirty="0">
                <a:solidFill>
                  <a:schemeClr val="tx1"/>
                </a:solidFill>
              </a:rPr>
              <a:t>- phenotype: 6854</a:t>
            </a:r>
          </a:p>
          <a:p>
            <a:r>
              <a:rPr lang="en-US" sz="2000" dirty="0">
                <a:solidFill>
                  <a:schemeClr val="tx1"/>
                </a:solidFill>
              </a:rPr>
              <a:t>- </a:t>
            </a:r>
            <a:r>
              <a:rPr lang="en-US" sz="2000" dirty="0" err="1">
                <a:solidFill>
                  <a:schemeClr val="tx1"/>
                </a:solidFill>
              </a:rPr>
              <a:t>side_effect</a:t>
            </a:r>
            <a:r>
              <a:rPr lang="en-US" sz="2000" dirty="0">
                <a:solidFill>
                  <a:schemeClr val="tx1"/>
                </a:solidFill>
              </a:rPr>
              <a:t>: 5364</a:t>
            </a:r>
          </a:p>
          <a:p>
            <a:r>
              <a:rPr lang="en-US" sz="2000" dirty="0">
                <a:solidFill>
                  <a:schemeClr val="tx1"/>
                </a:solidFill>
              </a:rPr>
              <a:t>- code: 3280</a:t>
            </a:r>
          </a:p>
          <a:p>
            <a:r>
              <a:rPr lang="en-US" sz="2000" dirty="0">
                <a:solidFill>
                  <a:schemeClr val="tx1"/>
                </a:solidFill>
              </a:rPr>
              <a:t>- pathway: 2128</a:t>
            </a:r>
          </a:p>
          <a:p>
            <a:r>
              <a:rPr lang="en-US" sz="2000" dirty="0">
                <a:solidFill>
                  <a:schemeClr val="tx1"/>
                </a:solidFill>
              </a:rPr>
              <a:t>- indication: 2080</a:t>
            </a:r>
          </a:p>
          <a:p>
            <a:r>
              <a:rPr lang="en-US" sz="2000" dirty="0">
                <a:solidFill>
                  <a:schemeClr val="tx1"/>
                </a:solidFill>
              </a:rPr>
              <a:t>- effect: 171</a:t>
            </a:r>
          </a:p>
          <a:p>
            <a:r>
              <a:rPr lang="en-US" sz="2000" dirty="0">
                <a:solidFill>
                  <a:schemeClr val="tx1"/>
                </a:solidFill>
              </a:rPr>
              <a:t>- molecule: 97</a:t>
            </a:r>
          </a:p>
          <a:p>
            <a:r>
              <a:rPr lang="en-US" sz="2000" dirty="0">
                <a:solidFill>
                  <a:schemeClr val="tx1"/>
                </a:solidFill>
              </a:rPr>
              <a:t>- activity: 78</a:t>
            </a:r>
          </a:p>
        </p:txBody>
      </p:sp>
    </p:spTree>
    <p:extLst>
      <p:ext uri="{BB962C8B-B14F-4D97-AF65-F5344CB8AC3E}">
        <p14:creationId xmlns:p14="http://schemas.microsoft.com/office/powerpoint/2010/main" val="1271805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6D2F4-2DBE-8A82-2E3E-9F1378B6E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C25F6-1681-5AC3-91C9-F4B06B3E496C}"/>
              </a:ext>
            </a:extLst>
          </p:cNvPr>
          <p:cNvSpPr>
            <a:spLocks noGrp="1"/>
          </p:cNvSpPr>
          <p:nvPr>
            <p:ph type="title"/>
          </p:nvPr>
        </p:nvSpPr>
        <p:spPr/>
        <p:txBody>
          <a:bodyPr/>
          <a:lstStyle/>
          <a:p>
            <a:r>
              <a:rPr lang="en-US" dirty="0"/>
              <a:t>The OREGANO Dataset</a:t>
            </a:r>
          </a:p>
        </p:txBody>
      </p:sp>
      <p:sp>
        <p:nvSpPr>
          <p:cNvPr id="3" name="Text Placeholder 2">
            <a:extLst>
              <a:ext uri="{FF2B5EF4-FFF2-40B4-BE49-F238E27FC236}">
                <a16:creationId xmlns:a16="http://schemas.microsoft.com/office/drawing/2014/main" id="{C589D30B-840D-C8D3-EA32-0515081B093A}"/>
              </a:ext>
            </a:extLst>
          </p:cNvPr>
          <p:cNvSpPr>
            <a:spLocks noGrp="1"/>
          </p:cNvSpPr>
          <p:nvPr>
            <p:ph type="body" sz="quarter" idx="10"/>
          </p:nvPr>
        </p:nvSpPr>
        <p:spPr>
          <a:xfrm>
            <a:off x="838200" y="1071060"/>
            <a:ext cx="10515600" cy="5786939"/>
          </a:xfrm>
        </p:spPr>
        <p:txBody>
          <a:bodyPr>
            <a:normAutofit/>
          </a:bodyPr>
          <a:lstStyle/>
          <a:p>
            <a:r>
              <a:rPr lang="en-US" sz="1200" dirty="0">
                <a:solidFill>
                  <a:schemeClr val="tx1"/>
                </a:solidFill>
              </a:rPr>
              <a:t>18 edge types, sorted by their frequency:</a:t>
            </a:r>
          </a:p>
          <a:p>
            <a:r>
              <a:rPr lang="en-US" sz="1200" dirty="0">
                <a:solidFill>
                  <a:schemeClr val="tx1"/>
                </a:solidFill>
              </a:rPr>
              <a:t>- </a:t>
            </a:r>
            <a:r>
              <a:rPr lang="en-US" sz="1200" dirty="0" err="1">
                <a:solidFill>
                  <a:schemeClr val="tx1"/>
                </a:solidFill>
              </a:rPr>
              <a:t>decrease_efficacy</a:t>
            </a:r>
            <a:r>
              <a:rPr lang="en-US" sz="1200" dirty="0">
                <a:solidFill>
                  <a:schemeClr val="tx1"/>
                </a:solidFill>
              </a:rPr>
              <a:t>: 215222</a:t>
            </a:r>
          </a:p>
          <a:p>
            <a:r>
              <a:rPr lang="en-US" sz="1200" dirty="0">
                <a:solidFill>
                  <a:schemeClr val="tx1"/>
                </a:solidFill>
              </a:rPr>
              <a:t>- </a:t>
            </a:r>
            <a:r>
              <a:rPr lang="en-US" sz="1200" dirty="0" err="1">
                <a:solidFill>
                  <a:schemeClr val="tx1"/>
                </a:solidFill>
              </a:rPr>
              <a:t>has_target</a:t>
            </a:r>
            <a:r>
              <a:rPr lang="en-US" sz="1200" dirty="0">
                <a:solidFill>
                  <a:schemeClr val="tx1"/>
                </a:solidFill>
              </a:rPr>
              <a:t>: 202539</a:t>
            </a:r>
          </a:p>
          <a:p>
            <a:r>
              <a:rPr lang="en-US" sz="1200" dirty="0">
                <a:solidFill>
                  <a:schemeClr val="tx1"/>
                </a:solidFill>
              </a:rPr>
              <a:t>- </a:t>
            </a:r>
            <a:r>
              <a:rPr lang="en-US" sz="1200" dirty="0" err="1">
                <a:solidFill>
                  <a:schemeClr val="tx1"/>
                </a:solidFill>
              </a:rPr>
              <a:t>has_side_effect</a:t>
            </a:r>
            <a:r>
              <a:rPr lang="en-US" sz="1200" dirty="0">
                <a:solidFill>
                  <a:schemeClr val="tx1"/>
                </a:solidFill>
              </a:rPr>
              <a:t>: 112532</a:t>
            </a:r>
          </a:p>
          <a:p>
            <a:r>
              <a:rPr lang="en-US" sz="1200" dirty="0">
                <a:solidFill>
                  <a:schemeClr val="tx1"/>
                </a:solidFill>
              </a:rPr>
              <a:t>- </a:t>
            </a:r>
            <a:r>
              <a:rPr lang="en-US" sz="1200" dirty="0" err="1">
                <a:solidFill>
                  <a:schemeClr val="tx1"/>
                </a:solidFill>
              </a:rPr>
              <a:t>has_phenotype</a:t>
            </a:r>
            <a:r>
              <a:rPr lang="en-US" sz="1200" dirty="0">
                <a:solidFill>
                  <a:schemeClr val="tx1"/>
                </a:solidFill>
              </a:rPr>
              <a:t>: 88791</a:t>
            </a:r>
          </a:p>
          <a:p>
            <a:r>
              <a:rPr lang="en-US" sz="1200" dirty="0">
                <a:solidFill>
                  <a:schemeClr val="tx1"/>
                </a:solidFill>
              </a:rPr>
              <a:t>- </a:t>
            </a:r>
            <a:r>
              <a:rPr lang="en-US" sz="1200" dirty="0" err="1">
                <a:solidFill>
                  <a:schemeClr val="tx1"/>
                </a:solidFill>
              </a:rPr>
              <a:t>acts_within</a:t>
            </a:r>
            <a:r>
              <a:rPr lang="en-US" sz="1200" dirty="0">
                <a:solidFill>
                  <a:schemeClr val="tx1"/>
                </a:solidFill>
              </a:rPr>
              <a:t>: 44865</a:t>
            </a:r>
          </a:p>
          <a:p>
            <a:r>
              <a:rPr lang="en-US" sz="1200" dirty="0">
                <a:solidFill>
                  <a:schemeClr val="tx1"/>
                </a:solidFill>
              </a:rPr>
              <a:t>- </a:t>
            </a:r>
            <a:r>
              <a:rPr lang="en-US" sz="1200" dirty="0" err="1">
                <a:solidFill>
                  <a:schemeClr val="tx1"/>
                </a:solidFill>
              </a:rPr>
              <a:t>increase_efficacy</a:t>
            </a:r>
            <a:r>
              <a:rPr lang="en-US" sz="1200" dirty="0">
                <a:solidFill>
                  <a:schemeClr val="tx1"/>
                </a:solidFill>
              </a:rPr>
              <a:t>: 44114</a:t>
            </a:r>
          </a:p>
          <a:p>
            <a:r>
              <a:rPr lang="en-US" sz="1200" dirty="0">
                <a:solidFill>
                  <a:schemeClr val="tx1"/>
                </a:solidFill>
              </a:rPr>
              <a:t>- </a:t>
            </a:r>
            <a:r>
              <a:rPr lang="en-US" sz="1200" dirty="0" err="1">
                <a:solidFill>
                  <a:schemeClr val="tx1"/>
                </a:solidFill>
              </a:rPr>
              <a:t>has_effect</a:t>
            </a:r>
            <a:r>
              <a:rPr lang="en-US" sz="1200" dirty="0">
                <a:solidFill>
                  <a:schemeClr val="tx1"/>
                </a:solidFill>
              </a:rPr>
              <a:t>: 19160</a:t>
            </a:r>
          </a:p>
          <a:p>
            <a:r>
              <a:rPr lang="en-US" sz="1200" dirty="0">
                <a:solidFill>
                  <a:schemeClr val="tx1"/>
                </a:solidFill>
              </a:rPr>
              <a:t>- </a:t>
            </a:r>
            <a:r>
              <a:rPr lang="en-US" sz="1200" dirty="0" err="1">
                <a:solidFill>
                  <a:schemeClr val="tx1"/>
                </a:solidFill>
              </a:rPr>
              <a:t>increase_effect</a:t>
            </a:r>
            <a:r>
              <a:rPr lang="en-US" sz="1200" dirty="0">
                <a:solidFill>
                  <a:schemeClr val="tx1"/>
                </a:solidFill>
              </a:rPr>
              <a:t>: 18999</a:t>
            </a:r>
          </a:p>
          <a:p>
            <a:r>
              <a:rPr lang="en-US" sz="1200" dirty="0">
                <a:solidFill>
                  <a:schemeClr val="tx1"/>
                </a:solidFill>
              </a:rPr>
              <a:t>- </a:t>
            </a:r>
            <a:r>
              <a:rPr lang="en-US" sz="1200" dirty="0" err="1">
                <a:solidFill>
                  <a:schemeClr val="tx1"/>
                </a:solidFill>
              </a:rPr>
              <a:t>causes_condition</a:t>
            </a:r>
            <a:r>
              <a:rPr lang="en-US" sz="1200" dirty="0">
                <a:solidFill>
                  <a:schemeClr val="tx1"/>
                </a:solidFill>
              </a:rPr>
              <a:t>: 17287</a:t>
            </a:r>
          </a:p>
          <a:p>
            <a:r>
              <a:rPr lang="en-US" sz="1200" dirty="0">
                <a:solidFill>
                  <a:schemeClr val="tx1"/>
                </a:solidFill>
              </a:rPr>
              <a:t>- </a:t>
            </a:r>
            <a:r>
              <a:rPr lang="en-US" sz="1200" dirty="0" err="1">
                <a:solidFill>
                  <a:schemeClr val="tx1"/>
                </a:solidFill>
              </a:rPr>
              <a:t>has_activity</a:t>
            </a:r>
            <a:r>
              <a:rPr lang="en-US" sz="1200" dirty="0">
                <a:solidFill>
                  <a:schemeClr val="tx1"/>
                </a:solidFill>
              </a:rPr>
              <a:t>: 12584</a:t>
            </a:r>
          </a:p>
          <a:p>
            <a:r>
              <a:rPr lang="en-US" sz="1200" dirty="0">
                <a:solidFill>
                  <a:schemeClr val="tx1"/>
                </a:solidFill>
              </a:rPr>
              <a:t>- </a:t>
            </a:r>
            <a:r>
              <a:rPr lang="en-US" sz="1200" dirty="0" err="1">
                <a:solidFill>
                  <a:schemeClr val="tx1"/>
                </a:solidFill>
              </a:rPr>
              <a:t>gene_product_of</a:t>
            </a:r>
            <a:r>
              <a:rPr lang="en-US" sz="1200" dirty="0">
                <a:solidFill>
                  <a:schemeClr val="tx1"/>
                </a:solidFill>
              </a:rPr>
              <a:t>: 10881</a:t>
            </a:r>
          </a:p>
          <a:p>
            <a:r>
              <a:rPr lang="en-US" sz="1200" dirty="0">
                <a:solidFill>
                  <a:schemeClr val="tx1"/>
                </a:solidFill>
              </a:rPr>
              <a:t>- </a:t>
            </a:r>
            <a:r>
              <a:rPr lang="en-US" sz="1200" dirty="0" err="1">
                <a:solidFill>
                  <a:schemeClr val="tx1"/>
                </a:solidFill>
              </a:rPr>
              <a:t>increase_activity</a:t>
            </a:r>
            <a:r>
              <a:rPr lang="en-US" sz="1200" dirty="0">
                <a:solidFill>
                  <a:schemeClr val="tx1"/>
                </a:solidFill>
              </a:rPr>
              <a:t>: 10518</a:t>
            </a:r>
          </a:p>
          <a:p>
            <a:r>
              <a:rPr lang="en-US" sz="1200" dirty="0">
                <a:solidFill>
                  <a:schemeClr val="tx1"/>
                </a:solidFill>
              </a:rPr>
              <a:t>- </a:t>
            </a:r>
            <a:r>
              <a:rPr lang="en-US" sz="1200" dirty="0" err="1">
                <a:solidFill>
                  <a:schemeClr val="tx1"/>
                </a:solidFill>
              </a:rPr>
              <a:t>is_affecting</a:t>
            </a:r>
            <a:r>
              <a:rPr lang="en-US" sz="1200" dirty="0">
                <a:solidFill>
                  <a:schemeClr val="tx1"/>
                </a:solidFill>
              </a:rPr>
              <a:t>: 8905</a:t>
            </a:r>
          </a:p>
          <a:p>
            <a:r>
              <a:rPr lang="en-US" sz="1200" dirty="0">
                <a:solidFill>
                  <a:schemeClr val="tx1"/>
                </a:solidFill>
              </a:rPr>
              <a:t>- </a:t>
            </a:r>
            <a:r>
              <a:rPr lang="en-US" sz="1200" dirty="0" err="1">
                <a:solidFill>
                  <a:schemeClr val="tx1"/>
                </a:solidFill>
              </a:rPr>
              <a:t>has_indication</a:t>
            </a:r>
            <a:r>
              <a:rPr lang="en-US" sz="1200" dirty="0">
                <a:solidFill>
                  <a:schemeClr val="tx1"/>
                </a:solidFill>
              </a:rPr>
              <a:t>: 8225</a:t>
            </a:r>
          </a:p>
          <a:p>
            <a:r>
              <a:rPr lang="en-US" sz="1200" dirty="0">
                <a:solidFill>
                  <a:schemeClr val="tx1"/>
                </a:solidFill>
              </a:rPr>
              <a:t>- </a:t>
            </a:r>
            <a:r>
              <a:rPr lang="en-US" sz="1200" dirty="0" err="1">
                <a:solidFill>
                  <a:schemeClr val="tx1"/>
                </a:solidFill>
              </a:rPr>
              <a:t>has_code</a:t>
            </a:r>
            <a:r>
              <a:rPr lang="en-US" sz="1200" dirty="0">
                <a:solidFill>
                  <a:schemeClr val="tx1"/>
                </a:solidFill>
              </a:rPr>
              <a:t>: 3403</a:t>
            </a:r>
          </a:p>
          <a:p>
            <a:r>
              <a:rPr lang="en-US" sz="1200" dirty="0">
                <a:solidFill>
                  <a:schemeClr val="tx1"/>
                </a:solidFill>
              </a:rPr>
              <a:t>- </a:t>
            </a:r>
            <a:r>
              <a:rPr lang="en-US" sz="1200" dirty="0" err="1">
                <a:solidFill>
                  <a:schemeClr val="tx1"/>
                </a:solidFill>
              </a:rPr>
              <a:t>decrease_activity</a:t>
            </a:r>
            <a:r>
              <a:rPr lang="en-US" sz="1200" dirty="0">
                <a:solidFill>
                  <a:schemeClr val="tx1"/>
                </a:solidFill>
              </a:rPr>
              <a:t>: 3331</a:t>
            </a:r>
          </a:p>
          <a:p>
            <a:r>
              <a:rPr lang="en-US" sz="1200" dirty="0">
                <a:solidFill>
                  <a:schemeClr val="tx1"/>
                </a:solidFill>
              </a:rPr>
              <a:t>- </a:t>
            </a:r>
            <a:r>
              <a:rPr lang="en-US" sz="1200" dirty="0" err="1">
                <a:solidFill>
                  <a:schemeClr val="tx1"/>
                </a:solidFill>
              </a:rPr>
              <a:t>is_substance_that_treats</a:t>
            </a:r>
            <a:r>
              <a:rPr lang="en-US" sz="1200" dirty="0">
                <a:solidFill>
                  <a:schemeClr val="tx1"/>
                </a:solidFill>
              </a:rPr>
              <a:t>: 1394</a:t>
            </a:r>
          </a:p>
          <a:p>
            <a:r>
              <a:rPr lang="en-US" sz="1200" dirty="0">
                <a:solidFill>
                  <a:schemeClr val="tx1"/>
                </a:solidFill>
              </a:rPr>
              <a:t>- </a:t>
            </a:r>
            <a:r>
              <a:rPr lang="en-US" sz="1200" dirty="0" err="1">
                <a:solidFill>
                  <a:schemeClr val="tx1"/>
                </a:solidFill>
              </a:rPr>
              <a:t>decrease_effect</a:t>
            </a:r>
            <a:r>
              <a:rPr lang="en-US" sz="1200" dirty="0">
                <a:solidFill>
                  <a:schemeClr val="tx1"/>
                </a:solidFill>
              </a:rPr>
              <a:t>: 255</a:t>
            </a:r>
          </a:p>
        </p:txBody>
      </p:sp>
    </p:spTree>
    <p:extLst>
      <p:ext uri="{BB962C8B-B14F-4D97-AF65-F5344CB8AC3E}">
        <p14:creationId xmlns:p14="http://schemas.microsoft.com/office/powerpoint/2010/main" val="3883945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CAB35-F8DF-3597-5CD6-C95B02D06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CE33E-D7B1-795E-019D-3EEB4BB77D50}"/>
              </a:ext>
            </a:extLst>
          </p:cNvPr>
          <p:cNvSpPr>
            <a:spLocks noGrp="1"/>
          </p:cNvSpPr>
          <p:nvPr>
            <p:ph type="title"/>
          </p:nvPr>
        </p:nvSpPr>
        <p:spPr/>
        <p:txBody>
          <a:bodyPr/>
          <a:lstStyle/>
          <a:p>
            <a:r>
              <a:rPr lang="en-US" dirty="0"/>
              <a:t>The OREGANO Dataset</a:t>
            </a:r>
          </a:p>
        </p:txBody>
      </p:sp>
      <p:pic>
        <p:nvPicPr>
          <p:cNvPr id="6" name="Picture 5">
            <a:extLst>
              <a:ext uri="{FF2B5EF4-FFF2-40B4-BE49-F238E27FC236}">
                <a16:creationId xmlns:a16="http://schemas.microsoft.com/office/drawing/2014/main" id="{D86D58BB-2855-CAAE-F9C2-6E8123CD9111}"/>
              </a:ext>
            </a:extLst>
          </p:cNvPr>
          <p:cNvPicPr>
            <a:picLocks noChangeAspect="1"/>
          </p:cNvPicPr>
          <p:nvPr/>
        </p:nvPicPr>
        <p:blipFill>
          <a:blip r:embed="rId2"/>
          <a:stretch>
            <a:fillRect/>
          </a:stretch>
        </p:blipFill>
        <p:spPr>
          <a:xfrm>
            <a:off x="1726367" y="1054099"/>
            <a:ext cx="7657475" cy="5682333"/>
          </a:xfrm>
          <a:prstGeom prst="rect">
            <a:avLst/>
          </a:prstGeom>
        </p:spPr>
      </p:pic>
    </p:spTree>
    <p:extLst>
      <p:ext uri="{BB962C8B-B14F-4D97-AF65-F5344CB8AC3E}">
        <p14:creationId xmlns:p14="http://schemas.microsoft.com/office/powerpoint/2010/main" val="1365088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6B0D-38AE-7483-9022-7389A6951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DD908-8D91-8788-BFA8-98FE3F6222C2}"/>
              </a:ext>
            </a:extLst>
          </p:cNvPr>
          <p:cNvSpPr>
            <a:spLocks noGrp="1"/>
          </p:cNvSpPr>
          <p:nvPr>
            <p:ph type="title"/>
          </p:nvPr>
        </p:nvSpPr>
        <p:spPr/>
        <p:txBody>
          <a:bodyPr/>
          <a:lstStyle/>
          <a:p>
            <a:r>
              <a:rPr lang="en-US" dirty="0"/>
              <a:t>The OREGANO Dataset</a:t>
            </a:r>
          </a:p>
        </p:txBody>
      </p:sp>
      <p:sp>
        <p:nvSpPr>
          <p:cNvPr id="3" name="Oval 2">
            <a:extLst>
              <a:ext uri="{FF2B5EF4-FFF2-40B4-BE49-F238E27FC236}">
                <a16:creationId xmlns:a16="http://schemas.microsoft.com/office/drawing/2014/main" id="{CF93B85A-AFB7-B964-9C6E-BAE63F101745}"/>
              </a:ext>
            </a:extLst>
          </p:cNvPr>
          <p:cNvSpPr/>
          <p:nvPr/>
        </p:nvSpPr>
        <p:spPr>
          <a:xfrm>
            <a:off x="4601384" y="2097291"/>
            <a:ext cx="1364676" cy="1364676"/>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 (32083)</a:t>
            </a:r>
          </a:p>
        </p:txBody>
      </p:sp>
      <p:sp>
        <p:nvSpPr>
          <p:cNvPr id="4" name="Oval 3">
            <a:extLst>
              <a:ext uri="{FF2B5EF4-FFF2-40B4-BE49-F238E27FC236}">
                <a16:creationId xmlns:a16="http://schemas.microsoft.com/office/drawing/2014/main" id="{61DC3296-7FBF-78C9-3C85-04FEB33D568E}"/>
              </a:ext>
            </a:extLst>
          </p:cNvPr>
          <p:cNvSpPr/>
          <p:nvPr/>
        </p:nvSpPr>
        <p:spPr>
          <a:xfrm>
            <a:off x="9020594" y="1202090"/>
            <a:ext cx="1305264" cy="1305264"/>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p>
          <a:p>
            <a:pPr algn="ctr"/>
            <a:r>
              <a:rPr lang="en-US" dirty="0">
                <a:solidFill>
                  <a:schemeClr val="tx1"/>
                </a:solidFill>
              </a:rPr>
              <a:t>(14505)</a:t>
            </a:r>
          </a:p>
        </p:txBody>
      </p:sp>
      <p:sp>
        <p:nvSpPr>
          <p:cNvPr id="5" name="Oval 4">
            <a:extLst>
              <a:ext uri="{FF2B5EF4-FFF2-40B4-BE49-F238E27FC236}">
                <a16:creationId xmlns:a16="http://schemas.microsoft.com/office/drawing/2014/main" id="{617A3383-4292-D78C-B86F-2B378FCA3122}"/>
              </a:ext>
            </a:extLst>
          </p:cNvPr>
          <p:cNvSpPr/>
          <p:nvPr/>
        </p:nvSpPr>
        <p:spPr>
          <a:xfrm>
            <a:off x="7717904" y="5374179"/>
            <a:ext cx="1305264" cy="1305264"/>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br>
              <a:rPr lang="en-US" dirty="0">
                <a:solidFill>
                  <a:schemeClr val="tx1"/>
                </a:solidFill>
              </a:rPr>
            </a:br>
            <a:r>
              <a:rPr lang="en-US" dirty="0">
                <a:solidFill>
                  <a:schemeClr val="tx1"/>
                </a:solidFill>
              </a:rPr>
              <a:t>(13363)</a:t>
            </a:r>
          </a:p>
        </p:txBody>
      </p:sp>
      <p:sp>
        <p:nvSpPr>
          <p:cNvPr id="7" name="Oval 6">
            <a:extLst>
              <a:ext uri="{FF2B5EF4-FFF2-40B4-BE49-F238E27FC236}">
                <a16:creationId xmlns:a16="http://schemas.microsoft.com/office/drawing/2014/main" id="{547B570D-F9D6-37B4-D699-C2369DB1A372}"/>
              </a:ext>
            </a:extLst>
          </p:cNvPr>
          <p:cNvSpPr/>
          <p:nvPr/>
        </p:nvSpPr>
        <p:spPr>
          <a:xfrm>
            <a:off x="838200" y="3854211"/>
            <a:ext cx="1170707" cy="1170707"/>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br>
              <a:rPr lang="en-US" dirty="0">
                <a:solidFill>
                  <a:schemeClr val="tx1"/>
                </a:solidFill>
              </a:rPr>
            </a:br>
            <a:r>
              <a:rPr lang="en-US" dirty="0">
                <a:solidFill>
                  <a:schemeClr val="tx1"/>
                </a:solidFill>
              </a:rPr>
              <a:t>(8934)</a:t>
            </a:r>
          </a:p>
        </p:txBody>
      </p:sp>
      <p:cxnSp>
        <p:nvCxnSpPr>
          <p:cNvPr id="10" name="Straight Arrow Connector 9">
            <a:extLst>
              <a:ext uri="{FF2B5EF4-FFF2-40B4-BE49-F238E27FC236}">
                <a16:creationId xmlns:a16="http://schemas.microsoft.com/office/drawing/2014/main" id="{4C4E1AFF-C42F-7BF2-9F4B-907F08D23D20}"/>
              </a:ext>
            </a:extLst>
          </p:cNvPr>
          <p:cNvCxnSpPr>
            <a:cxnSpLocks/>
            <a:stCxn id="3" idx="5"/>
            <a:endCxn id="5" idx="1"/>
          </p:cNvCxnSpPr>
          <p:nvPr/>
        </p:nvCxnSpPr>
        <p:spPr>
          <a:xfrm>
            <a:off x="5766208" y="3262115"/>
            <a:ext cx="2142847" cy="2303215"/>
          </a:xfrm>
          <a:prstGeom prst="straightConnector1">
            <a:avLst/>
          </a:prstGeom>
          <a:ln w="254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2953B46-3D71-3ACC-9DD1-AE76B70A0447}"/>
              </a:ext>
            </a:extLst>
          </p:cNvPr>
          <p:cNvSpPr txBox="1"/>
          <p:nvPr/>
        </p:nvSpPr>
        <p:spPr>
          <a:xfrm rot="2796049">
            <a:off x="6196434" y="4099360"/>
            <a:ext cx="1258934" cy="646331"/>
          </a:xfrm>
          <a:prstGeom prst="rect">
            <a:avLst/>
          </a:prstGeom>
          <a:noFill/>
        </p:spPr>
        <p:txBody>
          <a:bodyPr wrap="none" rtlCol="0">
            <a:spAutoFit/>
          </a:bodyPr>
          <a:lstStyle/>
          <a:p>
            <a:pPr algn="ctr"/>
            <a:r>
              <a:rPr lang="en-US" dirty="0" err="1"/>
              <a:t>is_affecting</a:t>
            </a:r>
            <a:br>
              <a:rPr lang="en-US" dirty="0"/>
            </a:br>
            <a:r>
              <a:rPr lang="en-US" dirty="0"/>
              <a:t>(8905)</a:t>
            </a:r>
          </a:p>
        </p:txBody>
      </p:sp>
      <p:cxnSp>
        <p:nvCxnSpPr>
          <p:cNvPr id="13" name="Straight Arrow Connector 12">
            <a:extLst>
              <a:ext uri="{FF2B5EF4-FFF2-40B4-BE49-F238E27FC236}">
                <a16:creationId xmlns:a16="http://schemas.microsoft.com/office/drawing/2014/main" id="{1BE6D554-8730-F938-E018-19EBC9257ABD}"/>
              </a:ext>
            </a:extLst>
          </p:cNvPr>
          <p:cNvCxnSpPr>
            <a:cxnSpLocks/>
            <a:stCxn id="3" idx="2"/>
            <a:endCxn id="7" idx="7"/>
          </p:cNvCxnSpPr>
          <p:nvPr/>
        </p:nvCxnSpPr>
        <p:spPr>
          <a:xfrm flipH="1">
            <a:off x="1837461" y="2779629"/>
            <a:ext cx="2763923" cy="1246028"/>
          </a:xfrm>
          <a:prstGeom prst="straightConnector1">
            <a:avLst/>
          </a:prstGeom>
          <a:ln w="254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FD74C05-F6A2-5FC0-BB5C-04A075CFB655}"/>
              </a:ext>
            </a:extLst>
          </p:cNvPr>
          <p:cNvSpPr txBox="1"/>
          <p:nvPr/>
        </p:nvSpPr>
        <p:spPr>
          <a:xfrm rot="20174536">
            <a:off x="1900560" y="3105319"/>
            <a:ext cx="2541721" cy="646331"/>
          </a:xfrm>
          <a:prstGeom prst="rect">
            <a:avLst/>
          </a:prstGeom>
          <a:noFill/>
        </p:spPr>
        <p:txBody>
          <a:bodyPr wrap="none" rtlCol="0">
            <a:spAutoFit/>
          </a:bodyPr>
          <a:lstStyle/>
          <a:p>
            <a:pPr algn="ctr"/>
            <a:r>
              <a:rPr lang="en-US" dirty="0" err="1"/>
              <a:t>is_substance_that_treats</a:t>
            </a:r>
            <a:br>
              <a:rPr lang="en-US" dirty="0"/>
            </a:br>
            <a:r>
              <a:rPr lang="en-US" dirty="0"/>
              <a:t>(1394)</a:t>
            </a:r>
          </a:p>
        </p:txBody>
      </p:sp>
      <p:cxnSp>
        <p:nvCxnSpPr>
          <p:cNvPr id="20" name="Straight Arrow Connector 19">
            <a:extLst>
              <a:ext uri="{FF2B5EF4-FFF2-40B4-BE49-F238E27FC236}">
                <a16:creationId xmlns:a16="http://schemas.microsoft.com/office/drawing/2014/main" id="{2EEE4246-DA5A-0A90-C5C2-BEF5F70CBE0F}"/>
              </a:ext>
            </a:extLst>
          </p:cNvPr>
          <p:cNvCxnSpPr>
            <a:cxnSpLocks/>
            <a:stCxn id="3" idx="7"/>
            <a:endCxn id="4" idx="2"/>
          </p:cNvCxnSpPr>
          <p:nvPr/>
        </p:nvCxnSpPr>
        <p:spPr>
          <a:xfrm flipV="1">
            <a:off x="5766208" y="1854722"/>
            <a:ext cx="3254386" cy="442421"/>
          </a:xfrm>
          <a:prstGeom prst="straightConnector1">
            <a:avLst/>
          </a:prstGeom>
          <a:ln w="254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8D4C97E-4E77-11FA-5C0B-570932B78AE2}"/>
              </a:ext>
            </a:extLst>
          </p:cNvPr>
          <p:cNvSpPr txBox="1"/>
          <p:nvPr/>
        </p:nvSpPr>
        <p:spPr>
          <a:xfrm rot="21157419">
            <a:off x="6792011" y="1774126"/>
            <a:ext cx="1182247" cy="646331"/>
          </a:xfrm>
          <a:prstGeom prst="rect">
            <a:avLst/>
          </a:prstGeom>
          <a:noFill/>
        </p:spPr>
        <p:txBody>
          <a:bodyPr wrap="none" rtlCol="0">
            <a:spAutoFit/>
          </a:bodyPr>
          <a:lstStyle/>
          <a:p>
            <a:pPr algn="ctr"/>
            <a:r>
              <a:rPr lang="en-US" dirty="0" err="1"/>
              <a:t>has_target</a:t>
            </a:r>
            <a:br>
              <a:rPr lang="en-US" dirty="0"/>
            </a:br>
            <a:r>
              <a:rPr lang="en-US" dirty="0"/>
              <a:t>(202539)</a:t>
            </a:r>
          </a:p>
        </p:txBody>
      </p:sp>
      <p:cxnSp>
        <p:nvCxnSpPr>
          <p:cNvPr id="24" name="Straight Arrow Connector 23">
            <a:extLst>
              <a:ext uri="{FF2B5EF4-FFF2-40B4-BE49-F238E27FC236}">
                <a16:creationId xmlns:a16="http://schemas.microsoft.com/office/drawing/2014/main" id="{696F94C3-1509-3266-1D77-5F61DF5B5F18}"/>
              </a:ext>
            </a:extLst>
          </p:cNvPr>
          <p:cNvCxnSpPr>
            <a:cxnSpLocks/>
            <a:stCxn id="4" idx="4"/>
            <a:endCxn id="5" idx="7"/>
          </p:cNvCxnSpPr>
          <p:nvPr/>
        </p:nvCxnSpPr>
        <p:spPr>
          <a:xfrm flipH="1">
            <a:off x="8832017" y="2507354"/>
            <a:ext cx="841209" cy="3057976"/>
          </a:xfrm>
          <a:prstGeom prst="straightConnector1">
            <a:avLst/>
          </a:prstGeom>
          <a:ln w="254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1272E57-E3EB-8B7B-9A33-C94FEAE140FB}"/>
              </a:ext>
            </a:extLst>
          </p:cNvPr>
          <p:cNvSpPr txBox="1"/>
          <p:nvPr/>
        </p:nvSpPr>
        <p:spPr>
          <a:xfrm>
            <a:off x="7738152" y="3574034"/>
            <a:ext cx="1806072" cy="646331"/>
          </a:xfrm>
          <a:prstGeom prst="rect">
            <a:avLst/>
          </a:prstGeom>
          <a:noFill/>
        </p:spPr>
        <p:txBody>
          <a:bodyPr wrap="none" rtlCol="0">
            <a:spAutoFit/>
          </a:bodyPr>
          <a:lstStyle/>
          <a:p>
            <a:pPr algn="ctr"/>
            <a:r>
              <a:rPr lang="en-US" dirty="0" err="1"/>
              <a:t>gene_product_of</a:t>
            </a:r>
            <a:br>
              <a:rPr lang="en-US" dirty="0"/>
            </a:br>
            <a:r>
              <a:rPr lang="en-US" dirty="0"/>
              <a:t>(10881)</a:t>
            </a:r>
          </a:p>
        </p:txBody>
      </p:sp>
      <p:cxnSp>
        <p:nvCxnSpPr>
          <p:cNvPr id="34" name="Straight Arrow Connector 33">
            <a:extLst>
              <a:ext uri="{FF2B5EF4-FFF2-40B4-BE49-F238E27FC236}">
                <a16:creationId xmlns:a16="http://schemas.microsoft.com/office/drawing/2014/main" id="{E39674D9-74DD-C361-BADB-514DA2CEFD16}"/>
              </a:ext>
            </a:extLst>
          </p:cNvPr>
          <p:cNvCxnSpPr>
            <a:cxnSpLocks/>
            <a:stCxn id="5" idx="2"/>
            <a:endCxn id="7" idx="5"/>
          </p:cNvCxnSpPr>
          <p:nvPr/>
        </p:nvCxnSpPr>
        <p:spPr>
          <a:xfrm flipH="1" flipV="1">
            <a:off x="1837461" y="4853472"/>
            <a:ext cx="5880443" cy="1173339"/>
          </a:xfrm>
          <a:prstGeom prst="straightConnector1">
            <a:avLst/>
          </a:prstGeom>
          <a:ln w="254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373A851-E9CE-9376-E8F8-A498F30396C5}"/>
              </a:ext>
            </a:extLst>
          </p:cNvPr>
          <p:cNvSpPr txBox="1"/>
          <p:nvPr/>
        </p:nvSpPr>
        <p:spPr>
          <a:xfrm rot="652974">
            <a:off x="3928865" y="5149580"/>
            <a:ext cx="1811073" cy="646331"/>
          </a:xfrm>
          <a:prstGeom prst="rect">
            <a:avLst/>
          </a:prstGeom>
          <a:noFill/>
        </p:spPr>
        <p:txBody>
          <a:bodyPr wrap="none" rtlCol="0">
            <a:spAutoFit/>
          </a:bodyPr>
          <a:lstStyle/>
          <a:p>
            <a:r>
              <a:rPr lang="en-US" dirty="0" err="1"/>
              <a:t>causes_condition</a:t>
            </a:r>
            <a:endParaRPr lang="en-US" dirty="0"/>
          </a:p>
          <a:p>
            <a:pPr algn="ctr"/>
            <a:r>
              <a:rPr lang="en-US" dirty="0"/>
              <a:t>(17287)</a:t>
            </a:r>
          </a:p>
        </p:txBody>
      </p:sp>
      <p:cxnSp>
        <p:nvCxnSpPr>
          <p:cNvPr id="76" name="Curved Connector 75">
            <a:extLst>
              <a:ext uri="{FF2B5EF4-FFF2-40B4-BE49-F238E27FC236}">
                <a16:creationId xmlns:a16="http://schemas.microsoft.com/office/drawing/2014/main" id="{650D9701-DCA5-3CFB-8E8C-3B17510997E5}"/>
              </a:ext>
            </a:extLst>
          </p:cNvPr>
          <p:cNvCxnSpPr>
            <a:cxnSpLocks/>
            <a:stCxn id="3" idx="1"/>
            <a:endCxn id="3" idx="0"/>
          </p:cNvCxnSpPr>
          <p:nvPr/>
        </p:nvCxnSpPr>
        <p:spPr>
          <a:xfrm rot="5400000" flipH="1" flipV="1">
            <a:off x="4942553" y="1955974"/>
            <a:ext cx="199852" cy="482486"/>
          </a:xfrm>
          <a:prstGeom prst="curvedConnector3">
            <a:avLst>
              <a:gd name="adj1" fmla="val 366898"/>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78D58D5-7B9E-6AB6-AFA0-11CF1AA19852}"/>
              </a:ext>
            </a:extLst>
          </p:cNvPr>
          <p:cNvSpPr txBox="1"/>
          <p:nvPr/>
        </p:nvSpPr>
        <p:spPr>
          <a:xfrm>
            <a:off x="2341213" y="1239243"/>
            <a:ext cx="2663293" cy="923330"/>
          </a:xfrm>
          <a:prstGeom prst="rect">
            <a:avLst/>
          </a:prstGeom>
          <a:noFill/>
        </p:spPr>
        <p:txBody>
          <a:bodyPr wrap="none" rtlCol="0">
            <a:spAutoFit/>
          </a:bodyPr>
          <a:lstStyle/>
          <a:p>
            <a:r>
              <a:rPr lang="en-US" dirty="0" err="1"/>
              <a:t>increases_efficacy</a:t>
            </a:r>
            <a:r>
              <a:rPr lang="en-US" dirty="0"/>
              <a:t> (44114)</a:t>
            </a:r>
            <a:br>
              <a:rPr lang="en-US" dirty="0"/>
            </a:br>
            <a:r>
              <a:rPr lang="en-US" dirty="0" err="1"/>
              <a:t>decreases_efficacy</a:t>
            </a:r>
            <a:r>
              <a:rPr lang="en-US" dirty="0"/>
              <a:t> (3331)</a:t>
            </a:r>
          </a:p>
          <a:p>
            <a:endParaRPr lang="en-US" dirty="0"/>
          </a:p>
        </p:txBody>
      </p:sp>
    </p:spTree>
    <p:extLst>
      <p:ext uri="{BB962C8B-B14F-4D97-AF65-F5344CB8AC3E}">
        <p14:creationId xmlns:p14="http://schemas.microsoft.com/office/powerpoint/2010/main" val="143645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864FE-3603-6733-0C87-A0ABB77E4EF9}"/>
              </a:ext>
            </a:extLst>
          </p:cNvPr>
          <p:cNvSpPr>
            <a:spLocks noGrp="1"/>
          </p:cNvSpPr>
          <p:nvPr>
            <p:ph type="title"/>
          </p:nvPr>
        </p:nvSpPr>
        <p:spPr/>
        <p:txBody>
          <a:bodyPr/>
          <a:lstStyle/>
          <a:p>
            <a:r>
              <a:rPr lang="en-US" dirty="0"/>
              <a:t>Designing the network</a:t>
            </a:r>
          </a:p>
        </p:txBody>
      </p:sp>
      <p:sp>
        <p:nvSpPr>
          <p:cNvPr id="3" name="Text Placeholder 2">
            <a:extLst>
              <a:ext uri="{FF2B5EF4-FFF2-40B4-BE49-F238E27FC236}">
                <a16:creationId xmlns:a16="http://schemas.microsoft.com/office/drawing/2014/main" id="{0BF554C0-C6B5-0A8A-30F7-BB75233F69CF}"/>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r>
              <a:rPr lang="en-US" sz="2800" dirty="0">
                <a:solidFill>
                  <a:schemeClr val="tx1"/>
                </a:solidFill>
              </a:rPr>
              <a:t>Does the ontology suggest a network structure?</a:t>
            </a:r>
          </a:p>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r>
              <a:rPr lang="en-US" sz="2800" dirty="0">
                <a:solidFill>
                  <a:schemeClr val="tx1"/>
                </a:solidFill>
              </a:rPr>
              <a:t>Are the relations in the graph “causal”?</a:t>
            </a:r>
          </a:p>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r>
              <a:rPr lang="en-US" sz="2800" dirty="0">
                <a:solidFill>
                  <a:schemeClr val="tx1"/>
                </a:solidFill>
              </a:rPr>
              <a:t>Are there any indirect relations in the ontology that should be factored in?</a:t>
            </a:r>
          </a:p>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endParaRPr lang="en-US" sz="2800" dirty="0">
              <a:solidFill>
                <a:schemeClr val="tx1"/>
              </a:solidFill>
            </a:endParaRPr>
          </a:p>
          <a:p>
            <a:endParaRPr lang="en-US" sz="2800" dirty="0">
              <a:solidFill>
                <a:schemeClr val="tx1"/>
              </a:solidFill>
            </a:endParaRPr>
          </a:p>
        </p:txBody>
      </p:sp>
    </p:spTree>
    <p:extLst>
      <p:ext uri="{BB962C8B-B14F-4D97-AF65-F5344CB8AC3E}">
        <p14:creationId xmlns:p14="http://schemas.microsoft.com/office/powerpoint/2010/main" val="1439115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809E-6BA6-DC0C-15A8-570B1B65A4B1}"/>
              </a:ext>
            </a:extLst>
          </p:cNvPr>
          <p:cNvSpPr>
            <a:spLocks noGrp="1"/>
          </p:cNvSpPr>
          <p:nvPr>
            <p:ph type="title"/>
          </p:nvPr>
        </p:nvSpPr>
        <p:spPr/>
        <p:txBody>
          <a:bodyPr/>
          <a:lstStyle/>
          <a:p>
            <a:r>
              <a:rPr lang="en-US" dirty="0"/>
              <a:t>How to estimate the distributions?</a:t>
            </a:r>
          </a:p>
        </p:txBody>
      </p:sp>
    </p:spTree>
    <p:extLst>
      <p:ext uri="{BB962C8B-B14F-4D97-AF65-F5344CB8AC3E}">
        <p14:creationId xmlns:p14="http://schemas.microsoft.com/office/powerpoint/2010/main" val="598281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6B59-32A9-BBE0-98B9-74B5269B6CED}"/>
              </a:ext>
            </a:extLst>
          </p:cNvPr>
          <p:cNvSpPr>
            <a:spLocks noGrp="1"/>
          </p:cNvSpPr>
          <p:nvPr>
            <p:ph type="title"/>
          </p:nvPr>
        </p:nvSpPr>
        <p:spPr/>
        <p:txBody>
          <a:bodyPr/>
          <a:lstStyle/>
          <a:p>
            <a:r>
              <a:rPr lang="en-US" dirty="0"/>
              <a:t>Performing the calculations</a:t>
            </a:r>
          </a:p>
        </p:txBody>
      </p:sp>
      <p:sp>
        <p:nvSpPr>
          <p:cNvPr id="3" name="Text Placeholder 2">
            <a:extLst>
              <a:ext uri="{FF2B5EF4-FFF2-40B4-BE49-F238E27FC236}">
                <a16:creationId xmlns:a16="http://schemas.microsoft.com/office/drawing/2014/main" id="{7A767377-276D-4E8C-238E-A96E58E9E499}"/>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r>
              <a:rPr lang="en-US" sz="2400" dirty="0">
                <a:solidFill>
                  <a:schemeClr val="tx1"/>
                </a:solidFill>
              </a:rPr>
              <a:t>Use whatever method you like – but MCMC likely to be most efficient</a:t>
            </a:r>
          </a:p>
          <a:p>
            <a:pPr marL="342900" indent="-342900">
              <a:buFont typeface="Arial" panose="020B0604020202020204" pitchFamily="34" charset="0"/>
              <a:buChar char="•"/>
            </a:pPr>
            <a:r>
              <a:rPr lang="en-US" sz="2400" dirty="0">
                <a:solidFill>
                  <a:schemeClr val="tx1"/>
                </a:solidFill>
              </a:rPr>
              <a:t>Be prepared to WAIT for results</a:t>
            </a:r>
          </a:p>
          <a:p>
            <a:pPr marL="342900" indent="-342900">
              <a:buFont typeface="Arial" panose="020B0604020202020204" pitchFamily="34" charset="0"/>
              <a:buChar char="•"/>
            </a:pPr>
            <a:r>
              <a:rPr lang="en-US" sz="2400" dirty="0">
                <a:solidFill>
                  <a:schemeClr val="tx1"/>
                </a:solidFill>
              </a:rPr>
              <a:t>Always do a “sanity check” of your results – at least recalculate some of the inputs</a:t>
            </a:r>
          </a:p>
          <a:p>
            <a:pPr marL="342900" indent="-342900">
              <a:buFont typeface="Arial" panose="020B0604020202020204" pitchFamily="34" charset="0"/>
              <a:buChar char="•"/>
            </a:pPr>
            <a:r>
              <a:rPr lang="en-US" sz="2400" dirty="0">
                <a:solidFill>
                  <a:schemeClr val="tx1"/>
                </a:solidFill>
              </a:rPr>
              <a:t>Strong suggestion: build a “mock-up” first that has smaller scale (</a:t>
            </a:r>
            <a:r>
              <a:rPr lang="en-US" sz="2400" dirty="0" err="1">
                <a:solidFill>
                  <a:schemeClr val="tx1"/>
                </a:solidFill>
              </a:rPr>
              <a:t>ie</a:t>
            </a:r>
            <a:r>
              <a:rPr lang="en-US" sz="2400" dirty="0">
                <a:solidFill>
                  <a:schemeClr val="tx1"/>
                </a:solidFill>
              </a:rPr>
              <a:t> fewer nodes) and that you can do analytical calculations on to check results</a:t>
            </a:r>
          </a:p>
          <a:p>
            <a:pPr marL="342900" indent="-342900">
              <a:buFont typeface="Arial" panose="020B0604020202020204" pitchFamily="34" charset="0"/>
              <a:buChar char="•"/>
            </a:pPr>
            <a:r>
              <a:rPr lang="en-US" sz="2400" dirty="0">
                <a:solidFill>
                  <a:schemeClr val="tx1"/>
                </a:solidFill>
              </a:rPr>
              <a:t>Main source of error is likely to be in the calculations you perform on the trace rather than in the generation of the trace itself.</a:t>
            </a:r>
          </a:p>
        </p:txBody>
      </p:sp>
    </p:spTree>
    <p:extLst>
      <p:ext uri="{BB962C8B-B14F-4D97-AF65-F5344CB8AC3E}">
        <p14:creationId xmlns:p14="http://schemas.microsoft.com/office/powerpoint/2010/main" val="299002238"/>
      </p:ext>
    </p:extLst>
  </p:cSld>
  <p:clrMapOvr>
    <a:masterClrMapping/>
  </p:clrMapOvr>
</p:sld>
</file>

<file path=ppt/theme/theme1.xml><?xml version="1.0" encoding="utf-8"?>
<a:theme xmlns:a="http://schemas.openxmlformats.org/drawingml/2006/main" name="Office Theme">
  <a:themeElements>
    <a:clrScheme name="Queens University 1">
      <a:dk1>
        <a:srgbClr val="494949"/>
      </a:dk1>
      <a:lt1>
        <a:srgbClr val="9B9B9B"/>
      </a:lt1>
      <a:dk2>
        <a:srgbClr val="2F2F2F"/>
      </a:dk2>
      <a:lt2>
        <a:srgbClr val="FFFFFF"/>
      </a:lt2>
      <a:accent1>
        <a:srgbClr val="00AFAB"/>
      </a:accent1>
      <a:accent2>
        <a:srgbClr val="93D60A"/>
      </a:accent2>
      <a:accent3>
        <a:srgbClr val="D6000D"/>
      </a:accent3>
      <a:accent4>
        <a:srgbClr val="F18903"/>
      </a:accent4>
      <a:accent5>
        <a:srgbClr val="AC004D"/>
      </a:accent5>
      <a:accent6>
        <a:srgbClr val="672E6C"/>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Master_PPT" id="{520EB0CF-6B0E-8A45-BC11-DA0C3C33E0F5}" vid="{AE149573-493F-1C48-9EE6-1B6DC626C8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19197</TotalTime>
  <Words>646</Words>
  <Application>Microsoft Macintosh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Calibri Light</vt:lpstr>
      <vt:lpstr>Century Gothic</vt:lpstr>
      <vt:lpstr>Office Theme</vt:lpstr>
      <vt:lpstr>PowerPoint Presentation</vt:lpstr>
      <vt:lpstr>PowerPoint Presentation</vt:lpstr>
      <vt:lpstr>3rd Annual Vision and Language Symposium</vt:lpstr>
      <vt:lpstr>Module Evaluation Questionaire</vt:lpstr>
      <vt:lpstr>Knowledge Graphs to Bayesian Networks</vt:lpstr>
      <vt:lpstr>How to approach this</vt:lpstr>
      <vt:lpstr>The OREGANO Dataset</vt:lpstr>
      <vt:lpstr>The OREGANO Dataset</vt:lpstr>
      <vt:lpstr>The OREGANO Dataset</vt:lpstr>
      <vt:lpstr>The OREGANO Dataset</vt:lpstr>
      <vt:lpstr>Designing the network</vt:lpstr>
      <vt:lpstr>How to estimate the distributions?</vt:lpstr>
      <vt:lpstr>Performing the calculations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Artificial Intelligence</dc:title>
  <dc:creator>Iain Styles (Computer Science)</dc:creator>
  <cp:lastModifiedBy>Iain Styles</cp:lastModifiedBy>
  <cp:revision>5</cp:revision>
  <cp:lastPrinted>2023-11-27T07:54:23Z</cp:lastPrinted>
  <dcterms:created xsi:type="dcterms:W3CDTF">2023-11-22T06:43:35Z</dcterms:created>
  <dcterms:modified xsi:type="dcterms:W3CDTF">2025-11-24T10:01:21Z</dcterms:modified>
</cp:coreProperties>
</file>