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16"/>
  </p:notesMasterIdLst>
  <p:handoutMasterIdLst>
    <p:handoutMasterId r:id="rId17"/>
  </p:handoutMasterIdLst>
  <p:sldIdLst>
    <p:sldId id="358" r:id="rId2"/>
    <p:sldId id="359" r:id="rId3"/>
    <p:sldId id="367" r:id="rId4"/>
    <p:sldId id="360" r:id="rId5"/>
    <p:sldId id="361" r:id="rId6"/>
    <p:sldId id="362" r:id="rId7"/>
    <p:sldId id="363" r:id="rId8"/>
    <p:sldId id="364" r:id="rId9"/>
    <p:sldId id="365" r:id="rId10"/>
    <p:sldId id="368" r:id="rId11"/>
    <p:sldId id="369" r:id="rId12"/>
    <p:sldId id="366" r:id="rId13"/>
    <p:sldId id="260" r:id="rId14"/>
    <p:sldId id="357" r:id="rId15"/>
  </p:sldIdLst>
  <p:sldSz cx="12192000" cy="6858000"/>
  <p:notesSz cx="6858000" cy="9144000"/>
  <p:defaultTex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507"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6000D"/>
    <a:srgbClr val="494949"/>
    <a:srgbClr val="672E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A4DF87-95E1-EB44-89C1-90F2B25946BA}" v="219" dt="2025-11-24T15:05:11.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064" autoAdjust="0"/>
    <p:restoredTop sz="96327" autoAdjust="0"/>
  </p:normalViewPr>
  <p:slideViewPr>
    <p:cSldViewPr snapToGrid="0" snapToObjects="1" showGuides="1">
      <p:cViewPr>
        <p:scale>
          <a:sx n="105" d="100"/>
          <a:sy n="105" d="100"/>
        </p:scale>
        <p:origin x="632" y="656"/>
      </p:cViewPr>
      <p:guideLst>
        <p:guide orient="horz" pos="2160"/>
        <p:guide pos="507"/>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showGuides="1">
      <p:cViewPr varScale="1">
        <p:scale>
          <a:sx n="144" d="100"/>
          <a:sy n="144" d="100"/>
        </p:scale>
        <p:origin x="4792" y="1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ain Styles" userId="befbdaae-53f8-4d26-a8dc-3366b09f768a" providerId="ADAL" clId="{5E0D2633-D8F6-500D-A7FC-C9CB56BC4BFB}"/>
    <pc:docChg chg="undo custSel addSld delSld modSld sldOrd">
      <pc:chgData name="Iain Styles" userId="befbdaae-53f8-4d26-a8dc-3366b09f768a" providerId="ADAL" clId="{5E0D2633-D8F6-500D-A7FC-C9CB56BC4BFB}" dt="2025-11-24T15:05:11.516" v="4631"/>
      <pc:docMkLst>
        <pc:docMk/>
      </pc:docMkLst>
      <pc:sldChg chg="addSp delSp modSp add del mod ord setBg modClrScheme delDesignElem chgLayout">
        <pc:chgData name="Iain Styles" userId="befbdaae-53f8-4d26-a8dc-3366b09f768a" providerId="ADAL" clId="{5E0D2633-D8F6-500D-A7FC-C9CB56BC4BFB}" dt="2025-11-24T14:02:30.973" v="4625" actId="20578"/>
        <pc:sldMkLst>
          <pc:docMk/>
          <pc:sldMk cId="3384477872" sldId="260"/>
        </pc:sldMkLst>
        <pc:spChg chg="del mod ord">
          <ac:chgData name="Iain Styles" userId="befbdaae-53f8-4d26-a8dc-3366b09f768a" providerId="ADAL" clId="{5E0D2633-D8F6-500D-A7FC-C9CB56BC4BFB}" dt="2025-11-23T19:17:18.013" v="2173" actId="478"/>
          <ac:spMkLst>
            <pc:docMk/>
            <pc:sldMk cId="3384477872" sldId="260"/>
            <ac:spMk id="2" creationId="{F0835C7F-93B0-176E-08E3-15886DEB383C}"/>
          </ac:spMkLst>
        </pc:spChg>
        <pc:spChg chg="del">
          <ac:chgData name="Iain Styles" userId="befbdaae-53f8-4d26-a8dc-3366b09f768a" providerId="ADAL" clId="{5E0D2633-D8F6-500D-A7FC-C9CB56BC4BFB}" dt="2025-11-23T19:17:18.013" v="2173" actId="478"/>
          <ac:spMkLst>
            <pc:docMk/>
            <pc:sldMk cId="3384477872" sldId="260"/>
            <ac:spMk id="4" creationId="{405BEE6C-B843-EF52-7D13-529EFE278CB8}"/>
          </ac:spMkLst>
        </pc:spChg>
        <pc:spChg chg="del">
          <ac:chgData name="Iain Styles" userId="befbdaae-53f8-4d26-a8dc-3366b09f768a" providerId="ADAL" clId="{5E0D2633-D8F6-500D-A7FC-C9CB56BC4BFB}" dt="2025-11-23T19:17:18.013" v="2173" actId="478"/>
          <ac:spMkLst>
            <pc:docMk/>
            <pc:sldMk cId="3384477872" sldId="260"/>
            <ac:spMk id="6" creationId="{D46F6797-224F-0AC3-4F47-5E3CA6049FEC}"/>
          </ac:spMkLst>
        </pc:spChg>
        <pc:spChg chg="add del mod ord">
          <ac:chgData name="Iain Styles" userId="befbdaae-53f8-4d26-a8dc-3366b09f768a" providerId="ADAL" clId="{5E0D2633-D8F6-500D-A7FC-C9CB56BC4BFB}" dt="2025-11-23T19:13:38.943" v="2157" actId="700"/>
          <ac:spMkLst>
            <pc:docMk/>
            <pc:sldMk cId="3384477872" sldId="260"/>
            <ac:spMk id="9" creationId="{316505E1-9F42-FA89-1CF7-494821842877}"/>
          </ac:spMkLst>
        </pc:spChg>
        <pc:spChg chg="add del mod ord">
          <ac:chgData name="Iain Styles" userId="befbdaae-53f8-4d26-a8dc-3366b09f768a" providerId="ADAL" clId="{5E0D2633-D8F6-500D-A7FC-C9CB56BC4BFB}" dt="2025-11-23T19:16:27.645" v="2172" actId="478"/>
          <ac:spMkLst>
            <pc:docMk/>
            <pc:sldMk cId="3384477872" sldId="260"/>
            <ac:spMk id="9" creationId="{61716CE4-25E1-965D-31B6-8C1DBC19D020}"/>
          </ac:spMkLst>
        </pc:spChg>
        <pc:spChg chg="del">
          <ac:chgData name="Iain Styles" userId="befbdaae-53f8-4d26-a8dc-3366b09f768a" providerId="ADAL" clId="{5E0D2633-D8F6-500D-A7FC-C9CB56BC4BFB}" dt="2025-11-23T19:17:18.013" v="2173" actId="478"/>
          <ac:spMkLst>
            <pc:docMk/>
            <pc:sldMk cId="3384477872" sldId="260"/>
            <ac:spMk id="10" creationId="{1B4CB687-AD27-A8F9-503B-45294A5C129C}"/>
          </ac:spMkLst>
        </pc:spChg>
        <pc:spChg chg="del">
          <ac:chgData name="Iain Styles" userId="befbdaae-53f8-4d26-a8dc-3366b09f768a" providerId="ADAL" clId="{5E0D2633-D8F6-500D-A7FC-C9CB56BC4BFB}" dt="2025-11-23T19:17:18.013" v="2173" actId="478"/>
          <ac:spMkLst>
            <pc:docMk/>
            <pc:sldMk cId="3384477872" sldId="260"/>
            <ac:spMk id="11" creationId="{65551DC7-DC39-035A-307B-BB0721DBF573}"/>
          </ac:spMkLst>
        </pc:spChg>
        <pc:spChg chg="del">
          <ac:chgData name="Iain Styles" userId="befbdaae-53f8-4d26-a8dc-3366b09f768a" providerId="ADAL" clId="{5E0D2633-D8F6-500D-A7FC-C9CB56BC4BFB}" dt="2025-11-23T19:17:18.013" v="2173" actId="478"/>
          <ac:spMkLst>
            <pc:docMk/>
            <pc:sldMk cId="3384477872" sldId="260"/>
            <ac:spMk id="12" creationId="{25D89777-D330-73B4-FA18-E388BE66F2EC}"/>
          </ac:spMkLst>
        </pc:spChg>
        <pc:spChg chg="add del">
          <ac:chgData name="Iain Styles" userId="befbdaae-53f8-4d26-a8dc-3366b09f768a" providerId="ADAL" clId="{5E0D2633-D8F6-500D-A7FC-C9CB56BC4BFB}" dt="2025-11-23T19:15:53.779" v="2169"/>
          <ac:spMkLst>
            <pc:docMk/>
            <pc:sldMk cId="3384477872" sldId="260"/>
            <ac:spMk id="14" creationId="{62FC90A7-9AB6-BD0B-6E21-00371882094C}"/>
          </ac:spMkLst>
        </pc:spChg>
        <pc:spChg chg="add del">
          <ac:chgData name="Iain Styles" userId="befbdaae-53f8-4d26-a8dc-3366b09f768a" providerId="ADAL" clId="{5E0D2633-D8F6-500D-A7FC-C9CB56BC4BFB}" dt="2025-11-23T19:15:53.779" v="2169"/>
          <ac:spMkLst>
            <pc:docMk/>
            <pc:sldMk cId="3384477872" sldId="260"/>
            <ac:spMk id="16" creationId="{0E6E354C-6E34-3338-F03F-C628ACF37A4F}"/>
          </ac:spMkLst>
        </pc:spChg>
        <pc:spChg chg="del">
          <ac:chgData name="Iain Styles" userId="befbdaae-53f8-4d26-a8dc-3366b09f768a" providerId="ADAL" clId="{5E0D2633-D8F6-500D-A7FC-C9CB56BC4BFB}" dt="2025-11-23T19:17:18.013" v="2173" actId="478"/>
          <ac:spMkLst>
            <pc:docMk/>
            <pc:sldMk cId="3384477872" sldId="260"/>
            <ac:spMk id="18" creationId="{AC27868E-0F48-B897-9C3B-6A6352AD429C}"/>
          </ac:spMkLst>
        </pc:spChg>
        <pc:spChg chg="add del mod">
          <ac:chgData name="Iain Styles" userId="befbdaae-53f8-4d26-a8dc-3366b09f768a" providerId="ADAL" clId="{5E0D2633-D8F6-500D-A7FC-C9CB56BC4BFB}" dt="2025-11-23T19:20:14.854" v="2367" actId="478"/>
          <ac:spMkLst>
            <pc:docMk/>
            <pc:sldMk cId="3384477872" sldId="260"/>
            <ac:spMk id="19" creationId="{09AA357C-B644-2ABA-E04C-5F0780FF9085}"/>
          </ac:spMkLst>
        </pc:spChg>
        <pc:spChg chg="add del mod ord">
          <ac:chgData name="Iain Styles" userId="befbdaae-53f8-4d26-a8dc-3366b09f768a" providerId="ADAL" clId="{5E0D2633-D8F6-500D-A7FC-C9CB56BC4BFB}" dt="2025-11-23T19:14:10.500" v="2159" actId="700"/>
          <ac:spMkLst>
            <pc:docMk/>
            <pc:sldMk cId="3384477872" sldId="260"/>
            <ac:spMk id="19" creationId="{9A58904F-C1E6-EF16-C6D1-1CDCD92FADD0}"/>
          </ac:spMkLst>
        </pc:spChg>
        <pc:spChg chg="del">
          <ac:chgData name="Iain Styles" userId="befbdaae-53f8-4d26-a8dc-3366b09f768a" providerId="ADAL" clId="{5E0D2633-D8F6-500D-A7FC-C9CB56BC4BFB}" dt="2025-11-23T19:17:18.013" v="2173" actId="478"/>
          <ac:spMkLst>
            <pc:docMk/>
            <pc:sldMk cId="3384477872" sldId="260"/>
            <ac:spMk id="20" creationId="{35D0DF53-75BD-31E2-46F6-CA116D0C8679}"/>
          </ac:spMkLst>
        </pc:spChg>
        <pc:spChg chg="add del mod">
          <ac:chgData name="Iain Styles" userId="befbdaae-53f8-4d26-a8dc-3366b09f768a" providerId="ADAL" clId="{5E0D2633-D8F6-500D-A7FC-C9CB56BC4BFB}" dt="2025-11-23T19:20:33.862" v="2368" actId="207"/>
          <ac:spMkLst>
            <pc:docMk/>
            <pc:sldMk cId="3384477872" sldId="260"/>
            <ac:spMk id="21" creationId="{79A9A396-C23E-90E5-B94D-2D760E2F4A12}"/>
          </ac:spMkLst>
        </pc:spChg>
        <pc:spChg chg="add del mod">
          <ac:chgData name="Iain Styles" userId="befbdaae-53f8-4d26-a8dc-3366b09f768a" providerId="ADAL" clId="{5E0D2633-D8F6-500D-A7FC-C9CB56BC4BFB}" dt="2025-11-23T19:15:03.047" v="2161" actId="478"/>
          <ac:spMkLst>
            <pc:docMk/>
            <pc:sldMk cId="3384477872" sldId="260"/>
            <ac:spMk id="22" creationId="{CABEF7FA-653B-476A-A673-BC2101CE482B}"/>
          </ac:spMkLst>
        </pc:spChg>
        <pc:spChg chg="add del mod">
          <ac:chgData name="Iain Styles" userId="befbdaae-53f8-4d26-a8dc-3366b09f768a" providerId="ADAL" clId="{5E0D2633-D8F6-500D-A7FC-C9CB56BC4BFB}" dt="2025-11-23T19:15:27.767" v="2166" actId="767"/>
          <ac:spMkLst>
            <pc:docMk/>
            <pc:sldMk cId="3384477872" sldId="260"/>
            <ac:spMk id="23" creationId="{E9AD00A7-7A6F-A6FA-22D6-F7EAC6576971}"/>
          </ac:spMkLst>
        </pc:spChg>
        <pc:spChg chg="add del mod">
          <ac:chgData name="Iain Styles" userId="befbdaae-53f8-4d26-a8dc-3366b09f768a" providerId="ADAL" clId="{5E0D2633-D8F6-500D-A7FC-C9CB56BC4BFB}" dt="2025-11-23T19:20:33.862" v="2368" actId="207"/>
          <ac:spMkLst>
            <pc:docMk/>
            <pc:sldMk cId="3384477872" sldId="260"/>
            <ac:spMk id="23" creationId="{FBD1313A-D7E5-5B71-21CD-A38B37FBF908}"/>
          </ac:spMkLst>
        </pc:spChg>
        <pc:spChg chg="add del mod">
          <ac:chgData name="Iain Styles" userId="befbdaae-53f8-4d26-a8dc-3366b09f768a" providerId="ADAL" clId="{5E0D2633-D8F6-500D-A7FC-C9CB56BC4BFB}" dt="2025-11-23T19:19:25.619" v="2351" actId="478"/>
          <ac:spMkLst>
            <pc:docMk/>
            <pc:sldMk cId="3384477872" sldId="260"/>
            <ac:spMk id="24" creationId="{F18640FC-CD9D-3CC4-1DA2-9E850D891954}"/>
          </ac:spMkLst>
        </pc:spChg>
        <pc:spChg chg="add del mod">
          <ac:chgData name="Iain Styles" userId="befbdaae-53f8-4d26-a8dc-3366b09f768a" providerId="ADAL" clId="{5E0D2633-D8F6-500D-A7FC-C9CB56BC4BFB}" dt="2025-11-23T19:19:55.676" v="2362" actId="478"/>
          <ac:spMkLst>
            <pc:docMk/>
            <pc:sldMk cId="3384477872" sldId="260"/>
            <ac:spMk id="25" creationId="{DF9A22C3-E683-53F5-8F2A-BA6220AF8C2C}"/>
          </ac:spMkLst>
        </pc:spChg>
        <pc:spChg chg="add del mod">
          <ac:chgData name="Iain Styles" userId="befbdaae-53f8-4d26-a8dc-3366b09f768a" providerId="ADAL" clId="{5E0D2633-D8F6-500D-A7FC-C9CB56BC4BFB}" dt="2025-11-23T19:20:07.463" v="2366" actId="478"/>
          <ac:spMkLst>
            <pc:docMk/>
            <pc:sldMk cId="3384477872" sldId="260"/>
            <ac:spMk id="27" creationId="{1813101A-0E94-3571-FAED-2ABD9C5DBCC3}"/>
          </ac:spMkLst>
        </pc:spChg>
        <pc:spChg chg="mod">
          <ac:chgData name="Iain Styles" userId="befbdaae-53f8-4d26-a8dc-3366b09f768a" providerId="ADAL" clId="{5E0D2633-D8F6-500D-A7FC-C9CB56BC4BFB}" dt="2025-11-23T19:17:20.175" v="2174"/>
          <ac:spMkLst>
            <pc:docMk/>
            <pc:sldMk cId="3384477872" sldId="260"/>
            <ac:spMk id="29" creationId="{4A4B4DF3-1BAE-8B2B-B69D-6D1390FCD611}"/>
          </ac:spMkLst>
        </pc:spChg>
        <pc:spChg chg="add del mod">
          <ac:chgData name="Iain Styles" userId="befbdaae-53f8-4d26-a8dc-3366b09f768a" providerId="ADAL" clId="{5E0D2633-D8F6-500D-A7FC-C9CB56BC4BFB}" dt="2025-11-23T19:19:55.676" v="2362" actId="478"/>
          <ac:spMkLst>
            <pc:docMk/>
            <pc:sldMk cId="3384477872" sldId="260"/>
            <ac:spMk id="31" creationId="{2D62129B-4486-C43F-4204-293654B794E5}"/>
          </ac:spMkLst>
        </pc:spChg>
        <pc:spChg chg="add del mod">
          <ac:chgData name="Iain Styles" userId="befbdaae-53f8-4d26-a8dc-3366b09f768a" providerId="ADAL" clId="{5E0D2633-D8F6-500D-A7FC-C9CB56BC4BFB}" dt="2025-11-23T19:19:29.022" v="2353" actId="478"/>
          <ac:spMkLst>
            <pc:docMk/>
            <pc:sldMk cId="3384477872" sldId="260"/>
            <ac:spMk id="32" creationId="{D90CCA5A-4F45-26C1-CF2F-4E3B48F897F7}"/>
          </ac:spMkLst>
        </pc:spChg>
        <pc:spChg chg="add del mod">
          <ac:chgData name="Iain Styles" userId="befbdaae-53f8-4d26-a8dc-3366b09f768a" providerId="ADAL" clId="{5E0D2633-D8F6-500D-A7FC-C9CB56BC4BFB}" dt="2025-11-23T19:19:59.206" v="2363" actId="478"/>
          <ac:spMkLst>
            <pc:docMk/>
            <pc:sldMk cId="3384477872" sldId="260"/>
            <ac:spMk id="34" creationId="{A6831B27-5F19-40AF-C555-FCAFCC431295}"/>
          </ac:spMkLst>
        </pc:spChg>
        <pc:spChg chg="del">
          <ac:chgData name="Iain Styles" userId="befbdaae-53f8-4d26-a8dc-3366b09f768a" providerId="ADAL" clId="{5E0D2633-D8F6-500D-A7FC-C9CB56BC4BFB}" dt="2025-11-23T19:19:55.676" v="2362" actId="478"/>
          <ac:spMkLst>
            <pc:docMk/>
            <pc:sldMk cId="3384477872" sldId="260"/>
            <ac:spMk id="36" creationId="{A1B7FFAE-52B5-1653-6F4D-A80D44EC7A83}"/>
          </ac:spMkLst>
        </pc:spChg>
        <pc:spChg chg="add del mod">
          <ac:chgData name="Iain Styles" userId="befbdaae-53f8-4d26-a8dc-3366b09f768a" providerId="ADAL" clId="{5E0D2633-D8F6-500D-A7FC-C9CB56BC4BFB}" dt="2025-11-23T19:19:55.676" v="2362" actId="478"/>
          <ac:spMkLst>
            <pc:docMk/>
            <pc:sldMk cId="3384477872" sldId="260"/>
            <ac:spMk id="37" creationId="{A13AE16D-74C7-E3ED-D2F9-B67223CD2D5D}"/>
          </ac:spMkLst>
        </pc:spChg>
        <pc:spChg chg="add del mod">
          <ac:chgData name="Iain Styles" userId="befbdaae-53f8-4d26-a8dc-3366b09f768a" providerId="ADAL" clId="{5E0D2633-D8F6-500D-A7FC-C9CB56BC4BFB}" dt="2025-11-23T19:19:47.395" v="2359"/>
          <ac:spMkLst>
            <pc:docMk/>
            <pc:sldMk cId="3384477872" sldId="260"/>
            <ac:spMk id="38" creationId="{D02B9F4B-C941-A29A-53ED-011C3F0DF5BF}"/>
          </ac:spMkLst>
        </pc:spChg>
        <pc:spChg chg="add del mod">
          <ac:chgData name="Iain Styles" userId="befbdaae-53f8-4d26-a8dc-3366b09f768a" providerId="ADAL" clId="{5E0D2633-D8F6-500D-A7FC-C9CB56BC4BFB}" dt="2025-11-23T19:19:49.403" v="2361"/>
          <ac:spMkLst>
            <pc:docMk/>
            <pc:sldMk cId="3384477872" sldId="260"/>
            <ac:spMk id="39" creationId="{7C46C8FE-809E-AFAF-0BB6-30C4B72928DD}"/>
          </ac:spMkLst>
        </pc:spChg>
        <pc:spChg chg="add mod">
          <ac:chgData name="Iain Styles" userId="befbdaae-53f8-4d26-a8dc-3366b09f768a" providerId="ADAL" clId="{5E0D2633-D8F6-500D-A7FC-C9CB56BC4BFB}" dt="2025-11-23T19:20:53.941" v="2369"/>
          <ac:spMkLst>
            <pc:docMk/>
            <pc:sldMk cId="3384477872" sldId="260"/>
            <ac:spMk id="40" creationId="{CA6338A7-E744-BB14-794D-6D0A034175A5}"/>
          </ac:spMkLst>
        </pc:spChg>
        <pc:spChg chg="add mod">
          <ac:chgData name="Iain Styles" userId="befbdaae-53f8-4d26-a8dc-3366b09f768a" providerId="ADAL" clId="{5E0D2633-D8F6-500D-A7FC-C9CB56BC4BFB}" dt="2025-11-23T19:21:40.696" v="2373" actId="207"/>
          <ac:spMkLst>
            <pc:docMk/>
            <pc:sldMk cId="3384477872" sldId="260"/>
            <ac:spMk id="42" creationId="{43CCD8CB-34B3-51A2-4B6D-8BFB578CD938}"/>
          </ac:spMkLst>
        </pc:spChg>
        <pc:spChg chg="add mod">
          <ac:chgData name="Iain Styles" userId="befbdaae-53f8-4d26-a8dc-3366b09f768a" providerId="ADAL" clId="{5E0D2633-D8F6-500D-A7FC-C9CB56BC4BFB}" dt="2025-11-23T19:20:53.941" v="2369"/>
          <ac:spMkLst>
            <pc:docMk/>
            <pc:sldMk cId="3384477872" sldId="260"/>
            <ac:spMk id="43" creationId="{B47FC743-25F0-714A-FB92-C4C73907B3B1}"/>
          </ac:spMkLst>
        </pc:spChg>
        <pc:spChg chg="add mod">
          <ac:chgData name="Iain Styles" userId="befbdaae-53f8-4d26-a8dc-3366b09f768a" providerId="ADAL" clId="{5E0D2633-D8F6-500D-A7FC-C9CB56BC4BFB}" dt="2025-11-23T19:21:40.696" v="2373" actId="207"/>
          <ac:spMkLst>
            <pc:docMk/>
            <pc:sldMk cId="3384477872" sldId="260"/>
            <ac:spMk id="46" creationId="{4EA0DF28-6E27-BDE2-D25F-077E60185C8C}"/>
          </ac:spMkLst>
        </pc:spChg>
        <pc:spChg chg="mod">
          <ac:chgData name="Iain Styles" userId="befbdaae-53f8-4d26-a8dc-3366b09f768a" providerId="ADAL" clId="{5E0D2633-D8F6-500D-A7FC-C9CB56BC4BFB}" dt="2025-11-23T19:21:40.696" v="2373" actId="207"/>
          <ac:spMkLst>
            <pc:docMk/>
            <pc:sldMk cId="3384477872" sldId="260"/>
            <ac:spMk id="48" creationId="{FBBE2009-6763-6425-8CF4-07BAFA69CAE1}"/>
          </ac:spMkLst>
        </pc:spChg>
        <pc:spChg chg="add mod">
          <ac:chgData name="Iain Styles" userId="befbdaae-53f8-4d26-a8dc-3366b09f768a" providerId="ADAL" clId="{5E0D2633-D8F6-500D-A7FC-C9CB56BC4BFB}" dt="2025-11-23T19:20:53.941" v="2369"/>
          <ac:spMkLst>
            <pc:docMk/>
            <pc:sldMk cId="3384477872" sldId="260"/>
            <ac:spMk id="50" creationId="{F4FE4453-B5AF-D5E2-5954-84128C5ECC96}"/>
          </ac:spMkLst>
        </pc:spChg>
        <pc:spChg chg="add mod">
          <ac:chgData name="Iain Styles" userId="befbdaae-53f8-4d26-a8dc-3366b09f768a" providerId="ADAL" clId="{5E0D2633-D8F6-500D-A7FC-C9CB56BC4BFB}" dt="2025-11-23T19:20:53.941" v="2369"/>
          <ac:spMkLst>
            <pc:docMk/>
            <pc:sldMk cId="3384477872" sldId="260"/>
            <ac:spMk id="51" creationId="{44B20366-7374-FDCA-D05D-937A06E9EEB8}"/>
          </ac:spMkLst>
        </pc:spChg>
        <pc:spChg chg="add mod">
          <ac:chgData name="Iain Styles" userId="befbdaae-53f8-4d26-a8dc-3366b09f768a" providerId="ADAL" clId="{5E0D2633-D8F6-500D-A7FC-C9CB56BC4BFB}" dt="2025-11-23T19:20:53.941" v="2369"/>
          <ac:spMkLst>
            <pc:docMk/>
            <pc:sldMk cId="3384477872" sldId="260"/>
            <ac:spMk id="53" creationId="{70F287BD-CEC4-8CF9-BC79-33268DF62E10}"/>
          </ac:spMkLst>
        </pc:spChg>
        <pc:spChg chg="add mod">
          <ac:chgData name="Iain Styles" userId="befbdaae-53f8-4d26-a8dc-3366b09f768a" providerId="ADAL" clId="{5E0D2633-D8F6-500D-A7FC-C9CB56BC4BFB}" dt="2025-11-23T19:20:53.941" v="2369"/>
          <ac:spMkLst>
            <pc:docMk/>
            <pc:sldMk cId="3384477872" sldId="260"/>
            <ac:spMk id="55" creationId="{C2858623-7DC6-362A-B32C-CB079019E01C}"/>
          </ac:spMkLst>
        </pc:spChg>
        <pc:spChg chg="add mod">
          <ac:chgData name="Iain Styles" userId="befbdaae-53f8-4d26-a8dc-3366b09f768a" providerId="ADAL" clId="{5E0D2633-D8F6-500D-A7FC-C9CB56BC4BFB}" dt="2025-11-23T19:20:53.941" v="2369"/>
          <ac:spMkLst>
            <pc:docMk/>
            <pc:sldMk cId="3384477872" sldId="260"/>
            <ac:spMk id="56" creationId="{5CCF51BE-A271-73C9-8CEE-0F12B5023F5D}"/>
          </ac:spMkLst>
        </pc:spChg>
        <pc:spChg chg="add mod">
          <ac:chgData name="Iain Styles" userId="befbdaae-53f8-4d26-a8dc-3366b09f768a" providerId="ADAL" clId="{5E0D2633-D8F6-500D-A7FC-C9CB56BC4BFB}" dt="2025-11-23T19:21:43.955" v="2375"/>
          <ac:spMkLst>
            <pc:docMk/>
            <pc:sldMk cId="3384477872" sldId="260"/>
            <ac:spMk id="57" creationId="{1F34CF14-F437-BAAB-9EF5-80630C222AF8}"/>
          </ac:spMkLst>
        </pc:spChg>
        <pc:spChg chg="add mod">
          <ac:chgData name="Iain Styles" userId="befbdaae-53f8-4d26-a8dc-3366b09f768a" providerId="ADAL" clId="{5E0D2633-D8F6-500D-A7FC-C9CB56BC4BFB}" dt="2025-11-23T19:23:26.617" v="2382" actId="207"/>
          <ac:spMkLst>
            <pc:docMk/>
            <pc:sldMk cId="3384477872" sldId="260"/>
            <ac:spMk id="59" creationId="{EB276F99-B827-7A56-EC4E-32CACEA3A14D}"/>
          </ac:spMkLst>
        </pc:spChg>
        <pc:spChg chg="add mod">
          <ac:chgData name="Iain Styles" userId="befbdaae-53f8-4d26-a8dc-3366b09f768a" providerId="ADAL" clId="{5E0D2633-D8F6-500D-A7FC-C9CB56BC4BFB}" dt="2025-11-23T19:21:43.955" v="2375"/>
          <ac:spMkLst>
            <pc:docMk/>
            <pc:sldMk cId="3384477872" sldId="260"/>
            <ac:spMk id="60" creationId="{96FCFBD4-1858-9FAB-CE9C-C0945DDE9D79}"/>
          </ac:spMkLst>
        </pc:spChg>
        <pc:spChg chg="add mod">
          <ac:chgData name="Iain Styles" userId="befbdaae-53f8-4d26-a8dc-3366b09f768a" providerId="ADAL" clId="{5E0D2633-D8F6-500D-A7FC-C9CB56BC4BFB}" dt="2025-11-23T19:21:43.955" v="2375"/>
          <ac:spMkLst>
            <pc:docMk/>
            <pc:sldMk cId="3384477872" sldId="260"/>
            <ac:spMk id="63" creationId="{8F72DA07-4547-AC50-9B17-31CC8EB208E6}"/>
          </ac:spMkLst>
        </pc:spChg>
        <pc:spChg chg="mod">
          <ac:chgData name="Iain Styles" userId="befbdaae-53f8-4d26-a8dc-3366b09f768a" providerId="ADAL" clId="{5E0D2633-D8F6-500D-A7FC-C9CB56BC4BFB}" dt="2025-11-23T19:21:43.955" v="2375"/>
          <ac:spMkLst>
            <pc:docMk/>
            <pc:sldMk cId="3384477872" sldId="260"/>
            <ac:spMk id="65" creationId="{66756812-D600-C830-D63A-328992A3768F}"/>
          </ac:spMkLst>
        </pc:spChg>
        <pc:spChg chg="add mod">
          <ac:chgData name="Iain Styles" userId="befbdaae-53f8-4d26-a8dc-3366b09f768a" providerId="ADAL" clId="{5E0D2633-D8F6-500D-A7FC-C9CB56BC4BFB}" dt="2025-11-23T19:21:43.955" v="2375"/>
          <ac:spMkLst>
            <pc:docMk/>
            <pc:sldMk cId="3384477872" sldId="260"/>
            <ac:spMk id="67" creationId="{D6345469-927A-F3A8-4453-2E34ABFA95D8}"/>
          </ac:spMkLst>
        </pc:spChg>
        <pc:spChg chg="add mod">
          <ac:chgData name="Iain Styles" userId="befbdaae-53f8-4d26-a8dc-3366b09f768a" providerId="ADAL" clId="{5E0D2633-D8F6-500D-A7FC-C9CB56BC4BFB}" dt="2025-11-23T19:21:43.955" v="2375"/>
          <ac:spMkLst>
            <pc:docMk/>
            <pc:sldMk cId="3384477872" sldId="260"/>
            <ac:spMk id="68" creationId="{009AA51B-CCDE-3D29-E139-D3AFAEAEF5B6}"/>
          </ac:spMkLst>
        </pc:spChg>
        <pc:spChg chg="add mod">
          <ac:chgData name="Iain Styles" userId="befbdaae-53f8-4d26-a8dc-3366b09f768a" providerId="ADAL" clId="{5E0D2633-D8F6-500D-A7FC-C9CB56BC4BFB}" dt="2025-11-23T19:21:43.955" v="2375"/>
          <ac:spMkLst>
            <pc:docMk/>
            <pc:sldMk cId="3384477872" sldId="260"/>
            <ac:spMk id="70" creationId="{C896F83B-F48A-B382-5780-562E0F0C4E9F}"/>
          </ac:spMkLst>
        </pc:spChg>
        <pc:spChg chg="add mod">
          <ac:chgData name="Iain Styles" userId="befbdaae-53f8-4d26-a8dc-3366b09f768a" providerId="ADAL" clId="{5E0D2633-D8F6-500D-A7FC-C9CB56BC4BFB}" dt="2025-11-23T19:21:43.955" v="2375"/>
          <ac:spMkLst>
            <pc:docMk/>
            <pc:sldMk cId="3384477872" sldId="260"/>
            <ac:spMk id="72" creationId="{E441D98E-7E84-91CB-2AC0-9CA1CDFAF749}"/>
          </ac:spMkLst>
        </pc:spChg>
        <pc:spChg chg="add mod">
          <ac:chgData name="Iain Styles" userId="befbdaae-53f8-4d26-a8dc-3366b09f768a" providerId="ADAL" clId="{5E0D2633-D8F6-500D-A7FC-C9CB56BC4BFB}" dt="2025-11-23T19:21:43.955" v="2375"/>
          <ac:spMkLst>
            <pc:docMk/>
            <pc:sldMk cId="3384477872" sldId="260"/>
            <ac:spMk id="73" creationId="{4B669C23-7B71-F51C-3A09-B1C1269FC935}"/>
          </ac:spMkLst>
        </pc:spChg>
        <pc:grpChg chg="del">
          <ac:chgData name="Iain Styles" userId="befbdaae-53f8-4d26-a8dc-3366b09f768a" providerId="ADAL" clId="{5E0D2633-D8F6-500D-A7FC-C9CB56BC4BFB}" dt="2025-11-23T19:20:00.721" v="2364" actId="478"/>
          <ac:grpSpMkLst>
            <pc:docMk/>
            <pc:sldMk cId="3384477872" sldId="260"/>
            <ac:grpSpMk id="28" creationId="{FEDE1AF3-4DF4-8856-4FA7-3C8C3E76B7E7}"/>
          </ac:grpSpMkLst>
        </pc:grpChg>
        <pc:grpChg chg="mod">
          <ac:chgData name="Iain Styles" userId="befbdaae-53f8-4d26-a8dc-3366b09f768a" providerId="ADAL" clId="{5E0D2633-D8F6-500D-A7FC-C9CB56BC4BFB}" dt="2025-11-23T19:21:40.696" v="2373" actId="207"/>
          <ac:grpSpMkLst>
            <pc:docMk/>
            <pc:sldMk cId="3384477872" sldId="260"/>
            <ac:grpSpMk id="47" creationId="{CF617EB2-F8AD-06E3-F73A-BF4D748913CE}"/>
          </ac:grpSpMkLst>
        </pc:grpChg>
        <pc:picChg chg="add del mod ord">
          <ac:chgData name="Iain Styles" userId="befbdaae-53f8-4d26-a8dc-3366b09f768a" providerId="ADAL" clId="{5E0D2633-D8F6-500D-A7FC-C9CB56BC4BFB}" dt="2025-11-23T19:17:18.013" v="2173" actId="478"/>
          <ac:picMkLst>
            <pc:docMk/>
            <pc:sldMk cId="3384477872" sldId="260"/>
            <ac:picMk id="5" creationId="{1403793A-7062-0AD9-8ED7-F6E4AABCCE6E}"/>
          </ac:picMkLst>
        </pc:picChg>
        <pc:picChg chg="del mod">
          <ac:chgData name="Iain Styles" userId="befbdaae-53f8-4d26-a8dc-3366b09f768a" providerId="ADAL" clId="{5E0D2633-D8F6-500D-A7FC-C9CB56BC4BFB}" dt="2025-11-23T19:19:30.211" v="2354" actId="478"/>
          <ac:picMkLst>
            <pc:docMk/>
            <pc:sldMk cId="3384477872" sldId="260"/>
            <ac:picMk id="22" creationId="{7E58EF57-4C37-83F5-7883-0604E814A04D}"/>
          </ac:picMkLst>
        </pc:picChg>
        <pc:picChg chg="del">
          <ac:chgData name="Iain Styles" userId="befbdaae-53f8-4d26-a8dc-3366b09f768a" providerId="ADAL" clId="{5E0D2633-D8F6-500D-A7FC-C9CB56BC4BFB}" dt="2025-11-23T19:19:55.676" v="2362" actId="478"/>
          <ac:picMkLst>
            <pc:docMk/>
            <pc:sldMk cId="3384477872" sldId="260"/>
            <ac:picMk id="26" creationId="{5E7EA373-4FEB-D502-C477-4E77EBFB1036}"/>
          </ac:picMkLst>
        </pc:picChg>
        <pc:picChg chg="del">
          <ac:chgData name="Iain Styles" userId="befbdaae-53f8-4d26-a8dc-3366b09f768a" providerId="ADAL" clId="{5E0D2633-D8F6-500D-A7FC-C9CB56BC4BFB}" dt="2025-11-23T19:19:31.353" v="2355" actId="478"/>
          <ac:picMkLst>
            <pc:docMk/>
            <pc:sldMk cId="3384477872" sldId="260"/>
            <ac:picMk id="33" creationId="{7EC5FAEE-DCE3-C5E3-5B79-CE81C96371D2}"/>
          </ac:picMkLst>
        </pc:picChg>
        <pc:picChg chg="del">
          <ac:chgData name="Iain Styles" userId="befbdaae-53f8-4d26-a8dc-3366b09f768a" providerId="ADAL" clId="{5E0D2633-D8F6-500D-A7FC-C9CB56BC4BFB}" dt="2025-11-23T19:19:55.676" v="2362" actId="478"/>
          <ac:picMkLst>
            <pc:docMk/>
            <pc:sldMk cId="3384477872" sldId="260"/>
            <ac:picMk id="35" creationId="{762FD4C2-397E-A27B-584C-0EE826D4DADA}"/>
          </ac:picMkLst>
        </pc:picChg>
        <pc:picChg chg="mod">
          <ac:chgData name="Iain Styles" userId="befbdaae-53f8-4d26-a8dc-3366b09f768a" providerId="ADAL" clId="{5E0D2633-D8F6-500D-A7FC-C9CB56BC4BFB}" dt="2025-11-23T19:21:41.458" v="2374"/>
          <ac:picMkLst>
            <pc:docMk/>
            <pc:sldMk cId="3384477872" sldId="260"/>
            <ac:picMk id="41" creationId="{407576B0-5941-569C-B506-3C0B68EE50AD}"/>
          </ac:picMkLst>
        </pc:picChg>
        <pc:picChg chg="mod">
          <ac:chgData name="Iain Styles" userId="befbdaae-53f8-4d26-a8dc-3366b09f768a" providerId="ADAL" clId="{5E0D2633-D8F6-500D-A7FC-C9CB56BC4BFB}" dt="2025-11-23T19:21:40.696" v="2373" actId="207"/>
          <ac:picMkLst>
            <pc:docMk/>
            <pc:sldMk cId="3384477872" sldId="260"/>
            <ac:picMk id="49" creationId="{C924752E-0992-ACDB-A1FC-35E3839902A7}"/>
          </ac:picMkLst>
        </pc:picChg>
        <pc:picChg chg="mod">
          <ac:chgData name="Iain Styles" userId="befbdaae-53f8-4d26-a8dc-3366b09f768a" providerId="ADAL" clId="{5E0D2633-D8F6-500D-A7FC-C9CB56BC4BFB}" dt="2025-11-23T19:23:26.617" v="2382" actId="207"/>
          <ac:picMkLst>
            <pc:docMk/>
            <pc:sldMk cId="3384477872" sldId="260"/>
            <ac:picMk id="58" creationId="{35EBA72E-CC02-77EC-5020-68687AB16843}"/>
          </ac:picMkLst>
        </pc:picChg>
      </pc:sldChg>
      <pc:sldChg chg="modSp del modAnim">
        <pc:chgData name="Iain Styles" userId="befbdaae-53f8-4d26-a8dc-3366b09f768a" providerId="ADAL" clId="{5E0D2633-D8F6-500D-A7FC-C9CB56BC4BFB}" dt="2025-11-23T19:51:45.908" v="2397" actId="2696"/>
        <pc:sldMkLst>
          <pc:docMk/>
          <pc:sldMk cId="532022837" sldId="306"/>
        </pc:sldMkLst>
      </pc:sldChg>
      <pc:sldChg chg="modSp del mod">
        <pc:chgData name="Iain Styles" userId="befbdaae-53f8-4d26-a8dc-3366b09f768a" providerId="ADAL" clId="{5E0D2633-D8F6-500D-A7FC-C9CB56BC4BFB}" dt="2025-11-23T19:51:45.884" v="2387" actId="2696"/>
        <pc:sldMkLst>
          <pc:docMk/>
          <pc:sldMk cId="1416495267" sldId="341"/>
        </pc:sldMkLst>
      </pc:sldChg>
      <pc:sldChg chg="modSp del mod modAnim">
        <pc:chgData name="Iain Styles" userId="befbdaae-53f8-4d26-a8dc-3366b09f768a" providerId="ADAL" clId="{5E0D2633-D8F6-500D-A7FC-C9CB56BC4BFB}" dt="2025-11-23T19:51:45.900" v="2393" actId="2696"/>
        <pc:sldMkLst>
          <pc:docMk/>
          <pc:sldMk cId="375445054" sldId="342"/>
        </pc:sldMkLst>
      </pc:sldChg>
      <pc:sldChg chg="del">
        <pc:chgData name="Iain Styles" userId="befbdaae-53f8-4d26-a8dc-3366b09f768a" providerId="ADAL" clId="{5E0D2633-D8F6-500D-A7FC-C9CB56BC4BFB}" dt="2025-11-23T19:51:45.883" v="2386" actId="2696"/>
        <pc:sldMkLst>
          <pc:docMk/>
          <pc:sldMk cId="244596629" sldId="343"/>
        </pc:sldMkLst>
      </pc:sldChg>
      <pc:sldChg chg="del">
        <pc:chgData name="Iain Styles" userId="befbdaae-53f8-4d26-a8dc-3366b09f768a" providerId="ADAL" clId="{5E0D2633-D8F6-500D-A7FC-C9CB56BC4BFB}" dt="2025-11-23T19:51:45.908" v="2398" actId="2696"/>
        <pc:sldMkLst>
          <pc:docMk/>
          <pc:sldMk cId="1594239815" sldId="344"/>
        </pc:sldMkLst>
      </pc:sldChg>
      <pc:sldChg chg="addSp delSp modSp del mod">
        <pc:chgData name="Iain Styles" userId="befbdaae-53f8-4d26-a8dc-3366b09f768a" providerId="ADAL" clId="{5E0D2633-D8F6-500D-A7FC-C9CB56BC4BFB}" dt="2025-11-23T19:51:45.892" v="2391" actId="2696"/>
        <pc:sldMkLst>
          <pc:docMk/>
          <pc:sldMk cId="2668555977" sldId="345"/>
        </pc:sldMkLst>
      </pc:sldChg>
      <pc:sldChg chg="del modAnim">
        <pc:chgData name="Iain Styles" userId="befbdaae-53f8-4d26-a8dc-3366b09f768a" providerId="ADAL" clId="{5E0D2633-D8F6-500D-A7FC-C9CB56BC4BFB}" dt="2025-11-23T19:51:45.885" v="2388" actId="2696"/>
        <pc:sldMkLst>
          <pc:docMk/>
          <pc:sldMk cId="1020247238" sldId="346"/>
        </pc:sldMkLst>
      </pc:sldChg>
      <pc:sldChg chg="del modAnim">
        <pc:chgData name="Iain Styles" userId="befbdaae-53f8-4d26-a8dc-3366b09f768a" providerId="ADAL" clId="{5E0D2633-D8F6-500D-A7FC-C9CB56BC4BFB}" dt="2025-11-23T19:51:45.909" v="2399" actId="2696"/>
        <pc:sldMkLst>
          <pc:docMk/>
          <pc:sldMk cId="1681669975" sldId="347"/>
        </pc:sldMkLst>
      </pc:sldChg>
      <pc:sldChg chg="del modAnim">
        <pc:chgData name="Iain Styles" userId="befbdaae-53f8-4d26-a8dc-3366b09f768a" providerId="ADAL" clId="{5E0D2633-D8F6-500D-A7FC-C9CB56BC4BFB}" dt="2025-11-23T19:51:45.885" v="2389" actId="2696"/>
        <pc:sldMkLst>
          <pc:docMk/>
          <pc:sldMk cId="1352793453" sldId="348"/>
        </pc:sldMkLst>
      </pc:sldChg>
      <pc:sldChg chg="addSp delSp del mod">
        <pc:chgData name="Iain Styles" userId="befbdaae-53f8-4d26-a8dc-3366b09f768a" providerId="ADAL" clId="{5E0D2633-D8F6-500D-A7FC-C9CB56BC4BFB}" dt="2025-11-23T19:51:45.889" v="2390" actId="2696"/>
        <pc:sldMkLst>
          <pc:docMk/>
          <pc:sldMk cId="2108666997" sldId="349"/>
        </pc:sldMkLst>
      </pc:sldChg>
      <pc:sldChg chg="addSp delSp modSp new add del mod chgLayout">
        <pc:chgData name="Iain Styles" userId="befbdaae-53f8-4d26-a8dc-3366b09f768a" providerId="ADAL" clId="{5E0D2633-D8F6-500D-A7FC-C9CB56BC4BFB}" dt="2025-11-24T14:03:52.267" v="4626" actId="2696"/>
        <pc:sldMkLst>
          <pc:docMk/>
          <pc:sldMk cId="2188175288" sldId="350"/>
        </pc:sldMkLst>
      </pc:sldChg>
      <pc:sldChg chg="addSp delSp modSp new del mod addAnim delAnim modAnim chgLayout">
        <pc:chgData name="Iain Styles" userId="befbdaae-53f8-4d26-a8dc-3366b09f768a" providerId="ADAL" clId="{5E0D2633-D8F6-500D-A7FC-C9CB56BC4BFB}" dt="2025-11-23T19:51:45.882" v="2385" actId="2696"/>
        <pc:sldMkLst>
          <pc:docMk/>
          <pc:sldMk cId="739261049" sldId="351"/>
        </pc:sldMkLst>
      </pc:sldChg>
      <pc:sldChg chg="addSp modSp add del mod modAnim">
        <pc:chgData name="Iain Styles" userId="befbdaae-53f8-4d26-a8dc-3366b09f768a" providerId="ADAL" clId="{5E0D2633-D8F6-500D-A7FC-C9CB56BC4BFB}" dt="2025-11-23T19:51:45.899" v="2392" actId="2696"/>
        <pc:sldMkLst>
          <pc:docMk/>
          <pc:sldMk cId="2967060206" sldId="352"/>
        </pc:sldMkLst>
      </pc:sldChg>
      <pc:sldChg chg="addSp modSp add del mod">
        <pc:chgData name="Iain Styles" userId="befbdaae-53f8-4d26-a8dc-3366b09f768a" providerId="ADAL" clId="{5E0D2633-D8F6-500D-A7FC-C9CB56BC4BFB}" dt="2025-11-23T19:51:45.906" v="2394" actId="2696"/>
        <pc:sldMkLst>
          <pc:docMk/>
          <pc:sldMk cId="963207941" sldId="353"/>
        </pc:sldMkLst>
      </pc:sldChg>
      <pc:sldChg chg="addSp modSp new del mod">
        <pc:chgData name="Iain Styles" userId="befbdaae-53f8-4d26-a8dc-3366b09f768a" providerId="ADAL" clId="{5E0D2633-D8F6-500D-A7FC-C9CB56BC4BFB}" dt="2025-11-23T19:51:45.917" v="2400" actId="2696"/>
        <pc:sldMkLst>
          <pc:docMk/>
          <pc:sldMk cId="3114808120" sldId="354"/>
        </pc:sldMkLst>
      </pc:sldChg>
      <pc:sldChg chg="modSp new del mod">
        <pc:chgData name="Iain Styles" userId="befbdaae-53f8-4d26-a8dc-3366b09f768a" providerId="ADAL" clId="{5E0D2633-D8F6-500D-A7FC-C9CB56BC4BFB}" dt="2025-11-23T19:51:45.907" v="2395" actId="2696"/>
        <pc:sldMkLst>
          <pc:docMk/>
          <pc:sldMk cId="4291526199" sldId="355"/>
        </pc:sldMkLst>
      </pc:sldChg>
      <pc:sldChg chg="new del">
        <pc:chgData name="Iain Styles" userId="befbdaae-53f8-4d26-a8dc-3366b09f768a" providerId="ADAL" clId="{5E0D2633-D8F6-500D-A7FC-C9CB56BC4BFB}" dt="2025-11-23T19:51:45.907" v="2396" actId="2696"/>
        <pc:sldMkLst>
          <pc:docMk/>
          <pc:sldMk cId="323032046" sldId="356"/>
        </pc:sldMkLst>
      </pc:sldChg>
      <pc:sldChg chg="addSp delSp modSp new mod ord chgLayout">
        <pc:chgData name="Iain Styles" userId="befbdaae-53f8-4d26-a8dc-3366b09f768a" providerId="ADAL" clId="{5E0D2633-D8F6-500D-A7FC-C9CB56BC4BFB}" dt="2025-11-24T13:36:30.225" v="4622" actId="20578"/>
        <pc:sldMkLst>
          <pc:docMk/>
          <pc:sldMk cId="414893505" sldId="357"/>
        </pc:sldMkLst>
        <pc:spChg chg="add mod ord">
          <ac:chgData name="Iain Styles" userId="befbdaae-53f8-4d26-a8dc-3366b09f768a" providerId="ADAL" clId="{5E0D2633-D8F6-500D-A7FC-C9CB56BC4BFB}" dt="2025-11-23T19:51:36.653" v="2384" actId="20577"/>
          <ac:spMkLst>
            <pc:docMk/>
            <pc:sldMk cId="414893505" sldId="357"/>
            <ac:spMk id="5" creationId="{DB207FB2-21BF-6127-9B17-699E5610BAC8}"/>
          </ac:spMkLst>
        </pc:spChg>
        <pc:picChg chg="add mod">
          <ac:chgData name="Iain Styles" userId="befbdaae-53f8-4d26-a8dc-3366b09f768a" providerId="ADAL" clId="{5E0D2633-D8F6-500D-A7FC-C9CB56BC4BFB}" dt="2025-11-20T07:16:43.186" v="2142" actId="1076"/>
          <ac:picMkLst>
            <pc:docMk/>
            <pc:sldMk cId="414893505" sldId="357"/>
            <ac:picMk id="7" creationId="{5EB0FACD-CD47-6F97-BBD8-2EDF07440384}"/>
          </ac:picMkLst>
        </pc:picChg>
      </pc:sldChg>
      <pc:sldChg chg="addSp delSp modSp new mod">
        <pc:chgData name="Iain Styles" userId="befbdaae-53f8-4d26-a8dc-3366b09f768a" providerId="ADAL" clId="{5E0D2633-D8F6-500D-A7FC-C9CB56BC4BFB}" dt="2025-11-24T14:36:18.334" v="4628"/>
        <pc:sldMkLst>
          <pc:docMk/>
          <pc:sldMk cId="3697992266" sldId="358"/>
        </pc:sldMkLst>
        <pc:spChg chg="del">
          <ac:chgData name="Iain Styles" userId="befbdaae-53f8-4d26-a8dc-3366b09f768a" providerId="ADAL" clId="{5E0D2633-D8F6-500D-A7FC-C9CB56BC4BFB}" dt="2025-11-24T14:04:01.523" v="4627" actId="478"/>
          <ac:spMkLst>
            <pc:docMk/>
            <pc:sldMk cId="3697992266" sldId="358"/>
            <ac:spMk id="2" creationId="{8C177BCC-F0B1-E68D-78D0-2CC09E2A9284}"/>
          </ac:spMkLst>
        </pc:spChg>
        <pc:spChg chg="del mod">
          <ac:chgData name="Iain Styles" userId="befbdaae-53f8-4d26-a8dc-3366b09f768a" providerId="ADAL" clId="{5E0D2633-D8F6-500D-A7FC-C9CB56BC4BFB}" dt="2025-11-24T14:04:01.523" v="4627" actId="478"/>
          <ac:spMkLst>
            <pc:docMk/>
            <pc:sldMk cId="3697992266" sldId="358"/>
            <ac:spMk id="3" creationId="{60D93C92-58A8-C761-7B18-64646C8F6551}"/>
          </ac:spMkLst>
        </pc:spChg>
        <pc:spChg chg="del">
          <ac:chgData name="Iain Styles" userId="befbdaae-53f8-4d26-a8dc-3366b09f768a" providerId="ADAL" clId="{5E0D2633-D8F6-500D-A7FC-C9CB56BC4BFB}" dt="2025-11-24T14:04:01.523" v="4627" actId="478"/>
          <ac:spMkLst>
            <pc:docMk/>
            <pc:sldMk cId="3697992266" sldId="358"/>
            <ac:spMk id="4" creationId="{EDF79AC2-C154-1B77-3D81-F53B955A1733}"/>
          </ac:spMkLst>
        </pc:spChg>
        <pc:inkChg chg="add">
          <ac:chgData name="Iain Styles" userId="befbdaae-53f8-4d26-a8dc-3366b09f768a" providerId="ADAL" clId="{5E0D2633-D8F6-500D-A7FC-C9CB56BC4BFB}" dt="2025-11-24T14:36:18.334" v="4628"/>
          <ac:inkMkLst>
            <pc:docMk/>
            <pc:sldMk cId="3697992266" sldId="358"/>
            <ac:inkMk id="5" creationId="{9B5F7A7D-C529-C52D-E7F6-44ADC57F8D6F}"/>
          </ac:inkMkLst>
        </pc:inkChg>
      </pc:sldChg>
      <pc:sldChg chg="modSp new mod">
        <pc:chgData name="Iain Styles" userId="befbdaae-53f8-4d26-a8dc-3366b09f768a" providerId="ADAL" clId="{5E0D2633-D8F6-500D-A7FC-C9CB56BC4BFB}" dt="2025-11-24T05:51:21.932" v="3941" actId="20577"/>
        <pc:sldMkLst>
          <pc:docMk/>
          <pc:sldMk cId="3214882807" sldId="359"/>
        </pc:sldMkLst>
        <pc:spChg chg="mod">
          <ac:chgData name="Iain Styles" userId="befbdaae-53f8-4d26-a8dc-3366b09f768a" providerId="ADAL" clId="{5E0D2633-D8F6-500D-A7FC-C9CB56BC4BFB}" dt="2025-11-24T05:51:13.530" v="3935" actId="14100"/>
          <ac:spMkLst>
            <pc:docMk/>
            <pc:sldMk cId="3214882807" sldId="359"/>
            <ac:spMk id="2" creationId="{E88C626D-54C5-5E3B-4070-13B6A6BB1FA0}"/>
          </ac:spMkLst>
        </pc:spChg>
        <pc:spChg chg="mod">
          <ac:chgData name="Iain Styles" userId="befbdaae-53f8-4d26-a8dc-3366b09f768a" providerId="ADAL" clId="{5E0D2633-D8F6-500D-A7FC-C9CB56BC4BFB}" dt="2025-11-24T05:51:21.932" v="3941" actId="20577"/>
          <ac:spMkLst>
            <pc:docMk/>
            <pc:sldMk cId="3214882807" sldId="359"/>
            <ac:spMk id="3" creationId="{E93DFD9D-17C3-1B10-109D-CDCDC2D49DDC}"/>
          </ac:spMkLst>
        </pc:spChg>
      </pc:sldChg>
      <pc:sldChg chg="addSp delSp modSp new mod">
        <pc:chgData name="Iain Styles" userId="befbdaae-53f8-4d26-a8dc-3366b09f768a" providerId="ADAL" clId="{5E0D2633-D8F6-500D-A7FC-C9CB56BC4BFB}" dt="2025-11-23T21:12:54.214" v="2488" actId="27636"/>
        <pc:sldMkLst>
          <pc:docMk/>
          <pc:sldMk cId="1271805593" sldId="360"/>
        </pc:sldMkLst>
        <pc:spChg chg="mod">
          <ac:chgData name="Iain Styles" userId="befbdaae-53f8-4d26-a8dc-3366b09f768a" providerId="ADAL" clId="{5E0D2633-D8F6-500D-A7FC-C9CB56BC4BFB}" dt="2025-11-23T21:12:23.082" v="2480" actId="20577"/>
          <ac:spMkLst>
            <pc:docMk/>
            <pc:sldMk cId="1271805593" sldId="360"/>
            <ac:spMk id="2" creationId="{BB1E3FF5-96F6-C235-AF1E-4634A21C9CA1}"/>
          </ac:spMkLst>
        </pc:spChg>
        <pc:spChg chg="add del mod">
          <ac:chgData name="Iain Styles" userId="befbdaae-53f8-4d26-a8dc-3366b09f768a" providerId="ADAL" clId="{5E0D2633-D8F6-500D-A7FC-C9CB56BC4BFB}" dt="2025-11-23T21:12:54.214" v="2488" actId="27636"/>
          <ac:spMkLst>
            <pc:docMk/>
            <pc:sldMk cId="1271805593" sldId="360"/>
            <ac:spMk id="3" creationId="{4D733E71-A8D8-1E97-BB2C-1BE57B2269D6}"/>
          </ac:spMkLst>
        </pc:spChg>
        <pc:spChg chg="add mod">
          <ac:chgData name="Iain Styles" userId="befbdaae-53f8-4d26-a8dc-3366b09f768a" providerId="ADAL" clId="{5E0D2633-D8F6-500D-A7FC-C9CB56BC4BFB}" dt="2025-11-23T21:12:35.402" v="2482"/>
          <ac:spMkLst>
            <pc:docMk/>
            <pc:sldMk cId="1271805593" sldId="360"/>
            <ac:spMk id="4" creationId="{F328C839-7968-1000-5CCD-A71BD6A1AAEB}"/>
          </ac:spMkLst>
        </pc:spChg>
      </pc:sldChg>
      <pc:sldChg chg="modSp add mod">
        <pc:chgData name="Iain Styles" userId="befbdaae-53f8-4d26-a8dc-3366b09f768a" providerId="ADAL" clId="{5E0D2633-D8F6-500D-A7FC-C9CB56BC4BFB}" dt="2025-11-23T21:13:50.571" v="2502" actId="27636"/>
        <pc:sldMkLst>
          <pc:docMk/>
          <pc:sldMk cId="3883945175" sldId="361"/>
        </pc:sldMkLst>
        <pc:spChg chg="mod">
          <ac:chgData name="Iain Styles" userId="befbdaae-53f8-4d26-a8dc-3366b09f768a" providerId="ADAL" clId="{5E0D2633-D8F6-500D-A7FC-C9CB56BC4BFB}" dt="2025-11-23T21:13:50.571" v="2502" actId="27636"/>
          <ac:spMkLst>
            <pc:docMk/>
            <pc:sldMk cId="3883945175" sldId="361"/>
            <ac:spMk id="3" creationId="{C589D30B-840D-C8D3-EA32-0515081B093A}"/>
          </ac:spMkLst>
        </pc:spChg>
      </pc:sldChg>
      <pc:sldChg chg="addSp delSp modSp add mod">
        <pc:chgData name="Iain Styles" userId="befbdaae-53f8-4d26-a8dc-3366b09f768a" providerId="ADAL" clId="{5E0D2633-D8F6-500D-A7FC-C9CB56BC4BFB}" dt="2025-11-24T14:36:18.334" v="4628"/>
        <pc:sldMkLst>
          <pc:docMk/>
          <pc:sldMk cId="1365088005" sldId="362"/>
        </pc:sldMkLst>
        <pc:spChg chg="del">
          <ac:chgData name="Iain Styles" userId="befbdaae-53f8-4d26-a8dc-3366b09f768a" providerId="ADAL" clId="{5E0D2633-D8F6-500D-A7FC-C9CB56BC4BFB}" dt="2025-11-23T21:33:35.340" v="2504" actId="478"/>
          <ac:spMkLst>
            <pc:docMk/>
            <pc:sldMk cId="1365088005" sldId="362"/>
            <ac:spMk id="3" creationId="{A8F73683-55D3-8E44-4A61-297CB31BF364}"/>
          </ac:spMkLst>
        </pc:spChg>
        <pc:spChg chg="add del mod">
          <ac:chgData name="Iain Styles" userId="befbdaae-53f8-4d26-a8dc-3366b09f768a" providerId="ADAL" clId="{5E0D2633-D8F6-500D-A7FC-C9CB56BC4BFB}" dt="2025-11-23T21:33:40.474" v="2505" actId="478"/>
          <ac:spMkLst>
            <pc:docMk/>
            <pc:sldMk cId="1365088005" sldId="362"/>
            <ac:spMk id="5" creationId="{A88EF7C8-2B71-1245-6811-7210A95AB063}"/>
          </ac:spMkLst>
        </pc:spChg>
        <pc:picChg chg="add mod">
          <ac:chgData name="Iain Styles" userId="befbdaae-53f8-4d26-a8dc-3366b09f768a" providerId="ADAL" clId="{5E0D2633-D8F6-500D-A7FC-C9CB56BC4BFB}" dt="2025-11-23T21:33:47.823" v="2508" actId="14100"/>
          <ac:picMkLst>
            <pc:docMk/>
            <pc:sldMk cId="1365088005" sldId="362"/>
            <ac:picMk id="6" creationId="{D86D58BB-2855-CAAE-F9C2-6E8123CD9111}"/>
          </ac:picMkLst>
        </pc:picChg>
        <pc:inkChg chg="add">
          <ac:chgData name="Iain Styles" userId="befbdaae-53f8-4d26-a8dc-3366b09f768a" providerId="ADAL" clId="{5E0D2633-D8F6-500D-A7FC-C9CB56BC4BFB}" dt="2025-11-24T14:36:18.334" v="4628"/>
          <ac:inkMkLst>
            <pc:docMk/>
            <pc:sldMk cId="1365088005" sldId="362"/>
            <ac:inkMk id="7" creationId="{FE92AB93-F9DA-D8D2-F90B-8E901F6EB6EF}"/>
          </ac:inkMkLst>
        </pc:inkChg>
      </pc:sldChg>
      <pc:sldChg chg="addSp delSp modSp add mod">
        <pc:chgData name="Iain Styles" userId="befbdaae-53f8-4d26-a8dc-3366b09f768a" providerId="ADAL" clId="{5E0D2633-D8F6-500D-A7FC-C9CB56BC4BFB}" dt="2025-11-24T05:13:54.694" v="3327" actId="688"/>
        <pc:sldMkLst>
          <pc:docMk/>
          <pc:sldMk cId="1436451752" sldId="363"/>
        </pc:sldMkLst>
        <pc:spChg chg="add mod">
          <ac:chgData name="Iain Styles" userId="befbdaae-53f8-4d26-a8dc-3366b09f768a" providerId="ADAL" clId="{5E0D2633-D8F6-500D-A7FC-C9CB56BC4BFB}" dt="2025-11-24T05:11:19.664" v="3264" actId="1076"/>
          <ac:spMkLst>
            <pc:docMk/>
            <pc:sldMk cId="1436451752" sldId="363"/>
            <ac:spMk id="3" creationId="{CF93B85A-AFB7-B964-9C6E-BAE63F101745}"/>
          </ac:spMkLst>
        </pc:spChg>
        <pc:spChg chg="add mod">
          <ac:chgData name="Iain Styles" userId="befbdaae-53f8-4d26-a8dc-3366b09f768a" providerId="ADAL" clId="{5E0D2633-D8F6-500D-A7FC-C9CB56BC4BFB}" dt="2025-11-24T05:11:19.664" v="3264" actId="1076"/>
          <ac:spMkLst>
            <pc:docMk/>
            <pc:sldMk cId="1436451752" sldId="363"/>
            <ac:spMk id="4" creationId="{61DC3296-7FBF-78C9-3C85-04FEB33D568E}"/>
          </ac:spMkLst>
        </pc:spChg>
        <pc:spChg chg="add mod">
          <ac:chgData name="Iain Styles" userId="befbdaae-53f8-4d26-a8dc-3366b09f768a" providerId="ADAL" clId="{5E0D2633-D8F6-500D-A7FC-C9CB56BC4BFB}" dt="2025-11-24T05:11:19.664" v="3264" actId="1076"/>
          <ac:spMkLst>
            <pc:docMk/>
            <pc:sldMk cId="1436451752" sldId="363"/>
            <ac:spMk id="5" creationId="{617A3383-4292-D78C-B86F-2B378FCA3122}"/>
          </ac:spMkLst>
        </pc:spChg>
        <pc:spChg chg="add mod">
          <ac:chgData name="Iain Styles" userId="befbdaae-53f8-4d26-a8dc-3366b09f768a" providerId="ADAL" clId="{5E0D2633-D8F6-500D-A7FC-C9CB56BC4BFB}" dt="2025-11-24T05:11:19.664" v="3264" actId="1076"/>
          <ac:spMkLst>
            <pc:docMk/>
            <pc:sldMk cId="1436451752" sldId="363"/>
            <ac:spMk id="7" creationId="{547B570D-F9D6-37B4-D699-C2369DB1A372}"/>
          </ac:spMkLst>
        </pc:spChg>
        <pc:spChg chg="add del mod">
          <ac:chgData name="Iain Styles" userId="befbdaae-53f8-4d26-a8dc-3366b09f768a" providerId="ADAL" clId="{5E0D2633-D8F6-500D-A7FC-C9CB56BC4BFB}" dt="2025-11-23T21:38:22.090" v="2559"/>
          <ac:spMkLst>
            <pc:docMk/>
            <pc:sldMk cId="1436451752" sldId="363"/>
            <ac:spMk id="8" creationId="{2B7FE521-6F6A-CF63-1790-E265712EE800}"/>
          </ac:spMkLst>
        </pc:spChg>
        <pc:spChg chg="add mod">
          <ac:chgData name="Iain Styles" userId="befbdaae-53f8-4d26-a8dc-3366b09f768a" providerId="ADAL" clId="{5E0D2633-D8F6-500D-A7FC-C9CB56BC4BFB}" dt="2025-11-24T05:13:54.694" v="3327" actId="688"/>
          <ac:spMkLst>
            <pc:docMk/>
            <pc:sldMk cId="1436451752" sldId="363"/>
            <ac:spMk id="11" creationId="{F2953B46-3D71-3ACC-9DD1-AE76B70A0447}"/>
          </ac:spMkLst>
        </pc:spChg>
        <pc:spChg chg="add mod">
          <ac:chgData name="Iain Styles" userId="befbdaae-53f8-4d26-a8dc-3366b09f768a" providerId="ADAL" clId="{5E0D2633-D8F6-500D-A7FC-C9CB56BC4BFB}" dt="2025-11-24T05:11:19.664" v="3264" actId="1076"/>
          <ac:spMkLst>
            <pc:docMk/>
            <pc:sldMk cId="1436451752" sldId="363"/>
            <ac:spMk id="18" creationId="{EFD74C05-F6A2-5FC0-BB5C-04A075CFB655}"/>
          </ac:spMkLst>
        </pc:spChg>
        <pc:spChg chg="add mod">
          <ac:chgData name="Iain Styles" userId="befbdaae-53f8-4d26-a8dc-3366b09f768a" providerId="ADAL" clId="{5E0D2633-D8F6-500D-A7FC-C9CB56BC4BFB}" dt="2025-11-24T05:11:19.664" v="3264" actId="1076"/>
          <ac:spMkLst>
            <pc:docMk/>
            <pc:sldMk cId="1436451752" sldId="363"/>
            <ac:spMk id="23" creationId="{C8D4C97E-4E77-11FA-5C0B-570932B78AE2}"/>
          </ac:spMkLst>
        </pc:spChg>
        <pc:spChg chg="add mod">
          <ac:chgData name="Iain Styles" userId="befbdaae-53f8-4d26-a8dc-3366b09f768a" providerId="ADAL" clId="{5E0D2633-D8F6-500D-A7FC-C9CB56BC4BFB}" dt="2025-11-24T05:11:19.664" v="3264" actId="1076"/>
          <ac:spMkLst>
            <pc:docMk/>
            <pc:sldMk cId="1436451752" sldId="363"/>
            <ac:spMk id="28" creationId="{51272E57-E3EB-8B7B-9A33-C94FEAE140FB}"/>
          </ac:spMkLst>
        </pc:spChg>
        <pc:spChg chg="add mod">
          <ac:chgData name="Iain Styles" userId="befbdaae-53f8-4d26-a8dc-3366b09f768a" providerId="ADAL" clId="{5E0D2633-D8F6-500D-A7FC-C9CB56BC4BFB}" dt="2025-11-24T05:11:19.664" v="3264" actId="1076"/>
          <ac:spMkLst>
            <pc:docMk/>
            <pc:sldMk cId="1436451752" sldId="363"/>
            <ac:spMk id="37" creationId="{C373A851-E9CE-9376-E8F8-A498F30396C5}"/>
          </ac:spMkLst>
        </pc:spChg>
        <pc:spChg chg="add mod">
          <ac:chgData name="Iain Styles" userId="befbdaae-53f8-4d26-a8dc-3366b09f768a" providerId="ADAL" clId="{5E0D2633-D8F6-500D-A7FC-C9CB56BC4BFB}" dt="2025-11-24T05:13:19.732" v="3325" actId="20577"/>
          <ac:spMkLst>
            <pc:docMk/>
            <pc:sldMk cId="1436451752" sldId="363"/>
            <ac:spMk id="86" creationId="{A78D58D5-7B9E-6AB6-AFA0-11CF1AA19852}"/>
          </ac:spMkLst>
        </pc:spChg>
        <pc:picChg chg="del">
          <ac:chgData name="Iain Styles" userId="befbdaae-53f8-4d26-a8dc-3366b09f768a" providerId="ADAL" clId="{5E0D2633-D8F6-500D-A7FC-C9CB56BC4BFB}" dt="2025-11-23T21:35:31.542" v="2510" actId="478"/>
          <ac:picMkLst>
            <pc:docMk/>
            <pc:sldMk cId="1436451752" sldId="363"/>
            <ac:picMk id="6" creationId="{EFB19753-DB60-9C55-D042-E409187ECCA4}"/>
          </ac:picMkLst>
        </pc:picChg>
        <pc:cxnChg chg="add mod">
          <ac:chgData name="Iain Styles" userId="befbdaae-53f8-4d26-a8dc-3366b09f768a" providerId="ADAL" clId="{5E0D2633-D8F6-500D-A7FC-C9CB56BC4BFB}" dt="2025-11-24T05:11:52.794" v="3273" actId="692"/>
          <ac:cxnSpMkLst>
            <pc:docMk/>
            <pc:sldMk cId="1436451752" sldId="363"/>
            <ac:cxnSpMk id="10" creationId="{4C4E1AFF-C42F-7BF2-9F4B-907F08D23D20}"/>
          </ac:cxnSpMkLst>
        </pc:cxnChg>
        <pc:cxnChg chg="add mod">
          <ac:chgData name="Iain Styles" userId="befbdaae-53f8-4d26-a8dc-3366b09f768a" providerId="ADAL" clId="{5E0D2633-D8F6-500D-A7FC-C9CB56BC4BFB}" dt="2025-11-24T05:11:52.794" v="3273" actId="692"/>
          <ac:cxnSpMkLst>
            <pc:docMk/>
            <pc:sldMk cId="1436451752" sldId="363"/>
            <ac:cxnSpMk id="13" creationId="{1BE6D554-8730-F938-E018-19EBC9257ABD}"/>
          </ac:cxnSpMkLst>
        </pc:cxnChg>
        <pc:cxnChg chg="add mod">
          <ac:chgData name="Iain Styles" userId="befbdaae-53f8-4d26-a8dc-3366b09f768a" providerId="ADAL" clId="{5E0D2633-D8F6-500D-A7FC-C9CB56BC4BFB}" dt="2025-11-24T05:11:52.794" v="3273" actId="692"/>
          <ac:cxnSpMkLst>
            <pc:docMk/>
            <pc:sldMk cId="1436451752" sldId="363"/>
            <ac:cxnSpMk id="20" creationId="{2EEE4246-DA5A-0A90-C5C2-BEF5F70CBE0F}"/>
          </ac:cxnSpMkLst>
        </pc:cxnChg>
        <pc:cxnChg chg="add mod">
          <ac:chgData name="Iain Styles" userId="befbdaae-53f8-4d26-a8dc-3366b09f768a" providerId="ADAL" clId="{5E0D2633-D8F6-500D-A7FC-C9CB56BC4BFB}" dt="2025-11-24T05:11:52.794" v="3273" actId="692"/>
          <ac:cxnSpMkLst>
            <pc:docMk/>
            <pc:sldMk cId="1436451752" sldId="363"/>
            <ac:cxnSpMk id="24" creationId="{696F94C3-1509-3266-1D77-5F61DF5B5F18}"/>
          </ac:cxnSpMkLst>
        </pc:cxnChg>
        <pc:cxnChg chg="add mod">
          <ac:chgData name="Iain Styles" userId="befbdaae-53f8-4d26-a8dc-3366b09f768a" providerId="ADAL" clId="{5E0D2633-D8F6-500D-A7FC-C9CB56BC4BFB}" dt="2025-11-24T05:11:52.794" v="3273" actId="692"/>
          <ac:cxnSpMkLst>
            <pc:docMk/>
            <pc:sldMk cId="1436451752" sldId="363"/>
            <ac:cxnSpMk id="34" creationId="{E39674D9-74DD-C361-BADB-514DA2CEFD16}"/>
          </ac:cxnSpMkLst>
        </pc:cxnChg>
        <pc:cxnChg chg="add mod">
          <ac:chgData name="Iain Styles" userId="befbdaae-53f8-4d26-a8dc-3366b09f768a" providerId="ADAL" clId="{5E0D2633-D8F6-500D-A7FC-C9CB56BC4BFB}" dt="2025-11-24T05:11:52.794" v="3273" actId="692"/>
          <ac:cxnSpMkLst>
            <pc:docMk/>
            <pc:sldMk cId="1436451752" sldId="363"/>
            <ac:cxnSpMk id="76" creationId="{650D9701-DCA5-3CFB-8E8C-3B17510997E5}"/>
          </ac:cxnSpMkLst>
        </pc:cxnChg>
      </pc:sldChg>
      <pc:sldChg chg="modSp new mod">
        <pc:chgData name="Iain Styles" userId="befbdaae-53f8-4d26-a8dc-3366b09f768a" providerId="ADAL" clId="{5E0D2633-D8F6-500D-A7FC-C9CB56BC4BFB}" dt="2025-11-24T05:59:04.036" v="4618" actId="20577"/>
        <pc:sldMkLst>
          <pc:docMk/>
          <pc:sldMk cId="1439115752" sldId="364"/>
        </pc:sldMkLst>
        <pc:spChg chg="mod">
          <ac:chgData name="Iain Styles" userId="befbdaae-53f8-4d26-a8dc-3366b09f768a" providerId="ADAL" clId="{5E0D2633-D8F6-500D-A7FC-C9CB56BC4BFB}" dt="2025-11-24T05:09:54.062" v="3239" actId="20577"/>
          <ac:spMkLst>
            <pc:docMk/>
            <pc:sldMk cId="1439115752" sldId="364"/>
            <ac:spMk id="2" creationId="{296864FE-3603-6733-0C87-A0ABB77E4EF9}"/>
          </ac:spMkLst>
        </pc:spChg>
        <pc:spChg chg="mod">
          <ac:chgData name="Iain Styles" userId="befbdaae-53f8-4d26-a8dc-3366b09f768a" providerId="ADAL" clId="{5E0D2633-D8F6-500D-A7FC-C9CB56BC4BFB}" dt="2025-11-24T05:59:04.036" v="4618" actId="20577"/>
          <ac:spMkLst>
            <pc:docMk/>
            <pc:sldMk cId="1439115752" sldId="364"/>
            <ac:spMk id="3" creationId="{0BF554C0-C6B5-0A8A-30F7-BB75233F69CF}"/>
          </ac:spMkLst>
        </pc:spChg>
      </pc:sldChg>
      <pc:sldChg chg="addSp delSp modSp new mod">
        <pc:chgData name="Iain Styles" userId="befbdaae-53f8-4d26-a8dc-3366b09f768a" providerId="ADAL" clId="{5E0D2633-D8F6-500D-A7FC-C9CB56BC4BFB}" dt="2025-11-24T14:36:18.334" v="4628"/>
        <pc:sldMkLst>
          <pc:docMk/>
          <pc:sldMk cId="598281880" sldId="365"/>
        </pc:sldMkLst>
        <pc:spChg chg="mod">
          <ac:chgData name="Iain Styles" userId="befbdaae-53f8-4d26-a8dc-3366b09f768a" providerId="ADAL" clId="{5E0D2633-D8F6-500D-A7FC-C9CB56BC4BFB}" dt="2025-11-23T21:55:00.626" v="2999" actId="20577"/>
          <ac:spMkLst>
            <pc:docMk/>
            <pc:sldMk cId="598281880" sldId="365"/>
            <ac:spMk id="2" creationId="{3579809E-6BA6-DC0C-15A8-570B1B65A4B1}"/>
          </ac:spMkLst>
        </pc:spChg>
        <pc:spChg chg="del mod">
          <ac:chgData name="Iain Styles" userId="befbdaae-53f8-4d26-a8dc-3366b09f768a" providerId="ADAL" clId="{5E0D2633-D8F6-500D-A7FC-C9CB56BC4BFB}" dt="2025-11-24T05:28:20.917" v="3916" actId="478"/>
          <ac:spMkLst>
            <pc:docMk/>
            <pc:sldMk cId="598281880" sldId="365"/>
            <ac:spMk id="3" creationId="{72981151-F35C-C4EB-BC76-3E33710823BC}"/>
          </ac:spMkLst>
        </pc:spChg>
        <pc:spChg chg="add del mod">
          <ac:chgData name="Iain Styles" userId="befbdaae-53f8-4d26-a8dc-3366b09f768a" providerId="ADAL" clId="{5E0D2633-D8F6-500D-A7FC-C9CB56BC4BFB}" dt="2025-11-24T05:28:23.485" v="3917" actId="478"/>
          <ac:spMkLst>
            <pc:docMk/>
            <pc:sldMk cId="598281880" sldId="365"/>
            <ac:spMk id="5" creationId="{3552109E-1E66-3D9C-D1FF-CE296DA36FC2}"/>
          </ac:spMkLst>
        </pc:spChg>
        <pc:inkChg chg="add">
          <ac:chgData name="Iain Styles" userId="befbdaae-53f8-4d26-a8dc-3366b09f768a" providerId="ADAL" clId="{5E0D2633-D8F6-500D-A7FC-C9CB56BC4BFB}" dt="2025-11-24T14:36:18.334" v="4628"/>
          <ac:inkMkLst>
            <pc:docMk/>
            <pc:sldMk cId="598281880" sldId="365"/>
            <ac:inkMk id="6" creationId="{45663A7F-B0E9-3EFD-104B-10AD759B129C}"/>
          </ac:inkMkLst>
        </pc:inkChg>
      </pc:sldChg>
      <pc:sldChg chg="modSp new mod ord">
        <pc:chgData name="Iain Styles" userId="befbdaae-53f8-4d26-a8dc-3366b09f768a" providerId="ADAL" clId="{5E0D2633-D8F6-500D-A7FC-C9CB56BC4BFB}" dt="2025-11-24T13:36:32.020" v="4623" actId="20578"/>
        <pc:sldMkLst>
          <pc:docMk/>
          <pc:sldMk cId="299002238" sldId="366"/>
        </pc:sldMkLst>
        <pc:spChg chg="mod">
          <ac:chgData name="Iain Styles" userId="befbdaae-53f8-4d26-a8dc-3366b09f768a" providerId="ADAL" clId="{5E0D2633-D8F6-500D-A7FC-C9CB56BC4BFB}" dt="2025-11-24T05:14:31.760" v="3355" actId="20577"/>
          <ac:spMkLst>
            <pc:docMk/>
            <pc:sldMk cId="299002238" sldId="366"/>
            <ac:spMk id="2" creationId="{2BDF6B59-32A9-BBE0-98B9-74B5269B6CED}"/>
          </ac:spMkLst>
        </pc:spChg>
        <pc:spChg chg="mod">
          <ac:chgData name="Iain Styles" userId="befbdaae-53f8-4d26-a8dc-3366b09f768a" providerId="ADAL" clId="{5E0D2633-D8F6-500D-A7FC-C9CB56BC4BFB}" dt="2025-11-24T05:19:05.429" v="3915" actId="20577"/>
          <ac:spMkLst>
            <pc:docMk/>
            <pc:sldMk cId="299002238" sldId="366"/>
            <ac:spMk id="3" creationId="{7A767377-276D-4E8C-238E-A96E58E9E499}"/>
          </ac:spMkLst>
        </pc:spChg>
      </pc:sldChg>
      <pc:sldChg chg="modSp new mod">
        <pc:chgData name="Iain Styles" userId="befbdaae-53f8-4d26-a8dc-3366b09f768a" providerId="ADAL" clId="{5E0D2633-D8F6-500D-A7FC-C9CB56BC4BFB}" dt="2025-11-24T05:57:56.093" v="4614" actId="20577"/>
        <pc:sldMkLst>
          <pc:docMk/>
          <pc:sldMk cId="454006467" sldId="367"/>
        </pc:sldMkLst>
        <pc:spChg chg="mod">
          <ac:chgData name="Iain Styles" userId="befbdaae-53f8-4d26-a8dc-3366b09f768a" providerId="ADAL" clId="{5E0D2633-D8F6-500D-A7FC-C9CB56BC4BFB}" dt="2025-11-24T05:51:37.876" v="3962" actId="20577"/>
          <ac:spMkLst>
            <pc:docMk/>
            <pc:sldMk cId="454006467" sldId="367"/>
            <ac:spMk id="2" creationId="{FAEC33AA-30DD-1E64-D470-6CB6AA7C9F4D}"/>
          </ac:spMkLst>
        </pc:spChg>
        <pc:spChg chg="mod">
          <ac:chgData name="Iain Styles" userId="befbdaae-53f8-4d26-a8dc-3366b09f768a" providerId="ADAL" clId="{5E0D2633-D8F6-500D-A7FC-C9CB56BC4BFB}" dt="2025-11-24T05:57:56.093" v="4614" actId="20577"/>
          <ac:spMkLst>
            <pc:docMk/>
            <pc:sldMk cId="454006467" sldId="367"/>
            <ac:spMk id="3" creationId="{04E1C509-5DA2-7E88-DE04-86F3D5C1E1AA}"/>
          </ac:spMkLst>
        </pc:spChg>
      </pc:sldChg>
      <pc:sldChg chg="addSp new">
        <pc:chgData name="Iain Styles" userId="befbdaae-53f8-4d26-a8dc-3366b09f768a" providerId="ADAL" clId="{5E0D2633-D8F6-500D-A7FC-C9CB56BC4BFB}" dt="2025-11-24T15:05:11.516" v="4631"/>
        <pc:sldMkLst>
          <pc:docMk/>
          <pc:sldMk cId="4140607998" sldId="368"/>
        </pc:sldMkLst>
        <pc:inkChg chg="add">
          <ac:chgData name="Iain Styles" userId="befbdaae-53f8-4d26-a8dc-3366b09f768a" providerId="ADAL" clId="{5E0D2633-D8F6-500D-A7FC-C9CB56BC4BFB}" dt="2025-11-24T15:05:11.516" v="4631"/>
          <ac:inkMkLst>
            <pc:docMk/>
            <pc:sldMk cId="4140607998" sldId="368"/>
            <ac:inkMk id="4" creationId="{E802287C-981B-A3D1-413B-8ECE49099AB6}"/>
          </ac:inkMkLst>
        </pc:inkChg>
      </pc:sldChg>
      <pc:sldChg chg="addSp new">
        <pc:chgData name="Iain Styles" userId="befbdaae-53f8-4d26-a8dc-3366b09f768a" providerId="ADAL" clId="{5E0D2633-D8F6-500D-A7FC-C9CB56BC4BFB}" dt="2025-11-24T15:05:11.516" v="4631"/>
        <pc:sldMkLst>
          <pc:docMk/>
          <pc:sldMk cId="4168382444" sldId="369"/>
        </pc:sldMkLst>
        <pc:inkChg chg="add">
          <ac:chgData name="Iain Styles" userId="befbdaae-53f8-4d26-a8dc-3366b09f768a" providerId="ADAL" clId="{5E0D2633-D8F6-500D-A7FC-C9CB56BC4BFB}" dt="2025-11-24T15:05:11.516" v="4631"/>
          <ac:inkMkLst>
            <pc:docMk/>
            <pc:sldMk cId="4168382444" sldId="369"/>
            <ac:inkMk id="4" creationId="{AA0402DD-29BC-8870-1327-CBB9503CDF03}"/>
          </ac:inkMkLst>
        </pc:inkChg>
      </pc:sldChg>
      <pc:sldMasterChg chg="delSldLayout">
        <pc:chgData name="Iain Styles" userId="befbdaae-53f8-4d26-a8dc-3366b09f768a" providerId="ADAL" clId="{5E0D2633-D8F6-500D-A7FC-C9CB56BC4BFB}" dt="2025-11-23T19:15:32.177" v="2167" actId="2696"/>
        <pc:sldMasterMkLst>
          <pc:docMk/>
          <pc:sldMasterMk cId="1436357251" sldId="2147483660"/>
        </pc:sldMasterMkLst>
        <pc:sldLayoutChg chg="del">
          <pc:chgData name="Iain Styles" userId="befbdaae-53f8-4d26-a8dc-3366b09f768a" providerId="ADAL" clId="{5E0D2633-D8F6-500D-A7FC-C9CB56BC4BFB}" dt="2025-11-23T19:15:32.177" v="2167" actId="2696"/>
          <pc:sldLayoutMkLst>
            <pc:docMk/>
            <pc:sldMasterMk cId="1436357251" sldId="2147483660"/>
            <pc:sldLayoutMk cId="1992392503" sldId="2147483739"/>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36D3417-75BC-C54F-B209-3B706A8CCE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CE0A46D-43DE-BC4C-9837-2979FE0093D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B7ADF77-2023-D74B-9A03-BFA0C5C7CE1A}" type="datetimeFigureOut">
              <a:rPr lang="en-US" smtClean="0"/>
              <a:t>11/20/25</a:t>
            </a:fld>
            <a:endParaRPr lang="en-US"/>
          </a:p>
        </p:txBody>
      </p:sp>
      <p:sp>
        <p:nvSpPr>
          <p:cNvPr id="4" name="Footer Placeholder 3">
            <a:extLst>
              <a:ext uri="{FF2B5EF4-FFF2-40B4-BE49-F238E27FC236}">
                <a16:creationId xmlns:a16="http://schemas.microsoft.com/office/drawing/2014/main" id="{1B1BBCED-4587-A646-BEDB-46936438AF7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1</a:t>
            </a:r>
          </a:p>
        </p:txBody>
      </p:sp>
      <p:sp>
        <p:nvSpPr>
          <p:cNvPr id="5" name="Slide Number Placeholder 4">
            <a:extLst>
              <a:ext uri="{FF2B5EF4-FFF2-40B4-BE49-F238E27FC236}">
                <a16:creationId xmlns:a16="http://schemas.microsoft.com/office/drawing/2014/main" id="{B344CE3C-DF0C-9349-B48C-C47FA90BE6D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EC03ADA-6B43-F443-8DD3-2F88E928691B}" type="slidenum">
              <a:rPr lang="en-US" smtClean="0"/>
              <a:t>‹#›</a:t>
            </a:fld>
            <a:endParaRPr lang="en-US"/>
          </a:p>
        </p:txBody>
      </p:sp>
    </p:spTree>
    <p:extLst>
      <p:ext uri="{BB962C8B-B14F-4D97-AF65-F5344CB8AC3E}">
        <p14:creationId xmlns:p14="http://schemas.microsoft.com/office/powerpoint/2010/main" val="3463618733"/>
      </p:ext>
    </p:extLst>
  </p:cSld>
  <p:clrMap bg1="lt1" tx1="dk1" bg2="lt2" tx2="dk2" accent1="accent1" accent2="accent2" accent3="accent3" accent4="accent4" accent5="accent5" accent6="accent6" hlink="hlink" folHlink="folHlink"/>
  <p:hf hdr="0" dt="0"/>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4T14:06:47.420"/>
    </inkml:context>
    <inkml:brush xml:id="br0">
      <inkml:brushProperty name="width" value="0.05292" units="cm"/>
      <inkml:brushProperty name="height" value="0.05292" units="cm"/>
      <inkml:brushProperty name="color" value="#002060"/>
    </inkml:brush>
  </inkml:definitions>
  <inkml:trace contextRef="#ctx0" brushRef="#br0">31571 7507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4T14:18:15.704"/>
    </inkml:context>
    <inkml:brush xml:id="br0">
      <inkml:brushProperty name="width" value="0.09071" units="cm"/>
      <inkml:brushProperty name="height" value="0.09071" units="cm"/>
      <inkml:brushProperty name="color" value="#002060"/>
    </inkml:brush>
  </inkml:definitions>
  <inkml:trace contextRef="#ctx0" brushRef="#br0">20133 8961 7533,'-40'23'-720,"4"-17"675,12 6 0,-1-1-45,-5-11 360,13 0 90,10-7-180,-4 5 539,10-14-359,-5 6-90,6 0 270,0 3-91,0-1-89,-11 6 90,-3-14-270,-16 14 0,-1-21-360,-1 3 90,16 0 0,2-3-45,1-6 0,2-3-45,3-3 0,2-2 180,-3-11 0,1 0 135,5 2 0,-1 1 225,-3-3 0,-3 0-1,-4 8 1,-2 0-45,-2-4 0,-2 2-270,-6 5 0,-3 1 0,-1-4 0,-2 2-135,1 6 0,0 1-30,8 7 0,0-2 0,1 0 22,1-1 1,1 1-1,0-2 98,-1-1 0,1-1 0,-1-1 0,-1-3 0,0-1 0,0 0 0,-1 2 0,1 0 0,-2 1 60,-2 2 0,0 0 0,-1 0-208,-1-2 0,-1 1 1,0 0 87,-2 4 0,-1 0 0,1 1 0,4-1 0,0 1 0,0-2 60,-5-2 0,0-2 0,1 0 60,5 3 0,2-1 0,-2-1 7,0 3 1,-2-1-1,0 0 1,2 2-38,-3-5 0,1 2 0,0-1-8,2 5 1,-1-2-1,0 0 1,0 1 7,-7-9 0,-1 1 0,1 0-30,7 8 0,0-1 0,0 1 0,-1-1 67,-1-2 0,0-1 1,-1 0-1,2 2-37,-3-5 0,1 2 0,-2 0-8,3 4 1,-1 0 0,0 0-1,1 0-256,-3-6 1,0 1-1,-2 0 234,4 6 0,-3 1 0,1 0 0,0-1 22,4 1 1,0-1-1,0 1 1,1 1 97,-6-3 0,0 2 0,-1-2-53,5 3 1,-1-1-1,-1 0 1,2 1-68,-3-3 0,0 1 0,-1 0-90,2 1 0,-3 0 0,0-1 0,2 2 0,-2-3 0,1 1 0,-2-1-180,1 3 0,-3 0 0,1-1 1,0 1 224,5 2 0,1 0 0,0 1 0,0-1 67,-4-1 1,0-1-1,0 1 1,0-1 22,2 3 0,0 0 0,1 0 0,-1 0-45,-7-7 0,0-1 0,0 3 209,3 5 1,1 1 0,-1-1-150,-2-2 0,0-2 0,0 0-150,1 0 0,1 0 0,-2-1 0,-1 0 0,-1 0 1,1-1 44,8 5 0,0-2 0,0 1 0,1 0-45,-10-4 0,1 2 0,1 0 90,5 2 0,0 1 0,-1-1 120,-3-1 0,-2-1 0,2 1 29,4 0 1,2 1 0,-1 0-156,-2 3 0,-1 0 0,0-1 125,-2-6 1,-1 0 0,0 1-60,3 7 0,-1 2 0,-1-1-90,-6-4 0,0-1 0,1 1 60,9 5 0,3 0 0,-3 1-98,-1 2 1,-2 0 0,1 1 0,2-1-23,2-1 0,2 1 0,-2-1 90,-5 1 0,-3 0 0,-2 0 0,4-1 0,-2-2 0,2 0 0,-2 1 60,-6 2 0,-3 0 0,2 0-90,2-2 0,1-1 0,0 2 0,-2 5 0,0 3 0,-1-2 60,-1-4 0,0-1 0,0 3-90,7 6 0,1 3 0,-2 0-60,-5-2 0,-2-1 0,0 1 90,-1 4 0,0 1 0,-1 1-15,10 1 0,-1-1 0,0 1 0,-1 1-111,-2 1 1,-1-1 0,1 2 0,0 1 155,2 1 0,0 2 0,1 0 0,0 1-68,1 0 1,-1 0 0,2 2 0,-1 1 22,0 4 0,0 2 0,0 1 0,0 1-23,-3 1 1,0 2-1,0 1 1,1 2-84,9-3 1,1 2 0,1 2-1,0-1 1,1 1 105,-7 5 0,1 0 0,1 1 0,1 1 27,7-4 0,1 1 0,1 1 0,1 0 0,0 1 18,0 0 0,0 1 0,1 1 0,0-1 0,1 1 18,0 0 0,2 0 0,0 1 0,0-1 0,-1 2-36,0 1 0,-2 1 0,1 0 0,1 0 0,0 0 90,3-1 0,1-1 0,0 1 0,0-1 0,0 0-192,-1 1 0,-1 0 0,1 0 1,-1 0-1,1 1 120,0 3 0,1 1 0,-1 0 0,1 1 0,0-1-36,-1 0 0,1 0 0,0 0 0,0 1 0,0-1 18,-1 2 0,1 0 0,0-1 0,0 1 0,1 1 0,1 0 0,1 0 0,1 1 0,-1 0 0,0-1 0,0-1 0,-1 1 0,0-1 0,0 0 0,2 0 0,2-2 0,1 0 0,0 0 0,0-2 0,0-2 18,0-3 0,-1-3 0,1 1 0,-1 4 0,2 1 0,-1 4 0,0 2 0,1 0 0,-1 0 0,1-4 0,-3 8 0,0-3 0,0 0 0,0 3 0,1-6 0,1 3 0,0 1 0,-1 0 0,1 0 0,0 0-212,1-3 1,-1 2 0,1-1 0,0-1 0,0-1 0,2-3 211,-1 4 0,1-4 0,1 1 0,-1 3 0,1-5 0,-1 4 0,0 1 0,0 1 0,0-2 0,2-3-14,-1 8 1,1-4 0,1 0 0,-2 2 67,0-1 0,-1 1 0,-1 1 0,1-1 0,0-1 13,-1 4 1,0-1-1,0-1 1,0 1-22,1-9 0,0 1 0,-1-1 0,1 1 1,-1-1-25,0 7 1,0-1-1,0 1 1,1-1-91,0-2 1,1 1-1,0-2 1,0 1 139,0-2 0,-1 0 0,2-1 0,0 1-72,2 0 0,2 0 0,-1 0 0,0-2 0,-3 6 0,-1-1 0,1 2 0,2-4 0,2 2 0,0 0 0,-1-2 0,-2 4 0,0-2 0,-1 2 22,1-3 1,-1 2-1,1 1 1,-1-2 22,2-4 0,0-1 0,0 0 0,-1 0-23,-2 3 1,0 1-1,0 0 1,0-1-23,1 0 0,0-1 0,1 0 0,-1 0-23,2-2 1,-1 0-1,1 0 1,0 1-68,-2 5 0,1 2 0,0 0 0,1-2 67,2-6 1,0-2-1,2 1 1,-2 1 44,0 6 1,-1 2-1,1 1 1,0-2 22,0-4 0,1 0 0,1-1 0,-1-2 15,0 6 0,-1-2 0,2 3-7,-1-7 1,1 2 0,1 1 0,-1-1 0,0-3-24,1 6 0,0-3 0,1 3-30,-1 2 0,1 5 0,1-1 0,-1-5 0,0-8 0,1-4 0,1 3-23,1 3 1,1 3 0,1-1-1,0-2-37,0-3 0,1-2 1,2 3 247,-1 1 0,3 3 1,-1 0-1,0-3-308,1 2 0,-1-3 0,2-1 120,-1-4 0,1-1 0,1 1 30,0 4 0,1 0 0,1-1 609,8 6 1,1 0-520,-8-8 0,0 2 0,1-2-180,1-4 0,1-1 0,-1 0 60,5 12 0,0-2-45,4 1 0,2-1 45,3-3 0,-1-2 0,-4-2 0,1-1-60,-3-5 0,1 0 0,-1-1-165,2 3 0,1 0 165,-3-5 0,1 1 0,0-2 60,7 5 0,0-1 90,2 0 0,0 1 0,-1-1 0,1 1-90,-3-1 0,0 1 453,-3-5 1,1 1-454,5 7 0,2-1 0,-2-9 0,1-1 29,-8-4 1,2 0 0,0-2 30,0-3 0,1-3 0,0 1 321,10 5 0,1 0-351,-7-6 0,2-1 0,-3 0-30,7 8 0,1-2-90,0-7 0,5-3 0,-2 1 28,-8 0 0,-1 0 0,2-1 32,8-6 0,2-2 0,-2 0 60,-8 0 0,-1 0 0,1-2-8,-3-1 1,2-1-1,0-2 1,-1 0 37,6-5 0,-2-1 0,2 0-160,-4 5 0,2 0 0,0-1 1,-2-1 143,-3-1 1,-2-1 0,0-1 0,0 1-23,2 1 1,0 0 0,0 1-1,-1-1-22,8-5 0,-1 0 0,1 0 0,-7 5 0,0-1 0,1 0 0,1-1 45,1-3 0,2-1 0,-1 0 0,1 0 0,0 3 0,1 1 0,0-1 0,0-1-184,-6 1 1,-1-2 0,1 0 0,0 0 0,-1 1 183,7-1 0,0 2 0,-1-1 0,1 0 22,0-3 1,0-2-1,0 1 1,0 0-113,1 1 0,-1 1 0,0-1 0,1 1 27,-9 3 0,1 0 0,-1 0 0,1-1 0,0 1-72,0-2 0,1 1 0,0-1 0,-1 0 0,1 0-190,0 0 0,0 0 0,0-1 0,0 1 1,1-2 243,1-2 0,0-1 0,1-1 0,-1 0 0,1 1 18,0-1 0,1 0 0,-1 1 0,1-1 0,-1 0 72,-1 1 0,-1-1 0,1 0 0,-1 1 0,1-1-1,0 1 1,0-1 0,0 1 0,0 0 0,0 0-36,-1 0 0,1-1 0,-1 1 0,0 0 0,0-1-18,0 1 0,0-1 0,0 1 0,0-1 0,1 0 0,-1 1 0,0-1 0,1 1 0,-1-1 0,0 0-18,1-1 0,-1 0 0,0 0 0,0 0 0,-1 1 36,-1 1 0,-1 1 0,-1 0 0,1 0 0,-1 0 0,0 0 0,0 0 0,0 0 0,-2 1 0,-1 0-18,1-1 0,-3 1 0,0 0 0,2-1 0,1 0 0,2 0 0,1-1 0,-1 1 0,-3 0-131,0 1 0,-3 1 0,0-1 0,2-1 113,2 0 0,3-2 0,0 1 0,-1-1 0,-2 3 18,3-4 0,-2 2 0,2-2-23,1-2 1,2-2-1,1 0 1,-3 2 22,-1 3 0,-2 1 0,1-1 67,-1 0 1,0-1-1,1-1 1,0 1-46,0 2 1,0 1-1,0 0 1,-1-1-1,-3 1 1,-2 0-1,1 0 1,1 0-23,4-2 0,1 1 0,1-1 0,-1-1 22,-1 1 1,0-2-1,-1 1 1,0 1-1,-1 2 1,-1 1-1,0 0 1,0-1 18,0-1 1,-1-1 0,1 0-1,0 1-19,0 1 1,0 0 0,-1 1-1,0 0 38,4-6 0,-1 1 0,1 0-38,-2 3 1,1 0 0,0 0-1,-1 2-22,1-2 0,-1 2 0,1-3 22,-1 1 1,2-3 0,0 1-1,-3 2 8,2 0 0,-1 2 0,-1-1 182,4-3 1,0-2 0,-2 2-78,3-4 0,-2 1 550,-6 4 0,-2 1-640,-7 4 0,-2 1 842,7-6-977,-4 1 632,3-7-542,-4-4 125,0-8 10,-4 15 0,-1 1 315,1-10-180,-3 13 0,-1 1 719,1-18-719,-5 5-270,-12 3 180,-3 10-360,-16-9-899,5 5 944,12 4 0,1-1-135,0 0 0,1-1 135,4 0 0,2-1 135,2-3 0,-1 1-270,-1-15-315,1 20 1,-4-1-541,-7 3 1,-5 1 1124,-5 0 0,-6-1 0,-4-1 0,-6-1 0,-2 0 0,-3 0 0,-1 0 0,1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4T14:25:08.474"/>
    </inkml:context>
    <inkml:brush xml:id="br0">
      <inkml:brushProperty name="width" value="0.09071" units="cm"/>
      <inkml:brushProperty name="height" value="0.09071" units="cm"/>
      <inkml:brushProperty name="color" value="#002060"/>
    </inkml:brush>
  </inkml:definitions>
  <inkml:trace contextRef="#ctx0" brushRef="#br0">2946 3739 9062,'-26'-17'2428,"-1"-9"-1888,-8 7-405,13 2 0,0 0 135,-23-2-90,12 9 0,-2 2-46,3 2 1,-1 4-165,-2 9 0,-2 4 1,-1 3-31,2-1 0,-1 3 0,1 2-217,-6 5 0,0 4 0,0 3 277,7-1 0,0 3 0,1 2 0,1-2-438,4-2 0,1 0 0,1 0 1,1 2 482,2 2 0,1 0 0,1 2 0,1 1 22,-2 4 0,1 2 1,2 0-1,3-1-127,3-1 1,4 0-1,2 2 172,1 2 1,0 3-1,3 1 1,5-5-113,6-1 0,5-3 0,4-1-259,6 4 0,5-2 0,4-4 259,4-7 0,4-4 0,3-3 22,-7-6 1,2 0 0,1-3-1,1-2-84,2-1 0,0-3 0,2-2 0,0-1 242,5-1 0,1 0 0,0-3 0,-1-2-45,-2-3 0,-1-2 0,0-2 0,0-2 44,-1-1 1,1-1 0,-1-2 0,-3-2 67,-5 1 1,-2-2-1,-1-1 1,-3-2 21,6-7 1,-4-2 0,-2-3-1,-6 2 1,-2-3 0,-1-1 0,-3 1 0,0-4 0,-3 0 0,-1-2-135,-1-1 0,-1-3 0,-2 0 0,-2 0 108,-4 5 1,-3-1 0,-2 1 0,-1 0-312,-2-3 1,-2-1-1,-2 1 1,-2 2-72,-2-3 0,-2 3 0,-7 3-881,-8 1 1,-6 3-1,-1 9-619,-2 9 1,-2 6 1502,-6-4 0,4 1 0,7-5 0,29-4 0</inkml:trace>
  <inkml:trace contextRef="#ctx0" brushRef="#br0" timeOffset="883">3475 4445 7533,'10'0'1439,"5"0"-540,-5 0 1,39 0-406,-3 0 1,4 0-360,-7 0 0,12 0-235,-25 0 1,6 1 0,7 0-1,4-1 1,5 1 0,2 0-1,3 0 1,0 0 0,0 1 0,0-1-1,-3 0 1,-3 1 0,-4-1-1,-4 0 1,-7 1 0,19 0 0,-11 1-1,0 0 1,10 0 0,-5-1-1,0 0 1,-1 0 0,1 0-1,0 0 1,-1 0 0,1 0 0,0 0-1,-1 0 1,1 0 0,0 0-1,-1 0 1,1 0 0</inkml:trace>
  <inkml:trace contextRef="#ctx0" brushRef="#br0" timeOffset="2150">5194 4145 7533,'-14'-10'270,"-19"-5"1618,11 13-1078,-15-6-180,12 8-91,8 0-809,10 8 810,7-6 270,17 21-540,-2-19-121,6 12 1,10 12 0,6 6 0,0 3 0,-2-4 0,-9-8-105,-2-6 0,0 1-9,8 7 0,10 10 0,2 2 0,-10-6 0,-16-12 594,-18-14-91,0-5-359,-5 6 720,-19 8-136,2-3 1,-4 1-720,-13 12 0,-4 1-225,14-11 0,-1 0 0,1-1-135,-10 8 0,2-3-809,11-10 0,4-2-2153,4 0 3061,24 0 1,19 2 0,13 7 0</inkml:trace>
  <inkml:trace contextRef="#ctx0" brushRef="#br0" timeOffset="3134">6202 4128 2017,'0'44'655,"-1"1"0,0-1 1,1 1-1,-5 1 0,1 2 0,5-6 0,1 8 1,2 3-1,-1-5 0,-2-8-72,0-1 1,-2-7-83,1 9-1760,0-31 221,0-18-401,0-12-450,6-15 1889,-5 0 0,7-4 0,1-5 0,-2-3 0,0 0 0</inkml:trace>
  <inkml:trace contextRef="#ctx0" brushRef="#br0" timeOffset="3534">6240 4145 7533,'-7'-43'2608,"-4"14"-1978,9-5-113,1 54 0,-1 27 0,1 4 1,0-14-2677,1-11 1339,0 12 1,0 15 0,1-4 0,3-27-1,3-30 1,27-7 0,6-5 0</inkml:trace>
  <inkml:trace contextRef="#ctx0" brushRef="#br0" timeOffset="5050">6338 4145 6633,'-14'0'1170,"-8"0"359,8 0-810,-10 0-179,5 0 552,45 1 0,30 1 0,-8 3 2184,-7 13-2576,-7-12 1,11-1 0,-2 1 0,-15 4-72,-16 17-629,-17 15 0,-14-13 45,2-7 0,-3-1 180,-1-2 0,-2-3 314,-4-1 1,-1-2-180,3 1 0,0-3-90,0-5 0,0-2-1,-11 4-89,5-8-989,13-8-810,5 6-1170,8-13-449,5 13-39,5-6 0,8 8 3116,-5 0 1,30-16 0,-4-4-1</inkml:trace>
  <inkml:trace contextRef="#ctx0" brushRef="#br0" timeOffset="27367">6596 3951 9422,'7'-27'809,"-1"1"1,-6-7-451,-6 3-179,-1 3 180,-22-4-270,-3 19 0,5-1 0,-1 0-90,-3 7 0,0 3-45,0-2 0,-1 2 45,2 2 0,-1 2-45,0 2 0,2 2 90,3-1 0,1 1-45,-3 7 0,1 2-135,2-2 0,1 3 0,-4 13 0,2 3 45,-2 0 0,-1 3 90,7-6 0,0 2 0,0 0-84,1 0 0,0-1 0,-1 0 144,-1-2 0,-2 0 0,1 0 210,-5 12 0,1 0-225,-1-3 0,3-1-45,6-5 0,3 2-180,3 6 0,3 1 180,4-7 0,2 0 0,3 11 0,4 1-45,6-4 0,2 0 0,1-3 0,4-2 171,7 1 0,4-3 54,-4-5 0,1-3-180,4-2 0,1-1 450,1 4 0,2-1-360,-3-6 0,1-1-90,4 1 0,1-2-90,-1-7 0,1-3 224,-3-1 1,1-4-135,2-5 0,-1-2 90,-2 1 0,-1-2-45,2-2 0,-2-1 0,-4 0 0,-1 0 45,2-4 0,-1 1-90,12 0 90,-16-4 0,-1 0 90,10 13 180,5-29-90,-10 20-180,9-21-1,-16 16 1,-1-1 0,4-7 0,0-3-45,0-3 0,0-1 135,-1 1 0,0 0-90,-5 0 0,-1 1 0,1 3 0,-2 1 135,-3-1 0,-2 1 224,3-19 1,-6 2 0,-6 0-90,0-2-91,0 14 1,0 1-45,-6 3 0,0-1 45,3-6 0,-2-1 449,-8 4 1,-2 0-271,2-4 1,0-1-135,-7-3 0,-3 0-675,1 2 0,1 1-1079,1-4 0,1 2-200,4 13 1,0 3 1463,-3-12 1,-21 33 0,-11 10-1,14-2 1,0-1 0,0 1 0</inkml:trace>
  <inkml:trace contextRef="#ctx0" brushRef="#br0" timeOffset="54667">2822 4233 11311,'0'-17'1259,"0"-1"-809,0 0-360,0 1 449,0-1-89,0 1-360,-8-9-450,-9 14 0,-11-3 1,-7 15 314,10 2 0,-1 3 179,3 3 1,-1 2 0,-6 3 0,-1 2-135,0 1 0,2 3 45,4-2 0,2 1-45,1 3 0,1 1 135,3 0 0,3 1 225,8 3 0,2 1 179,-10 18-314,16-19 0,5-1 315,12 12-360,-5-14 0,2-2-90,20 6-90,-11-13 0,3-3-45,-1-4 0,3-4-585,5-5 0,2-4-809,0-1 0,-1-5 1439,-2-10 0,-11 9 0,-26 24 0,-30 13 0</inkml:trace>
  <inkml:trace contextRef="#ctx0" brushRef="#br0" timeOffset="62850">3298 5186 10861,'-9'-10'1079,"1"2"-539,8 8-360,-8 0-180,6 0 90,-6 0-180,8 0-180,0 8 540,0 25-270,0-4 0,0 5 90,0 1 0,0 4 0,0 1-243,0-1 1,0 1-1,0 0 303,0 5 0,0 0 0,0-3 30,0 1 0,0-4 44,0-3 1,0-5-225,0-12 360,0-3-360,0-55-270,16-3 270,-14 4 0,0-2 229,9 8 0,1 1-274,-6 4 0,-2 1 585,6-1-450,6 11-90,-14 32 0,21 11-45,-16-2 0,-2 3-135,8 7 0,-1 1-135,-6-7 0,-2-1-585,4 3 1,0-3-1709,2-1 2608,7-9 0,1-26 0,0-12 0</inkml:trace>
  <inkml:trace contextRef="#ctx0" brushRef="#br0" timeOffset="63633">3722 5592 8432,'0'-20'3276,"0"-4"-2594,0 22-592,-8-5-360,-2 7-90,-7 0-359,-9 0 629,6 7 180,-5 11 90,-8 10 89,11 15-89,5-21 0,1 1-45,9 3 0,4 1-45,3 18-180,10-2-90,23-24 180,4-3 180,8-32-90,-22 0 0,-2-3 135,-3 1 0,-1-3 314,-2-8 1,-3-1 360,6-7 359,-10 2-630,-16 9-1348,6 16 89,-6 18 180,8 20 135,0-3 1,0 3-766,0 19 1,3-21 0,2-1-990,5 10-90,7-8 2159,1-9 0,-8-34 0,-2-13 0</inkml:trace>
  <inkml:trace contextRef="#ctx0" brushRef="#br0" timeOffset="64216">4128 5521 8882,'-10'-18'3276,"-6"1"-615,14 7-2392,-14-6-449,7 14-629,-9-6 179,-8 16 360,-1 10 360,7 9 90,-3 9 180,21-1-360,10 0 0,4 0-180,21 1 90,-6-1 720,-7 0 269,3 1-269,-28-1-90,-5-8 179,-18-9 181,-15-10-720,6-8-2069,10 0-180,3-8-1208,30-2 2994,-12 0 0,53 2 1,2 8-1</inkml:trace>
  <inkml:trace contextRef="#ctx0" brushRef="#br0" timeOffset="64700">4286 5962 8252,'-17'20'3276,"7"-5"0,-6-15-1642,14-8-195,-6-9-900,16 5-269,10-12-1619,17 23-290,-5-4 1,1 2 1016,18 3 0,-19-3 0,-1-2 0,6-5 1</inkml:trace>
  <inkml:trace contextRef="#ctx0" brushRef="#br0" timeOffset="65415">4873 5274 7533,'0'-18'1889,"0"1"-990,-5 7-1079,3 10 630,-9 33-360,10-4 0,1 5-150,-2 1 0,0 4 0,0 1-46,2 2 1,0 1 0,0-1 15,2-2 0,0 0 0,0-2 45,1 11 0,1-4-360,2-17 0,0-3-854,1 2 1259,-1-11 0,-6-32 0,0-4 0</inkml:trace>
  <inkml:trace contextRef="#ctx0" brushRef="#br0" timeOffset="65666">4780 5592 7533,'-8'-26'3276,"-1"14"0,-1-19 0,18 19-3390,26-13-786,-3 15 1,5 2 269,11-1 1,2 0 629,-1-1 0,0 3 0,-7 8 0,-1 4 0,-11 1 0,1-1 0</inkml:trace>
  <inkml:trace contextRef="#ctx0" brushRef="#br0" timeOffset="66566">5292 5662 7533,'12'-18'2158,"-5"9"-1438,-1-7 359,-17 14-359,2-14-540,-14 14-450,4-5-90,-6 7-539,-5 7 629,-2 11 405,13 2 0,2 3 584,-10 16-404,14-6 0,3 1 45,4 13-315,4-19 0,4-3-225,15 2 90,15-11 810,6-24-541,4-17 181,-10-13-225,-16 16 0,-2-1-135,5-20 90,-6 8-450,-8 8-629,-5 9 809,0 34 360,0 5-450,0 4 0,0 1-450,0 11-1078,6 6 1798,6-15 0,12-42 0,8-17 0</inkml:trace>
  <inkml:trace contextRef="#ctx0" brushRef="#br0" timeOffset="66982">5488 5874 7892,'-7'27'2879,"2"-9"-2339,5-10 89,5-24 361,2-19-406,-1 5 1,1-3-91,-2-7 1,2 0 0,1 3 0,2 1-225,-1 4 0,1 3-450,9-6-3097,10 17 257,-3 18 3020,16 10 0,2 8 0,-20-9 0,1 0 0</inkml:trace>
  <inkml:trace contextRef="#ctx0" brushRef="#br0" timeOffset="67832">6030 5662 7533,'13'-27'2968,"-1"9"-1889,-12 2-449,-17 14-720,2-5-450,-20 7-179,3 0 89,6 15 630,3 20-180,16 13 90,5-21 0,4-2 0,10 3 900,7-12-540,6-40 90,-5-13-270,-8-10-585,-6 17 0,-1 1-224,1 0 269,6 34 90,1 42 450,-10-11 0,-1 6 0,0 2-26,-1-5 1,1 1 0,0 1-1,-2 0 318,0-2 0,-1 1 1,-1-1-1,0-1 98,-3 13 0,0 0 0,-3-6 284,-2 3 1,-6-7-361,-3-15 1,-4-7 315,-21-4-406,19-23 1,1-9-360,1-3 0,2-5-1169,0-12 0,5-5-425,7-3 1,4 0 1658,0 15 0,6 2 0,15-10 0,8 5 0,-1 18 0,1 1 0</inkml:trace>
  <inkml:trace contextRef="#ctx0" brushRef="#br0" timeOffset="68582">6215 5821 7892,'-14'0'2159,"3"-8"-989,22-2-271,8-7-89,18-1-181,1-8-449,-18 9 0,-3-1 360,8-11-270,-13-12-360,-12 21-270,-12 2-360,-13 11-809,-1 22 1259,-4 5 450,11 23 135,12-17 0,2 1 314,0 20-449,10-17 0,6-1 0,9 0-630,22-3-1978,-3-11 2428,3-13 0,-16-10 0,-3-11 0</inkml:trace>
  <inkml:trace contextRef="#ctx0" brushRef="#br0" timeOffset="68981">6669 5415 7533,'-13'-27'3276,"3"1"-76,10 16-2930,5 10-450,-4 26-809,4 19 764,-5-8 0,0 4-90,3 4 0,0 1 135,-3 2 0,1 2 0,4-1 1,1-2-136,-3-13 0,1-4-495,8 13-809,6-35 1619,-4-18 0,4-23 0,-6-4 0</inkml:trace>
  <inkml:trace contextRef="#ctx0" brushRef="#br0" timeOffset="69232">6657 5662 7533,'-24'-18'3276,"5"1"0,7-1-294,23 1-2172,20-9-765,-4 20 0,2 0 269,4-9 1,2-1-315,11 6 0,-1 0 0,-17-3 0,0-1 0,3 1 0,0 0 0</inkml:trace>
  <inkml:trace contextRef="#ctx0" brushRef="#br0" timeOffset="93182">2028 8520 7263,'10'-20'2159,"-2"-4"-720,0 15-180,2-9-809,0-7 989,5 5-270,-5-6-539,8 1-630,-9 5 90,-1 3-360,-16 1-270,-9 14 91,-11-14 269,-7 14 0,7 1 0,-3 2 180,3 7 0,-1 2 0,-9 2 0,-2 4-90,0 7 0,2 5 90,1 1 0,1 4-69,10-5 1,-1 2 0,2 0 98,0 2 0,1 1 0,2 0 60,3 0 0,0 0 0,2-1 22,1 1 0,1-1 0,3-1 157,1 10 1,5-1 0,6 0 0,7-2 90,4-9 0,6-3 179,14-1 1,6-7-180,3-6 0,3-6-390,-6-4 0,2-3 0,-2 0-915,11 1 1,-3-2-663,-5-6 0,-2 0 258,-6 7 0,-5 0 1349,-6-7 0,3 16 0,-24 2 0</inkml:trace>
  <inkml:trace contextRef="#ctx0" brushRef="#br0" timeOffset="93632">2223 9066 7533,'17'-25'2968,"-7"5"-1259,-2-13-540,-8 13 181,0-5-901,0 15 361,0 18-810,-4 14 0,0 7-630,3 10 1,0 4 29,-1-5 0,-2 1 1,2 0-1040,1 12 1,2-2 982,1-10 1,4-8-1,12-13 1,9-30 0</inkml:trace>
  <inkml:trace contextRef="#ctx0" brushRef="#br0" timeOffset="94965">1782 10548 7533,'17'-20'3276,"-7"5"-1335,-2 7-412,-8-2-540,0-7-629,0-1-180,-8 0-720,-2 1-449,-7 7 269,-17-6 271,-11 22 224,11 1 0,-2 4 180,-1 5 0,1 5 15,7-1 0,0 4 0,1 0-48,0 2 1,1 1 0,1 1 137,1 3 0,1 2 0,1 1-30,-1 0 0,0 1 0,3 2 0,6 0 0,3 1 0,2 0 60,2-4 0,1-1 0,4 0 180,8 17 0,8-4 359,10-11 1,7-7-91,4-7 1,5-7-480,-6-6 0,2-2 0,0-4-105,12-4 0,-1-4-585,2 1 1,0 0-451,-12 0 1,-2 1-450,-7-1 0,-1 2 1529,17 3 0,-23 0 0,-5 0 0</inkml:trace>
  <inkml:trace contextRef="#ctx0" brushRef="#br0" timeOffset="95699">2046 11060 7533,'0'-18'3276,"0"0"-706,0-7-1130,8 5-811,10-13-539,17 21-720,-6-4-539,12 16 90,-29 24 269,-12 13 720,-7-6 0,-5 1 450,-5 3 0,-2 1 584,1-5 1,1 0-451,3-3 1,1-3-225,-5 10 180,26-9-540,19-16-315,-2-5 0,3-2-1234,4-7 1,-1 0 1175,16 2 1,-6-6 0,-23 8-1</inkml:trace>
  <inkml:trace contextRef="#ctx0" brushRef="#br0" timeOffset="96949">1711 12594 7533,'27'0'3238,"-9"0"-2069,-10-8 810,-16-1-630,-2-9-809,-7 8-720,-9-6-270,-1 14-405,2 0 1,-1 4 89,-8 15 1,-3 8 704,6-6 0,-3 2 0,1 3-145,4 3 0,-1 4 0,1 1 0,2 0 385,0-1 0,2 1 0,0 0 0,2 0 269,-6 10 1,2-1 0,4 2-143,5-3 1,3 1 0,5-3-39,5 1 1,8-3-45,13 1 0,11-6 90,14-13 0,8-8-345,-8-5 0,1-2 0,1-3-396,-1-7 1,0-2-1,-1-1-504,-2 3 1,0 0 0,-3-1 929,6-6 0,-4 3 0,7 11 0,-21 10 0</inkml:trace>
  <inkml:trace contextRef="#ctx0" brushRef="#br0" timeOffset="97666">2011 13123 7533,'-18'-37'3276,"8"4"0,10 23-2093,10-6-1273,16 14-90,-1-2 1,1 1-721,7 10 225,-3-3 1,-3 2 224,-8 20 360,-1 1 90,-26 8 180,-4-7-180,-21-3 180,14-7-450,-7 0 270,16-1 450,10 1-270,26-1 269,3 9-269,6 1-45,-20-6 0,-4 1-405,-9 16 1,-20-11 89,-3-13 0,-3-4-1080,-23-8-89,20 2 0,3-1 1349,5-3 0,11-15 0,17-5 0</inkml:trace>
  <inkml:trace contextRef="#ctx0" brushRef="#br0" timeOffset="98899">1852 12259 7533,'-33'-16'1709,"3"12"-1485,6-7 1,-3-1 225,-18 10-360,12-3 0,-2 2-45,3 6 0,-1 2 180,-10 3 0,0 2-135,3 2 0,-1 3 0,10-2 0,-2 2 0,1 0-297,1 1 0,1 1 1,1 3 86,1 6 0,1 4 0,2 0 0,0 2 0,2 1 0,2 2-169,1 9 1,2 4 0,3-1 288,4-2 0,2 0 0,0 1 44,0-8 1,0 1 0,1 1 0,3-1 22,2-1 1,2 0 0,1 0-1,2-1-67,0 1 0,1 0 0,1-1 0,2 1 67,3 4 1,1 0-1,2-1 1,2-1 44,3-4 1,3-2-1,1 0 1,2-1-220,2 3 0,3 1 1,1-2-1,2-4 129,2-4 1,1-4 0,3-1-1,1-4 23,3 0 0,3-4 0,1-2 0,1-3-234,2-2 1,0-4-1,2-3 1,0-2 206,-7-1 0,2-3 0,-1-1 0,0-2 0,-1-1-1,0-3 1,-1-1 0,-1-2 0,0-2 0,-2 0 54,-1 1 0,-1-2 0,-1-1 0,-1-1 0,-2-1-149,3-8 1,-1-2-1,-3-2 1,-4-2 188,-4-1 1,-3-2-1,-3-1 1,-3-1 21,-3 3 1,-2 0 0,-2 0 0,-2-2 22,-1-7 1,-2-1-1,-2 0 1,-3 0-271,-2 5 1,-4 0-1,-1 1 1,-3 0 337,-2-3 0,-3 0 0,-2 1 0,-1 2-293,-3 3 1,-1 3-1,-2 1 1,-1 1-653,0 5 0,-1 2 1,1 1-1,1 3 783,-12-9 1,3 3-1,5 1 1,3-1 0,14 6-1,-1-1 1</inkml:trace>
  <inkml:trace contextRef="#ctx0" brushRef="#br0" timeOffset="100099">1958 10231 7533,'-28'-26'2518,"-5"14"-1978,-2-11 90,-10 13-136,19-3 1,-1 1-270,-11 5 0,-1 2-90,11-4 0,-2 2-165,-5 9 0,-2 4 0,1 2-60,-3 0 0,1 3-120,2 3 0,-3 3 0,3 3-64,6 2 1,4 2-1,-1 1 244,0 1 0,0 1 0,3 2 30,4 4 0,3 2 0,1 1 60,-2 1 0,0 1 0,3 1-60,6-1 0,3 1 0,0 1-226,-6 6 1,0 1 0,4-1 315,7-3 0,4-2 0,1 1-30,0 2 0,1 1 0,4-3 30,3-5 0,3-1 0,3-1 0,3 4 0,2-1 0,3-3 0,4-6 0,2-2 0,2-1-1,5 2 1,3-1 0,1-4-189,-9-8 0,2-4 1,0-1-1,1 0 99,2-2 0,0-1 0,1-2 0,1 0 22,0-2 1,1 0-1,0-2 1,-1 0-53,9-1 0,-2 0 0,-1 0 240,-2 1 0,0-1 0,-3-1 284,8-5 1,-4-4-46,-14-2 1,-2-3-56,1-6 1,-3-3-126,-4-5 1,-3-3-45,3-2 0,-3-3-75,-7 7 0,-2-2 0,-2-2-83,-2-5 1,-2-2 0,-3-2-68,-2 5 0,-2-2 0,-2 0 0,-2-1-28,-2-5 1,-3-1 0,-2 0 0,-2 1-333,-3 0 0,-3 0 1,-1 1-1,-1 2-225,2 2 0,1 2 1,-2 1-1,-3 5-235,-5 5 1,-3 3 0,1 3 0,5 1 735,3-7 1,1 5-1,-9 9 1,7 2 0,24-5-1</inkml:trace>
  <inkml:trace contextRef="#ctx0" brushRef="#br0" timeOffset="101132">2223 7990 8342,'1'-35'3276,"-18"0"-2414,-20 7-727,1 18 0,-5 3-255,5 2 0,-2 1 0,-2 5-349,6 5 1,-2 4-1,-1 1 1,-1 1 445,-7 0 1,-1 1-1,-1 1 1,1 4 76,11 0 0,0 2 0,1 2 0,1 1 0,0 0-54,-9 4 0,1 1 0,2 1 0,2 2 0,5 2 0,2 2 0,2 1 0,2 0-45,-3 5 1,2 1 0,5 2 111,10-9 0,2 2 1,3 1-1,1-1-7,-2 10 0,2 0 0,4 0 52,4-9 1,3 0-1,2 0 1,2-1-158,3 0 0,2 0 0,2-2 0,3-1 22,4-1 1,3-1 0,2-2-1,3-1-231,5-2 1,3-2-1,3-2 1,0-2 208,1-3 0,1-1 0,2-3 0,-1-1 0,1-2 0,1-2 0,-1-1 0,1 0 45,1-1 0,1-1 0,-1 0 0,-1-2-68,-5-2 1,-1-2-1,-1 0 1,0 0-69,0 1 1,0-1 0,-1 1 0,-1-3 285,5-1 0,-2-2 0,-2-5 339,-4-3 1,-2-5-1,-3-2-129,-1-1 0,-3-2 0,-2-5 89,-1-11 1,-3-6 0,-3 0-148,-1-2 1,-4-1-1,-2-2-10,-5 4 0,-1-3 1,-3 0-1,-1 0-157,-4 0 0,-1-1 0,-3 1 0,-3 2 0,-1 2 0,-3 1 0,-2 1 0,-2 2-68,-2 2 1,-4 0-1,0 3 1,0 3-818,0 3 0,0 4 1,-1 2 749,-6 0 0,-1 2 0,6 1 0,-5-16 0,17 15 0,-1 1 0</inkml:trace>
  <inkml:trace contextRef="#ctx0" brushRef="#br0" timeOffset="103182">6879 8132 10141,'-2'37'-23,"-1"0"1,1 1 0,0 4-1,-1 1 90,0-5 1,0 2-1,-1-1 1,2 1-154,-1 1 0,2 1 0,-1-2 0,1-2 56,-1 0 0,-1-2 0,2-4 116,1-4 0,0-5-716,0-8-362,0-22-268,6-11-179,1-17 1349,-1 8 0,0 1 90,1-13 0,-4-4 0,-1-3 0,-2 8 0,0 0 0</inkml:trace>
  <inkml:trace contextRef="#ctx0" brushRef="#br0" timeOffset="103565">6867 8431 0,'-3'-33'0,"0"0"0,-2-3 0,-2-3 813,1 3 0,-1-4 0,1 3-139,-4-11 1,0 3-495,1 4 0,6 4 3096,20-6-2695,21 25-312,-3 23 1,4 6-225,7 1 0,1 5-75,-14 1 0,-2 3 0,-1 1-195,10 9 1,-5 1 528,-6-2 0,-10 3-439,-16 1 0,-10 0 1712,-6-9 1,-6-3-1713,-11 2 0,-4-5 176,-2-8 0,-1-4-86,4 2 1,2-2-496,-17-5-899,23 13-900,25-5 2339,19 8 0,6-5 0,3-1 0,4 2 0,0 0 0</inkml:trace>
  <inkml:trace contextRef="#ctx0" brushRef="#br0" timeOffset="103799">7371 8661 8522,'-20'25'2968,"14"10"-3418,11-9 1,4 1-496,5 1 1,2-1 944,-2 4 0,-2-1 0,2 7 0,-10-3 0</inkml:trace>
  <inkml:trace contextRef="#ctx0" brushRef="#br0" timeOffset="104632">7359 7779 7533,'-27'-18'269,"-1"0"1,-1 0 0,-3 1 270,-9 5 0,-3 5-421,10 6 1,-1 3 0,-1 4-516,-5 5 1,-2 4 0,2 5 327,6 0 1,1 3 0,0 3-1,1 1-135,1 1 1,0 3 0,1 1 0,2 2-12,-1 5 0,1 2 1,2 2-1,3 1 416,2 0 0,2 1 1,2 1-1,2-3-142,-1 0 0,3-1 0,3 4 45,6-7 0,3 4 0,1 3 0,2 0 0,2-2 0,1-5-105,7 11 0,3-5 0,3 3-18,-3-4 0,1 5 0,1 1 0,3-3 0,4-6 40,6-2 1,3-6-1,4-3 1,2-2 67,3-4 0,4-3 0,1-3 0,1-1-234,-7-4 0,0-1 0,2-1 0,0-1 0,0-3 90,0-1 0,2-2 0,-1-2 0,1-2 0,-2-2 108,-1-4 0,0-2 0,0-2 0,-2-3 0,-2-1 58,5-7 1,-2-3-1,-2-2 1,-2-3 22,-3-2 0,-2-1 0,-1-3 0,-4-2 134,-2-4 1,-3-1 0,-3-3 0,-2 0 125,-4 6 1,-2-1 0,-1-1 0,-1 0 0,-2 0-145,0 1 1,0 0 0,-2-1 0,-2 1 0,-2-1-180,-2 1 0,-1-1 0,-3 0 0,-2 1 0,-3 1-252,-2 0 0,-4 1 0,-2 2 0,-1 1 0,-1 2-209,-2 2 1,-1 2 0,-2 2-1,-1 1-431,-4-2 1,-2 0 0,0 3 0,3 4 750,-4-2 1,2 10 0,-1 16-1,4 10 1,4 26 0</inkml:trace>
  <inkml:trace contextRef="#ctx0" brushRef="#br0" timeOffset="105698">6694 10301 7892,'-13'-2'1620,"1"43"-1396,11 1 1,2 6-225,-1-12 0,0 2 0,0 1 0,0-1-330,0 12 1,0-1 0,0-1 119,2-2 0,0 0 0,0-6-19,-2-6 1,1-6-402,5 4-45,-6-40 675,0-2 0,5-39 0,-1 21 0,-1-1 0</inkml:trace>
  <inkml:trace contextRef="#ctx0" brushRef="#br0" timeOffset="106065">6646 10319 7533,'-7'-45'3148,"1"2"-2339,39 15-89,13 26-450,-1 8 0,2 8-360,-5 9 0,-1 7 210,-11-8 0,0 2 0,-5 0-120,-1 7 0,-8 3-180,-11 5 0,-10-2-225,-11-7 0,-8-5 0,-11-1 1,-4-3 44,7-2 0,0-4-45,0-9 1,4-3-1126,2 5 1530,10-8 0,48 0 0,9 0 0</inkml:trace>
  <inkml:trace contextRef="#ctx0" brushRef="#br0" timeOffset="106615">7113 10918 7533,'5'-19'3276,"8"3"-2685,11 16-860,8 8-271,-12 10 0,-4 9 270,-32 16 1260,-4 2-406,2-22 1,-1-1 45,-13 14-540,13-11-270,30-15-630,27-2-494,-4-7 0,1-2 1304,-9-3 0,1 0 0,8 3 0,-1 0 0,11-7 0</inkml:trace>
  <inkml:trace contextRef="#ctx0" brushRef="#br0" timeOffset="107398">7310 10142 7533,'-30'-25'1259,"5"4"0,-3-1-809,-3-2 0,-3 1-390,5 6 0,-2 2 0,0 2 209,-14-4 1,-3 8-540,4 12 0,-3 6 1,1 3 299,2-2 0,2 2 0,-2 5-485,3 3 0,-2 3 0,2 3 0,2-1 387,6-4 1,3 1-1,1 1 1,0 3 44,-3 10 1,1 4-1,1 3 1,4-1-42,7-6 1,2 0-1,2 1 1,1 3 135,1-1 0,0 2 0,2 2 0,1 0 0,4-2 17,1 7 1,3-1 0,3 0 0,3 0-113,2 2 1,3 1 0,2-1-1,5-3-45,4-5 1,3-2 0,4-2 0,2-1 22,4-2 0,3-2 0,3-3 0,2-3 63,-5-8 0,3-3 0,2-1 0,-1-2 0,1 0-18,0 0 0,0-1 0,0-1 0,1 0 0,-1-2 134,9-1 1,0-2 0,0-1 0,-1-1 67,-1 0 1,-1-1-1,0-2 1,-2-5-39,-5-3 0,-2-4 0,-1-2 1,-1-3 82,-1-2 0,0-2 1,-1-3-1,-3-2-22,-1-2 0,-2-3 0,-1-2 0,-3 0-1,-1-1 1,-2-2 0,-1 0 0,-3 1 194,2-9 1,-2-1 0,-2 0-263,-4 9 1,-1 0-1,-2-2 1,-3 1-113,-3 0 0,-4-1 0,-2 0 0,-2 0-180,-1-2 0,-2 0 0,-2-1 0,-4 2-135,-4-2 0,-3 0 0,-3 1 1,-2 3-339,-4 1 1,-3 1 0,-2 3 0,0 2 607,2 3 0,-1 3 0,0 2 0,0 4 0,-7 4 0,0 5 0,2 5 0,-8 11 0,0 0 0</inkml:trace>
  <inkml:trace contextRef="#ctx0" brushRef="#br0" timeOffset="108349">6486 12753 8432,'0'-28'3276,"-6"11"-4033,5 48 622,-2 2 0,0 7 45,1 3 0,0 6 0,1 0-107,0-11 1,1 1-1,-1 0 1,1 0 286,-1 10 0,1 0 0,1-4-180,5 3 0,1-8-799,1-7-820,8-35 180,-14-23 1529,9-10 0,-10 6 0,-1-3 0,3-4 0,0-1 0</inkml:trace>
  <inkml:trace contextRef="#ctx0" brushRef="#br0" timeOffset="108783">6547 12771 7533,'-12'-36'2608,"5"1"-1618,7 0-1,29-1-674,-9 17 0,4 3-91,12 4 1,2 5-180,3 4 0,-1 6-45,-3 7 0,-4 7-45,-5 7 0,-7 5 45,-11 1 0,-7 3-270,-12 6 1,-7 0-46,-9-1 0,-6-3 225,-3-2 0,-2-4 90,1-5 0,2-5 90,7-8 0,2-4-630,0-7-1708,13-2-91,22-6 2339,-3 8 0,37 0 0,1 0 0</inkml:trace>
  <inkml:trace contextRef="#ctx0" brushRef="#br0" timeOffset="109315">6940 13282 8162,'0'-27'3238,"0"-7"-2518,11 23-180,9-13-540,11 22-450,1 2-180,-8 18 1,-12 17 359,-14-9 0,-6 1 360,-6 0 0,-4 1 314,-3 6 1,-3 0-180,-1-5 0,1-3 225,9-3 0,4-1-270,6 12-900,40-25-45,-10-7 1,2-4 764,9-2 0,2-1 0,-7 0 0,0 0 0,-1 1 0,0 0 0</inkml:trace>
  <inkml:trace contextRef="#ctx0" brushRef="#br0" timeOffset="110016">7211 12418 7533,'-24'-35'1079,"-1"-1"0,4 5 1,-2 0-586,-9-6 1,-5 5-315,0 10 0,-3 5-563,1 2 1,-4 3 0,-2 5 404,8 8 1,-2 4-1,0 3 1,0 2-418,-7 2 0,-1 2 1,0 3-1,0 3 287,8 0 0,0 3 0,0 2 0,1 2 1,1 1-49,5-2 0,1 2 0,1 1 0,0 2 0,1 0 0,2 0 185,0 2 1,2 0 0,0 1 0,2 1 0,1 0 0,1 1 24,-2 8 0,1 2 0,2 0 0,2 1 0,3 0 54,2-1 0,3 2 0,2 0 0,2 0 0,5-1-136,2-3 1,3 0-1,4-1 1,2 0-1,2-2 64,4 0 0,2 0 0,4-1 0,2-3 0,3-2-36,4-2 0,4-2 0,3-3 0,1-2 0,2-3-128,-4-4 0,2-3 0,1-2 0,1-1 0,1-3 1,0-1 112,1-3 0,2-1 0,-1-3 0,2-2 0,-1-1 0,0-1 30,1-2 0,0-1 0,0-2 0,0-1 0,-1-3 0,-2-1 74,-2-3 1,-1-2 0,-1-1 0,0-2 0,-3-2 0,-1 0 235,1-4 1,-1-1 0,-3-1 0,-2-2 0,-2-2-21,-3-2 1,-3-2 0,-1-1 0,-3-2 0,-3 1-90,-2 0 0,-3-1 0,-2-1 0,-2 0 0,0 1-37,-2-2 1,-1 0 0,-1 0 0,-2 0 0,-2 1-216,-3-1 0,-1 0 0,-2 0 0,-2 1 0,-2 1-122,-5-6 1,-2 1 0,-3 2-1,-2 2-473,-4 3 0,-3 2 1,-1 3-1,-2 3-462,-7 1 1,-2 5 0,1 4 1197,-3-2 1,1 10-1,5 16 1,4 6 0,-3 9-1</inkml:trace>
  <inkml:trace contextRef="#ctx0" brushRef="#br0" timeOffset="113498">2752 8925 7443,'25'-17'1079,"10"-1"-1349,0 8 0,7 2 360,2 2 0,5 1 0,5-1-637,-14 1 1,2 0 0,3-1 0,2 0 0,1 0 0,0 0 511,-4 1 0,1 0 0,1-1 0,1 1 1,1-1-1,1 0 0,-1 0 0,2 0-93,-7 1 1,2 0 0,0-1 0,0 1 0,1 0 0,0-1-1,1 1 1,-1-1 0,0 0 0,-1 0 163,1 1 0,0-2 0,0 1 0,0 0 0,0 0 0,0-1 0,0 1 0,-1 0 0,0 0 0,-1 1 20,7-1 0,0 0 0,-1 0 0,0 1 1,-1-1-1,0 1 0,-2-1 0,0 1 86,-2-2 1,0 1 0,-1-1 0,-1 1 0,-1-1 0,-1 2 0,-2 0-76,14-1 1,-2 1-1,-4 1 1,-3-1-308,-2-1 0,-3 0 0,-6 2-1019,16 4 1572,-31 8-1123,-25 2 2802,-1 8-2352,2-9 593,19-1 0,33-24 0,-16 7 0,-1-1 0</inkml:trace>
  <inkml:trace contextRef="#ctx0" brushRef="#br0" timeOffset="113999">5365 8431 7533,'-41'-23'1169,"12"9"-1034,12-6 0,5-1 225,6 1-360,40 3 135,-3 11 0,7 4-106,2 5 1,6 3 0,1 1-414,-1-3 0,1 0 1,2 1-1,1 1 438,-4 2 0,2 2 0,0 1 0,0 1 0,-1-2 53,-3 0 1,1-1 0,-2 0 0,0 0 0,-2 1 207,1 1 0,-1-1 0,-2 2 0,-7 0-46,10 9 1,-19-1 90,-54 8-360,4-12 0,-7 1 0,-3 1-315,3-1 0,-2 0 1,-2 1-1,1 0-359,-3 2 1,0-1 0,0 2 0,3 2 200,4 2 1,2 2 0,2 0 0,3-2 472,-12 4 0,10 0 0,18 8 0,9-1 0,14 1 0</inkml:trace>
  <inkml:trace contextRef="#ctx0" brushRef="#br0" timeOffset="114982">3334 9172 7533,'-43'-15'-270,"20"2"0,1-2 315,-1-2 0,0-3 180,-2-5 0,0-1 44,5 7 1,2 1 180,-17-18-90,10 19-270,15 9-720,18 16 540,27 25 60,-9-14 0,6 2 0,4 2-462,-3-1 1,3 4 0,2 0 0,3 2 0,1-1 491,-8-6 0,1 1 0,2 0 0,1 0 0,1 1 0,0-1 0,1 1 0,0 0-289,0 1 0,1-1 1,0 2-1,1-1 0,0 0 1,1 1-1,0-1 0,0 0 1,0-1 332,-3-2 1,0 0 0,0 0 0,1 0 0,-1 0 0,1-1 0,-1 0 0,0 1 0,0-1 0,-1 0 67,7 3 1,0 1-1,-1 0 1,0-1-1,0 0 1,-2 0-1,0-1 1,-2-2-53,2 1 0,-1-1 0,-1-1 0,-2-1 0,1 1 0,-1 2 134,0 0 1,0 2 0,0 0 0,-2 0 0,-2-1 0,-2-1-147,8 6 1,-5-2 0,0 1 71,4 6 0,0 1 0,-6-4-165,-7-5 0,-5-2-585,1 11 91,-17-23 1575,-6-2-2026,5-8 2663,7 0-2932,8 0 1390,4 0-131,1 0 0,-11 0 0,13 7 0,-6 3 0</inkml:trace>
  <inkml:trace contextRef="#ctx0" brushRef="#br0" timeOffset="115448">5563 10142 7533,'0'-27'989,"5"17"-989,18 20-45,5 15 0,4 9 15,-3-6 0,3 2 0,1 2-281,-2-2 1,2 1-1,1 1 1,-2 0 489,-1 0 1,1 0 0,-2-1 0,-2 0 60,2 2 0,-2 0 0,-10-1 402,-8 4 1,-14-4-238,-27-7 0,-13-7-196,2-2 1,-5-2 0,-1 0-761,9-3 1,0 0 0,-1 0-1,1 1 168,-2 0 1,0 2 0,1-1 0,2 1-278,-4 0 1,2 1-1,3 1 660,-6 9 0,7 1 0,13-8 0,5 1 0,0 24 0</inkml:trace>
  <inkml:trace contextRef="#ctx0" brushRef="#br0" timeOffset="116449">2910 11113 7533,'-37'-28'90,"12"10"-90,33 11 269,27 14-224,5 4 0,6 4 75,-5 2 0,3 4 0,4 2-632,-14-7 1,2 1 0,2 2 0,1 0 0,0 2 0,1 0 459,-1 2 1,0 1-1,2 1 1,-1 1 0,2 0-1,0 1 1,1-1-175,-6-4 0,2 1 0,-1-1 1,2 1-1,0 0 0,0 0 1,0 1-1,0-1 0,1 1 208,-3 0 0,2 0 0,-1 1 0,1 0 0,0 0 0,0 0 0,-1 0 0,1 0 0,0-1 1,-1-1 36,4 2 1,-1-2 0,0 1 0,0-2 0,1 1 0,-2 0 0,1-1 0,-1 1 0,-1 0-83,2 2 1,0 1 0,0 0-1,-1 0 1,0-1 0,-1 0-1,-1-1 1,0-1 226,5 2 1,0-3 0,0 0 0,-2 0 0,-2 0 0,-2 0 1,4 8 0,-2 2 0,-3-2 1,-2-2 132,2-2 1,-2-3 0,-4 0 443,-1 5 0,-5-3-1103,-1 1 2386,-13-11-2205,-11-13 1860,0 6-2671,0-8 371,11 0-10,8 0-810,7 0 1439,-2 0 0,-6-8 0,-5-1 0</inkml:trace>
  <inkml:trace contextRef="#ctx0" brushRef="#br0" timeOffset="116865">5686 12330 7713,'33'30'292,"1"0"0,-7-5 1,2 1-1,-1 2-172,-3 1 0,-1 2 0,0-1 29,0-2 1,0-1 0,-5 0 210,-6 9 0,-12-3 0,-16-10 0,-8-3-270,-14-1 0,-8-3-120,9-3 0,-2-2 0,0 0-752,0-1 0,1-1 1,0 0 781,1 2 0,2 1 0,0-2 0,-4-3 0,1-2 0,4 3 0,0 0 0</inkml:trace>
  <inkml:trace contextRef="#ctx0" brushRef="#br0" timeOffset="117748">2769 13282 8072,'-19'0'450,"27"0"-225,13-3 0,10-2-105,11 2 0,8-1 0,3 1-776,-8 1 1,2 0-1,3 0 1,2 0 0,1 1 559,-11-1 1,2 1-1,0 0 1,2 0 0,1 0-1,0 0 1,0 0 0,1 1-90,-1-1 0,0 2 1,2-1-1,0 0 0,0 0 1,0 1-1,0-1 1,0-1-1,0 1 195,-1-1 0,1 0 0,-1-1 0,1 1 0,-1-1 0,1 0 0,-1 0 0,-1 0 0,1-1 46,2 0 0,1 0 0,0 0 1,-1 0-1,0 0 0,-1-1 0,-1 0 1,-1 0 1,-1-1 1,-1 0 0,-1 0-1,-1-1 1,-1 1 0,0-1 0,-1 0-77,9 0 0,-1-1 0,-1 0 0,-1 0 0,-3-1 51,2 0 0,-3-2 0,-1 2 0,-2 1-123,2 2 0,-2 2 0,-4-1 332,-2-5 1,-6 2-1142,-1 7 1768,-50 16-869,1-4 0,-13 13 0,10-7 0</inkml:trace>
  <inkml:trace contextRef="#ctx0" brushRef="#br0" timeOffset="118248">5181 12894 7083,'45'10'539,"-3"-6"1,8 0-293,-13-2 1,3 0-1,2 0 1,0 0-576,6 0 0,1 0 1,1 1-1,-1-1 350,-3 0 1,1 0-1,-1 0 1,-4 2-83,2 2 0,-4 2 0,-6 2 610,7 17-235,-57-2 0,-16 3 104,2-5 1,-4 1 0,-3 0-582,3-3 1,-2 1 0,-1 0 0,0 1-334,1 1 0,-1 1 0,1 0 1,2-1 494,-4 1 0,2-1 0,3 1 0,-3 10 0,6-3 0,2 3 0</inkml:trace>
  <inkml:trace contextRef="#ctx0" brushRef="#br0" timeOffset="131265">6940 13617 8702,'0'-10'-270,"0"3"540,0 7 270,-5-8 359,3 6-359,-8-6 359,9 8-629,-4-8-180,-1 6 90,5-6 90,-5 8-180,6-8 180,0 7-270,11-7 0,2 8 0,17 8-180,2 1 180,5 9 0,-11 0 180,-3-1-180,-11-7 360,-5 6-360,-7-14-450,-12 6 270,-7-1 180,-22 19 180,12-5 45,6 0 0,0 0 674,-3-2-89,-4-1-91,5-10-539,6-8-630,1-8-1439,11 6-1349,1-14 3238,6 6 0,17-7 0,4-1 0</inkml:trace>
  <inkml:trace contextRef="#ctx0" brushRef="#br0" timeOffset="133298">6904 13229 7353,'13'-10'629,"-2"3"1,-11-1 360,0 6-1,0-14-449,0 6-1,0 0-359,5-5 0,-3 5 0,14 0 0,-2 2 0,5 16 90,5 10-180,-5 9-180,0 9-45,-12-12 0,-2 2-45,-5 22-90,-4-14 0,-4 0 90,-3-6 0,-3-1 135,-1 0 0,-1-1 135,-10 9 180,-3-9 90,10-17 180,0-1-270,1-16-180,6 7 0,0-7-180,5 16 0,-4-7 180,9 7 179,-3 0-179,5-6 450,5 6 0,8-8-360,6 0-180,16 0 90,4-8-270,10 6 360,-11-6-1,-2 8-89,-17 0 90,-7 0-180,-7 16-270,-16-4 1,-7 21-91,-8-5 270,-10 7 540,4-8-91,-4-1 361,-1-9-90,5-7-271,2-2-269,5-16-90,6-2 90,7-7-359,2 7-91,8 2-90,-3 8 270,-1 0-180,5 0-989,-5 0-1619,6 0 2968,11 0 0,25-8 0,-10 3 0,0 0 0</inkml:trace>
  <inkml:trace contextRef="#ctx0" brushRef="#br0" timeOffset="163331">7815 5733 7533,'-25'-8'-360,"6"6"450,1-6 180,5 8 0,6 0 179,-4-8 1,5 6 0,-1-6-90,-3 8-91,3-7 271,0 5-270,1-6 0,6 0-90,16-10-1,5-5 1,7-5-90,0 5 0,5-1 0,3-1-403,-5 2 1,2 0-1,1-2 1,2-1-1,2 1 358,0 1 0,3-1 0,0 0 0,2 0 0,1 0 0,0-2-322,-6 4 0,1-1 1,1 0-1,1-1 1,-1 0-1,2 1 1,-1-1-1,1 1 277,-3 3 0,1-1 0,-1 1 0,2 0 0,-1 1 0,0-1 0,1 0 0,-1 0 0,1-1 20,0 0 0,0 0 0,0-1 0,0 0 0,1 0 0,-1 0 0,0 1 0,0 1 0,-1 0-186,3 1 1,-1-1 0,0 2-1,0 0 1,0 0 0,-1 1-1,0 0 1,0-1 177,1 0 1,1 0 0,-2-1 0,1 1 0,-1 1 0,0 0 0,-1 0-144,3 0 1,-1 0 0,0 0 0,-1 1 0,0 0 0,0 1 112,4-1 0,0 1 0,-1 1 0,0-1 0,-2 0 115,4-4 0,-2 0 1,-1 0-1,0 2-97,-2 2 0,-1 3 0,0 0 0,-3 0 624,0-2 0,-2 0 0,-2 2-579,6-2 0,-4 4 1630,7 1-2484,-24 2 576,-12 8-2105,-6 0 2544,0 0 1,-6-15 0,-1-5 0</inkml:trace>
  <inkml:trace contextRef="#ctx0" brushRef="#br0" timeOffset="163931">10522 4004 7533,'-48'0'-180,"13"0"360,6 0-180,23 0 899,24-8-629,4 0 0,4-1 45,14-5 0,6 0-136,-5 2 1,2 0 0,3 1-379,-6 3 1,2 2 0,0-1 0,1 0 310,-1-1 0,1-1 1,0 0-1,-2 2 8,9 2 0,-1 2 0,-5-1 60,6-4 0,-8 1 0,5 7-270,-35 7 630,-12 11-181,-18 10-314,1-4 0,-3 3 127,-2-1 0,-1 2-307,-2 7 0,1 1-360,5-4 1,1-1-406,5-8 1,2-1-630,4 19 1529,8-29 0,17-5 0,1-16 0</inkml:trace>
  <inkml:trace contextRef="#ctx0" brushRef="#br0" timeOffset="166214">12011 3263 6543,'-14'-19'1260,"-2"3"-811,14 8 91,-9 6-270,10-14 449,-5 7-89,6-9-180,0 0 0,0 9-540,0 1 269,-5 8 91,3-8-90,-3 6 90,5-6 90,-6 0-540,5 6 0,-5-6 180,6 16-90,-5 10 180,-1 25-270,2 0 0,1 8 157,2-15 1,1 4 0,0 1-1,1 1-159,1-4 0,2 2 1,-1 1-1,1 0 1,1-1 226,0 10 0,1 1 0,1-2 0,1-1 22,0-8 1,0-2-1,2-1 1,1-3-68,8 13 0,4-8 0,-2-18 0,2-7 629,26-14-494,-26-18 0,-2-7-90,-4-6 0,-3-3-45,-1-6 0,-3 0 544,-3 7 0,-2 3-1173,2-5 359,4 43 90,3 18 0,1 9 45,8 6 0,5 2 140,-1-9 1,4 1-1,2-6 505,0-8 0,1-5 0,1-6 149,-1-7 1,0-6-1,-3-7-239,-3-8 0,-3-7 0,-4-4-300,-1-9 0,-4-4 0,-4-2-360,-4-3 0,-4-1 0,-2 0-300,-3 4 0,-1 1 1,-2 3-1080,-4-8 0,-5 7-1080,-11 8 2699,12 43 0,12 33 0,3-15 0,1-1 0</inkml:trace>
  <inkml:trace contextRef="#ctx0" brushRef="#br0" timeOffset="166881">13032 3263 7533,'-5'-35'1259,"-2"0"-180,0 7 91,1 11-811,6 9-269,0 23-449,0 29 44,3 0 0,0 8 337,-2-17 1,1 2-1,-1 2 1,2 0-229,0 6 1,2 0-1,0 1 1,0-1 272,-1-2 1,0 1-1,1-1 1,1-3-9,1 5 1,1-3 0,2-5 75,1-3 0,2-7 945,6-4-361,10-54-449,-14-1 0,2-8 0,0-4 0,-9 14 0,-1 1 231,5-7 0,-1 4-1311,-4 4 1,9 20-541,-2 42 360,1-8 1,0 3 89,1 9 1,0 4 0,2 3 0,1-2 899,-6-14 0,-1-1 0,3 2 0,-1-3 0,6 0 0</inkml:trace>
  <inkml:trace contextRef="#ctx0" brushRef="#br0" timeOffset="167448">13746 3722 7892,'-12'-18'3239,"5"1"-2520,-4 7-539,-1 2-810,-13 8-449,-12 16 719,17-1 1,2 5 269,-5 6 0,3 3 404,6 5 1,2 2-90,0-4 0,6-1-270,12-3 0,5-3 45,16 10-90,-1-26 0,3-8 405,-3-7 0,-1-6 224,-2-4 1,-3-5 0,-2-5 0,-5-1 629,-1-10-629,-6 11-1170,-12 26-1169,5 34-90,1 5 944,6-5 1,5 1 224,3-11 1,4-1 719,3 3 0,1-9 0,22-39 0,-23 2 0,0-1 0</inkml:trace>
  <inkml:trace contextRef="#ctx0" brushRef="#br0" timeOffset="167715">14078 3351 8432,'-7'42'495,"3"-3"0,3 8-855,3-5 0,2 4 0,1 1-305,-2-7 0,0 1 1,0 0-1,1 0 305,3 9 0,-1-1 1,1-5 407,-1-4 1,0-8-49,0-2 0,-10-48 0,-3-13 0,0 2 0,0 1 0</inkml:trace>
  <inkml:trace contextRef="#ctx0" brushRef="#br0" timeOffset="167864">14103 3898 7533,'-19'-39'539,"1"0"1,1 2 0,3 1 494,2 0 1,5 2-316,4 6 1,6 3-585,11 1 0,7 5-765,10 3 0,6 4-463,-5 3 1,3 0 0,-2 2 1051,6 0 1,1 4 0,-3 3 0,2 3 0,-1 2 0,4 5 0,1-1 0</inkml:trace>
  <inkml:trace contextRef="#ctx0" brushRef="#br0" timeOffset="168731">15272 3210 7533,'-13'-25'2968,"7"5"-3508,0 18 540,6 30 90,0 7 0,0 8-180,2-6 0,0 1 0,0 3-166,-2 5 0,0 2 0,1 1 256,1-11 0,1 0 0,1 1 0,-2-3 90,-1 3 0,-1-3 0,0-2 283,3 4 1,0-7 76,-3-7-90,0-56-990,-6-7 360,1 4 0,-2-1 225,-1 7 0,-3 4 0,-8 4 1,-3 6 403,-23 15 416,17 18 0,0 7-100,2 2 0,3 3-316,5 5 1,4 1-135,5-5 0,6-1 45,21 15-450,-2-26 0,6-3-765,7-5 1,4-4-695,3-2 1,1-3 1579,-5-1 0,1-2 1,2-2-1,0-1 0,-7-1 1,0 0-1</inkml:trace>
  <inkml:trace contextRef="#ctx0" brushRef="#br0" timeOffset="169198">15628 3757 7533,'-12'-27'3276,"6"-7"-1335,-5 23-2301,-1-5-90,-8 32-359,-10 11 404,18-2 0,3 3 360,-1 6 0,3 2 45,4 4 0,6 1 45,8 1 0,6-4 135,1-11 0,4-7 539,9-6 1,0-12-225,-7-19 0,-3-9-136,-4-1 1,-4-3-180,-6-16 0,-8-2-135,-9 13 0,-4 3-495,2 0 0,-3 3-1349,-22 4-1478,23 25 3123,10 10 0,44 15 0,-17-11 0,0 0 0</inkml:trace>
  <inkml:trace contextRef="#ctx0" brushRef="#br0" timeOffset="169714">15887 3863 7533,'-19'0'3276,"2"0"-1875,15 0-501,31-8-676,-3 4 1,5-2-360,14-9 0,3-3-65,-13 6 1,1 1-1,-2-3 260,-2-3 0,-2-1 0,-3 0 430,5-4 1,-8-1 588,-13-13-539,-48 11-585,10 25 0,-3 6-225,-4 1 0,-1 5-180,3 8 1,3 6 213,5 3 0,4 2 146,6 0 0,4 1 315,7-4 0,6-1 45,9-3 0,6-5-225,8-7 0,4-6-405,4-4 0,2-4-1124,1-6 0,-1-2 1484,-4 0 0,-2 0 0,14-7 0,-9 9 0</inkml:trace>
  <inkml:trace contextRef="#ctx0" brushRef="#br0" timeOffset="170198">16736 3687 7533,'-12'-38'3276,"5"13"0,-15 17-2812,2 8-464,-23 8-900,5 9-719,6 11 810,14 7 988,29 8 91,6-20 0,4-1 45,6 5 0,3-1-90,5-2 0,-1-3 44,-10-3 1,-3 0 540,2 7-630,-46-7-360,-22-1-585,14-8 1,-1 0-766,5 0 1,3 0 1529,-6 0 0,41-32 0,16-16 0</inkml:trace>
  <inkml:trace contextRef="#ctx0" brushRef="#br0" timeOffset="172181">17930 3193 7533,'0'-20'1439,"0"-3"-899,0 21 179,0-14-359,0 14 360,0-6-361,0 8-269,0 16-360,6 27 0,-3 1 1,1 8 89,-2-15 0,0 2 0,-1 3 0,0-1-221,0 2 1,-1 1 0,0 0 0,-1-1 287,0 1 1,0-1 0,-1 0 0,0-4 247,-3 14 0,-3-8-1,1-15 1,-4-11 225,-8-27 270,-11-27-136,16 12 1,2-2-225,-2-9 0,4 0-450,3-13 440,14 20 1,9 3-756,9 8 1,6 4 224,11 0 0,3-1 360,-13 3 0,0-1 0,-1-1 494,14-9 1,-4-3 180,-10-6 0,-6-3-181,-7-2 1,-5-1-1,-6 1 1,-3 0-270,-4 6 0,0 3-315,0-9-1529,-6 19 269,-1 32 405,1 6 1,0 7 494,1 13 1,3 6 299,-1-6 0,1 3 0,1 1-113,2-9 1,2 2 0,0-1-1,1-1 83,3 7 0,0-1 0,4-3 90,6 9 0,4-10 315,0-17 0,2-10 675,19-22-586,-22-13 1,-3-5 89,0 4 1,-3-1-90,0-5 0,-3-1 405,7-12-840,-11 24-1769,-1 19-1350,-1 19 2205,0 5 0,2 3 944,2-3 0,1-1 0,4 7 0,2 1 0,0-5 0,0 1 0</inkml:trace>
  <inkml:trace contextRef="#ctx0" brushRef="#br0" timeOffset="172431">18718 3704 9691,'-7'-10'2789,"1"3"-2249,6 22-1080,11 13-944,-7-3 0,1 3 404,6 3 1,1 0 1079,-5 1 0,-1-1 0,6-4 0,0-1 0,7 17 0</inkml:trace>
  <inkml:trace contextRef="#ctx0" brushRef="#br0" timeOffset="172864">19074 3704 9422,'0'-17'3276,"-5"-1"-1965,-13 8-1401,-2 2-899,-10 8-630,5 16 809,11 4 540,9 23 360,14-17 0,5 1 225,-1 0 0,1 0-225,10 4 0,0-1 224,-10-7 1,0-1 675,14 14-271,-26-19-809,-15-9-1439,-18-8 720,-2 0 809,3 0 0,24-23 0,7-7 0</inkml:trace>
  <inkml:trace contextRef="#ctx0" brushRef="#br0" timeOffset="173065">18767 3422 7533,'-27'0'436,"21"-8"1,33-1 0,16 0 0,-10 0 0,0 0 0,0 0 0</inkml:trace>
  <inkml:trace contextRef="#ctx0" brushRef="#br0" timeOffset="174031">19826 3669 7533,'-6'-20'3238,"5"-3"-3238,-5 21 360,6 17-360,6 23-225,-6-4 0,1 2 270,4-3 0,1-1 0,-6 4 0,1-3 315,15 4 179,-2-20-179,16-50-225,-13 7 0,-2-5-45,1-12 0,-1-2 0,1 4 0,-2 2-45,-6 10 0,-2 3-1035,5-7-179,-11 48 809,0 22 225,5 1 0,1 3 45,-3-4 0,2 0 90,5 1 0,3-5 720,12 2 539,1-35-809,-7-21 0,-3-9-46,-2-5 1,-2-4-135,-1 7 0,0-2 0,-2 2 269,-2-7 1,-1 5-180,5 7-900,-5 54 90,-4 3 1,2 5-481,2-2 1,2 3-1,1-1 884,2-1 0,2 0 0,0-2 0,9 7 0,2-4 0,3-6 1,0-1-1</inkml:trace>
  <inkml:trace contextRef="#ctx0" brushRef="#br0" timeOffset="174748">20637 3881 11131,'43'-26'1214,"-19"13"0,1-1-1169,-2-7 0,-1-1 45,3 0 0,-2-2 45,-8-2 0,-4 0-45,2-20-90,-20 11-630,-24 10-179,-7 15 494,11 15 0,-1 6 270,4 1 0,3 5 315,0 15 0,5 5-45,5-6 0,4 2 44,7 7 1,6-1-315,1-7 0,5-2-90,7-2 0,5-3-630,-3-6 1,3-2-875,6-3 1,0-3 1602,15-1 1,3-10 0,-11-10 0</inkml:trace>
  <inkml:trace contextRef="#ctx0" brushRef="#br0" timeOffset="175348">21265 3739 7533,'0'-19'1799,"0"3"719,-5 8-1438,-8-1-631,0-1-718,-16 2-991,3 8 361,-11 8-1,0 17 1035,18-8 0,1 3 180,3 9 0,4 3-315,0 0 0,4-1 0,5-3 0,4-1-270,7 0 0,5-3 45,6-8 0,4-5 585,4-6 0,2-8-45,1-7 0,-1-7 134,-3-4 1,-5-5 224,-4-8 1,-4-1 449,-1 11 1,-3 1-495,-9-20-361,4 25-3507,-11 26 1619,6 20-540,17 17 990,-8-14 0,2-2 1169,4-8 0,2-2 0,0 6 0,1-1 0,13 3 0</inkml:trace>
  <inkml:trace contextRef="#ctx0" brushRef="#br0" timeOffset="175814">21634 3722 7533,'-6'-20'3276,"0"5"-2235,6 30-1041,-6 20-90,5 5-270,-3-3 1,3 0-1,12 4 1259,8 2-629,1-27 315,5-36 0,1-15-226,-5 3 1,-2-4 119,0 3 1,1-1 0,-2 1 15,2-9 0,-3 5 134,0 2-2518,-11 43 1080,-6 29 89,5 8 1,1 4-46,-2-6 1,0 0 14,3-5 0,1 1 1,1-4 749,2 0 0,2-5 0,19 5 0,4-29 0</inkml:trace>
  <inkml:trace contextRef="#ctx0" brushRef="#br0" timeOffset="176447">22397 4039 7533,'-25'-8'3276,"7"7"-706,5-7-2750,19 8 270,7 0-809,12 0 179,0-8 450,-6 6 90,-7-14 180,-6-1 810,-12 5 449,-6-12-1979,-7 14-1979,5 1-758,3 17 3196,11-5 1,27 37 0,8-11 0</inkml:trace>
  <inkml:trace contextRef="#ctx0" brushRef="#br0" timeOffset="176899">22447 3634 7533,'-14'-20'3276,"36"-19"-1638,-1 28 0,4 0-764,4-8 0,2-5 0,1 1-777,-2 2 1,0 0 0,-1-2 172,0-5 0,-2-1 0,-3-2-30,-3 2 0,-4 0 0,-5-1-16,-8-18 1,-13 0-195,-3 15 0,-7 3 0,-6 2-540,-10 3 1,-8 3-1,-2 5 30,-3 2 0,-1 3 1,0 5-614,7 5 1,0 4 0,4 0 995,-8 1 1,16 4-1,30 9 1,27-6-1</inkml:trace>
  <inkml:trace contextRef="#ctx0" brushRef="#br0" timeOffset="188264">12405 5221 9242,'-20'0'2158,"8"0"-1348,7 0-90,5 0 2556,0 0-3134,5 0-52,13 0-90,24 0-225,-7 0 0,4 0 45,8 0 0,1 0 225,-3 0 0,-2 0-90,-4 0 0,-5 0-135,-3 0-539,-14 0-631,-23 0-1168,0 0 2518,-1 0 0,7 0 0,7 0 0</inkml:trace>
  <inkml:trace contextRef="#ctx0" brushRef="#br0" timeOffset="191031">13795 4886 11670,'-6'-18'900,"5"9"-900,-10 1-90,10 0 270,-9 6 0,8-14-90,-9 14-90,4-6 269,-5 8-538,-12 0 269,-2 0 90,-22 0 134,21 3 1,-2 2-45,-2 3 0,0 2-270,-7 6 0,3 3 135,8 2 0,2 3-180,-5 5 0,1 3 135,9 2 0,2 3 135,-1 3 0,1 0-90,5-8 0,2 1-15,2 1 0,1 3 0,2-3 105,1-2 0,1-1-135,-3 17 0,3-2 90,10-18 0,5-3 135,0-1 0,4-5-91,10-7 1,5-4-270,0 1 1,2-2-181,5-6 0,0-2-1324,-2 1 1,-2 0-1,2 0 1,-2 0 1527,11 0 1,-17 0 0,-1 0-1,12 0 1</inkml:trace>
  <inkml:trace contextRef="#ctx0" brushRef="#br0" timeOffset="191664">13930 5398 7533,'-12'-18'3276,"5"0"-2415,1 1 219,6-1-541,0 8-179,0 2-630,-5 8 180,-1 0-989,-17 0 359,2 0 361,-15 8 89,5 10 360,-1 9-135,19-3 0,2 3 0,3 4 0,4 1 0,6 4 0,7 0-135,11 6 0,7-5 360,4-10 0,4-7 404,5-6 1,1-11 224,-3-15 1,-4-11 44,-6-14 1,-5-6-585,-2-2 0,-6-2-210,-9 10 0,-3-2 0,-5 3-420,-5-3 0,-5 4-1279,-3 6 1,-2 5 1535,-15 0 0,20 55 1,13 9-1</inkml:trace>
  <inkml:trace contextRef="#ctx0" brushRef="#br0" timeOffset="192664">14349 5433 8072,'-6'-26'3276,"-1"7"-2324,1-7-952,-5 16 90,9 3-540,-3 38-269,5 0 494,0 3 0,0 1 315,0 12 180,5-4 629,2-41 1,11-29-631,-11 1 1,0-3-45,2-7 0,0 1-270,-3 7 0,0 1-1574,1-8 360,4 35 359,1 20 720,-4 4 0,3 3 90,6-7 1,1-1 403,-2 5 1,2-5 1394,18-17-449,0-30-766,-22-1 1,-2-4-46,1 0 1,-1 1-135,-5 0 0,-2 3-1394,0 2-91,-5 42-359,6 33 405,-1-10 0,2 4 494,2-10 0,1 1 1,1-2 569,7 8 0,3-4 0,2-2 1,2-5-1,0-11 0,-1-1 1</inkml:trace>
  <inkml:trace contextRef="#ctx0" brushRef="#br0" timeOffset="193230">14952 5539 7623,'-19'41'629,"12"-8"1,2 4-480,2-2 0,1 2 0,1-1-150,3 12 0,2-2 224,-1 4 1,1-8 45,3-12 720,-2-30-586,-3-21 1,-4-11 45,2-11 0,0-4-241,0 2 1,-1-2 0,2-1-228,2 3 1,0-1 0,2 0 47,-2 1 0,1 0 0,2 2-240,2 8 0,2 2 0,2 5 30,20-9-1169,5 31 899,-16 20 1,0 7 673,-1 0 1,-2 3 315,0 10 0,-4 1-271,-3-11 1,-4 1-180,-4 5 0,-6-1 180,-20-2 502,-16-9-1761,-6-10-1350,8-16 2339,19-2 0,51-23 0,-9 14 0,0 0 0</inkml:trace>
  <inkml:trace contextRef="#ctx0" brushRef="#br0" timeOffset="194564">15653 5380 7533,'-24'-28'2248,"5"3"-1618,-4 15-90,3-6-450,1 7-180,-4-1-180,-2 10-90,-1 25 270,13-4 0,2 3 90,0 10 0,4 3 0,4-1 0,5 0-135,2-3 0,4-3 45,3-6 0,4-5 270,16-1 0,-1-26 90,-16-19 180,-3-18-136,-12 18 1,-3 1 675,-9-19-540,5 9-810,-3 11-180,22 7 450,24 8 180,-7 6 0,2 1 135,10-6 0,0 2 359,-4 6 1,-1-2 44,-6-9 1,-4 0 450,0 11-810,-14-15-720,-16 14-450,-8 2-1528,-6 18 1169,0 17 944,11-10 0,3 3 270,5 6 0,6 2 45,6 2 0,6-3 45,3-6 0,3-3 315,3-6 0,2-7 899,20-21-270,-12-19-584,-23 2 0,-4-3-136,0 4 1,-2 1-539,-1-20-1710,-1 25 450,-6 10 359,0 32 631,16-3 539,5 7 989,21-13 180,-4-30-449,-10-5 0,-2-3-46,-11 3 1,-2-2-1,3-5 1,-3 3-1035,-8 15-1978,-5 34 699,7 5 1,3 3 1582,-3 1 0,7-2 1,8-7-1,6-1 0,2-4 1,1-6-1,0 1 0,-1-1 1</inkml:trace>
  <inkml:trace contextRef="#ctx0" brushRef="#br0" timeOffset="195380">17081 4727 7533,'-23'-25'2248,"2"5"-1078,-9 3-1350,16 40 405,5 1 0,2 7-76,3 5 1,2 6 0,1 1-376,-1-4 1,0 1 0,1 1 0,-1 0 247,0 1 1,1-1 0,0 1-1,0-2-112,0 7 0,1-2 0,1-4 219,1-2 1,1-9 50,-2-15-360,5-40-269,-17-5 314,3 5 0,-3-1 0,-11 6 0,-4 3 585,1 0 0,-1 7-46,-8 13 1,0 9 815,6 8 1,6 8-367,1 14 1,10 4-361,11-7 1,11-4-90,12-5 0,10-7-180,12-10 0,4-10-1318,-10-10 1,1-6 0,-1-1 934,-3 3 0,-2-1 1,-3-4-1,4-12 0,-7-4 1,-11 5-1,-1 1 0</inkml:trace>
  <inkml:trace contextRef="#ctx0" brushRef="#br0" timeOffset="196881">18226 4780 7533,'7'-16'1349,"-2"5"-450,-5-23 181,0 7-271,0-16-89,0 21 89,-5-17-898,3 35-1171,-9-12 900,10 48 135,-2-3 1,0 5 134,3 13 0,0 6-245,0-7 0,0 4 0,0 0 312,0-8 1,0 1 0,0 0-1,0-2 83,0 5 0,0-2 0,0-1 90,0 0 0,0-2 0,0-7 480,0 1 269,0-19 181,0-32-541,6-3-269,-5-9 0,-1-3-450,2 3 0,2-1 142,1-7 1,1 1-548,-1 7 1,3 3-585,28-2 719,7 27 450,-14 21 0,-2 9 269,-2 5 1,-5 4 0,-5-5 0,-2 2 0,-5 0 135,-6 14 0,-8-2-1,-2-9 1,-5-5 0,-6-5 0,-5-7-136,-6-14 1,-1-6-45,5-5 0,1-4-405,-7-5 0,3-4-180,-3-19-2917,8 8 78,24 9 3199,29 10 0,-3 11 0,4 2 0,11 0 0,0 0 0</inkml:trace>
  <inkml:trace contextRef="#ctx0" brushRef="#br0" timeOffset="197164">18620 5256 7533,'0'-27'3276,"0"9"-1875,5 3-1581,-4 21 0,10 11-1079,-4 20 224,-1-4 1,0 3-136,0 1 1,0-1 1169,-2-8 0,-1 0 0,0 2 0,0-3 0,-3 1 0</inkml:trace>
  <inkml:trace contextRef="#ctx0" brushRef="#br0" timeOffset="197630">18865 5309 8252,'-13'16'2159,"2"4"-2159,16 15-180,8 8 0,6-14 450,5-11 90,6-28-135,-13-12 0,-2-7 134,4-2 1,-1-2 180,-2-8 0,-1 1-316,-2 7 1,-1 4-225,5-7-719,-10 28-91,10 34 91,-9 19 359,3-15 0,1 3-585,1 10 1,-1 0 45,-2-13 0,0-1 899,2 9 0,-1-10 0,-4-24 0,-1-8 0</inkml:trace>
  <inkml:trace contextRef="#ctx0" brushRef="#br0" timeOffset="198281">19530 4710 7533,'-27'-10'2968,"5"2"-3058,27 31 450,2 23-450,-5-15 0,0 5 0,1 0 90,0 1 0,1 0 0,0 1-238,-2 10 1,0 3-1,1-3 148,1-9 0,0-3 0,0-1 200,0 7 1,-1-4 608,2 3 541,-5-41-541,0-17-719,0-3-539,-11-13 491,-8 13-222,-12 3 810,-12 17-180,5 17-1,15-1 1,4 4-45,4 5 0,3 2 45,0 1 0,1-1-136,6 0 1,4-1-225,12 17 90,9-23-270,2-10 1,4-4-991,-2-12 1,2-4-470,10 1 1,1-2 1630,-5-1 1,0-3 0,7-5 0,0-1-1,-5 2 1,0 1 0</inkml:trace>
  <inkml:trace contextRef="#ctx0" brushRef="#br0" timeOffset="198664">20047 5168 7533,'-18'-27'3276,"-1"1"-526,-17 24-2840,-2 12-45,15 9 0,2 5-135,2-1 1,1 1 44,4 6 0,4 1 180,6-4 0,6-1 45,18 19-45,-1-18 0,5-3 225,1-9 0,1-1-225,-6 4 0,-2-2-405,5-7 0,-23-1-2338,-17-8 719,-9 0 2069,0 0 0,1 0 0,-1 0 0,-21 0 0</inkml:trace>
  <inkml:trace contextRef="#ctx0" brushRef="#br0" timeOffset="198914">18927 4780 7533,'-32'-17'787,"14"7"0,39 18 0,20 11 0</inkml:trace>
  <inkml:trace contextRef="#ctx0" brushRef="#br0" timeOffset="200214">21203 4710 7533,'0'-26'2248,"0"14"-1528,-5-3-180,4 15-270,-10 31-360,9-3 0,2 7-30,-2 7 0,0 6 0,1 1-274,0-9 1,1 1 0,0 0 0,1 2 280,-1 3 1,0 1 0,0 1 0,0-3 82,0 5 0,0-2 0,0-3-150,-3 6 0,0-6-720,-4-2 900,0-27 0,-3-56 0,3-9 0</inkml:trace>
  <inkml:trace contextRef="#ctx0" brushRef="#br0" timeOffset="200515">21031 5168 7533,'-40'-19'3276,"6"3"0,28 16-2273,11 0-463,19 0-315,2 0 0,3 0-1395,10 0 1,3 0 389,-8-1 1,1 1-1,1 1-210,4 3 1,0 2 0,-2 0 224,8-2 1,-2 3 764,0 8 0,-12 4 0,-27 8 0,-16 8 0</inkml:trace>
  <inkml:trace contextRef="#ctx0" brushRef="#br0" timeOffset="200880">21499 5256 8342,'-26'18'2429,"2"-8"-1979,7 6-271,-2 1-89,0 26-405,13-12 1,5 1-91,7 1 0,6-1 135,7-3 1,5-5 718,6-11 1,3-9 44,0-8 1,-3-9 90,-2-14 0,-7-7-1,-5-2 1,-7-3-360,-8-2 0,-7 2-405,-7 9 0,-6 7-539,-26 5 719,1 28 0,47 18 0,20 7 0</inkml:trace>
  <inkml:trace contextRef="#ctx0" brushRef="#br0" timeOffset="201648">22914 4657 7533,'0'-30'2698,"0"7"-2248,0 31-270,0 25-315,0 3 0,0 6-45,0-3 0,0 3 0,0 3-262,0-3 1,0 2 0,0 2-1,0-2 172,1-2 0,0-1 0,0 0 1,2 0-271,0 11 0,2-1 1,-1-5 593,1-2 0,-2-8 1,-3-3-1,-14-35 0</inkml:trace>
  <inkml:trace contextRef="#ctx0" brushRef="#br0" timeOffset="201915">22754 5186 7533,'-30'-28'3276,"4"11"-796,7 1-1310,25 6-91,36-7-1034,-4 8 0,5 0-795,-6 1 1,2-1-1,2 1-343,7 0 1,3 2 0,-2 0-1,-5-1 1,-1 1 0,-2 1 1033,-1 2 0,-2 2 0,-6 5 1,-7 10-1,-6 6 0,-4 27 1</inkml:trace>
  <inkml:trace contextRef="#ctx0" brushRef="#br0" timeOffset="202548">23443 5256 6633,'19'0'2699,"-6"-15"-1980,-8 11 181,-16-20-271,3 22-269,-15-13-270,-2 13-180,-1-6-180,-4 8 0,0 8 181,-2 17 358,1 12-89,15-7 0,2 1-180,6-3 0,3-1-45,-1 0 0,6-1-315,23 17 360,10-16 225,-6-22 0,1-8-135,17-16 360,-14-8 0,-3-7-91,-12 2 1,-4-1 90,4 1 0,-3 2 899,-7-13-809,-17 25-2699,2 18-630,-8 18 901,10 25-181,12 4 2069,2-16 0,5-1 0,13-10 0,4-3 0,3-1 0,0 1 0</inkml:trace>
  <inkml:trace contextRef="#ctx0" brushRef="#br0" timeOffset="202847">23714 5415 7533,'-7'28'270,"2"-11"1798,10-1-539,2-14-269,11-10 179,1-27-990,-6 9 1,-2-3 45,0-17 0,-2-2-720,-1 9 0,1 1-1034,-2-7 0,4 4-380,6 19 1,2 7 1464,9 7 1,3 24-1,2 11 1,-7 5-1,0 1 1</inkml:trace>
  <inkml:trace contextRef="#ctx0" brushRef="#br0" timeOffset="203831">24317 5292 8162,'-26'-20'2429,"8"-11"-2429,7 19 0,5-14 90,-7 9 90,1 7-540,-6 2-90,-1 32 360,0 13 270,9-3 0,2 3-270,4-2 0,1 2 90,-1 7 0,3-2-90,5-16 0,3-3 180,1 5 0,3-7 270,15-19 0,9-12-90,-9-25-91,-10 14 1,-2-3-45,0-5 0,-3-3 135,-1 1 0,-1 0-45,-2-1 0,-2 1-90,-1 3 0,-2 3-765,-2-10-1079,-6 17 450,5 34 1124,-2 7 0,0 7 135,3 1 0,0 5 0,0 2-150,-1 0 0,0 1 0,0 2 0,-1 0 239,-1 5 1,1 2 0,-1 0 0,-1-2 180,0-1 0,0-1 0,-1-1 0,-1-2 299,-2 1 1,-2-3 0,-2-5 329,-7 6 1,-5-15-271,-21-31-539,12-4 0,0-7 180,4-12 0,1-5-240,5 8 0,-1-1 0,4 0-975,-2-14 1,4 1-91,0 8 1,7 2-2114,33-13 3148,7 17 0,2 23 0,4 4 0,-4 0 0,1 0 0</inkml:trace>
  <inkml:trace contextRef="#ctx0" brushRef="#br0" timeOffset="204376">24489 5450 9152,'19'-9'2518,"10"-7"-1978,-3 14-360,-3-9 0,2-2-90,0 8 0,0-1 90,1-14 0,-1-1 134,-2 6 1,-4 0 135,1-28-360,-20 8-630,-25 7-359,-13 11 269,-6 17 315,16 10 0,3 5 180,7 2 1,2 3 268,-4 6 1,4 1-45,7 3 0,6 1-180,6 1 0,5-1-180,3-3 1,4-1-676,8 3 1,3-2 224,-2-7 1,2-4 719,1-1 0,1-5 0,-1-12 0,1-6 0,0-7 0,0-1 0</inkml:trace>
  <inkml:trace contextRef="#ctx0" brushRef="#br0" timeOffset="204714">25104 4939 7533,'0'-32'1638,"0"-1"0,0-10-597,0 27-591,0 24 360,0 18-766,0 2 1,0 4-405,0 12 1,0 3-242,0-8 1,0 3 0,0 0 180,0 0 1,0 0-1,0 0 90,0-3 0,0 0 1,0-2-211,2 6 0,2-5-539,2 5 1079,7-28 0,-1-30 0,1-5 0</inkml:trace>
  <inkml:trace contextRef="#ctx0" brushRef="#br0" timeOffset="204981">24957 5239 7533,'-24'-26'3276,"4"15"0,13-21 0,41 13-4008,-2 5 1,6 0-229,-3 2 1,3 0 0,1 3 693,6 2 0,1 3 0,-2 3 0,-8 4 0,-1 2 0,-1 3 1,-1 5-1,0 0 0,1 0 0</inkml:trace>
  <inkml:trace contextRef="#ctx0" brushRef="#br0" timeOffset="205181">25683 5503 7533,'37'0'0</inkml:trace>
  <inkml:trace contextRef="#ctx0" brushRef="#br0" timeOffset="210714">12491 6650 7623,'-20'10'1979,"3"-10"-1260,10-2 360,-4-6-989,5 0 450,-7 6 0,6-6-180,-4 0-91,10 6 271,-10-5 270,9 7 179,-9 0-359,10 0-540,-4 0 359,-1 0-1258,5 0 899,-5 0 180,17 0-180,19 0-135,1 0 0,5 0-15,-2 0 0,2 0 0,0 0-68,4-2 1,0-1 0,0 0 157,0 0 0,0 0 0,-2-1 285,5-5 0,-6 0-45,6 0-810,-27 1-809,-27 8-1080,-3 15-848,-10 5 2530,10 7 0,-3 7 1,11-7-1</inkml:trace>
  <inkml:trace contextRef="#ctx0" brushRef="#br0" timeOffset="214097">13746 6315 8702,'-7'-18'2698,"2"8"-2068,5 2-180,-6 1-90,5 5-630,-5-6 0,1 16 135,-1 12 0,0 9 105,-2 0 0,-1 4 0,1 3-495,1 1 1,1 3 0,0 2 0,-1-1 636,0 2 1,-1 0-1,0 0 1,1 1 66,0 2 1,1 1 0,0 0 0,0-5 150,0-2 0,0-4 0,-1 0 119,-5 14 1,1-8-90,2-15-450,-2-11 90,11-16-629,-5-8 567,4-2-3086,-5-7 3148,23-9 0,-3-1 0,3-5 0,9-5 0,-1 0 0</inkml:trace>
  <inkml:trace contextRef="#ctx0" brushRef="#br0" timeOffset="214664">13771 6438 7533,'0'-17'1709,"0"-9"-810,-5 6 1,-2-5-361,0 7-89,1 9-720,6-7 360,0 14-90,6-6 0,6 8 450,7 16 180,5 27-585,-8-6 0,-1 6-75,-5-2 0,0 4 0,1 1-116,-2-9 0,1 1 0,-1 1 1,0-1 204,0 11 1,-1 0 0,1-2 30,-1-4 0,0-2 0,-1-3 45,-3 0 0,-1-5-405,2 2-449,-5-20 161,0-15 0,-16-47 1,6 18-1,-1 0 0</inkml:trace>
  <inkml:trace contextRef="#ctx0" brushRef="#br0" timeOffset="214914">13759 6844 7533,'-44'-8'3276,"12"-2"0,14 0-2093,12 3-1992,29 7-271,20 0-269,-12 0 0,3 0 1349,10-1 0,2 2 0,-12 3 0,1 1 0,0 1 0,5 1 0,-1-1 0,1 1 0</inkml:trace>
  <inkml:trace contextRef="#ctx0" brushRef="#br0" timeOffset="215464">14361 7091 7623,'0'19'2878,"0"5"-1619,0-22 180,0 6-359,-5-24-451,-2-19-404,-2 2 0,0-5-15,3 5 0,-1-3 0,1-1-250,-2-6 0,0-2 1,-1 0 248,1-3 1,-1 0 0,2 1-30,2 9 0,1 1 0,-1 2-90,-3-9 0,5 4-270,20-3-360,-2 8-449,15 7-181,11 11 361,4 9 688,-13 7 1,3 2-735,-1 2 1,0 2-540,-4-2 0,-2 3 1394,0 5 0,-8 4 0,-23 20 0,-14 10 0</inkml:trace>
  <inkml:trace contextRef="#ctx0" brushRef="#br0" timeOffset="215714">14251 6809 7533,'-28'17'3276,"6"-7"-1515,50-10-1491,17-10-1035,-6-2 1,2-1 764,-5 6 0,-1 2 0,4 0 0,-1 2 0,-10 8 0,1 0 0</inkml:trace>
  <inkml:trace contextRef="#ctx0" brushRef="#br0" timeOffset="216430">14989 7161 7533,'7'28'1799,"-2"-11"-900,-5-24 181,0-13-586,-2-4 1,-1-3-90,0-3 0,-1-3 44,-7-13 1,-1-4-449,2 13 0,-1-2 0,0 0 149,-2-8 0,1-1 0,-1 2-31,2 5 1,0 1 0,1 1 60,1 3 0,1 0 0,2 4-90,4 3 0,2 5-360,7-1-719,29 17 584,-12 7 0,3 2 45,9-1 1,2 0-1,0 0 0,-1 0-181,-2-1 0,-1 2-584,-5 5 1,-4 4 1124,1 9 0,-32 8 0,-10 5 0,-8 0 0,0 1 0</inkml:trace>
  <inkml:trace contextRef="#ctx0" brushRef="#br0" timeOffset="216680">14841 6844 7533,'-38'8'3276,"13"-6"-1335,20 6-1132,33-16-1348,7-2-1100,-5 1 1,5 0 1507,7 2 1,1 4 0,2 9 0,0 4 0,-8 0 0,-1 0 0,1 0 0</inkml:trace>
  <inkml:trace contextRef="#ctx0" brushRef="#br0" timeOffset="217547">15211 7003 8792,'2'9'2339,"19"-1"-2564,9-9 0,6-6 45,2 0 0,1-3 360,2-3 0,-1-2-45,-7 3 0,-4-3 404,7-18 451,-12-3 539,-17-1-1259,-13 2-810,-8 17 180,-16 10-899,-12 32 809,16-7 1,1 3 359,-1 10 0,2 3 359,1 2 1,3 0 90,3-3 0,4-1-225,7 0 0,4-1-765,9 15 360,30-18-90,-8-16 1,3-6-271,10-14 0,2-5 480,-11 5 0,1 0 1,-1-3 29,1-6 0,0-3 0,-2-1 300,-1 4 0,-2 0 0,-3-1 809,2-7 0,-5 0 1440,11-10-720,-27 11-899,-7 15-361,-7 2-988,-10 8-1620,-8 16 1080,-7 11 809,13-10 0,1 4 495,1 11 0,3 2-135,0-9 0,3-1-135,5 7 0,5-1-585,19 13-360,26-23 1,-11-14 0,2-5 989,6-10 0,-1-7 0,-10 3 0,-2-3 0,-2-6 0,0 0 0</inkml:trace>
  <inkml:trace contextRef="#ctx0" brushRef="#br0" timeOffset="218398">16182 6526 7533,'-12'-22'1638,"0"-1"0,-7-12 483,7 17-2661,12 18 450,6 42 0,0-16 0,1 4-90,-3 11 0,0 6 0,0 1 90,-2-2 0,0 0 1,0 1-168,1-9 1,0 1-1,0-1 1,-1 0 106,-1 7 0,-1-1 0,1-4-50,5-1 1,-1-5-340,-4 9 269,5-43 720,-6-28 449,-2 3 1,-2-3-181,1-6 1,-1-2 711,-2-5 1,0 1-173,2 7 1,1 2-1665,1-1 0,4 5 136,11 7-2790,28 5 1530,-6 15 90,7 0 0,2 0 1304,-13 0 0,0 0 225,6 0 0,0 0 809,11 0 2377,-29 0 0,-14 0-1822,-17-8-1364,-13 6-450,-6 2-630,-1 17-988,13 19 1168,13-11 1,6 3 539,12 3 0,5 0 315,-1 1 0,2-1 359,7 0 1,0-1 180,-11-7 0,-2-1 494,-1 13-269,-29-9-1350,-13-17-629,-7-1-2070,6-8 3239,8 0 0,29 0 0,3 0 0</inkml:trace>
  <inkml:trace contextRef="#ctx0" brushRef="#br0" timeOffset="219314">17709 6438 7533,'7'-35'1619,"-2"0"-540,-5 7 450,0 3-449,0 15-631,0 10-539,0 41-90,0-7 1,0 5-91,3-1 0,1 4 0,0 1-188,-1-6 1,0 1 0,0 0 0,2 0-203,4 11 0,1 0 1,0-2 119,-2-4 0,-2-1 1,1-4 539,6 2 0,-8-9 0,-33-13 0,-13-30 0</inkml:trace>
  <inkml:trace contextRef="#ctx0" brushRef="#br0" timeOffset="219548">17549 6862 7533,'-18'-36'3276,"4"9"-346,2 9-1491,17-5-269,31 11-1215,-10-1 0,5 0-285,1 6 0,3 1 0,1 2-763,2 0 1,2 1 0,1 0-1,5 0 1,0 0 0,-1 1 896,-7 1 0,-2 0 0,-2 3 0,5 4 0,-6 4 1,1 9-1</inkml:trace>
  <inkml:trace contextRef="#ctx0" brushRef="#br0" timeOffset="220164">18349 6809 6363,'0'-28'3276,"-6"-5"-705,5 21-1582,-10-4-539,-7 16-540,-8 0-359,-16 16 179,20-4 0,0 4 180,-6 8 0,1 4 270,7 0 0,0-1-90,-2-1 0,4 1-90,9 3 0,4-1-180,-6 18-360,27-2 540,10-12 0,23-31 45,-20-8 0,-1-5 0,0-10 0,0-3 135,-2-2 0,-3-3 269,-5-9 1,-5-1-45,-3 14 0,-2 1-1035,-2-19-629,-6 28-720,0 30-630,0 21 541,5 11 2068,-3-20 0,3-1 0,12-4 0,6-1 0,0-4 0,0 1 0</inkml:trace>
  <inkml:trace contextRef="#ctx0" brushRef="#br0" timeOffset="220430">18509 7073 7533,'0'26'1079,"0"-15"-179,0 5 269,0-24 180,10-17-720,-3-3 1,0-5 90,5-10 0,0-4-481,-3 11 1,-1 0 0,0 0 60,0 2 0,0 1 0,1 2-1919,1-3 0,4 5 1619,28 4 0,-20 37 0,0 9 0,9 8 0,0-1 0</inkml:trace>
  <inkml:trace contextRef="#ctx0" brushRef="#br0" timeOffset="221997">19174 6809 7533,'6'-10'1529,"-6"-6"-720,-12 14-449,-18-6 270,-14 24-855,21-4 0,1 3-135,-4 13 0,4 5 270,7 3 1,4 1 44,2 0 0,5-2 45,5-7 0,5-3 269,25 8 451,1-38-540,5-15-135,-20-7 0,-4-7-225,-4-4 0,-4-4 0,-2 2 0,-1-2 0,-2 2 0,-2-1 1,-3 2-46,1-10 0,2 16-225,2 31 495,2 20 0,2 15 45,2 1 0,1 5 0,-2 3-45,0-2 0,-2 2 0,0 2 0,0 1-243,0-4 0,0 1 1,0 1-1,-1 0 1,0 0 305,-2-2 0,0 1 0,-1-1 0,-1 0 0,-1-1 116,-1 6 1,-2 0 0,-1-2 0,-1-1-46,-2 6 0,-3-2 0,-2-4 585,-8 1 1,-3-8-271,2-9 1,-1-11-225,-19-24-405,18-13 0,4-10 45,8 1 0,4-3 0,1-2-328,-2-6 0,2-2 1,4 1 177,6 2 0,5 1 0,4 0-150,4 3 0,5 0 1,4 5-1,6 4 0,6 4 1,1 2 119,4 2 0,2 2 0,0 0 270,0 0 0,1 1 0,-3-2 389,-7 2 1,-1-2 0,-3-1 734,7-11 1,-7-2 513,-14 4 0,-5 1-1015,-3 1 1,-3 1 388,-10-11-652,0 17-1529,-1 3-540,-9 24 667,2 17 592,4 4 0,1 3 360,1-3 0,3 1-90,5 13 1,6-2-136,6-15 0,6-5-45,5 1 0,5-8 135,5-20 1,2-12 74,-9-3 0,-1-7 0,-2-3-93,-4 1 1,-2-3-1,0-3 1,-2 0 511,1-8 1,-2-2 0,0-2 0,-2 1 134,0 0 1,-1-1 0,-1 1 0,0 1-1,-3 6 1,-1 0 0,0 2 0,-1 1 344,0-1 1,-1 1 0,0 8-660,1 4-540,-5 45 180,0 7 0,0 6-45,0 5 1,0 5 74,0 2 0,0 5 0,0 0-300,2-4 0,0 1 1,0 1-74,-1-5 0,0 2 1,1 0-1,0-4 283,2-1 0,0-3 1,0-4 659,2 5 1,0-15-691,1-25 720,-7-43 584,-5 7 1,-2-3 314,1-3 0,-1-2-45,0 1 1,2 0-676,2 3 1,6 6-540,25-2-1799,12 15 1799,5 27 0,4 8 0,-11-7 0,-1 1 0,-3 3 0,0-1 0,-1 1 0</inkml:trace>
  <inkml:trace contextRef="#ctx0" brushRef="#br0" timeOffset="223113">21142 7214 7982,'-12'18'3276,"0"-8"-615,-1-2-1402,1-24-359,-1-27-406,6 2 1,2-6-255,2 3 0,1-4 0,0-2-344,-1 9 0,0-2 1,0 0-1,1 0 239,2 0 0,1 0 0,0 0 0,1 1-45,1-9 0,0 1 0,4 3-269,2 9 0,3 3 1,3 2-227,11-9 0,5 5-270,4 8 1,3 5-316,2 4 1,1 5 179,5 8 1,0 4 134,-4 2 1,-2 4-541,-1 8 1,-4 4 1214,-10-3 0,-7 3 0,-10 9 0,-9 3 0,-6 1 0,-1-1 0</inkml:trace>
  <inkml:trace contextRef="#ctx0" brushRef="#br0" timeOffset="223714">21043 6791 7533,'-27'10'1799,"22"-2"-1799,47-8-90,-6-4 0,3 0-180,2-1 0,2 0 90,-8 2 0,2-1 0,-2 1 495,2-2 0,-2 2 359,-3 11 1,-2 0 585,4-4 179,-33 19-270,-2-13-359,-17 8-990,4 23-360,2-2 270,11-5 0,7 1-270,6-2 1,6-3 404,10-4 0,6-5 540,6-8 0,2-9 89,5-16 1,-1-11-45,-6-6 0,-5-7-151,-14 9 1,-2-4 0,-4 1-30,0-11 0,-6 2 224,-3 9 1,-6 5-1394,-12 7-990,-2 46 494,5-3 1,5 5-245,10 5 1,5 0 1506,-3-2 0,6-3 0,15-2 0,6-3 0,-3-4 0,0 1 1</inkml:trace>
  <inkml:trace contextRef="#ctx0" brushRef="#br0" timeOffset="224397">22212 6967 7533,'-25'-19'2878,"7"3"-2788,13 24 180,-1 17-315,5 1 0,1 1-45,0 22 135,1-13 0,5-5 585,17-9 269,3-30-539,-10-15 0,-1-9-151,-4 1 1,-1-3 0,-1 1 60,2-13 0,-3 0 45,2-3 0,-2 4-405,5-2-720,-6 37 270,9 39 405,-14 1 1,-2 3-181,11 5 0,0 2-720,-5 8 1,2 0-1,6-8 1,2-3 1034,-7-4 0,3-5 0,27-5 0,-6-23 0</inkml:trace>
  <inkml:trace contextRef="#ctx0" brushRef="#br0" timeOffset="224750">22791 6932 9691,'0'-37'3276,"0"4"-2144,-6 7-1492,-6 14-90,-23-3 90,10 23 1,-1 7 44,-3 2 0,1 3 270,1 9 0,4 5-90,5 4 0,6 2 45,11-2 0,7-3-360,6-6 1,7-3-136,10-1 1,5-9 584,8-13 0,2-12 0,-14-7 0,-1-8 0,0-2 0,1-9 0,1 0 0,-1 1 0</inkml:trace>
  <inkml:trace contextRef="#ctx0" brushRef="#br0" timeOffset="224997">23087 6456 7533,'-3'-27'1638,"0"1"0,2-11 1638,-5 3-2632,17 48-2353,3 15 944,-4 14 0,-1 9-165,-3-13 1,0 3 0,0 2 718,-3-3 0,0 2 0,0 1 1,0-3-1,-1 1 0,0-1 0,0-1 1,0-1-1,0-1 0,0 1 0</inkml:trace>
  <inkml:trace contextRef="#ctx0" brushRef="#br0" timeOffset="225180">23049 6809 7533,'-13'-32'1092,"0"1"0,8 4 0,9 1 546,20-2 0,11 5-1991,2 7 0,6 3 256,1 1 1,4 1 0,-2 0 0,-7 2 0,-1 1 0,0 0 0,5-1-1,-1 0 1,0-1 0</inkml:trace>
  <inkml:trace contextRef="#ctx0" brushRef="#br0" timeOffset="225780">23641 6703 9871,'-25'-10'3276,"11"18"-4483,3 35 622,12-5 1,3 4-496,1 0 1,3 1 1079,4 3 0,6-6 0,20-11 0,-13-22 0,-1 0 0</inkml:trace>
  <inkml:trace contextRef="#ctx0" brushRef="#br0" timeOffset="226764">23960 6932 7533,'19'-16'3276,"-12"5"-2415,-8-7-141,-12 2-450,1 7-360,-6-1 0,5-6-180,-5 14-809,0-6 359,-1 16 270,-6 10 450,1 17 270,13-10 0,2 3-135,1 3 0,4 1-90,9-1 0,6 0-225,6 2 0,5-5 270,7-9 0,5-8 90,1-7 0,-1-8-45,-5-11 0,-3-8-46,-5-6 1,-5-4 90,-5-6 0,-4-1 180,-3 0 0,-3 0 269,-3 3 1,-1 1-91,0 4 1,-1 4-90,-3 0-1619,2 12 539,16 24 181,2 10 808,12 9-449,-12-3 0,-1 3-270,1 5 1,-2-1 224,-4-7 0,0 1 45,4 12 0,0-1-270,-3-5 1260,15-4-450,8-36-271,-12-15 1,0-5 270,3-3 0,0-1 269,0-3 1,-2 1-271,-7 8 1,0 1-270,10-9-1619,-16 25 180,9 28 359,-8 27 540,1-11 1,0 3-1,0 3 0,0 0-630,0-3 1,1-1 989,1-6 0,3-8 0,16-20 0,1-23 0</inkml:trace>
  <inkml:trace contextRef="#ctx0" brushRef="#br0" timeOffset="227397">23764 6473 7533,'-35'0'509,"19"-7"1,37-5 0,15-2-1,4-4 1,-1-1 0</inkml:trace>
  <inkml:trace contextRef="#ctx0" brushRef="#br0" timeOffset="248131">25904 6315 7533,'0'-20'1259,"0"-3"-90,0 13-449,0-8-1,0 1-89,0-1-450,0 0-90,0 1-270,-5 7-2159,-13 2 1710,-24 24 569,12 0 0,-3 4 0,0 2 150,5-1 0,1 2 0,-1 2-230,-5 5 1,-2 4-1,0 2 1,4-1 251,7-4 0,3 0 1,1 1-1,0 2-22,-4 5 0,-1 3 0,2 1 0,3-1-68,4-2 1,2 1 0,3-1-1,2 0-22,1 6 0,3 0 0,5-3-259,5-6 1,3-2 0,5-3 168,15 6 0,6-7-1549,9-6 1,0-5 1387,-15-5 1,0-3 0,10-2 0,-3-4-1,-2-6 1</inkml:trace>
  <inkml:trace contextRef="#ctx0" brushRef="#br0" timeOffset="248964">26200 6809 7533,'-18'-16'2698,"4"12"-2608,-3-12 0,5 8-90,-6-1 0,-2-9 0,-10 8-90,-1 2-90,-17 16 180,26 4 0,-1 2 45,-7 3 0,0 3 45,6 5 0,3 3 45,-2 1 0,3 3-135,7 2 0,7 2-90,5 1 0,7-1 45,6-3 0,8-4 45,11-7 0,5-8 450,2-10 0,1-8-46,5-10 1,-2-8-75,-16 2 0,-1-5 0,-3 0 119,6-11 1,-5-3-45,-5-4 0,-6 0 44,-4 14 1,-5 3 0,-14-9-1440,3 19-809,-15 48 90,9 15 944,7-9 1,2 4 359,1-1 1,3-2-541,4-2 1,4-3 134,4-6 1,3-3 809,8 2 0,2-26 0,3-9 0,12-22 0</inkml:trace>
  <inkml:trace contextRef="#ctx0" brushRef="#br0" timeOffset="249379">26606 6932 7533,'0'-27'3276,"5"-7"0,-3 7-1913,3-1-1723,-5 3-449,-16 15-271,-16 18 675,7 3 1,0 5 314,-4 12 0,2 5 180,3 2 0,4 3 180,5 5 0,6 2-360,5-8 0,8-2-225,13-2 0,7-5-540,0-8 1,5-5-361,13-4 1,1-4 1214,4 1 0,-17-20 0,-4-7 0,0-21 0</inkml:trace>
  <inkml:trace contextRef="#ctx0" brushRef="#br0" timeOffset="249763">26987 6403 7713,'-5'-18'2608,"3"8"-3058,-3 3 540,5 38 45,-2 5 0,-2 6-225,1 0 0,-1 4 0,-1 2-399,2-5 1,-1 2 0,1 0 0,0 0 128,-1-2 0,1 1 0,0-1 1,1-3-301,1 5 0,1-2 1,1-5 717,-2 4 1,3-15 0,4-27 0,-6-30 0</inkml:trace>
  <inkml:trace contextRef="#ctx0" brushRef="#br0" timeOffset="249931">26901 6932 7533,'-18'-41'1092,"-1"0"0,8 5 0,2 3 2184,-2-2-1373,45 9-2488,-3 16 1,6 3-509,2 2 1,5 3 0,-3-1 823,6-1 1,1 0 0,-9 3 0,3 1 0,1 1 0,-2-1 0,0 0 0,1 0 0,-1 0 0</inkml:trace>
  <inkml:trace contextRef="#ctx0" brushRef="#br0" timeOffset="250480">27479 6967 7533,'-5'-45'3276,"-2"18"-886,1 11-3379,-5 48 539,7-7 1,1 4-451,-3 11 1,0 3-271,1 1 1,3 0 494,0-7 1,4-4 674,10 13 0,18-60 0,-11-7 0,0 1 0</inkml:trace>
  <inkml:trace contextRef="#ctx0" brushRef="#br0" timeOffset="250846">27652 6932 7803,'-7'-20'2068,"1"5"-1258,6 30-91,6 21-494,2-3 0,2 4-90,2 1 0,2-1 90,5 5 0,4-6 224,1-17 1,2-8 90,-1-12 0,0-8-450,1-14 0,-3-9-390,-8 2 0,-3-3 0,-2 0-735,4-13 1,-3 0 89,-4 0 1,-2 4-1844,6-4 2788,-9 31 0,14 48 0,-2 14 0</inkml:trace>
  <inkml:trace contextRef="#ctx0" brushRef="#br0" timeOffset="251231">28144 6967 9602,'-19'-17'2338,"7"7"-1888,7 18-810,10 11-45,-2 5 1,1 3-136,4 4 0,1 1-270,1 0 1,0 1-136,-1 2 1,1-2 944,7 5 0,1-29 0,2-20 0</inkml:trace>
  <inkml:trace contextRef="#ctx0" brushRef="#br0" timeOffset="252163">28477 6509 7533,'0'-32'839,"0"1"1,2 4-1,1 1 241,-1-9-1,3 17-1079,-5 18-90,-5 34-135,1-6 0,1 6-15,-1 1 0,-1 4 1,1 1-133,1-4 0,0 2 1,0 0-1,0 1 124,0 1 1,-1 1 0,1 0 0,0-1 7,1 10 0,0-2 0,-1-2 105,0 6 0,1-8 135,2-9 450,0-29 719,0-55-629,0 21 0,0-1-316,0-11 1,0 0 293,2 3 1,1 3-339,4-11-899,17 27 89,-3 44 585,-3-4 0,-1 3 180,-6 6 0,-2 1 135,4-5 0,-3-2 449,-3 3 900,-1-12-1799,-6-16-449,0 0-91,0 7-719,11 11 899,3 2 270,21 5 1170,9-15-585,-14-18 0,1-8 134,-1-5 1,-2-5 134,-1-9 1,-5-2-315,-6 2 0,-7 7-1259,-9 16 179,-20 34 510,10 7 0,0 11 1,-1 1 269,-3 3 0,-1 1 0,2 3-11,3-5 0,1 2 1,0 1-1,-2-2 221,0-2 0,-1-1 0,0-1 0,0-2-300,-1 1 0,1-3 0,-2-3-105,-5 2 1,-4-11-946,-19-24 45,21-18 1,3-8 314,4-3 1,2-5 0,1 1 738,1-2 0,1-2 1,4-4-1,1-5 1,2 3-1,2 1 0,0 0 1</inkml:trace>
  <inkml:trace contextRef="#ctx0" brushRef="#br0" timeOffset="252330">28391 6579 7533,'-22'-13'1638,"0"-1"0,-10-4-3025,14 10 1387,18 8 0,12 16 0,8 4 0</inkml:trace>
  <inkml:trace contextRef="#ctx0" brushRef="#br0" timeOffset="252531">27935 6350 7533,'-46'-10'11,"66"18"0,17-5 0,11-2 1,-11 3-1,1 0 0,-1 0 0,1 0 1</inkml:trace>
  <inkml:trace contextRef="#ctx0" brushRef="#br0" timeOffset="253230">29646 6773 7533,'-21'-45'3276,"4"18"-1785,17 11-592,6 16-988,1 16-271,0 27 0,-4-9 0,-1 4-540,-1 10 1,-2 2 119,1-11 1,0 0-1,0-3 285,0 4 1,0-3-46,0-1 1,0-6 539,0-12 0,-5-42 0,-2-15 0</inkml:trace>
  <inkml:trace contextRef="#ctx0" brushRef="#br0" timeOffset="253449">29535 7020 7713,'-30'-12'1638,"0"-1"0,-11 1 483,-6-4-1222,33 16-269,14 0-91,25 0-1259,3 7 1,4 2-495,13-3 0,4 0 121,-10 2 1,1 1 0,-1-1 623,8-1 1,-2-4 0,3-1 0,-4-4 0,-19-3 0,0 0 0</inkml:trace>
  <inkml:trace contextRef="#ctx0" brushRef="#br0" timeOffset="253896">30187 6844 7533,'-12'-35'3276,"-1"7"-2595,1 3-51,5 31-360,-4 13-270,7 9 0,1 5-405,-3 2 0,0 2 135,0 7 1,0 1-721,2-1 1,1 0 89,0-3 1,1-2 179,4-10 1,1-3 719,-1 7 0,3-48 0,-5-15 0</inkml:trace>
  <inkml:trace contextRef="#ctx0" brushRef="#br0" timeOffset="254063">30002 7020 7533,'-35'-25'3276,"13"13"-526,-1-4-2210,45 24-1350,6-3 1,5 0 809,2 1 0,4 0 0,-1 0 0,-1-2 0,0-1 0,0-1 0,3 1 0,0 0 0,-1-1 0</inkml:trace>
  <inkml:trace contextRef="#ctx0" brushRef="#br0" timeOffset="255063">31147 6385 7533,'12'-33'929,"1"0"1,-4 1-1,0 7 150,4 15-89,-13 41-810,-12 6 0,-5 7-210,4-3 0,-2 3 0,-2 6-500,1-11 0,-1 4 0,-3 2 0,0 1 0,0 0 0,1-2 395,2-5 0,0-1 0,0 0 0,0 0 0,0 1 1,1 0 59,-2 3 0,-1 2 0,1 1 0,0-2 0,1-1 0,2-3-106,-1 1 1,1-1 0,3-3-1,1-4-359,-1 6 1,8-8-1800,20-12 2339,-1-20 0,21-24 0,-5-1 0</inkml:trace>
  <inkml:trace contextRef="#ctx0" brushRef="#br0" timeOffset="255430">31270 7073 7533,'-19'0'3276,"-4"0"-1605,9 0-52,1 0-1439,24 0-900,26 0-809,-4 4 0,3 0 359,7-3 1,1 0 1169,6 4 0,-1-2 0,-10-9 0,-2-4 0,-1 0 0,0 1 0</inkml:trace>
  <inkml:trace contextRef="#ctx0" brushRef="#br0" timeOffset="256030">31910 7108 6723,'14'0'3276,"2"0"-76,2 0-2390,19 0-1305,-8 0 1,3 0-136,7 0 0,3 0-674,7 0 0,0 0 1189,-6 1 0,-2-2 1,-11-2-1,-4-1 1,1-6-1</inkml:trace>
  <inkml:trace contextRef="#ctx0" brushRef="#br0" timeOffset="256780">32660 6227 7533,'0'-36'1709,"22"1"-990,11 15-359,-3 30 0,2 12-91,-6 4 1,-2 7 0,-1 6-529,-5-2 0,-2 5 0,-1 4 1,-1 1-1,-1-2 367,-1-1 0,-1 0 0,-2 0 0,-1 2 0,-1 2-342,-3-6 1,-1 3 0,-1 2 0,-2 0 0,0-1-1,-1-1 1,-2-2 107,-2 6 0,-1-3 0,-2 0 0,-2-1 1,0 0 229,-1-3 1,-1-1 0,0 1 0,-2-1 0,-1-1 0,-1-3-55,-8 9 1,-1-2 0,-2-4 0,-1-1-254,1-5 1,-1-2 0,-1-2 0,-1-2-788,-7 1 1,-1-2-1,1-5 990,-5-1 0,3-7 0,-8-6 0,23-18 0</inkml:trace>
  <inkml:trace contextRef="#ctx0" brushRef="#br0" timeOffset="275363">12491 8696 7533,'-13'10'1079,"1"5"-629,0-13 269,-1 6 1,7-8 179,0 0-89,1 0 90,4 0-1,-5 0-179,6 0-630,0 0 359,16 0-179,27-8-225,-5 7 0,4 0-45,-6 0 0,2-2 0,1 0 0,2-2 0,2-1 0,-3 1-45,7 3 0,-4 0-270,-10-6 0,-7 0-944,-9 8-1709,-23 0 2968,-1 8 0,-16 10 0,-3 9 0</inkml:trace>
  <inkml:trace contextRef="#ctx0" brushRef="#br0" timeOffset="283380">14029 8255 6183,'14'-10'360,"-4"-5"90,-4 5-90,-5 0 269,10-6-269,-9 6 450,9-7-1,-5-1-89,1 1 269,-1 7-899,-6 2 360,0 8-360,0 0 180,-6 0 0,5 0-90,-10 0-90,4-8-1,-5 6-268,5-6 179,-4 8-90,9 0 90,-3 0 0,0 0 0,4 0 0,-10 0-90,4 0-360,-16 8 540,-9 2-135,6 5 0,-3 3 90,-7 0 0,-2 1 45,8 2 0,-2 2 0,2 2-312,-1 1 1,1 1-1,2 0 252,1 0 0,2 0 0,3 2 15,-3 14 0,7 0 180,7-8 0,4 1 89,5 3 1,4 0-180,3-7 0,3 1 45,7 6 0,5-2-90,-1-12 0,2-3 377,10 5 0,4-3-692,-4-9 1,0-3-361,3 3 0,1-4-674,-1-8 0,-1-4-380,-1 1 1,-2-2 1047,15-8 0,-9-6 0,-19 7 0</inkml:trace>
  <inkml:trace contextRef="#ctx0" brushRef="#br0" timeOffset="283996">14349 8237 7533,'-13'-37'3148,"1"12"-2878,5 32-90,2 29-450,4 3 0,2 8 180,-1-10 0,2 5 0,-1 1 0,1 0-145,1-3 1,-1 1 0,1-1 0,2 1 211,0 4 1,0 1 0,2-2-1,0-4-202,5 9 0,3-10 631,14-6 179,-13-47 0,-1-13-361,1-8 1,-1-4 45,-3 4 0,1-2 0,-1 1 179,-1 2 1,-1 0 0,0 4 179,0-1 1,-1 7-810,8 8-629,-5 52-361,-1-7 1,3 4-135,4 7 0,1 1 1304,-4-1 0,2 0 0,6 0 0,1-2 0,-5-2 0,0-1 0</inkml:trace>
  <inkml:trace contextRef="#ctx0" brushRef="#br0" timeOffset="284880">15174 8714 8342,'-14'-16'3276,"3"-4"-2504,11-7-142,0-6-361,-6 13-448,-6-5-811,-12 15-89,-19 18 854,15 6 0,0 7-45,-7 11 0,2 6 270,10-2 0,2 4 0,2-2-98,-3 2 0,6 0 158,7-1 0,4 3 0,8-9 30,27 0 90,2-13 0,2-6 854,-9-7 1,1-8-1013,6-18 1,4-13-1,-1-4 1,-9 5 426,-10 2 1,-2-1-203,6-3 1,4-6-1,-3 1 1,-9 7 741,-18-6-1529,-1 13-523,1 40-736,0 19-270,12 12 989,0-12 1,5-1 1079,3-9 0,4-3 0,7-2 0,4-5 0,2-7 0,1 0 0</inkml:trace>
  <inkml:trace contextRef="#ctx0" brushRef="#br0" timeOffset="285347">15457 8749 9242,'-25'0'2968,"11"0"-2248,3 0-900,11 16-180,6 11-630,6 18 631,2 0 269,9-17 270,-4-21-46,-3-26 1,-2-11 360,-3 3 0,-1-4-196,-2-2 1,1-4 0,-3 3 285,-2-5 0,-1 3-181,-1 4 1,1 4-1214,3 2-181,1 42 631,10 13-271,-10 7 0,0 5-270,4-5 1,1 2 209,-6-4 1,0 2-1,1-2 690,7 6 0,3-6 0,-1-12 0,4-6 0,24-12 0</inkml:trace>
  <inkml:trace contextRef="#ctx0" brushRef="#br0" timeOffset="286042">15986 8678 7443,'14'-17'3276,"-14"-1"-2325,-8 0-1580,-16 1-451,-1 30 541,-1 1 449,12 16 0,4 7 90,-1 2 0,4 2-60,6-8 0,3 2 0,1-3 15,-1 7 0,4-3 225,13-5 0,3-13 90,13-42-136,-13 7 1,-2-5 45,-5-22 0,-5-6-60,-4 17 0,0 0 0,-1-1-30,-2-2 0,-1-1 0,0 2 179,1-4 1,-1 6-899,-2 7 359,0 50 0,0 19 180,2-7 0,0 4 0,0 3-211,-1-4 0,-1 4 0,0 2 0,0 1 0,0-1 481,1 3 0,1 0 0,0 2 0,-1-1 0,-1-1 35,-2-2 1,-1 1 0,0-1 0,-1-1 0,-1-2 156,1 4 0,-1-1 1,-2-3-1,-2-4 348,-12 11 0,-8-14-361,-3-25 1,-3-12-360,-3-16 0,1-11 30,10-3 0,1-6 0,4-1-390,2 2 0,3-1 1,3-2-734,3-7 1,5-2 0,6 5-547,9 2 1,6 5 1819,-4 5 1,7 4 0,23 8 0,8 6-1,-6 3 1,0 1 0</inkml:trace>
  <inkml:trace contextRef="#ctx0" brushRef="#br0" timeOffset="286946">16195 8925 7533,'-13'-19'899,"12"-5"-809,8 22 1529,29-6-1439,-9 8 0,2 0-135,2-3 0,2-1-90,15-3 0,-1-4 0,-16-5 0,-1-3 450,2-2 0,-4-3 449,-12-6 1,-9-1 854,-12-16-990,-14 4-809,-18 25-1259,-7 18 540,6 25 449,16-1 0,3 5 135,6 6 0,5 3 90,-1 10 0,6 0 135,9-10 0,5-2-135,3 2 0,5-7-720,7-14 1,3-7-1,1-7 1,2-6 224,4-3 1,2-7 179,2-14 1,0-5 345,-9 9 0,1-1 0,-3-1 224,-5-2 0,-3-1 0,0 0 1229,8-11 0,-5 0-90,-12 8 1,-6 1 1348,-17-15-1169,-4 18-809,-21 11-1530,10 32 181,1 19 290,17-9 0,4 3-246,7 5 1,5 2 674,5 4 0,6-1-45,5-2 0,2-2 90,-3-2 0,-1-3 945,8 5-181,-35-11-1259,-27-22-809,-7-2-360,-4-2 1619,19-6 0,11 8 0,8 0 0</inkml:trace>
  <inkml:trace contextRef="#ctx0" brushRef="#br0" timeOffset="288247">18545 8643 8162,'-5'-10'1619,"3"-13"-269,-3 19-451,5-20 1,-6 15-541,5-1-269,-5-6-1079,6 38 584,-2 5 0,-1 6 225,2 1 0,1 4 1,0 0 89,-1 2 0,1 1 0,1-2 0,4 12 0,2-6 720,7-2 629,9-59-900,-10-8 1,-1-7-270,1-12 0,0-4-90,-2 10 0,2-2 0,-2 1 90,0 4 0,0 1 0,-1 0 90,3-13 0,0 4-270,-2 16 0,1 7-270,1 11 720,4 44-135,-10-7 0,0 4-315,2 10 0,-1 3-180,-4 2 0,-1 2-989,2-5 0,1 0-136,-1-4 1,2-4 1394,13 0 0,15-37 0,3-29 0</inkml:trace>
  <inkml:trace contextRef="#ctx0" brushRef="#br0" timeOffset="289112">19197 8696 7533,'-5'-18'3058,"3"1"-2249,-8 7-539,9-6-270,-16 14-270,4-6-809,-23 16 1079,3 10 0,11-2 0,2 3-45,3 7 0,2 1 45,4-4 0,3 1 0,5 6 0,6-1-180,21 8 45,-3-22 0,2-2 90,5-3 0,0-5 495,-1-6 0,-3-6 180,13-18 89,-19-12-269,-16 4 0,-4-3-136,-4 4 1,-1-1-90,1-3 0,-1 2-405,-5-11-360,7 19-269,21 26 629,10 18 225,-5-5 0,1 1 225,16 14-270,-16-5 0,-3 3-225,-7 0 0,-3 3 225,3 10 0,-1 2-45,-4-8 0,-1-1 135,-3-1 0,1-3 1439,1-9-360,1-3 1,0-48-766,5-4 1,1-6-270,-2-1 0,1-2-225,0 7 0,1-1 0,0 4-45,0 1 1,3 5-1396,4 9 1,2 5 0,12 7 1529,-4 18 0,1 6 0,-7 1 0,1 3 0,6 7 0,0-1 0</inkml:trace>
  <inkml:trace contextRef="#ctx0" brushRef="#br0" timeOffset="289947">20010 8731 7533,'-33'-17'3276,"10"7"-1875,18 2-681,10 16-2250,2 41 1351,-1-6 268,0-5 1,-1 0 900,2 0 179,11-21-269,-4-50-541,-2-1 1,-1-5-330,-6 7 0,-1-2 0,1 0-210,4-16 0,0 2-809,-4 13 0,2 8-1,5 17 271,-6 55 359,3-2 0,-1 4 270,-5-11 0,-2 0 0,3 0 225,7 11 0,2-4 494,-5-12 1,3-9 540,19-22-541,-16-22 1,-2-9-315,6-12 0,-1-4-256,-8 11 1,-1-1 0,1 2 255,7-8 0,-1 4-225,-9 4 0,1 11-1709,10 22-1080,-5 37 1575,-3-8 0,1 3 1124,1 13 0,2 0 0,9-9 0,3-3 0,1 3 0,0 1 0</inkml:trace>
  <inkml:trace contextRef="#ctx0" brushRef="#br0" timeOffset="290447">20736 8608 8792,'13'-18'3276,"-7"8"-795,-24-5-3201,-8 28 495,0 3 0,-1 4 45,6 6 1,1 4-1,-5 12 0,2 3 180,8-5 0,5 0-450,9-3 0,6-1 0,3-6 1,5-7 988,25-14-269,-15-18 0,-3-9 90,-3-11 0,-3-5-46,0-2 1,-3 0 180,-4 7 0,-2 3 224,1-15-1348,-12 39-541,5 27-1258,-5 22 1393,12-12 1,5 1-605,1-4 1,2-2 1237,0-4 0,5-6 0,27-11 1,-7-20-1</inkml:trace>
  <inkml:trace contextRef="#ctx0" brushRef="#br0" timeOffset="290746">21241 7990 7533,'0'-25'3276,"0"13"-2306,0 41 1,0 21-971,0-7 0,0 8-581,-1-11 1,0 7 0,0 3 0,0 1 0,-1-2 382,0-2 0,-1 1 0,0-1 0,1 0 0,0-1-162,1 5 0,0 0 1,1-2-1,-1-2 109,-1-5 0,-1 0 0,1-5 0,5-7-1098,15 3 1429,1-35 0,-4-15 1,0-7-1,0 1 0,1-1 1</inkml:trace>
  <inkml:trace contextRef="#ctx0" brushRef="#br0" timeOffset="292979">22397 8220 7533,'7'-47'2788,"-1"-2"-1888,-6 29-541,0 2 181,-6 11-630,5 7-450,-5 39 300,5-9 0,2 6 1,-1 2-61,0 2 0,0 1 0,0 3-40,0 3 0,0 3 0,0 1 0,0-3 310,0 1 0,0-3 0,0-2 60,2-5 0,0-2 0,0-5 59,-1 17 541,5-59-585,-5-12 0,-2-7 225,1-9 0,0-4 89,-1 4 1,1-1 0,1 0-90,1-9 0,1 2-135,0-1 0,7 10-315,25 25 551,10 32-371,-14 11 0,-1 8 30,-9-10 0,-2 1 0,-2 2 90,-4-1 0,-2 2 0,-3 0 329,2 16 1,-9-1-270,-15-6 0,-7-4-45,2-12 0,-3-5-180,-5-2 0,-1-7-45,-20-20-899,15-1-1800,9-9 2789,30 8 0,36 2 0,-10 8 0,0 0 0</inkml:trace>
  <inkml:trace contextRef="#ctx0" brushRef="#br0" timeOffset="293380">22754 8837 8342,'0'-18'1529,"11"9"-179,19-15-1305,-1 15 0,4-1 89,8-14 1,0-3 225,-4 0 0,-3-1 134,-5 1 1,-5-1-180,-11 2 0,-8 1 135,-21-10-540,-7 15 135,-1 12 0,-5 8-75,3 15 0,-1 10 0,2 0-330,-2 1 0,2 3-90,3-3 1,1 3-1,7 2 150,12 5 0,9 2 1,5-6-646,10-7 1,6-1 137,-5 4 0,0 3 0,2-8 627,6-10 0,1-8-307,1-2 1,-3-6 0,4-23 0,-10 8-1,0-1 1</inkml:trace>
  <inkml:trace contextRef="#ctx0" brushRef="#br0" timeOffset="293830">23382 8167 7533,'-23'-41'3276,"8"17"-886,-3-9-2479,12 33 178,6 41-449,3-4 1,0 6 149,-2 1 0,-1 3 0,0 3-180,1-5 1,1 2 0,-1 1 0,1-1 119,-3-1 0,1 0 0,-1 0 1,3-2 179,0-4 0,2 0 0,1-3 0,0-3 180,-1 8 0,7-14 629,30-30-404,-21-27 0,-2-12-105,0 7 0,1-3 0,-1 0 149,-2-2 1,-1-1 0,-1 1 944,6-8 0,-3 4-495,-7 11 1,-2 13-1799,-3 35-271,-2 8 1,0 7-380,5 17 1,2 2 1389,-4-12 0,2 0 0,3-5 1,1 1-1,0-3 0,1 2 1,0-1-1</inkml:trace>
  <inkml:trace contextRef="#ctx0" brushRef="#br0" timeOffset="294564">24120 8714 9332,'0'-36'2698,"-5"-7"-2338,-8 6-450,-11 10-360,-19 11-180,16 24 1,-1 7 269,-5 9 0,2 5 144,1 7 0,4 3 306,7 4 0,7 2-90,7 0 0,10-4 0,10-13 0,6-7 270,6-3 0,4-10 449,12-24 1,-1-11-315,-10 0 0,-4-5-196,-6-1 1,-1-3 0,-5 3 15,-4 6 0,-5 3-1304,-1-25-810,-13 57-468,0 27 1727,3-4 1,3 1 629,6 9 0,4-2 0,5 0 0,2-14 0,1-1 0</inkml:trace>
  <inkml:trace contextRef="#ctx0" brushRef="#br0" timeOffset="294930">24329 8625 7533,'-12'-35'3238,"0"8"-2968,5 17 179,2 12 181,10 47-585,-2-18 0,1 3 135,6 10 0,3 2 179,-2-1 1,4-2 45,7-9 0,3-5 449,-2-7 1,0-9-406,2-19 1,-1-12-270,2-14 0,-4-8-765,-7-2 1,-3-2-509,-1 9 1,-1 0 0,-2 3-373,-4 3 0,-1 3 1465,2-9 0,-5 35 0,0 19 0</inkml:trace>
  <inkml:trace contextRef="#ctx0" brushRef="#br0" timeOffset="295175">24723 8625 7533,'-7'-9'3276,"-4"-7"0,10 14-2003,-4-14-1453,5 22-359,5 20-1100,-2 2 1,1 6 545,2-2 1,3 2 0,-1-2 1023,-2 7 0,3-1 0,4-7 0,3 0 0,0-3 0,4-1 0,0 1 0</inkml:trace>
  <inkml:trace contextRef="#ctx0" brushRef="#br0" timeOffset="296480">25154 8696 9152,'-7'-10'989,"1"-6"-359,6 7-540,0-17-270,0 7-180,0 1 360,-11 10 180,-2 8-90,-17 0-180,4 16 0,-4 3 135,16 5 0,3 3 135,1 0 0,1 1-180,0 10 0,6 3-90,9 0 0,4-2-45,-1-9 0,4-3 180,10-1 0,2-11-135,8-31 90,-4-21 90,-18 0 0,-4-4 314,-2 0 1,-3-1 180,1-3 0,0 2-181,-4 14 1,2 3 135,4-7-1260,13 25 541,3 24 448,25-4 271,-11 5 539,12-9 91,-21-8-900,-8 0-720,-13 0-90,-10 16-1169,-7 3 450,-2 24 719,4-13 1,2 1 134,5 5 0,5 1 225,4 4 0,5-2 90,4-5 0,3-5 450,3-12 0,2-7 809,20-20-539,-21-12 0,-2-8-406,0-5 1,-2-3 0,2-6 0,-3 0 90,-6 3 0,-3 1 89,0 11 1,-5 4-1304,-8-1-1,-2 36-179,-5 33 134,5-1 1,1 2 674,2-9 0,1 1-675,1 11 1,4-2 944,4-14 0,6-9 0,25-24 0,-12-6 0,1 0 0</inkml:trace>
  <inkml:trace contextRef="#ctx0" brushRef="#br0" timeOffset="296862">25818 8802 8792,'-14'17'1349,"-2"17"-989,15 3-270,0-7 0,2 1 90,5 16 539,7-12 451,10-43-91,-2-29-674,-6 1 0,0-6 194,-4-2 1,-2-4 0,1 2-301,-1 12 1,-1 1 0,1-2-270,1-8 0,0-2 0,0 8-1469,9 0-1709,15 37 1169,-6 21 674,1 9 1,0-1 1231,1-5 0,-4-3 1,-1-3-1,1-8 1</inkml:trace>
  <inkml:trace contextRef="#ctx0" brushRef="#br0" timeOffset="297235">24895 8343 7533,'-22'-14'1638,"-1"1"0,-1-5-1438,42 10 0,23 4 0,12 0 0,-10 1 1,1 0-1,-1 0 0</inkml:trace>
  <inkml:trace contextRef="#ctx0" brushRef="#br0" timeOffset="297432">26360 8978 7533,'8'-6'0,"9"-5"0</inkml:trace>
  <inkml:trace contextRef="#ctx0" brushRef="#br0" timeOffset="315097">12552 10301 7533,'-6'0'-990,"-11"16"2070,9-4-631,-10 5-89,11-9 180,-4-8 90,10 0 359,-10 0-269,9 0 179,-9 0-449,5 0 179,-1 0 990,2 0-1079,49 0-360,-16 0 0,4 0-150,7 0 0,6 1 0,-2-2-150,-8-1 0,0-1 0,0 0-90,2 0 0,1 0 0,-5-1-15,-5 0 1,-5-1-1305,6-3-270,-29 8-360,-2 0 2159,-9 0 0,-12 15 0,-10 5 0</inkml:trace>
  <inkml:trace contextRef="#ctx0" brushRef="#br0" timeOffset="319363">13869 9984 7713,'14'-10'899,"-3"2"-269,-11 8-270,0-8 269,-5 6-179,3-6-90,-3 8 89,5 0-89,-6 0 180,5-8-270,-5 7-270,6-15-180,0 14 270,0-14 90,-5 14-90,3-6 359,-3 8-269,5 0-270,-6-7 270,5 5-90,-5-6 90,6 8 270,0 0-360,-5 0-90,4 0-90,-5 0 0,6 0 0,0 0 360,0 8-450,0 16 0,0 8-45,0 12 0,0 5 165,2-5 0,0 5 0,0 1-140,-2-5 0,0 2 0,0 0 0,1-4 290,1-2 0,0-3 0,-1 1 150,0 7 0,-1 1 0,-1-9 119,1-7 361,0 16-180,-5-43-270,4 12-270,-5-16-450,6 0-1079,0-8-999,0 6-749,0-6 3219,0 8 0,11-23 0,3-7 1</inkml:trace>
  <inkml:trace contextRef="#ctx0" brushRef="#br0" timeOffset="323679">13882 10001 9332,'0'-10'1169,"0"3"-270,-6-1 91,5-2-270,-5-16-541,12 7 181,1 1-450,16-5-270,14 19 270,-8-4 1,3 0 178,5 7 1,2 2 45,-1 2 0,-2 2-90,-6-1 0,-3 2-45,14 11-90,-22 9 180,-7 1 0,-6 16-135,-10-16 0,-3-1-135,-7 21 270,0-16 0,-2-3 270,-15 9 0,7-17 0,-1-4 629,-20 1-584,13-11 0,-1-4-91,1-1 1,0-2-90,3 1 0,1 0-1035,-14 0-269,19 0-2198,21 0 2878,25 0 1,1 0 0,3 0 0,11 0 0,0 0-1</inkml:trace>
  <inkml:trace contextRef="#ctx0" brushRef="#br0" timeOffset="325095">14805 9878 7533,'5'-18'1169,"-3"1"-180,3 7-359,-5-6 270,0 14-631,0-14 271,0 14-270,-5-5-630,-2 7 180,-6 0 540,-5 7-630,-1 3 0,-11 16 180,-2 1 135,16-7 0,1 3 90,-3 7 0,1 1 0,2 0 0,3 3-15,3 3 0,1 4 0,1-2-119,0 5 0,2 0 89,3 0 0,2 3 0,2-2-120,0-8 0,2-2 0,2 1 0,2-2 0,2-1 0,2-1-195,8 14 0,4-5 0,-5-12 0,1-5-494,21 3-271,-16-3-2287,10-15 3196,-18 1 1,10-18 0,-20-11 0</inkml:trace>
  <inkml:trace contextRef="#ctx0" brushRef="#br0" timeOffset="325696">15063 10266 8882,'0'-18'1439,"0"8"-1079,0 3-720,0 7 90,0 0 0,0 15 360,0 28 0,0-8 0,0 3-90,1-4 0,1 2 0,1 0 0,-1-3 0,0 1 0,0-1-225,4 17 1,0-4-226,1-17 0,-1-3-719,0 7 89,0-25 1080,-6-24 0,-6-11 0,-1-18 0</inkml:trace>
  <inkml:trace contextRef="#ctx0" brushRef="#br0" timeOffset="326129">15075 10354 7533,'-5'-25'899,"4"-19"810,-10-3-809,9 2-271,2 12-269,13 15-450,5 9 0,10 10 0,2 5 0,8 14 225,-2 0 0,-2 3 315,-1 14 180,-9 6-1170,-18 1-180,-35-15 495,11-7 1,-4-3 268,-10-11 1,-3-4-45,6 5 0,1-2-719,-16-7-1080,16 0 1331,32 0 0,37 0 1,-9 0-1,1 0 0</inkml:trace>
  <inkml:trace contextRef="#ctx0" brushRef="#br0" timeOffset="326763">15678 10089 6543,'0'-9'2069,"0"-15"-810,-6 5 1,5-9-271,-4-5-89,10 21-451,-4-12-179,5 23-540,0 8 405,-5 15 0,-1 7-15,0 9 0,0 7 0,0 2-53,-1-4 1,-1 2-1,0 2 1,0 0-255,0-7 1,-1 1 0,0-1-1,1 1 1,0-3 51,0 2 0,0-1 0,0-1 0,1-4 45,-3 13 0,2-10-539,8-19-271,1-20-2377,11-24 2457,-5 7 1,11-23 0,-5 5 0</inkml:trace>
  <inkml:trace contextRef="#ctx0" brushRef="#br0" timeOffset="327929">16305 10301 11311,'14'-18'2428,"-3"1"-1618,-5-1-271,-5 8-719,5-5-359,-12 5 359,-1-8 90,-5 8 0,-11-5 270,-3 13-720,-17-6 450,5 16-135,11-1 1,1 3 268,3 7 1,0 2 90,-1-1 0,0 1 225,1 5 0,3 3-180,6-1 0,2 1-1,-1 0 1,3 1 0,9 6 0,6 0 360,2-5 0,5-3-46,8 3 1,4-5-90,-3-9 0,3-2-136,13 0 1,1-3-1080,-10-8 1,-1-2-585,6 4 0,1 0-245,-3-4 1,-3 0 1490,0 0 0,12-16 1,-20-3-1</inkml:trace>
  <inkml:trace contextRef="#ctx0" brushRef="#br0" timeOffset="328746">16674 9737 5914,'0'17'3238,"0"1"-2339,0 7-179,11 11 89,3-2 1,3 8-518,-5-4 0,1 6 1,0 1-1,-1-1-874,3 3 0,-1-1 0,-2 4 600,-3-5 0,-1 4 0,-2 2 0,-2-1 0,-2-4-78,-4 6 0,-5-4 0,-2 1-287,1-9 0,-3 1 1,0-1-1,-2-3-103,-5 7 0,-1-3 1,-1-4-271,-11 2 1,0-5 44,3-6 0,1-6-2602,-17-4 2983,13-2 1,8-6 0,10 7 0</inkml:trace>
  <inkml:trace contextRef="#ctx0" brushRef="#br0" timeOffset="387062">17856 10354 7623,'-19'-18'3276,"7"9"-2235,1 1-1041,10 8 270,-5 0-720,6 31 450,0-7 0,3 11 0,0 4 180,-3-7 0,1 1-90,2 7 0,0 0-135,-3-7 0,0-3-675,0 13-449,0-18-900,5-15 2069,7-2 0,24-39 0,-14 11 0,1 1 0</inkml:trace>
  <inkml:trace contextRef="#ctx0" brushRef="#br0" timeOffset="387529">18287 10389 7533,'-6'-27'3276,"5"1"-166,-10 17-4009,-12 1-541,-5 16 181,-19 1 629,14 17 541,8 1 448,31 16-359,9-13 719,12-6 1,3 1-135,-9-6 0,1-1-1,9 4 1,-2 1-495,-13-2 0,-6 1 90,-5 14-900,-30-9-449,-18-9 44,17-16 1,1-4 1124,-19-16 0,20-25 0,18 15 0,1 1 0</inkml:trace>
  <inkml:trace contextRef="#ctx0" brushRef="#br0" timeOffset="387712">17930 10142 7533,'-29'-13'1638,"-1"-1"0,1-4-1433,58 3 1,2 2 0,7-1-1,1-1 1,-2 1 0,0 0-1,0 0 1,0 0 0</inkml:trace>
  <inkml:trace contextRef="#ctx0" brushRef="#br0" timeOffset="388678">19370 10425 8522,'-14'-20'2789,"3"-4"-2969,11 30 0,0 20-360,0 12 0,0 10 120,0-3 1,0 4-1,0 0-14,0 0 0,0 1 1,0 0 343,0-9 0,1 2 0,-1-1 0,-1-5 90,-2 8 0,1-6-347,2-3 0,-2-13 347,-3-23 0,5-35 0,0 7 0,0 1 0</inkml:trace>
  <inkml:trace contextRef="#ctx0" brushRef="#br0" timeOffset="389045">19345 10336 7533,'-3'-27'1638,"-1"0"0,-1-9-777,27 21-501,5 30-405,2 4 0,2 5-45,0 11 0,-4 3 225,-3-2 0,-3 2-45,-3 9 0,-7-2-180,-17 4 270,-19-5 90,-18-29-315,15-21 0,0-3-45,-12-3-3148,11-22 629,35 23 2609,13-13 0,15 24 0,8 6 0,3-5 0,1 0 0</inkml:trace>
  <inkml:trace contextRef="#ctx0" brushRef="#br0" timeOffset="389362">19751 10566 11221,'0'19'2158,"0"-3"-1528,0-16 359,0 8-989,0-38 0,0-17-45,3 8 0,0-4 45,-3-2 0,1 2-495,3 14 1,3 3-1845,11-7 630,19 33 585,-7 7 0,2 3 1124,4 4 0,3 0 0,3 0 0,2-1 0,-1 0 0,0 0 0</inkml:trace>
  <inkml:trace contextRef="#ctx0" brushRef="#br0" timeOffset="389728">20207 10354 7533,'-19'-25'3276,"-5"13"-1155,5-4-2301,-11 16-360,4 24-135,10 7 1,2 6 134,5 5 0,4 2 405,7 3 1,8-3 313,8-15 1,7-7 854,3-14 1,3-9-226,4-14 1,-3-11-270,-10-7 0,-6-6-675,-3-2 0,-8-3 15,-9 10 0,-4-2 0,-3 5-555,-5 4 1,-2 5-811,-4 0 1,0 10 1484,-3 30 0,31 6 0,10 5 0,5 7 0,-1 0 0</inkml:trace>
  <inkml:trace contextRef="#ctx0" brushRef="#br0" timeOffset="390429">20551 9860 7533,'-19'-8'1709,"7"6"-1439,1-5-180,9 7 269,-3 7-449,5 19 90,-3 12 0,1 8 0,1-11 0,1 3 0,-1 1-173,0-1 1,0 2-1,-1 1 1,1-1 291,0 9 1,1-1 0,1-2 90,3-11 0,2-1 0,0-3 239,0 3 1,3-10 810,21-24-721,-13-20 1,-3-11-180,1-12 0,1-4-270,-4 13 0,1 0 0,-1 0-270,2-14 0,3 8-810,19 13 451,-5 38 359,-10 26 0,-5 11 225,-4-5 0,-4 0 435,3 3 0,-5-2-165,-10-8 0,-9-5 314,-8-14 1,-5-7-630,-1-3 0,-1-4 135,-14-2 0,1-4-990,10-5 1,4-2 854,-11-7 0,54-1 0,8 9 0,0 1 0</inkml:trace>
  <inkml:trace contextRef="#ctx0" brushRef="#br0" timeOffset="391879">21795 9825 7533,'0'-18'1169,"0"-7"-269,0 5 179,0 3-989,0 9-180,2 31 0,1 16-180,-2-6 0,0 5-90,1 4 0,1 8 1,0 3-1,-1-4-81,-1-9 0,-1-2 0,0 0 0,0 1 283,1 7 1,-1 2 0,0-1-1,-1-6 248,-1 8 0,-2-8 810,-8 0-1,-1-66-809,8-11 0,3-6 0,1-5 0,2-1-30,3 13 0,2-2 0,2 4 165,2-6 0,6 7 44,8 11 1,5 7 270,5 4 0,1 4 44,-3 3 1,1-2 657,5-9 0,-5-5-838,-15 1 1,-3-3-45,2-15 0,-5-5-45,-7-2 0,-3-2-136,-1 3 1,-2 0-495,-2 0 1,-1 5-586,-3 2-1798,1 43 2158,0 31 0,1 14 270,4-12 0,1 3 1,-1 2-127,-2-3 0,-1 2 0,1 0 0,2 1 193,2 0 1,3 1 0,1-1 0,1-3 292,1 3 0,2-3 0,1-3 269,6 12 1,6-15 1619,21-37-1079,-6-34-316,-17-10 1,-3-4-270,-4 18 0,0 1-315,0-6 0,-3 2-360,-4 5-845,5 44-145,-7 9 1,-1 5 1349,8 9 0,2 4 0,-6-9 0,-1 1 0,1 0 0,4-2 0,-1-1 0,0 1 0</inkml:trace>
  <inkml:trace contextRef="#ctx0" brushRef="#br0" timeOffset="392662">22754 10231 8522,'-19'-28'2339,"2"10"-2069,-1 11-450,4 30-630,-15-1 675,15 5 0,2 5 315,-4-1 0,1 0-135,0 1 0,5 1-315,9 7 0,6-4 1,10-4 538,28-9-89,-21-31 0,-1-9 135,2-8 0,-2-3-1,-1-3 1,-3-3 0,-6-2 0,-3 2-1124,3-4 179,-17 31-270,5 50 585,0-8 1,2 2 224,3-3 0,4-1 360,10 2 0,5-11 314,2-25 1,3-12 134,-2-7 1,1-8 0,-1-3-663,-3-3 1,-1-4 0,-3-3 122,-2-1 0,-1-4 0,-2-2 0,-1 3-46,-2 7 1,-1 1 0,-2 0 0,0 2-105,-1-4 0,-1 2 0,0 4-615,1-4 1,-3 17-585,-10 45 629,5 15 0,1 7 210,-2-14 0,0 1 1,1 2 102,0 3 1,1 3 0,0 0 0,1-2-74,0 2 0,0-2 0,2 0-450,2 5 1,1 0 0,1-6 902,-1-6 1,3-9 0,9-16 0,-12-47 0</inkml:trace>
  <inkml:trace contextRef="#ctx0" brushRef="#br0" timeOffset="392812">23135 10107 7533,'-13'-18'3276,"2"9"0,55 1-4259,-13 3 1,4 2 982,10 1 0,5 2 0,-11-1 0,1 1 0,0 1 0,-5 2 0,1 1 0,-1-1 0</inkml:trace>
  <inkml:trace contextRef="#ctx0" brushRef="#br0" timeOffset="394161">24710 10019 7713,'-6'-10'3058,"-5"2"-2788,10 8-450,-4 8 180,5 33-495,-3 1 0,0 4 225,2-10 0,1 2 1,0 0 149,-2 4 0,0 0 0,0-2-105,2 6 0,0-4-764,0 3 989,11-29 0,-3-50 0,1 11 0,-1-1 0</inkml:trace>
  <inkml:trace contextRef="#ctx0" brushRef="#br0" timeOffset="394595">24649 10001 7533,'-6'-30'1092,"0"-1"0,6 4 0,4 0 418,6-5 0,4 3-1285,6 4 0,6 5-180,10 2 0,5 8-225,6 10 0,0 8 45,-4 4 0,-2 6 105,-11-1 0,0 3 0,-6 3 30,-4 12 0,-8 1 180,-2-4 0,-8 1-180,-16 2 0,-8-2 45,-10-4 0,-4-5 225,1-4 0,-3-3 224,-9-1 1,0-6-315,17-8 0,1-4-1170,3-1 1,3-4-2288,6-11 2994,17 9 1,40-7-1,7 6 1</inkml:trace>
  <inkml:trace contextRef="#ctx0" brushRef="#br0" timeOffset="395428">25708 10301 8702,'-7'-19'2249,"1"-5"-900,6 14-360,0 0 630,6-13-1529,-5 19-449,10-4 179,-9 34-405,1-2 0,-1 5 405,-4 10 1,-1 2 44,2-4 0,0 0 0,-2-1 0,1-3-675,2 2-539,0-17-540,5-10 0,8-8 1889,0 0 0,27-8 0,-1-2 0</inkml:trace>
  <inkml:trace contextRef="#ctx0" brushRef="#br0" timeOffset="395895">26187 10248 7533,'0'-25'3276,"0"5"-166,0-5-2750,-11 15-540,-8 2-809,-18 8 89,-1 8 630,6 9 360,9 11 90,22 7-90,13 8 90,8-16 0,3-1-90,-3-2 0,1-1-90,6 7 0,-1-1 90,0 8 629,-19 6 361,-26-7-1080,-19-17-1350,-1-3-1618,9-32 2968,18 5 0,14-18 0,7-7 0,1 3 0,0-1 0</inkml:trace>
  <inkml:trace contextRef="#ctx0" brushRef="#br0" timeOffset="396079">25880 10019 7533,'-37'-28'809,"27"3"-809,8 15 0,31-2 0,16 1 0,-2 1 0,0 0 0</inkml:trace>
  <inkml:trace contextRef="#ctx0" brushRef="#br0" timeOffset="397545">27233 9631 7533,'0'-18'359,"6"1"721,-5-9 89,5 14-899,-6-11 90,0 21-450,-6-6-90,5 32 90,-4 3 0,-1 6-210,3 6 0,2 6 1,-2 3 32,0-2 1,-2 3-1,0 1 1,0 1 320,2-11 0,-1 1 0,0-1 0,0 1 0,1-2 238,-1 9 0,1 0 1,0-2-1,-1-3-112,-2-5 0,0-2 0,1-4-1,5 0 1,-1-6-269,-5-8-181,12-10-180,-5-24-180,10-11-89,-4-11 982,-4 13 0,1-1-83,7-11-180,-9 10 809,3-5 1530,-5 13-1530,3-9 1,0-3-450,-2-10-46,5-7 1,4-2-135,-1 15 0,1 1-135,2-3 0,2 2-360,2 9 1,4 11-1,3 25 0,2 11 135,1 5 0,0 5 150,-5-1 0,0 4 0,-2 0 0,-4-2 0,-2 1 0,-3 0 90,-1 2 0,-3 1 0,-3-3 75,-6 2 0,-7-4 45,-8 2 0,-6-7-180,-23-8 90,12-11 0,0-6-270,-7-17-225,15 11 0,2-2-1933,5-18-721,2 15 3059,24 2 0,16 16 0,8 8 0,6-2 0,0 1 0</inkml:trace>
  <inkml:trace contextRef="#ctx0" brushRef="#br0" timeOffset="398045">27664 10319 7533,'-12'-18'3276,"10"8"-2235,15-5-1041,14 13 0,5 2-90,-8-7 0,2-2 150,11 1 0,4 0 0,-4-1 165,-4-5 0,-1-2 134,-2 1 1,2-3 0,-5 0 720,5-19-676,-25 11 1,-8 1-405,-36-4-135,7 9 0,-3 6-135,-10 16 1,0 10-46,0 3 0,4 7 345,13 1 0,2 4 0,5 4 30,6 2 0,4 4 0,6-2-60,7 13 0,10-3-900,4-17 1,6-1-1,3-4 900,3-4 0,4-4 0,1-6 0,3-9 0,2-6 0,0-2 0,1-2 0,0-1 0,0 1 0</inkml:trace>
  <inkml:trace contextRef="#ctx0" brushRef="#br0" timeOffset="399061">28391 9878 7533,'0'-46'1049,"0"0"0,0-2 1,0 4 29,0-3 91,-6 3-901,5 27-179,-5 32-359,6 31-1,0-13 0,0 5 0,0 2-193,0 7 1,0 1 0,0 2 484,0-6 1,0 1-1,-1 1 1,2-2-23,1 6 0,2-1 0,1-3 120,1-8 0,2-2 0,3-6-30,16 5 539,14-37-269,-19-23 0,-2-9-45,3 2 0,0-3 89,0-9 1,-3 0-135,-6 19 0,-3 3-540,0-9-52,-11 54-1657,6 7 886,0 4 1,2 9 0,1-5 950,-2-7 1,2-1 0,8 12 0,5 4-1,0-5 1,5-8 0,-1-1 0</inkml:trace>
  <inkml:trace contextRef="#ctx0" brushRef="#br0" timeOffset="399562">29043 10301 7533,'5'-33'3276,"2"-4"-1785,0-1-592,-2 5-89,-10 23-450,-13 2-180,-13 8-450,-19 8-225,19 6 0,1 6 225,3 1 1,2 5 179,-1 3 0,4 4 270,10 1 0,5 1-135,4-3 0,6-1-90,6-6 0,6-3 224,5-2 1,4-7 0,4-17 0,0-8 0,-1 0 0,-3-5 0,2-15 0,-4-5 179,-5 5 1,-3 0-90,-4 3 0,-1 3-1439,2-8-1890,-16 50 2160,3 6 899,2 24 0,6 6 0,10-20 0,4 0 0,-3 5 0,0-1 0,1 1 0</inkml:trace>
  <inkml:trace contextRef="#ctx0" brushRef="#br0" timeOffset="399911">29350 10283 7533,'0'-49'3276,"0"8"-2846,0 14 1,0 1-880,0 1 628,-6 41-584,5 11 1,1 6 494,-5 12 0,-1 2 180,4 3 0,3 0 179,4 0 1,6-5 584,3-18 1,5-7-271,13-10 1,3-11-316,1-19 1,-2-13-510,-11 6 0,-2-4 1,-2-3-691,-1-6 0,-2-3 1,-2 3-890,-1-4 1,-2 4 1358,-5 4 0,1 13 0,4 23 0,-4 19 0</inkml:trace>
  <inkml:trace contextRef="#ctx0" brushRef="#br0" timeOffset="400195">29781 10195 7533,'7'-10'3276,"4"-21"-436,-10 17-2480,5-11-360,-12 41-630,-1 21-135,4 0 1,-1 4-450,1 0 0,1 1 314,3 6 1,3 0 224,4-14 0,2-4-964,2-5 1,2-7 1525,12-10 0,3-41 0,-20 9 0,1 1 1</inkml:trace>
  <inkml:trace contextRef="#ctx0" brushRef="#br0" timeOffset="400662">30027 10248 9512,'-6'-10'1079,"5"3"-449,-4 7-451,5 0 181,0 23-720,0 22 225,-1-10 1,2 3-1,-2-1 0,2-2 225,4 10 629,18-37-359,-4-25 0,1-9 224,8-8 1,0-5-255,-9 8 0,0-2 0,-1-1-1,-3 4 1,0-1 0,-1 2-60,1-5 0,-1 6-1529,4 2 89,-11 59 271,-1 16 134,-4-7 1,1 3-316,2-4 1,3-2-181,0-5 1,3-3 899,3-7 1,2-5 359,4-3 0,2-31 0,1-10 0,-3 1 0,0-1 0</inkml:trace>
  <inkml:trace contextRef="#ctx0" brushRef="#br0" timeOffset="401245">30581 10266 7533,'0'-18'3276,"0"-7"-2055,0 13-1041,-11-4-450,-8 40 225,1-7 0,-1 3 180,-1 17 0,1 4-180,0 1 0,2-1-45,4-4 0,6-2 540,18 8-90,16-43-91,-2-17 1,0-9-90,1-4 0,-3-4-210,-8 3 0,-3-2 0,0 1 75,3-11 0,0 3-270,-5 13 1,-3 7 134,-6 14 179,-2 36 1,-4 25 135,-1-21 0,-1 3 0,-1 2 0,-1 2-374,0-2 1,0 3 0,-1 0-1,0 1 1,-1-2 489,0-2 1,0 0 0,0 0 0,-1-1 0,-1-1 40,-4 9 0,-1-1 1,0-2-1,-1-6-284,-6 4 0,-2-8-8,0-4 0,1-9-990,-12-20-45,17-14 1,0-5-675,-12-12 315,14 3 0,3-3-335,5 4 1,2 1 1205,-3-13 1,10-7 0,4-4 0,1 7 0,1-1-1</inkml:trace>
  <inkml:trace contextRef="#ctx0" brushRef="#br0" timeOffset="401396">29719 9772 7533,'-13'-35'0,"29"15"0,18 4 0</inkml:trace>
  <inkml:trace contextRef="#ctx0" brushRef="#br0" timeOffset="403178">14029 11359 7533,'0'-17'1439,"-5"-1"-720,4 8 181,-5-5-1,6 13 181,0-6-990,0 16 270,11 9-1080,-3 19-405,5-15 1,2 3-360,1 10 0,0 0 1484,12 7 0,-8-5 0,-1 1 0,-6-13 0,0-1 0</inkml:trace>
  <inkml:trace contextRef="#ctx0" brushRef="#br0" timeOffset="403845">14411 11765 7892,'-32'0'2249,"13"0"-2339,8 24 270,11 5-135,2 0 0,1 3 0,0-1 0,1 1-135,2-5 0,1 0 90,-2 5 0,2-5-180,5-5 90,-5 1 990,4-38-720,-4-21-90,-1 3 0,0-4 44,2-8 1,2 0 0,-1 3 0,1 1 135,-1 1 0,1 4-180,3 6-540,-8 15 270,1 17 360,6 21 0,7-3-90,5 23-90,-10-17 0,-3 1-405,-4 4 0,0 1-90,2-5 1,-2 0-316,-6 4 1,-1-3-1170,12 2 1979,-6 3 0,17-23 0,3-2 0</inkml:trace>
  <inkml:trace contextRef="#ctx0" brushRef="#br0" timeOffset="404745">14989 11836 7533,'-13'-18'2878,"1"0"-2518,0 9-720,0 1 270,-6 8-180,4 15-269,-20-3 269,12 29 135,2-26 0,-1 0 180,7 10 0,2 1-135,-12 11 360,11 6-180,19-8-270,13-7-270,23-3 540,4-15 0,3-10 360,-7-18-270,-10-17-1,-19 10 1,-2-3 0,-4 1 0,-2-1 180,-1 2 0,-2-1-1,-7 1 1,-1 1 270,-2-4-1170,-5-4 180,8 23-629,5 2 719,11 24 180,2 3 45,2 2 0,1 2 90,-3-1 0,-1 1 90,6 7 0,0 0-135,-4-2 0,-2-1 90,1 0 0,-1-1 90,6 9 989,-11-17-449,-2-26 629,1-35-989,-3 12 0,0-3-181,0-1 1,1-2-210,2 3 0,1-2 0,2 6-419,11-7-721,-3 5 1,3 9-1439,22 31 2608,-3 2 0,-13 4 0,1 5 0,-1-1 0,-1 1 0</inkml:trace>
  <inkml:trace contextRef="#ctx0" brushRef="#br0" timeOffset="405911">15605 11871 7533,'-13'-18'3058,"6"9"-3058,7 24 360,7 30-315,-3-17 0,-1 1 179,2 10 1,1-1 225,0 9 360,6-12 269,6-51-674,-7-11 0,-2-9-166,-1 5 1,0-3 0,0 0-210,1-3 0,0 1 0,-2 1-255,0-8 0,0 5-1214,9-5-180,-4 43 990,7 43 404,-4-7 0,1 1 315,-4-3 0,2-1 314,0-1 1,2-6 405,3-8 629,4-26-990,-10-18 1,-1-7-360,-2 4 0,0-2 45,0-9 0,-2 1 45,-2 11 0,-1 5-2069,2 4 810,5 26 89,0 31 90,-3-5 1,0 4-405,5 8 0,2-2 1304,-4-7 0,4-5 0,8-6 0,3-7 0,18-12 0</inkml:trace>
  <inkml:trace contextRef="#ctx0" brushRef="#br0" timeOffset="406446">16416 11748 7533,'-12'-18'3276,"6"0"-1515,-5 1-1132,9-1-89,-14 8-900,-4 2-899,-16 32 270,3 5 449,8 3 0,3 5 720,13-2 0,2 2 90,-7 8 0,6-1-180,13-10 0,6-4-270,3-5 0,4-7 0,27-10 270,-12-24 0,-1-9 90,-10 3 0,-3-5 209,-1-2 1,-2-5 0,-3 3-165,-5 1 0,-2 1 809,2-3 1,-5 5-226,-14 10-2338,2 25-540,-3 27 360,6 12 494,7-9 1,4 0 1214,7 3 0,4-14 0,4-5 0,26-4 0</inkml:trace>
  <inkml:trace contextRef="#ctx0" brushRef="#br0" timeOffset="406828">16712 11465 7533,'-20'-10'2968,"3"3"-4317,10 7 1259,7 15 630,7 13-406,-4 4 1,0 4 0,0 4 0,0 3-165,-3-7 0,0 3 0,0-1-30,-1-1 0,1-1 0,1-1-210,4 12 1,1-4-136,-3-6 0,2-5-944,13-5 539,0-27 810,-4-19 0,-3-5 0,1-3 0,-2-1 0,-1 1 0</inkml:trace>
  <inkml:trace contextRef="#ctx0" brushRef="#br0" timeOffset="407157">16921 11448 7533,'-13'-20'3148,"2"4"-2698,11 24-181,0 18-314,2-2 1,1 5-226,-2 2 0,-1 5 0,0 0-387,4 8 1,0 1-1,-1 2 432,-1-9 0,0 0 1,-1 1-1,1-1-195,2 6 0,0-2 1,0-3 419,1 2 0,3-11 0,4-23 0,0-36 0</inkml:trace>
  <inkml:trace contextRef="#ctx0" brushRef="#br0" timeOffset="408028">17303 11889 7533,'-46'0'359,"5"7"361,22 27-450,7-3-90,11 2 0,7 1 180,19 5 269,13-12 181,11-29-945,-25-23 0,-4-8 135,0 1 0,-3-3-120,-7-3 0,-2-5 0,-1 4 165,0 3 0,-2 2-135,-1-13 0,-2 19-360,-2 42 315,4 27 1,3 12 253,-4-16 1,-1 1 0,1 5-324,0-3 0,1 4 0,1 2 0,-2 0 0,-1-3 361,-1 3 1,-1-2-1,-1-1 1,-3 1 359,-1 0 0,-1 0 1,-3-1-1,-1-4-128,-2 1 1,-3-4 0,-4-8-30,-13-5 0,-3-13-136,1-18 1,1-9-180,1 0 0,1-5-90,-2-14 0,4-5-1439,7 2 0,6-2-155,10-1 1,5 2 1566,0 7 1,6 3-1,24-4 1,9 3-1,-5 8 1,1-1-1</inkml:trace>
  <inkml:trace contextRef="#ctx0" brushRef="#br0" timeOffset="408378">17795 11412 7533,'-21'-29'3276,"5"5"0,16 48-4915,0 8 1,0 5 1437,0-10 0,0 0 0,-3 19 0,0-1 0,-4 0 0</inkml:trace>
  <inkml:trace contextRef="#ctx0" brushRef="#br0" timeOffset="410379">18791 11800 8342,'-7'-19'1709,"2"3"-899,5 8-91,0-1 451,0-1-1170,0 2 180,0 0-1710,0 6 541,-5 10 989,3 35 90,-3-10 0,8 7 0,5 1 0,17 0-90,-4-12 0,6-5 270,7-14 0,1-10 44,-2-11 1,-2-6-180,1-4 0,-4-5-90,-10 0 0,-4-1-135,4-8-1349,-13 33 449,-5 22 855,4 9 1,3 2-46,7 10 719,1-12 1,5-9 899,19-25-720,-12-10 1,0-6-180,-1-5 0,-1-5 44,0-12 1,-1 0-270,-5 17 0,-1 3-495,-1-1 0,2 7-540,12 25-899,6 19 0,-17-2 0,-3 3-20,-6-4 1,-1-1 1309,1 3 0,-6-1 0,-21 11 1,-5-1-1</inkml:trace>
  <inkml:trace contextRef="#ctx0" brushRef="#br0" timeOffset="410578">19001 11377 7533,'-41'-18'468,"46"9"0,26-1 0,13 4 0,-3 3 0,-1-1 0,0 1 0</inkml:trace>
  <inkml:trace contextRef="#ctx0" brushRef="#br0" timeOffset="411511">20391 11836 7533,'-26'-10'2878,"9"26"-2878,11 29 210,6-8 0,0 7 0,0 2-188,0-8 1,-2 1-1,1 1 1,-1 0-224,0 3 0,1 0 1,-1 1-1,0-2 43,-1-1 1,0 0 0,0-2 0,0-5 67,-1 2 0,1-5 194,-3 8-1093,6-72 629,3 3 0,0-3-45,0-14 1,1-4 277,-1 11 1,2-1 0,-1-2 305,-1 4 1,1-1 0,-1-2 0,-1-1 135,0-5 0,0-2 0,-1 0 0,1 2 89,2 4 1,0 2 0,0 0 0,0 1 104,0-8 1,-1 2 0,4 6-106,5 5 1,6 13-405,30 37-225,-22 3 1,0 5 134,4 16 0,-4 5 269,-5 0 1,-5 2 280,-4-4 1,-6-2-551,-12-6 1,-5-3 223,-3-2 1,-5-5-135,-5-11 0,-2-5 303,1-1 0,1-4-1382,-13-12-990,12 1-1208,18-7 3269,25 14 1,16 1 0,9 2-1,-9 2 1,1 1 0,0-1 0</inkml:trace>
  <inkml:trace contextRef="#ctx0" brushRef="#br0" timeOffset="412011">20711 11959 9961,'-13'-10'3276,"2"-5"-2504,11 5-1312,0-8-179,5-7-361,19-11 361,8-1 269,1 18 0,5 3 540,-3 6 0,1 2 225,13 0 0,-1 1-46,-13 3 1,-4-2 1368,-1-9 0,-6-3-56,-6-4-1043,-18-27-359,-18 20-1169,-14 1-1530,-12 28 2069,21 14 1,2 7 898,1 12 1,4 5-225,3 2 0,6 2-225,9 7 0,7-2-360,2-12 0,5-5-1214,17-5 0,6-7 1574,-7-7 0,1-6 0,7-11 0,0-4 0,-7 0 0,1 1 0</inkml:trace>
  <inkml:trace contextRef="#ctx0" brushRef="#br0" timeOffset="412445">21499 11712 7533,'-7'-17'3276,"-4"-25"-526,10 11-2031,-4 5 1,-1 1 450,-7-2-1800,-6 9-1079,0 18 270,2 26 944,11 2 0,5 4 315,2 4 1,3 3 358,1-6 1,1 2 0,2 1-115,4-1 0,1 1 1,-1-2 338,2 10 1,-1-3 90,2-4 0,-6-6 314,-20-5-629,-20-34-1259,-9-12-136,18 4 1,2-3-2063,-5-16 3174,12 15 0,35 5 1,13 15-1</inkml:trace>
  <inkml:trace contextRef="#ctx0" brushRef="#br0" timeOffset="413462">21856 11924 7533,'-30'-18'3276,"-7"8"-2864,15-5 397,0 5-719,33 0 90,8 2 135,4 0 0,2 1-46,3 1 1,1 0 0,6-9 0,-1-3 135,-2-3 0,-3-2-316,-8 5 1,-4-3 90,-4-4 0,-7-1-90,-25-9-450,-13 8-270,5 18 1,-1 8-900,-17 18 1124,24 14 0,5 7 495,4-5 0,6 3 30,8-1 0,4 4 0,3-4 105,4 5 0,6-5-45,10-1 0,4-5 224,-5-13 1,1-7 180,0-10 0,-3-8-316,-6-6 1,-3-5 180,2-17-90,-2 9-2159,-16 13-180,5 15 989,-6 15 271,11-3 539,2 14 1979,23-25-810,-9-18-269,-3-14 0,-1-7-271,-9 1 1,-1-2-90,3-2 0,-2 1 269,-7 12 1,-2 6-2429,0 12 450,-5 27-1,2 12 1,2 3 854,1-3 1,2 1-990,2 16 0,2 0 1484,0-16 0,2-3 0,-1 0 0,1-1 0,11 7 0</inkml:trace>
  <inkml:trace contextRef="#ctx0" brushRef="#br0" timeOffset="414045">22766 11695 7533,'-7'-26'3276,"2"7"-1245,-1-7-1402,5 16-359,-10 2 180,-1 8-720,-12 16-270,2-4 1,1 4 314,3 5 0,2 3 135,-6 1 0,3 3 90,7 1 0,5 2 180,2 0 0,3 1-270,5 4 0,6-1-180,12-2 0,6-4 450,6-6 0,4-9 135,6-12 0,1-11 194,-14-5 1,-1-5 0,-2-3-1,-2-8 1,-2-4 0,-2 0-121,-1 1 1,-1 0 0,-4-1 240,-1-16 0,-7 4-46,-4 14 1,-7 9-495,-28 13-1619,-1 32-110,14 19 1,8 10-1,10-9 1,6 2 674,1-8 1,3 0-1,2-2 742,7 3 1,4-4 0,11-1 0,4-5-1,-5-4 1,0-1 0</inkml:trace>
  <inkml:trace contextRef="#ctx0" brushRef="#br0" timeOffset="415062">24170 11800 7533,'-20'-17'2878,"-25"-1"-2788,21 16-1529,-23 20 1169,28 27 225,10-14 0,6 1-180,7 0 0,8-2 315,5-8 0,4-6 630,26-9-316,-14-27 1,-2-11-135,-12 8 0,-4-5-60,-2-2 0,-3-5 0,-3 1 284,-4-8 1,-6 1-360,-2 3 0,-4 2-360,0 4 0,-1 5-674,3 9 809,20 10-90,24 1 450,-6-18 0,-1-7-181,-2 3 1,-2-3 150,-7-2 0,-2-4 0,-5-2 89,-8 0 1,-5-2 0,-1 3-195,-1-7 0,-4 4 0,-8-7 0,0 21-1844,7 60 1304,9 8 1,5 12 278,-1-11 0,3 7 0,0 5 0,0 0 0,-1-1-327,-1-9 0,-1-1 0,0 1 0,0 1 0,-1 1 0,0 0 478,1 1 1,-1 1 0,1 1-1,-1 0 1,-1 1 0,-1-1 0,-2-1 192,-1 0 0,-3 1 1,-1 0-1,0-1 1,-1-1-1,-1-2 1,1-2 54,-1 10 1,-1-3-1,-2-2 1,-2-1 265,-2 0 1,-3 1 0,-2-5-1,-2-13 1,-3-10 0,-2-12-181,-10-14 1,1-12-270,10-3 0,2-5 0,1-2-604,0 1 1,0 0 0,2-2-580,0-7 1,1-2 0,5 3 1273,3 2 0,8 3 1,11 4-1,7 4 1,8 10-1,0 0 1</inkml:trace>
  <inkml:trace contextRef="#ctx0" brushRef="#br0" timeOffset="416257">25535 11589 7892,'14'-10'1260,"2"2"-271,-9-8 270,6 5 181,-1-23-181,0 7-809,-5-1-450,-7 3-1170,-18 15-809,-19 2 1349,7 21 1,-1 6 359,-4-2 1,0 5 778,11 1 1,1 4 0,2 1-151,0 1 1,2 0 0,4 2-45,2 14 0,5 0-360,2-12 0,8-2-180,22 1 0,10-7-900,-3-13 1,5-4 1124,-1-1 0,3-1 0,-2-2 0,7-2 0,-3-4 0,2-2 0,0-1 0</inkml:trace>
  <inkml:trace contextRef="#ctx0" brushRef="#br0" timeOffset="417328">25929 11712 8702,'0'-25'3276,"0"5"-1515,0-13-1581,0 13-720,-6-5 181,-6 15-901,-23 2 1,-10 24 1034,16-8 0,2 3 315,0 16 0,4 5 90,5-1 0,5 3 0,6 13 0,7 2 0,6-11 0,7-2-315,13 2 0,8-7 314,6-13 1,3-9-90,-7-5 0,0-8 45,5-9 0,-7-9 45,-18-7 0,-5-5 180,3-5 0,-5-2 179,-6-3 1,-6 0 44,-2 3 1,-2 2-135,1 5 0,-1 5-540,-5-6-720,6 19-179,12 24 719,9 10 0,4 5 315,-4 0 0,0 3-90,6 8 0,0 2-45,-5-1 0,-3-1 180,0 13 540,-1-12 179,5-27-359,2-33-270,-3 4 0,0-3 90,3-14 0,-1-3-91,-2 8 1,-1 0-90,-2-4 0,-1 5-1799,5 5 270,-10 27 360,4 35 674,-7-5 0,-1 3 270,3 3 0,1 0 360,0-3 0,3-3 495,15 13 359,12-57-989,-7-13 0,0-9-135,-3-1 0,-1-4 165,-3 4 0,0-2 0,-3 5 464,-6 8 1,-1 3 944,9-10-1259,-22 58-1259,0 15-451,4 4 1,3 4-200,2-10 1,1 0 1554,0 7 1,1-2 0,1-11-1,-1-3 1,1 14 0</inkml:trace>
  <inkml:trace contextRef="#ctx0" brushRef="#br0" timeOffset="418229">27221 11906 7533,'-24'-27'3276,"5"1"-2055,6 17-1131,2 9 0,-1 33-135,5-1 0,0 6 135,-1-1 0,0 3 0,1-1-120,2-4 0,1-1 0,-1 1 0,-1 3 0,0 1 0,1-6 120,-2 6 809,2-23-809,5-52 0,0 4 0,0-6-120,-1 3 0,1-3 0,1-3-204,1-2 0,2-2 0,1-3 0,0 2 368,0-1 1,1 0 0,1 1 0,1 0 0,0 0 0,1 0 0,1 1 0,1 3 165,3-2 0,2 3 0,2 7-255,0 6 0,2 11-1215,28 17 631,-10 29 299,-18-4 0,1 5 0,-3-1 60,-2 1 0,-2 1 60,1-1 0,0 2 0,-5-2 390,-9 3 0,-6-3 513,-3-5 0,-3-3-468,-6-2 0,-5-7-315,-5-14 0,-1-6-810,-11-4-1708,3-15-759,35 16 3193,15-5 1,14 12-1,8 4 1,3-5-1,0 0 1</inkml:trace>
  <inkml:trace contextRef="#ctx0" brushRef="#br0" timeOffset="419495">27812 11589 8612,'-19'-10'1889,"6"2"-1529,2 8 90,4 0-1,-10 0 1,-2 0-720,-6 0-180,-5 0 271,4 0-1,-9 16 180,8 3 0,3 25-90,12 1 0,12-15 0,5 0-180,8-2 0,4-1 90,1 1 0,4-3 450,5-8 0,1-6 0,10-4 180,-8-40-136,-22 7 1,-4-3-45,-3-6 0,-2-2 45,-2-4 0,-1 3-136,-2-9-628,6 6 89,17 39 450,26 12 135,-16 3 0,3 1 269,9-3 1,1-2-1,-7 1 1,-1-4 270,-4-8 0,-2-4 764,5-12-990,-19-1-179,-12-7-989,-7 8-2430,-11 17 1620,-1 10 989,0 11 45,8 10 1,4 5 314,4-3 0,4 2 360,3 15 0,5 0-1,4-2 1,5-6 90,3-14 0,2-7 89,1-3 1,2-10 45,-1-19 0,-1-9-180,-1-5 0,-3-3-181,0-6 1,-2-3-135,-2-2 0,-3 2-269,1-9-1710,-3 14 180,-11 56 1529,-5 8 270,3 2 0,2 3 180,2-8 0,2-1 89,4 10 1171,16-6-631,5-52-539,4-9-90,-3-3 0,-1-4-45,-11 4 0,-1 1-90,5 4 0,-3 3-1485,-6 0-808,-2 48 629,1 9 854,-2 1 1,-1 2-1,0-3 0,2-1 765,4 0 0,4-7 0,19-20 0,-10-16 0,0 0 0</inkml:trace>
  <inkml:trace contextRef="#ctx0" brushRef="#br0" timeOffset="420062">29031 11271 7533,'2'-49'1092,"1"0"0,-2 11 0,-1 4 1029,6-9-2031,-6 35 539,0 33-1618,0 20 584,-2-4 0,-2 5 405,2-12 0,0 2 0,0 1-214,-2 12 1,0 2-1,-1-2 184,1-5 0,0-1 1,0 0 88,1 2 1,1 0 0,0-6-60,-1-8 0,0-5 630,3 13 270,6-55-181,1 5-359,0-23 101,-2 7-461,-16-16 764,-5 23 1,-3 3-135,-22-11-541,6 20 1,-2 8-225,7 14 1,3 6 268,0 1 1,3 5-225,4 11 1,10 4 89,19-3 0,9-4-450,3-7 0,6-6-643,8-12 1,6-4 0,-3-4 815,0 0 1,0-6 0,-1-7 0,1-5 0,-3-1 0,0-1-1,0-1 1</inkml:trace>
  <inkml:trace contextRef="#ctx0" brushRef="#br0" timeOffset="421144">30372 11359 7533,'30'0'2158,"-15"0"451,1 0-1440,-16-7 1,0-3-631,0 0 271,0 2-1350,-11 0 540,-3-1-450,-21-1 91,-9 2 314,12 7 0,-3 2 90,-9 1 0,-3 4 15,13 0 0,1 3 0,-1 1-1,-7 5 1,0 3 0,1 2-109,3 2 1,2 2 0,0 3 198,-1 5 0,1 4 0,2 0-302,8-5 0,1-1 0,3 1 197,-4 5 0,8 0 135,11 6 0,12-4 90,31-4-150,-11-12 0,6 2 0,0-4-165,13-3 0,3-4-15,-7-2 0,3 1 0,-3-2-885,5 0 1,-3-2-695,-2 0 1,-3 1 99,-7 0 1,-2 0 1538,-4 0 0,0 0 0,18 8 0,0 1 0</inkml:trace>
  <inkml:trace contextRef="#ctx0" brushRef="#br0" timeOffset="421296">30754 12065 7533,'0'-27'89,"0"9"1,21 18 0,6 10 0</inkml:trace>
  <inkml:trace contextRef="#ctx0" brushRef="#br0" timeOffset="444594">12675 13476 7533,'-31'28'1259,"12"-11"-539,2-9 179,16-8-89,-5 0 719,6-8-990,0 6-179,0-6-90,0 1-630,33 5 270,-9-6 0,4 0 120,5 6 0,5 3 0,1-2 60,6-4 0,1-1 0,0 1 66,-6 4 0,0 1 1,-3-1-112,9-3 0,-7 0-945,-6 4-1618,-33 0 2518,-6 8 0,-22 10 0,-12 9 0</inkml:trace>
  <inkml:trace contextRef="#ctx0" brushRef="#br0" timeOffset="446261">14115 13282 7533,'-14'-18'2069,"-2"9"-1530,15 1-89,-5 0-360,6 6 360,0-6-540,0 16-270,0 10 315,0 5 0,0 5 0,3 9 0,0 6-228,-3-5 1,0 6 0,0 1 0,1-2 182,2 7 0,2-2 0,-2 1-23,-2-5 1,-1 2-1,0-2 1,0-5-68,3 5 0,0-8-809,-3 5-990,5-48 1979,-3 3 0,1-26 0,-1-11 0,-2 7 0,0 0 0</inkml:trace>
  <inkml:trace contextRef="#ctx0" brushRef="#br0" timeOffset="446657">14078 13176 7533,'-5'-41'2968,"3"18"-1529,8-11-1079,13 26-180,11 20 0,4 8-135,-6-6 0,0 3-15,2 3 0,1 4 0,-3 1-210,1 9 0,-6 2 270,0-1 0,-9 3-270,-17 9 0,-10 0 45,-3-16 0,-4-3 90,-9 8 0,-3-6-45,4-18 0,1-4-135,2 2 1,1-4-406,-9-14-2647,15 6 3248,25-6 1,40 8 0,-18 0 0,0 0 0</inkml:trace>
  <inkml:trace contextRef="#ctx0" brushRef="#br0" timeOffset="447027">15026 13123 7533,'-6'-27'3276,"-1"1"-2864,-5 9-53,-6 7-539,-6 2 135,0 14 1,0 4-136,-6 2 90,5 9 0,-6 11 0,1 5 0,5 0 45,10-1 0,4 2 0,2 1 0,-3 1-160,-3-3 1,-4 2 0,0 0-1,2 0 1,6 1-111,4 7 0,6 2 0,3-2 1,4-4-286,3-3 0,4-5 1,3-2 599,11 6 0,4-6 0,-2-9 0,3-6 0,-5-15 0,0 1 0</inkml:trace>
  <inkml:trace contextRef="#ctx0" brushRef="#br0" timeOffset="447694">15174 13406 8522,'-7'39'22,"0"0"1,2 3-1,1 5 1,2-1 67,1-4 0,1 0 0,1 0-30,-1 3 0,0 1 0,0-4 165,0 2 0,0-12 674,0-22-629,0-37 134,2-8 1,1-9-225,-1 9 0,-1-4 0,1-2 0,0 1-169,2-5 1,0 1 0,1-4 150,-1 5 0,1-5 0,1 0 0,0 2 0,1 6-117,5-11 0,4 6 45,0 6 0,4 1 0,2 17-765,4 27 0,0 13 360,9 6 1,-2 7 359,-8 10 0,-6 4 284,-6-11 1,-2 1 0,-5-3-150,-6 2 0,-5-1-180,-4 6 0,-8-6 225,-12-17 0,-2-6 45,-6 6 297,3-13 0,1-8-2276,10-13-990,-8 5 2699,31-4 0,21 7 0,10 3 0,5-4 0,1 0 0</inkml:trace>
  <inkml:trace contextRef="#ctx0" brushRef="#br0" timeOffset="447940">15690 13282 7533,'-18'-20'3276,"10"20"-2081,1 20 0,3 11-1690,3 12 1,2 5-46,0-11 0,1 2 1,1 2-414,0 8 1,0 2 0,3-4 952,1-10 0,2-3 0,0-1 0,2 10 0,4-8 0,14-3 0</inkml:trace>
  <inkml:trace contextRef="#ctx0" brushRef="#br0" timeOffset="448716">16343 13388 7533,'0'-20'2968,"0"-11"-1709,-6 27-809,5-19 90,-10 13-540,-7 0-630,-24 2 540,8 20 0,-1 7 135,-3 3 0,0 3 105,11-3 0,2 2 0,3 3 0,4 3 0,4 2 0,2 0 164,-1 13 1,9 0-315,10-12 0,7 1 0,2-3-450,5 9 1,7-7-644,4-15 1,5-3 0,-1-5 1046,5-2 0,-1-8 0,2-16 0,-3-9 0,-11-4 1,0 1-1</inkml:trace>
  <inkml:trace contextRef="#ctx0" brushRef="#br0" timeOffset="449073">16539 13053 7533,'-6'-18'3276,"17"24"-2126,6 13 1,3 5-747,2-1 1,2 5-596,-1 10 1,0 8 0,-3 1 167,-8-12 1,-1 1 0,-3 0-1,0 2-45,0 8 1,-2 2 0,-2 0-1,-2 1-607,-3 0 1,-1 0-1,-2 0 1,-3-2-286,-5 4 1,-3-3 0,-2-4 284,-4 3 0,-3-6 675,2-12 0,-4-9 0,-5-16 0,-2-6 0,-3 1 0,1 0 0</inkml:trace>
  <inkml:trace contextRef="#ctx0" brushRef="#br0" timeOffset="450727">17328 13476 10231,'-14'-8'3276,"-3"-2"-2054,16 1-1222,6 1-270,20 8-765,8-1 1,5 2-136,1 3 1,1 0 359,4-3 1,-1 0 809,-6 3 0,-8-1 0,-14-3 0,-12 0 0</inkml:trace>
  <inkml:trace contextRef="#ctx0" brushRef="#br0" timeOffset="451023">17253 13723 8342,'-26'-8'3276,"14"6"-165,24-6-2707,11 8 1,7 0-1619,14-4 0,5 1 1186,-8 3 1,1 3-1,1-1 1,2-1-1,1-1 1,0 1 0,-1 5-1,-1 0 1,1 0-1</inkml:trace>
  <inkml:trace contextRef="#ctx0" brushRef="#br0" timeOffset="451977">18287 13406 9062,'-14'9'1889,"8"-9"-810,30-25-584,-6 4 0,2-3-91,10-14 1,2-3-225,-3 5 0,-1-2-150,-7 6 0,0-1 0,-3 4-30,0 3 0,-3 3-90,-2-6 0,-3 9-720,-4 18 91,-12 27 629,5 7 0,1 7 30,-2 6 0,0 5 0,1 2-544,0-9 0,1 0 1,0 1-1,1 0 604,-2-1 0,1 0 0,0 0 0,1 1 135,-1 5 0,2 2 0,-1-2 0,1-6-45,1 1 0,1-4-210,-2-3 0,-1 2 0,3-9-240,7-3-1709,-4-9-449,0-10 2518,-2 0 0,-10-6 0,-2 6 0</inkml:trace>
  <inkml:trace contextRef="#ctx0" brushRef="#br0" timeOffset="452195">18361 14023 7533,'-36'0'3276,"20"0"0,10 0-2902,54 8-1409,-12-7 1,5 0 1034,-5 2 0,4 0 0,0-1 0,-1-6 0,1-2 0,0 0 0,2-1 0,1 1 0,0-1 0</inkml:trace>
  <inkml:trace contextRef="#ctx0" brushRef="#br0" timeOffset="452927">19972 12982 7533,'-11'-19'1169,"-7"-5"-1169,4 14 0,-15 16 45,11 8 0,0 7 105,0 5 0,1 4 0,1 3-418,-4 8 1,1 3 0,2 4 312,4-4 0,1 2 0,1 1 0,3 0-520,2-1 0,2 0 0,2 0 0,0-2 362,0-4 1,1-1-1,2-2 1,4 0 112,7 12 0,6-2 0,4-9 0,8-14 0,4-5 0,-3-4 0,0 1 0,0 0 0</inkml:trace>
  <inkml:trace contextRef="#ctx0" brushRef="#br0" timeOffset="453361">20059 13653 7533,'-37'0'3276,"16"15"-2415,-1 20-816,22-4 0,4 1-90,-1-3 0,1-1-90,7 8 0,3-5 675,12-10 90,21-36-405,-26-10 0,-2-7 224,-1-6 1,1-4 0,-2 0-211,-5 10 1,-1 0 0,-1 0 180,0-3 0,0-1 0,-2 5-240,5-6-630,5 45-765,-5 18 1,-2 11 224,0-6 1,-1 3 0,1 1 419,-1-2 0,0 0 1,1 0 569,1 1 0,0 0 0,0-7 0,3-4 0,1-11 0</inkml:trace>
  <inkml:trace contextRef="#ctx0" brushRef="#br0" timeOffset="453778">20637 13653 7533,'0'-27'1638,"0"1"0,0-12 303,0 5-1402,-5 23-539,-13 18-450,2 11 1,0 5 44,-3 7 0,0 3 270,3 1 1,1 2-46,0 10 0,7-2-180,12-10 0,7-3 450,5 3 0,6-7 135,3-15 0,3-9 674,10-16 1,-4-11-586,-15-2 1,-4-7-225,-3 1 0,-1-5 0,-5 1 45,-9-7 0,-5 0-270,-1 0 0,-3 4-495,-3 8 1,-2 9 629,-2 19 0,41 29 0,-1 1 0,-1-1 0</inkml:trace>
  <inkml:trace contextRef="#ctx0" brushRef="#br0" timeOffset="454311">20945 13882 7533,'-19'45'3058,"1"-2"-2069,11-8 361,7-15-451,12-28-809,8-37 45,-7 11 0,-2-5-195,-3 2 0,-3-4 0,2 0 30,0 4 0,2 0 0,-2-1 150,-2-4 0,-2-1 0,2 5-525,3 4 0,2 11-584,8 17-1,1 45-539,-1-1 0,0 1 1529,-8-15 0,1 1 0,9 8 0,0 0 0,-7-10 0,0-1 0</inkml:trace>
  <inkml:trace contextRef="#ctx0" brushRef="#br0" timeOffset="454928">21289 13653 9691,'-12'-30'3239,"6"7"-2520,0 23-269,6 39-450,0-6-630,0 11 1,0 4 269,3-10 0,0-1 225,-1-4 0,2-2 1125,9 11-361,10-66-404,-13-1 0,0-5-195,2 0 0,1-4 0,-2 0-60,-2 1 0,0-1 0,-1 1-15,5-10 0,-1 6-1124,-1 2 359,-5 68 495,-6 2 1,0 4 314,2 7 0,2 0 224,2-3 1,5-7 945,16-9-676,-4-34 1,1-11-180,0-15 0,-2-7-166,-5 11 1,-1-3 0,0 1 165,4-14 0,-3 2 449,-7 9 1,-1 15-675,-4 33-2249,-7 27 1066,3-9 1,1 5 0,1-2 623,0 0 1,2-2 0,8 13 0,3-1 0,-3-18 0,0 0 0</inkml:trace>
  <inkml:trace contextRef="#ctx0" brushRef="#br0" timeOffset="455644">22164 13688 7533,'-11'-26'3276,"-3"-1"-2325,-11-1-1131,-5 11-539,-12 17 584,13 13 0,2 7 225,0 9 0,2 5 0,-1 2 0,4 2 90,7 6 0,11-1-315,11-18 0,8-3 135,5-2 0,6-7 90,8-16 0,2-10-1,1-2 1,-2-7 90,-4-11 0,-6-5 225,-3 2 0,-5 0 89,-6 7 1,-4 3-405,-9 1-1169,-21 58 719,13 8-675,2 1 1,5 0-180,13-16 0,4-3 1214,-3 7 0,5-9 0,9-26 0,3-11 0,-2-5 0,-1 1 0</inkml:trace>
  <inkml:trace contextRef="#ctx0" brushRef="#br0" timeOffset="455990">22495 13229 7533,'-13'-17'3276,"2"7"-1965,11 25-411,0 23-451,2-5 1,1 4-612,0-2 0,-1 2 1,0 3-42,-1-1 1,-1 4 0,0 0-1,0-1-369,1-4 1,1 1-1,-1-1 1,-1-1 301,-1 15 0,-1-1 0,0-7-315,1-6 1,2-7-945,4-6 1529,2-25 0,17-41 0,-11 13 0,0-1 0</inkml:trace>
  <inkml:trace contextRef="#ctx0" brushRef="#br0" timeOffset="456427">22791 13000 7533,'3'-36'1638,"0"-1"0,9-8-147,18 37-1086,-8 27 0,0 13-23,-6-3 0,0 5 0,-1 3 1,-1 1-910,0 6 0,-1 4 1,-3 1-1,0 2 563,-4-3 0,0 2 0,-2 1 0,-2 0 0,-2-2 0,-2-6 0,-1-1 0,-2 0 0,-2-1 0,-1-2-261,-4 5 0,-1-1 0,-2-2 1,-3-4-406,-4-1 0,-4-5 1,1-2-913,-10 4 1,2-5 1541,6-9 0,3-3 0,-12 9 0,18-7 0</inkml:trace>
  <inkml:trace contextRef="#ctx0" brushRef="#br0" timeOffset="465294">17290 13247 6183,'-7'10'1080,"-4"-3"-540,5 1 179,-1-6-269,-4 6 90,9-8-91,-3 0 181,5 0 2646,0 0-2684,5-8-592,2-2-180,17-23 45,-9 11 0,1-1 225,3-4 0,0-1-90,2 1 0,1 1 180,9-9-360,-6 17-90,-2 11 180,-4 14 0,0 11 0,10 9 90,-16-6 0,0 2 135,5-1 0,1 1 45,7 14 0,-7-19 0,1-3 629,13 3-90,-6-15 1,1-4-90,17-17-675,-23 5 0,-2-3-135,0-5 0,-4-1-1799,4-22-1298,-2 23 3219,-12-3 0,-12 32 1,-1 2-1</inkml:trace>
  <inkml:trace contextRef="#ctx0" brushRef="#br0" timeOffset="481227">23960 13494 6004,'0'-10'359,"0"2"-89,-6 0 180,5 6-90,-5-13 0,6 13 179,0-6 91,-5 8-270,4 0 89,-5 0 91,6 0 180,-5 0-91,3-8-359,-3 6 180,5-6-630,0 8 90,-5 0-90,3-8 360,-3 6-90,5-5-180,0 7 1080,0 0-1350,0 7-90,0 27 180,0-5 0,0 7 0,0 1 150,0-2 0,0 0 1,0 2 164,2 1 0,0 2 0,1 0 0,1-3 134,0-1 1,0-2 0,2-4-90,2 4 0,2-5 90,8 2 540,6-46-1,-4-21-674,-7 14 0,-1-3-45,4-20 0,-3-2-90,-8 20 0,-1 1-90,4-13 0,0 4-269,-2 15-1,12 59 180,-4-10 0,3 3 270,-2 4 0,1 4 0,2-2 390,2-8 0,1-3 0,0-2-31,4 5 1,2-7 764,3-13 1,-1-12-406,-11-19 1,-3-9-585,4-13 0,-3-4-525,-9 11 0,-4-1 1,1 0-271,0-2 0,0-1 1,-2 5-556,-1 5 1,-2 4-1304,1-14 449,0 56 2069,0-4 0,5 10 0,1 5 0,8 20 0</inkml:trace>
  <inkml:trace contextRef="#ctx0" brushRef="#br0" timeOffset="481960">24723 13123 7533,'-6'-27'719,"0"-6"720,-1 5-629,2 1 89,5-7-179,0 23-270,0-5-810,0 16 0,5 16 450,2 11-135,1 15 0,1 8 75,-4-7 0,0 2 0,-1 2-269,-1-5 1,1 1 0,-1 0 0,-1 2 238,1-6 0,-1 3 0,0-1 0,0-1 0,0-2 119,2 11 1,0-3 0,1-2-30,-2-6 0,1-2 0,3-6 450,16 11 449,1-49-539,8-27-180,-16 13 0,-1-3 0,4-20 0,-2-2-91,-6 12 1,-2 1 180,1-7 0,-2 4-360,-3 1 594,-5 44-729,0 15 0,0 7-315,2 2 0,2 3-540,1 1 1,3 2 0,2-2 989,7 0 0,4-4 0,8 2 0,4-7 0,1-15 0,0-1 0</inkml:trace>
  <inkml:trace contextRef="#ctx0" brushRef="#br0" timeOffset="483110">25474 13723 7353,'-26'0'2249,"2"0"-2070,23 0 541,13 0-180,9-8 989,26-9-810,-8-11-539,-19 11 0,-1-1 180,9-17-450,-21-9-270,-12 7 450,-20-6-1619,-19 31 989,18 17 1,2 8 269,-4 25 0,6 10 360,7-2 0,4 4 90,6-2 0,2 2 0,6-3-99,9 3 1,6-6 188,1 0 0,7-9 449,11-17 1,4-11-495,-8-8 0,0-8 314,7-17 1,-3-6-405,-12 7 0,-4-1 45,1-16 0,-4-1-630,-4-4 0,-8 12-179,-8 27-46,-3 27 0,-1 11 450,5-5 1,1 1 134,-1 10 0,2-1 584,6-7 1,4-5 961,15-12-872,0-22 1,1-11-450,-2-8 0,-3-6 134,-1-1 1,-1-3 0,-1 3 0,-1-3 0,-3 3-360,-4 1 0,1 14-989,4 37 404,-5 14 1,-2 5 134,0-5 0,2 3 540,2 8 0,2 4 0,2-15 0,12-23 0,-5 7 0,0 0 0</inkml:trace>
  <inkml:trace contextRef="#ctx0" brushRef="#br0" timeOffset="485361">27246 13600 8432,'-6'-20'2789,"5"-4"-1980,-5 15-449,6-9-90,0 0-270,0 9-450,0 9 270,-5 33 225,1-4 0,1 5-90,0 9 0,-1 4-135,2-12 0,0 1 0,1-1-90,6 8 1,1-4-541,-4-10 1,4-5-1260,28-8 2069,-6-42 0,-2-8 0,1-8 0,-10 8 0,0 0 0,-1 0 0</inkml:trace>
  <inkml:trace contextRef="#ctx0" brushRef="#br0" timeOffset="485711">27603 13353 7533,'6'-45'929,"0"-1"1,0 6-1,0 2 60,0 6 1,0 3 179,1 0-719,-1 5-630,-6 32 540,0 41-585,2-7 0,1 6-427,-2-3 0,-1 3 0,1 2 269,0-3 1,1 3 0,-1-1 0,0-2 142,-1 2 0,-1-2 0,2 0-156,2-2 1,1-1-1,0-6-9,-2-8 1,4-9-855,18-11 1259,-5-12 0,0-39 0,-10 17 0,-1 1 0</inkml:trace>
  <inkml:trace contextRef="#ctx0" brushRef="#br0" timeOffset="485933">27689 13441 0,'-12'-25'1154,"1"1"1,-5-2 483,5-3 0,4 2 856,13 15-186,30-4-2263,-12 11 0,4 2-885,5 2 1,4 1 0,0-1-393,12-3 0,0 0 1232,1 5 0,-6-2 0,-12-6 0,-43-3 0</inkml:trace>
  <inkml:trace contextRef="#ctx0" brushRef="#br0" timeOffset="486123">27332 13282 7533,'-26'0'1638,"-1"0"0,-3 0-597,28 0-1041,25 0 0,17 0 0,-6 0 0,2 0 0,2 0 0,7 0 0,1 0 0,-1 0 0</inkml:trace>
  <inkml:trace contextRef="#ctx0" brushRef="#br0" timeOffset="486927">28637 13529 8162,'-7'-18'2789,"-4"1"-1530,4 7-90,0 2-719,2 47-180,5 10-405,0-10 0,0 3-540,-1 5 1,2 0-361,1-13 1,1-2-91,1 9 1,5-5 1124,20-7 0,4-44 0,-12-10 0,1 1 0</inkml:trace>
  <inkml:trace contextRef="#ctx0" brushRef="#br0" timeOffset="487310">29092 13564 8072,'5'-43'3276,"-9"14"-1155,-8-5-1671,-25 25-450,12 10 0,-1 6-225,0 4 0,2 5-225,2 8 1,7 5 89,10 13 0,9 2 540,8-1 0,7-2 0,7 1 0,5-3 45,6-7 0,0-5-1,-12-12 1,-3-3 135,7 6-1259,-58-18-226,4-1 1,-2 0 134,-8-7 1,0 0 989,6 7 0,2 0 0,-8-15 0,17 7 0</inkml:trace>
  <inkml:trace contextRef="#ctx0" brushRef="#br0" timeOffset="487478">28785 13229 7533,'-32'-19'1349,"7"-5"-1349,13 22 0,34 2 0,12 10 0</inkml:trace>
  <inkml:trace contextRef="#ctx0" brushRef="#br0" timeOffset="491939">30052 13529 7533,'-26'-8'3276,"2"14"-2055,7 20-1041,9 2 0,2 6-180,-1 6 0,2 3-90,2-4 0,2 3 0,0-4-45,0-1 0,2-3 180,3 3 0,3-8 225,0-21 0,15-25 0,2-15-135,-9 1 0,0-4-142,4-3 1,4-3 0,-1-2 73,-7 8 1,-1-1-1,0 0 1,-1 2 112,3-3 0,-1 2 0,0 1-90,6-17 0,-1 18-630,-2 41 360,-6 31 90,-8 5 0,-1 6-180,3-5 0,-1 2-150,-2-9 1,-2 1-1,2-2-525,2 2 1,3-4 944,1-4 0,5-11 0,13-29 0,5-13 0,7-8 0,0 1 0</inkml:trace>
  <inkml:trace contextRef="#ctx0" brushRef="#br0" timeOffset="492373">30777 13547 7533,'-5'-36'1979,"-2"1"-450,-15 16-1529,-16 34-45,13 5 0,0 7 15,5 2 0,0 4 0,3 1-56,2 1 1,2 1-1,3 1 146,4 0 0,2 0 0,7-3 120,14 6 0,9-8 0,7-10 0,5-10 674,11-15 1,0-12-361,-8-12 1,-5-7-90,-2 0 0,-8-6-286,-15 5 1,-5-4 0,-4 1-120,-5-9 0,-6 2-272,-5 2 0,-5 6-223,1 11 1,-2 9-2783,-5 17 78,20 27 3199,6-5 0,19-2 0,9-1 0,-2-9 0,1-1 0</inkml:trace>
  <inkml:trace contextRef="#ctx0" brushRef="#br0" timeOffset="492693">31196 13194 7533,'-6'-39'1638,"-1"-1"0,1-9-1047,0 16-51,6 59-315,-2 6 0,-1 6-225,1-4 0,0 2 0,-1 2-219,0 10 0,-2 2 1,1 1 150,1-13 1,0 1-1,0-1 1,0 0-203,0 10 0,2 1 0,-2-3-30,-1-6 0,0-2 1,1-2-804,2 1 1,1-4-607,-6 10 1709,6-25 0,17-49 0,-7 6 0,0 1 0</inkml:trace>
  <inkml:trace contextRef="#ctx0" brushRef="#br0" timeOffset="492877">31171 13406 7533,'-19'-28'3276,"13"3"0,34 15-3629,1 8 0,5 4 353,12 8 0,2 5 0,-13-4 0,1 2 0,-1 1 0,0 3 0,-1 1 0,1-1 0</inkml:trace>
  <inkml:trace contextRef="#ctx0" brushRef="#br0" timeOffset="494610">29892 14411 7533,'-20'0'-900,"-3"0"2879,4 0-900,0 0-449,1 0-180,6 0 449,-6 0-89,4 0-180,-9 0-181,15 0 721,-8 0-541,36 0 240,8 0 1,10 0 0,5 0-691,-3 0 1,4 0 0,4 1 0,2-1 0,2 0 0,-1-1-439,-8 0 1,1-1 0,1 0 0,1 0 0,0 0 0,0 0 0,1-1 0,1 1 307,-2 0 1,2 0 0,1 1 0,0-1 0,1 0 0,-2 0 0,-1-1 0,-1 1 0,-2-1 70,6-1 0,-2-1 0,-1 1 0,-2-1 0,-1 0 0,-2 0-53,8-1 1,-1 0-1,-5 0 1,-7-1-113,0-2 0,-12 0-2384,-17-1-848,-30 18 258,-17 4 3019,3 6 0,56-34 0,16-13 0</inkml:trace>
  <inkml:trace contextRef="#ctx0" brushRef="#br0" timeOffset="496144">14521 15064 7533,'-5'-18'3276,"-2"-8"-1605,0 7-1131,-4-7-1,10 17-1438,-21 1-450,-4 8 629,-3 5 0,-3 5 315,-2 5 1,-1 6 344,7 1 0,0 5 0,3 2 100,4 0 0,2 2 1,2 1 78,2 5 1,2 2 0,6-1 105,5 8 0,9-2-180,7-5 0,9-7 225,16-16 0,7-13 179,0-15 1,-1-11-336,-9 0 0,0-5 0,-4-3 95,-5-6 1,-5-3 0,-3 1-30,3-9 0,-7 4 180,-8 9 0,-8 9 269,-13 18-695,4 28 1,1 11-880,2 5 1,2 3 314,2 2 0,6 0 630,11 7 0,11-12 0,12-31 0,7-10 0,-4 3 0,0-1 0,0 0 0</inkml:trace>
  <inkml:trace contextRef="#ctx0" brushRef="#br0" timeOffset="497127">15334 14587 7533,'-36'-25'3148,"19"13"-3148,-5-4-180,22 40 180,0 5-210,0 4 0,0 8 0,0 1 120,2 0 0,0 1 1,0 3-105,0-8 0,0 3 0,1 1 0,0-1 1,-1-1 238,2 5 0,-1-1 0,0-1 0,1-2 224,0 1 1,1-2 0,-2-5 270,1 2 0,-2-17 179,-2-45-539,2-8 0,2-5-150,-1 6 0,1-1 0,1-2 269,1-4 1,1-1 0,4 3-255,11-3 0,4 6-135,1 9 0,3 9-45,2 16 1,0 10 89,-3 8 0,-4 7 349,-6 4 1,-7 4-575,-7 3 0,-8 1 180,-7 0 0,-6-3 0,-5-10 0,-3-3 719,-6 0 1,0-1-45,6-6 0,3-1-495,-17 15-720,26 5 0,30-13-899,9 5 1529,13-14 0,7-4 0,-8-5 0,3-2 0,-2-1 0,1 0 0,-1 1 0</inkml:trace>
  <inkml:trace contextRef="#ctx0" brushRef="#br0" timeOffset="497556">15875 15117 7533,'-24'0'3276,"-1"0"-2235,11 7-1401,4 14 1,3 7 359,6 4 0,1 3-270,-1 10 0,2 0 135,2-10 0,7-7 495,25-10 0,-1-54-1,-9 4 1,-2-8 299,-10-1 1,-3-4 0,-1 1-181,0 8 1,-1 1 0,0 1-210,-3-4 0,-2 1 0,1 8-450,1 1-989,1 48 629,0 12 0,0 6-315,3 7 1,1 1 284,-1-14 1,1 1-1,1 0 570,3 14 0,4-6 0,-1-19 0,2-5 0,18 4 0</inkml:trace>
  <inkml:trace contextRef="#ctx0" brushRef="#br0" timeOffset="498239">16478 15064 7533,'-32'-8'3276,"8"-2"-1875,6 0-951,6-6-90,5 7-1350,-15-1-539,2 10 450,-17 25 899,19 0 0,4 3 360,3 3 0,3 3 359,3 13 1,5 0-270,6-12 0,5-3 89,6-3 1,3-5 0,20-9 449,-12-37 1,-3-13-720,-7 10 0,-3-2-60,-5-5 0,-2-5 0,-1 4 60,0-1 0,-3 3 45,-6-1 0,-2 3 45,-3 2-2159,0 19 540,2 18-270,5 15-270,11-5 1979,-8-3 0,24-17 0,-6-9 0</inkml:trace>
  <inkml:trace contextRef="#ctx0" brushRef="#br0" timeOffset="498827">16638 15064 10501,'-19'-20'3276,"7"-4"-2774,6 15-1222,6-1-359,0 26 269,0 21 540,2 0 1,2 4 314,-2-4 0,2 1-45,9 10 0,3-2 314,-4-19 1,3-5 135,22 3-135,-18-45 0,-2-11-136,-3 6 1,-2-3-135,1-18 0,-2 0-764,2 7-91,-8 29 1,6 47 629,2-2 0,4 3 495,4 0 0,3-3 404,5-5 1,4-8 224,0-14 1,1-14 134,0-22 0,-5-12-1319,-12 10 0,-2-2 1,-2-2 149,-1-4 0,-2-2 0,-3 2 45,-4-12 0,-6 6 45,-10 5 0,-22 31 0,12 23 0,0-1 0</inkml:trace>
  <inkml:trace contextRef="#ctx0" brushRef="#br0" timeOffset="501156">15567 14746 7263,'0'-18'809,"6"-7"-359,1 5 360,5-13 269,-5 13 360,4-5-899,-10 15-90,4 2-630,-10 8-315,-10 16 0,-4 8 180,-3 2 1,-2 4 179,1 1 0,-4 3 0,0 3 0,2-1-22,-3 5 1,2 0 0,0 0 201,4-7 0,-1 0 0,2 0 0,2-5 315,-2 5 0,5-5-180,0 2-90,26-38 359,26-19-359,-13 6 0,2-4 0,1 0-60,-1 2 0,1 0 0,2-3 15,5-7 0,3-5 0,1-1 0,-4 4 45,-1 3 0,-3 2 0,0-1 22,0-2 1,2-2-1,-2 0 1,-4 6-23,0 1 0,-5 5-360,-3-1 559,-31 42-589,-4 7 0,-5 6 0,1 1-195,-5 5 1,-2 4 245,7-9 0,-1 4 1,0 2-1,1-3 309,-2 4 0,1-1 0,2-1-60,2-1 0,2 0 0,2-3 90,-3 3 0,6-3 0,12 7 360,30-55-180,1-5 0,5-7-181,-10 4 1,1-4 0,2-3 0,-1 0-255,5-5 1,0-2-1,1-1 1,-1 1 186,-1 2 1,0-1-1,0 1 1,-2 0-23,5-6 0,-2 0 0,-4 6 371,-4 8 1,-6 7-1541,-8 13 764,-19 30 0,-9 11 135,2-7 1,-3 3 89,-1 3 0,-3 7 0,-1 1 0,2-2 1,0 3 1,2-2 0,-1 2 223,2-5 0,-2 1 0,1 0 0,4-4 0,-3 12 0,12-8 135,35-5 224,0-43 1,5-14-225,1 1 0,3-5 0,0-4-167,-3 1 0,1-4 0,0-1 0,0-1-13,-7 5 0,1-2 0,-1 0 0,0 0 0,-1 2 0,3-2 0,0 0 0,-2 2 0,-1 1-60,0-5 0,-2 1 0,-2 9-300,5 5 90,-23 32 60,-14 22 0,-11 15 1,1-1-211,7-16 0,0-1 0,0 4 164,-1 4 0,-2 5 0,1 3 0,1-1 0,4-6 526,4-1 0,3-4 0,3 0-30,4 7 0,3-1 0,8-12 74,12-17 1,6-14 194,3-13 1,4-11 0,-3-4-420,-13 6 0,-1-4 0,-1-1 0,1-1 189,5-5 1,2-1-1,-2 0 1,-2 2-280,-2-2 0,-3 3 0,-2 2-45,2-4 0,-4 9-1394,-8 18 1169,-19 31 0,-7 13 135,7-7 0,0 3-45,-7 4 0,-2 4 0,3 1 450,8 1 0,4 0 0,0-2-180,-7 2 0,7-2 656,12 4 0,10-16-476,3-41 0,4-15-210,-3 6 0,2-3 0,-2-2-60,0-5 0,-1-2 0,-1 0 269,2-2 1,-1 1 0,-2 2-225,-4 3 0,-1 3-45,6-6-207,-39 74 72,7-6 0,-1 4 285,1-6 0,-1 0 0,1 1-240,2 2 0,2 0 0,1-4-495,0-2 1,5-3 584,5 2 0,7-9 0,10-26 0,4-9 0,7-1 0,-1 0 0</inkml:trace>
  <inkml:trace contextRef="#ctx0" brushRef="#br0" timeOffset="501889">18127 14411 7533,'-18'-35'3058,"10"7"-2698,-3 11-450,11 32 120,-1 12 0,-1 8 0,0 3 0,1 7 0,1 2 0,-1 2-247,1-10 0,-2 1 0,1 2 0,0 0 0,0-1 55,1 0 0,0 1 0,0-1 0,0-1 0,0-2-18,0 8 0,-1-2 0,2-3-270,0-1 1,1-2-1,0-8-1215,5-2 1665,0-13 0,-7-38 0,-7-7 0</inkml:trace>
  <inkml:trace contextRef="#ctx0" brushRef="#br0" timeOffset="502110">17893 14905 7533,'-23'-16'3276,"8"-3"0,14-25-2280,15 25 1,9 1-683,14-1 1,6 3-585,-10 6 0,3 1 1,2 2-551,2 3 1,3 2 0,1 1 0,-4-1 491,-6-2 0,-2 1 0,3 2 1,2 3-1,3 1 0,0 2 1,-4 1-1,6 3 0,-1 1 1</inkml:trace>
  <inkml:trace contextRef="#ctx0" brushRef="#br0" timeOffset="502894">18742 14993 10501,'2'-18'1889,"-3"9"-1619,-17-7-900,-7 6 360,-6 0-90,-12 3 135,16 16 1,0 5 179,3-5 0,1 4 90,-6 14 0,5 4 135,9-4 0,4 1-46,-1 3 1,6 1 0,7 3 0,9-1-225,6-9 0,4-3 180,5-2 0,3-5 45,5-10 0,0-10 45,-3-13 0,-3-7-90,-6-2 0,-4-3 90,0-13 0,-5 0 89,-8 13 1,-1 3 270,-2 0 0,-2 3-450,-6 6-3367,0 26 257,1 20 1581,23 17 1439,-1-11 0,5 0 0,8-8 0,5-3 0,6 7 0,1-1 0</inkml:trace>
  <inkml:trace contextRef="#ctx0" brushRef="#br0" timeOffset="503143">18914 15275 7263,'21'8'2698,"-5"2"-1259,-16 0 360,6-18-1169,-5-12-405,2-17 0,0-8-180,-1 7 0,1-2-315,0 2 0,1-2 0,2 4-1124,4 1 0,4 5-1395,23-3 2789,-10 37 0,1 10 0,3 2 0,1 5 0,5 5 0,0 1 0</inkml:trace>
  <inkml:trace contextRef="#ctx0" brushRef="#br0" timeOffset="503760">19432 14975 8072,'-32'-17'2249,"2"7"-2069,5 2 180,-5 32-405,14-4 0,1 5 0,-2 12 0,2 6-75,7-9 0,1 2 0,3 0-150,5-2 0,2 1 1,4-4-136,6 5 0,7-7 720,4-16 0,3-11-136,-4-15 1,-3-11 90,-6-7 0,-5-8 0,-1-1-270,-2 1 0,-3-2 0,0 0 0,-2-4 0,-1-1 0,-1 1-150,0 6 0,-1 1 0,-2 12-929,-3 12 989,8 34 0,4 15 180,-2-4 0,2 3 0,0 5-419,2 5 0,1 6 1,0 1-1,-1-2 486,-2-7 1,-1-1-1,-1 0 1,0 3 471,0 4 1,0 4 0,-2 0-1,0-1 1,-4-5-33,-4 7 0,-4-5 0,0-2-237,2 1 0,0-1 0,-8-13-91,-13-18 1,-4-15-45,2-20 0,1-11-270,-2-4 0,2-4-465,11 8 0,1-3 1,3 1-1130,-1-13 1,10 4-1639,23-5 3035,13 7 0,11 30 0,7 3 0,-2-7 0,1 0 0</inkml:trace>
  <inkml:trace contextRef="#ctx0" brushRef="#br0" timeOffset="504243">19702 15187 7533,'0'-18'3276,"0"-7"-2145,5 13-501,13-3 359,8 15-539,22-8-270,-3-10-90,-19 5 0,-2-1-360,7-14 450,-7-5-450,-28 13-225,-9-1 1,-5 1 134,-23 6-180,3 14 0,-1 8 315,14 5 1,3 6 179,-7 19 0,4 8 224,14-15 1,3 2 0,3 1-60,2 0 0,2 0 0,4 0-300,6 13 0,6-6 90,0-16 0,4-7-899,15-5 0,2-10 989,6-19 0,-2-9 0,1-9 0,-20 6 0,0 0 0,1 0 0</inkml:trace>
  <inkml:trace contextRef="#ctx0" brushRef="#br0" timeOffset="504556">20195 14711 7533,'-11'-35'3276,"8"15"-796,-8 12-2480,11 26 180,2 9 0,1 5-450,1 2 1,-1 6-181,-1 1 0,0 8 0,0 0 1,-1-4 19,1-5 0,0-3 0,0 4 214,-2-2 0,-1 5 0,0 0 0,-1-1 0,0-7-144,-1 6 1,-1-4-135,-1 8 0,-2-8 494,0-20 0,1-36 0,6-19 0</inkml:trace>
  <inkml:trace contextRef="#ctx0" brushRef="#br0" timeOffset="504739">20108 14993 7533,'-12'-27'3276,"10"1"0,42 16-3172,4 10-104,1 3 0,5 4 0,-7 5 0,1 2 0,-9-5 0,0 0 0,0 0 0</inkml:trace>
  <inkml:trace contextRef="#ctx0" brushRef="#br0" timeOffset="507760">12601 17180 7533,'-13'0'2248,"-3"0"-629,9-8-359,0 6-91,7-13-449,23 13-316,2-10 1,5 0-225,9 10 0,4 0-540,-11-4 0,2-4 1,0 3-301,1 3 0,0 1 1,-2 0-376,4-2 1,-2 0 1034,-3-1 0,-6 4 0,-6 18 0,-9 4 0</inkml:trace>
  <inkml:trace contextRef="#ctx0" brushRef="#br0" timeOffset="509710">14053 16704 7533,'-18'0'2158,"0"-8"-1708,6 6-720,5 2 90,1 26 45,8 5 1,2 6 44,-1-1 0,2 3 0,-1 2-233,2 7 1,0 1-1,1-1 383,-1-7 0,1-1 0,-1-1 210,1 11 0,-2-8 719,1-15-179,-17-27-810,-8-43-45,3 6 0,0-6 45,5 0 0,0-4 0,2-3-93,2 6 0,1-3 0,1 0 1,4-1 384,2 0 0,4-1 1,1 1-1,4 1-45,1 5 0,1 0 1,4 2-1,2 3-258,8-2 1,4 4 0,3 8-50,-2 10 0,3 6 0,-1 3 0,2 4 0,1 4 0,-4 4 195,3 7 0,-3 6 90,-2 7 0,-7 5 135,-13-3 0,-9 3-3,-14 9 1,-8 0-808,-1-8 1,-3-3 281,-8 1 1,-2-3-283,4-7 0,0-3-899,-12 3-1440,18-1 2789,15 1 0,43 7 0,7 3 0</inkml:trace>
  <inkml:trace contextRef="#ctx0" brushRef="#br0" timeOffset="510194">15112 16404 8252,'-19'-27'3276,"-4"1"-1155,4 16-1401,-12-5-720,-11 21-1080,2-4 330,11 18 1,-4 12 0,4 4 569,4 1 0,2 4 0,1 2 142,1-2 0,-1 1 1,1 2-1,4 2 164,6-6 0,3 3 0,1 1 0,1-3 0,3-3-197,0 1 0,2-4 0,6 0-409,9 6 0,6 0 1,4-9 479,10-10 0,4-9 0,6-5 0,1-4 0,-4-1 0,1 0 0</inkml:trace>
  <inkml:trace contextRef="#ctx0" brushRef="#br0" timeOffset="511077">15297 16898 7623,'-14'16'2248,"14"19"-2068,3-9 0,2 3-45,7 6 0,0 0-45,-8-6 0,0-3 629,7 10-359,-11-36 90,0-59-300,-3 28 0,-2-2 0,2-3-398,1-3 0,2-3 0,0-2 0,-1 2 368,-2-8 0,0 1 0,4-1-60,3-1 0,4 1 0,2 4-105,4 2 0,5 8-225,12 14 0,4 9 90,-6 10 0,1 8 315,5 9 0,-4 7 0,-9 0 0,-5 3-135,-5 2 0,-7 1 406,-10 0 0,-7-1-676,-5-2 0,-5-3 225,-2-6 0,-2-3-90,-2-2 0,1-4-944,-5-6-540,8 0-540,35 0 2159,21 8 0,4 3 0,6 3 0,-11-1 0,1-1 0,0 1 0</inkml:trace>
  <inkml:trace contextRef="#ctx0" brushRef="#br0" timeOffset="511360">15826 16528 7533,'-13'-36'3276,"1"-7"-436,0 22-2300,5 5-540,1 49-90,6-8 0,0 5-480,0 9 0,0 5 1,0 1 237,2-5 0,0 0 0,0 3-208,-1 1 1,0 3-1,1 0 1,1-5 89,0-4 0,1-4 0,1 0 450,1 4 0,2-1 0,1-12 0,7-13 0,7-16 0</inkml:trace>
  <inkml:trace contextRef="#ctx0" brushRef="#br0" timeOffset="512027">16305 16828 6633,'6'-36'2789,"1"1"-1350,5 0-180,1-1 810,-1 1-810,-5 8-809,-2 1-1260,-21 16-359,-21 18 404,9 3 1,-2 6 314,1 8 0,0 8 1,3 1 179,5-4 0,3 2 0,2 2 600,0 6 0,2 3 0,8-3-151,13 7 1,11-6-360,10-10 1,7-9-676,10-5 1,3-8 785,-6-6 0,-1-6 0,-3-4 0,-3-4 0,-11-2 0,0-1 0</inkml:trace>
  <inkml:trace contextRef="#ctx0" brushRef="#br0" timeOffset="512661">16699 16316 7982,'-12'-18'1979,"5"9"-1259,1 9 269,23 17-404,-5 9 0,2 7-256,3-1 1,3 4 0,-2 2-762,-5-4 0,-1 2 1,-1 1-1,-1 1 319,3 3 1,-1 1 0,-1 1-1,-4-1-135,-4 0 1,-3 1 0,-3-1 0,-1-2-239,-6 7 0,-3-1 0,-3-4 246,2-9 0,-1-2 0,-4-5-390,-12 2 1,-2-7-1710,-10 3 2339,10-20 0,4 27 0,17-11 0</inkml:trace>
  <inkml:trace contextRef="#ctx0" brushRef="#br0" timeOffset="513510">17549 16792 7083,'-14'0'2788,"-3"0"-2068,11 0 0,4 0 539,20-8-540,26-9-539,-11 7 0,3 0-405,-2-3 0,1 1-180,-1 5 1,-1 4-226,10 3 990,-12 25 90,-8 13-405,-9-12 0,2 1-585,17 10-540,-2-25 1,2-7 1079,-6-7 0,0-5 0,1-5 0,-1-4 0,-6-1 0,-1-1 0</inkml:trace>
  <inkml:trace contextRef="#ctx0" brushRef="#br0" timeOffset="514527">17549 17233 9512,'0'10'1529,"0"-2"-360,16-16-539,16-17-406,-11 14 1,3 0-45,8-10 0,1 1-270,14 8 225,-22 2 0,-2 4 315,6 22 0,2 11-630,0 11-405,-3-19 0,3-3-629,-2-5 0,1-4 1214,4-8 0,0-6 0,2-5 0,-1-4 0,-3-6 0,-1-1 0</inkml:trace>
  <inkml:trace contextRef="#ctx0" brushRef="#br0" timeOffset="515460">19026 16704 7533,'0'-27'2069,"0"1"-810,0 8-450,0 1-179,-6 7 359,-12-6-449,-13 14-1260,2 1 1,-3 2 269,-5 8 0,-1 8 360,6 8 0,0 7 1,4 3-53,2 4 0,4 4 0,4 4 232,7-9 0,3 2 0,1 2 0,3 0 0,4-2 22,3 5 0,5 0 1,3-2-1,4-1-90,2-1 1,4-1 0,4-2-1,4-8 79,6-8 1,6-5 0,1-6 0,-1-7 392,-1-6 1,-1-8 0,0-4 0,-1-3-203,3-2 1,-1-3-1,-2-3 1,-4-5-91,-3-6 0,-3-5 1,-4-2-1,-4-1-22,-5 0 0,-4 0 0,-3-1 0,-3 1-240,0-7 0,-4 1 0,-8 2-210,-11 1 0,-7 2 0,-5 8-495,-7 4 1,-6 13 732,0 17 1,-5 10 0,9 5 0,13 6 0,4 5 0,-4 16 0,-1 0 0</inkml:trace>
  <inkml:trace contextRef="#ctx0" brushRef="#br0" timeOffset="523439">20403 17022 7533,'-17'-34'3276,"8"20"-3764,-2-9-52,11 39 361,0 11 44,2-2 0,2 3 225,3 3 0,4 1-1,3 0 1,3-2-449,16 8 269,-4-30 0,0-8-360,7-28 180,-12 13 0,-1 1 630,2-12 450,-2 26-271,7 18 136,-7-4 0,3-1 179,7 0 1,3-6-316,-1-8 1,-1-6-360,-1-4 0,-4-7 89,-8-15 1,-5-3-810,-6 11 1,-2 1 539,-3-19 0,-21 35 0,-5 18 0</inkml:trace>
  <inkml:trace contextRef="#ctx0" brushRef="#br0" timeOffset="523789">21203 16457 7533,'-9'-32'1638,"1"-1"0,-1-10-237,-2 35-1761,11 26 225,5 8 0,1 7-105,-3-1 0,-1 3 1,2 4 239,0 0 0,2 2 0,1 3 0,-1 0-238,-1-1 0,0 2 0,0 1 0,-1-1 0,2-2 238,0 0 0,-1-2 0,2-1 0,0-2-210,3 13 0,1-3 0,4-13 210,16-18 0,-14-36 0,-2-13 0,0-10 0,0 0 0</inkml:trace>
  <inkml:trace contextRef="#ctx0" brushRef="#br0" timeOffset="524727">21610 17145 8972,'-14'0'2698,"-3"0"-1708,16 0-361,34 0-1168,15 8 539,-9-10 0,2-2-270,3 1 0,-3-4 180,-7-8 0,-4-5 180,-2-5 0,-6-3 315,-13 1 0,-6-1-226,-9-4 1,-7 3 45,-12 8 0,-5 5-270,4 3 0,-1 8-720,-7 21 1,2 10 629,14-3 0,3 5 75,4 3 0,3 5 0,4-2 240,6 4 0,7-1 135,8 9 0,8-6-270,2-17 0,5-7 45,10 1 0,1-10-90,-10-16 0,-1-8 359,2-3 1,-3-5-45,-13-2 0,-3-1-405,8-9-810,-18 22 91,-5 40-181,0 20 585,4-18 1,3 1 314,3 1 0,5-5 1799,23-12-1304,-10-14 0,-1-8-16,-5-12 1,-2-10 0,-1 2 194,11-9 1,-2-1-180,-5-5 0,-2 2-945,2 0-809,-17 43-1260,5 43 2609,-1-15 0,4 1 0,6 10 0,4 0 0,4-3 0,0-1 0</inkml:trace>
  <inkml:trace contextRef="#ctx0" brushRef="#br0" timeOffset="525510">23210 17145 8972,'-25'-8'2608,"0"6"-1978,6-6-540,1 16-450,12 33 90,11-7 180,4 0 0,7-2 45,5-13 0,6-8 495,9-8 0,3-12-338,-11-11 1,0-9-1,-1-5 1,-1-1-91,-2 0 1,-1-3-1,-2-2 1,-1-2-458,-3 1 1,-1-4 0,-1-1 0,-2 1-1,-2 3 525,-1 2 0,-3 1 0,-1 2 0,-2 0 419,-2-8 1,-3 0 0,0 8 300,1-12-1800,-5 25 765,4 42 1,0 15-226,-2 13 0,1 6 360,2-11 0,2 2 0,1 0 6,1-6 0,0 1 0,1 0 0,0-2-66,3 10 0,0 0 0,2-4-390,8 6 1,1-4 160,-1-7 1,1-8 378,12-11 0,-11-41 0,-9-17 0</inkml:trace>
  <inkml:trace contextRef="#ctx0" brushRef="#br0" timeOffset="525689">23616 16775 7533,'-18'-36'3276,"10"-7"-1638,23 24 0,8 1-1002,-3-1 1,5 3-697,14 4 1,8 4 0,1 2 0,-3 2 0,1 1 0,3 0 0,-3 1 0,1 0 0,-1 1 0,1-1 0</inkml:trace>
  <inkml:trace contextRef="#ctx0" brushRef="#br0" timeOffset="526526">24464 17092 10321,'-18'8'270,"0"10"0,0 25-270,13-17 0,2 3 269,1 17 1,4 2-180,4-16 0,7-4 225,18 5 0,8-15-135,-9-23 0,2-11 0,1-4-1065,8-4 0,0-5 0,-2-2 975,-4 0 0,-2-2 0,-2-5-45,-6-1 0,-1-5 0,-3 1 0,-3 4 475,2-1 1,-4 2-222,-4-1 1,-1-2 0,0 13-750,0 18 271,7 53 134,-9-15 0,2 3 75,1 9 0,0 4 0,0-2 14,-1-2 1,-2 0 613,-2-3 0,-2 2 0,-4-5-1108,-14 13-1619,-24-14-719,-8-25 2788,1-8 0,3-16 0,9-3 0</inkml:trace>
  <inkml:trace contextRef="#ctx0" brushRef="#br0" timeOffset="526693">24748 16686 7533,'-36'0'3276,"9"0"-3016,2 0 0,31 0 1,15 0-1</inkml:trace>
  <inkml:trace contextRef="#ctx0" brushRef="#br0" timeOffset="527076">23234 16828 7533,'-18'-18'3276,"5"0"-3044,0 8-232,13 3 0,24 7 0,9 0 0</inkml:trace>
  <inkml:trace contextRef="#ctx0" brushRef="#br0" timeOffset="527893">21351 17233 7533,'-19'0'2158,"1"8"-1978,11-6 0,2 6 540,5-8-180,0 0 539,0-8-809,11-17-90,13-13-45,-8 12 0,2-1-135,2 7 0,2 3 359,20-8 271,-3 48-945,-20-1 0,-2 3-809,-3 6 0,-3 3 1124,-2 10 0,5-12 0,22-40 0,9-9 0</inkml:trace>
  <inkml:trace contextRef="#ctx0" brushRef="#br0" timeOffset="529044">26569 17163 7533,'0'-18'3058,"0"0"-1439,0 1-630,0-9-359,-6 7-180,0-7-90,-7 1-630,1 13-720,-11-12 271,2 22 269,-20-5 135,15 16 0,-3 5 225,0-5 0,0 4 180,-9 17 0,3 6 45,8-5 0,4 3 75,9-4 0,3 3 0,4 0-165,6 9 0,8-2 0,8-1 0,8-7-45,11-10 0,6-9 269,3-12 1,2-10-120,-12-2 0,0-5 0,-1-2 0,-5-1 0,-2-2 0,-1-3 209,3-9 1,-3-3 0,-3 3 180,-6 2 0,-3 1-226,3-5 1,-8 11-135,-12 24-1394,-4 37 0,5 16-425,10-15 1,2 1 1576,-6 0 1,1 4-1,8-6 1,13-10-1,7-5 1,1-2-1,1-2 1,-1-1-1,1 1 1</inkml:trace>
  <inkml:trace contextRef="#ctx0" brushRef="#br0" timeOffset="529593">28046 16510 7533,'-20'-8'2608,"-14"6"-1708,18 18-406,-3 20 1,4 12-375,9-3 0,4 4 0,2 2-388,-1-9 0,0 2 0,2 0 1,0 1 222,1 3 0,0 1 0,2-1 0,1-3-885,4 0 1,1-3-1,1-2-120,-1-5 1,1-2 0,0-5 1049,9 15 0,-3-51 0,-17-21 0</inkml:trace>
  <inkml:trace contextRef="#ctx0" brushRef="#br0" timeOffset="529843">27800 17022 7533,'-26'-14'1638,"1"0"0,-6-4 1638,31 3-1785,23 2 0,13 0-1341,-4 1 0,3 0 0,4-1-730,1 1 0,3 0 0,2 1 0,0 1-240,-2 1 1,1 1 0,1 2 0,0 2 163,-5 1 1,1 3-1,1 0 1,-2 1 0,-3 1 403,5-1 1,-3 3 0,-1 2 0,-2 5 0,-2 4-1,-6 0 1,-10 4 0,-1 0 0</inkml:trace>
  <inkml:trace contextRef="#ctx0" brushRef="#br0" timeOffset="530493">28833 17057 7533,'-5'-35'3276,"-2"7"-1515,0 3-502,-4 7 0,-1 8-1079,-7 2-989,-17 16-720,-2 10 1034,11-3 0,-1 5 360,2 9 0,2 3 405,-2-6 0,2 5 149,7 12 1,2 7 0,5-4-690,3-10 1,5-2 179,0 4 0,3 3 0,8-12 270,35-11-90,-17-23 0,2-8 224,8-14 1,-2-7 45,-4-1 0,-3-4-31,-8 8 1,-1-2 0,-4 1 434,0-6 1,-5 3-1754,-5-2-90,-6 39 179,-5 43 0,5-10 1,2 1-405,4-4 0,1 0 179,3 8 1,2-3 1124,15 2 0,15-21 0,-3-30 0</inkml:trace>
  <inkml:trace contextRef="#ctx0" brushRef="#br0" timeOffset="530839">29079 17286 7713,'-13'0'2608,"-9"8"-1439,20 10-449,-9 9 180,11 8 359,0-7-270,11-26-269,7-38-361,-2-1 1,0-6-120,-4 9 0,1-3 0,-1 0-180,-1-2 0,-1-1 0,0 4-1410,2-5 1,1 7-989,10 1-271,-4 52 2609,-2 10 0,2 3 0,7 0 0,2 1 0,-4-7 0,-1 0 0,0 0 0</inkml:trace>
  <inkml:trace contextRef="#ctx0" brushRef="#br0" timeOffset="532255">29621 17145 8342,'-13'-35'3238,"1"7"-2698,0-5-540,0 21-90,-28 12-90,22 18 0,1 7 270,-11 10 0,1 3-90,8-3 0,7 4-300,11 0 0,6 3 1,0-7 299,2 4 224,18-5 1,6-13 765,3-54-765,-12 15 0,0-3 44,-2-23 1,-5-5-450,-7 12 1,-2-2-1,-2 4 0,0-2 0,-1 5-1079,-3-17 719,0 26 90,-3 55 0,0 26 420,1-20 0,0 3 0,-1 3-175,1-3 0,0 4 0,0 2 0,0 0 0,-2-1 474,0-2 1,0-1 0,-2 1 0,0-1 0,-3 0 385,-1 0 0,-3 0 1,0 0-1,-2-3 0,1-3-278,-3 8 0,-1-5 1,-4-7-64,-21-4 1,-2-19 0,15-30 0,4-13-255,7 5 0,3-2 0,0-2 30,1-3 0,2-2 0,4 1-330,4 0 0,3 0 0,8 2-690,12 2 1,9 3 0,3 2 299,4 0 0,4 4 1,3 2 349,-5 8 0,3 2 0,2 1 0,-1-1 190,0-1 0,1-1 0,-1 1 0,-4 0 90,9-1 0,-3-3 899,0-8 1,1-5-1,-11-1 270,-18 1 1,-4-2 468,15-14 0,-6 3-1033,-32 5-695,-5 14-1709,-7 23 571,6 16 1,2 7 687,-5 18 315,6-4 1,4 4 134,6-1 0,5-1-270,3-9 0,7-3-405,22 2 1,7-7 584,6-13-660,-9-12 1,6-5 0,-5-6 344,-7-10 0,-3-7 196,0 2 1,2-4 0,-3-1 418,-3 0 0,-1-2 0,-2-2 419,-3 1 1,0-2 0,-2-1 0,0 1 149,-2-2 1,-1 0-1,0 0 403,1-7 0,1-1 0,-4 9 939,-2-1-2390,-2 21 493,-6 48 1,-3 19-180,3-14 0,0 2 195,-2 7 0,-1 5 0,0-1-210,3-5 0,1-2 0,0 1-900,-2 3 1,0 0 0,0-4-76,2 0 1,0-5-319,0 5-536,6-39 1709,-5-31 2518,5-1-1978,-6 7 0,0-3 1278,0-5 0,0 0 0,2 4 0,1 1 0,0-4 0,7 1-3277,24 1 1,11 9 1598,0 15 1,5 8-1,-14 0 1,3 2-1,0 2 1,0 2-1,-2 6 1,0-1-1,0 1 1,0 0 0</inkml:trace>
  <inkml:trace contextRef="#ctx0" brushRef="#br0" timeOffset="532394">31171 17321 7533,'-35'-9'819,"8"1"0,-4 31 0,13 7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4T14:38:10.965"/>
    </inkml:context>
    <inkml:brush xml:id="br0">
      <inkml:brushProperty name="width" value="0.09071" units="cm"/>
      <inkml:brushProperty name="height" value="0.09071" units="cm"/>
      <inkml:brushProperty name="color" value="#002060"/>
    </inkml:brush>
  </inkml:definitions>
  <inkml:trace contextRef="#ctx0" brushRef="#br0">1446 2805 8162,'18'-10'1799,"-8"-6"-989,6 6 89,-15-7 91,15-1-91,-14 0-269,6-7-630,-24 5-90,-11-5-540,-1 24 1,-5 8 299,0 1 0,-2 4 0,-1 3 82,-4 8 0,0 4 0,1 3 405,6-3 0,1 1 1,1 2-1,1 1-90,3 1 1,1 1 0,3 1-1,3 0 83,0 8 0,5 0 0,5 0-96,6-6 0,4 0 1,4-2 439,10 8 1,9-6-360,17-10 0,7-7-315,-15-8 0,1-2 0,2-4-637,5-2 1,2-4 0,-1-1-204,-2 2 1,0 0 0,-1-1-376,9-4 1,-4 2 1394,-10 4 0,-5-2 0,-11-15 0,-19-4 0</inkml:trace>
  <inkml:trace contextRef="#ctx0" brushRef="#br0" timeOffset="183">1640 3281 7533,'18'8'3276,"8"9"-2081,-20 6 0,-1 5-2769,7 7 0,0 3 1574,-7 7 0,0 0 0,3-4 0,1-2 0,0-4 0,0-1 0</inkml:trace>
  <inkml:trace contextRef="#ctx0" brushRef="#br0" timeOffset="1267">1358 4463 9152,'-8'-28'3058,"-1"-5"-2788,-25 21-135,10 6 0,-5 4-465,-3 12 0,-4 8 0,0 3 48,6 0 1,0 2 0,0 3-1,1 2 484,-2 5 1,0 3-1,2 2 1,2 0-46,3 0 1,2 0-1,3 1 1,6-1 104,6 5 0,7-1 0,5-3-82,9 4 0,11-8-300,7-17 0,8-7 0,0-5-240,-4-5 0,1-4 1,2-3-461,-2 1 1,3-1 0,0-2 0,-3-2 722,3-4 0,-3-2 0,-2 1 0,11 0 0,-4 3 0,-17 4 1,-1 0-1</inkml:trace>
  <inkml:trace contextRef="#ctx0" brushRef="#br0" timeOffset="1633">1605 4815 8882,'16'-17'3276,"3"-1"-2145,17 1-1310,7 15 179,-22 4-720,3 31 360,-48 4 585,15-3 0,-3 1 45,-13-7 0,-1 0-136,10 10 1,2 1 90,0-11 0,3-1-315,11 1 0,8-3-2788,27 2 1304,-5-17 0,3-4 1502,-5-5 0,1-2 0,1 1 1,-2 0-1,8 0 0</inkml:trace>
  <inkml:trace contextRef="#ctx0" brushRef="#br0" timeOffset="2299">1411 5874 7533,'0'-36'2518,"0"9"-1798,0-6-180,-8 21-451,-25-4 1,4 17 0,-5 6-30,3 3 0,-2 5 0,-1 1-106,-2 5 0,-1 3 0,2 4 113,9-2 1,0 2 0,2 3-1,2-1-37,-3 11 0,3 2 0,7-1 169,7-6 0,4 1 1,6-2 25,8 11 0,9-6-360,13-11 0,7-5-270,4-4 0,2-5-719,-1-4 0,2-4 1124,-8-5 0,0-2 0,-2-2 0,-1-6 0,-1-2 0,3-4 0,0 1 0</inkml:trace>
  <inkml:trace contextRef="#ctx0" brushRef="#br0" timeOffset="2799">1517 6121 7533,'-20'-18'3276,"5"16"-706,38 12-2480,7 17-360,-5-9 1,3 0-136,-5 0 0,-1-1-45,13 2 540,-10 5-270,-38-22 810,-9 6-450,-4-8 0,-1 0-810,-2 8 450,5 9-359,48 26 673,-7-12 1,3 1-45,7 0 0,1 1 225,0 2 0,-3-2 405,-6 5-451,-36-5-359,-30-31-180,9 2 1,-3-2-901,0-9 1,2-2 1169,-10-1 0,18 1 0,40 1 0</inkml:trace>
  <inkml:trace contextRef="#ctx0" brushRef="#br0" timeOffset="3862">5956 2981 7533,'-13'8'180,"-9"33"-1,19 0 1,3 6-120,-4-8 0,0 2 0,1-1 180,2-5 0,1 0 0,1-3 344,-2 10 1,2-18 225,4-39-630,-1-13 0,-1-7-210,1 0 0,1-4 0,-1-3-478,-2 0 0,-1-4 0,0-1 1,1 0 484,2-1 1,0 0-1,0-1 1,1 2 156,-2 2 1,1 0 0,0 1 0,4 5 72,3 1 0,2 3 0,5 12-72,11 18 0,3 12 45,7 20 0,-2 11-30,-14-10 0,-2 3 0,-1 0 29,-1-1 1,-2-1 0,-5 0 0,-4 7 0,-9-1-225,-10-3 0,-8-3-540,-7-8 1,-6-5 89,-7-1 1,-2-5 389,7-6 0,4 0-2233,-13 12 2338,33-4 0,34 7 0,18 3 0,2-4 0,-1 1 0</inkml:trace>
  <inkml:trace contextRef="#ctx0" brushRef="#br0" timeOffset="4016">6375 3263 9062,'-6'26'1638,"3"-3"0,0 5-2242,-4 14 1,1 4 603,3-11 0,0 2 0,2 1 0,2 0 0,1 1 0,1-1 0,1-3 0,1-1 0,0 1 0</inkml:trace>
  <inkml:trace contextRef="#ctx0" brushRef="#br0" timeOffset="4816">5833 4410 7533,'-13'15'674,"6"8"1,3 5-405,3 15 0,2 5-121,-2-15 1,1 2 0,1-2 120,1 14 0,1-5 1259,-2 1-1259,5-43-135,-6-23 0,-6-13-315,3 5 0,-2-2 0,1-3-159,1-1 1,1-3 0,0-1 0,1 0 383,0 2 0,2-1 0,0 1 0,3 2 44,3-5 1,3 1 0,5 7 0,10 2 0,6 13-90,6 22 0,-1 13-135,-4 12 1,-4 7 223,1 4 1,-5 3 135,-14-6 0,-6 0-360,-7-3 0,-7-5-1034,-22-1 449,5-16 1,-1-6-446,-12-13 1165,10 6 0,35 18 0,16 13 0</inkml:trace>
  <inkml:trace contextRef="#ctx0" brushRef="#br0" timeOffset="5167">6202 4657 8972,'-7'-28'2968,"2"11"-3418,21 9 91,0 16-271,13 9 630,-9 11 270,-14 15 0,-7-17 0,-4 1 134,-10 3 1,-1 2-360,5 7 0,1 1-360,-4-8 0,4 0-764,12 4 0,7-3 1079,23 4 0,-4-22 0,6-4 0,3-7 0,1 0 0</inkml:trace>
  <inkml:trace contextRef="#ctx0" brushRef="#br0" timeOffset="5933">5833 6050 7533,'-13'-10'1439,"2"26"-1349,9 8 0,4 5 269,2 14 1,3 4 45,-4 0 0,2-2 179,2-3 1,4-13 675,1-27-1395,-7-26 0,-4-15-135,2-1 0,-1-5 0,-2-3-144,0 10 1,-3-2 0,1-1 0,-1-1 0,1 1 431,0 0 0,0 0 0,0 1 0,1-1 0,0 2 94,0-6 1,0 0-1,2 2 1,4 5 156,6-13 1,9 16-180,10 33 0,3 14-30,-7 6 0,0 8 0,-2 3-120,0 2 0,-1 3 0,-2 1 240,-4 0 0,-2 1 0,-3-2-225,-3 4 0,-6-3-585,-9-7 1,-7-5-721,-31-6 1348,-1-9-1707,3-8 360,23 8 1349,13 2 0,28 6 0,12 1 0,3 2 0,0 0 0</inkml:trace>
  <inkml:trace contextRef="#ctx0" brushRef="#br0" timeOffset="6367">6338 6103 7533,'-36'0'3276,"-2"0"-1875,-6 8-2211,18 10-179,10 9 809,38 16 405,-8-20 0,4-1-225,12 5 0,2-1 45,0 1 0,-1-1-45,-5-7 0,-2-1 989,12 16 630,-40-9-629,-22-13-676,2-3 1,-3-3-45,-1-5 0,1-2-270,-23 1-1169,19 0-720,2 8-360,21 2 720,-9 16 1529,16-7 0,6-1 0,9-10 0</inkml:trace>
  <inkml:trace contextRef="#ctx0" brushRef="#br0" timeOffset="7600">6276 6121 7533,'-19'-8'-540,"2"-2"810,4-8 180,1 9 539,-1-7 180,6 6-89,-4 0-271,10-5-179,-4 13 0,5-14-361,11 14 1,8 2-360,18 10 0,-18 5 0,0 3 45,0 0 0,-1 1 0,-4 7 1,-3 1-136,1 18 90,-23-9 449,-15-11 91,-18-15-180,19-2 0,1 0 0,-14-6-180,7 5-450,19-7-989,6 0-720,12 0-540,1 0 2609,11 0 0,6-31 0,-8 11 0,0 1 0</inkml:trace>
  <inkml:trace contextRef="#ctx0" brushRef="#br0" timeOffset="8450">2981 3228 7533,'-10'35'404,"27"-12"1,13-3-165,5-9 0,7-5 0,5-1-787,-11 0 1,5-1 0,1 1 0,3-1 0,0-1 0,0-1 605,0 0 0,0-2 1,1 0-1,1 0 0,0-1 1,1 1-1,0-1-136,-3 1 0,1 1 0,1-1 1,0 0-1,0 0 0,1 0 1,-2 0-1,0-1 102,4 1 1,1-1 0,-1-1-1,-1 1 1,0 0 0,0-1 0,-2 2-11,2-1 0,0 0 0,-2 1 0,0 0 0,-1 0 0,-1 0 7,2-1 1,-1 1 0,-1 0 0,-2 0 0,-2 1-293,12 0 0,-4 2 0,-3 2 150,-11 3 0,-2 1 1,-4 0-151,-2-1 0,-5 3 916,1 23-2175,-12-22 3150,-4 3-1621,11-15 0,12-23 0,8-7 0</inkml:trace>
  <inkml:trace contextRef="#ctx0" brushRef="#br0" timeOffset="8833">5217 3228 7803,'-19'-18'1484,"0"1"0,-11-11-1214,35 11 449,31 24-314,3 5 0,3 4-315,-11-2 0,1 1 0,0 1-150,2 1 0,0 0 0,-3 2 60,4 7 0,-7 1-45,-11-5 0,-9 1 90,-22 3 0,-13-1-315,-11-1 0,-7-3-150,8-5 0,-2-1 1,1-1-674,2-2 1,-1 0 0,5-1 436,-1 6 1,8-8-1,9-23 1,36-8 0</inkml:trace>
  <inkml:trace contextRef="#ctx0" brushRef="#br0" timeOffset="9633">3263 3475 7533,'-22'-19'659,"-1"1"1,1-1 0,1 4-31,1 6-1079,5 1 271,38 31-46,11 5 0,9 5 99,-15-10 0,3 2 0,3 2 0,2 1 0,1 0-333,-1-1 1,3 1-1,1 1 1,2 1 0,0 0-1,0 0 1,-1 0 446,-2-2 1,-1 0 0,1 0 0,0 1-1,1-1 1,-1 1 0,0 0 0,0-1 190,0 1 1,1 0 0,-1 0 0,1 0 0,-1 0 0,0-1 0,-2 1 0,0-1-213,-1 0 0,-1 0 0,0 0 1,-2-1-1,0 1 0,-1-2 1,-1 1 32,5 4 0,-2-1 0,-2 1 0,0-2 0,0 1-91,3 4 1,-1-1 0,-1 0 0,-2-2-30,0 1 0,-2-2 0,-1-2-15,10 8 0,-5-3 765,-16-10 0,-2-3 2275,3-1-2725,-7-3 754,-10-16-2373,15 0-40,-8 0-410,15 0 1889,-9 0 0,9 0 0,-3 0 0</inkml:trace>
  <inkml:trace contextRef="#ctx0" brushRef="#br0" timeOffset="10582">4815 4886 7533,'-7'-27'-270,"5"1"540,-14 16 629,14 2 1,-6 8-451,8 8 1,8 10-180,16 9-225,0-1 0,4-1 45,11-4 0,4-3 30,-11 0 0,2 0 0,0-3 239,11 1 1,-2-4-45,-7 0 0,-5-6 404,-1-22 271,-30-14-631,-8-5 1,-3-6-135,-2-3 0,0-2-274,4 8 0,1-1 0,1 0-41,2 5 0,0 0 0,2 2-1170,1-10 1,4 6-2018,16 1 3129,-3 27 0,19 33 1,-8 12-1</inkml:trace>
  <inkml:trace contextRef="#ctx0" brushRef="#br0" timeOffset="13433">2540 6244 7533,'14'0'449,"15"0"1,10 0-315,-3-1 0,4-1 0,4-1 0,3 1-604,-8 1 1,3 0 0,3-1 0,1 1 0,1 0 0,0-1 0,0 1 381,0-1 1,0 0-1,2 0 1,-1 0 0,2-1-1,-1 1 1,1-1-1,1 1-58,-3-1 0,1 1 0,1-1 0,0 0 1,0 0-1,0 0 0,0 0 0,-1 0 0,-1 0 167,3 0 1,0 0-1,0-1 1,-1 1 0,0-1-1,-1 0 1,0 1-1,-2 0 55,2 0 0,-2 0 0,1 0 0,-2 0 1,0 1-1,-2-1 0,0 0 133,8 0 1,-2-1-1,-1 1 1,-1 0-1,-3 1-8,1 1 1,-2 0-1,-2 2 1,-3 0 67,-1 1 0,-3 0 0,-4 2-540,17 5 1355,-32 1-1624,-27 6 1799,-8-6-3059,-7-1 1065,7 7 734,3-14 0,26-2 0,-2-10 0</inkml:trace>
  <inkml:trace contextRef="#ctx0" brushRef="#br0" timeOffset="13778">5058 5962 7533,'-25'-18'1619,"12"9"-1080,24 9-359,10 6 0,7 5 90,14 6 0,3 1-60,-10-4 0,1 1 0,0 2-240,0 2 0,0 1 0,-3 1 30,6 6 0,-8 1-45,-14-2 0,-10 1-225,-19 0 0,-13-3-45,-12-4 0,-7-3-165,8-2 1,-2 1-1,-1-4-613,1-3 1,0-4 0,2 1 1059,-5 4 1,0-4 0,4-9 0,-2-3-1,2-1 1,4 0 0,0 1 0,0-1 0</inkml:trace>
  <inkml:trace contextRef="#ctx0" brushRef="#br0" timeOffset="14549">2769 4992 7533,'-19'-10'-630,"3"2"1530,32 8-631,9 0 1,9 0-150,2 0 0,6-1 0,3 2-597,-6 2 1,4 1 0,1 1 0,2 0-1,1 2 515,-6-1 1,1 0-1,1 1 1,0 1 0,2 0-1,-1 1 1,0 0-170,-2-1 0,0 2 1,1-1-1,0 2 0,0-1 1,0 1-1,0 0 0,-1 1 233,6 2 1,0 0 0,0 1 0,0 1 0,-1 0 0,-1-1 0,-1 1-73,1 0 0,-1 0 0,0 1 0,-1-1 0,-2 0 0,0 1-141,2 0 1,0 1 0,-2 0 0,-2-1 0,-2 1 155,-2 0 0,-2 0 0,-1 0 0,-2-2-37,6 3 0,-2-2 1,-5 0-9,-3 6 0,-5-2 1474,13-2-1833,-22-3 2295,5-16-2385,-6 0 426,0 8-877,1-6 26,-1 13-205,1 3 1079,-7-6 0,-6 19 0,-6-11 0</inkml:trace>
  <inkml:trace contextRef="#ctx0" brushRef="#br0" timeOffset="15116">5009 5468 7533,'-25'-16'1529,"5"12"-1349,8-11-810,12 15 1709,23 15-539,11 5-300,-11-1 0,4 4 0,-1 2-150,0-1 0,0 1 0,0 0-1,7 5 1,1 1 0,-3-2 135,6 8 0,-4-3 270,-6-11 0,-6-3 674,-14-2-809,-32-11-675,-3-6 0,-5-2 360,-10 1 0,-2 0-15,11 0 0,-2 0 0,1 0-705,-16 4 1,2 0 89,4 0 0,4 2-719,9 5 0,4 4-945,-3 12 2249,16 0 0,41-17 0,6-12 0</inkml:trace>
  <inkml:trace contextRef="#ctx0" brushRef="#br0" timeOffset="23332">10940 2822 7353,'6'-27'-90,"1"9"180,-1 10 90,5 0-90,-9-1-180,9-1 90,-10 2 180,10 8 89,-9 0-89,3 0 90,-5 0-180,0 0 0,0 8 90,-5-6 0,-2 6-90,-6 0-180,1-7 0,0 23-90,-6-12 45,5 11 0,1 3 45,-14 5-45,5 4 0,1 5 180,3-8 0,1 0 0,-5 11 0,0 2 75,8-13 0,1 0 0,0 0-149,-1 1 1,1-1 0,0 1 118,1 5 0,1 0 0,-1 0-30,1 0 0,0 1 0,1 0-30,1 4 0,2 1 0,0 0-215,0 0 0,0 0 0,1 1 155,0 4 0,1 1 0,1 0 30,0-9 0,1 1 0,1 0 0,0 0-292,0-1 1,1-1 0,0 1 0,1 0 268,0-2 1,0 0-1,1 1 1,1 0 44,-1 8 1,1 2-1,1-1 1,-1-2-86,0-8 0,0-1 0,0-1 0,0 2 85,0 9 1,-1 3-1,1-1 1,1-1 22,2-6 0,1-2 0,1 0 0,0 1 22,-1 0 1,1 0-1,0 1 1,2-2-181,1 0 1,2-1-1,0 0 1,-1 0 134,-1-2 1,0-1-1,0 1 1,0-2-73,3 9 1,0 0-1,0-4 185,2 2 0,-1-1 115,1 6 0,-1-6-430,-2-19 472,3 9-1191,-14-32 1106,3-16 1,-10-4-1,-2-15 1</inkml:trace>
  <inkml:trace contextRef="#ctx0" brushRef="#br0" timeOffset="27633">14952 2681 8072,'0'-10'-90,"5"-5"450,-3-3-90,3 6 180,0-11-360,-3 13-90,3 0 270,1 2 179,1 24-224,3 9 0,3 9-203,-1 3 1,0 7-1,0 5 1,0-1-620,-3-6 1,0 1-1,-1 1 1,0 2-1,0 4 537,-1-8 0,0 3 0,1 3 0,-1 1 0,1 1 0,-2 1 0,1-1 1,-2 0-1,-1-1-199,-1-4 1,0 0 0,-2 0 0,1-1 0,-2 1 0,1 0 0,-1 0 0,0 1 0,0 1 321,0 1 0,0 1 0,0 1 0,0 1 0,0-1 0,-1 1 0,0 0 0,-1 0 0,0-1 0,0-1 8,-2-2 1,0 1 0,0-1 0,-1 0 0,-1 1 0,1-2 0,-1-1 0,1 0 0,-1-2 0,1-2-27,0 10 0,0-4 0,0-1 0,0-1 0,-2 1 0,-1 3 112,-2-2 0,-1 3 1,-1 2-1,-1 0 1,-1-1-1,1-2 1,-1-4-1,1-5-176,-3 3 1,1-6 0,-1-1 0,-3 3 18,1 0 0,-1 4 0,-2 1 0,-1-1 0,-1-2 0,1-6 272,-4-2 1,0-3 0,-1-3 0,0-4-94,-4 1 1,-1-3 0,1-3 581,-10 6 1,2-7-2651,-4-7 2487,19-2-2577,24 0 1701,13-6 278,11 6 0,8-16 0,5-2 0</inkml:trace>
  <inkml:trace contextRef="#ctx0" brushRef="#br0" timeOffset="47866">15628 2822 8612,'-6'-19'630,"0"3"-270,6 8-630,0 6 90,0-6 180,0 8-90,0 0 90,-5 0-90,4 0 90,-4 0 1439,5 0-1079,0 40-315,0-4 0,0 8-45,0-8 0,0 4 0,0 1 0,0 1-219,-1-1 1,-1 1 0,0 0-1,1-1 286,1-2 1,0 0 0,-1-1-1,1-3-22,-3 16 0,0-8 225,-2-8 180,3-27-810,-3-17-1259,-1-25 360,5 5-540,-5-14 989,6 7 810,0 17 0,11-20 0,3 9 0</inkml:trace>
  <inkml:trace contextRef="#ctx0" brushRef="#br0" timeOffset="48332">15555 2999 7533,'-12'-36'719,"-1"1"1,3 7-1,1 1-404,0-3 0,6 1 315,14 0-91,20-4-404,-5 26 0,4 4-90,7-3 0,0 4 0,1 8 0,-1 4 0,1-2 0,-2 3 135,-11 2 0,-5 2 270,3 18-990,-46-5 315,0-7 0,-4 1 135,-9-3 0,-3-1 135,-4 0 0,0-1-180,7-3 0,1-2-225,6-7 1,4-1-810,0 4-451,20 0-89,28 10 1709,-1-7 0,10 11 0,4 4 0,-3-7 0,0 1 0</inkml:trace>
  <inkml:trace contextRef="#ctx0" brushRef="#br0" timeOffset="48566">15887 3298 8612,'-13'0'2069,"2"0"-540,6 16-2339,3 12-224,2 0 0,0 4 179,0 0 1,2 1-785,0 3 1,1-1 1159,-3 10 1,-5-28-1,-2-19 1</inkml:trace>
  <inkml:trace contextRef="#ctx0" brushRef="#br0" timeOffset="50199">15666 4163 7533,'-13'-20'629,"6"-11"271,-4 19 359,4-21-449,1 21-271,-5-12-719,10 23-719,-10 8 629,4 18 0,2 9 90,-2-1 0,1 3 1,-1 3-51,2-3 0,0 3 1,0 1-1,1-2 170,-1 9 0,1-1 0,1-2-165,-1 8 1,2-8-316,8-3-719,-5-49 359,10-35 900,-10 16 0,0-3 0,2-11 0,-1-4 0,-4-2 0,-1-2 629,2-1 1,0 0 180,-3 0 0,3 2-136,4 15 1,5 3-406,4 7 1,6 5 189,8 14 1,4 6-415,7-3 0,1 4-180,3 12 0,-1 4 225,-9-6 0,-5 3 359,4 19-179,-42-1-405,-10-19 0,-6-3 90,-3 2 1,-2-1-586,-4 1 0,0-2-45,8-3 1,2 0-1845,-4 8 2519,20 1 0,40-8 0,10-2 0</inkml:trace>
  <inkml:trace contextRef="#ctx0" brushRef="#br0" timeOffset="50599">15887 4445 8612,'0'-18'2878,"16"1"-3327,16 7-541,13 2 541,-1 16 449,-20 10 719,-29 17-45,-6-13 1,-4 1-135,-3 4 0,-2-1-630,0-4 0,3 1-1529,3 20 989,21-16 630,21-9 0,8-2 0,0 1 0,2 1 0,-1-3 0,-1 0 0,0 0 0</inkml:trace>
  <inkml:trace contextRef="#ctx0" brushRef="#br0" timeOffset="51650">15505 5450 7533,'-18'-19'2248,"6"27"-2293,7 17 0,4 10 75,2-1 0,2 2 0,-1 2-238,-2 4 1,0 1-1,1 0 268,1-3 0,0-1 0,0-3-63,-2 2 1,0-5 182,0 0-2,0-33-718,-6-18-89,-1-25 179,0-4 495,1 10 0,1-2 135,4 0 0,1-2 59,-2 6 1,-1 0 0,2-1 90,4-3 0,1 0 0,0 1 29,0 4 1,0 0 0,2 2 0,7-13 0,4 4-405,0 12 0,3 5 90,0 8 0,3 5-225,4 0 0,1 6 315,1 10 0,-2 6 0,0 4 0,-3 5-45,-4 2 0,-3 3 90,-5 1 0,-7 1-360,-16 16-180,-7-24 0,-6-3 180,-6-1 0,-4-2 90,-7 1 1,1-3-271,10-5 0,3-2-989,-14 4 359,34-8-1438,19 8 2428,9-7 0,1 13 0,2 4 0,-1-3 0,-1-1 0</inkml:trace>
  <inkml:trace contextRef="#ctx0" brushRef="#br0" timeOffset="52232">15887 5733 8792,'-19'-26'3276,"7"7"-2954,7 1 38,21 10-990,10 8-629,17 8 989,1 10 450,-18 9-90,-10 8 180,-43-7 359,-2-11-494,5-8 0,0-2-675,-14 3-449,20 15 629,18 11 360,10-14 0,4 1 315,2 3 0,1 1 269,-3-5 1,-2 1 764,-7 20-539,-40-16-720,8-16 0,-4-4-630,-9-2 0,0-2-494,9-2 0,3-2-2205,-19-7 3239,35 6 0,23-6 0,9 8 0</inkml:trace>
  <inkml:trace contextRef="#ctx0" brushRef="#br0" timeOffset="53216">11223 6597 10681,'-7'-20'2159,"2"-3"-1710,5 13-449,0-8-989,-6 1 89,-28 15 270,2 11 1,-4 7 1108,2 4 1,-2 4 0,0 3-395,6-3 0,1 3 1,0 1-1,3 1 95,-4 6 0,2 2 0,4 0-150,3-2 0,4 0 0,8-1 150,12 7 0,10-3 89,4-9 1,6-3-45,14-2 0,6-5-630,2-8 1,2-5-16,-14-2 0,0-2 0,1 0-673,12-1 1,2-2 0,-5 1 783,-5 1 1,-2-2 0,12-4 0,-6-6 0,-18-8-1</inkml:trace>
  <inkml:trace contextRef="#ctx0" brushRef="#br0" timeOffset="53367">11482 7056 7533,'-20'17'1092,"1"1"0,-1 6 0,5 3-1606,11 0 0,5 1 514,-4 19 0,24-18 0,9-1 0,-3-10 0,0 1 0</inkml:trace>
  <inkml:trace contextRef="#ctx0" brushRef="#br0" timeOffset="54111">12589 6650 7533,'-12'-28'3276,"0"3"-2415,-6 15-1041,-18 2 90,7 17 1,-3 6 208,0-2 1,-1 1 0,-1 4-162,-4 8 0,0 4 0,1 2 222,6-7 0,0 2 0,2 0 0,2 2-30,-2 11 0,3 2 0,5-1-217,-3 6 0,12-2-293,17 4 0,15-5-90,12-17 0,9-7-643,-7-6 1,2-3 0,1-1 1056,2-3 0,2-2 1,-2-1-1,7-4 0,-3 0 1,-8 0-1,0 0 0</inkml:trace>
  <inkml:trace contextRef="#ctx0" brushRef="#br0" timeOffset="54482">12565 7126 8432,'-7'-18'3148,"7"9"-2158,23-7-990,4 14-450,16 2-270,-12 18 541,-11 17 358,-15 2 631,-17 6 179,-7-7-629,-1-1-630,2-8-269,17 7-811,24-15-1258,22-1 2608,2-10 0,-6-14 0,3-4 0,-8 0 0,0 0 0</inkml:trace>
  <inkml:trace contextRef="#ctx0" brushRef="#br0" timeOffset="55166">14152 6615 7533,'-30'-5'1092,"-1"0"0,-2-1 0,-1 4-841,-5 7 0,-2 6-281,9-2 0,-1 2 0,0 4-222,-5 7 1,0 5 0,2 2 521,0 2 0,1 3 0,4 1-1,5 3 1,2 1 0,6 0 88,3 11 1,12-2-539,16-6 0,11-6 0,10-6 1,8-7-421,-9-11 0,2-3 1,2-2-494,2-1 1,2 0 0,-3-3 625,2-2 0,-1-2 1,2 1-1,-3 0 0,0 0 1</inkml:trace>
  <inkml:trace contextRef="#ctx0" brushRef="#br0" timeOffset="55716">14165 7091 7533,'-21'-28'3276,"10"3"-706,40 15-2570,10 2-360,-8 11 1,0 2-46,-5-1 0,-2 2 315,19 19 630,-35 3-540,-27 7 180,-5-20 0,-3-2-45,-1 4 0,-2-1-360,2-11 0,2 2-675,0 24 271,21-19 539,16 7 0,8 3 404,5-4 1,2 1 0,3 7 0,0 1 180,-2-5 0,-5 1 44,-12 3 1,-6-1-270,-18 12-270,-8-13 0,-5-5-315,-1-8 0,-2-2-989,-1 4 0,1-2-1575,-8-9 2879,14 5 0,30-14 0,8-3 0</inkml:trace>
  <inkml:trace contextRef="#ctx0" brushRef="#br0" timeOffset="70366">11432 3246 6094,'-14'9'179,"3"-1"-89,11-16-90,0 6-90,0-13 180,0 13-90,0-6 450,0 0-360,0 6 0,0-14-90,0 14 90,0-5 90,0-1 90,0 6 269,0-14-359,0 14-270,0-6 180,0 8 1349,0 0-899,0 8-180,0 26-360,3 5 0,0 8-60,-2-5 0,-1 4 0,0 1-178,1-7 0,1 1 1,0 1-1,-1-2 208,-1 7 0,0-1 0,0-4-285,0 5 1,0-8-1395,0-6 1709,0-33 0,16-33 0,-5 10 0,-1-1 0</inkml:trace>
  <inkml:trace contextRef="#ctx0" brushRef="#br0" timeOffset="72132">11482 3298 8702,'-7'-19'360,"1"3"0,6 8-270,6-1-90,1-9 90,0 8 1079,4-6-540,-4 14-89,-1-13-540,0 13-270,-6-6 180,0 8 0,-6 8 90,0-6 90,-12 21 0,4-3 90,-4 15 0,6 8-90,5 2-90,1 0 90,6-1-90,0-17 0,-5-1-90,3-17-270,-3-1-89,5-8-1,0-8 180,0 6-90,0-5 180,0 7 270,5 0-90,-3 0 360,3 0 180,-5 0-181,0 0-179,6 0-90,-5 0-90,5 0-989,-6 0-1620,0-8 2609,0 6 0,11-30 0,2 3 0</inkml:trace>
  <inkml:trace contextRef="#ctx0" brushRef="#br0" timeOffset="74949">11580 3228 7533,'-12'-20'719,"5"5"-719,1 7 360,1-2-360,3 0 180,-3 2-180,5 8 0,0 16 90,-6-4 0,0 21 90,-6 2-180,-6 3 90,11-13 0,0 1 90,-11 11 44,12-8 1,0 1 135,-6 17-270,5-17 0,1 0-45,0 1 0,0-1 45,2-2 0,1-1 90,-3 3 0,1 1-1,4-4 1,1-1 0,-5 11-180,10 4 180,7-13-90,13-1 90,1-2-180,-1-15 180,9 14 180,-7-20 90,21-4-136,-25-11 1,-3-6 0,3-14 0,-2-6 224,2 1 1,-3-3-61,-9 4 1,-3-4 0,-1 1-150,0 5 0,0 0 0,-3 0-1,-3-3 1,-3-1 0,-3 4 120,-5-5 0,-4 3-315,-3 3 0,-5 5-720,-4 12 0,-3 3-584,7-2 0,-1 2-990,-19 3 2159,22 1 0,20 24 0,14 3 0</inkml:trace>
  <inkml:trace contextRef="#ctx0" brushRef="#br0" timeOffset="76298">11494 4410 8972,'-7'0'1529,"2"-8"-1169,5 6-180,5-14-180,-3 14-90,3-6 180,-5 8-450,-5 0 270,-2 0 0,-11 8 0,-1 10 90,-11 17 45,16-9 0,2 1 45,-4 4 0,2 1 0,0 2 0,3 2 45,3 3 0,2 1-135,-1-4 0,3 0 0,8 0 0,3-1 90,1-8 0,3-1-1,3-3 1,4-3 450,24-1 360,7-11-406,-21-21 1,1-7-45,3-1 0,-3-5 44,-5-11 1,-3-4-90,2 1 0,-5-1-46,-9-3 1,-5 0-90,4 3 0,-4 2-1,-8 2 1,-4 3-450,-1 6 1,-6 3-1,-8 5 0,-3 5-585,1 5 1,-2 2-765,-6 1 0,0 6-110,10 16 1,2 2 1465,-11-2 1,19 15 0,4 5 0,3 12 0</inkml:trace>
  <inkml:trace contextRef="#ctx0" brushRef="#br0" timeOffset="80316">11507 5503 8342,'0'-9'900,"0"1"-451,0 0 181,0 6 90,0-6-181,0 0-179,0 6 0,0-6 0,0 8 629,-6 16-225,5 13 1,1 9-435,-3-4 0,-2 3 0,2 1-563,0-1 1,2 2-1,-1 0 1,1-1 142,-2 12 0,1-2 0,0-3-135,-1 4 0,0-7-404,3 7-631,0-49-539,11-18-719,3-9 2518,0 7 0,8 4 0,-9 16 0</inkml:trace>
  <inkml:trace contextRef="#ctx0" brushRef="#br0" timeOffset="86832">12700 5627 7443,'0'-10'719,"0"-6"-89,0 14-270,0-5 90,0 7-271,0-8 91,0 6-90,0-6 90,0 0-90,0 6-90,-5-6 90,-2 8-360,-5 0 270,-6 0-270,-2 0 180,1 0 0,1 8-90,1 2 0,3 8 90,-3-1-90,4 9 450,-5 9-270,4 10-90,8-19 0,0 1 0,-5 18-90,10-2 180,-5 0 90,6-6-180,0 7 90,11-9 179,-3-8 1,21 7 0,-3-15-90,17-1 90,6-10-225,-21-14 0,0-4 135,3-1 0,0-5-1,-2-13 1,-3-3 180,1 1 0,-4-3-45,-6-4 0,-3-2 404,-3 4 1,-4 1 44,-7-1 1,-6 2-226,-3 5 1,-6 3-360,-10-5 0,-5 3-270,-1 8 0,-2 3-1079,-4 2 0,0 2-2108,-8-2 3241,16 22 1,57-5 0,13 6 0</inkml:trace>
  <inkml:trace contextRef="#ctx0" brushRef="#br0" timeOffset="89632">12651 4480 7533,'7'-19'809,"-2"3"-269,-5 8 0,0-2-91,6 1-179,-5 1 180,4 0-180,-5 6 0,0-6-1,0 8 91,0 0-180,0 8 90,0 25-135,0 3 0,0 7-75,0-6 0,0 3 0,0 0-180,0 3 0,0 0 0,0-1-90,0-5 0,0-1 0,0-4-330,0-2 1,0-7-1890,0-7 2429,0-18 0,-2-21 0,-1-9 0,0 3 0,-1-1 0</inkml:trace>
  <inkml:trace contextRef="#ctx0" brushRef="#br0" timeOffset="90415">12724 3193 8432,'0'-10'810,"0"-6"-181,0 6-89,0-7-270,0-1 1259,0 8-1304,2 33 0,2 17-135,-2-8 0,0 2 0,0 4-290,0 2 0,0 3 0,0 1 0,-1-1 87,1-3 1,0-1 0,-1-1-1,0-2-277,-1 2 0,-1-2 1,2-4-286,0-2 1,3-9 674,9-13 0,6-49 0,-6 12 0,-1 1 0</inkml:trace>
  <inkml:trace contextRef="#ctx0" brushRef="#br0" timeOffset="95482">14005 5715 7892,'0'-18'1710,"0"1"-1171,0 7-89,0 2-180,0 8-180,0 0-180,0-8-180,-11 6-270,2-6 450,-14 8-180,-2 8 270,-6 2-89,-6 23 268,20-11 1,3 1-90,0 7 0,3 3-90,2 6 0,5 1-45,10-4 0,5 0 45,5 1 0,6-3 135,12-4 0,6-7 135,3-10 0,2-7 269,-1-7 1,-1-8-90,-4-6 0,-4-7-1,-8-6 1,-5-5 45,-4 3 0,-5-2-136,-7-7 1,-6-1-270,-5-4 0,-7 0-240,-1 14 0,-1-1 0,-3 2-90,-3-2 0,-2 2 1,1 1-976,-8-6 1,1 5 1214,2 10 0,4 3 0,-3-8 0,7 14 0</inkml:trace>
  <inkml:trace contextRef="#ctx0" brushRef="#br0" timeOffset="96149">13930 4498 7533,'0'-26'1349,"0"7"-540,0-7-179,0 17-180,0 1 179,0 31-89,0 22-630,3-6 0,0 3-225,0 3 1,1 0-541,1 0 1,2-2-136,2-6 1,0-3 989,5 3 0,-2-45 0,-6-31 0</inkml:trace>
  <inkml:trace contextRef="#ctx0" brushRef="#br0" timeOffset="96948">14066 3298 6813,'7'-19'-180,"-2"-12"630,-5 19 180,0-14 179,-5-7 1,3 11 179,-9-11 90,10 8-89,-5 13-91,6 28-719,0 18 0,0 10-540,3-9 0,1 3 1,0 1-455,1 7 1,1 3-1,3-3-56,1-8 1,3-1 0,1-4 869,1 2 0,2-8 0,25-11 0,-11-36 0</inkml:trace>
  <inkml:trace contextRef="#ctx0" brushRef="#br0" timeOffset="117815">18324 4022 7533,'-7'-18'1619,"-4"-7"-990,10 13-89,-10-4-270,9 8 0,-3 6-360,5 10 360,0 13 0,0 9-330,0 7 0,0 5 0,0 1-150,0-2 1,0 0-1,0 2 142,0-1 1,-1 2 0,1 0-1,1-3-82,0 0 0,1-2 0,0-2-255,1 11 1,1-6-316,-1-13 1,1-7-1350,2-6 2069,-6-16 0,0-31 0,0-9 0</inkml:trace>
  <inkml:trace contextRef="#ctx0" brushRef="#br0" timeOffset="118448">18262 4004 7533,'-11'-43'3058,"9"6"-2159,2-6-449,30 15-585,-4 18 0,3 2-45,13 2 1,3 5 149,-12 4 0,1 3 0,-1 0 75,7-1 0,-3 2 269,0 4 1,-9 4 135,-20 2-1080,-21 9 90,-19-8 1,-8-1 269,1 1 0,-1 1 150,9-5 0,-1 1 0,2-1-105,-4 2 1,6 4 269,13 8 0,12 2 45,16-2 0,9 1 179,-3-1 1,3 2 0,3-2-121,6-2 1,4-3 0,-3 1 254,5 11 1,-3 1 0,-2-6 0,-10 0 134,-23-3 1,-8-1-405,-2-2 0,-7-3-360,-21 3 0,-5-5 180,8-4 0,-1-2-315,-3-3 1,1-3-1080,-10 1-1169,24-8 2104,25 0 0,36 0 1,-11 0-1,1 0 1</inkml:trace>
  <inkml:trace contextRef="#ctx0" brushRef="#br0" timeOffset="118665">18718 4463 11850,'-7'7'-899,"1"19"-1260,17 19 2159,-5-7 0,2 2 0,8-2 0,3-1 0,1 6 0,-1 0 0</inkml:trace>
  <inkml:trace contextRef="#ctx0" brushRef="#br0" timeOffset="119027">18988 4498 7533,'-26'-29'3238,"-3"5"-3778,16 63 225,4-12 1,0 3 44,4 6 0,4 3 90,8 8 0,7-2 360,1-18 0,5-5 404,9-3 1,3-11 674,-5-20 1,-3-11-721,-3-11 1,-6-7-405,-5-7 0,-7-2-630,-9 4 1,-6 4-1036,0 12 1,-3 5-1439,-17 0 2968,15 27 0,27 31 0,10 4 0</inkml:trace>
  <inkml:trace contextRef="#ctx0" brushRef="#br0" timeOffset="119332">19284 4022 7533,'-19'-10'3276,"1"-6"-1065,5 22-3381,7 35 1035,4-3 0,4 7-135,0 1 0,3 5 1,0 0-206,0-10 0,1 0 1,1 0-1,0-1 205,2 10 0,2-1 0,0-3-240,-1-5 1,1-3-1,0-5 510,0-7 0,2-7 0,10-11 0,-3-28 0</inkml:trace>
  <inkml:trace contextRef="#ctx0" brushRef="#br0" timeOffset="120014">19751 4480 7533,'-12'-35'2518,"-1"8"-1888,1 1 179,-11 16-629,-9 18-855,13 7 1,0 5 269,-1 13 1,4 5 179,0 6 0,7 2 180,7 0 0,8-2 315,7-9 0,6-7 224,5-10 1,3-11-46,2-14 1,-2-11 180,-2-6 0,-7-7-900,-7-11 0,-8-4-630,-7 4 1,-5 2-181,-3 2 1,-3 5 1079,-17-2 0,15 43 0,11 21 0</inkml:trace>
  <inkml:trace contextRef="#ctx0" brushRef="#br0" timeOffset="121015">20047 4445 7263,'-14'-27'3276,"-2"9"-2504,9 2-952,-11 14-540,-7 10 360,11 10 0,2 7 45,1 9 1,3 5 44,3 9 0,5 2 90,6-3 0,6-4 225,1-11 0,5-9 945,21-15-496,-19-22 1,-4-10-45,-3-12 0,-6-6-136,-2-3 1,-5 0-270,-5 6 0,-2 3-315,0 4 1,0 13-91,-5 51-45,10 2 0,4 6 225,1 1 0,2 4 1,-1 3-72,-1-6 0,-1 2 0,0 1 0,-1-2 641,2 8 0,0-2 0,-3 0 179,-5-3 1,-2-1 0,-5-5-76,-6 0 1,-7-11 494,-10-19 1,-4-10-765,0-7 0,1-6 89,2-4 1,4-3-1664,8-1 0,5-1-720,1-21-719,24 5 2905,18-5 1,4 14-1,5-1 1,-8 9 0,1-1-1,-1 1 1</inkml:trace>
  <inkml:trace contextRef="#ctx0" brushRef="#br0" timeOffset="121566">20280 4551 7533,'-12'-26'3276,"0"7"-3134,-1 1-232,6 18-1529,2 33 1304,6-6 0,3 1 360,4 8 0,2 1 0,6 4 0,5-4 225,3-10 0,3-7 179,1-10 1,0-10 0,-1-17 0,-4-11-405,-2-14 0,-6-6 104,-6 12 1,-3-1 0,-1 2 345,-1-4 0,-3 4-315,-13-7-225,5 63 0,0 15-225,1-5 0,0 3 0,0 3 180,2 3 0,1 4 0,1 2 0,-1 1-84,1-6 1,-1 2-1,1 1 1,0-1 0,-1-3 128,-1 0 0,0-1 0,0-2 0,-2 0 15,-3 12 0,-1-1 0,-7-12-510,-8-13 1,-6-10-676,-6-6 1,-1-7 674,0-6 1,0-5 504,1-5 1,2-3 0,9 1 0,1-2-1,2-1 1,-1-1 0</inkml:trace>
  <inkml:trace contextRef="#ctx0" brushRef="#br0" timeOffset="121860">18828 4251 7533,'-23'-13'1638,"0"0"0,4-6-4105,8-7 2467,27 17 0,17 0 0,8 2 0,-5 2 0,0 0 0</inkml:trace>
  <inkml:trace contextRef="#ctx0" brushRef="#br0" timeOffset="122782">21068 4410 8342,'-7'-20'1619,"2"4"-1529,5 40-90,0 13 0,-1-3 0,2 3-135,1 3 0,1 0-225,0-3 1,1-1-181,2-4 0,0-4-2737,1 0 2753,4-12 1,2-40 0,6-5 0</inkml:trace>
  <inkml:trace contextRef="#ctx0" brushRef="#br0" timeOffset="123198">21425 4410 7533,'-12'-26'3276,"-6"-1"-2505,-1 7-1760,0 5-450,1 38 899,11 14 720,3-7 0,2 3 135,9 2 0,3 1 89,-3-1 1,1 0 0,7-3 0,0-1 404,4 14 1,-12-20-361,-19-17-539,-3-8-1549,-12 0 1,-2 0 1340,8 0 0,-4 0 0,0 0 0,6 0 0</inkml:trace>
  <inkml:trace contextRef="#ctx0" brushRef="#br0" timeOffset="123399">21216 4022 7533,'-37'-10'3276,"16"2"-5653,16 16 2377,30 2 0,2-11 0,5-4 0,7-1 0,-1 0 0</inkml:trace>
  <inkml:trace contextRef="#ctx0" brushRef="#br0" timeOffset="124498">18226 5715 7533,'-20'-18'2248,"3"1"-1258,4-1-271,6 0-629,2 9 0,10 56-180,-1-8 0,-1 6 60,0-7 0,-1 3 0,0 0-30,0 3 0,0 0 1,0-3 283,0-1 1,1-6 855,-2 2-1080,10-48 45,-4-22 0,-1-9-270,5-2 0,2-2 165,-5 12 0,1-1 0,0 0 210,4-3 0,2 0 0,-2 5-150,-3 6 0,2 5-135,8 2 0,0 10 135,6 47-90,-10-6 0,-1 2-135,1 4 0,-2 1-135,-3 2 1,-2 0-856,-3-6 1,0-3 225,5 15 989,1-19 0,18-50 0,-11 5 0,0-1 0</inkml:trace>
  <inkml:trace contextRef="#ctx0" brushRef="#br0" timeOffset="125282">18767 5750 7533,'-30'-8'2968,"4"6"-2608,-5 18-990,18 7 1,2 7 269,2 13 0,4 4 30,6-11 0,3 0 0,3 0 120,1-1 0,3-2 1,2-3 209,11 2 0,3-9 1169,17-7-450,-27-33 1,-5-10-495,-5-11 0,-7-4-45,-1 1 0,-5-2-180,0 8 0,-3-1 0,0 5-180,-1 5 0,-1 3-1529,-6-10 180,39 50 1079,-4 1 0,3 1 270,12 2 1,2-4 314,3-8 0,-1-8 764,-1-17 0,-4-12-329,-10-4 0,-4-8 0,-2-1-472,-1 1 0,-3-1 1,-2-2 148,-3 3 0,-2-2 1,-2 0-1,0 4 113,-2-12 0,-2 6 224,1 0 1,-2 19-1214,-3 41-1,4 12 0,2 8 150,2 2 1,1 4-1,0 2-33,-1-8 1,0 2 0,0 1 0,2-1 264,1 0 1,2 1 0,0 0 0,0-2 157,-2 4 0,1-1 0,0-4-135,7 8 0,-5-19 1035,-13-33 470,-9-31-741,-7-2 1,-3-5 269,6 5 1,0 0 359,-6-4 1,5 2-810,12 10 0,9 3 101,8 6 1,8 5-1542,17 7 1,9 6-1,-7 0 1,2 1 0,1 1 981,-3 2 0,1 2 0,-1 0 0,-2-3 1,1 0-1,-2 1 0,4 2 0,1 0 0</inkml:trace>
  <inkml:trace contextRef="#ctx0" brushRef="#br0" timeOffset="126131">20157 5715 8162,'0'-29'3238,"6"-11"-2518,-5 29-180,5-15-270,-6 9-270,-11 7-360,-14 2 270,-24 16-180,13 6 0,-2 5 180,-4 6 0,2 5 120,13-8 0,2 3 0,2 0 375,-5 14 0,7 1-136,6-9 1,7 1-135,7 3 0,7-2-45,7-8 0,4-3-45,4 5 0,3-3-765,6-9 1,1-2-91,3 0 1,0-1 809,-3-3 0,0-8 0,1-16 0,-2-9 0,-2-6 0,-1 1 0</inkml:trace>
  <inkml:trace contextRef="#ctx0" brushRef="#br0" timeOffset="126848">20243 5909 11670,'-7'-20'1709,"18"-3"-1349,27 5-180,-14 5 0,3-1 224,11-2 1,-3-3-45,-10-6 0,-4-1-45,2 3 0,-4-1-225,-12-3 0,-8 1-450,-16-10-1079,-22 19 764,14 21 0,0 7-135,-4 8 1,3 7 314,7 12 1,5 5 344,6-9 0,1 2 0,4 0-30,6-3 0,3 1 0,3-1-30,3 0 0,2 1 1,4-5 29,12 3 0,3-9 180,-1-15 0,-1-7-180,13-14 1080,-16-23 539,-21 11 450,-7 15-1889,-1 10-90,-5 10 90,6 0 1619,0-2-1529,6-48-1170,6-1 315,-3-1 1,1-2-315,4 15 0,2 1 179,1-4 1,3 5 44,7 16 1,1 3 854,-5-4 0,0 0 0,4 4 0,0-1 0,10-19 0</inkml:trace>
  <inkml:trace contextRef="#ctx0" brushRef="#br0" timeOffset="127231">20872 5592 7533,'0'-45'809,"1"1"1,-3-4-1,-3 0-134,-4 10 0,-1 2-541,3 3 1,0 13 45,-4 36-405,9 19 1,4 10 104,-1-5 0,1 3 0,1 1-653,0-3 1,1 0 0,1 2 0,0-1 254,1-1 1,0 1 0,1-2 0,0-2 457,4-1 0,0-1 0,-1-5 264,-2 0 1,-3-13 425,-6-56 89,-14-3 1,-6-6-1,8 9 1,0-1 0,-1 0-451,1 5 1,0 0 0,1 1 822,3-2 0,1 0 0,7 3-211,12-2 0,7 5-837,2 8 1,7 5-1138,9 4 1,8 5 0,-1 2 906,-5 3 1,0 3-1,0 0 1,0 1-1,1 1 1,-3 0-1,4 2 1,0 0-1</inkml:trace>
  <inkml:trace contextRef="#ctx0" brushRef="#br0" timeOffset="128181">21351 5821 7533,'-19'-43'3276,"1"13"-1605,6-11-1221,0 22-810,-12 1 90,-7 18 0,4 14 0,-1 5 270,-1 3 0,1 3 180,-2 12 0,4 5 90,4-2 0,7 0-135,7-3 0,9-1-270,10-4 0,8-4-90,7-6 0,5-8 45,9-12 0,1-10 315,-4-7 0,-4-8 315,0-10 0,-6-6-1,-8-5 1,-6 0 0,-5 6 0,-4 3-181,-3 6 1,-3 5-630,-11 7-1618,1 34 583,7 8 1,3 3 224,3 4 1,3 1 674,1 3 1,4-2-46,10-5 1,3-5 539,18 4 0,-12-31 0,-1-10 0,-7-7 0,-2-7 224,2-12 1,-5-2 1034,-7 8 1,-2 1 378,1 1 0,-3 3-237,-10 9-1491,-1 19-90,-10 35-495,9-5 1,2 3-406,-1 6 1,2 2-90,9 0 0,3-2 1169,0 1 0,6-9 0,35-25 0,-22-14 0,-1 0 0</inkml:trace>
  <inkml:trace contextRef="#ctx0" brushRef="#br0" timeOffset="128644">21770 5768 7533,'-33'8'3276,"9"25"-2891,22-7 1,4 3-656,3 11 1,3 0-226,0-6 0,3-3 630,0-2 0,3-7 315,10-12-495,-8-26 0,-2-9-45,5-6 0,-1-5 30,-6 3 0,-2-4 0,1 1 330,3 3 0,0 0 0,-1 1 719,-2-7 1,-1 6 719,7 5-1709,-6 48-450,-4 8 0,-1 6-495,3 13 1,1 3 44,-3-15 1,-1 1 0,0 0 449,-1-2 0,-1 0 0,0-2 450,2 12 0,-7-9 0,-21-16 0,-6-23 0</inkml:trace>
  <inkml:trace contextRef="#ctx0" brushRef="#br0" timeOffset="128827">21487 5292 7533,'-37'-14'1638,"0"0"0,19-11-1092,38 15 0,18 2 0,5 0 0,-11 3 0,0 0 0</inkml:trace>
  <inkml:trace contextRef="#ctx0" brushRef="#br0" timeOffset="131932">18164 6650 7533,'0'-37'1439,"5"3"-1349,-3 25 90,3-7-90,-5 6 269,0 0-359,-11 2-629,-13 24 269,-15 4 405,11 9 0,2 8 105,8-9 0,1 2 0,1 2-162,0 8 1,1 3 0,2 0 101,3 1 0,1 1 0,4-1-30,2-2 0,3 0 0,3-2-246,2-6 0,4-2 0,1 0-489,7 9 1,5-4-226,4-9 1,2-3 899,-7-7 0,-2-1 0,11 9 0,-19-9 0</inkml:trace>
  <inkml:trace contextRef="#ctx0" brushRef="#br0" timeOffset="132431">18312 7214 7533,'-20'-9'1799,"2"1"-1440,11 16-1078,2 9 449,16 18-90,-3 3 630,16-11 90,0-27-135,-7-17 0,-2-9 44,4-11 1,-1-6-90,-7 6 0,-1-3 0,0 1 30,-1 4 0,-1 0 0,0 3 14,1-6 1,0 6-315,-2 0-179,-2 64 179,-2-7 0,0 4-45,-3 15 0,1 3-180,1 2 0,2 0 180,0-4 0,2-2-1304,0-10 0,2-4 1439,11 15 0,4-42 0,-4-14 0</inkml:trace>
  <inkml:trace contextRef="#ctx0" brushRef="#br0" timeOffset="132848">18668 7267 10591,'15'-10'-450,"18"-13"630,-5 13 0,2 0 135,-1-6 0,-2-3 44,-4-2 1,-4-1 180,1-15-360,-31 1-270,-17 11-90,-21 23-270,5 20-45,26 5 1,5 7 224,4 1 0,5 2 45,7 11 0,7-2-135,3-12 1,5-3-496,6 5 1,1-5 854,15 0 0,-14-23 0,0-6 0,12-9 0</inkml:trace>
  <inkml:trace contextRef="#ctx0" brushRef="#br0" timeOffset="133215">19049 7108 7533,'-18'-17'3276,"0"7"-2774,11 10-502,7 33-90,5-7 0,3 3 90,3 11 0,2 1 314,2-7 1,2-4 539,0-3 1,2-11 584,18-39-1304,-17-5 0,-3-9-15,-5 0 0,-2-6 0,0 0-1213,0-2 1,0-1 0,0 1-1,-2 7 1,0 1 0,1 3 1038,1-7 1,4 13-1,11 28 1,-1 30 0</inkml:trace>
  <inkml:trace contextRef="#ctx0" brushRef="#br0" timeOffset="133927">19505 7179 7533,'-19'-8'2069,"-4"6"-1260,14-13-1079,-2 13-449,11-6 988,17 8 271,4 0 90,16 0 179,-1-8-359,-4-10-90,-13-9-180,-8-16-90,-28 5-630,-14 3 360,7 30 0,-3 8-135,-2 11 1,3 8-1,1 11 0,6 6 135,3 5 0,7 2-90,11 0 0,7-4-180,7-8 1,6-5-91,7-4 1,5-7-361,6-9 1,0-8 899,-10-3 0,-2-6 0,-2-7 0,-4-5 0,-10-3 0,-1 1 0</inkml:trace>
  <inkml:trace contextRef="#ctx0" brushRef="#br0" timeOffset="134198">19726 7285 10681,'14'2'2968,"3"-12"-2653,-12-12 0,-3-7-180,4-6 0,0-2-360,0-9 0,0 1-540,0 15 1,1 4-1845,16-14 810,-3 56 1799,1 0 0,-1 3 0,-3 7 0,-1 3 0,6 6 0,-1 1 0</inkml:trace>
  <inkml:trace contextRef="#ctx0" brushRef="#br0" timeOffset="134648">20084 6632 7533,'-5'-35'1799,"3"0"-1529,-3 15 629,21-11-269,10 35 359,17 13-494,-21 20 0,-5 13-451,-8-17 1,0 5 0,-2 1 0,-2 1-385,-4-1 1,-2 2 0,-2 2-1,0-1 1,-1-1 231,1 0 0,-1-1 0,0 0 0,-1 0 0,-1-1 18,-3 7 0,-1 0 0,-2-3 1,0-3 238,-3-4 1,0-4 0,2-2-375,3-2 1,0-6-2295,-6-6 2519,16-24 0,16-9 0,4-11 0</inkml:trace>
  <inkml:trace contextRef="#ctx0" brushRef="#br0" timeOffset="134815">20330 7391 11580,'-7'17'36,"8"9"0,4 5 0,2 2 0,-1 1 0</inkml:trace>
  <inkml:trace contextRef="#ctx0" brushRef="#br0" timeOffset="170382">25031 2946 6633,'7'-18'1170,"4"0"-721,-10 1-179,10-1 180,-10 8 90,5 3-271,-6 7 181,0 0-180,-6 0-180,-1 0 90,-16 7 0,2 3 180,-14 23-226,16-15 1,1 2 45,-4 12 0,0 4-270,-2 3 0,-1 3-17,8-8 1,0 2 0,2-1 226,1-2 0,2 0 0,0 1-30,-4 8 0,0 1 0,1 0 119,4-6 1,0-1 0,0 1-60,-2 3 0,-2 1 0,1 1-83,2-6 1,0 1-1,-1-1 1,2 0 111,-1 5 1,1-2 0,0 3-279,-1-3 1,0 3-1,0 0 1,1-3 128,3 2 0,2-2 0,0 1 30,-2 5 0,-1 1 0,2 0 60,2-4 0,2-2 0,-1 1-90,2 1 0,0 0 0,0 0-1,0 1 1,0 1 0,1 0 60,0 0 0,1-1 0,1 2-150,-1 4 0,0 1 0,0-1 90,0-5 0,0-2 0,0 2 105,-1-1 0,1 2 0,0 0 0,1-2 105,0 5 0,0-3 0,2 1-195,-1-6 0,1 0 0,1 0 0,-1-1-165,0 8 0,1-1 0,2 0 120,4 1 0,2 0 0,1-2 0,-3-4 0,0-2 0,2 1-150,3 3 0,2 1 0,1-2-30,-1-5 0,2-2 0,-1-1 180,-1-1 0,0 0 0,0-1 270,0 1 0,0 0 0,-2-3 90,2 4 0,-2-3 44,-2-4 1,-3-3 160,-3 1-115,4 1-49,-10-14-670,5 11-614,-6-21-286,0 6-2108,0-8 2840,0 0 0,0 0 0</inkml:trace>
  <inkml:trace contextRef="#ctx0" brushRef="#br0" timeOffset="195964">25191 3404 7353,'-7'-9'450,"1"1"-450,1 0-90,4-2 180,-5 0 359,6-5-269,0 5 990,0-8-631,6 8-449,-5 2 180,4 8-270,-5-7 0,0 5-90,0-6 270,0 8-180,0 0 180,0 8 90,0-6-180,0 5-90,-5 1-90,-2-6-360,-5 14 0,-1-6 270,-10 15 270,3 3-90,3-7 0,-2 1 90,1 0 0,-1 1-45,3 2 0,0 3-90,-6 5 0,2 2 0,6 1 0,3 1 90,0 11 0,2 0-90,1-10 0,5-2 90,11 5 0,6-5 135,13 1 135,1-16 0,5-9-1,0-15 1,2-7-45,6-2 0,-1-6-90,-4-14 0,-3-6 90,-1 3 0,-3-3-31,-13 6 1,-2-3 0,-2 0 30,1-11 0,-5 0 89,-2-3 1,-7 0-45,-8 4 0,-6 4-450,-3 15 0,-3 5-540,-6 1 1,-1 7-2294,-11 13 539,3 17 2429,24 19 0,17-11 0,6 2 0,3 5 0,0-1 0</inkml:trace>
  <inkml:trace contextRef="#ctx0" brushRef="#br0" timeOffset="196764">25510 3845 6633,'14'10'2519,"-3"-2"-1530,-11-8-89,-5 0-271,-2 8-629,0-6-359,-4 13 359,10-5 449,-4 0-89,5-2 90,5-24 0,2-11 89,-1-11-359,0 11-180,-12 11-809,-6 32-631,4 11 991,-3 3 1258,28 3 91,-8-23-181,14-18-1888,-16-4 0,-2-21-1080,-16 13 2249,3 3 0,-4 33 0,6 13 0</inkml:trace>
  <inkml:trace contextRef="#ctx0" brushRef="#br0" timeOffset="198097">25757 3510 8882,'-7'-10'1349,"2"-5"-629,15 13-1,10-6 1,16-8-675,-11 10 0,0 0 45,20-11-270,3 9-90,-12 8 270,-15 8 0,-5 9-180,-21 11-270,-7 0 1,-5 3 404,-1 0 0,-3 2 180,-4 8 0,-1-1 134,4-8 1,2-2 315,6-3 0,3-3-316,-1 12-269,12-9-89,12 6-181,13-21-990,17 12-379,-14-22 1,0-2 1468,13 7 0,4-7 0,-26 0 0</inkml:trace>
  <inkml:trace contextRef="#ctx0" brushRef="#br0" timeOffset="199597">25006 4657 7443,'7'-20'1169,"-2"-3"-629,-5 21 89,0-14-359,0 6 450,0-8-450,0 1-720,-5 7 270,-2-6 0,-11 7 0,-6-1-180,-19 2 181,-2 24 179,17-1 0,1 5 134,1 8 1,3 7-105,10-6 0,2 4 0,2 1-30,1 1 0,1 1 0,4 0-60,7 4 0,5-1 0,2-2 195,1 3 0,5-5 270,7-5 0,5-11 449,-1-23 1,-1-8-181,-6-1 1,-1-4-315,7-14 0,-2-6-495,-8 2 0,-3-3 90,0-9 0,-2-2-360,-1 0 0,-4 0 0,-5 3 1,-4 2-136,-3 11 0,-2 3-1528,-13-3-451,1 41 2519,7 12 0,7 10 0,4 6 0,1 1 0,0 1 0</inkml:trace>
  <inkml:trace contextRef="#ctx0" brushRef="#br0" timeOffset="199997">25351 4886 7533,'-14'0'809,"-8"16"-1079,19-5-179,3 23 449,25-23 269,13-11 541,6-19 719,-12-16-360,-14-1-809,-18 9-720,-18 9-1978,2 10-91,-1 24 2429,11 4 0,23 15 0,3 0 0</inkml:trace>
  <inkml:trace contextRef="#ctx0" brushRef="#br0" timeOffset="200582">25695 4674 7533,'0'-25'3238,"6"5"-2429,6-13-539,7 21-180,17-11-90,2 21 90,11-6-180,-11 8-450,-8 8 1,-17 9-541,-24 19 810,-6-7 1,-3 2 449,-5 5 0,-2 1-1,5-8 1,-2 1 0,3-1 135,-3 8 0,3-1-1,0-5 1,6-2 45,14 14-630,15-15-45,7-14 1,6-3-676,1-2 1,1 0-361,6 4 1,-2-1 1349,7 0 0,-29 27 0,-32-9 0</inkml:trace>
  <inkml:trace contextRef="#ctx0" brushRef="#br0" timeOffset="201531">25178 5750 7533,'0'-19'1079,"0"-13"-1169,-11 28 90,-2-19-270,-12 21 540,-16 2-270,-4 18 45,14-2 0,1 3 135,-2 2 0,2 3 45,0 9 0,4 3-46,2-1 1,4 2-45,5 6 0,6 2-90,8 0 0,7-2 0,9-4 0,7-5-90,9-4 0,6-7 405,4-13 0,0-10 404,1-13 1,-3-10-136,-3-5 1,-5-8-390,-13 4 0,-4-4 0,-2 0-306,-1-2 0,-3 0 1,-2-2-265,-5-2 0,-3 0 0,-3 1 30,0 5 0,-1 2 1,-4 4-241,-6-6 0,-5 11-2248,-10 17 180,6 43 2608,13 13 0,13-18 0,4 0 0,2-3 0,0-1 0</inkml:trace>
  <inkml:trace contextRef="#ctx0" brushRef="#br0" timeOffset="201964">25449 6068 8342,'-7'27'630,"2"7"-450,16-23-180,-3 5 899,16-24 271,-11-10-631,-1-9-179,-7 7-450,-10-3-540,-2 21-989,-4 2 360,9 10-270,9 15 1529,17 3 0,7-1 0,7-1 0</inkml:trace>
  <inkml:trace contextRef="#ctx0" brushRef="#br0" timeOffset="202780">25916 5838 7533,'-17'-45'1638,"3"19"0,-2 1-1136,-11-12-1222,-9 10-269,22 11-1,3 40 765,14 0 0,5 5 165,-1 1 0,2 3 0,0 2-7,0 0 1,0 1 0,0 2 6,4 10 0,-1 1 0,-1-1 0,-4-7 0,-3-2 0,-2 1-60,-2 2 0,-3 1 0,-5-5 750,-7 2 0,-8-7 134,-6-7 1,-5-11-541,0-21 1,0-12-90,3-6 0,6-6 0,8-10 0,8-3-180,7-2 0,11 2-225,14 5 1,8 6-31,-4 12 0,3 3 0,1 1 150,2 1 0,0 1 0,2 0 510,9-5 0,2 0 0,-4-2 220,-11 1 1,-2-1 0,-2-3 288,3-5 1,-3-4-1,-6-1 120,-7-15 1,-10 0-271,-11 3 1,-5 2-540,-2 6 0,-5 5-405,-4 13 0,-2 5-3052,-13-1 0,1 40 2756,18-3 1,29 23 0,17-9 0</inkml:trace>
  <inkml:trace contextRef="#ctx0" brushRef="#br0" timeOffset="204270">27233 3475 8882,'0'-18'1439,"0"1"-1259,0 7-180,-10 2-540,-4 0 181,-16 6 269,-2 2-90,9 7 0,-1 4 315,-2 8 0,1 5-90,-4 13 0,2 4 44,3-1 1,4 5 90,7-2 0,3 4 0,3-2-225,6 4 0,6-2 15,2-13 0,3-1 0,5-4 30,16 2 0,6-11-45,-2-14 0,1-10 495,-3-10 0,0-7 0,-5-3 809,-1-9 0,-4-5-870,-2-1 1,0-4 0,-6-2-570,-10 1 0,-5 0 1,-2 1 29,1 4 0,-2 0 0,-1 3 150,-8-12 0,-2 8-2429,-6 9 2429,9 64 0,19-6 0,7 6 0,1 1 0,0 9 0,0 0 0,0 0 0</inkml:trace>
  <inkml:trace contextRef="#ctx0" brushRef="#br0" timeOffset="204431">27627 3933 12480,'-13'-17'269,"7"-1"1,13 1 0</inkml:trace>
  <inkml:trace contextRef="#ctx0" brushRef="#br0" timeOffset="205130">27923 3634 7533,'-12'-26'959,"0"1"1,-2 1-1,-3 1-644,-4-1 0,-2 3-405,2 1 0,-1 6-630,-15 20 181,18 6 314,11 14 0,5 7 270,7 5 0,3 4-45,-3-3 0,0 3 0,1 0-241,4 1 1,2-1 0,-1 1 0,-2-1 0,-2 0 1,1-3 194,4 4 0,-4-5 1664,-19 5-90,-13-35-1125,0-17 1,0-8-405,2-3 0,1-5-90,1-9 1,5-2-181,6 3 0,8 1 45,8-4 1,11 3 89,18 9 0,8 3 90,-3-1 0,2 1 504,-5 9 0,3 2 0,-3-3 980,6-15 1,-6-3-856,-8 8 1,-6-3-181,-4-11 1,-9-2-360,-12 3 0,-8 1-495,-4 5 1,-3 3-1190,-6-2 1,-4 7 1630,2 16 1,0 10 0,1 17 0,4 9-1,2 12 1,1 1 0</inkml:trace>
  <inkml:trace contextRef="#ctx0" brushRef="#br0" timeOffset="205880">27185 4798 7533,'-32'-26'2338,"2"15"-2877,0 3-721,-2 33 1125,13 2 1,1 7 163,8-4 1,2 3 0,0 2 180,0 3 0,1 2 0,4 0-150,5-1 0,4 0 0,3-2 30,4 8 0,6-9 404,3-18 1,2-9 45,1-14 0,-2-10 314,-4-23 1,-7-10-795,-3 13 0,-3-1 0,-1-3-409,-4-9 1,-4-3 0,-1 1 438,-1 6 0,-2 1 0,-2 3-90,-5-9 0,-3 8-1979,-8 8-1298,18 60 3253,9 12 1,10-6-1,4 1 1,1-7 0,-1 1-1</inkml:trace>
  <inkml:trace contextRef="#ctx0" brushRef="#br0" timeOffset="206048">27406 5098 10051,'0'-10'2249,"0"-6"-2699,0 6-2248,0-7 2698,0 7 0,22-6 0,5 6 0</inkml:trace>
  <inkml:trace contextRef="#ctx0" brushRef="#br0" timeOffset="206680">27739 4815 7533,'-21'-16'809,"0"-1"1,-1 2-1,-1 1-1214,-2-5 1,-1 2-226,-10 0 180,12 48 181,23 18 418,5-17 1,2 4 0,2 0-30,1 0 0,2-1 0,1 2-243,4 4 1,1 1 0,0-2 181,-3-5 1,-1-2 0,-2-1 480,0 6 0,-8-5 899,-23 0-1079,-5-29 0,-6-8-46,-6-10 1,-1-5-315,-1 1 0,3-3 90,5-8 0,6-3-221,8 5 0,9 1-319,20-1 1,10 1 314,11-2 0,6 3 225,-6 9 0,4 2 0,-1-1 599,0-2 1,0 0-1,-2 0 300,12-4 1,-6-3-405,-14-1 0,-7-3-451,-4-2 1,-8-1-45,-13 4 0,-6-1-1125,0-3 1,-2 2-2243,-12-1 3238,-3 15 1,19 34-1,1 11 1,-3 3 0,0 0-1</inkml:trace>
  <inkml:trace contextRef="#ctx0" brushRef="#br0" timeOffset="207597">27197 5874 7533,'-5'-28'2428,"-8"11"-2518,-6 9-539,-6 8-1,-5 0 630,4 0 540,-9 0-90,-2 16-181,17-1 1,1 5-90,-4 12 0,4 6-60,9-5 0,4 3 0,2 1-180,1 2 0,2 1 0,5-1-180,2-4 0,5-1 0,3-3 375,11 5 0,6-12 539,0-21 1,1-13-90,-2-13 0,-4-9-346,-10 2 1,-4-3 0,-3-2-180,-4-3 0,-3-1 0,-2 0-180,-2 0 0,-3-1 0,-2 4 165,-10-9 0,-3 7-1394,4 11 0,-1 11-990,-7 26 2339,18 11 0,19 7 0,8 1 0,2-5 0,1-1 0</inkml:trace>
  <inkml:trace contextRef="#ctx0" brushRef="#br0" timeOffset="207781">27418 6227 7533,'-12'-18'1979,"-1"8"-1979,7 2 0,22 16 0,12 2 0</inkml:trace>
  <inkml:trace contextRef="#ctx0" brushRef="#br0" timeOffset="208193">27627 5909 7533,'0'-43'3276,"5"6"-1065,24 9-2526,-5 18 0,3 5 0,10 10 0,1 5-90,1-2 1,-3 4-46,-4 7 0,-8 5 540,-10 1 0,-8 3-45,-11 7 0,-10 0-45,-2-8 0,-4 0 0,-2 0 278,-2 2 1,-1 1 0,0-1 140,0-2 1,0 0 0,3-1-285,-2 6 0,6-1-585,9-4 1,9-3-1440,37 3 944,0-13 1,2-2 944,-10-2 0,1-2 0,8-6 0,5-2 0,-3 0 0,4-1 0,0 0 0</inkml:trace>
  <inkml:trace contextRef="#ctx0" brushRef="#br0" timeOffset="209014">29043 6033 10321,'-12'-20'360,"-6"-4"-540,-7 22 0,-17 2 180,15 13 0,3 8 90,-1 11 0,5 6-45,0 7 0,9 2-195,13-8 0,6 1 0,4-5 60,9-2 0,5-7 405,5-5 0,2-11 359,7-24 1,-3-15-180,-9-4 0,-4-6-106,-8 8 1,-1-2 0,-2-1-263,-3-1 1,-1 0 0,-5-1-98,-5-3 0,-3 0 0,-2 3-75,0 0 0,-3 4-135,-4-6 1,-4 11-2430,-8 25-668,12 35 3124,7 1 1,13 1-1,6 8 1,1 0-1,2-5 1,-1 0-1,1 0 1</inkml:trace>
  <inkml:trace contextRef="#ctx0" brushRef="#br0" timeOffset="209198">29362 6350 10771,'20'-10'0,"-2"2"0</inkml:trace>
  <inkml:trace contextRef="#ctx0" brushRef="#br0" timeOffset="209676">29633 6033 7533,'0'-36'3276,"11"9"-1965,8 1-1041,24 17-450,-16 6 0,2 6-90,5 7 0,0 5 0,-3 1 1,-4 5 89,-5 8 0,-7 3 135,-14-5 0,-8 1-45,-11 7 0,-8-2 764,-4-1 1,-4-1-255,7-8 0,0 1 0,2 0-16,-3 7 1,4 0-450,2-4 0,8-1-1124,25 17-360,11-31 0,5-4-110,11 1 1,1-2 1605,-6-4 0,-1-6 0,2-17 0,-5-7 0,-13-3 0,0 1 0</inkml:trace>
  <inkml:trace contextRef="#ctx0" brushRef="#br0" timeOffset="211798">29092 4815 8972,'6'-17'1439,"0"7"-899,-6 2-450,0 8-360,0-8 180,0 6 90,0-5-90,0-1-180,0 6 90,0-6 90,-6 8 90,-11 16 90,-15 3 180,11 1 0,-1 3-135,-1 2 0,2 3-45,5 3 0,2 4 0,2 1-90,1-2 0,2 1 0,3 0-30,4 4 0,3 1 0,4-3-330,5 1 0,7-6 315,6-10 0,5-11 854,4-13 1,1-11-225,-3-10 0,-2-7-136,1-5 1,-3-5-415,-9 5 1,-3-3 0,-2 0-6,-4 2 0,-2 0 0,-1 0-120,-1-5 0,-2-1 0,-3 1 270,-5-6 0,-5 2 0,0 4 0,-4 6-90,-16 7-3367,6 36 0,12 22 3159,13-1 1,6 2-1,5-6 1,3-3 0,5 4-1,0-1 1</inkml:trace>
  <inkml:trace contextRef="#ctx0" brushRef="#br0" timeOffset="212014">29400 5168 11221,'-14'-8'179,"-3"6"-3456,16-13 3062,1 13 0,12 2 0,8 10 0</inkml:trace>
  <inkml:trace contextRef="#ctx0" brushRef="#br0" timeOffset="212776">29781 4886 7263,'0'-27'3276,"0"1"-616,-17 8-2210,-3 1-270,-17-1-1169,6 8-630,6 10 899,13 34 810,12 13-270,4-2 0,4 4 120,0-16 0,1 0 0,-1 1-180,-1 4 0,0 1 1,-1-1 104,5 13 0,-4-4 539,-9-13 1,-7-5 1484,-28 4-629,-9-33-901,20-6 1,2-5 180,-6-25-1035,26 7 0,7-2 135,6-2 1,6 1 209,5 5 0,3 0 0,1 3 285,5-5 0,4 3 314,6 3 1,7 0 0,-5 2 1034,-7 1 0,-1 1-899,8-6 0,-4-1 224,-10-9-674,-36 6 0,-9-1-585,2 9 1,-3 1-1190,-12-12 1,-4 5-1,3 15 1,0 4 1383,6-2 1,2 5 0,-6 20-1,20 5 1</inkml:trace>
  <inkml:trace contextRef="#ctx0" brushRef="#br0" timeOffset="213830">29301 3369 7533,'14'0'539,"2"8"361,-15-6 89,5-2-359,-6-10-90,0 0-91,0 2-718,-11 8-271,-3 0 180,-16 0 450,-12 0-45,12 6 0,-2 4 180,-6 8 0,1 7-165,10-1 0,1 3 0,4 3-160,2 3 0,3 4 1,3 0 9,2 2 0,4 0 0,5-1-135,10 9 0,9-4 450,6-4 0,7-9 225,2-20 0,2-9 359,1-6 1,-1-9-361,-1-10 1,-3-7-180,-8-7 0,-3-2-90,2 0 0,-4-1-90,-7-3-1,-6 0 136,-5 3 0,-7 2 90,-4 6 0,-5 3 239,-3 6 0,-3 5-599,-1 7 0,0 6-2743,-6 6-450,13 10 359,23 16 990,15-15 1889,11 21 0,17-21 0,-23 2 0,1 0 0</inkml:trace>
  <inkml:trace contextRef="#ctx0" brushRef="#br0" timeOffset="214081">29572 3845 9152,'31'-27'-900,"-6"1"1,-7 9-1</inkml:trace>
  <inkml:trace contextRef="#ctx0" brushRef="#br0" timeOffset="214764">29954 3669 7533,'-18'-33'2788,"-7"3"-2788,9 5 0,1-1-450,-11-3 1,8-4-1,13 38 540,5 23 224,4 1 1,2 5-180,-2 8 0,0 4-225,3-14 0,2 1 0,-2 0-45,-2 12 1,-2 0 224,3-1 0,-6-2 269,-9-12 1,-5-5 135,-3-5 0,-4-5-316,-4-7 1,-1-8-180,3-10 0,2-5-180,-3-15-180,22 2 1,9-3 134,14 3 0,6 2 360,9-6 0,5 1-108,-8 7 1,4 1 0,-2 1 631,-2 4 1,-1 0 0,-3-1 329,5-7 1,-5-1-721,-8 6 1,-8-1-180,-29-21-360,-17 6-450,7 14 1,-4 3-136,2 4 1,0 4-2287,-10 10 3141,14 14 0,46 31 0,-4-20 0,-1-1 0</inkml:trace>
  <inkml:trace contextRef="#ctx0" brushRef="#br0" timeOffset="215564">30507 3298 6633,'-12'-19'540,"5"-5"-360,-4 15 270,15 7 179,8 19-179,6 20 0,1 11-338,-5-14 0,0 5 1,0 2-1,0 3-488,-3-1 1,1 3 0,-1 2 0,-1 2 0,0 1 0,-1-1 362,-1-3 0,-1 0 0,0 0 1,0 1-1,-1 1 0,-1 0 0,0 1-180,-1-6 1,0 0 0,0 1 0,-1 0 0,0 0 0,-1 1-1,0-1 1,-1 0 0,0 0 315,-1 4 1,-1 0 0,-1 0 0,0 0-1,-1 0 1,0-1 0,-1 0 0,1-1-57,-1-2 0,0-1 1,0 0-1,0 0 1,-1 0-1,0-1 1,-1 0-1,0-1-103,-2 4 1,-1 1 0,0-1-1,-1-1 1,0 0 0,-1-1-1,0-1 126,-1 1 0,-1 0 0,0-2 0,-1 0 0,0 0 0,0-2-265,-3 6 1,0-2 0,0 0-1,-1-1 1,-1 0-6,1-3 0,-2 0 0,1-1 0,-1-1 1,0-1 1,0 1 0,-1 0 1,1-3-1,-1-1-452,-2 4 1,1-3-1,-1-4 630,-5-1 0,3-9 0,-1-11 0,3-12 0</inkml:trace>
  <inkml:trace contextRef="#ctx0" brushRef="#br0" timeOffset="239863">26249 5450 7353,'0'-19'360,"0"3"-91,0 16-89,0-8 180,0 6-630,0-5 270,-5-1 180,3 6 0,-9-6 0,10 8-90,-10 0-180,10 0 0,-10 0-180,9 0 180,-3 0 180,5 0-90,0 0 0,0 8 90,0-6 0,0 6-90,0-1-180,0-5-270,0 6 91,0-8-181,-6 0 270,5 0-270,-5 0 271,6 8 89,0 2 180,0 0 0,17-10 0,3-10 0</inkml:trace>
  <inkml:trace contextRef="#ctx0" brushRef="#br0" timeOffset="242630">28008 5715 6723,'0'-20'360,"0"5"-180,0 7 0,0 6-180,0-6-90,0 8 719,0 0-629,-5 0 90,-1 0 90,-6-8 0,-6 6 0,-7-13 0,-7 13-90,-5-14 0,-11 6 90,4-7-225,14 7 0,-1 2 90,-2-1 0,0 0-45,6 5 0,0-2 180,-12-6 0,-2 1-225,4 9 0,-2 0 45,3-5 0,-1-3 0,0 3-271,-12 6 1,0 1 240,7-4 0,-1 0 0,0 4-209,5 5 1,1 4 0,-2 0 208,-7-1 0,-2 1 0,0 4 30,10 2 0,1 3 0,0 3 0,1 1-168,-2 2 1,0 2 0,1 1 0,3 2 212,3-1 0,1 2 0,2 0 0,2 1 0,0 1 0,1 1 0,1 0 0,4 1-157,-2 8 1,4 1-1,3 1 202,0 0 0,3 0 0,2 1-150,1 3 0,3 0 0,1-1 90,2 0 0,1 0 0,2 1-30,2 1 0,2 0 0,2 0 30,1-7 0,2 0 0,5 1-53,5 0 1,4 2-1,4-2 1,3-4-23,0-8 0,3-4 0,2-2 0,2 0-258,-4 0 0,2 1 0,0-1 0,2-2 0,-1-4 258,9-3 0,0-6 0,1-1 0,0 1 81,-7 0 0,1 0 0,1 1 0,-2-2 0,1 0-64,4-1 1,-1 0-1,1-1 1,0-1 206,5 2 1,1-1 0,-1 0 0,-3-1 0,-4 2 0,-4-1 0,2-7 149,-1-9 0,2-6 1,-1-4-1,-5 0 90,-6 0 1,-4 0 0,1-6-204,2-4 0,2-6 0,1-4 0,-2-2 0,-2 1-357,-2-2 0,-2-1 0,-2-2 0,1-1 0,-1-2 179,-2 9 1,-1-3-1,1 0 1,-1-1-1,0 0 1,0 0-1,-2-1 52,0 1 0,-1 0 0,-1-1 0,0 0 0,-1 0 0,-1 1 0,0 1 45,0-3 0,0 1 0,-1 1 0,-2 0 0,-2 1 0,-5 2 130,-5-12 0,-5 2 1,-4 2-1,-4 6-1225,-5 0 1,-5 5 0,-7 8 959,-3 11 0,-8 5 0,-1 5 0,2 4 0,-2 5 0,1 7 0,-1 2 0,5 4 0,0 0 0,1 0 0,-1-1 0</inkml:trace>
  <inkml:trace contextRef="#ctx0" brushRef="#br0" timeOffset="248747">26335 7144 7353,'-14'10'629,"3"-3"-449,11-14 0,0 5 90,0-14 0,0 14-180,0-6 90,0 8-180,6 0 270,-5-8-90,5 6-180,-6-6 89,0 8-268,0 0-91,-16 24 90,-5-1 0,-5 6 0,-3 3-181,1 2 1,-3 4 0,-2 1-1,-2 3 361,9-10 0,-3 1 0,-1 1 0,0 1 0,0 1 0,0-1 0,1-1-168,-1 4 1,0-1 0,0 0-1,1 0 1,1 0 0,0-1 328,-2 4 1,0-1 0,1 1 0,2-3 0,4-1-42,-3 4 0,5-2 0,9-5-255,10-4 0,9-5 225,17-3 0,7-8 45,-2-9 0,4-6-15,9-4 0,6-3 0,-6-2-120,-6 0 0,-3-1-180,16-12 0,-11 14 270,-36 50 45,-24-2 0,-11 6-113,9-10 1,-3 3-1,-1 3 1,0 0-93,2-3 0,-1 3 0,-1 0 0,2-1 0,1-1-155,0-1 0,1-1 1,2-1-1,1 0-315,-5 9 0,3 0 1,11-7 533,23 6 6,-2-25 0,31-26 0,-7-11 0</inkml:trace>
  <inkml:trace contextRef="#ctx0" brushRef="#br0" timeOffset="249463">25916 7250 7533,'-29'-16'-270,"8"12"630,-2-12-1,16 16-89,2-8 90,21-1-180,6 0 0,4 0-90,7-3 0,5-1 0,6 1 0,6 0 0,-2 0 29,-9 2 1,-1 0 0,0 1 30,4-1 0,0 0 0,-4 4-15,-5 3 0,-6 6 225,-4 23 179,-23 11-494,-5-11 0,-2 1-495,0 4 1,0-1-361,-2-6 1,1-1 44,3 2 1,3 1-855,2 17 1619,7-22 0,10 11 0,2-22 0</inkml:trace>
  <inkml:trace contextRef="#ctx0" brushRef="#br0" timeOffset="251314">24058 9172 7892,'-19'-17'2519,"7"7"-2699,1 2 90,10 8 450,-4 0 0,5 0-270,0 0 359,0 8-179,0 33-225,0 4 0,0 6-75,-2-10 0,0 3 0,0 0 7,1-4 1,1 1 0,0-1-1,0-2 53,-2 1 0,0-2 0,0-3 15,2 3 0,0-6-45,0-7-180,0-24-899,0 0-1979,0-16 3058,0 12 0,11-27 0,3 11 0</inkml:trace>
  <inkml:trace contextRef="#ctx0" brushRef="#br0" timeOffset="252064">23985 9208 6813,'-13'-28'2249,"6"3"-1260,2 7-179,5-8 89,11 7 1,3-7-181,16 1-269,12 5-450,-2-5-45,-6 15 0,2 2-45,-10 2 0,1 2 90,7 3 0,-1 2-180,5 9 90,-9 16-179,-22-7 269,-2 15-270,-21 1 135,1-12 0,-2-1 90,1-3 0,-2-1 90,-8 0 0,0-2 315,-6 1-180,-11 9 359,12-15-359,0 5-180,12-16-809,7 0-1,6 0-1439,6-8-629,6 6 2878,1-6 0,21 8 0,6 0 0</inkml:trace>
  <inkml:trace contextRef="#ctx0" brushRef="#br0" timeOffset="252863">24379 9543 8252,'-14'-10'2699,"30"18"-2429,7 3-46,1 2 1,0 0-45,13 5-270,-11-9 180,-8 7-629,-29-6-1,-15 15 360,-12-5-180,1 13 270,18 3 225,16-11 0,6 2 45,6 5 0,6-1 224,9 5 1,2-1-270,-11-11 0,0-1 135,18 10 270,-77-25-720,0-8 270,13-4 0,-5-3 0,2 2-270,-4 3 0,3 0-675,3-3 1,3 2 854,0 13 0,45 16 0,12 1 0</inkml:trace>
  <inkml:trace contextRef="#ctx0" brushRef="#br0" timeOffset="254463">25339 9472 6633,'-7'-10'1439,"-4"2"-1079,9 8 90,-3-7-630,5 5 90,0-6-540,0 8 720,0 8-90,-11 9 90,3 19 0,-4-7 0,0 2-90,6 5 0,4 1 45,0 3 0,4 0-45,7 1 0,7-3 0,6-12 0,5-5 45,6-4 0,3-9 315,7-19 0,0-11-91,-7 0 1,-1-5 0,-6-3 0,-1-6 0,-3 0 119,-9 3 1,-3 0 0,-1-1-60,1 0 0,-1 0 0,-2 2-150,-2-2 0,-5 5-450,-3-2 90,6 54-90,11 22-90,-7-10 0,1 3 330,1-4 0,1 2 0,-3-2 75,-1 1 0,-2-2 90,2 3 0,-7-5 45,-26-5-810,-3-17-1528,-21-16-1,15 3 2159,3-20 0,23-1 0,9-13 0</inkml:trace>
  <inkml:trace contextRef="#ctx0" brushRef="#br0" timeOffset="254663">25449 9172 7533,'-26'-19'-90,"14"3"90,24 8 0,14-3 0,7-3 0,6-5 0,0 0 0</inkml:trace>
  <inkml:trace contextRef="#ctx0" brushRef="#br0" timeOffset="258430">26778 9437 7533,'7'-28'719,"-1"11"-899,-6 1-89,0 14 448,0-6-179,0 8 180,0 0 180,5 0 90,-3 0 180,3 0 89,-5 8-89,-11 25-585,7 4 0,0 5-75,-2-9 0,0 1 0,0 1-90,3 1 0,0 1 0,2-2 75,-1 9 0,4-10 495,5-22-360,11-26 0,-8-20 0,-1-8-90,6-3 0,0-1 30,-6 11 0,-1-2 0,1 2 374,6-13 1,0 5-360,-9 13 0,2 7 225,8 16-270,-14 50-225,3-9 0,1 4-450,-3 7 1,0 0-226,1 1 1,4-3-495,10-4 0,4-8 1124,8-9 270,-3-16 0,0-8 0,-5-23 0,-2-9 0,2 2 0,0-1 0</inkml:trace>
  <inkml:trace contextRef="#ctx0" brushRef="#br0" timeOffset="259180">27270 9543 7533,'14'-28'3238,"-19"11"-2788,-21 24-271,-7 21-404,17-4 1,2 5-181,3 2 0,4 0 90,9 2 1,6-3 673,12 15-269,13-19 450,2-50-270,-15-15-135,-13 5 0,-2-3-90,-2 9 0,0 2-270,1-2 0,3 5 135,6 11-450,28 6-89,4 8 719,-14-4 0,0-6 179,-2-13 1,-2-9-90,-9 1 0,-1-4 0,-3-1 84,-3 1 1,-3-2 0,-1-1 34,-1-10 1,-3-2 0,-2 5 15,-3 7 0,-2 4-360,-2-4 0,0 15-405,-1 52-45,4 5 1,1 8 134,2-6 0,1 4 0,1 2 1,0-1-110,1-5 1,0 0 0,0 0 0,0 1 265,2 9 1,0 4 0,0-2-1,-1-6-67,3 7 1,0-6 44,3 3 0,-4-20-45,-10-43 135,1-10 0,-1-7 465,-4-3 0,-3-4 0,0-1 179,0 1 1,0-1 0,0 2 389,2 3 1,0 1-1,2 3 263,0-6 0,8 5-712,16 12 0,7 7-990,3 6 0,5 4-553,5-1 1,4 1 0,0 2 852,-4 4 1,0 3 0,0 1 0,1-2-1,-1 1 1,0 2 0,7 10 0,1 0-1</inkml:trace>
  <inkml:trace contextRef="#ctx0" brushRef="#br0" timeOffset="259814">28279 9490 7533,'-19'-18'2518,"8"8"-2203,25 31 0,10 13-90,-11-8 0,1 3-165,8 6 0,3 4 0,-3-1-60,-2 8 0,-1-4 89,-1-12 1,1-3 540,5 6 89,-11-51 1,-2-13-585,-1-8 0,-1-6-180,-4 10 0,-1-3 0,1-1 0,0 2-105,3-5 0,0 2 0,-1 0-390,-3 0 1,-1 1-1,4 7-1528,16-6-451,2 40 2519,-5 20 0,-5 1 0,-1 3 0,5 11 0</inkml:trace>
  <inkml:trace contextRef="#ctx0" brushRef="#br0" timeOffset="260997">28785 9648 10231,'29'0'0,"14"-7"135,-18 3 0,0-2 135,2-9 0,-3-3-1,-3-3 1,-5-4-45,-7-5 0,-6-2-315,-6-1 0,-6 3 0,-5 5 0,-3 5-989,-22 2 764,14 26 0,2 10 270,5 10 0,3 6 90,-4 11 0,3 1 0,7-6 0,4 2 15,2-1 0,2 3 0,5-6-150,6-8 0,5-3-405,4 14 1,5-7 269,1-22 0,1-9-90,5-8 0,-1-5 136,9-2-91,-4-13 270,-11 15-90,-16-6 180,14-2 90,-20-1 359,20-7-269,-13 1 270,14-18-360,7 4-225,-17 16 0,1 2 315,22 4 449,-17 9 181,-7 8-181,-6 0-359,-6-8-270,-6-2-720,5 0 450,-10 18-629,10 12 179,-1 4 1,4 3 404,7-3 0,5-1 180,9 5 0,3-3 135,-3-7 0,2-9 269,8-15 1,-2-11-135,-12-5 0,-5-5 135,-4-5 0,-2-5 0,-1 2 359,-1-2 1,-1 5-1170,-5 5 315,-3 49 0,0 19-45,2-6 0,1 5 0,0 4-226,-2-5 0,1 2 0,-2 3 0,1 1 1,-1 0 405,-1 3 0,0 1 0,0 1 0,-1-1 0,-1-2 179,-1-5 1,1-1 0,-2-1 0,0-1 0,-2-1 221,-1 5 0,0 1 0,-3-6 0,-6-12 363,-25-17 1,-4-18-630,8-11 0,1-9-300,10 6 1,-3-3 0,1-2 0,2 1 14,-2-6 0,3-1 1,0 1-944,2 0 1,0-1 0,6 3-547,5-2 1,8 3 1160,12-11 0,30 32 0,11 8 0,-2-3 0,0 0 0</inkml:trace>
  <inkml:trace contextRef="#ctx0" brushRef="#br0" timeOffset="261563">30162 8925 7533,'-12'-19'3276,"5"3"-2325,1 47-861,8 1 0,2 7-158,-2-3 1,0 6 0,0 2-1,-1-1-533,0-2 0,-1 1 0,0 1 0,0 1 421,1 0 0,-1 2 0,0 0 0,-1 0 0,0-5-390,-3 9 1,-2-5-1,4 0 625,3-2 1,2 0 0,2-10 0,5-3 0,20-26-1</inkml:trace>
  <inkml:trace contextRef="#ctx0" brushRef="#br0" timeOffset="261797">30383 9525 10231,'0'30'-540,"0"1"1,0 11-1,0 2-180,5-1 1,1-2 719,-4 0 0,5-9 0,22-22 0,-3-42 0</inkml:trace>
  <inkml:trace contextRef="#ctx0" brushRef="#br0" timeOffset="262764">30618 9155 7263,'-7'-38'2518,"-4"13"-2428,10 17 540,-10 32-540,9 5 135,-5 14 0,-2 6-46,5-7 1,0 2-312,-1-8 1,-1 3 0,-1 1-1,1-2-18,0 9 0,-1-1 1,1-2 119,1-2 0,1-2 0,0-2-15,-4 6 0,5-12 315,8-24-91,13-35-179,-3-2 0,1-3-45,5-1 1,2 1 44,2 0 0,-1 2-45,-5 1 0,0 7 481,23 10-616,-16 6 180,-7 39 0,-9 5 180,-9-13 0,-2 2 179,0 1 1,-3-3 270,-8 13-810,3-12 0,-1-3-180,-4-10-719,3 27 269,17-37 720,22 13 360,12-24-135,-12-6 0,0-5 0,1-2 0,-3-5 135,-2-12 0,-4-2-91,-6 7 1,-2 1 180,-2 4 0,-4 3 180,-17-8-990,-3 46-270,-16 25 315,21-4 1,3 4-1,-3 2 0,2 0-405,10 0 1,5-1 134,4-5 1,6-5 269,8-15 0,4-7 405,4-4 0,2-10 0,-9-12 0,-1-9 0,0-1 0,-2-2 0,1 0 0,0 1 0</inkml:trace>
  <inkml:trace contextRef="#ctx0" brushRef="#br0" timeOffset="263763">31393 9208 7533,'-5'-18'2878,"-8"-8"-2428,5 15-990,-3-13 270,11 14-90,0 1 450,6 1 360,-5 0 360,4 6-1,-5-14-359,0 6-450,0-15-90,0-10 90,-5-3 0,-2-5-90,-5 24-360,-6 3 360,4 40 45,3 6 0,-1 8 75,4 0 0,0 4 0,0 4-308,0-3 0,0 4 1,0 1-1,0 0 53,1 1 0,0 1 0,1 0 1,0-1 156,0-5 1,1-1-1,0 0 1,3-3-83,2 4 0,2-3 0,1-4 15,2-4 0,4-6 225,22-1 540,0-34-181,0-27-179,-1-4 286,-19 9 0,-2 1-107,3-8-808,-7 9-1,-10 28-90,4 28-90,-5 8 1,1 4 359,3-14 0,2 1-270,5 24 0,7-4 1350,15-22-360,11-17 89,-16-33 1,-3-12-271,-7 6 1,-2-3 0,0-1 0,1-4 0,-1-1 0,0 3-136,3-3 1,-1 5-225,0 2 0,-8 58 0,-3 17-540,0-1 1,-2 6 381,2-7 1,-1 5 0,0 2-1,-1-1-205,0-1 0,-2 0 0,1 0 0,-2 1 295,-1 2 1,0 1 0,-2-1-1,-1-3 128,-3 1 0,-1-3 0,-3-5-150,-5 1 0,-4-13-405,-4-26 1,-3-10-316,0-6 1,0-3-271,-10 0 1,0 1 1079,14 0 0,2 0 0,-5-2 0,3-1 0,2-16 0</inkml:trace>
  <inkml:trace contextRef="#ctx0" brushRef="#br0" timeOffset="264097">30260 9155 7041,'-29'-18'2519,"9"0"-2479,18 1 0,16-3 1,9-1-1,9-3 1,0 0-1</inkml:trace>
  <inkml:trace contextRef="#ctx0" brushRef="#br0" timeOffset="265313">23947 10672 7533,'-18'-8'2069,"0"6"-1710,11 2-44,1 26 0,1 12-225,2-1 0,0 5-158,0 1 1,0 7-1,-1 2 1,1-3-328,0-9 0,0-2 0,-1 0 0,2 1 260,0 3 0,0 2 0,0-2 0,1-4-180,-2 14 0,0-10-895,3-6-229,-5-21 1439,3-23 0,-9-33 0,8 13 0,-1-1 0</inkml:trace>
  <inkml:trace contextRef="#ctx0" brushRef="#br0" timeOffset="265780">23776 11165 7263,'-19'-37'3148,"6"4"-2518,29 15-360,17 8-226,-5 6 1,5 1-525,3 1 1,3 2-1,-1 2 165,5 1 1,-1 1 314,8 5 0,-5 0 180,-9 3 989,-36 4-719,-25-16-450,-7 23 0,-11-1-45,28 8 0,4 6-225,2 0 0,6 1 90,11 1 0,7-2-90,9 4 1,8-11 673,10-24 1,3-14-90,-3-6 0,-6-9-196,-13-2 1,-4-5 0,-6-2-120,-6-2 0,-5-2 0,-5 3-405,-10-9 1,-6 3-496,-2 4 1,-3 12 899,-14 30 0,25 41 0,18-2 0,-1 0 0</inkml:trace>
  <inkml:trace contextRef="#ctx0" brushRef="#br0" timeOffset="266997">24870 10636 7083,'-24'0'1169,"5"24"-1124,11-1 0,4 7-15,2 8 0,3 8 0,0-1-589,1-2 1,0 1-1,1 2 536,1 1 1,0 2 0,1 0-1,-1-6 248,3 9 0,0-6 281,-1 0 0,0-9 394,-1-22-205,1-46-830,-5 5 1,-1-3-1,5-7 0,1-2 45,-1-6 0,3 2 344,3 12 0,3 5-254,6-11 89,8 35 1,0 10-90,-11 11 0,-2 5 90,10 3 0,-3 1 0,-10 4 0,-6 3 45,-5 3 0,-7-2-135,-13-7 0,-4-1 45,4 3 0,-4-3-45,-9-10 0,-2-5 90,2-4-540,8-2-89,24-8 718,24 0-179,19 0 45,-12 0 0,2 0-90,11 1 0,2-2 15,-13-7 0,1-4 1,-1 0 163,8-1 1,-3-5 45,-10-2 0,-2-3 0,-5-3 314,-4-8 1,-8-2-360,-7-1 0,-3 1-45,2 7 0,-6 3-90,-29-7-270,8 33 180,-5 33-90,16 1 1,5 3 179,1-3 0,5 1-180,11 13 0,8-4-270,0-22 0,4-5 450,12-2 0,7-3 0,-1-6 0,4-11 0,1-6 0,-2 2 0,0-1 0,0 0 0</inkml:trace>
  <inkml:trace contextRef="#ctx0" brushRef="#br0" timeOffset="267664">26286 11448 8432,'-31'0'2879,"6"0"-2969,13-40 179,8 14 1,2-4-150,2-9 0,1-5 1,-2-3-200,-2 5 0,-1-2 1,-1-1-1,1 0 394,0-3 0,0 0 0,1-1 0,-1 2 179,-1 1 1,0-1 0,0 3 0,1 2-45,-1 4 0,1 2 0,2 5 179,7-18-1709,7 41 675,12 13 1,4 5 224,1 3 0,2 2 45,15 3 1,0 1-136,-8 3 0,-1-1-540,4-3 1,-4 0 989,-11-2 0,-11 3 0,-30 24 0,-13-21 0,0 1 0</inkml:trace>
  <inkml:trace contextRef="#ctx0" brushRef="#br0" timeOffset="267847">26249 11077 7533,'-26'0'2158,"8"0"-1078,18 8-1620,35-6-450,-8-2 1,3 0 989,5-1 0,1 0 0,9 3 0,-1 4 0,-6 4 0,-1 0 0</inkml:trace>
  <inkml:trace contextRef="#ctx0" brushRef="#br0" timeOffset="268313">26643 11165 7533,'-32'0'3276,"13"8"-3314,2 18-52,16 11-180,-2-4 0,1 3 45,5-4 0,5 0 180,2 9 1,4-3 44,14 1 0,-3-23 0,2-9 179,-4-19 1,-1-9 45,7-4 0,-2-5 135,-1-8 0,-3-4-136,-2-2 1,-5 0 135,-4 6 0,-5 3 539,-7-10-179,-13 29-1350,-7 50-1169,8 13 1034,7-13 1,4 2-875,11 1 1,2-3 1364,0 5 0,17-16 0,9-7 0,-8-11 0,0 0 0</inkml:trace>
  <inkml:trace contextRef="#ctx0" brushRef="#br0" timeOffset="268980">27172 11254 7533,'-14'0'3276,"-2"15"-3134,15 5 307,1 15 91,6 0-1709,7-7 1259,5-18 90,1-36-45,-7-2 0,0-7-46,1-9 1,-1-2-180,-5 4 1,-1 2-91,2 8 0,1 11 90,-2 21 45,2 24 0,0 13-45,-2 0 0,0 2-210,-2-5 0,1 2 0,0-2-644,2 9 0,2-5 944,0-10 0,4-9 0,34-27 0,-19-17 0,-1 1 0</inkml:trace>
  <inkml:trace contextRef="#ctx0" brushRef="#br0" timeOffset="269274">27739 11218 7533,'0'-35'3276,"-6"8"-1515,-1 9-2121,-16 14 0,-5 8 90,6 10 1,1 5-181,-14 6 0,2 5 315,11 12 0,7 4 45,8-4 0,8-1-630,6 0 1,10-4 89,11-10 1,6-9 629,1-11 0,1-12 0,5-19 0,-3-13 0,-15 3 0,-1 0 0,0 0 0</inkml:trace>
  <inkml:trace contextRef="#ctx0" brushRef="#br0" timeOffset="269630">28021 10813 6223,'0'-49'1709,"-6"15"-447,0 7-1352,-5 44 0,-1 17-60,4-2 0,2 6 0,-1 2-310,1-1 0,-1 2 1,1 3-1,1 0 46,1-3 0,2 2 0,1 0 1,0 0-1,2-3 234,0 0 0,2-1 0,1-1 0,0-2 355,-1 8 1,1-1 0,4-19-266,10-26 719,-12-27 1,-6-14-31,0 4 1,0-3 0,0-1 121,-1 1 0,1-1 0,1 1-182,-1 0 1,1-1 0,3 5-315,3-2 0,9 7-295,8 12 0,8 4 1,0 6-1236,8 7 1,4 6 1304,1-2 0,3 0 0,-4 2 0,-1 3 0,-3 0 0,2-1 0,0 0 0</inkml:trace>
  <inkml:trace contextRef="#ctx0" brushRef="#br0" timeOffset="270125">28427 11271 7533,'-38'-19'3276,"8"26"-3854,18 23-52,10-1 1,4 3-406,2 3 1,4 0 1034,4 4 0,6-5 0,2-16 0,4-5 0,4-7 0,0 0 0</inkml:trace>
  <inkml:trace contextRef="#ctx0" brushRef="#br0" timeOffset="270780">28698 11254 7353,'-13'-10'1709,"-4"2"-1889,-8 16-360,-1 17 360,13-4 0,2 3 90,2 14 1,5 3 44,7-7 0,5-2 0,3 2 0,4-7 45,29-9 539,0-36-404,-23-5 0,-5-7 180,-5-5 0,-3-2 44,-1-4 1,-3 1 180,-3 8 0,-2 2-90,1-13-720,0 33 0,11 43 0,2 8 135,-1-4 0,1 3-90,-1-9 0,1 0 180,-2 2 0,2-3 270,1-4 0,2-7 225,16-17-270,-5-27 0,-1-11-180,-2 3 0,-1-4 179,-3 1 1,1-3 0,-2 4 225,-2 5 0,-1 3-135,7-16-720,-12 51-809,-10 21-270,7 5 0,1 1 1529,-7 6 0,8-8 0,2-1 0,2 5 0</inkml:trace>
  <inkml:trace contextRef="#ctx0" brushRef="#br0" timeOffset="271014">29412 11183 7533,'-6'-10'3276,"5"-5"-2415,-10 20-1310,10 21-1170,-5 13 359,6 2 1,0 2 1259,-1-13 0,2-1 0,6 17 0,3 0 0,0-9 0,0-1 0</inkml:trace>
  <inkml:trace contextRef="#ctx0" brushRef="#br0" timeOffset="271864">29608 11324 7533,'0'-43'1889,"0"14"-180,0 3-1979,0 26-90,6 26-989,-5 19 539,4-18 1,1 1-46,3 7 1,0-2 854,6 6 0,25-13 0,-18-36 0,4-15 0,0-9 0,-11 2 0,-1-2 179,4-4 1,-1 3 270,-5 0-180,-17 37-360,-3 33 0,-4 2 0,7-7 0,4-1-90,12 2 180,8 11 450,18-40-270,1-12 314,-16-9 1,-2-5-45,-2-6 0,-4-3-135,-3 0 0,-3 1 494,-3-13-539,-11 22-630,-7 23-449,1 0 269,0 15 540,5-11-90,2 12 450,5 0 269,0 11-224,1-2 0,-2 3-405,-4 1 0,-1 5-68,1 6 1,-1 8-1,0 4 1,-2-4-158,-1-7 0,-2-1 0,0 0 1,-2 2 122,1-1 0,-1 4 0,0-1 0,-1-1 0,-1-5 132,-2 5 0,-2-5 0,-3-7 150,-18 0 0,-3-13-225,9-18 0,-1-6-225,-3 3 0,0-6 270,-1-17 0,6-7 0,16 10 0,5-3 0,2-8 0,0 0 0</inkml:trace>
  <inkml:trace contextRef="#ctx0" brushRef="#br0" timeOffset="272058">29535 10901 7533,'-41'-10'1889,"7"2"-1889,-3 24 0,14 19 0,16-7 0,1-1 0</inkml:trace>
  <inkml:trace contextRef="#ctx0" brushRef="#br0" timeOffset="272247">28710 10918 7533,'-26'0'164,"-1"0"1,-1-7 0,63-11 0,-6 4 0,1 1 0</inkml:trace>
  <inkml:trace contextRef="#ctx0" brushRef="#br0" timeOffset="273380">30691 11236 10051,'0'-10'2609,"0"2"-2429,0 32-450,0 21 0,0-10 0,0 2-45,3-3 0,0-3 225,-1-2 1,3-7 179,13-12 89,1-36-89,-6-2 0,-2-6-90,2-6 0,-1-3-120,-1 11 0,2 0 1,-1 0-106,1-6 0,1 4 45,3 8 0,1 7-270,2 11 810,-12 35 0,-4 13-270,-1-7 0,-1 4-150,-1 4 0,-2 4 0,1-4-525,0-1 1,0-3-856,0 3 1,0-4 1439,6 0 0,12-42 0,8-16 0</inkml:trace>
  <inkml:trace contextRef="#ctx0" brushRef="#br0" timeOffset="274696">31504 11307 8342,'1'-10'810,"-13"-14"-900,-19 20 404,4-4 1,-1 1 90,2 5 0,0 4-450,1 0 0,1 3-135,-17 21-90,26 3-225,6 4 1,7 1 44,9-9 0,4-1 180,0 7 1,3-1 224,4-9 0,1-7 225,18-12 44,-22-20 1,-4-7 90,2 1 0,-2-3-225,-7-5 0,-3-3 0,1 2-45,1 3 0,-1 1-45,-3-8 0,2 6-180,4 19-180,-4 39 315,4 3 0,1 5 15,-3-2 0,-2 3 0,2-1 165,3 4 0,0-2 45,-1 5 0,3-7 1259,10-16-719,1-21-181,-1-23 1,-1-9-315,-3 6 0,0-2-45,6-13 0,1-1-360,-3 4 0,1 2 45,-1 8 0,2 3-180,1 3 0,1 5 45,3 3 450,-7 16 270,-7 8 360,-9 2-361,3 0-449,-5 6-269,0 1-91,-5 11-540,3 7 675,-3-6 0,-1 1 136,5 19-226,-2-11 0,0 0 225,3-9 0,0-3 180,0 11 270,11-29-270,3-43 89,-2 2 1,0-5 0,-2 6 0,0-1 0,1 0 90,5-10 0,-1 2-225,-5 3 0,1 7-495,11 14-90,-21 42 315,-1 1 1,0 3-46,-3 10 0,-1 2 135,1 5 0,-1-3 315,-1 6 630,21-18-91,-1-64-314,2 7 0,2-3-91,-4-14 1,1-2-495,4 2 1,3 3-91,-5 6 0,2 6-1079,11 10-720,-13 45 854,-11 3 1,-3 3 1164,-4-5 0,1 1 0,9 12 0,2 0 0,-1-8 0,-1-1 0</inkml:trace>
  <inkml:trace contextRef="#ctx0" brushRef="#br0" timeOffset="276329">32439 11307 8792,'-18'-26'1889,"5"14"-1349,-11-11-181,5 21-988,-11 17 89,-1 7 405,12 2 0,1 3 45,1-1 0,2 1 0,4 8 0,3 0-449,3 14-1,28-7-90,16-50 630,-9-7 0,1-5 90,-4-6 0,-2-3 225,1-2 0,-4-1 134,-11 4 1,-3 3 540,3-2-900,-22 11-360,3 47-899,-5 8 584,9-8 0,3 1 135,4 0 1,5-3 449,16 0 0,15-29 90,-11-21 0,-2-11 404,-2-2 1,-3-6-359,-3 3 1,-2-3 0,-2-3 155,-3 4 0,-2-2 1,0-2-1,-1 2-90,0 2 1,0 2-1,0-1 1,0-1-1,0-7 0,0-1 1,-1 1-1,0 5 427,0-9 1,-1 7-810,5-15-809,-11 58-360,-5 51 1034,1-20 0,1 4 105,-1 5 0,0 4 0,0 0-88,0-8 0,-1 0 0,1 3 28,0 7 0,1 5 0,-1 0 0,3-5 510,3-3 0,2-4 0,0 1-120,-1 7 0,0 2 0,6-10 470,5-14 1,3-7-142,13-2-268,-5-32-91,-9-4 0,-2-3-90,6-18 179,-7 10 1,1-6 0,-1-1-60,-3 3 0,-2-1 0,2-3-82,1 0 1,1-4 0,1 0 0,-2 0 140,-2 2 1,0-1 0,-2 1 0,1 2 90,3-5 0,-1 2 0,-1 3 269,-1-7 1,-3 7-630,-5 12-1439,-7 19 630,-6 10 359,-1 21 0,0 9 495,3-1 0,0 5-15,-3 6 0,0 5 0,1 3-169,5-10 0,2 2 0,0 1 0,0 0 94,-1 4 0,0 1 0,1-1 1,1-1 21,2-4 1,0 0-1,2-2 1,1-1 262,2 7 0,2-1 0,2-6-150,3-5 0,3-6 449,18 6 91,0-50-450,2-21 315,-19 14 0,0-1 662,2-7 0,-1 3-1607,-1-2-359,5 13 629,-11 27-360,2 16 0,-2 6 405,-3-7 1,0 1-1,9 15 0,3-5 1304,-1-15 1,8-30-316,-16-26 1,-7-9-316,3 1 1,0 0 135,-3-3 0,0 4 134,0-1-1618,-11 82 929,3-6 0,0 7 0,-1 2-431,0-3 0,0 1 1,-1 3-1,0 2 101,0-4 0,-1 4 0,0 2 1,0 0-1,-1-3 0,1-3 75,-2 0 0,1-3 0,-1-2 1,-2 1 450,-3 8 0,-2 2 0,-2-5 1,-1-11-48,-5-12 1,-2-10-180,-6-10 0,-1-8-630,3-11 1,2-5 151,1-6 1,4-1 0,6 8 0,4 1 0,-5-18 0</inkml:trace>
  <inkml:trace contextRef="#ctx0" brushRef="#br0" timeOffset="278330">23812 12629 7533,'-24'0'1259,"5"0"-1439,7 0-90,6-7 0,6-3 360,11 0 270,-8-6 90,13 7-270,-9-9 0,-1 8 269,0-6 91,-1 14 270,-3-13-720,3 13-90,-5-6-270,-16 39 180,7 9 90,-3 1 0,1 4 0,5-4 0,5 0 0,4 5 0,4-4 90,2-16 0,3-5-90,24 11 269,-6-46 1,-1-12-270,-4 0 0,-2-4 90,6-7 0,-3-1 0,-11 3 0,-5 2 450,1-3-540,-11 19-450,0 32 450,0 30-405,9-5 1,4 1 269,-2-6 0,5-4 404,12 0 1,4-11 450,14-27-270,-17-12 0,-4-8-226,-5-14 1,-3-6 0,2 0 0,-1 2-135,-6 11 0,2 3-630,14-8-269,-8 63-541,10 13 226,-19-7 0,-2 3-1,1 3 1,-2-2 1124,-3 13 0,-43-29 0,-10-30 0</inkml:trace>
  <inkml:trace contextRef="#ctx0" brushRef="#br0" timeOffset="278508">23800 12347 7533,'-38'8'-180,"30"2"180,28 8 0,15-19 0,13-9 0,2-1 0,-9 3 0,0 0 0,0 0 0,0 1 0</inkml:trace>
  <inkml:trace contextRef="#ctx0" brushRef="#br0" timeOffset="280413">24870 12753 7533,'-38'-18'2608,"14"8"-2968,19 26 180,9 7 1,4 7 179,-4 4 0,-2 5 0,0 2-23,1-5 1,1 2-1,-1 1 1,-2 1-127,-1 2 0,-1 2 1,-1-1-1,0-2 239,-2 2 0,0-3 0,-1-3 252,1 9 1,-5-18-73,-15-44-360,16-23-60,3 2 0,1-10 0,2-2 132,3 11 0,2-2 0,1-1 0,0-1 0,0-1-206,1-4 1,-1-1-1,1-1 1,1 0 0,0 1 348,2 1 1,0-2 0,1 2 0,1 1 0,-1 4 144,2-10 0,1 5 0,3 7 194,11 2 1,0 17-555,3 37 270,-1 15 0,-4 8-180,-14-2 0,-4 5-90,3 3 0,0 6 0,-5-6 180,-7-8 0,-5-2 135,-1 15 0,-6-8-225,-5-24 0,-4-8-270,-4-8 0,0-4-1169,-12-10 97,17-14-456,41 1 1663,9 14 0,6 2 135,-3 0 0,2 1 90,12 1 0,0 6 449,-14 8 1,-2 2 314,-2-5 1,-3 3 674,2 19-899,-14-16-270,-16-10-540,-2-26-180,4 1 0,4-3 0,5-4 0,6 0 45,9-5 1,7 3 164,-2 14 0,4 2 0,0 3 60,18 0 0,0 3 585,-2-1 0,-4 2 359,-14 8 1,-7-4 1213,-10-18-1708,-30 5-450,-24 3-630,18 10 1,-1 6 179,-2 14 1,0 5 314,5-4 0,3 3 315,3 26 0,9 7 0,10-8 0,7 0-300,2-6 0,4 1 0,3-4-330,9 3 1,4-8-361,10-4 1,2-14 314,1-25 0,-2-11 405,-7 2 1,-3-3 388,-5-2 1,-1-4 0,-4 1 554,-3-5 1,-5 1 359,0 0 1,-3 1-361,-4 8 1,-3 2 495,-10-11-361,-6 19-1708,-2 24-271,-4 21 720,13 0 1,3 5 583,-2 13 1,3 4-257,5-14 0,2 0 0,0 1-118,-1 2 0,0 1 0,1-3 330,4 10 0,-1-6 179,-4-3-89,-34-48-540,17-11 1,1-5 44,-5-1 0,2-1-360,5 1 1,7 3-766,24-4 1128,-3 14 1,5 3-4,20 1 1,4 2 583,-5 0 1,0-1 404,8-2 1,-6-4 224,-20-5 1,-5-3-181,-2 0 1,-7-1-540,-16-3 0,-6 1 0,-11-9-990,-21 25-539,6 35 494,23 0 1,2 5 674,1 13 0,5 3-360,7-1 0,9 0 450,9-1 0,10-8 0,-1-21 0,6-6 0,2-4 0,8-3 0,0-1 0,0 0 0</inkml:trace>
  <inkml:trace contextRef="#ctx0" brushRef="#br0" timeOffset="281796">26643 12559 7533,'-5'-18'1079,"3"1"-899,-9 7-180,4 2 540,-11 8-181,5 0 91,-10 0 0,3 0-450,2 0 0,0 0 0,0 8-630,4 2 181,-9 23 359,9-4 269,-1-1 1,1 3 45,6-4 0,1 1 90,-5 3 0,1 1-135,7-1 0,1-2-90,-2 17-90,10-11 359,2-18 181,6-1-90,-1-14-180,-5 6-360,-2-8 90,-5-8-450,0 6 180,0-6 90,0 8-180,0 0 0,17-15 1,3-5-1</inkml:trace>
  <inkml:trace contextRef="#ctx0" brushRef="#br0" timeOffset="283580">26064 12647 7263,'-14'0'1619,"9"-8"-1079,34-2-226,-5-2 1,2-1-135,11 0 0,2-1 0,-1-4 0,-1 0 0,-4 5 0,-4-1 539,2-12-359,-31 17-630,-21 1-359,-10 16-181,-10 1 630,3 17 225,16-13 0,0 1 315,-5 11 0,1 1-181,8-7 1,2 1 135,-9 13 0,3 1-90,10-6 0,3-1-180,-1 0 0,3 1-90,10-1 0,5-3 45,12 3 180,2-16 0,4-4-90,4-1 0,2-4-1,5-8 1,1-4-180,5-2 1,0-3 89,-12-2 0,1-1 0,-3 0 89,2-1 1,-2-2 135,5-7 0,-6 0 225,-12-2 0,0-13-360,-27 8-270,-3 7-360,-10 3-270,-1 15-179,-11 10 539,17 14 1,0 5 449,-1 4 0,2 1 224,-2 7 1,4 1-45,8 2 0,3 1 90,-1 0 0,6 0-45,12-1 0,5-3-181,-2-2 1,4-5-90,12-9 1,4-12 103,-6-18 1,0-11 0,-2 2-60,3 1 0,-3-3 30,-3-4 0,-1-3 0,-7 4 60,-3-7-449,-8 19-451,-10 17-90,3 25 451,-3 13 404,6-12 0,3 0 225,8 12 179,13-13 271,6-33-450,-12-7 0,-1-5 0,4-10 0,-1-3 224,-2-3 1,0 0-180,-2 7 0,-3 3 45,4-7-450,-12 48-1439,-1 15-20,-2-1 1,1 2 1573,3 2 1,4-3 0,19 9 0,8-7 0</inkml:trace>
  <inkml:trace contextRef="#ctx0" brushRef="#br0" timeOffset="284163">27356 12629 8522,'-19'-19'3276,"-9"-13"-3494,7 29-591,-15 3 89,5 19 405,4 12 1,1 5 763,7-8 1,2 3 89,-5 12 1,3 0-360,10-15 0,6-1-180,8-1 0,7-1-899,21 10 494,-2-18 0,4-7 315,2-9 0,1-7 420,-5-5 0,0-5 0,-1-3 59,-3-3 1,-1-3 0,-2-2-90,-1-1 0,-2-2 0,-2 0 194,2-14 1,-6 2-1,-7 8 1,-7 3 135,-14-14-630,-15 45-360,1 21 1,1 11 44,2 7 0,4 4-195,5-11 0,2 2 1,5-2-661,6 10 1,11-4-315,18-1 0,8-5 1484,-13-10 0,5-7 0,11-9 0,9-6 0,-3-4 0,-11-3 0,0 0 0,0 0 0</inkml:trace>
  <inkml:trace contextRef="#ctx0" brushRef="#br0" timeOffset="285080">28415 12665 7533,'-34'-8'2608,"-1"6"-1978,-8 2-630,18 25 360,14 20-1080,16-13 0,6-1-90,6-6 1,3-3 764,5 0 0,2-10 45,5-23 0,-2-10 45,-3-1 0,-4-5 270,-5-11 0,-5-4 44,-6 8 1,-1-1 0,-2 2-225,0-6 0,-2 1-360,-1-2 1,3 2 134,8-5-630,8 25 540,5 11 540,-1 7 270,-4-16-181,-8-27-359,-8 15 0,-2-1 135,-7-7 0,-1 1 45,-1 7 0,0 3 179,-7 6-404,7 38 0,3 19-200,5-7 1,2 8 0,3 6 0,0 4 0,1-1 0,-1-2 0,-2-5-336,-2 7 0,0-4 0,-1 0 0,2 7 530,0-11 0,1 5 0,1 3 0,0 2 0,0 1 0,0 0 0,-2-3 0,-1-3 0,-2-4 207,-3 14 0,-4-7 1,-2-2-1,1 3 184,3-4 1,-1 2 0,1 0 0,-3-2 0,-2-4-137,-8 11 1,-4-6 0,-5-10-161,-8-8 0,-4-17-180,-1-30 0,0-15-285,12 9 0,0-3 0,3-1-60,2-3 0,3-2 1,0 2-331,-7-9 1,6 1-920,14 5 1,6 2 1239,4-5 1,30 9-1,13 2 1,-15 11-1,0 0 1,0 1-1</inkml:trace>
  <inkml:trace contextRef="#ctx0" brushRef="#br0" timeOffset="285930">30224 12347 8162,'0'-27'3276,"-5"1"-2234,-8 9-592,-6-1-270,-22 0 179,-4 9-764,0 2 1,-4 6 494,12 10 0,-2 6 0,1 0-252,-3-4 0,0 1 0,1 6 229,5 7 1,0 7-1,3 2 1,3 1 52,1 4 0,5 1 0,2 2-53,5-7 1,0 1-1,4 0 1,2 0 41,4 8 0,3 0 1,7-3 25,9 8 0,9-7-180,9-11 0,7-7-255,-7-10 0,3-4 0,1-3-270,2-6 1,1-4-1,-1-3-510,-1-2 1,0-1 0,-3 1 1079,4 2 0,-4-2 0,-7-11 0,-6-1 0,-2 0 0</inkml:trace>
  <inkml:trace contextRef="#ctx0" brushRef="#br0" timeOffset="286446">30200 12912 9422,'0'-20'3276,"11"-3"-1515,7 13-592,25-8-809,2 8-765,-17 4 0,-1 4-314,6 18-810,-10 12 539,-34 17 945,-6-11 0,-3 0 675,-3-1 0,-1-1-181,-2-1 1,3 1-450,8-2 0,5-2-1709,10 10 629,23-23 1,6-3 1023,11 4 0,-8-19 1,7-7-1,-2-1 0,5-3 1,1-1-1</inkml:trace>
  <inkml:trace contextRef="#ctx0" brushRef="#br0" timeOffset="286579">30950 13159 7533,'-11'27'819,"-8"14"0,-18-43 0,-7 6 0</inkml:trace>
  <inkml:trace contextRef="#ctx0" brushRef="#br0" timeOffset="436561">1446 9472 7173,'0'-10'180,"8"-5"629,-6 5 1,14-8 89,-14 1-89,6-1-180,0 8 89,-7 2-359,7 8 0,-8 0 449,0 0-629,-8 0-90,7 0 0,-7 0-180,-8 0-450,-19 0 405,1 9 1,-3 6 44,5 1 0,-1 5 0,0 3-175,4 0 0,-1 3 0,0 2 0,4-2 235,-1 2 0,2-2 0,0 6 138,3-1 0,-2 5 0,0 3 0,2-1 0,2-3 42,1 4 0,3-2 0,-2 5 83,1-1 1,-1 5 0,-1 3 0,1-2 0,4-3-54,4-6 0,1-1 0,3-1 0,2-1-130,-1 13 1,3 0 0,11-9-51,21-8 0,8-11-270,-1-10 1,3-7-211,0-8 0,4-5 1,-1-3-511,-6-2 1,-1-1-1,1-1 990,7-1 0,1-1 0,-3-2 0,-9-2 0,-3-1 0,-1-1 0,-1 3 0,1 0 0,-1 0 0</inkml:trace>
  <inkml:trace contextRef="#ctx0" brushRef="#br0" timeOffset="437095">1711 10107 7533,'-26'0'3276,"7"0"-1875,1-16-861,10-11-91,1-2-808,-3 3-181,-24 26 315,19 21 0,1 7 45,-12 3 0,1 5 270,10 3 0,4 7 0,0-2 141,0-6 0,1-1 0,3 0-141,4 2 0,3 0 0,3-4-45,7 5 0,8-9-90,6-13 0,5-9 225,-1-5 0,-1-10-45,-3-11 0,-3-9-135,2-7 0,-5-4-135,-11 0 0,-2-1-122,3 6 1,-1 2-284,-7-12-1169,0 48-450,0 14 1169,3 5 1,2 3 989,3 0 0,2-1 0,2-4 0,3-1 0,21 11 0</inkml:trace>
  <inkml:trace contextRef="#ctx0" brushRef="#br0" timeOffset="437511">1887 10301 7533,'0'-31'1529,"0"-1"0,0-5 180,-7 14-1259,-3 38-90,-8 21-271,12-7 1,2 4-585,2 11 1,4 1 89,6-11 0,2-2 135,-2-1 1,4-11 359,29-36 359,-29-15 1,-3-8-90,8-7 0,0-2-121,-10 12 1,-2 0 0,0 2 165,0-1 0,0 7-855,3 11 0,-8 52-270,3-9 1,2 5-374,-1 1 1,1 3 0,3 0 265,5-1 1,3-1 0,-2 0 826,1 8 0,2-6 0,7-12 0,1-13 0,2-31 0</inkml:trace>
  <inkml:trace contextRef="#ctx0" brushRef="#br0" timeOffset="437889">2258 10248 7533,'-18'-10'3276,"1"3"-886,7 38-2390,2 8-360,6-5 1,4 3-181,4-4 0,4-4-179,17 9 629,10-38 135,-18-19 0,-3-7 135,-1-13 0,-4-3 449,-5 0 1,-2 2 44,0 6 1,0 5-405,-4 4-1079,7 58-406,1-6 1,2 3 629,3 9 1,2 2 584,0 0 0,5-3 0,7-6 0,5-2 0,0 1 0,0-1 0</inkml:trace>
  <inkml:trace contextRef="#ctx0" brushRef="#br0" timeOffset="438856">2840 10213 2939,'-33'35'-252,"1"-1"0,-1 1 0,1 0 0,2 2 1,13-1 1022,24 7 0,10-2-906,-8-10 0,4-11 974,15-26 0,2-14-614,-12-9 0,-4-6-75,-2 4 0,0-3 0,-3 1 459,-3-13 1,-4 2-160,-6 2 0,0 5 2826,2 0-3520,-6 13-206,24 40 630,11-12 450,11 4-316,-16-17 1,-1-8 315,-1-20 0,-5-10-421,-6 14 1,-3-1 0,-1-3-186,-3-11 0,-3-4 0,0 3 96,1 10 0,-1 2 0,-2 3-30,-9-11 0,0 20-1529,2 56 1079,5-7 0,1 7 72,0 4 0,2 9 0,0 4 1,1 1-1,2-3-91,2 1 1,3-1 0,1-1 0,0 3 126,-1-4 0,-1 2 0,0 1 1,1-2-1,2-4-78,2 11 0,2-4 1,3-11-301,18-1 810,-31-79-45,-8 0 0,-6-7 224,2 6 1,-3-5 0,-1 1-84,2 12 1,-2 0 0,0 0 0,1 1 622,0-3 1,1 1 0,0 3-226,-6-4 1,11 7-765,38 7-675,-1 26 1,5 4 359,5-4 0,4-2 489,-6 1 1,2 0 0,0-3 0,-5-2-1,1-2 1,0-1 0,9-3 0,-1 1 0,1 0-1</inkml:trace>
  <inkml:trace contextRef="#ctx0" brushRef="#br0" timeOffset="439994">4092 9648 7533,'0'-39'779,"0"0"1,1 3-1,-2 0-104,-3-1 0,0 3-136,2-3-629,-13 37 0,11 27 0,6 14-120,-5-5 0,0 4 1,1 2-259,3 1 1,1 4 0,1 1 0,-1-2 467,-2-2 0,0-1 0,0 1 0,2 0 22,3 2 1,1 2-1,1-2 1,-2-4 67,-3 8 0,0-6 90,5-9 0,-6-13-90,-26-32-270,-5-25-180,-5 8 0,-4 1 405,10 5 0,-1 3-45,-10-1 0,1 12 225,11 22 0,4 11 0,3 12 0,6 7-166,6-8 1,3 3 0,4 0 0,4-3 0,4-1 0,1-1-90,1 1 0,1-1 0,4-4 829,10 0 1,7-5-890,0-6 0,5-1 0,0-7-45,11-11 1,4-8 39,-15 1 0,3-1 1,0-3-1,-2-4 207,-4-6 1,-2-4-1,-2-3 1,-1 2-83,6-6 0,-2 1 0,-5-4 119,-4-2 1,-4-2 0,-7 1 255,-6-5 0,-10 3 44,-8 5 1,-9 6-270,-8 10 0,-3 8-45,5 7 0,-1 8-285,2 15 0,1 10 0,5 3-570,6 9 1,6 4-1,3-6 1,1 3-1,9-3-373,11-8 1,7-2 0,1-4 478,5 8 1,5-7 613,3-14 0,6-7 0,-4-5 0,-3-7 0,-2-6 0,-1-4 0,-1 1 0,0-1 0</inkml:trace>
  <inkml:trace contextRef="#ctx0" brushRef="#br0" timeOffset="440656">4727 10319 7533,'-19'-10'3276,"3"-14"-1065,8 21-1672,-2-13-359,-15 16-450,-3 16-1169,-7 11 989,20 1 1,3 5 224,1-2 0,4 2-45,3 11 0,8-1 135,7-17 0,4-3 180,1 2 0,5-9 270,5-22 0,1-12 224,1-10 1,-3-6-315,-5-7 0,-3-3 225,-2 3 0,-5 2-720,-10-4-630,-2 58-359,-5 33 719,12-9 1,5 2 449,-2-7 0,4-3 45,13 1 0,4-14 359,-4-30 1,1-13-15,-3 2 0,-1-5 0,-4-5-362,-4-6 1,-5-5 0,-1-3 0,-1 1 151,0 7 0,0 0 0,-1-1 0,-1 0 0,-1 0 107,-1-3 1,-1-1 0,-1-1 0,-1 3 0,1 4 12,2-6 0,0 3 0,-3 10 959,-6 8-1469,3 41 0,1 22 1,0 4-39,0-5 1,0 4 0,0 1-1,1 0-51,1 2 1,0 0-1,2 1 1,2 0-134,2-5 0,1 1 0,1 0 1,2-1-1,0-4 522,4 10 0,3-3 0,0-3 0,0-1 0,2-2 0,1-9 0,0-14 0,0 0 0</inkml:trace>
  <inkml:trace contextRef="#ctx0" brushRef="#br0" timeOffset="441644">5784 10372 7533,'-20'-36'2788,"8"1"-1798,6 8-181,6 1-629,0 32-540,-5 29 0,6 10 1,2 6 179,0-14 0,0 0 0,4 1-52,2 4 1,4 1-1,2-4 52,5 6 0,5-10 360,4-18 0,2-14 180,-1-27 0,-4-13-270,-8 7 0,-1-2 0,-1-2-90,-2-5 0,-2-1 0,-2 3 45,1-1 0,-4 6-45,-1 6 44,4 56 1,2 20-45,0-8 0,3 1 0,2-2 0,2 2 0,0-4 495,2 2 0,3-13 1549,24-26-695,-23-40-1079,-11 1 0,-4-6-360,-6 9 0,-3-2 0,1 0-570,0 0 1,-1-1-1,1 3-689,-1-6 0,4 5-1928,18-6 3148,-1 51 1,1 12-1,1 7 1,-5 3-1,0 0 1</inkml:trace>
  <inkml:trace contextRef="#ctx0" brushRef="#br0" timeOffset="441844">6609 10442 11850,'-7'-10'1349,"-4"26"-1888,9 21-721,1-10 1,2 1-180,4 11 0,3-1 1439,0-12 0,3-3 0,24 12 0,3-29 0</inkml:trace>
  <inkml:trace contextRef="#ctx0" brushRef="#br0" timeOffset="442029">6609 10072 7533,'-48'-8'1709,"19"-2"-3778,6 16 720,40 6 1349,5 7 0,5-6 0,3-2 0,-4-6 0,0 0 0</inkml:trace>
  <inkml:trace contextRef="#ctx0" brushRef="#br0" timeOffset="442778">6892 9701 7533,'-13'-17'3276,"1"-1"-2415,5 32-996,3 16 0,3 8 105,0-6 0,1 2 1,1 4-669,-1 7 1,1 4 0,1 2 0,0 0 535,0-9 0,0-1 0,1 1 0,0 0 0,-1-1 54,1 0 0,-1 1 0,1-1 0,0-1 0,0-2 590,3 13 0,1-2 1,-2-8 101,-4-4 1,-1-17 675,5-38-1980,-11-19 540,8 8 0,2-3 225,0-6 0,4-2 180,3 0 0,2-2 74,-3 3 1,1-1 0,-1-1-64,3 0 0,0-1 1,-2 0 2,-1-3 1,-1 0 0,-2-1-30,0 0 0,-1-1 0,-1 1-90,-2 6 0,-2 1 0,0 3 1039,0-8 0,-2 5-1294,-1 10 0,-1 7-1394,1 14-450,-3 50 1349,4-3 1,2 10 449,1-12 0,2 5 0,1 3 0,1 0 0,-1-1-144,0-1 0,0-1 0,0 0 0,1 0 0,0 1 378,3 3 0,1 2 0,0 0 0,0-2 0,1-5 6,1 8 0,1-4 0,0-9 1156,11-1-227,-7-47-180,-6-28 1,-4-12-91,1 4 1,-1 0-570,-1 14 0,0 0 0,0 2-330,-1-5 0,1 15-1799,6 46 340,3 13 1,0 6 1395,-4-4 1,0 3-1,1-4 1,2 2 0,0-3-1,-1-1 1,0 1-1</inkml:trace>
  <inkml:trace contextRef="#ctx0" brushRef="#br0" timeOffset="443995">8356 10389 7982,'-31'16'1260,"6"11"-990,12 11 89,8 5 631,10-24-271,8-26-584,-6-16 0,0-7 0,5-13 0,-1-5-225,-7 13 0,-2-2 0,0 2 135,4-9 0,-1 5-944,-5-4 539,16 84 225,-9-12 0,1 3 135,3 1 0,1 4 0,1-3 90,4 10 0,3-8 1259,18-4-854,-16-41 0,-2-10-361,-5-11 1,-4-8 15,-1-1 0,-2-3 0,-2 3-60,-2 3 0,-1 4-450,-1-1 1,1 15-721,3 27 315,-1 14 1,2 7-875,11 13 1,5 3 1171,-8-15 0,2 0 1,2-1 466,8-2 0,2-3 0,1-6 0,0-5 0,-1-10 0,4-14 0,-6-10 179,-15-9 1,-6-4 270,1 5 0,-3 1 809,-4-8 1,-5 3 449,-7 1-1440,-13 21 1,5 24-450,9 12 0,4 11 1,2-2-451,2 1 0,4 0 135,4 14 1,8-4 494,6-18 0,6-13 90,0-21 0,1-11 314,4-8 1,-5-7-90,-10-4 0,-4-2 359,2-7 1,-4 5-675,-13 9-450,8 15 180,-4 35 1,0 13-1370,7 0 1,4 3 1620,2-3 0,3 2 1,3-4-1,6-3 0,3-5 1,9-3-1,-1 1 1</inkml:trace>
  <inkml:trace contextRef="#ctx0" brushRef="#br0" timeOffset="444272">9415 9754 7533,'-20'-9'3276,"-3"1"-1875,9 31-1536,9 8 0,3 7 45,1-2 0,1 3 0,3 3-454,1-2 1,2 3 0,1 0 0,-1 0 3,0 2 1,0 0-1,0 0 1,2-2-211,3 6 0,2-3 1,0-4 809,1 9 1,3-15-1,8-28 1,-7-38 0</inkml:trace>
  <inkml:trace contextRef="#ctx0" brushRef="#br0" timeOffset="444573">9697 9719 8522,'-19'-10'3148,"2"18"-2608,10 35-1080,4-10 0,1 5 1,1 3-281,3-3 1,0 3 0,2 0 0,-1 2 217,0 3 0,0 3 1,1-1-1,0-1 332,0-5 0,0 0 0,2-3 1,-1-2 198,4 15 1,-1-8 70,-1-2 0,-7-58 0,-7-13 0</inkml:trace>
  <inkml:trace contextRef="#ctx0" brushRef="#br0" timeOffset="444712">9673 10248 7533,'-16'-45'1092,"0"0"0,6-3 0,7 2 148,6 17 0,6 1-1150,4-3 0,7 3-1729,19 12 1,4 5 1389,3-7 1,-3 22 0,-1 8 0,-19 3-1,-1-1 1</inkml:trace>
  <inkml:trace contextRef="#ctx0" brushRef="#br0" timeOffset="445128">10165 10301 7533,'-23'-16'3276,"13"13"-2685,-12 3-1580,20 43 674,-3-9 0,-1 4-1124,5 7 0,1 0 1439,-3-2 0,6-13 0,10-26 0,6-38 0</inkml:trace>
  <inkml:trace contextRef="#ctx0" brushRef="#br0" timeOffset="445278">10103 10089 7533,'-12'-22'1638,"0"-1"0,-7-4-1496,12 11-142,24 24 0,8-3 0,6 0 0,7 4 0,0 0 0</inkml:trace>
  <inkml:trace contextRef="#ctx0" brushRef="#br0" timeOffset="445944">11211 10160 7533,'7'-43'3276,"4"6"-1695,-15 1-1041,-3 11 89,-34 15-899,13 15 1,-2 6-136,-7 8 0,-1 7 255,12-3 0,1 4 0,2 3-90,3 6 0,4 4 1,2-2 194,-3 5 0,9 0-75,12-8 0,7 0 0,3-5-195,2-8 0,4-5-899,22 7 0,4-7 1214,-13-9 0,0-6 0,9-7 0,1-5 0,-7-5 0,1 0 0</inkml:trace>
  <inkml:trace contextRef="#ctx0" brushRef="#br0" timeOffset="446873">11630 10142 7533,'-31'-7'3276,"0"5"-2954,-6-6-952,0 23-180,5 5 91,8 23 674,13-17 0,4 1 135,6 4 0,6 1-180,2 4 0,5-2 45,8-8 0,4-5 180,-2 0 0,1-8 674,19-37-314,-30 3 0,-4-5 44,-1-12 1,-3-4-135,-9-6 0,-1 0-270,5 2 0,-1 2-315,-5 9 0,3 5-180,15-3 0,14 58 315,-9-7 0,0 3-135,4 19 0,-3 5 270,-1 0 0,-2 0 90,-3-7 0,-2 0-225,-1 7 0,2-8 135,2-15 360,5-30-405,-6-15 0,-2-9 180,3-7 0,0-4 74,-3 6 1,-1-1 0,0 1 15,2-6 0,-1 2-585,-3 5 0,0 9-809,0 19 719,-6 30-315,-1 12 1,2 6 89,6 8 0,2 2 705,-4-15 0,-1 0 0,2-1 15,7 15 0,4-9 674,13-15-494,-14-41 0,0-11-225,3-8 0,-1-5-30,-7 9 0,-1-2 0,0-1 569,2-1 1,1-1 0,-2 4-91,-4 4 1,1 5-810,8-9-1079,1 67-290,-5 9 1,2 7 1633,-4-18 0,2 1 1,-1 2-1,-2 1 1,0 2-1,0 1 0,-1-1 1,0 9-1,0 0 1,1-1-1</inkml:trace>
  <inkml:trace contextRef="#ctx0" brushRef="#br0" timeOffset="447678">12540 10407 7533,'-15'24'179,"0"1"1,0 13 0,4 4-30,3-4 0,2 2 0,0 0-90,2 0 0,0-1 0,1-1 120,3 10 0,0-7 1259,0-14-540,0-46-674,0-19 0,0-11-345,0 3 0,0-4 0,0-3-359,0 6 0,0-3 1,0-1-1,0 1 546,2 4 1,0-1-1,1 1 1,1 1 67,2 2 0,1-1 0,1 3 0,2 6-135,4-5 0,6 16-135,12 28 0,0 15 0,-9 8 0,-4 9 195,-5 4 0,-1 6 0,-4-3 210,0 5 0,-7-3 179,-10-7 1,-7-6-360,-2-12 0,-4-7-225,-9-9 0,-2-8 553,5-3 0,2-3-1183,1-3 1,6-2-1755,11-4 361,37-5 2158,11 22 0,-9-4 0,7-3 0,-1 1 0,-1 1 0,0 1 0,0-1 0</inkml:trace>
  <inkml:trace contextRef="#ctx0" brushRef="#br0" timeOffset="448544">12922 10160 7533,'-6'-25'1979,"-1"13"-1350,-11-4 1,-1 16-90,-16 0-720,-3 24 90,4 5 0,17 3 0,5 5-90,11-1 0,7 0-225,4-2 0,4-3 180,1-2 1,5-7-1,17-18 0,1-14 450,-17-9 0,-3-7 44,10-13 1,-5-5 135,-14 0 0,-6-2 269,-1-3 1,-4 4 225,-4 4-1440,-1 10 360,7 48-90,12 11 315,0-3 0,1 1 45,7 13 450,-4-6 0,-3 1 179,-5 13-809,3-2-809,-5-4-181,6-14 1080,7-7 360,11-4-180,2-32 135,-6-11 0,1-5-225,-6 6 0,-1-1-46,3-12 1,-4 2-584,-1 1-91,-12 35-539,-6 28 809,-1 2 0,2 5 225,6 3 0,2-2 135,6 12 540,21-15 134,-12-53 1,-1-13-180,-1 1 0,-3-3-271,4-6 1,-3 0 135,-8 1 0,-1 7-720,1 15-1619,12 34 1979,-7 7 0,2 3 0,6 7 0,1 1 0,5 1 0,0 1 0</inkml:trace>
  <inkml:trace contextRef="#ctx0" brushRef="#br0" timeOffset="449529">14140 9472 7533,'-12'-25'2248,"5"5"-179,1-5-2159,12 30 90,6 39 180,-7-7 0,-2 8-417,2-7 1,-1 5-1,1 2 1,-2-1 146,-2 3 0,-1 1 0,0 1 0,0-1-68,2 3 1,-1 0 0,1 0-1,-1-4 8,-1 4 0,0-2 1,0-8 508,1-3 1,-2-17 0,-5-31-270,-12-35 89,5 17 1,-5 1 90,-10 3 0,-4 3 135,0 5 0,-1 7 158,1 13 0,1 8-878,8 3 1,4 7 89,6 12 0,8 2 180,5-7 0,6-1-270,15 12 0,10-5 315,-3-16 0,5-7 150,8-6 0,5-5 0,-3-6-105,-10-4 0,-2-3 0,-1-6 112,1-5 0,2-5 1,-3-2-1,-4-1-21,-5-3 0,-4-1 1,-2 0 162,1 2 1,-2 0 0,-4 1 465,-8-4 0,-4 6-675,-5 10-1710,0 20 1080,4 23 1,6 13-136,4 4 1,3 4 614,-1 0 0,0 4 0,0-1 170,0-1 1,0-1 0,-2-1 638,0-5 1,-2-2 0,-4-3 431,-10 8 0,-5-7-462,-15-10-809,0-22 0,-1-6-1439,-9-7-1748,7-7 2961,21-1 0,51 0 0,-14 10 0,1-1 0</inkml:trace>
  <inkml:trace contextRef="#ctx0" brushRef="#br0" timeOffset="449656">14853 10301 13110,'-7'0'134,"-9"39"1,10-14 0,-1-1 0</inkml:trace>
  <inkml:trace contextRef="#ctx0" brushRef="#br0" timeOffset="463528">1358 11501 7533,'0'-10'-540,"0"-6"1080,0 6-1,8-15 1,-6-3 809,14 1-719,-14-6 90,13 21-541,-13-12-179,6 22-179,-8 2 89,0 10 90,0 16 90,0 17-90,0-4-45,-4-13 0,0-1-45,2 10 90,-6 0-90,4-10 0,1 1 0,1 21 45,-6-13 0,0 1-45,3 0 0,0 1 135,1-5 0,-2 2-15,-2 2 0,-4 2 0,1-1 105,-3 8 0,-1-2 14,3-9 1,0 0 0,-2-1 60,-5 1 0,-2-2 0,5-3-75,8-2 0,0-3 135,-17 1 0,3-4-180,18-5-90,-12-15 90,32 0 719,-4-8 270,37-1-944,-23 0 0,3 0 45,13 3 0,4 2-120,-13 1 0,2 0 0,3 1-38,0 1 1,4 0-1,0 2 1,-2 0-204,3 4 1,-1 1 0,1-1 225,-5-3 0,3 0 0,-2 0 0,-4 4 135,3 10 0,-4 1-180,-3-11 0,-3 0-90,-1 17-90,-9-21-180,-2-2-89,-7-2-271,9-13 181,0 13-270,-1-6-2070,1 8 2879,0 8 0,-1 9 0,1 11 0</inkml:trace>
  <inkml:trace contextRef="#ctx0" brushRef="#br0" timeOffset="464744">2117 12118 6813,'-20'-8'810,"4"6"-361,1-6 1,11 8 90,-12 0 449,8-8-89,6 6-271,-6-5-359,8 7-180,0 0-270,8 7 360,18 19-135,-5-5 0,3 3 135,10 7 0,2 1-135,-3-1 0,-1 0-15,-6-7 0,1 0 0,-3-3 330,7 10-226,-12-8 1,-7-6 225,-12-15 180,0 5-270,0-14-180,-8 5 0,6-6 180,-5 8-91,-1 0-89,-2 0-90,-8 0 360,-7 8-90,1 3 0,-3 3 45,-4 4 0,-3 1-106,6-2 1,-2 2 0,0-2-345,-11 6 0,2-1 0,6 1 0,3-3-224,-5 0-451,19-4-269,24-16-450,2 0-270,15-8-270,3-2 2069,-1 0 0,14-5 0,-4 5 0</inkml:trace>
  <inkml:trace contextRef="#ctx0" brushRef="#br0" timeOffset="475394">3140 12100 7533,'-20'-19'1709,"4"-21"-1260,16 35 1,0-27-90,-7 30-90,5-6-270,-14 8-90,6 8-315,-3 17 0,1 7 360,5 0 0,2 5 67,0-1 1,0 5 0,1 2-1,2-3-47,5 3 0,3-2 0,1 1-5,0 4 0,0 0 0,6-7-105,12-3 0,3-11 225,19-17 0,-19-25 0,-5-9-45,-7-13 0,-4-3-90,2 4 0,-3 0-45,-6-4 0,0 7 0,11 16 540,-14 68-495,11-9 0,5 6 134,-7-5 1,1 3 0,2-4 355,3-6 0,2-3 0,0-5 275,4-2 0,-1-13 989,4-46-1440,-20-3 1,-4-7-330,-3 2 0,-2-5 0,-1 0-540,0 10 0,-1 0 0,0-1 0,1 1 120,2-9 1,0 1-1,2 2-734,-3-9 0,8 10 1214,30 18 0,-12 37 0,-1 11 0,5 9 0,-1 1 0</inkml:trace>
  <inkml:trace contextRef="#ctx0" brushRef="#br0" timeOffset="476761">3881 12294 7533,'-10'-19'1079,"10"-5"-449,2 14-91,6 1-179,-8 1-360,0 8 180,-8 0-90,-10 0-270,-2 0-449,-5 0 449,0 0 0,-3 15 90,1-3 135,9 10 0,2 5 45,6-4 0,1 1 44,-2 13 1,4 5-105,4-8 0,3 1 0,3-1-75,8 11 0,4-3 0,-4 1 1,7-8 133,17-19 1,4-14 225,-12-12 0,-3-8-135,13-9 0,-5-8-135,-15-8 0,-7-3 90,1 5 0,-6 0-1,-11 0 1,-4 4 225,-1-8-180,-15 19-1169,16 18 809,18 32 0,12 5 270,1 0 0,1 3-45,-7-5 0,-1 1-135,3 2 0,0 1 0,-3 0 0,-3-2-270,1 11 270,11-7 720,-5-41 0,10-27-316,-14 13 1,-1-3 135,1-13 0,-3-1-180,-1-10-1,-1 8 1,-2 0 180,-5-8-900,6 4-539,-8 37 449,0 36 0,6 11 1,3 6 404,0-10 0,2 0 15,-1 2 0,2 2 0,1-5-150,5-4 0,0-3-269,1 16-1,5-27-180,-22-32-1348,13-4 2068,-13-15 0,14 0 0,-6 0 0</inkml:trace>
  <inkml:trace contextRef="#ctx0" brushRef="#br0" timeOffset="477261">4445 11818 7533,'-27'-35'3058,"1"7"-2608,16 3-990,2 15 450,24 34 90,-6 3 0,0 8 0,-1 5 0,0 4 0,0 4-341,-2-6 1,0 2 0,0 2-1,-2 0 408,-2 3 1,-1 1 0,0 0-1,0-1-67,2-4 0,1-1 0,-1-2 0,-1-3-270,-3 14 1,2-8-91,14 2-360,-6-47-809,7-15-90,1-13 1619,-1-1 0,-8 5 0,0-1 0,9-12 0</inkml:trace>
  <inkml:trace contextRef="#ctx0" brushRef="#br0" timeOffset="477761">4763 11695 7533,'-20'-28'1799,"4"18"-2159,24 28 540,0 12 0,2 9-120,-1-6 0,0 3 0,0 2-435,-1 1 0,-1 3 0,-1 1 0,1 0 397,-1 0 1,1 1-1,-1 0 1,-1-3 97,-1 8 0,-1-3 0,0-3-64,1 4 1,-2-10 842,-2-21-1349,-6-42 360,-5 4 0,-4-1 270,-2-1 0,-2 1 225,-2 3 0,-3 5 423,-2 6 0,1 10-288,7 26 0,7 11-765,3-4 0,6 2-270,7 14 1,10-2 44,12-14 0,6-7-135,-9-12 1,3-5 584,13-5 0,2-10 0,-7-16 0,0-7 0,-4 6 0,0 0 0,0 0 0</inkml:trace>
  <inkml:trace contextRef="#ctx0" brushRef="#br0" timeOffset="479011">5317 12241 7533,'-21'-27'2248,"-1"9"-2248,20 10-179,2 24 223,1 7 1,0 5-45,4 15 0,1 4 90,-3 0 0,1 0-90,1 3 0,2-6 0,6-6 630,4-46-585,-6-19 0,-3-9 15,0 5 0,1-3 0,-1-1 60,0-3 0,0-2 0,0 3 284,2-11 1,0 5-270,-4 14 0,0 5-1034,0 9 629,-6 56 0,0 0 270,-1-3 0,2 1 45,1-12 0,1 0-135,1 8 0,4-1 45,6-10 0,2-1-135,2 4 0,2-3-45,3-11 0,4-6 360,5-4 0,2-6 45,-5-12 0,0-6 135,6-4 0,-3-5-46,-7-8 1,-6-2-135,-5 12 0,-3-1 270,-5-13 0,-7 2-405,-11 7 0,2 2 0,-5 5-180,-22 14-360,10 20 0,-1 7 180,6 7 1,3 5 269,4 3 0,2 3 0,6 1-90,8 11 0,9 0 45,2 1 0,8-4 45,4-17 0,6-4 1,0-4 134,12-3 0,1-9 269,2-9 1,-3-11 539,-8-16 1,-8-9-450,-7-3 0,-8-4-226,-6 12 1,-3-2 0,-2 3-135,-4-5 0,-4 4-314,-12-9-631,-10 70 540,21-4 0,4 5-360,3 5 1,4 4 0,3-2-226,10 5 1,7-2 944,-1-5 0,3-1 0,5-8 0,5-10 0,4-7 0,1-3 0,4-2 0,1 1 0,0-1 0</inkml:trace>
  <inkml:trace contextRef="#ctx0" brushRef="#br0" timeOffset="479744">6461 11553 7533,'-38'-9'2248,"13"48"-2428,17-2 1,5 8 224,5-8 0,2 5 0,1 1 0,0 2-509,0-4 1,0 1 0,0 2 0,1-1-1,-1 0 518,1 0 0,1 0 0,-1 0 0,1-2 0,0-1-32,2 1 1,1-1-1,-1-2 1,-1-4 670,-1 17 0,0-20 26,-2-31-314,-23-43-585,1 11 1,-3 0-1,-4-2 0,-2 3 405,1 1 0,-1 9 1200,-17 27-841,32 26 1,9 12-585,4 4 0,8 2-180,2-12 0,4-1 0,5-4-585,16 3 1,7-13 764,3-20 0,0-14 0,-13-4 0,-1-7 0,-1-2 0,-2-7 0,1 1 0,0-1 0</inkml:trace>
  <inkml:trace contextRef="#ctx0" brushRef="#br0" timeOffset="480894">7519 11730 7533,'-21'-37'2069,"5"27"-2204,21 35 0,6 16 105,-5 0 0,-2 5 0,2 3-407,-1-10 0,1 4 0,1 0 1,-1 2-1,0-2 401,-1 1 0,-1 0 0,-1 1 0,0-2 0,1-1-9,-1 3 0,0 0 0,0-3 0,0-4 879,2 12 0,-5-13-24,-11-24-720,2-31 0,-1-15-270,-2-5 0,-1-4 240,2 7 0,0-2 0,2 1 30,-1-8 0,6 4 26,11 6 0,9 9-296,9 25 1,7 8 89,10 1 0,5 4 60,-6 3 0,3 2 0,-3-1 614,1-5 1,-2-3 134,3 4 1,-9-10 2556,-28-29-2491,-32-3-875,0 14 0,-4 2-135,1 2 0,0 7-450,2 19 1,5 9-136,9 2 1,7 5 509,10 1 0,6 2 1,5-2 389,14 4 0,6-6 449,6 1 1,2-13 269,1-26 1,-3-15-91,-15-6 1,-7-7-630,-6-8 0,-8-4-585,-8 3 1,-8 2-1145,-14 6 1,-4 5-662,-2 3 2300,-9 6 0,51 62 0,0-15 0,-1 1 0</inkml:trace>
  <inkml:trace contextRef="#ctx0" brushRef="#br0" timeOffset="481961">8811 11730 7443,'-7'-26'2608,"2"7"-2158,5 1-270,0 10-90,0 24-135,0 7 0,0 5 45,-1 10 0,2 6-68,1-4 1,2 6-1,1 1 1,0-1-251,0-6 1,-1 0 0,2 1 0,0 0 245,0-1 0,1 1 0,1 1 0,0-2 0,0-3-168,2 6 0,1-5 1,-1-1-391,3 9 1,-1-8-1081,0-11 1710,-12-11 0,-23-55 0,7 14 0,-1 1 0</inkml:trace>
  <inkml:trace contextRef="#ctx0" brushRef="#br0" timeOffset="482544">8700 12294 7533,'-36'-15'3238,"15"11"-2698,16-20-91,35 14-584,-2-2 0,5-1-809,7 5 0,2 4-181,5 0 1,-1 8 359,-6 13 1,-5 9 764,-10 8 0,-6 5 135,-5 1 0,-6 2 944,-9-1 0,-4-4 720,-7 1-1169,4-30-90,-8-36-181,15-9-269,-4 11 0,4 1-315,14 1 1,7 3-46,9 1 0,4 3 135,3 2 0,2 4-45,0 7 0,3 2 0,-3 0 1169,-3-1 1,-2-2-1,1-1 1,-7-5-1,-16-17-809,-31-15-225,2 24 0,-1 1-224,-7-9-1980,2 19 720,18 31 0,6 11 809,0-1 0,5 2 720,4 2 0,3 3 0,3-3 0,8 2 0,6-4 0,8-1 0,0-1 0</inkml:trace>
  <inkml:trace contextRef="#ctx0" brushRef="#br0" timeOffset="483344">9673 12259 7533,'-25'-18'3276,"0"9"-1515,1 9-2211,-6 25-90,15 3 1,4 5 359,0 3 0,3 2-45,5 7 0,6-2-90,7-9 1,4-5 134,19 6 135,-6-41 0,-1-11 315,8-16-1,-11-7 1,-4-5 315,-11 9 0,-3 0-226,2 2 1,-3 3-630,-10-4-179,0 37-136,3 19 0,4 9 270,4-2 1,3 1 44,2 4 0,6-4 629,4-10 1,2-10 360,1-20 0,-2-12-391,-4-4 1,-3-6 0,-1-4-371,-3 0 0,-2-3 1,-1-2-1,-1 0 108,1-6 1,-2-2-1,-1 0 1,-2 2-1,-1 5 1,-1 1-1,0 1 1,-1 2 112,1-3 0,0 2 0,-1 9-270,-5 5-495,10 44 0,3 17-235,-2 2 1,0 8 0,-1 4 0,1-2 334,0-1 0,0-1 0,0 1 0,0 2 117,2-2 0,0 3 0,1 0 1,-1-1-1,-1-5 188,-3 5 0,-1-5 0,3-7 810,11 7-1,-20-63 1,-3-15-90,0-8 0,0-8 279,1 12 0,-1-5 0,1-1 0,0 5-126,2 2 1,0 2-1,4 0-506,3-11 1,3-1 0,9 8-998,14 8 1,10 9 809,-2 8 0,5 4 0,2 4 0,-8 2 0,1 3 0,2 1 0,-1 1 0,5 0 0,1 0 0,-1 0 0,0 0 0</inkml:trace>
  <inkml:trace contextRef="#ctx0" brushRef="#br0" timeOffset="484265">10719 12347 7533,'-40'0'2158,"11"0"-2068,46 0 360,26-8-135,-14 1 0,1-3 134,5-2 1,-3-4-225,-7-7 0,-6-5-45,-6 5 0,-7-1-135,-10-7 0,-10 2-225,-11 7 0,-6 6-315,-6 2 1,-2 11 314,9 15 0,0 9 0,4 3 135,-6 7 0,6 8-90,11 5 1,5 7 0,5-1 134,6-6 0,4-2 0,7-1-180,8 2 0,7-2 0,4-7 60,-3-9 0,4-6 1,0-8-1,5-12 0,2-10 0,-4-4-30,-3-6 0,-3-6 0,-5-2 0,-6-3 0,-4-2 0,-1 2 510,4-1 0,-5 3 180,-7-3 1529,-5 64-1890,2-4 1,2 3 45,3 15 0,4 0 0,2-6 0,5-5 1055,0-11 1,2-11-111,17-29-1051,-22-10 1,-3-11 0,-3 1-120,-2 2 0,-3-1 0,0-1-991,2-12 0,0-3 1,-1 6-649,-4 5 1,3 7 1573,25 1 1,5 68 0,-7-2 0,1-1 0</inkml:trace>
  <inkml:trace contextRef="#ctx0" brushRef="#br0" timeOffset="485727">11396 12471 8252,'-7'-18'3276,"18"0"-3224,26 9-97,-10-3 0,3 0 90,-1 8 0,-1-4 450,-1-18 0,-6-4 134,-1-4-764,-27 0 1,-9 2-676,-13 10 270,-4 20 1,0 12 134,10 13 0,6 9 345,4-2 0,3 3 0,3 2 120,5 0 0,4 2 0,3-2-150,4 0 0,3-2 0,4-3 45,13 10 0,5-9 180,3-16 0,1-10 270,1-14 0,-4-10-136,-12-3 1,-3-7 0,-1 0-90,-3-1 0,-1-1 0,-2 0 180,1-19 0,-4 4-226,-3 17 1,-3 3-225,-4-7-1259,0 33 540,0 1-181,0 15 900,5-6 450,2 0 270,6-2 269,10-24-359,-8 4 359,3-13-989,-12 15-899,-6 2-90,0 8 89,-6 8-179,5 10 719,-10 25 540,7-13 0,1 2 90,-3 1 0,0-1 269,2 0 1,1-3 360,-3 6 89,6-17 541,6-58-1306,-3 17 1,1-4-165,1-6 0,1-3 0,0 1-150,3-8 1,1 3 89,4 3 0,2 4-270,10-2 0,10 19 720,-5 24 449,1 1 91,-13 1 719,-3-2-450,-14-8-1438,-2 0-1890,-7 8 1079,-11 17 450,10 0 1,3 3 449,-3 3 0,3 3-180,10 13 1,7 0-181,2-11 0,5-5 1035,7-2 0,3-13-91,-3-27 1,-1-12-90,-2 1 0,-4-8-68,-9-2 0,-4-7 1,-1-2-1,-1 4-67,1-1 0,-1 3 0,0 0 60,-2-4 0,0-1 0,-1 11-960,-1 11 90,5 47 1,1 23 314,-1-17 0,-1 4 0,1 3 0,0 2 97,-1-3 0,1 3 0,-1 1 0,1 2 0,-1-1 0,0 0 517,0-1 1,0-1 0,0 0 0,0 1 0,-2 0 0,-1 0 104,-2 5 1,-1 2 0,-2-1 0,0 0 0,-1-2 0,-1-4-158,2 4 0,0-3 1,-4-3-1,-6-6 432,-15 2 1,-7-5 0,-3-15-441,7-17 1,-1-11 0,0-4-218,-1-2 1,-1-4 0,1-3-1,1-2-407,3-2 0,1-3 1,2-2-1,1 1-708,-4-5 1,2-1 0,6-2 995,4-5 1,5-3 0,7 7 0,6 11-1,7 3 1,9-2 0,1-1 0</inkml:trace>
  <inkml:trace contextRef="#ctx0" brushRef="#br0" timeOffset="486611">13180 12206 7533,'-7'-10'3058,"2"-5"-1709,-1-3-719,5 6-630,-10-11 90,-7 13-270,-13 0 360,4 11 0,-1 6 44,-6 8 1,-1 5 135,-3 6 0,1 3-270,1 5 0,4 3 0,7-3 0,6 2-135,11 3 0,9 1 0,10 1 0,10-2-45,12-4 0,7-5-360,-11-11 0,0-1 1,2-4-601,3-8 1,2-4 0,-2-1 1049,12 5 0,-4-6 0,-12-10 0,-3-3 0,13-7 0</inkml:trace>
  <inkml:trace contextRef="#ctx0" brushRef="#br0" timeOffset="487544">13500 12347 7533,'-25'-8'3276,"-5"6"-2774,-2-13-1222,7 13 810,-4-6-270,10 16-809,-6 9 1258,6 19-224,12-11 0,2 3 90,0 6 0,4 2-135,7 1 0,5-1-180,2 1 0,5-4 135,5-10 0,5-9 225,0-9 0,0-10 180,-1-16 0,-5-10 584,-7-8 1,-4-5-526,-4 10 1,-1-3 0,-3 2-60,-4-7 0,-3 2 44,1-1 1,-1 6-495,-3 5-809,2 15-630,21 40 1259,-9 0 0,1 3 315,9 4 0,2 1-180,-4 6 0,1 0 360,2-10 0,1-3 314,13 9 451,-8-35-360,0-43-271,-17 12 1,-1-3-225,1 2 0,-1 0 0,-3-3 0,-1 3-1574,-2 3 179,6 27 451,-5 31 269,11 8 0,3 5 585,-2-5 0,2 0-45,10 3 0,4-9 1979,16-20-1349,3-24-1,-30-18 1,-6-13 0,0 3-136,3 3 1,-2 0-285,-4 2 0,-2-2 0,0 10-750,-2 10-1888,6 61 1033,-2-7 1,2 3 1394,-1-8 0,3 2 0,1 1 0,3 3 0,1 0 0,1 0 0,2-1 0,0 0 0,0 0 0</inkml:trace>
  <inkml:trace contextRef="#ctx0" brushRef="#br0" timeOffset="488294">14411 12700 7533,'-15'34'467,"0"0"1,1 0 0,0 2 0,1 0-1,3 2-287,1 4 0,3 1 0,1-3-270,-1 4 0,1-6 630,5 4 989,0-91-1439,0 6 0,0-7-23,0 11 1,0-4-1,0-3 1,0 0-381,0 6 0,-1-1 0,1-1 0,0 1 0,1-1 403,1 0 0,2-1 0,-1 1 0,1 1 0,0 1 159,-2-12 0,1 3 0,7 5-519,7 9 0,6 4 0,0 15-45,4 26 0,1 12 180,10 4 0,-3 6 225,-17-4 0,-3 2 0,-4 2 330,1 7 0,-3 2 0,-7-3 209,-12-1 1,-7-3-271,3 3 1,-7-6-45,-19-14 0,-4-10-1305,16-10 1,1-2 408,-3 2 1,7-4-2697,22-11 1992,21 5 1,7 1 1284,13-8 0,-2 9 0,8 0 0,-1 0 0,-9 2 0,-1 0 0,1 0 0</inkml:trace>
  <inkml:trace contextRef="#ctx0" brushRef="#br0" timeOffset="489162">14866 12383 7533,'-6'-44'3276,"-11"15"-1515,-26 4-1671,18 27 0,-1 11-210,0 9 0,0 9 0,5 0-375,0 13 0,6 3 225,7-5 0,2 4 1,9-5-91,15 0 0,8-10 270,2-12 0,3-10 360,1-14 0,-3-10 0,-7-12 0,-7-8 509,-7-2 1,-5-5 0,-2 1-421,-1 5 1,-3 1 0,0 0 134,-3-17 1,-2 6-1304,-4 5-181,23 43 541,4 16 224,8-5 0,6-1 450,-1 2 0,1 0 854,1-4 0,-1-1-539,-3 0 0,-4-2 719,-4-7-2518,-18 8 899,-7 9-315,1 7 1,0 3 134,0 1 0,5 1 210,6 4 0,5 4 1,2-5 374,1-4 0,4-3 270,9 5 0,3-11 584,7-37-225,-16-10 1,-4-4-450,-5 6 0,-2 1-225,1-11 0,-2 5-2069,-2 11 810,-6 20 90,5 28 809,13 17 90,8-8 1259,17-11-764,-21-37 0,-1-10 180,5-5 0,-3-5 14,-6 3 1,-3-4 0,-1 2 434,1-5 1,-2 6-135,5 11-1890,-17 63 1035,4-17 0,3 3-1504,3 17 1,4-4 1149,13-11 1,0-10 0,4-7 0,-5-16 0,0 0 0</inkml:trace>
  <inkml:trace contextRef="#ctx0" brushRef="#br0" timeOffset="489945">15998 11571 7533,'-6'-33'819,"1"-1"0,-1 1 0,3-2 0,-3 7 1751,-10 13-2570,12 35 0,5 22 0,0 2-45,-2-8 0,-1 2 0,1 3 0,0 2-411,1-2 0,1 2 1,0 3-1,0 0 1,0-1-1,0-1 564,0 3 0,-1 0 0,0-2 0,0 1 0,1-2 27,0 9 0,1 0 0,-1-3 0,0-6 114,-1 7 1,0-12-70,0-15-630,-11-69-45,-2 9 0,-4-1 225,-5-5 1,-7 4 628,-6 7 1,-3 15 494,9 22 1,4 11 179,4 21 1,12 9-496,15-6 1,9 4 0,5-4 152,7-3 1,5-4 0,4-6-843,5-7 0,5-7 1,-1-6-944,-2-7 1,0-7 0,-3-1 955,11 0 1,-16-7 0,-32-18 0,-40 23 0</inkml:trace>
  <inkml:trace contextRef="#ctx0" brushRef="#br0" timeOffset="496510">16995 12206 7533,'-6'-37'2968,"5"11"-3148,-10 19 0,-7 7 90,-8 7 90,3 1 0,-1 2 0,-1 2 0,-1 3-45,-8 8 0,1 5-15,10-4 0,3 3 0,0 1 10,1 3 0,2 3 0,2 1 110,3 5 0,4 3 0,4-3-105,7 4 0,6-3 90,4-4 0,7-8-45,8-19 0,4-10 0,-6-5 0,0-8 360,-1-10 0,0-7 0,-4-1-46,-1-4 1,-4-2 15,-3 2 0,0-1 0,-5 5 389,-8-7-1888,-12 38-270,-2 45 1109,7-14 0,2 3-884,4 10 0,7-2 359,11-7 1,7-5 854,1-6 0,3-11 0,16-25 0,3-17 0,-18 0 0,0 1 0,0-1 0</inkml:trace>
  <inkml:trace contextRef="#ctx0" brushRef="#br0" timeOffset="496844">17216 12488 7533,'11'-34'819,"1"0"0,-1 0 0,8-10 0,-10 4 222,-31-3-591,0 23-810,-20 20-90,26 18 1,6 8 224,4 4 0,5 4 225,8 13 0,5 2 90,-1-16 0,3 0 0,-1-1-30,2 1 0,0 0 0,-1-1 344,2 10 1,-6-3 585,-10 6-990,-26-37-270,-1-15 0,-1-6-1349,-7-15-1259,1 11 2878,39 9 0,19 9 0,10 6 0,5-2 0,1 0 0</inkml:trace>
  <inkml:trace contextRef="#ctx0" brushRef="#br0" timeOffset="497511">17832 12471 7533,'-12'-28'2698,"-6"11"-2338,4 17 180,-4 41-765,13-14 0,3 3-45,0 13 0,4 2 45,4-11 0,6-4 360,5-7 0,3-10-135,5-23 0,1-14 30,-4-1 0,1-5 0,-2-5-297,-3 1 0,-2-3 0,-1-2 0,-1-2 356,0 3 1,-1-2 0,-1-1 0,0 0 0,-1 0-18,-1-2 0,-1-1 0,0 1 0,-1-1 0,0 2 175,0-7 1,0 0-1,-1 1 1,0 4-129,-1-1 1,0 3 0,-1 5 105,0 0 0,-3 18-1124,-2 50 629,-3 5 0,-1 8 202,2-10 1,1 4-1,-1 1 1,0 1-324,0 6 1,-1 1-1,0 1 1,0-1 502,2 0 0,1 0 1,0 0-1,0 0-90,0 2 1,1 1 0,0-2-1,3-4-472,3 7 1,5-4-586,7 5 1,5-16 656,10-42-792,7-6 1170,-28-15 0,-11 0 0,-4-3 0,-5 1 0,0 1 0</inkml:trace>
  <inkml:trace contextRef="#ctx0" brushRef="#br0" timeOffset="497689">18189 12312 7533,'-17'-33'1092,"0"-1"0,5 7 0,7 5 129,17 14-1761,31 8-225,-18 0 1,2 0 764,4-1 0,-1 2 0,-4 6 0,-3 2 0,19 11 0</inkml:trace>
  <inkml:trace contextRef="#ctx0" brushRef="#br0" timeOffset="498095">17893 12047 7533,'-14'-17'2878,"-7"-9"-179,18 14-2340,-8-11-718,22 21-1171,14-6 1530,2 16 0,1 3 0,1 3 0,-3 5 0,0 0 0</inkml:trace>
  <inkml:trace contextRef="#ctx0" brushRef="#br0" timeOffset="498855">18816 11695 7533,'-37'-18'3276,"6"8"-4304,1 42-141,19-7 0,2 6 1169,2 4 0,0 4 0,3 1 0,5 1 0,4 1 0,-1 0 0,1 5 0,0 1 0,0-1 0</inkml:trace>
  <inkml:trace contextRef="#ctx0" brushRef="#br0" timeOffset="499211">18816 12100 7533,'-30'0'2878,"-13"0"-2158,9 16-1080,16 3 0,6 5 180,13 18 0,9 4 60,-1-12 0,2 0 0,2 0 120,3 2 0,1 0 0,1-2 360,2 3 0,-2-3 719,5 9-359,-45-34-1080,-12-18-90,9-4 1,-1-2-901,1 6 1,3-1 1349,1-14 0,27 30 0,21-4 0</inkml:trace>
  <inkml:trace contextRef="#ctx0" brushRef="#br0" timeOffset="500160">19432 12277 7533,'-36'-26'3058,"-3"7"-3148,13 11 0,-2 6-360,2 8 1,1 5 224,2 1 0,3 6 45,5 10 0,3 8 0,3-2 540,0 2 0,5 0-240,4-1 0,4 2 0,2-5-76,2-1 1,6-9 180,16-15 0,4-12 45,-9-10 0,-2-7-150,0-1 0,0-5 0,-3-2 59,-6-3 1,-4-4 0,-1 2 180,5-12 0,-5 2-225,-7 7 0,-4 5 45,-5 8-810,-5 58 135,8-3 1,1 5 179,2 13 0,2 2 180,6-4 0,4-2 90,2-6 0,5-6 45,3-13 0,2-10 360,7-24 0,0-12-360,-8 7 0,-3-5 60,0-11 0,0-6 0,-5 5 659,1-8-764,-5 9 0,-3 15 45,-7 52-450,2-4 1,1 3 269,6 14 0,5 2 315,6-3 0,4-5 90,-2-10 0,2-11 1413,15-25 0,-2-16-1343,-17-3 1,-3-6-296,0-3 0,-1-4 0,-3 2-1079,-5-5 0,-4 4-560,0 6 1,-3 5 1130,-1 2 1,6 50-1,1 15 1</inkml:trace>
  <inkml:trace contextRef="#ctx0" brushRef="#br0" timeOffset="500561">20108 12294 7533,'-12'-27'3276,"0"1"-1245,0 32-2661,-1 30 135,6-6 1,2 4-1,3 13 0,2 2 315,3-6 0,1-3 585,1-5 0,4-8 674,25-17-854,-19-31 0,-2-11-75,4-1 0,1-4 0,-1-1 119,-2-1 1,-2-2 0,-1 2 150,-1 4 0,0 0 0,-1 7 299,6-7-1169,-10 54-1189,6 24 1,5 8 1568,-5-17 0,1 0 0,1 2 0,-1-2 0,1 1 0,1 1 0,-1-2 0,5 7 0,-1 1 0,0-1 0</inkml:trace>
  <inkml:trace contextRef="#ctx0" brushRef="#br0" timeOffset="501510">21068 12118 7533,'-25'-33'1799,"6"3"-810,2-5-629,5 17-720,-1 34 180,4 14 0,0 9 150,2-3 0,1 4 0,0 1-121,1-4 1,0 2 0,0 0 0,1-1 240,-1 9 0,1-1 0,0-4 314,3 12 1,-3-20 1484,-2-32-1709,5-35-240,-1 0 0,0-9 0,0-1 0,3-2 0,0-2 0,3-4-265,0 11 1,0-2 0,2-2 0,1 0-1,1 3 347,3-6 1,3 1 0,0 2-1,3 2 8,4-7 0,2 3 0,4 10 296,17 8 0,2 17-191,-7 23 0,-2 11-45,-1 3 0,-4 3 0,-11 2 0,-4 1 45,-2-2 0,-8 1 90,-25 11 0,-13 0-225,2-8 0,-3 0 90,2-3 0,-3 2 0,1-3 149,1-3 1,0-1 0,3 0-240,-1 5 0,6 3-855,5 4 1,11 0-785,18-10 1,8-1 1612,8 4 0,5-1 1,-2-11-1,4-2 0,-1 0 1,1 0-1,-1 1 1,0-1-1</inkml:trace>
  <inkml:trace contextRef="#ctx0" brushRef="#br0" timeOffset="501677">21413 12524 7533,'-19'-18'3276,"-5"8"0,11-6-6553,6 15 2945,8-7 1,33 39 0,-14-11 0,0-1 0</inkml:trace>
  <inkml:trace contextRef="#ctx0" brushRef="#br0" timeOffset="502312">21536 12100 7533,'-5'-25'2338,"3"-3"-2158,-3 9-180,5-5 630,0 22-90,0-6-1,0 8 451,0 0-810,0-7-810,5 5 720,2 17 45,2 18 0,0 11-45,-3 0 0,0 6 0,0-1-1,0-5 1,1 1 0,0 1 67,0 0 1,2 4-1,0-2 1,0-10 606,0-4 1,4-11 764,28-7-1034,-18-49 0,-4-18-286,-5 11 1,-1-2 0,0-4-384,-2 7 0,1-4 0,1-1 0,-1 1 0,-1 2 54,3-7 0,-1 2 0,-1-1 52,-2 8 1,-1-3 0,0 3 0,1 5-1572,3-7 1,2 15 860,4 24 1,0 22 0,-1 25-1</inkml:trace>
  <inkml:trace contextRef="#ctx0" brushRef="#br0" timeOffset="502472">22028 12488 10591,'-19'0'3276,"1"-8"-2476,11 7 0,29-31 0,13 3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24T14:48:01.625"/>
    </inkml:context>
    <inkml:brush xml:id="br0">
      <inkml:brushProperty name="width" value="0.09071" units="cm"/>
      <inkml:brushProperty name="height" value="0.09071" units="cm"/>
      <inkml:brushProperty name="color" value="#002060"/>
    </inkml:brush>
    <inkml:brush xml:id="br1">
      <inkml:brushProperty name="width" value="0.12095" units="cm"/>
      <inkml:brushProperty name="height" value="0.12095" units="cm"/>
      <inkml:brushProperty name="color" value="#002060"/>
    </inkml:brush>
  </inkml:definitions>
  <inkml:trace contextRef="#ctx0" brushRef="#br0">5440 2487 9332,'13'-10'539,"-2"2"-359,-11 8 90,0 0-270,5-7-270,-3 5 180,3-6 90,-5 8 1260,0 0-1260,5 0-90,-3 0 0,3 0-180,-5 0 180,0 0 450,0-8-360,0 6-90,0-6-1170,0 8 832,0 0 1,-5 24 0,-2 5 0</inkml:trace>
  <inkml:trace contextRef="#ctx0" brushRef="#br0" timeOffset="1377">4269 2893 11041,'-49'8'314,"14"7"1,-3 3-105,6-6 0,-2 0 0,0 3-377,-5 10 1,0 5-1,3-1 197,9-5 0,1 0 0,5 3-90,5 3 0,3 3 0,7 0 105,6 12 0,11-2-105,7-14 0,7-2 1,1-3-256,13 6 0,4-5-15,-9-8 0,2-3 0,0-3-300,0-6 1,0-2 0,-2-2 629,9 2 0,-4-6 0,-6-10 0,-5-7 0,-11-4 0,-1 1 0</inkml:trace>
  <inkml:trace contextRef="#ctx0" brushRef="#br0" timeOffset="2228">4586 2628 7533,'-14'-27'689,"1"-1"1,-10 5 0,-3 3-556,-4 4 1,-3 7-165,0 13 0,-2 8 0,-3 1-570,2-2 0,-1 2 0,-1 2 0,0 3 672,4 3 0,0 4 0,-1 3 0,2 0 0,-1 1 54,-3 3 0,-1 0 0,1 1 0,2 2 0,3 2-54,4 0 0,3 1 0,1 1 0,2 1 0,2 2-209,0 1 1,1 2 0,3 1 0,3 1 0,6-1 154,7 0 0,4 1 0,5 0 0,3-1 0,2-1-180,3 1 0,3-1 0,3-1 0,4-2 0,2-3 12,-1-9 0,3-1 0,2-2 0,1-2 1,2-3-1,0-2 24,7-1 0,1-2 0,2-5 0,0-3 0,0-5 216,3-6 0,1-5 0,0-4 0,-1-4 0,-4-3 161,-4-2 1,-3-3 0,-2-3 0,-1-2 0,-2-3 71,-1-3 1,-1-3 0,-3-3 0,-1-1 0,-4-1-108,-3-1 0,-2-2 0,-3-2 0,-3 0 0,-3 0-288,-4-2 0,-3-1 0,-3 0 0,-3-1 0,-2 2-18,-2 1 0,-2-1 0,-2 1 0,-3 2 0,-5 4 50,-2 4 0,-4 2 1,-2 2-1,-3 4 1,0 5-344,-7 3 1,-2 5 0,0 7-1,1 6 383,-9 12 0,3 9 0,10 7 0,14 13 0,15 5 0,20-12 0,1 1 0,-1 0 0</inkml:trace>
  <inkml:trace contextRef="#ctx0" brushRef="#br0" timeOffset="2893">5587 3351 7533,'-42'-9'3276,"14"1"-2235,-1 8-591,28 0-90,24 0-91,9 0 1,9 0-120,1 0 0,6 0 0,3 0-648,-4 0 0,2 0 0,2 0 0,1 0 174,-5 0 0,0-1 0,1 1 1,0 0-1,-1 1-126,-4 0 0,-1 0 1,1 0-1,-3 1 0,-1 1-454,14 1 0,-2 2 1,-7 1 903,3 0 0,-17 6 0,-40 20 0,-25-5 0</inkml:trace>
  <inkml:trace contextRef="#ctx0" brushRef="#br0" timeOffset="3316">6301 3193 7533,'-14'-38'2878,"25"13"-2248,38 25-361,-19 4 1,3 2 0,3 2-158,-1-1 1,2 2-1,1 0 1,-1 1-251,1 0 0,-1 2 1,0-1-1,-1 1 228,11 2 0,0 1 0,-5 1 90,0 5 0,-11 1 875,-13 6-560,-35-8 0,-14 1-645,1-3 0,-4-1 0,-2 1-167,-6 0 1,-3 1 0,-1 0 46,10-1 0,0 0 0,0-1 0,2-1-330,0-2 1,1-2-1,5-1-345,-3 2 1,14 0 944,25 2 0,18-16 0,12-9 0,2 0 0,4 3 0,0 0 0,0-1 0</inkml:trace>
  <inkml:trace contextRef="#ctx0" brushRef="#br0" timeOffset="4133">8109 3281 7533,'-20'31'764,"10"1"1,4 7-615,4 0 0,3 4 0,0 0-1,-1 1 1,1 0 0,-2-2 210,-2 9 0,1-4 989,0 2-899,-14-97-570,12 19 0,1-4 0,1-4-240,-1-5 0,-1-4 1,0-3-1,3-1-170,2 3 1,1-3 0,1-1 0,2 1 0,0 1 637,2 6 0,0 0 0,2 1 0,1 2 0,1 3 161,7-15 1,2 4 0,7 14 104,16 15 0,4 19-254,-16 18 0,-2 12 0,-2 2-60,-1 2 0,-2 2 0,-2 2 0,-2 0 0,-1 1 0,-5 0 30,-3 11 0,-10-2-46,-11-11 1,-9-4-90,-4-8 1,-6-7-226,-10-10 0,-2-6-405,5-1 1,2-4 289,4-4 1,5-4 384,6-6 0,33 1 0,11-2 0,9 0 0,-1-1 0</inkml:trace>
  <inkml:trace contextRef="#ctx0" brushRef="#br0" timeOffset="4561">8750 2663 7533,'-23'-37'468,"1"0"0,-1 0 0,1 0 0,-6 8 0,-1 3 0,-3 4 0,-2 2-298,-5 3 0,-4 2 1,-1 5-1,-2 9-826,3 10 1,-2 8-1,0 5 1,-1 4 0,2 2 546,9-4 0,0 2 0,0 2 0,0 2 0,2 1 0,0 3 0,2 1 99,4-2 0,0 2 0,1 1 0,1 2 0,1 1 0,1 1 0,1 0 0,2 1 0,2 0 149,1 1 1,2 1 0,1 1 0,2 1 0,1-1 0,2 1 0,1 0 0,1-2 0,1 0-115,1 5 1,-1 0 0,2 0 0,3-1 0,3-1 0,5-2-1,6-2-14,5-3 0,6 1 1,5-1-1,3-1 0,3-3 1,1-4-1,0-4 0,0-5 109,4-5 0,1-6 0,2-4 0,0-5 0,3-1 0,1-2-289,-6 0 1,3-1 0,2-2 0,1-1 0,0-2 0,0-2 0,-1-2-1,-3-3 1,-2-2 168,-1-4 0,-1-3 0,-2-3 0,-1-3 0,-2-1 0,0-1 0,-1-1 0,0 0 67,-1-1 1,1-2-1,-1 0 1,-2-2-1,0-1 1,-2 0-1,-3-1 1,-2 0-41,0-5 0,-3 0 0,-1-2 1,-3 0-1,-2-1 0,-3 1 0,-3 0-2,-3 1 1,-2 0 0,-2 0 0,-3 0 0,-2 0-1,-3 2 1,-2 1-92,-4-5 0,-3 1 0,-3 0 0,-3 2 0,-4 4 1,-2 4-265,-2 5 0,-3 3 0,-4 3 0,-1 2 1,-1 5-1,-2 4-195,-2 5 0,-4 4 1,-2 5-1,1 3 0,1 3 1,3 1 524,0 3 0,1 3 0,2 2 0,1 3 0,2 2 0,2 3 0,0 3 0,2 1 0,3 0 0,6 0 0,8 2 0,0-1 0,0 1 0</inkml:trace>
  <inkml:trace contextRef="#ctx0" brushRef="#br0" timeOffset="27649">2893 5962 8972,'-10'-10'1079,"2"2"-719,8 8 899,0 0-989,-8 0-450,6-8 270,-21 7 90,-5-15-180,-17 14-45,19-3 0,-1 2 45,-3 10 0,0 2 0,2-4 0,1 1 0,-4 9 0,1 4 90,3 1 0,1 3-90,-1 6 0,1 5 135,2 5 0,3 2-90,2-2 0,3 2 105,6-7 0,2 1 0,0-2 29,-1 6 1,1-1-90,1 5 0,4 0 45,5-7 0,4-3-225,1-9 0,5-1 540,22 1 0,7-5-630,-8-9 0,2-3 60,1-2 0,4-2 0,-4-3-330,2-7 1,-1-2-496,2 8 1,-2-1-541,-13-11 1,-3 2 1484,14 9 0,-25 2 0,-12 10 0</inkml:trace>
  <inkml:trace contextRef="#ctx0" brushRef="#br0" timeOffset="27977">3016 6526 7533,'-10'-9'3238,"3"-7"-2698,7 14 179,0 10-359,0 11-495,3 8 0,1 5-270,-2 4 1,-2 1-181,4 0 0,0 0 90,-4-1 1,0-3 494,8 2 0,2-49 0,8-17 0</inkml:trace>
  <inkml:trace contextRef="#ctx0" brushRef="#br0" timeOffset="28965">3140 5803 7533,'-16'-45'539,"-4"2"-359,1 27 0,-5 5 225,-5 0 0,-2 4 44,-9 1 1,-1 4-180,-3 4 0,-2 4-1,9 0 1,-1 3 0,1 1-405,-5 7 1,0 4 164,1-1 0,-3 4 0,4 0-100,12-4 1,3 1-1,-1 3 25,-1 4 0,-2 4 0,1 2 1,2-3 74,3 1 0,2-1 0,1 4-120,1 4 0,1 5 0,1 0 0,2-2-71,1-1 0,2-2 1,1 2 227,1-2 1,0 3-1,2-1 1,3 0 81,4 7 1,4-1 0,1 1-38,-3-9 1,0 2-1,2-1 1,3-1-68,5 0 0,4-1 0,1-1 0,1 0 45,-1-2 0,1-1 0,1-1 0,4-2 0,4-1 0,4-2 0,2-3 0,1-2 22,1-3 0,1-3 1,2-3-1,0-2-45,4-3 1,0-4-1,2-2 1,1-3-140,-5-2 0,2-4 0,0-1 0,-1-2 0,-1-2-180,2-4 1,-1-2-1,-2-2 1,1-3 287,-4 3 0,1-3 0,-1-1 0,-1-1 0,-3-1 54,1-6 0,-2-1 0,-2-2 0,-2-2 89,-1-5 1,-2-2 0,-1-2 0,-2-1-36,-4 4 0,-1-1 0,-1-2 0,-1 0 0,-3 1-37,-1 0 1,-2 1 0,-2 0 0,-1-2 0,-1 0-3,-1 2 0,-1-2 0,-1-1 0,-2 1 0,-1 0 0,-3 3 308,-3-4 1,-3 1 0,-2 2 0,-2 0 0,-2 2-109,-1 1 1,-3 0 0,-2 1 0,-1 3 0,-2 3-464,-9-3 1,-2 4 0,-2 3-1,1 4-652,-7 3 1,0 5 0,3 5-830,-9 6 1,8 5 1141,0 2 1,44-1 0,20-9 0</inkml:trace>
  <inkml:trace contextRef="#ctx0" brushRef="#br0" timeOffset="33666">2522 4780 7353,'-19'8'809,"3"17"-674,14 3 0,4 5 135,-2 15 0,0 2-150,0-16 0,0 1 0,0-2-120,0 14 0,0-6 629,0 2-539,0-50-90,0-16 0,0-7 45,0-17 0,0-4-222,0 8 0,0-2 0,0-1 177,1 9 0,1-1 0,0 0 0,1 1 90,1-8 0,1 2 0,4 3-79,2 5 1,4 1 0,2 7-282,5 4 1,3 11 358,2 15 1,-1 11 315,-6 11 0,-5 5-270,-7 5 0,-6 3-90,-4 6 0,-6-2-225,-11-8 0,-5-3 45,2-3 0,-3-3-67,-6-9 0,1-7-1147,1-9-360,5-10 1709,40 1 0,27-7 0,-11 11 0,1 0 0</inkml:trace>
  <inkml:trace contextRef="#ctx0" brushRef="#br0" timeOffset="33983">3016 4533 7533,'-17'0'2518,"-9"-8"-1798,-1 14-1170,-16 12 450,19 9 0,3 7 0,-7 4 0,3 6-164,10-6 1,3 4 0,1-1 223,1-1 0,0-1 0,5 0-180,4-2 0,3-1 0,5-1-349,10 12 1,9-8-567,1-18 1,3-5 1034,-3-1 0,1-6 0,21-17 0,-22-2 0</inkml:trace>
  <inkml:trace contextRef="#ctx0" brushRef="#br0" timeOffset="34700">3387 4780 7533,'0'-10'1619,"0"-13"-810,0 19-269,0-20 90,-8 15-540,-10-1-270,-25 18-90,16 3 0,-1 5 90,-7 9 0,0 3 225,2 2 0,3 3 135,1 5 0,5 2 45,8-8 0,5 1-90,3 2 0,8-2-91,10-5 1,5-3 45,15 13-720,-6-16 1,3-3-1620,18-8 2249,-19-1 0,1-4 0,10-22 0,-4-3 0</inkml:trace>
  <inkml:trace contextRef="#ctx0" brushRef="#br0" timeOffset="34899">3422 5098 7533,'-18'0'3276,"9"15"-3944,-7 21-681,14 11 1349,1-20 0,2-1 0,9 9 0,7-10 0</inkml:trace>
  <inkml:trace contextRef="#ctx0" brushRef="#br0" timeOffset="35383">3669 4657 7533,'0'-26'3238,"0"14"-2069,23 52-764,-11-5 0,-2 6-136,2 3 1,1 5 0,-3-1-601,-2-3 0,-1-1 0,-4 2 151,-4-5 0,-2 1 0,-2 0 0,-2-4-90,-1-1 0,-1-2 1,-3-1-151,-4 3 0,-2-1 1,-1-7-211,-4-9 0,1-5 652,-13 9 1,25-30-1,12 4 1</inkml:trace>
  <inkml:trace contextRef="#ctx0" brushRef="#br0" timeOffset="38132">3669 6650 7533,'-20'-8'-90,"12"6"809,42-14-314,-2 14 0,6 2-270,-4 1 0,4 0 0,3 1 0,1 2-754,2 2 0,3 3 0,1 0 0,2 1 0,0-1 580,-8-1 1,0 0-1,1 0 1,1 0-1,1 1 1,0-1 0,0 0-86,-2 0 1,1 1 0,0 0 0,1-1-1,0 1 1,0-2 0,0 0 0,-1-1 179,1-1 0,-1-2 0,1 0 0,0 0 1,0-1-1,-1-1 0,0 1 0,-1-1 21,3-1 0,0 1 0,-1-1 0,0 0 1,0-1-1,-1-1 0,-1 0-35,6-3 1,-1 0 0,-1-1-1,0-1 1,-1 0 0,-2 1 172,0 1 1,-1 0 0,-1 0 0,-2-1 0,0 0-158,2-2 1,-1-1-1,-2 0 1,-1 2 31,3 0 0,-2 0 0,-3 1 643,4-3 1,-6 0-1723,3 2 1988,-20 7-1629,-28 7 253,2 11-1152,-3 9 1634,6 9 1,1-17-1,-2-3 1</inkml:trace>
  <inkml:trace contextRef="#ctx0" brushRef="#br0" timeOffset="38526">6128 6473 7533,'-33'-27'1529,"21"9"-1079,53 26 89,-15 4 1,3 4-390,4 1 0,4 4 0,0 1-105,-1 6 1,0 2 0,-2 1 133,-1-2 1,-2 1 0,-3 3-150,1 3 0,-2 3 0,-12-3-87,-17 2 1,-11-1-214,-1 3 0,-9-4-60,-8-15 1,-7-4-1,0-2-75,-5 5 1,0-2-136,-1-5 0,2-1-450,16-4 1,4 0 989,4 1 0,29 9 0,10 0 0</inkml:trace>
  <inkml:trace contextRef="#ctx0" brushRef="#br0" timeOffset="39433">7334 6473 7533,'-19'-1'1259,"2"18"-989,12 13 0,3 9-91,0-1 1,0 4 0,1 1-30,0 6 0,1 1 0,1-2-30,-1-3 0,0-2 0,0-3 239,0 4 1,0-20 270,0-26-855,-3-32 0,0-16-15,1 17 0,0 0 1,-1-5-308,0-6 1,-2-5 0,2-3-1,2 1 475,2 8 0,1 0 0,2-1 0,0 1 0,0 1 229,0-5 1,-1 0-1,2 3 1,4 1-38,7-8 0,5 3 0,3 12 167,5 14 1,4 13-153,10 19 0,-1 13-45,-2 6 0,-3 5 0,-5-3 0,-7 4 314,-7 12 1,-12-2-450,-12-18 0,-8-5-360,-17 3 1,-9-6-316,4-9 1,-2-5 44,-3-5 1,2 0-451,10 8 1,4 0 1124,6-4 0,41 35 0,-1-24 0,0-1 0</inkml:trace>
  <inkml:trace contextRef="#ctx0" brushRef="#br0" timeOffset="39643">7728 6809 8792,'-19'15'2878,"2"28"-5486,10-1 1798,6-9 1,2 0 809,6 4 0,16-40 0,2-21 0</inkml:trace>
  <inkml:trace contextRef="#ctx0" brushRef="#br0" timeOffset="40400">7925 6033 7533,'-18'-22'539,"0"0"1,-2-3 0,-3-3-315,-9-6 0,-3-2-76,8 11 1,-1 1 0,-3 0-128,0 2 1,-2-1-1,-2 1 1,1 3-220,-6 2 1,-1 4 0,-2 2 218,-1 1 1,-3 0-1,0 5 1,1 6-113,4 10 0,2 7 0,-1 4 0,1 2-18,2-3 0,0 2 0,0 2 0,1 3 0,1 2-217,4 3 0,1 3 0,1 3 0,0 1 0,2 0 1,2 0 383,2-4 1,1-1 0,2 1 0,0 0 0,1 2 0,1 2 30,1 3 0,1 2 0,0 2 0,1 1 0,2 0 0,1-1 0,2-3 18,0 3 0,2-2 0,2 0 0,3 0 0,1 2-224,1-1 0,1 2 0,2 1 0,2-1 0,3-1 0,4-3 26,4 1 0,4-2 0,3-2 0,3-3 0,3-1 45,0-7 0,3-2 0,2-1 0,3-2 0,1-2 0,1-1 105,5-1 0,3-1 0,1-2 0,2-2 0,1-4 0,0-3-192,-3-4 0,0-3 0,2-3 0,0-2 0,0-2 0,-1-1 0,0-2 247,-1-1 1,0-1 0,0-2-1,-1-2 1,0-2 0,-2-2-1,-1-3 0,-2-3 1,0-3 0,-1-3 0,-2-1-1,-1-2 1,-2 1 0,-2-1 48,-1 1 1,-2 0 0,-2-1 0,-2-1 0,-2-2 0,-3-2 66,-4-2 0,-3-2 1,-2-3-1,-2-1 1,-2 1-1,-1 1 1,-3 2-107,0-5 1,-3 3 0,-3 1 0,-2-2 0,-3-1-75,-2 0 0,-2-2 1,-2-2-1,-2 0 1,-1 1-1,-2 2 1,0 5-83,-4 0 0,-2 3 0,-2 3 0,-1 1 0,-1-1 49,-1-3 0,-1-2 0,-1 2 0,-2 6 0,0 9 152,-14 8 1,-1 12 0,7 6 0,11 3-1,6 6 1,7 14 0,0 1 0</inkml:trace>
  <inkml:trace contextRef="#ctx0" brushRef="#br0" timeOffset="43932">8134 5486 7533,'-7'-26'2608,"2"14"-2338,-1-11 180,5 21-450,-10 18 270,4 29-315,4 0 0,0 6-105,-1-15 0,0 0 0,1 2 0,2 3 0,1 1 0,0-2 105,-1 3 0,2-4-225,-2-6 1,3-15-1081,4-26 91,-1-29 899,-4 4 0,-1-4 405,1-7 0,-2-1 315,-2-3 0,-1-2 149,2 15 1,0-1 0,0 2 254,-2-13 1,2 3-270,3 11 0,4 4 224,12-12-449,20 39 0,-12 4 0,0 5-45,5 8 0,-3 6-46,-7 4 1,-2 3-45,-1-2 0,-5 2-405,-12 7 1,-10-1-361,-11-9 0,-6-3 360,-2 2 1,-3-5-91,-6-12 0,2-4-1259,-6 3 360,24-14 1259,23 0 0,25 6 0,15-6 0</inkml:trace>
  <inkml:trace contextRef="#ctx0" brushRef="#br0" timeOffset="44410">8602 5415 7173,'0'-17'2339,"6"7"-1890,1-14 361,0 20-181,-2-19-539,-21 13 0,-5 8-450,-5 7 1,-1 8 359,-3 17 0,2 8-60,8-11 0,0 0 0,2 3 3,1 11 0,2 3 0,5 1-3,5-1 0,5 1 0,3-1-270,3-5 0,3-2 1,3-1-346,7 10 1,6-6-136,5-11 1,1-9 809,8-8 0,-8-4 0,-20-18 0</inkml:trace>
  <inkml:trace contextRef="#ctx0" brushRef="#br0" timeOffset="45116">8823 5662 7533,'-6'-8'2518,"-5"14"-2248,9 27-270,-3-6 0,-1 3-45,5 17 0,1 2 225,-3-3 0,0-2-135,3-5 0,0-5 405,0 1-495,0-58 0,0-18 45,0-5 0,0-6 22,0 11 1,0-3-1,0-2 1,0 2-35,1 5 1,0 0-1,0 1 1,2 1 71,1-4 0,2 1 0,2 4-150,-1-4 0,6 11 270,28 21-900,-13 44 1125,-7-7 0,-1 4-46,-11 3 1,-3 1 135,4-1 0,-4-2-293,-13-2 1,-8-3-383,-2-8 1,-4-5 44,-4-1 0,-2-4-225,-4-5 0,2-4-449,-4-10-1620,10 6 2429,39-6 0,7 17 0,4 6 0,11-1 0,0 1 0</inkml:trace>
  <inkml:trace contextRef="#ctx0" brushRef="#br0" timeOffset="46533">9107 5874 5824,'0'-18'0</inkml:trace>
  <inkml:trace contextRef="#ctx0" brushRef="#br0" timeOffset="47532">9094 5874 5824,'7'-18'0,"-1"0"0,-6 9 0,0-7 539,0 6 1,-6 0-540,5 3 90,-5-1-360,6 6 450,0-6 90,0 0-180,0 6-180,0-6 0,0 8 180,0-8-180,0 6-90,0-13 0,0 13-90,0-6-89,0 8 89,0 0 270,0 8 0,6-6 0,-5 6 0,5-8 270,-6 7 449,0-5-449,0 6 0,0-8-585,0 0 0,-6 16 0,-1 4 1</inkml:trace>
  <inkml:trace contextRef="#ctx0" brushRef="#br0" timeOffset="48366">9082 5891 7263,'0'-9'809,"0"-7"-179,0 6-360,0-8 360,0 1-1,0 7-179,0-6-180,0 14-270,0-5-270,0 7-90,0 0-90,0 7 181,5-5 179,-3 6 90,3-8 0,-5 8 539,0-6 1,0 6-270,0-8 1349,0 0-900,0 16-179,0 11-720,-2-2 0,-1 3-405,2 7 1,0 0-361,-2-6 1,1-1 44,1 0 1,2-5 899,4-5 0,8-42 0,6-15 0</inkml:trace>
  <inkml:trace contextRef="#ctx0" brushRef="#br0" timeOffset="49210">9574 5503 7533,'-7'-47'269,"4"18"1,0 1 540,3 7 719,0-20-270,0 29-179,-5 28-856,-1 17 1,0 12-248,1-9 1,1 4 0,-1 1 0,0 1-174,0-1 1,0 1-1,0 1 1,1-1 150,0 4 0,0 1 0,1-1 0,2-2 15,-1 0 0,2-2 0,2-5 30,0-2 0,2-5-539,3 9-541,10-55-269,-9-3-810,15-24 2159,-4 5 0,6-5 0,-1 8 0</inkml:trace>
  <inkml:trace contextRef="#ctx0" brushRef="#br0" timeOffset="49760">10079 5662 7533,'7'-35'3276,"-2"7"-2505,-5 3 669,-5 7-901,-8 8-449,-11-5-450,-19 13-269,4 2 269,9 10 0,1 5 270,5 2 0,3 4 90,-5 7 0,2 4 45,4 6 0,4 3 270,4-1 0,4 2 44,3 6 1,5 0-90,7-7 0,4-2 90,3-1 0,3-5-225,1-13 0,3-3-90,4 1 0,3-4-405,17-13-1125,-17 0 1,-1-2-1793,5 0 3129,-3-7 1,-33 16-1,-4 1 1</inkml:trace>
  <inkml:trace contextRef="#ctx0" brushRef="#br0" timeOffset="53366">2434 8837 7533,'0'-18'3276,"0"9"-1785,-8-15-861,6 20-271,-21-19-359,-5 21-315,0 0 1,-4 4 269,-11 11 0,-3 7-20,7-2 1,-3 3-1,0 3 267,8-2 1,0 2-1,0 1 1,1 2-24,-2 2 1,1 2 0,1 1 0,1-1-90,5-2 0,2 1 0,1-1 0,2 1-120,0 5 0,4 1 0,6-1-240,6 9 0,12-2 0,11-4 1,11-6-181,12-5 0,8-7-84,-9-5 0,3-3 0,0-5-36,3-8 1,0-6-1,1-1-360,-1 2 1,0-1 0,-2-1 929,-8-2 0,-2 0 0,-3 2 0,-1 2 0,-5 4 0,-1 12 0</inkml:trace>
  <inkml:trace contextRef="#ctx0" brushRef="#br0" timeOffset="53733">2522 9454 7533,'10'-9'2968,"6"-7"-1979,9 6-764,1 1 0,1 1-135,22-2-405,-21 7 0,-5 6-44,-13 14 269,-20 19 314,-9-10 1,-5 1-45,4-1 0,1 2-90,-4 7 0,3-1-315,8-10 0,6-1-854,22 20-270,13-25 359,4-20 1,3-4 989,13 2 0,-23-7 0,-1-1 0,0 2 0</inkml:trace>
  <inkml:trace contextRef="#ctx0" brushRef="#br0" timeOffset="54665">2487 8361 7533,'-21'-31'839,"-1"1"1,-3 1-1,-3 3-254,-9 1 0,-4 5-466,10 8 1,-2 3 0,-1 5-559,-11 6 1,-2 6-1,0 5 506,7 0 1,-1 3 0,1 3-1,0 4-467,3 0 1,1 3-1,0 3 1,1 2-1,0 1 340,5-2 0,0 2 0,1 2 0,1 1 0,2 1 1,1 1-15,2 1 1,1 2 0,2 1 0,1 1 0,2 2 0,0 0 188,3-3 1,0 1 0,1 2-1,2 0 1,1 0 0,2 1 0,2 0-231,2 2 1,3 1-1,2 1 1,1 0-1,2-1 1,1 1-1,2-2 102,0 1 0,1 0 0,1-1 0,1 1 1,3-2-1,2-1 0,3-1-193,2-2 1,3-1-1,1-1 1,3-1-1,2-2 1,1-2-1,1-3-34,6 1 1,3-2 0,2-2 0,1-4 0,1-3 0,1-5 164,0-4 0,2-4 0,2-4 0,-1-2 0,1-3 0,-1-2 62,-5-2 0,0-2 0,0-1 0,1-3 1,-2-1-1,0-2 0,-1-1-77,5-5 0,-1-2 0,-1-3 0,-1-1 0,-2-1 0,-1-2 240,-4 0 0,0-1 0,-2-2 0,-2-1 0,-1-1 0,-2 0 248,2-7 0,-3-2 0,-1 0 0,-4-2 0,-3 0-93,-4 1 1,-3-1 0,-3-1 0,-3 0 0,-2 0-127,-3 1 1,-2 0 0,-4 0 0,-1-1 0,-4 1-180,-1 4 0,-2 0 0,-3-1 0,-1 2 0,0 0 0,-1 3 22,-5-9 1,0 2 0,-3 3-1,-4-1-569,2 9 1,-3 0 0,-3 0 0,0 1 0,1 4 0,3 5 416,-6 0 0,2 5 0,-1 3 0,-4-3 0,-1 1 0,6 12 0,-8 31 0</inkml:trace>
  <inkml:trace contextRef="#ctx0" brushRef="#br0" timeOffset="55465">3634 9472 7263,'39'-16'188,"0"0"1,0 0 0,0-1 0,-3 0 0,2-3 0,2-2 0,1-1 0,1-1 0,0 0 0,0 0-139,-6 2 0,1 1 0,-1-1 0,1 0 0,1-1 0,1 0 0,0-1 0,1 0 0,2-1-324,-3 1 1,2 0 0,1-1 0,2 0 0,0-1 0,1 0 0,-1 0 0,1 0 0,-1 0 0,-1 0 0,-1 1 0,-1 0 52,0 0 1,-1-1-1,0 1 1,-1 1 0,-1-1-1,0 1 1,1 0 0,-1-1-1,1 1 1,2-1 220,-2 1 0,1 0 0,2 0 0,-1-1 0,1 1 0,0-1 0,-1 1 0,-1 1 0,-1 0 0,-2 1 0,-1 1 158,10-6 1,-2 1-1,-3 1 1,0 1-1,-2 0 1,0 1-69,2-1 0,0 0 0,-2 1 0,-3 2 0,-4 4 510,5-4 1,-7 8-601,-2 13-359,-34 18-811,-7 9 1959,-6-7 0,13-20 1,7-20-1</inkml:trace>
  <inkml:trace contextRef="#ctx0" brushRef="#br0" timeOffset="55815">6042 7814 7533,'-24'-25'1259,"21"-3"-944,18 6 0,11 1 14,1 7 1,5 2 0,3 1-407,0 1 1,2 0 0,2 2-1,-1 0 302,1 2 0,1 1 0,0 1 0,-1 2 14,10 1 1,0 3 0,-5 5 26,3 6 0,-12 9 138,-20 6 1,-13 7-615,-15 3 0,-13 4 1,-1-3-31,4-8 0,-1-3 0,-1 3 240,0 6 0,-3 4 0,3-3 0,9-13 0,11-11 0,17 2 0</inkml:trace>
  <inkml:trace contextRef="#ctx0" brushRef="#br0" timeOffset="56566">10238 6033 7533,'-5'-18'3238,"3"0"-1709,-3 8-1169,-1 3-1350,5 30 1,-4 22 134,4-13 1,2 1-316,-1 3 1,0-2 1169,0 4 0,16-15 0,5-23 0</inkml:trace>
  <inkml:trace contextRef="#ctx0" brushRef="#br0" timeOffset="56849">10473 6033 10141,'2'30'-390,"1"0"0,-4 6 1,-2-1 74,4-6 0,-3-1-585,-16 0 1,-4-5 180,-8-14 719,-13-3 0,36-29 0,15 3 0</inkml:trace>
  <inkml:trace contextRef="#ctx0" brushRef="#br0" timeOffset="57332">11088 5609 7533,'-19'-33'3276,"-5"11"-2415,0-11-141,-8 23-360,-15 10-495,19 10 0,-1 6-90,-3 4 0,1 5 270,-1 11 0,3 6-130,11-11 0,1 2 0,3 1 264,3 4 1,2 1 0,3 0-30,0-3 0,1 1 0,5-2-330,10 11 0,8-4-405,2-13 1,6-5-316,8-9 1,5-5 899,2-4 0,-1-4 0,-10-2 0,-1 0 0,-3 0 0,0 0 0</inkml:trace>
  <inkml:trace contextRef="#ctx0" brushRef="#br0" timeOffset="57749">11100 6050 7533,'11'-25'3276,"3"-3"-2505,21 9-501,4 3-450,-6 32 180,-10 3 180,-34 17-45,0-15 0,-4 1 225,-6-3 0,-2-1-46,1 3 1,0 1-315,-9 13-90,8-7-719,21-3-1260,20-7-629,20-8 2698,2-3 0,-14-12 0,0-5 0,13-10 0</inkml:trace>
  <inkml:trace contextRef="#ctx0" brushRef="#br0" timeOffset="58249">11494 5345 7533,'-7'-44'2069,"2"23"-1710,16-3 451,8 48-181,-1-4 1,1 5-300,-2 7 0,-1 7 0,0 2-635,-4-4 1,0 2-1,-1 3 1,-1 0 375,-1 0 1,-1 3 0,0 0 0,-1 0 0,-2 0-144,-1-3 0,-2 1 0,0-1 0,-2-1 1,-2 1 8,0 7 0,-3 1 1,-2-2-1,-3-3 33,-5 0 0,-5-4 0,-1-4-300,-1-7 0,-1-4 1,-2-3-706,-10-5 1,2-1 1034,6 4 0,5-3 0,3-12 0,15 17 0</inkml:trace>
  <inkml:trace contextRef="#ctx0" brushRef="#br0" timeOffset="150559">24600 3228 9242,'-13'-18'1439,"2"8"-1169,11 3 0,-6 7-1,5 0 91,-4 0 0,-1 0 180,5-8-180,-5 6-91,1-14 181,3 14-270,-9-13 180,10 13 90,-10-6-181,9 8-359,-3-8-809,-1 6 809,5 33 0,-2 13 0,1 8 60,0-6 0,1 4 0,4 1-575,1-12 1,2 3-1,1 0 1,1-1-1,0-3 425,2 10 0,0-4 1,5-3 209,4 1 0,4-2 0,2-14 599,6-19 1,-1-12 269,0-5 1,-3-9-720,-5-6 0,-2-5 0,-2-1-61,-4 0 1,-1 0 0,-1 0 60,8-11 0,-4 2-135,-9 8 0,-2 13-854,1 43 134,-2 5 0,3 6 315,3-4 1,4 1-1,3-3 450,14 8 0,7-9 854,9-10 1,1-12 693,-6-14 0,-2-12-823,-12-4 0,-1-8 0,-5-4-1415,-6-8 1,-6-6-1,-2 1 31,0 1 0,0 0 0,-6 1-391,-6 3 1,-4 1 0,-5 8 959,-8 8 0,-3 13 0,-2 25 0,1 12 0,1 5 0,0 0 0</inkml:trace>
  <inkml:trace contextRef="#ctx0" brushRef="#br0" timeOffset="151554">25449 2981 7533,'0'-35'2518,"0"-1"-1079,6-7-1124,-7 13 0,-2 0-225,-4 5 0,-4 1 0,-6-4 0,-4-1 0,-7 3-863,-7 8 0,-7 4 0,-4 2 0,2-1 660,0 0 1,0 0-1,-2 2 1,0 1 112,4 4 0,0 0 0,-1 1 0,-1 4 0,0 4-45,0 4 0,-2 3 0,0 4 0,0 1 0,3 3 0,2 0 117,1 2 0,4 2 0,1 2 0,0 2 0,-1 4-117,5-4 0,-1 3 0,-1 2 0,0 2 0,1 1 0,2 1 0,1-1 0,4 0 45,-2 5 0,4-1 0,2 1 0,1 1 0,2 3 0,1 1 11,3 0 0,0 2 1,1 2-1,2 2 0,1 0 1,1 0-1,2-2 0,2-2-11,0 5 0,3-2 0,1 0 0,3-2 0,1 1 0,2 0 25,2-3 1,0 0 0,2 1 0,1 0 0,3-2-1,2-3 1,4-2-11,4 0 0,3-2 0,3-2 0,3-2 0,2-3 0,1-4 45,2-3 0,3-3 0,2-3 0,1-2 0,1-2 0,0-1 59,3 0 1,1-2 0,2-2 0,-1-1 0,0-4 0,-1-2 120,-4-2 0,-1-3 0,0-2 0,0-2 0,-1-3 0,0-2 42,-1-2 1,0-3 0,1-2-1,-1-2 1,-2-3 0,0 0 0,-3-3-91,-1-1 1,-2-3 0,-1-1-1,-1-3 1,-2 0 0,0-2 0,0-1-193,-2 1 0,0-3 0,0 0 0,-1-2 0,-1 0 0,-1-1 0,-2-1 0,-1 1-136,0 0 1,-2-1-1,0-1 1,-2 0 0,-1 0-1,-2 0 1,-2 0 0,-2 1 237,-3-2 1,-1-1 0,-3 1 0,-1 1 0,-3 0-1,-2 1 1,-2 2-73,-2 0 0,-2 0 0,-2 1 0,-3 3 0,-2 1 0,-3 4 153,-6 0 0,-2 3 0,-4 3 0,-2 3 0,-3 4-423,-2 5 0,-5 3 0,-2 4 0,0 2 1,0 3-1,4 2 240,-8 4 0,2 4 0,1 3 0,1-1 0,3-1 0,-2-1 0,5 2 0,8 5 0,7 16 0,1 1 0</inkml:trace>
  <inkml:trace contextRef="#ctx0" brushRef="#br0" timeOffset="152720">23985 4322 7533,'25'-28'869,"0"1"1,-4 4-1,-5 3 121,-4 2-900,-19 10-90,-15 16 0,-7 8-225,-11 4 0,-3 5 165,10-6 0,-3 2 0,-2 3-252,7-4 0,-3 3 0,-1 1 0,-2 1 0,0 0 1,1-1 415,-1 1 1,0-1 0,0 1 0,-1-1 0,0 2 0,0-1 23,2 0 1,-1 1-1,1 0 1,-2 0-1,1 0 1,-1 0 0,0 0 115,-3 0 0,-1 0 0,-1 1 0,1-1 0,0-1 1,1 1-1,2-2-304,-4 4 1,1 0-1,2-1 1,0-1 0,-1 0 133,4-4 1,0-1 0,-1 0 0,1 0 0,1-2 0,2 1-165,-7 3 0,3-1 0,0 0 0,0-1-293,0-1 1,-1 0 0,2-1 0,2-2 22,-10 8 1,3-3-406,-5 1 1,6-3-316,10-2 1,13-10 1121,18-8-42,18 8 0,8-22 0,11 2 0</inkml:trace>
  <inkml:trace contextRef="#ctx0" brushRef="#br0" timeOffset="153087">22225 5221 7533,'-12'-45'3276,"-1"18"-3044,-26 34-322,14 12 0,-1 9 0,-3 2-514,-2-1 0,-4 2 1,0 1-1,0 3 730,3 0 0,0 2 0,0 1 0,0 1 0,1-2 35,1-1 1,0-1 0,0-1 0,2 0 0,3 0 313,0 1 0,2-1 0,2-1 1,3-2-431,-6 12 0,14-9 945,50-9-361,-10-29 1,5-9 0,4-1-653,-2 3 1,2 0-1,2-1 1,0-3-634,-4-2 1,1-3-1,0-1 1,0 1 0,-1 2-165,5-1 1,0 2 0,-2 1 0,-3 1 765,-1-4 0,-3 2 0,-7 10 0,-3 25 0,-38 5 0,1 1 0</inkml:trace>
  <inkml:trace contextRef="#ctx0" brushRef="#br0" timeOffset="153865">20403 6068 7533,'13'-18'1439,"16"1"540,-2-9-1305,-3 13 1,0-1 494,3-22-449,-9 1-720,-46 8-450,-3 11 0,-7 6 0,3 9 1,-3 4-1,-1 1 20,0 0 1,0 2-1,2 4 40,1 3 0,2 5 1,6 4 119,-4 18 0,14 6 390,17-14 0,8 2 0,4 0 149,5 5 1,6 0 0,4-2-259,-1-8 1,2-2-1,3-1 0,0-2 409,10 3 0,0-4 0,-1 0-181,-9-3 1,-2 1 0,-3-4-60,16 11 315,-54-10 0,-15-3-46,-13-7 1,-7-4-420,15 4 0,-1 1 0,-2-2-345,-4-5 0,-3-1 1,0-2-1,6 0-495,-6 2 1,4-2-586,-16 3 1,17-5 1394,38-5 0,19-1 0,11 2 0,9-3 0,-1 0 0</inkml:trace>
  <inkml:trace contextRef="#ctx0" brushRef="#br0" timeOffset="154516">20920 5662 7533,'-11'-25'1092,"-1"-1"0,1-1 0,-4-1-841,-11-7 0,-6 0-536,8 9 1,-3 2-1,-3 3 315,-13 4 0,-4 5 0,-3 2-352,10 1 0,-2 1 0,-1 2 0,-1 5 358,3 5 0,-1 4 0,0 3 0,-1 2 0,2 0-280,-3 3 0,0 1 0,1 3 0,0 1 1,1 3 243,5 0 0,1 1 0,0 3 0,1 1 0,1 2 0,1 1-179,2 0 1,0 2-1,1 1 1,1 2-1,1 0 1,0 2-1,3 0 281,0 2 1,1 1 0,1 1 0,1 0 0,2 2 0,0-1 0,2 2-14,0 0 1,1 0 0,0 2 0,2 0 0,2-1 0,3 1 0,2 0-221,2-2 1,2 0-1,2 1 1,2-1 0,2 0-1,3-2 1,4-2 25,3 2 0,4-1 0,3-1 0,3-2 0,3-2 0,2-4 45,5-1 0,4-3 0,4-3 0,1-2 0,0-2 0,0-2 75,-3-3 0,1-1 0,0-2 0,0-3 0,3-3 0,2-3 108,0-5 1,4-4 0,1-3 0,2-2-1,0-2 1,-2-1 0,-2-2 0,-3 0 55,-1-2 1,-2-2 0,-3-1 0,0-2 0,0-2 0,2-2-201,-2 1 1,2-2 0,0-2 0,1-1 0,-1-1 0,-2 0 0,-3 0 0,-4 0 110,3-6 0,-4 1 0,-3-1 0,-2-3 0,-2-5 0,-6 5 0,-1-4 0,-2-3 0,0-2 0,-2 0 0,-2 0 0,-2 2 0,-1 4-64,-2-7 1,-3 3-1,-2 1 1,-3 0-1,-1-5 19,0 7 0,-2-3 0,0-3 0,-2-1 0,-1 1 0,-2 3 0,-2 3 0,-2 5-99,-8-2 0,-2 5 0,-4 3 0,-1 3 0,0 1-306,-10-6 0,-2 3 1,0 4-1,2 7 556,1 9 1,3 6 0,4 2 0,-13 4 0,53 6 0</inkml:trace>
  <inkml:trace contextRef="#ctx0" brushRef="#br0" timeOffset="158937">25055 7497 7713,'6'-28'2068,"1"3"-1708,5 15 90,0-6 0,1 6-91,-7-7-269,-1 7 0,-5 2 360,0 0-720,-5-2 360,-7 1-90,-7 1-360,-22 8 270,18 0 270,-21 4 0,-7 7-120,21 3 0,-1 4 0,-1 1-15,-1-1 0,-2 2 0,-1 1 0,3 3-139,0 5 0,2 3 1,2 2-1,4 2 116,3 0 1,4 1-1,3 2 1,1 0-203,3 1 0,1 1 0,4-1 1,4 0-65,6 7 0,6-2 0,5-2 34,3-5 0,5-2 0,5-6 210,4-9 0,5-6 0,1-6 90,-1-6 0,1-6 0,0-5 150,0-6 0,-1-5 0,-3-3-1,-4-3 1,-3-3 0,-3-1 60,-3 0 0,-2-2 0,-3 3 554,2-5 1,-6 3 134,-6-5-2608,-13 35-287,-11 43 826,12-9 1,4 4 1079,5 7 0,5 0 0,3 0 0,5-1 0,8-5 0,1 0 0</inkml:trace>
  <inkml:trace contextRef="#ctx0" brushRef="#br0" timeOffset="159571">25326 7232 7533,'-6'-35'749,"0"-1"1,-8-7-1,-7 0-524,-3 8 0,-8 4-739,0 7 1,-6 3-1,-1 5 574,-1 6 0,-2 4 0,-3 4-60,1 2 0,-3 3 0,-1 3 0,1 3-18,9 1 0,1 3 0,-1 2 0,1 3 0,-1 2-464,-3 3 1,0 4 0,-1 2 0,0 1 0,2 2 0,2 0 585,3-2 1,2 0 0,2 2 0,0 1 0,1 2 0,1 3-94,5-2 0,-1 4 1,1 2-1,1 1 0,1 1 1,2-1-1,1-1 0,3-1 34,-1 1 1,2-2-1,2 0 1,2 0-1,3 2 1,2 1-162,3 2 0,3 4 1,2 1-1,2 0 0,3-1 1,3-3-1,3-4-46,4 0 0,4-3 0,4-4 0,3-1 1,3-2 206,1-2 0,5 0 0,2-2 0,2-2 0,1-4 0,0-5 29,-1-4 1,1-5 0,1-2 0,1-4 0,0-2 0,1-3 27,-1-4 1,2-3 0,1-3 0,0-3 0,0-1 0,-2-2 0,-1 1 106,1-4 1,-1-1 0,-1-1 0,0-2 0,-2-1 0,0-2-196,-5 2 0,0-2 0,1-1 0,-2 0 0,-2-2 0,-1-1 0,-3 0 76,-1-3 0,-2-2 0,-3-1 0,-2-1 0,-1 0 0,-3 0-55,1-7 1,-4-1 0,-2 0 0,-2-1 0,-4 2-295,-2 2 1,-4 0 0,-1 1 0,-3 0-1,-2 2-348,-3-5 0,-3 0 0,-2 4 0,-1 4 607,-7-10 0,-4 12 0,0 17 0,0 8 0,1 12 0</inkml:trace>
  <inkml:trace contextRef="#ctx0" brushRef="#br0" timeOffset="160838">24993 4815 5914,'-13'0'1079,"-3"0"-629,15 0 449,-5 0-629,1 0 630,3 8-496,0 22 1,-1 13-248,2-11 1,1 4-1,1 3 1,-1 5-518,0-7 0,0 5 0,0 3 0,0 2 0,0 1 0,0 0 0,0 0 1,0-3 269,-1 4 0,1-1 0,-1 0 0,0 0 0,0 1 0,0-1 0,0 1 90,1-2 0,-1 1 0,0 1 0,0 0 0,0-1 0,0-1 0,0-2 0,1-3-33,-2 5 1,2-2-1,-2-2 1,1-2 0,-1-2 414,-2 3 0,-1-2 0,0-3 1,2-3-293,2 7 0,-1-3-315,-4-1 0,1-8-405,5-21-629,-5-26 1317,-2-9-1407,-11-8 1814,-1-8-465,-6 5 0,16 13 0,0-1 494,-3 4 1,0-1 179,5-3 1,0-1 1034,-10-10-1169,10 12 0,12 64-91,3-1 1,3 6-420,0-1 0,1 3 0,2 0-278,-1-9 0,0 0 0,2-1 0,-1-3 158,2 4 0,0-2 0,4-7 585,15 3 0,1-18-316,-6-31 1,-2-15-270,-5-2 0,0-5 1,-2-3-731,-6 7 1,0-1 0,-2-1 0,0 2 734,0-5 1,-2 0 0,-2 5-1,-3 2 1,-7 10 0,-20 18-1</inkml:trace>
  <inkml:trace contextRef="#ctx0" brushRef="#br0" timeOffset="161772">21499 6756 7533,'-12'-20'-360,"-6"-11"990,-7 11 89,5-7-179,2 1-270,7 16 269,10 3-898,-5 7 718,22 23-59,4-3 0,6 3 0,4 3-318,-2-3 0,2 1 0,4 2 0,1 0 0,3 0-367,-3-3 0,3 0 0,1 1 1,2-1-1,1 0 0,2 1 1,2-1 339,-6-4 0,2 1 0,2 0 0,2-1 0,0 0 0,0 1 0,1-1 0,-2 0 0,0 0 0,-2-1-12,3 2 1,-1 0 0,-1-1 0,-1 0 0,1 0-1,0 0 1,1 0 0,1 1 92,-4-3 0,2 0 0,1 0 0,1 1 0,0-1 0,-1 0 0,-1 0 0,-1 0 0,-3 0 0,-3-1 72,11 7 0,-4 0 0,-3-1 0,0 0 0,-1 0-46,1-1 1,-1 0-1,0 0 1,-2 0-1,-4-1 238,5 4 0,-4-1 0,-6-2 104,-5-1 1,-4-2 315,2 7 719,-22-25-1619,5-10 1662,-3 1-3011,3 1-1170,1 8 2699,1 0 0,10 15 0,2 5 0</inkml:trace>
  <inkml:trace contextRef="#ctx0" brushRef="#br0" timeOffset="162166">23664 7444 7533,'-13'-40'3148,"19"25"-2878,12 30 0,6 13 44,9 2 1,4 5-135,-11-5 0,3 5 0,-1 1 0,-2-2-103,3 2 1,-2-1 0,-2 2 162,1 3 0,-2 3 0,-8-5 119,-11-4 1,-10-7-83,-20-11 0,-10-7-157,2-2 0,-3-2 0,-2-1 59,-9-3 1,-2-1 0,1 1-720,1 3 1,0 1-1,3 2-1099,-7 0 1,7 3 1540,14 1 1,8 6 0,19 7 0,6 3 0,4 0 0,0 1 0</inkml:trace>
  <inkml:trace contextRef="#ctx0" brushRef="#br1" timeOffset="211039">20625 7426 8392,'29'23'0,"-1"1"0,1 0 0</inkml:trace>
  <inkml:trace contextRef="#ctx0" brushRef="#br1" timeOffset="211222">20834 7814 7328,'29'8'-46,"-1"0"1,5 2 0,0-1 0</inkml:trace>
  <inkml:trace contextRef="#ctx0" brushRef="#br1" timeOffset="211400">21388 8096 7598,'13'18'-209,"21"0"0,5-1 0</inkml:trace>
  <inkml:trace contextRef="#ctx0" brushRef="#br1" timeOffset="211589">22077 8237 8497,'0'20'-219,"24"0"1,12-1-1,2-4 1,-1 0 0</inkml:trace>
  <inkml:trace contextRef="#ctx0" brushRef="#br0" timeOffset="211790">23099 8414 6273,'24'12'-30,"0"1"0,11 3 0,7 1 0,2 1 0,-7-2 0,1 1 0,0-1 0,-1 0 1</inkml:trace>
  <inkml:trace contextRef="#ctx0" brushRef="#br0" timeOffset="211956">23985 8590 7533,'5'-25'-270,"8"5"-270,17 2 540,2 11 0,5-9 0,-6-4 0</inkml:trace>
  <inkml:trace contextRef="#ctx0" brushRef="#br0" timeOffset="212866">20416 7743 8882,'-7'0'899,"12"-15"-899,15-28 60,-6 16 0,3-3 0,0-2 30,0-8 0,0-2 0,1-1-90,2-1 0,1 1 0,-1 3-225,1-6 0,2 9 90,-4 16 1,3 11-136,3 23 0,3 9-180,4-4 0,4 0 1,-1 1 449,-6 0 0,0 1 0,3-4 0,12-3 0,5-5 0,-3-2 0,-12-4 0,0 0 0,-1 0 0</inkml:trace>
  <inkml:trace contextRef="#ctx0" brushRef="#br0" timeOffset="267972">27566 3140 7263,'-25'-8'1259,"11"6"-1079,-2-14-180,15 14 540,-5-6-91,6 1 1,0 5-360,0-14 0,0 14 270,0-6 0,0 8-90,-6 8-181,0 17 1,1 7-45,0-4 0,1 5-133,1 1 1,0 7 0,2 2 0,3-3-303,7 6 1,5-1-1,3-2 270,-1 0 0,3-1 0,4-8 165,14-1 0,3-17 315,-5-24 0,-3-13-1,-8-16 1,-6-5 135,-4 9 0,-3 0-225,-3-1 0,-4 7-180,-4 17-225,-1 29 0,1 13-315,2 1 0,7 3 330,5-3 0,6 2 0,5-7 930,14-7 0,6-11-241,-11-8 1,2-5 0,-5-8-1,-2-11 1,-5-10 0,-3-2-704,-3 0 1,-4-3 0,-5-2-557,-6-8 0,-5-3 1,-3 0-404,-1 4 1,-3 0 0,-2 3-193,-6-3 0,0 6 1285,1 5 0,8 15 0,20 46 0,21 11 0</inkml:trace>
  <inkml:trace contextRef="#ctx0" brushRef="#br0" timeOffset="269207">28095 2981 7533,'6'-18'1259,"1"-15"-539,5 11-1,0-11 1,-5 8-181,-2-3-89,-10 1-450,-13 9-90,-13 2-180,4 15 1,-1 1 134,0-5 0,-2 2 75,-1 3 0,-3 3 0,0 2-30,-15 2 0,0 3-80,12-1 0,0 3 1,-1 2 199,-4 8 0,0 4 0,2 3-161,6-1 0,3 3 0,-1 2 310,4-1 1,0 2 0,0 2 0,3 1-301,0 1 0,1 1 0,1 1 0,3 2 210,1 3 1,2 1 0,2 1 0,1 1-72,4-8 0,0 1 0,1 0 0,2 0 0,1 0 162,1 7 0,2-1 0,3 0 0,3-1-229,1-4 0,3-1 0,3-2 0,4-2 116,4-3 1,5-1 0,3-4-1,3-4 23,5-5 0,4-5 0,3-3 0,2-2-190,-4-1 0,3-2 1,1-1-1,1-3 1,0-4 242,2-5 1,2-3 0,0-4 0,-1-2 0,-1-1 36,-1-2 0,0-2 0,-1-2 0,-1-1 0,-3-2-1,-4 1 1,-2-1 0,-1-2 0,-2-2 0,-2-3 30,-2-2 0,-2-4 0,-1-2 0,-2-1 0,-2 0 0,-3 0-67,0-5 1,-3 1 0,-3-1 0,-1-1 0,-1-1-144,-2 6 0,0-2 0,-1 0 0,-2 0 0,-2 0 0,-4 2-54,-2-6 0,-4 0 0,-3 2 0,-3 2 0,-3 4-286,-7 3 1,-3 3 0,-4 4 0,-1 4-481,-2 5 1,-3 2 0,0 6 0,0 5-274,-5 9 1,1 7 0,4 3 1198,-5 2 0,12 7 1,20 15-1,14 3 1,10-15-1,0 1 1</inkml:trace>
  <inkml:trace contextRef="#ctx0" brushRef="#br0" timeOffset="270350">26520 1923 7533,'-27'4'-630,"0"-1"0,-7 23 630,35-4 0,18 5 0,8 2 0,0-5 0,-1-1 0</inkml:trace>
  <inkml:trace contextRef="#ctx0" brushRef="#br0" timeOffset="270583">26556 2946 7533,'-6'44'112,"0"0"0,2-11 1,0 2-1,0 3-90,2 3 1,-1 3 0,2 2-1,1-1-732,1-3 1,2 0-1,0 0 1,0 1 551,-1 0 1,0 1 0,1 0-1,0-1 45,1-1 1,1 0 0,0 0 0,-2 1 112,-2 3 0,-1 2 0,0-1 0,-1-4 0,1-4 0,0-2 0,-1 3 0,-1 3 0,-1 5 0,0 0 0,0-3 0,1-1 0,0 1 0,0-1 0</inkml:trace>
  <inkml:trace contextRef="#ctx0" brushRef="#br0" timeOffset="270740">26593 5627 6079,'0'41'-129,"0"1"1,0 0-1,0-1 1,0 8-1,0 2 1,0-1 0,0 0 172,0-3 1,0 0 0,0-1 0,0-1-312,0-6 0,0 0 0,0-1 0,0-2 0,0 8 1,0-2-1,0-4 0,0-2 0,0 0 0</inkml:trace>
  <inkml:trace contextRef="#ctx0" brushRef="#br0" timeOffset="270907">26495 8026 7533,'-4'48'33,"-1"1"1,1-1 0,-1 1 0,3-9-1,0 1 1,0-1 0,1 1 0,0 1-219,0 1 1,1 1 0,0 0-1,0 0 1,1-2 0,1 7 0,1-1-1,1-1 1,1-3 0,3 0-1,0 0 1,1 0 0</inkml:trace>
  <inkml:trace contextRef="#ctx0" brushRef="#br0" timeOffset="272539">30877 3122 8252,'6'-25'3276,"5"13"-1964,-9-4-863,3 16-539,-5-8 180,-5-1 270,-8-9-630,-6 8 90,-11 2 91,-7 8-91,10 6 0,-1 4 90,-5 9 0,-2 5 90,6-3 0,0 3 0,1 4-174,5 0 1,0 5 0,2 1 0,0 0 128,1-1 0,0 1 0,2 1 0,1 0 0,2 2 0,1 1 0,2 1 0,4-2-105,3 6 0,5 0 1,3-6 14,4-1 0,8-7 45,24-3 0,10-13 359,-8-14 1,3-9 0,1-2-90,-1-3 0,0-3 0,0-2-10,-6 4 1,0-2-1,-2-1 1,-4-3 188,-3-8 1,-4-4 0,-4 2 134,4-1 1,-7 2 225,-13-12-810,-24 43-495,5 17 1,2 9-541,0 1 1,4 3-515,5 12 1,6 2 1605,6-10 0,7-4 0,11-4 0,7-6 0,4-9 0,0 1 0</inkml:trace>
  <inkml:trace contextRef="#ctx0" brushRef="#br0" timeOffset="273156">31368 2858 7533,'-17'-22'599,"-1"0"1,-17-1 0,-7 1-91,11 4 1,-3-1 0,-3 3-1023,0 7 0,-3 2 1,-1 1-1,0-1 625,4-2 1,-1 0-1,1 1 1,-3 3-46,-6 4 1,-2 3-1,0 3 1,-1 2-50,8 0 0,1 2 0,-1 1 0,0 2 0,0 1-54,-3 5 0,-1 1 0,1 3 0,0 2 0,1 1 21,7-2 0,1 2 0,0 0 0,1 3 0,1 1 0,1 2-11,3 0 0,1 3 1,1 1-1,1 1 0,1 2 1,1-1-1,3 1-4,-1 3 0,3 1 0,1 1 0,2 0 0,1 1 0,1-1 30,-1 3 0,-1 0 0,2 0 0,2 1 0,2-1 0,6 0-60,3-2 0,4 1 0,2 0 0,3-1 0,3-2 0,1-3-75,4 5 0,4-3 0,4-3 0,7-3 120,3-8 0,5-1 0,5-2 0,2-4 0,1-2 1,-2-5 118,-3-6 1,1-3 0,0-4 0,1-2 0,1 0 0,0-1-94,0 0 1,1 0-1,1 0 1,0-2 0,0-2-1,-2-2 1,-2-3 332,2-4 1,-2-3 0,-1-3 0,-2-1 0,-1-1 0,-2-1 14,1-1 1,-1-2 0,-2 0 0,-3-2 0,-2-3-178,-2-3 1,-2-2 0,-2-2 0,-4-2 0,-3-2-123,-4 3 0,-4-2 0,-2-2 0,-1 1 0,-3-1 0,-1 2-168,-1-2 0,-2 1 0,-2 0 0,-3 1 1,-4 0-440,-4-3 1,-3-1-1,-4 1 1,-3 4-1,-4 7-273,-9 4 1,-5 6 0,-2 6 0,-1 6 699,0 7 0,-1 7 0,1 4 0,1 3 0,-5 4 0,2 5 0,5 5 0,12 10 0,-1 0 0,1 0 0</inkml:trace>
  <inkml:trace contextRef="#ctx0" brushRef="#br0" timeOffset="273973">30483 4710 7533,'-18'-26'1079,"4"-9"270,-4 13-899,11-1-360,2 62-45,4-3 0,2 8 0,-1-3 0,0 6 0,0 3 0,0 2-392,-2-13 0,0 2 0,0 2 0,0 0 0,-1 2 0,0-1 0,0 1 403,0-1 0,1 1 1,-1 0-1,0 1 0,-1 0 1,1 0-1,-1 0 0,0-1-56,0 4 0,-1 1 0,0-1 0,-1 0 0,0-1 0,0 1 0,0 0 154,-1 0 0,0 1 0,-1 0 1,0 0-1,0-1 0,0-2 1,1-3-284,0 2 1,0-3 0,1-2 0,-1 1 0,0 0 199,-1 2 1,-1 1 0,0 0 0,1-2 0,1-5-42,0 2 0,0-4 0,2-2-705,-2 8 1,1-10-2603,1-22 1247,10-35 2030,-3 1 0,-2-17 0,-7 23 0</inkml:trace>
  <inkml:trace contextRef="#ctx0" brushRef="#br0" timeOffset="274383">30002 6544 7533,'-27'-10'1799,"6"18"-1260,32 12-134,3 13 0,1 8-135,2 4 0,1 2-692,-1-4 1,1 3-1,0-1 542,-6-7 0,0-1 0,2-3 1050,8 13 0,4-15 359,23-38-1125,-20-24 1,-2-13-405,-5 7 0,-2-3 0,-1-5-271,-4 6 1,-1-3-1,0-2 1,-1 1-1,-1 2-269,0 0 0,0 1 1,0 1-1,-2 0-553,5-13 1,-2 1 0,-5 10 1063,-8 7 1,-14 56 0,2 8 0,0-1 0</inkml:trace>
  <inkml:trace contextRef="#ctx0" brushRef="#br0" timeOffset="275839">30212 7567 12120,'-18'10'-90,"-18"-10"45,7-5 0,-3 0-45,-9 3 0,0 2-45,-1-1 0,1 4-225,8 7 1,5 6-181,-2 19 495,32-10 0,7 3 315,7 7 0,7 0 0,9 2 0,4-1-121,-10-7 1,1 1 0,0-3 210,9 2 0,-2-1 44,-5 1 1,-9 1 675,-18 13-721,-22-16 1,-10-1-315,-9-1 0,-5-3-165,12-8 0,-2-2 1,0-3-151,-1-3 0,0-4 0,3-2-585,0-3 1,4-4-675,0-8 0,9-3 1529,25-4 0,9-2 0,7-1 0,6 7 0,1-1 0</inkml:trace>
  <inkml:trace contextRef="#ctx0" brushRef="#br0" timeOffset="276956">30347 7408 7083,'0'-19'899,"0"-5"-449,0 14 0,6-7 90,-5-1 269,-1-7-449,-7 5 449,-16-13 91,-14 5-765,6 10 0,-5 1-180,-6 2 0,-4 3-19,9 4 1,-2 1 0,-1 4 33,-1 3 0,-1 3 0,1 2-30,1 0 0,1 1 0,-1 2-60,-6 4 0,-1 3 0,3 2 90,6 1 0,3 2 1,-1 2 141,5-2 0,-1 1 1,1 2-1,3 1-22,-3 13 0,4 2 0,3 1-60,3-3 0,2 1 0,4 5-48,7-6 0,3 4 0,2 2 0,1 1 0,2-2-349,3 1 0,1-1 0,2 1 0,2-1 0,0 2 352,-1-4 0,1 2 0,1-1 0,0 1 0,3-1 0,1-2 33,5 7 0,2 0 0,2-2 0,2-2 0,1-4 49,1-4 1,1-4-1,3-2 1,2-3 89,8 1 1,3-3-1,2-3 1,-1-5-57,-5-5 1,-1-3 0,1-4 0,0-3 235,5-3 0,2-3 1,-1-4-1,-3-4 0,-2-4 0,-2-3 1,-2-3-1,-2-3-221,0-6 0,-2-5 0,-3-1 0,-1-2 81,-6 5 1,-1-1 0,-1-1 0,-2 0 0,-1 1-153,2-6 0,-2 2 0,-2-1 0,-3-5 90,-3 4 0,-1-5 0,-1-1 0,-2-1 0,-3 2 0,-3 4 22,-4-5 0,-4 4 1,-3 1-1,-1-2-112,2 6 0,0-2 0,-1-1 0,-2 2 0,-3 2 0,-2 4-652,-10-2 0,-6 5 0,-1 4 0,-1 4-486,-7 1 1,-1 6 0,2 2-469,-4-4 1,5 7 1560,10 11 0,13 2 0,41-9 0,13-2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2376A3-60EE-9D4E-A7A1-CB0D7A163B62}" type="datetimeFigureOut">
              <a:rPr lang="en-US" smtClean="0"/>
              <a:t>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1</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116C9C-3AD8-BF4F-8988-7C4865BA5A81}" type="slidenum">
              <a:rPr lang="en-US" smtClean="0"/>
              <a:t>‹#›</a:t>
            </a:fld>
            <a:endParaRPr lang="en-US"/>
          </a:p>
        </p:txBody>
      </p:sp>
    </p:spTree>
    <p:extLst>
      <p:ext uri="{BB962C8B-B14F-4D97-AF65-F5344CB8AC3E}">
        <p14:creationId xmlns:p14="http://schemas.microsoft.com/office/powerpoint/2010/main" val="3942529046"/>
      </p:ext>
    </p:extLst>
  </p:cSld>
  <p:clrMap bg1="lt1" tx1="dk1" bg2="lt2" tx2="dk2" accent1="accent1" accent2="accent2" accent3="accent3" accent4="accent4" accent5="accent5" accent6="accent6" hlink="hlink" folHlink="folHlink"/>
  <p:hf hd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age - Main">
    <p:bg>
      <p:bgPr>
        <a:solidFill>
          <a:schemeClr val="accent3"/>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698111C-9A9D-874F-B913-835AC8922020}"/>
              </a:ext>
            </a:extLst>
          </p:cNvPr>
          <p:cNvSpPr/>
          <p:nvPr userDrawn="1"/>
        </p:nvSpPr>
        <p:spPr>
          <a:xfrm>
            <a:off x="0" y="6032501"/>
            <a:ext cx="12192000" cy="8255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9" name="Title 1">
            <a:extLst>
              <a:ext uri="{FF2B5EF4-FFF2-40B4-BE49-F238E27FC236}">
                <a16:creationId xmlns:a16="http://schemas.microsoft.com/office/drawing/2014/main" id="{5517BEAB-A995-204B-91D6-36ABBF329A28}"/>
              </a:ext>
            </a:extLst>
          </p:cNvPr>
          <p:cNvSpPr>
            <a:spLocks noGrp="1"/>
          </p:cNvSpPr>
          <p:nvPr>
            <p:ph type="title" hasCustomPrompt="1"/>
          </p:nvPr>
        </p:nvSpPr>
        <p:spPr>
          <a:xfrm>
            <a:off x="6433931" y="2629454"/>
            <a:ext cx="4969768" cy="470617"/>
          </a:xfrm>
        </p:spPr>
        <p:txBody>
          <a:bodyPr anchor="t" anchorCtr="0">
            <a:noAutofit/>
          </a:bodyPr>
          <a:lstStyle>
            <a:lvl1pPr>
              <a:defRPr sz="3200" b="1" i="0">
                <a:solidFill>
                  <a:schemeClr val="bg2"/>
                </a:solidFill>
                <a:latin typeface="Arial" panose="020B0604020202020204" pitchFamily="34" charset="0"/>
                <a:cs typeface="Arial" panose="020B0604020202020204" pitchFamily="34" charset="0"/>
              </a:defRPr>
            </a:lvl1pPr>
          </a:lstStyle>
          <a:p>
            <a:r>
              <a:rPr lang="en-US" dirty="0"/>
              <a:t>Course Name</a:t>
            </a:r>
          </a:p>
        </p:txBody>
      </p:sp>
      <p:pic>
        <p:nvPicPr>
          <p:cNvPr id="6" name="Picture 5">
            <a:extLst>
              <a:ext uri="{FF2B5EF4-FFF2-40B4-BE49-F238E27FC236}">
                <a16:creationId xmlns:a16="http://schemas.microsoft.com/office/drawing/2014/main" id="{B295E2BA-58FD-5E4E-8F42-9E6344E1C6D0}"/>
              </a:ext>
            </a:extLst>
          </p:cNvPr>
          <p:cNvPicPr>
            <a:picLocks noChangeAspect="1"/>
          </p:cNvPicPr>
          <p:nvPr userDrawn="1"/>
        </p:nvPicPr>
        <p:blipFill>
          <a:blip r:embed="rId2"/>
          <a:stretch>
            <a:fillRect/>
          </a:stretch>
        </p:blipFill>
        <p:spPr>
          <a:xfrm>
            <a:off x="1795669" y="2711451"/>
            <a:ext cx="3962400" cy="1435100"/>
          </a:xfrm>
          <a:prstGeom prst="rect">
            <a:avLst/>
          </a:prstGeom>
        </p:spPr>
      </p:pic>
      <p:sp>
        <p:nvSpPr>
          <p:cNvPr id="10" name="Rectangle 9">
            <a:extLst>
              <a:ext uri="{FF2B5EF4-FFF2-40B4-BE49-F238E27FC236}">
                <a16:creationId xmlns:a16="http://schemas.microsoft.com/office/drawing/2014/main" id="{D753BDB1-FC33-E04C-91E0-BAB1298236CE}"/>
              </a:ext>
            </a:extLst>
          </p:cNvPr>
          <p:cNvSpPr/>
          <p:nvPr userDrawn="1"/>
        </p:nvSpPr>
        <p:spPr>
          <a:xfrm>
            <a:off x="6073142" y="2030896"/>
            <a:ext cx="45719" cy="279620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ln>
                <a:noFill/>
              </a:ln>
            </a:endParaRPr>
          </a:p>
        </p:txBody>
      </p:sp>
      <p:sp>
        <p:nvSpPr>
          <p:cNvPr id="14" name="Text Placeholder 13">
            <a:extLst>
              <a:ext uri="{FF2B5EF4-FFF2-40B4-BE49-F238E27FC236}">
                <a16:creationId xmlns:a16="http://schemas.microsoft.com/office/drawing/2014/main" id="{FDCB58E4-D0E7-2B43-B88B-1F3C4E271102}"/>
              </a:ext>
            </a:extLst>
          </p:cNvPr>
          <p:cNvSpPr>
            <a:spLocks noGrp="1"/>
          </p:cNvSpPr>
          <p:nvPr>
            <p:ph type="body" sz="quarter" idx="10" hasCustomPrompt="1"/>
          </p:nvPr>
        </p:nvSpPr>
        <p:spPr>
          <a:xfrm>
            <a:off x="6433931" y="3237128"/>
            <a:ext cx="4969768" cy="383745"/>
          </a:xfrm>
        </p:spPr>
        <p:txBody>
          <a:bodyPr>
            <a:normAutofit/>
          </a:bodyPr>
          <a:lstStyle>
            <a:lvl1pPr marL="0" indent="0">
              <a:buFont typeface="+mj-lt"/>
              <a:buNone/>
              <a:defRPr sz="2400" b="0" i="0">
                <a:solidFill>
                  <a:schemeClr val="bg2"/>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Module Title</a:t>
            </a:r>
          </a:p>
        </p:txBody>
      </p:sp>
      <p:sp>
        <p:nvSpPr>
          <p:cNvPr id="15" name="Text Placeholder 13">
            <a:extLst>
              <a:ext uri="{FF2B5EF4-FFF2-40B4-BE49-F238E27FC236}">
                <a16:creationId xmlns:a16="http://schemas.microsoft.com/office/drawing/2014/main" id="{0980713D-C243-AE4D-B526-6881A9C017BF}"/>
              </a:ext>
            </a:extLst>
          </p:cNvPr>
          <p:cNvSpPr>
            <a:spLocks noGrp="1"/>
          </p:cNvSpPr>
          <p:nvPr>
            <p:ph type="body" sz="quarter" idx="11" hasCustomPrompt="1"/>
          </p:nvPr>
        </p:nvSpPr>
        <p:spPr>
          <a:xfrm>
            <a:off x="6433931" y="3757929"/>
            <a:ext cx="4969768" cy="383745"/>
          </a:xfrm>
        </p:spPr>
        <p:txBody>
          <a:bodyPr>
            <a:normAutofit/>
          </a:bodyPr>
          <a:lstStyle>
            <a:lvl1pPr marL="0" indent="0">
              <a:buFont typeface="+mj-lt"/>
              <a:buNone/>
              <a:defRPr sz="2000" b="0" i="0">
                <a:solidFill>
                  <a:schemeClr val="bg2"/>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Lecture Title</a:t>
            </a:r>
          </a:p>
        </p:txBody>
      </p:sp>
    </p:spTree>
    <p:extLst>
      <p:ext uri="{BB962C8B-B14F-4D97-AF65-F5344CB8AC3E}">
        <p14:creationId xmlns:p14="http://schemas.microsoft.com/office/powerpoint/2010/main" val="216451692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ver Page - Artificial Intelligence">
    <p:bg>
      <p:bgPr>
        <a:solidFill>
          <a:schemeClr val="accent3"/>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517BEAB-A995-204B-91D6-36ABBF329A28}"/>
              </a:ext>
            </a:extLst>
          </p:cNvPr>
          <p:cNvSpPr>
            <a:spLocks noGrp="1"/>
          </p:cNvSpPr>
          <p:nvPr>
            <p:ph type="title" hasCustomPrompt="1"/>
          </p:nvPr>
        </p:nvSpPr>
        <p:spPr>
          <a:xfrm>
            <a:off x="6433931" y="2629454"/>
            <a:ext cx="4969768" cy="470617"/>
          </a:xfrm>
        </p:spPr>
        <p:txBody>
          <a:bodyPr anchor="t" anchorCtr="0">
            <a:noAutofit/>
          </a:bodyPr>
          <a:lstStyle>
            <a:lvl1pPr>
              <a:defRPr sz="3200" b="1" i="0">
                <a:solidFill>
                  <a:schemeClr val="bg2"/>
                </a:solidFill>
                <a:latin typeface="Arial" panose="020B0604020202020204" pitchFamily="34" charset="0"/>
                <a:cs typeface="Arial" panose="020B0604020202020204" pitchFamily="34" charset="0"/>
              </a:defRPr>
            </a:lvl1pPr>
          </a:lstStyle>
          <a:p>
            <a:r>
              <a:rPr lang="en-US" dirty="0"/>
              <a:t>Course Name</a:t>
            </a:r>
          </a:p>
        </p:txBody>
      </p:sp>
      <p:pic>
        <p:nvPicPr>
          <p:cNvPr id="6" name="Picture 5">
            <a:extLst>
              <a:ext uri="{FF2B5EF4-FFF2-40B4-BE49-F238E27FC236}">
                <a16:creationId xmlns:a16="http://schemas.microsoft.com/office/drawing/2014/main" id="{B295E2BA-58FD-5E4E-8F42-9E6344E1C6D0}"/>
              </a:ext>
            </a:extLst>
          </p:cNvPr>
          <p:cNvPicPr>
            <a:picLocks noChangeAspect="1"/>
          </p:cNvPicPr>
          <p:nvPr userDrawn="1"/>
        </p:nvPicPr>
        <p:blipFill>
          <a:blip r:embed="rId2"/>
          <a:stretch>
            <a:fillRect/>
          </a:stretch>
        </p:blipFill>
        <p:spPr>
          <a:xfrm>
            <a:off x="1795669" y="2711451"/>
            <a:ext cx="3962400" cy="1435100"/>
          </a:xfrm>
          <a:prstGeom prst="rect">
            <a:avLst/>
          </a:prstGeom>
        </p:spPr>
      </p:pic>
      <p:sp>
        <p:nvSpPr>
          <p:cNvPr id="10" name="Rectangle 9">
            <a:extLst>
              <a:ext uri="{FF2B5EF4-FFF2-40B4-BE49-F238E27FC236}">
                <a16:creationId xmlns:a16="http://schemas.microsoft.com/office/drawing/2014/main" id="{D753BDB1-FC33-E04C-91E0-BAB1298236CE}"/>
              </a:ext>
            </a:extLst>
          </p:cNvPr>
          <p:cNvSpPr/>
          <p:nvPr userDrawn="1"/>
        </p:nvSpPr>
        <p:spPr>
          <a:xfrm>
            <a:off x="6073142" y="2030896"/>
            <a:ext cx="45719" cy="279620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ln>
                <a:noFill/>
              </a:ln>
            </a:endParaRPr>
          </a:p>
        </p:txBody>
      </p:sp>
      <p:sp>
        <p:nvSpPr>
          <p:cNvPr id="14" name="Text Placeholder 13">
            <a:extLst>
              <a:ext uri="{FF2B5EF4-FFF2-40B4-BE49-F238E27FC236}">
                <a16:creationId xmlns:a16="http://schemas.microsoft.com/office/drawing/2014/main" id="{FDCB58E4-D0E7-2B43-B88B-1F3C4E271102}"/>
              </a:ext>
            </a:extLst>
          </p:cNvPr>
          <p:cNvSpPr>
            <a:spLocks noGrp="1"/>
          </p:cNvSpPr>
          <p:nvPr>
            <p:ph type="body" sz="quarter" idx="10" hasCustomPrompt="1"/>
          </p:nvPr>
        </p:nvSpPr>
        <p:spPr>
          <a:xfrm>
            <a:off x="6433931" y="3237128"/>
            <a:ext cx="4969768" cy="383745"/>
          </a:xfrm>
        </p:spPr>
        <p:txBody>
          <a:bodyPr>
            <a:normAutofit/>
          </a:bodyPr>
          <a:lstStyle>
            <a:lvl1pPr marL="0" indent="0">
              <a:buFont typeface="+mj-lt"/>
              <a:buNone/>
              <a:defRPr sz="2400" b="0" i="0">
                <a:solidFill>
                  <a:schemeClr val="bg2"/>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Module Title</a:t>
            </a:r>
          </a:p>
        </p:txBody>
      </p:sp>
      <p:sp>
        <p:nvSpPr>
          <p:cNvPr id="15" name="Text Placeholder 13">
            <a:extLst>
              <a:ext uri="{FF2B5EF4-FFF2-40B4-BE49-F238E27FC236}">
                <a16:creationId xmlns:a16="http://schemas.microsoft.com/office/drawing/2014/main" id="{0980713D-C243-AE4D-B526-6881A9C017BF}"/>
              </a:ext>
            </a:extLst>
          </p:cNvPr>
          <p:cNvSpPr>
            <a:spLocks noGrp="1"/>
          </p:cNvSpPr>
          <p:nvPr>
            <p:ph type="body" sz="quarter" idx="11" hasCustomPrompt="1"/>
          </p:nvPr>
        </p:nvSpPr>
        <p:spPr>
          <a:xfrm>
            <a:off x="6433931" y="3757929"/>
            <a:ext cx="4969768" cy="383745"/>
          </a:xfrm>
        </p:spPr>
        <p:txBody>
          <a:bodyPr>
            <a:normAutofit/>
          </a:bodyPr>
          <a:lstStyle>
            <a:lvl1pPr marL="0" indent="0">
              <a:buFont typeface="+mj-lt"/>
              <a:buNone/>
              <a:defRPr sz="2000" b="0" i="0">
                <a:solidFill>
                  <a:schemeClr val="bg2"/>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Lecture Title</a:t>
            </a:r>
          </a:p>
        </p:txBody>
      </p:sp>
      <p:pic>
        <p:nvPicPr>
          <p:cNvPr id="7" name="Picture 6">
            <a:extLst>
              <a:ext uri="{FF2B5EF4-FFF2-40B4-BE49-F238E27FC236}">
                <a16:creationId xmlns:a16="http://schemas.microsoft.com/office/drawing/2014/main" id="{C30E60B0-A2C1-574C-9353-D0018515D1DB}"/>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11282971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Style - Contents ">
    <p:bg>
      <p:bgPr>
        <a:solidFill>
          <a:schemeClr val="bg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620CE5F-17DD-B74D-9272-0308033DFFD8}"/>
              </a:ext>
            </a:extLst>
          </p:cNvPr>
          <p:cNvSpPr>
            <a:spLocks noGrp="1"/>
          </p:cNvSpPr>
          <p:nvPr>
            <p:ph type="title" hasCustomPrompt="1"/>
          </p:nvPr>
        </p:nvSpPr>
        <p:spPr>
          <a:xfrm>
            <a:off x="838200" y="381418"/>
            <a:ext cx="10515600" cy="595431"/>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Contents</a:t>
            </a:r>
          </a:p>
        </p:txBody>
      </p:sp>
      <p:sp>
        <p:nvSpPr>
          <p:cNvPr id="14" name="Text Placeholder 13">
            <a:extLst>
              <a:ext uri="{FF2B5EF4-FFF2-40B4-BE49-F238E27FC236}">
                <a16:creationId xmlns:a16="http://schemas.microsoft.com/office/drawing/2014/main" id="{2DC4F0E0-69EF-AC48-B54C-7ABE40BDE8D9}"/>
              </a:ext>
            </a:extLst>
          </p:cNvPr>
          <p:cNvSpPr>
            <a:spLocks noGrp="1"/>
          </p:cNvSpPr>
          <p:nvPr>
            <p:ph type="body" sz="quarter" idx="10" hasCustomPrompt="1"/>
          </p:nvPr>
        </p:nvSpPr>
        <p:spPr>
          <a:xfrm>
            <a:off x="838200" y="1071061"/>
            <a:ext cx="10515600" cy="4975320"/>
          </a:xfrm>
        </p:spPr>
        <p:txBody>
          <a:bodyPr/>
          <a:lstStyle>
            <a:lvl1pPr marL="0" marR="0" indent="0" algn="l" defTabSz="914377" rtl="0" eaLnBrk="1" fontAlgn="auto" latinLnBrk="0" hangingPunct="1">
              <a:lnSpc>
                <a:spcPct val="90000"/>
              </a:lnSpc>
              <a:spcBef>
                <a:spcPts val="1000"/>
              </a:spcBef>
              <a:spcAft>
                <a:spcPts val="0"/>
              </a:spcAft>
              <a:buClrTx/>
              <a:buSzTx/>
              <a:buFont typeface="+mj-lt"/>
              <a:buNone/>
              <a:tabLst/>
              <a:defRPr sz="16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marL="514338" marR="0" lvl="0" indent="-514338" algn="l" defTabSz="914377" rtl="0" eaLnBrk="1" fontAlgn="auto" latinLnBrk="0" hangingPunct="1">
              <a:lnSpc>
                <a:spcPct val="90000"/>
              </a:lnSpc>
              <a:spcBef>
                <a:spcPts val="1000"/>
              </a:spcBef>
              <a:spcAft>
                <a:spcPts val="0"/>
              </a:spcAft>
              <a:buClrTx/>
              <a:buSzTx/>
              <a:buFont typeface="+mj-lt"/>
              <a:buAutoNum type="arabicPeriod"/>
              <a:tabLst/>
              <a:defRPr/>
            </a:pPr>
            <a:r>
              <a:rPr lang="en-US" dirty="0"/>
              <a:t>Page Name Here</a:t>
            </a:r>
          </a:p>
          <a:p>
            <a:pPr marL="514338" marR="0" lvl="0" indent="-514338" algn="l" defTabSz="914377" rtl="0" eaLnBrk="1" fontAlgn="auto" latinLnBrk="0" hangingPunct="1">
              <a:lnSpc>
                <a:spcPct val="90000"/>
              </a:lnSpc>
              <a:spcBef>
                <a:spcPts val="1000"/>
              </a:spcBef>
              <a:spcAft>
                <a:spcPts val="0"/>
              </a:spcAft>
              <a:buClrTx/>
              <a:buSzTx/>
              <a:buFont typeface="+mj-lt"/>
              <a:buAutoNum type="arabicPeriod"/>
              <a:tabLst/>
              <a:defRPr/>
            </a:pPr>
            <a:r>
              <a:rPr lang="en-US" dirty="0"/>
              <a:t>Page Name Here</a:t>
            </a:r>
          </a:p>
          <a:p>
            <a:pPr marL="514338" marR="0" lvl="0" indent="-514338" algn="l" defTabSz="914377" rtl="0" eaLnBrk="1" fontAlgn="auto" latinLnBrk="0" hangingPunct="1">
              <a:lnSpc>
                <a:spcPct val="90000"/>
              </a:lnSpc>
              <a:spcBef>
                <a:spcPts val="1000"/>
              </a:spcBef>
              <a:spcAft>
                <a:spcPts val="0"/>
              </a:spcAft>
              <a:buClrTx/>
              <a:buSzTx/>
              <a:buFont typeface="+mj-lt"/>
              <a:buAutoNum type="arabicPeriod"/>
              <a:tabLst/>
              <a:defRPr/>
            </a:pPr>
            <a:r>
              <a:rPr lang="en-US" dirty="0"/>
              <a:t>Page Name Here</a:t>
            </a:r>
          </a:p>
          <a:p>
            <a:pPr marL="514338" marR="0" lvl="0" indent="-514338" algn="l" defTabSz="914377" rtl="0" eaLnBrk="1" fontAlgn="auto" latinLnBrk="0" hangingPunct="1">
              <a:lnSpc>
                <a:spcPct val="90000"/>
              </a:lnSpc>
              <a:spcBef>
                <a:spcPts val="1000"/>
              </a:spcBef>
              <a:spcAft>
                <a:spcPts val="0"/>
              </a:spcAft>
              <a:buClrTx/>
              <a:buSzTx/>
              <a:buFont typeface="+mj-lt"/>
              <a:buAutoNum type="arabicPeriod"/>
              <a:tabLst/>
              <a:defRPr/>
            </a:pPr>
            <a:r>
              <a:rPr lang="en-US" dirty="0"/>
              <a:t>Page Name Here</a:t>
            </a:r>
          </a:p>
          <a:p>
            <a:pPr marL="514338" marR="0" lvl="0" indent="-514338" algn="l" defTabSz="914377" rtl="0" eaLnBrk="1" fontAlgn="auto" latinLnBrk="0" hangingPunct="1">
              <a:lnSpc>
                <a:spcPct val="90000"/>
              </a:lnSpc>
              <a:spcBef>
                <a:spcPts val="1000"/>
              </a:spcBef>
              <a:spcAft>
                <a:spcPts val="0"/>
              </a:spcAft>
              <a:buClrTx/>
              <a:buSzTx/>
              <a:buFont typeface="+mj-lt"/>
              <a:buAutoNum type="arabicPeriod"/>
              <a:tabLst/>
              <a:defRPr/>
            </a:pPr>
            <a:r>
              <a:rPr lang="en-US" dirty="0"/>
              <a:t>Page Name Here</a:t>
            </a:r>
          </a:p>
          <a:p>
            <a:pPr lvl="0"/>
            <a:endParaRPr lang="en-US" dirty="0"/>
          </a:p>
          <a:p>
            <a:pPr lvl="0"/>
            <a:r>
              <a:rPr lang="en-US" dirty="0"/>
              <a:t>    </a:t>
            </a:r>
          </a:p>
        </p:txBody>
      </p:sp>
    </p:spTree>
    <p:extLst>
      <p:ext uri="{BB962C8B-B14F-4D97-AF65-F5344CB8AC3E}">
        <p14:creationId xmlns:p14="http://schemas.microsoft.com/office/powerpoint/2010/main" val="18212265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Style - Quote">
    <p:bg>
      <p:bgPr>
        <a:solidFill>
          <a:schemeClr val="accent3"/>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B21C0823-7DA8-F24C-95B7-EE3FEA14E60F}"/>
              </a:ext>
            </a:extLst>
          </p:cNvPr>
          <p:cNvSpPr>
            <a:spLocks noGrp="1"/>
          </p:cNvSpPr>
          <p:nvPr>
            <p:ph type="title" hasCustomPrompt="1"/>
          </p:nvPr>
        </p:nvSpPr>
        <p:spPr>
          <a:xfrm>
            <a:off x="3611116" y="2427190"/>
            <a:ext cx="4969768" cy="2003621"/>
          </a:xfrm>
        </p:spPr>
        <p:txBody>
          <a:bodyPr anchor="ctr" anchorCtr="0">
            <a:noAutofit/>
          </a:bodyPr>
          <a:lstStyle>
            <a:lvl1pPr algn="ctr">
              <a:defRPr sz="3600" b="0" i="0">
                <a:solidFill>
                  <a:schemeClr val="bg2"/>
                </a:solidFill>
                <a:latin typeface="Arial" panose="020B0604020202020204" pitchFamily="34" charset="0"/>
                <a:cs typeface="Arial" panose="020B0604020202020204" pitchFamily="34" charset="0"/>
              </a:defRPr>
            </a:lvl1pPr>
          </a:lstStyle>
          <a:p>
            <a:r>
              <a:rPr lang="en-US" dirty="0"/>
              <a:t>This page is to be </a:t>
            </a:r>
            <a:br>
              <a:rPr lang="en-US" dirty="0"/>
            </a:br>
            <a:r>
              <a:rPr lang="en-US" dirty="0"/>
              <a:t>used for any quote or foreword to be used. </a:t>
            </a:r>
          </a:p>
        </p:txBody>
      </p:sp>
    </p:spTree>
    <p:extLst>
      <p:ext uri="{BB962C8B-B14F-4D97-AF65-F5344CB8AC3E}">
        <p14:creationId xmlns:p14="http://schemas.microsoft.com/office/powerpoint/2010/main" val="148915611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age Style - Section Title">
    <p:bg>
      <p:bgPr>
        <a:solidFill>
          <a:schemeClr val="accent3"/>
        </a:soli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B21C0823-7DA8-F24C-95B7-EE3FEA14E60F}"/>
              </a:ext>
            </a:extLst>
          </p:cNvPr>
          <p:cNvSpPr>
            <a:spLocks noGrp="1"/>
          </p:cNvSpPr>
          <p:nvPr>
            <p:ph type="title" hasCustomPrompt="1"/>
          </p:nvPr>
        </p:nvSpPr>
        <p:spPr>
          <a:xfrm>
            <a:off x="3611116" y="3076379"/>
            <a:ext cx="4969768" cy="705243"/>
          </a:xfrm>
        </p:spPr>
        <p:txBody>
          <a:bodyPr anchor="ctr" anchorCtr="0">
            <a:noAutofit/>
          </a:bodyPr>
          <a:lstStyle>
            <a:lvl1pPr algn="ctr">
              <a:defRPr sz="5400" b="1" i="0">
                <a:solidFill>
                  <a:schemeClr val="bg2"/>
                </a:solidFill>
                <a:latin typeface="Arial" panose="020B0604020202020204" pitchFamily="34" charset="0"/>
                <a:cs typeface="Arial" panose="020B0604020202020204" pitchFamily="34" charset="0"/>
              </a:defRPr>
            </a:lvl1pPr>
          </a:lstStyle>
          <a:p>
            <a:r>
              <a:rPr lang="en-US" dirty="0"/>
              <a:t>Section Title </a:t>
            </a:r>
          </a:p>
        </p:txBody>
      </p:sp>
    </p:spTree>
    <p:extLst>
      <p:ext uri="{BB962C8B-B14F-4D97-AF65-F5344CB8AC3E}">
        <p14:creationId xmlns:p14="http://schemas.microsoft.com/office/powerpoint/2010/main" val="13344095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yle 1 - Text Left / Image Right">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7FE3E8F6-20BF-5D45-B11E-96876ED32AE4}"/>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1" name="Text Placeholder 13">
            <a:extLst>
              <a:ext uri="{FF2B5EF4-FFF2-40B4-BE49-F238E27FC236}">
                <a16:creationId xmlns:a16="http://schemas.microsoft.com/office/drawing/2014/main" id="{2F0EFC19-CF41-DB41-B8E9-C60A32D7A191}"/>
              </a:ext>
            </a:extLst>
          </p:cNvPr>
          <p:cNvSpPr>
            <a:spLocks noGrp="1"/>
          </p:cNvSpPr>
          <p:nvPr>
            <p:ph type="body" sz="quarter" idx="10" hasCustomPrompt="1"/>
          </p:nvPr>
        </p:nvSpPr>
        <p:spPr>
          <a:xfrm>
            <a:off x="838200" y="1107853"/>
            <a:ext cx="4969768" cy="4905623"/>
          </a:xfrm>
        </p:spPr>
        <p:txBody>
          <a:bodyPr>
            <a:normAutofit/>
          </a:bodyPr>
          <a:lstStyle>
            <a:lvl1pPr marL="0" indent="0">
              <a:buFont typeface="+mj-lt"/>
              <a:buNone/>
              <a:defRPr sz="16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sp>
        <p:nvSpPr>
          <p:cNvPr id="22" name="Picture Placeholder 18">
            <a:extLst>
              <a:ext uri="{FF2B5EF4-FFF2-40B4-BE49-F238E27FC236}">
                <a16:creationId xmlns:a16="http://schemas.microsoft.com/office/drawing/2014/main" id="{C4F13C3A-B7AB-9E4E-B901-9EE3CE3FC6A3}"/>
              </a:ext>
            </a:extLst>
          </p:cNvPr>
          <p:cNvSpPr>
            <a:spLocks noGrp="1"/>
          </p:cNvSpPr>
          <p:nvPr>
            <p:ph type="pic" sz="quarter" idx="11"/>
          </p:nvPr>
        </p:nvSpPr>
        <p:spPr>
          <a:xfrm>
            <a:off x="6384032" y="381419"/>
            <a:ext cx="4968552" cy="5632056"/>
          </a:xfrm>
        </p:spPr>
        <p:txBody>
          <a:bodyPr/>
          <a:lstStyle/>
          <a:p>
            <a:r>
              <a:rPr lang="en-GB"/>
              <a:t>Click icon to add picture</a:t>
            </a:r>
            <a:endParaRPr lang="en-US"/>
          </a:p>
        </p:txBody>
      </p:sp>
      <p:grpSp>
        <p:nvGrpSpPr>
          <p:cNvPr id="3" name="Group 2">
            <a:extLst>
              <a:ext uri="{FF2B5EF4-FFF2-40B4-BE49-F238E27FC236}">
                <a16:creationId xmlns:a16="http://schemas.microsoft.com/office/drawing/2014/main" id="{1638B46F-0F90-D7AF-02A4-2409B2F6AF1C}"/>
              </a:ext>
            </a:extLst>
          </p:cNvPr>
          <p:cNvGrpSpPr/>
          <p:nvPr userDrawn="1"/>
        </p:nvGrpSpPr>
        <p:grpSpPr>
          <a:xfrm>
            <a:off x="10688320" y="6276058"/>
            <a:ext cx="1503680" cy="581942"/>
            <a:chOff x="10688320" y="6276058"/>
            <a:chExt cx="1503680" cy="581942"/>
          </a:xfrm>
        </p:grpSpPr>
        <p:grpSp>
          <p:nvGrpSpPr>
            <p:cNvPr id="26" name="Group 25">
              <a:extLst>
                <a:ext uri="{FF2B5EF4-FFF2-40B4-BE49-F238E27FC236}">
                  <a16:creationId xmlns:a16="http://schemas.microsoft.com/office/drawing/2014/main" id="{603A4BA0-775A-868E-5C6C-3CE88C60D6C5}"/>
                </a:ext>
              </a:extLst>
            </p:cNvPr>
            <p:cNvGrpSpPr/>
            <p:nvPr userDrawn="1"/>
          </p:nvGrpSpPr>
          <p:grpSpPr>
            <a:xfrm>
              <a:off x="10688320" y="6293503"/>
              <a:ext cx="1503680" cy="564497"/>
              <a:chOff x="10688320" y="6293503"/>
              <a:chExt cx="1503680" cy="564497"/>
            </a:xfrm>
          </p:grpSpPr>
          <p:sp>
            <p:nvSpPr>
              <p:cNvPr id="27" name="Rectangle 26">
                <a:extLst>
                  <a:ext uri="{FF2B5EF4-FFF2-40B4-BE49-F238E27FC236}">
                    <a16:creationId xmlns:a16="http://schemas.microsoft.com/office/drawing/2014/main" id="{E6F61729-FDED-6C92-2534-0450706B21C9}"/>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28" name="TextBox 27">
                <a:extLst>
                  <a:ext uri="{FF2B5EF4-FFF2-40B4-BE49-F238E27FC236}">
                    <a16:creationId xmlns:a16="http://schemas.microsoft.com/office/drawing/2014/main" id="{751BC700-26F9-685D-1F07-780CAA5FF9DC}"/>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31" name="Picture 30">
                <a:extLst>
                  <a:ext uri="{FF2B5EF4-FFF2-40B4-BE49-F238E27FC236}">
                    <a16:creationId xmlns:a16="http://schemas.microsoft.com/office/drawing/2014/main" id="{0BE710A2-DADD-146C-1DBD-25E77DC846B9}"/>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2" name="Picture 1">
              <a:extLst>
                <a:ext uri="{FF2B5EF4-FFF2-40B4-BE49-F238E27FC236}">
                  <a16:creationId xmlns:a16="http://schemas.microsoft.com/office/drawing/2014/main" id="{44A142B8-3C09-6932-5ACA-FE6C4AA12136}"/>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32" name="Slide Number Placeholder 4">
            <a:extLst>
              <a:ext uri="{FF2B5EF4-FFF2-40B4-BE49-F238E27FC236}">
                <a16:creationId xmlns:a16="http://schemas.microsoft.com/office/drawing/2014/main" id="{854EF07A-6A87-6EA1-38E2-FF8374F638CA}"/>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140532938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tyle 2 - Image Left / Text Right">
    <p:bg>
      <p:bgRef idx="1001">
        <a:schemeClr val="bg2"/>
      </p:bgRef>
    </p:bg>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DA33A383-C1ED-3447-A6B8-FBDDD6B02652}"/>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38" name="Text Placeholder 13">
            <a:extLst>
              <a:ext uri="{FF2B5EF4-FFF2-40B4-BE49-F238E27FC236}">
                <a16:creationId xmlns:a16="http://schemas.microsoft.com/office/drawing/2014/main" id="{36B6E0D6-2EA8-EA4E-84DA-D67B7DE8B6D7}"/>
              </a:ext>
            </a:extLst>
          </p:cNvPr>
          <p:cNvSpPr>
            <a:spLocks noGrp="1"/>
          </p:cNvSpPr>
          <p:nvPr>
            <p:ph type="body" sz="quarter" idx="10" hasCustomPrompt="1"/>
          </p:nvPr>
        </p:nvSpPr>
        <p:spPr>
          <a:xfrm>
            <a:off x="6388396" y="381419"/>
            <a:ext cx="4969768" cy="5632056"/>
          </a:xfrm>
        </p:spPr>
        <p:txBody>
          <a:bodyPr>
            <a:normAutofit/>
          </a:bodyPr>
          <a:lstStyle>
            <a:lvl1pPr marL="0" indent="0">
              <a:buFont typeface="+mj-lt"/>
              <a:buNone/>
              <a:defRPr sz="16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sp>
        <p:nvSpPr>
          <p:cNvPr id="39" name="Picture Placeholder 18">
            <a:extLst>
              <a:ext uri="{FF2B5EF4-FFF2-40B4-BE49-F238E27FC236}">
                <a16:creationId xmlns:a16="http://schemas.microsoft.com/office/drawing/2014/main" id="{8A668FA9-1D56-0D4A-B3D6-6F44B35DE359}"/>
              </a:ext>
            </a:extLst>
          </p:cNvPr>
          <p:cNvSpPr>
            <a:spLocks noGrp="1"/>
          </p:cNvSpPr>
          <p:nvPr>
            <p:ph type="pic" sz="quarter" idx="11"/>
          </p:nvPr>
        </p:nvSpPr>
        <p:spPr>
          <a:xfrm>
            <a:off x="839416" y="1107851"/>
            <a:ext cx="4968552" cy="4899888"/>
          </a:xfrm>
        </p:spPr>
        <p:txBody>
          <a:bodyPr/>
          <a:lstStyle/>
          <a:p>
            <a:r>
              <a:rPr lang="en-GB"/>
              <a:t>Click icon to add picture</a:t>
            </a:r>
            <a:endParaRPr lang="en-US"/>
          </a:p>
        </p:txBody>
      </p:sp>
      <p:grpSp>
        <p:nvGrpSpPr>
          <p:cNvPr id="14" name="Group 13">
            <a:extLst>
              <a:ext uri="{FF2B5EF4-FFF2-40B4-BE49-F238E27FC236}">
                <a16:creationId xmlns:a16="http://schemas.microsoft.com/office/drawing/2014/main" id="{E0B1E2D3-A5EF-E7A2-CCDB-4A4DB8D11C8F}"/>
              </a:ext>
            </a:extLst>
          </p:cNvPr>
          <p:cNvGrpSpPr/>
          <p:nvPr userDrawn="1"/>
        </p:nvGrpSpPr>
        <p:grpSpPr>
          <a:xfrm>
            <a:off x="10688320" y="6276058"/>
            <a:ext cx="1503680" cy="581942"/>
            <a:chOff x="10688320" y="6276058"/>
            <a:chExt cx="1503680" cy="581942"/>
          </a:xfrm>
        </p:grpSpPr>
        <p:grpSp>
          <p:nvGrpSpPr>
            <p:cNvPr id="15" name="Group 14">
              <a:extLst>
                <a:ext uri="{FF2B5EF4-FFF2-40B4-BE49-F238E27FC236}">
                  <a16:creationId xmlns:a16="http://schemas.microsoft.com/office/drawing/2014/main" id="{C4355159-115E-5382-9F87-A62C23BA1D2F}"/>
                </a:ext>
              </a:extLst>
            </p:cNvPr>
            <p:cNvGrpSpPr/>
            <p:nvPr userDrawn="1"/>
          </p:nvGrpSpPr>
          <p:grpSpPr>
            <a:xfrm>
              <a:off x="10688320" y="6293503"/>
              <a:ext cx="1503680" cy="564497"/>
              <a:chOff x="10688320" y="6293503"/>
              <a:chExt cx="1503680" cy="564497"/>
            </a:xfrm>
          </p:grpSpPr>
          <p:sp>
            <p:nvSpPr>
              <p:cNvPr id="17" name="Rectangle 16">
                <a:extLst>
                  <a:ext uri="{FF2B5EF4-FFF2-40B4-BE49-F238E27FC236}">
                    <a16:creationId xmlns:a16="http://schemas.microsoft.com/office/drawing/2014/main" id="{8E21EF9B-B835-E5EF-CB9F-D3719CCDE367}"/>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8" name="TextBox 17">
                <a:extLst>
                  <a:ext uri="{FF2B5EF4-FFF2-40B4-BE49-F238E27FC236}">
                    <a16:creationId xmlns:a16="http://schemas.microsoft.com/office/drawing/2014/main" id="{98AD6817-F6AB-852E-2CB1-AD90DEA29A68}"/>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9" name="Picture 18">
                <a:extLst>
                  <a:ext uri="{FF2B5EF4-FFF2-40B4-BE49-F238E27FC236}">
                    <a16:creationId xmlns:a16="http://schemas.microsoft.com/office/drawing/2014/main" id="{4CDB975B-0CF3-E960-8B45-02A776FDE545}"/>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6" name="Picture 15">
              <a:extLst>
                <a:ext uri="{FF2B5EF4-FFF2-40B4-BE49-F238E27FC236}">
                  <a16:creationId xmlns:a16="http://schemas.microsoft.com/office/drawing/2014/main" id="{081B78A5-7211-FE1A-C661-5DA8DEAFB055}"/>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20" name="Slide Number Placeholder 4">
            <a:extLst>
              <a:ext uri="{FF2B5EF4-FFF2-40B4-BE49-F238E27FC236}">
                <a16:creationId xmlns:a16="http://schemas.microsoft.com/office/drawing/2014/main" id="{FD1C6019-0BA6-3464-94AF-91B23FF4C387}"/>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641479982"/>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yle 3 - Large Text Box">
    <p:bg>
      <p:bgRef idx="1001">
        <a:schemeClr val="bg2"/>
      </p:bgRef>
    </p:bg>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B92A2B9C-E0FC-594F-A120-24372B4675D5}"/>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4" name="Text Placeholder 13">
            <a:extLst>
              <a:ext uri="{FF2B5EF4-FFF2-40B4-BE49-F238E27FC236}">
                <a16:creationId xmlns:a16="http://schemas.microsoft.com/office/drawing/2014/main" id="{3EC21F77-4957-9348-8D69-41C656769B38}"/>
              </a:ext>
            </a:extLst>
          </p:cNvPr>
          <p:cNvSpPr>
            <a:spLocks noGrp="1"/>
          </p:cNvSpPr>
          <p:nvPr>
            <p:ph type="body" sz="quarter" idx="10" hasCustomPrompt="1"/>
          </p:nvPr>
        </p:nvSpPr>
        <p:spPr>
          <a:xfrm>
            <a:off x="838201" y="1107853"/>
            <a:ext cx="10517372" cy="4905623"/>
          </a:xfrm>
        </p:spPr>
        <p:txBody>
          <a:bodyPr>
            <a:normAutofit/>
          </a:bodyPr>
          <a:lstStyle>
            <a:lvl1pPr marL="0" indent="0">
              <a:buFont typeface="+mj-lt"/>
              <a:buNone/>
              <a:defRPr sz="16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grpSp>
        <p:nvGrpSpPr>
          <p:cNvPr id="9" name="Group 8">
            <a:extLst>
              <a:ext uri="{FF2B5EF4-FFF2-40B4-BE49-F238E27FC236}">
                <a16:creationId xmlns:a16="http://schemas.microsoft.com/office/drawing/2014/main" id="{768EACCF-9F5F-1F98-B9D4-2A78173213C4}"/>
              </a:ext>
            </a:extLst>
          </p:cNvPr>
          <p:cNvGrpSpPr/>
          <p:nvPr userDrawn="1"/>
        </p:nvGrpSpPr>
        <p:grpSpPr>
          <a:xfrm>
            <a:off x="10688320" y="6276058"/>
            <a:ext cx="1503680" cy="581942"/>
            <a:chOff x="10688320" y="6276058"/>
            <a:chExt cx="1503680" cy="581942"/>
          </a:xfrm>
        </p:grpSpPr>
        <p:grpSp>
          <p:nvGrpSpPr>
            <p:cNvPr id="10" name="Group 9">
              <a:extLst>
                <a:ext uri="{FF2B5EF4-FFF2-40B4-BE49-F238E27FC236}">
                  <a16:creationId xmlns:a16="http://schemas.microsoft.com/office/drawing/2014/main" id="{5400D8FA-1B30-E7D5-3FBB-5D68123170B3}"/>
                </a:ext>
              </a:extLst>
            </p:cNvPr>
            <p:cNvGrpSpPr/>
            <p:nvPr userDrawn="1"/>
          </p:nvGrpSpPr>
          <p:grpSpPr>
            <a:xfrm>
              <a:off x="10688320" y="6293503"/>
              <a:ext cx="1503680" cy="564497"/>
              <a:chOff x="10688320" y="6293503"/>
              <a:chExt cx="1503680" cy="564497"/>
            </a:xfrm>
          </p:grpSpPr>
          <p:sp>
            <p:nvSpPr>
              <p:cNvPr id="12" name="Rectangle 11">
                <a:extLst>
                  <a:ext uri="{FF2B5EF4-FFF2-40B4-BE49-F238E27FC236}">
                    <a16:creationId xmlns:a16="http://schemas.microsoft.com/office/drawing/2014/main" id="{871E07DC-4179-81E8-509F-D65BBBBE5273}"/>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3" name="TextBox 12">
                <a:extLst>
                  <a:ext uri="{FF2B5EF4-FFF2-40B4-BE49-F238E27FC236}">
                    <a16:creationId xmlns:a16="http://schemas.microsoft.com/office/drawing/2014/main" id="{0B96D59D-6B44-202F-855F-6988285CB7BE}"/>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4" name="Picture 13">
                <a:extLst>
                  <a:ext uri="{FF2B5EF4-FFF2-40B4-BE49-F238E27FC236}">
                    <a16:creationId xmlns:a16="http://schemas.microsoft.com/office/drawing/2014/main" id="{19151F32-D6DF-9905-127D-242FCFE19ED0}"/>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1" name="Picture 10">
              <a:extLst>
                <a:ext uri="{FF2B5EF4-FFF2-40B4-BE49-F238E27FC236}">
                  <a16:creationId xmlns:a16="http://schemas.microsoft.com/office/drawing/2014/main" id="{36DF842B-CCB4-C51A-C7FA-E704A1052E1D}"/>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5" name="Slide Number Placeholder 4">
            <a:extLst>
              <a:ext uri="{FF2B5EF4-FFF2-40B4-BE49-F238E27FC236}">
                <a16:creationId xmlns:a16="http://schemas.microsoft.com/office/drawing/2014/main" id="{DB53946A-6A27-7D69-DE7F-B0B4E44F736A}"/>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8899460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tyle 4 - Large Video">
    <p:bg>
      <p:bgRef idx="1001">
        <a:schemeClr val="bg2"/>
      </p:bgRef>
    </p:bg>
    <p:spTree>
      <p:nvGrpSpPr>
        <p:cNvPr id="1" name=""/>
        <p:cNvGrpSpPr/>
        <p:nvPr/>
      </p:nvGrpSpPr>
      <p:grpSpPr>
        <a:xfrm>
          <a:off x="0" y="0"/>
          <a:ext cx="0" cy="0"/>
          <a:chOff x="0" y="0"/>
          <a:chExt cx="0" cy="0"/>
        </a:xfrm>
      </p:grpSpPr>
      <p:sp>
        <p:nvSpPr>
          <p:cNvPr id="10" name="Media Placeholder 2">
            <a:extLst>
              <a:ext uri="{FF2B5EF4-FFF2-40B4-BE49-F238E27FC236}">
                <a16:creationId xmlns:a16="http://schemas.microsoft.com/office/drawing/2014/main" id="{67FB7D94-160F-5546-8678-92B87AAADF8A}"/>
              </a:ext>
            </a:extLst>
          </p:cNvPr>
          <p:cNvSpPr>
            <a:spLocks noGrp="1"/>
          </p:cNvSpPr>
          <p:nvPr>
            <p:ph type="media" sz="quarter" idx="11" hasCustomPrompt="1"/>
          </p:nvPr>
        </p:nvSpPr>
        <p:spPr>
          <a:xfrm>
            <a:off x="0" y="1"/>
            <a:ext cx="12192000" cy="6032499"/>
          </a:xfrm>
        </p:spPr>
        <p:txBody>
          <a:bodyPr anchor="ctr" anchorCtr="1"/>
          <a:lstStyle>
            <a:lvl1pPr marL="0" indent="0">
              <a:buNone/>
              <a:defRPr b="1" i="0">
                <a:latin typeface="Arial" panose="020B0604020202020204" pitchFamily="34" charset="0"/>
                <a:cs typeface="Arial" panose="020B0604020202020204" pitchFamily="34" charset="0"/>
              </a:defRPr>
            </a:lvl1pPr>
          </a:lstStyle>
          <a:p>
            <a:r>
              <a:rPr lang="en-US" dirty="0"/>
              <a:t>Large Video Slide</a:t>
            </a:r>
          </a:p>
        </p:txBody>
      </p:sp>
      <p:grpSp>
        <p:nvGrpSpPr>
          <p:cNvPr id="8" name="Group 7">
            <a:extLst>
              <a:ext uri="{FF2B5EF4-FFF2-40B4-BE49-F238E27FC236}">
                <a16:creationId xmlns:a16="http://schemas.microsoft.com/office/drawing/2014/main" id="{DE0A7993-082F-448E-B3F8-486B5C968A1C}"/>
              </a:ext>
            </a:extLst>
          </p:cNvPr>
          <p:cNvGrpSpPr/>
          <p:nvPr userDrawn="1"/>
        </p:nvGrpSpPr>
        <p:grpSpPr>
          <a:xfrm>
            <a:off x="10688320" y="6276058"/>
            <a:ext cx="1503680" cy="581942"/>
            <a:chOff x="10688320" y="6276058"/>
            <a:chExt cx="1503680" cy="581942"/>
          </a:xfrm>
        </p:grpSpPr>
        <p:grpSp>
          <p:nvGrpSpPr>
            <p:cNvPr id="9" name="Group 8">
              <a:extLst>
                <a:ext uri="{FF2B5EF4-FFF2-40B4-BE49-F238E27FC236}">
                  <a16:creationId xmlns:a16="http://schemas.microsoft.com/office/drawing/2014/main" id="{97860069-236F-1410-A0FF-2F3ABC9BD651}"/>
                </a:ext>
              </a:extLst>
            </p:cNvPr>
            <p:cNvGrpSpPr/>
            <p:nvPr userDrawn="1"/>
          </p:nvGrpSpPr>
          <p:grpSpPr>
            <a:xfrm>
              <a:off x="10688320" y="6293503"/>
              <a:ext cx="1503680" cy="564497"/>
              <a:chOff x="10688320" y="6293503"/>
              <a:chExt cx="1503680" cy="564497"/>
            </a:xfrm>
          </p:grpSpPr>
          <p:sp>
            <p:nvSpPr>
              <p:cNvPr id="13" name="Rectangle 12">
                <a:extLst>
                  <a:ext uri="{FF2B5EF4-FFF2-40B4-BE49-F238E27FC236}">
                    <a16:creationId xmlns:a16="http://schemas.microsoft.com/office/drawing/2014/main" id="{6A9C1FB5-0CE6-AAC7-070A-0E0C05BB3727}"/>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4" name="TextBox 13">
                <a:extLst>
                  <a:ext uri="{FF2B5EF4-FFF2-40B4-BE49-F238E27FC236}">
                    <a16:creationId xmlns:a16="http://schemas.microsoft.com/office/drawing/2014/main" id="{6D6544E7-10EF-9620-4436-24B5471FECB0}"/>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5" name="Picture 14">
                <a:extLst>
                  <a:ext uri="{FF2B5EF4-FFF2-40B4-BE49-F238E27FC236}">
                    <a16:creationId xmlns:a16="http://schemas.microsoft.com/office/drawing/2014/main" id="{1203276C-68DB-8AA1-317A-9F86BE06B59F}"/>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2" name="Picture 11">
              <a:extLst>
                <a:ext uri="{FF2B5EF4-FFF2-40B4-BE49-F238E27FC236}">
                  <a16:creationId xmlns:a16="http://schemas.microsoft.com/office/drawing/2014/main" id="{EEFDCDB8-1E85-B120-9ED2-2D34CB5A20DD}"/>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6" name="Slide Number Placeholder 4">
            <a:extLst>
              <a:ext uri="{FF2B5EF4-FFF2-40B4-BE49-F238E27FC236}">
                <a16:creationId xmlns:a16="http://schemas.microsoft.com/office/drawing/2014/main" id="{C1F10164-37E4-78CC-1489-BC552E1B31D9}"/>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368830259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yle 5 - Left Text / Right Video">
    <p:bg>
      <p:bgRef idx="1001">
        <a:schemeClr val="bg2"/>
      </p:bgRef>
    </p:bg>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B74D8277-456C-BB4B-B005-EB6E5FD2BB05}"/>
              </a:ext>
            </a:extLst>
          </p:cNvPr>
          <p:cNvSpPr>
            <a:spLocks noGrp="1"/>
          </p:cNvSpPr>
          <p:nvPr>
            <p:ph type="media" sz="quarter" idx="11"/>
          </p:nvPr>
        </p:nvSpPr>
        <p:spPr>
          <a:xfrm>
            <a:off x="6378507" y="381419"/>
            <a:ext cx="4951412" cy="5620588"/>
          </a:xfrm>
        </p:spPr>
        <p:txBody>
          <a:bodyPr/>
          <a:lstStyle/>
          <a:p>
            <a:r>
              <a:rPr lang="en-GB"/>
              <a:t>Click icon to add media</a:t>
            </a:r>
            <a:endParaRPr lang="en-US" dirty="0"/>
          </a:p>
        </p:txBody>
      </p:sp>
      <p:sp>
        <p:nvSpPr>
          <p:cNvPr id="22" name="Title 1">
            <a:extLst>
              <a:ext uri="{FF2B5EF4-FFF2-40B4-BE49-F238E27FC236}">
                <a16:creationId xmlns:a16="http://schemas.microsoft.com/office/drawing/2014/main" id="{C2E2A4F6-6AC5-2343-AA9D-DCA5C3633F7F}"/>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3" name="Text Placeholder 13">
            <a:extLst>
              <a:ext uri="{FF2B5EF4-FFF2-40B4-BE49-F238E27FC236}">
                <a16:creationId xmlns:a16="http://schemas.microsoft.com/office/drawing/2014/main" id="{B1C2D37E-2631-DD4A-94AA-82F69735EE29}"/>
              </a:ext>
            </a:extLst>
          </p:cNvPr>
          <p:cNvSpPr>
            <a:spLocks noGrp="1"/>
          </p:cNvSpPr>
          <p:nvPr>
            <p:ph type="body" sz="quarter" idx="10" hasCustomPrompt="1"/>
          </p:nvPr>
        </p:nvSpPr>
        <p:spPr>
          <a:xfrm>
            <a:off x="838200" y="1107852"/>
            <a:ext cx="4969768" cy="4894155"/>
          </a:xfrm>
        </p:spPr>
        <p:txBody>
          <a:bodyPr>
            <a:normAutofit/>
          </a:bodyPr>
          <a:lstStyle>
            <a:lvl1pPr marL="0" indent="0">
              <a:buFont typeface="+mj-lt"/>
              <a:buNone/>
              <a:defRPr sz="14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grpSp>
        <p:nvGrpSpPr>
          <p:cNvPr id="10" name="Group 9">
            <a:extLst>
              <a:ext uri="{FF2B5EF4-FFF2-40B4-BE49-F238E27FC236}">
                <a16:creationId xmlns:a16="http://schemas.microsoft.com/office/drawing/2014/main" id="{E859F9DC-AE7C-FBFF-8C9F-61BE02F5775E}"/>
              </a:ext>
            </a:extLst>
          </p:cNvPr>
          <p:cNvGrpSpPr/>
          <p:nvPr userDrawn="1"/>
        </p:nvGrpSpPr>
        <p:grpSpPr>
          <a:xfrm>
            <a:off x="10688320" y="6276058"/>
            <a:ext cx="1503680" cy="581942"/>
            <a:chOff x="10688320" y="6276058"/>
            <a:chExt cx="1503680" cy="581942"/>
          </a:xfrm>
        </p:grpSpPr>
        <p:grpSp>
          <p:nvGrpSpPr>
            <p:cNvPr id="11" name="Group 10">
              <a:extLst>
                <a:ext uri="{FF2B5EF4-FFF2-40B4-BE49-F238E27FC236}">
                  <a16:creationId xmlns:a16="http://schemas.microsoft.com/office/drawing/2014/main" id="{614074B3-FA78-27E6-1A66-191EF809E35C}"/>
                </a:ext>
              </a:extLst>
            </p:cNvPr>
            <p:cNvGrpSpPr/>
            <p:nvPr userDrawn="1"/>
          </p:nvGrpSpPr>
          <p:grpSpPr>
            <a:xfrm>
              <a:off x="10688320" y="6293503"/>
              <a:ext cx="1503680" cy="564497"/>
              <a:chOff x="10688320" y="6293503"/>
              <a:chExt cx="1503680" cy="564497"/>
            </a:xfrm>
          </p:grpSpPr>
          <p:sp>
            <p:nvSpPr>
              <p:cNvPr id="13" name="Rectangle 12">
                <a:extLst>
                  <a:ext uri="{FF2B5EF4-FFF2-40B4-BE49-F238E27FC236}">
                    <a16:creationId xmlns:a16="http://schemas.microsoft.com/office/drawing/2014/main" id="{D4F012BF-5A13-989E-9E98-63923C30D502}"/>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4" name="TextBox 13">
                <a:extLst>
                  <a:ext uri="{FF2B5EF4-FFF2-40B4-BE49-F238E27FC236}">
                    <a16:creationId xmlns:a16="http://schemas.microsoft.com/office/drawing/2014/main" id="{38E7E9B8-E765-009E-7849-DBCBE995B39D}"/>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5" name="Picture 14">
                <a:extLst>
                  <a:ext uri="{FF2B5EF4-FFF2-40B4-BE49-F238E27FC236}">
                    <a16:creationId xmlns:a16="http://schemas.microsoft.com/office/drawing/2014/main" id="{AE059C79-90CE-29B5-B3B6-01AFB6FC7885}"/>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2" name="Picture 11">
              <a:extLst>
                <a:ext uri="{FF2B5EF4-FFF2-40B4-BE49-F238E27FC236}">
                  <a16:creationId xmlns:a16="http://schemas.microsoft.com/office/drawing/2014/main" id="{5C7EEBC1-ED7F-FC72-7584-5337E408E8EA}"/>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6" name="Slide Number Placeholder 4">
            <a:extLst>
              <a:ext uri="{FF2B5EF4-FFF2-40B4-BE49-F238E27FC236}">
                <a16:creationId xmlns:a16="http://schemas.microsoft.com/office/drawing/2014/main" id="{014A1175-1073-FB62-3A2A-E19FE7760E16}"/>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282209300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tyle 5 - Software Development">
    <p:bg>
      <p:bgRef idx="1001">
        <a:schemeClr val="bg2"/>
      </p:bgRef>
    </p:bg>
    <p:spTree>
      <p:nvGrpSpPr>
        <p:cNvPr id="1" name=""/>
        <p:cNvGrpSpPr/>
        <p:nvPr/>
      </p:nvGrpSpPr>
      <p:grpSpPr>
        <a:xfrm>
          <a:off x="0" y="0"/>
          <a:ext cx="0" cy="0"/>
          <a:chOff x="0" y="0"/>
          <a:chExt cx="0" cy="0"/>
        </a:xfrm>
      </p:grpSpPr>
      <p:sp>
        <p:nvSpPr>
          <p:cNvPr id="17" name="Slide Number Placeholder 4">
            <a:extLst>
              <a:ext uri="{FF2B5EF4-FFF2-40B4-BE49-F238E27FC236}">
                <a16:creationId xmlns:a16="http://schemas.microsoft.com/office/drawing/2014/main" id="{C7305CBB-55FB-B44B-A0B0-96E86345C48A}"/>
              </a:ext>
            </a:extLst>
          </p:cNvPr>
          <p:cNvSpPr txBox="1">
            <a:spLocks/>
          </p:cNvSpPr>
          <p:nvPr userDrawn="1"/>
        </p:nvSpPr>
        <p:spPr>
          <a:xfrm>
            <a:off x="9692640" y="6405648"/>
            <a:ext cx="2296160" cy="365125"/>
          </a:xfrm>
          <a:prstGeom prst="rect">
            <a:avLst/>
          </a:prstGeom>
        </p:spPr>
        <p:txBody>
          <a:bodyPr vert="horz" lIns="91440" tIns="45720" rIns="91440" bIns="45720" rtlCol="0" anchor="ctr"/>
          <a:lstStyle>
            <a:defPPr>
              <a:defRPr lang="en-US"/>
            </a:defPPr>
            <a:lvl1pPr marL="0" algn="r" defTabSz="914400" rtl="0" eaLnBrk="1" latinLnBrk="0" hangingPunct="1">
              <a:defRPr sz="1000" b="0" i="0" kern="1200">
                <a:solidFill>
                  <a:schemeClr val="bg2"/>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E9C85F8-0BD3-7742-B238-5BE9A2749A8F}" type="slidenum">
              <a:rPr lang="en-US" sz="1000" smtClean="0"/>
              <a:pPr/>
              <a:t>‹#›</a:t>
            </a:fld>
            <a:endParaRPr lang="en-US" sz="1000" dirty="0"/>
          </a:p>
        </p:txBody>
      </p:sp>
      <p:sp>
        <p:nvSpPr>
          <p:cNvPr id="18" name="Media Placeholder 2">
            <a:extLst>
              <a:ext uri="{FF2B5EF4-FFF2-40B4-BE49-F238E27FC236}">
                <a16:creationId xmlns:a16="http://schemas.microsoft.com/office/drawing/2014/main" id="{675C1070-97AA-E14C-974E-C64156AA4727}"/>
              </a:ext>
            </a:extLst>
          </p:cNvPr>
          <p:cNvSpPr>
            <a:spLocks noGrp="1"/>
          </p:cNvSpPr>
          <p:nvPr>
            <p:ph type="media" sz="quarter" idx="11"/>
          </p:nvPr>
        </p:nvSpPr>
        <p:spPr>
          <a:xfrm>
            <a:off x="6378507" y="381419"/>
            <a:ext cx="4951412" cy="5620588"/>
          </a:xfrm>
        </p:spPr>
        <p:txBody>
          <a:bodyPr/>
          <a:lstStyle/>
          <a:p>
            <a:r>
              <a:rPr lang="en-GB"/>
              <a:t>Click icon to add media</a:t>
            </a:r>
            <a:endParaRPr lang="en-US" dirty="0"/>
          </a:p>
        </p:txBody>
      </p:sp>
      <p:sp>
        <p:nvSpPr>
          <p:cNvPr id="21" name="Title 1">
            <a:extLst>
              <a:ext uri="{FF2B5EF4-FFF2-40B4-BE49-F238E27FC236}">
                <a16:creationId xmlns:a16="http://schemas.microsoft.com/office/drawing/2014/main" id="{D2D60907-A2F2-994C-87D3-7689996B7315}"/>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4" name="Text Placeholder 13">
            <a:extLst>
              <a:ext uri="{FF2B5EF4-FFF2-40B4-BE49-F238E27FC236}">
                <a16:creationId xmlns:a16="http://schemas.microsoft.com/office/drawing/2014/main" id="{9A68E9AB-98DF-2142-9BFB-F47EF8D8E422}"/>
              </a:ext>
            </a:extLst>
          </p:cNvPr>
          <p:cNvSpPr>
            <a:spLocks noGrp="1"/>
          </p:cNvSpPr>
          <p:nvPr>
            <p:ph type="body" sz="quarter" idx="10" hasCustomPrompt="1"/>
          </p:nvPr>
        </p:nvSpPr>
        <p:spPr>
          <a:xfrm>
            <a:off x="838200" y="1107852"/>
            <a:ext cx="4969768" cy="4894155"/>
          </a:xfrm>
        </p:spPr>
        <p:txBody>
          <a:bodyPr>
            <a:normAutofit/>
          </a:bodyPr>
          <a:lstStyle>
            <a:lvl1pPr marL="0" indent="0">
              <a:buFont typeface="+mj-lt"/>
              <a:buNone/>
              <a:defRPr sz="14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grpSp>
        <p:nvGrpSpPr>
          <p:cNvPr id="4" name="Group 3">
            <a:extLst>
              <a:ext uri="{FF2B5EF4-FFF2-40B4-BE49-F238E27FC236}">
                <a16:creationId xmlns:a16="http://schemas.microsoft.com/office/drawing/2014/main" id="{93FFF67C-0CD2-556E-9904-6222E6170FA8}"/>
              </a:ext>
            </a:extLst>
          </p:cNvPr>
          <p:cNvGrpSpPr/>
          <p:nvPr userDrawn="1"/>
        </p:nvGrpSpPr>
        <p:grpSpPr>
          <a:xfrm>
            <a:off x="10688320" y="6276058"/>
            <a:ext cx="1503680" cy="581942"/>
            <a:chOff x="10688320" y="6276058"/>
            <a:chExt cx="1503680" cy="581942"/>
          </a:xfrm>
        </p:grpSpPr>
        <p:grpSp>
          <p:nvGrpSpPr>
            <p:cNvPr id="6" name="Group 5">
              <a:extLst>
                <a:ext uri="{FF2B5EF4-FFF2-40B4-BE49-F238E27FC236}">
                  <a16:creationId xmlns:a16="http://schemas.microsoft.com/office/drawing/2014/main" id="{5E6D47AA-F4FB-6BC3-5514-F902A3246624}"/>
                </a:ext>
              </a:extLst>
            </p:cNvPr>
            <p:cNvGrpSpPr/>
            <p:nvPr userDrawn="1"/>
          </p:nvGrpSpPr>
          <p:grpSpPr>
            <a:xfrm>
              <a:off x="10688320" y="6293503"/>
              <a:ext cx="1503680" cy="564497"/>
              <a:chOff x="10688320" y="6293503"/>
              <a:chExt cx="1503680" cy="564497"/>
            </a:xfrm>
          </p:grpSpPr>
          <p:sp>
            <p:nvSpPr>
              <p:cNvPr id="9" name="Rectangle 8">
                <a:extLst>
                  <a:ext uri="{FF2B5EF4-FFF2-40B4-BE49-F238E27FC236}">
                    <a16:creationId xmlns:a16="http://schemas.microsoft.com/office/drawing/2014/main" id="{1A03E38F-989C-9656-72FC-286B41D6CC45}"/>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0" name="TextBox 9">
                <a:extLst>
                  <a:ext uri="{FF2B5EF4-FFF2-40B4-BE49-F238E27FC236}">
                    <a16:creationId xmlns:a16="http://schemas.microsoft.com/office/drawing/2014/main" id="{D21C3CEB-0AF5-075D-421C-E15D0FE48194}"/>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1" name="Picture 10">
                <a:extLst>
                  <a:ext uri="{FF2B5EF4-FFF2-40B4-BE49-F238E27FC236}">
                    <a16:creationId xmlns:a16="http://schemas.microsoft.com/office/drawing/2014/main" id="{38872712-1DD4-0887-E813-760FFC8A9C54}"/>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8" name="Picture 7">
              <a:extLst>
                <a:ext uri="{FF2B5EF4-FFF2-40B4-BE49-F238E27FC236}">
                  <a16:creationId xmlns:a16="http://schemas.microsoft.com/office/drawing/2014/main" id="{7D692EEC-4BFF-D31E-839E-1C89979FD376}"/>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3" name="Slide Number Placeholder 4">
            <a:extLst>
              <a:ext uri="{FF2B5EF4-FFF2-40B4-BE49-F238E27FC236}">
                <a16:creationId xmlns:a16="http://schemas.microsoft.com/office/drawing/2014/main" id="{5C106A8E-53FA-BCB2-4892-69E52BC869F8}"/>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5551323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tyle 6 - Bullet Points">
    <p:bg>
      <p:bgRef idx="1001">
        <a:schemeClr val="bg2"/>
      </p:bgRef>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429DAEC0-2555-2845-A15D-30799D398E34}"/>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0" name="Text Placeholder 13">
            <a:extLst>
              <a:ext uri="{FF2B5EF4-FFF2-40B4-BE49-F238E27FC236}">
                <a16:creationId xmlns:a16="http://schemas.microsoft.com/office/drawing/2014/main" id="{F91855CE-A534-634D-8877-E5E3DECFC3DC}"/>
              </a:ext>
            </a:extLst>
          </p:cNvPr>
          <p:cNvSpPr>
            <a:spLocks noGrp="1"/>
          </p:cNvSpPr>
          <p:nvPr>
            <p:ph type="body" sz="quarter" idx="10" hasCustomPrompt="1"/>
          </p:nvPr>
        </p:nvSpPr>
        <p:spPr>
          <a:xfrm>
            <a:off x="838199" y="1100863"/>
            <a:ext cx="10503091" cy="4912611"/>
          </a:xfrm>
        </p:spPr>
        <p:txBody>
          <a:bodyPr>
            <a:normAutofit/>
          </a:bodyPr>
          <a:lstStyle>
            <a:lvl1pPr marL="285744" marR="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sz="14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is to be used for any text that might require bullet point use through the </a:t>
            </a:r>
            <a:r>
              <a:rPr lang="en-US" dirty="0" err="1"/>
              <a:t>powerpoint</a:t>
            </a:r>
            <a:r>
              <a:rPr lang="en-US" dirty="0"/>
              <a:t>.</a:t>
            </a:r>
          </a:p>
          <a:p>
            <a:pPr lvl="0"/>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This is to be used for any text that might require bullet point use through the </a:t>
            </a:r>
            <a:r>
              <a:rPr lang="en-US" dirty="0" err="1"/>
              <a:t>powerpoint</a:t>
            </a:r>
            <a:r>
              <a:rPr lang="en-US" dirty="0"/>
              <a:t>.</a:t>
            </a:r>
          </a:p>
          <a:p>
            <a:pPr marL="285744" marR="0" lvl="0" indent="-285744" algn="l" defTabSz="914377"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US" dirty="0"/>
          </a:p>
          <a:p>
            <a:pPr lvl="0"/>
            <a:endParaRPr lang="en-US" dirty="0"/>
          </a:p>
        </p:txBody>
      </p:sp>
      <p:grpSp>
        <p:nvGrpSpPr>
          <p:cNvPr id="9" name="Group 8">
            <a:extLst>
              <a:ext uri="{FF2B5EF4-FFF2-40B4-BE49-F238E27FC236}">
                <a16:creationId xmlns:a16="http://schemas.microsoft.com/office/drawing/2014/main" id="{0B0D3CC3-42E7-7420-2506-8653F75CE1A6}"/>
              </a:ext>
            </a:extLst>
          </p:cNvPr>
          <p:cNvGrpSpPr/>
          <p:nvPr userDrawn="1"/>
        </p:nvGrpSpPr>
        <p:grpSpPr>
          <a:xfrm>
            <a:off x="10688320" y="6276058"/>
            <a:ext cx="1503680" cy="581942"/>
            <a:chOff x="10688320" y="6276058"/>
            <a:chExt cx="1503680" cy="581942"/>
          </a:xfrm>
        </p:grpSpPr>
        <p:grpSp>
          <p:nvGrpSpPr>
            <p:cNvPr id="10" name="Group 9">
              <a:extLst>
                <a:ext uri="{FF2B5EF4-FFF2-40B4-BE49-F238E27FC236}">
                  <a16:creationId xmlns:a16="http://schemas.microsoft.com/office/drawing/2014/main" id="{6BC2A114-C6F2-5CBA-030B-D9A0EF0E008A}"/>
                </a:ext>
              </a:extLst>
            </p:cNvPr>
            <p:cNvGrpSpPr/>
            <p:nvPr userDrawn="1"/>
          </p:nvGrpSpPr>
          <p:grpSpPr>
            <a:xfrm>
              <a:off x="10688320" y="6293503"/>
              <a:ext cx="1503680" cy="564497"/>
              <a:chOff x="10688320" y="6293503"/>
              <a:chExt cx="1503680" cy="564497"/>
            </a:xfrm>
          </p:grpSpPr>
          <p:sp>
            <p:nvSpPr>
              <p:cNvPr id="12" name="Rectangle 11">
                <a:extLst>
                  <a:ext uri="{FF2B5EF4-FFF2-40B4-BE49-F238E27FC236}">
                    <a16:creationId xmlns:a16="http://schemas.microsoft.com/office/drawing/2014/main" id="{DA33D99A-80DF-B000-5C94-FE9422B75358}"/>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3" name="TextBox 12">
                <a:extLst>
                  <a:ext uri="{FF2B5EF4-FFF2-40B4-BE49-F238E27FC236}">
                    <a16:creationId xmlns:a16="http://schemas.microsoft.com/office/drawing/2014/main" id="{8E0C8D83-6C1F-4E5E-9719-BF0183A8799F}"/>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4" name="Picture 13">
                <a:extLst>
                  <a:ext uri="{FF2B5EF4-FFF2-40B4-BE49-F238E27FC236}">
                    <a16:creationId xmlns:a16="http://schemas.microsoft.com/office/drawing/2014/main" id="{FCD31E5D-516B-571D-C15C-CD38C3A51874}"/>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1" name="Picture 10">
              <a:extLst>
                <a:ext uri="{FF2B5EF4-FFF2-40B4-BE49-F238E27FC236}">
                  <a16:creationId xmlns:a16="http://schemas.microsoft.com/office/drawing/2014/main" id="{1B8CF761-B206-1FA6-1631-95E8AC8BDE71}"/>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5" name="Slide Number Placeholder 4">
            <a:extLst>
              <a:ext uri="{FF2B5EF4-FFF2-40B4-BE49-F238E27FC236}">
                <a16:creationId xmlns:a16="http://schemas.microsoft.com/office/drawing/2014/main" id="{8F1884E3-782D-A62D-05AB-FE7DDB2BACD6}"/>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388083701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tyle 7 - Large Image Box">
    <p:bg>
      <p:bgRef idx="1001">
        <a:schemeClr val="bg2"/>
      </p:bgRef>
    </p:bg>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E57A80E5-2379-9B46-BEC6-413D106080F8}"/>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6" name="Picture Placeholder 2">
            <a:extLst>
              <a:ext uri="{FF2B5EF4-FFF2-40B4-BE49-F238E27FC236}">
                <a16:creationId xmlns:a16="http://schemas.microsoft.com/office/drawing/2014/main" id="{812783BF-98F9-9345-BF11-B0AC41FBDE65}"/>
              </a:ext>
            </a:extLst>
          </p:cNvPr>
          <p:cNvSpPr>
            <a:spLocks noGrp="1"/>
          </p:cNvSpPr>
          <p:nvPr>
            <p:ph type="pic" sz="quarter" idx="13" hasCustomPrompt="1"/>
          </p:nvPr>
        </p:nvSpPr>
        <p:spPr>
          <a:xfrm>
            <a:off x="838201" y="1119706"/>
            <a:ext cx="10531475" cy="4857857"/>
          </a:xfrm>
        </p:spPr>
        <p:txBody>
          <a:bodyPr/>
          <a:lstStyle/>
          <a:p>
            <a:r>
              <a:rPr lang="en-US" dirty="0"/>
              <a:t>Add Picture here</a:t>
            </a:r>
          </a:p>
        </p:txBody>
      </p:sp>
      <p:grpSp>
        <p:nvGrpSpPr>
          <p:cNvPr id="9" name="Group 8">
            <a:extLst>
              <a:ext uri="{FF2B5EF4-FFF2-40B4-BE49-F238E27FC236}">
                <a16:creationId xmlns:a16="http://schemas.microsoft.com/office/drawing/2014/main" id="{01BA0998-2EC2-811F-C93B-278973FB4CEB}"/>
              </a:ext>
            </a:extLst>
          </p:cNvPr>
          <p:cNvGrpSpPr/>
          <p:nvPr userDrawn="1"/>
        </p:nvGrpSpPr>
        <p:grpSpPr>
          <a:xfrm>
            <a:off x="10688320" y="6276058"/>
            <a:ext cx="1503680" cy="581942"/>
            <a:chOff x="10688320" y="6276058"/>
            <a:chExt cx="1503680" cy="581942"/>
          </a:xfrm>
        </p:grpSpPr>
        <p:grpSp>
          <p:nvGrpSpPr>
            <p:cNvPr id="10" name="Group 9">
              <a:extLst>
                <a:ext uri="{FF2B5EF4-FFF2-40B4-BE49-F238E27FC236}">
                  <a16:creationId xmlns:a16="http://schemas.microsoft.com/office/drawing/2014/main" id="{A77E8D76-5E3D-8296-877D-09E99FE98423}"/>
                </a:ext>
              </a:extLst>
            </p:cNvPr>
            <p:cNvGrpSpPr/>
            <p:nvPr userDrawn="1"/>
          </p:nvGrpSpPr>
          <p:grpSpPr>
            <a:xfrm>
              <a:off x="10688320" y="6293503"/>
              <a:ext cx="1503680" cy="564497"/>
              <a:chOff x="10688320" y="6293503"/>
              <a:chExt cx="1503680" cy="564497"/>
            </a:xfrm>
          </p:grpSpPr>
          <p:sp>
            <p:nvSpPr>
              <p:cNvPr id="12" name="Rectangle 11">
                <a:extLst>
                  <a:ext uri="{FF2B5EF4-FFF2-40B4-BE49-F238E27FC236}">
                    <a16:creationId xmlns:a16="http://schemas.microsoft.com/office/drawing/2014/main" id="{36B96EF3-78F7-A366-80A6-0C642B45E4B7}"/>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3" name="TextBox 12">
                <a:extLst>
                  <a:ext uri="{FF2B5EF4-FFF2-40B4-BE49-F238E27FC236}">
                    <a16:creationId xmlns:a16="http://schemas.microsoft.com/office/drawing/2014/main" id="{B1369147-C836-5A48-5CEC-21A546E95281}"/>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4" name="Picture 13">
                <a:extLst>
                  <a:ext uri="{FF2B5EF4-FFF2-40B4-BE49-F238E27FC236}">
                    <a16:creationId xmlns:a16="http://schemas.microsoft.com/office/drawing/2014/main" id="{BA7C5095-9559-36E6-DAA4-F5F481B5EF70}"/>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1" name="Picture 10">
              <a:extLst>
                <a:ext uri="{FF2B5EF4-FFF2-40B4-BE49-F238E27FC236}">
                  <a16:creationId xmlns:a16="http://schemas.microsoft.com/office/drawing/2014/main" id="{0E85BF1F-2D82-360A-ECA2-7AFA5E2F5089}"/>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5" name="Slide Number Placeholder 4">
            <a:extLst>
              <a:ext uri="{FF2B5EF4-FFF2-40B4-BE49-F238E27FC236}">
                <a16:creationId xmlns:a16="http://schemas.microsoft.com/office/drawing/2014/main" id="{E0963CC3-AB74-9CEB-7CCB-1B45375358DA}"/>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328333553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tyle 8 - Left Aligned Text">
    <p:bg>
      <p:bgRef idx="1001">
        <a:schemeClr val="bg2"/>
      </p:bgRef>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D7B47B32-3A52-1F48-BE63-C5EB36A2E04E}"/>
              </a:ext>
            </a:extLst>
          </p:cNvPr>
          <p:cNvSpPr>
            <a:spLocks noGrp="1"/>
          </p:cNvSpPr>
          <p:nvPr>
            <p:ph type="title" hasCustomPrompt="1"/>
          </p:nvPr>
        </p:nvSpPr>
        <p:spPr>
          <a:xfrm>
            <a:off x="838200"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18" name="Text Placeholder 13">
            <a:extLst>
              <a:ext uri="{FF2B5EF4-FFF2-40B4-BE49-F238E27FC236}">
                <a16:creationId xmlns:a16="http://schemas.microsoft.com/office/drawing/2014/main" id="{999451E6-42D4-A041-898E-E9362B934EDA}"/>
              </a:ext>
            </a:extLst>
          </p:cNvPr>
          <p:cNvSpPr>
            <a:spLocks noGrp="1"/>
          </p:cNvSpPr>
          <p:nvPr>
            <p:ph type="body" sz="quarter" idx="10" hasCustomPrompt="1"/>
          </p:nvPr>
        </p:nvSpPr>
        <p:spPr>
          <a:xfrm>
            <a:off x="838200" y="1107852"/>
            <a:ext cx="4969768" cy="4894155"/>
          </a:xfrm>
        </p:spPr>
        <p:txBody>
          <a:bodyPr>
            <a:normAutofit/>
          </a:bodyPr>
          <a:lstStyle>
            <a:lvl1pPr marL="0" indent="0">
              <a:buFont typeface="+mj-lt"/>
              <a:buNone/>
              <a:defRPr sz="14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grpSp>
        <p:nvGrpSpPr>
          <p:cNvPr id="9" name="Group 8">
            <a:extLst>
              <a:ext uri="{FF2B5EF4-FFF2-40B4-BE49-F238E27FC236}">
                <a16:creationId xmlns:a16="http://schemas.microsoft.com/office/drawing/2014/main" id="{B4D60C82-C500-B131-44DF-EC245B0F1CA0}"/>
              </a:ext>
            </a:extLst>
          </p:cNvPr>
          <p:cNvGrpSpPr/>
          <p:nvPr userDrawn="1"/>
        </p:nvGrpSpPr>
        <p:grpSpPr>
          <a:xfrm>
            <a:off x="10688320" y="6276058"/>
            <a:ext cx="1503680" cy="581942"/>
            <a:chOff x="10688320" y="6276058"/>
            <a:chExt cx="1503680" cy="581942"/>
          </a:xfrm>
        </p:grpSpPr>
        <p:grpSp>
          <p:nvGrpSpPr>
            <p:cNvPr id="10" name="Group 9">
              <a:extLst>
                <a:ext uri="{FF2B5EF4-FFF2-40B4-BE49-F238E27FC236}">
                  <a16:creationId xmlns:a16="http://schemas.microsoft.com/office/drawing/2014/main" id="{C6B6E645-A775-B18D-7A7D-E33B24E99D45}"/>
                </a:ext>
              </a:extLst>
            </p:cNvPr>
            <p:cNvGrpSpPr/>
            <p:nvPr userDrawn="1"/>
          </p:nvGrpSpPr>
          <p:grpSpPr>
            <a:xfrm>
              <a:off x="10688320" y="6293503"/>
              <a:ext cx="1503680" cy="564497"/>
              <a:chOff x="10688320" y="6293503"/>
              <a:chExt cx="1503680" cy="564497"/>
            </a:xfrm>
          </p:grpSpPr>
          <p:sp>
            <p:nvSpPr>
              <p:cNvPr id="12" name="Rectangle 11">
                <a:extLst>
                  <a:ext uri="{FF2B5EF4-FFF2-40B4-BE49-F238E27FC236}">
                    <a16:creationId xmlns:a16="http://schemas.microsoft.com/office/drawing/2014/main" id="{3EFEC917-BC9B-D9F5-566E-28C4ABA92ADD}"/>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3" name="TextBox 12">
                <a:extLst>
                  <a:ext uri="{FF2B5EF4-FFF2-40B4-BE49-F238E27FC236}">
                    <a16:creationId xmlns:a16="http://schemas.microsoft.com/office/drawing/2014/main" id="{4AADAF47-4FB1-16CD-8732-3E3F414B6EFA}"/>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4" name="Picture 13">
                <a:extLst>
                  <a:ext uri="{FF2B5EF4-FFF2-40B4-BE49-F238E27FC236}">
                    <a16:creationId xmlns:a16="http://schemas.microsoft.com/office/drawing/2014/main" id="{6418A011-A6DC-F25A-63AC-A7279A727590}"/>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1" name="Picture 10">
              <a:extLst>
                <a:ext uri="{FF2B5EF4-FFF2-40B4-BE49-F238E27FC236}">
                  <a16:creationId xmlns:a16="http://schemas.microsoft.com/office/drawing/2014/main" id="{48241CAA-D7C2-A8C8-C934-EE7AF5E04DA2}"/>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6" name="Slide Number Placeholder 4">
            <a:extLst>
              <a:ext uri="{FF2B5EF4-FFF2-40B4-BE49-F238E27FC236}">
                <a16:creationId xmlns:a16="http://schemas.microsoft.com/office/drawing/2014/main" id="{B6E95B5D-F62C-23E0-9018-9BC0EBDCAA3C}"/>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67628755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yle 9 - Right Aligned Text">
    <p:bg>
      <p:bgRef idx="1001">
        <a:schemeClr val="bg2"/>
      </p:bgRef>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517BEAB-A995-204B-91D6-36ABBF329A28}"/>
              </a:ext>
            </a:extLst>
          </p:cNvPr>
          <p:cNvSpPr>
            <a:spLocks noGrp="1"/>
          </p:cNvSpPr>
          <p:nvPr>
            <p:ph type="title" hasCustomPrompt="1"/>
          </p:nvPr>
        </p:nvSpPr>
        <p:spPr>
          <a:xfrm>
            <a:off x="6384512" y="381419"/>
            <a:ext cx="4969768" cy="632219"/>
          </a:xfrm>
        </p:spPr>
        <p:txBody>
          <a:bodyPr anchor="t" anchorCtr="0">
            <a:noAutofit/>
          </a:bodyPr>
          <a:lstStyle>
            <a:lvl1pPr>
              <a:defRPr sz="4400" b="1" i="0">
                <a:latin typeface="Arial" panose="020B0604020202020204" pitchFamily="34" charset="0"/>
                <a:cs typeface="Arial" panose="020B0604020202020204" pitchFamily="34" charset="0"/>
              </a:defRPr>
            </a:lvl1pPr>
          </a:lstStyle>
          <a:p>
            <a:r>
              <a:rPr lang="en-US" dirty="0"/>
              <a:t>Page Title</a:t>
            </a:r>
          </a:p>
        </p:txBody>
      </p:sp>
      <p:sp>
        <p:nvSpPr>
          <p:cNvPr id="20" name="Text Placeholder 13">
            <a:extLst>
              <a:ext uri="{FF2B5EF4-FFF2-40B4-BE49-F238E27FC236}">
                <a16:creationId xmlns:a16="http://schemas.microsoft.com/office/drawing/2014/main" id="{6B931009-8692-1340-AFDB-626C48A21533}"/>
              </a:ext>
            </a:extLst>
          </p:cNvPr>
          <p:cNvSpPr>
            <a:spLocks noGrp="1"/>
          </p:cNvSpPr>
          <p:nvPr>
            <p:ph type="body" sz="quarter" idx="14" hasCustomPrompt="1"/>
          </p:nvPr>
        </p:nvSpPr>
        <p:spPr>
          <a:xfrm>
            <a:off x="6384512" y="1114007"/>
            <a:ext cx="4969768" cy="4888000"/>
          </a:xfrm>
        </p:spPr>
        <p:txBody>
          <a:bodyPr>
            <a:normAutofit/>
          </a:bodyPr>
          <a:lstStyle>
            <a:lvl1pPr marL="0" indent="0">
              <a:buFont typeface="+mj-lt"/>
              <a:buNone/>
              <a:defRPr sz="1400" b="0" i="0">
                <a:solidFill>
                  <a:schemeClr val="bg1"/>
                </a:solidFill>
                <a:latin typeface="Arial" panose="020B0604020202020204" pitchFamily="34" charset="0"/>
                <a:cs typeface="Arial" panose="020B0604020202020204" pitchFamily="34" charset="0"/>
              </a:defRPr>
            </a:lvl1pPr>
            <a:lvl2pPr marL="457189" indent="0">
              <a:buFont typeface="+mj-lt"/>
              <a:buNone/>
              <a:defRPr/>
            </a:lvl2pPr>
            <a:lvl3pPr marL="914377" indent="0">
              <a:buFont typeface="+mj-lt"/>
              <a:buNone/>
              <a:defRPr/>
            </a:lvl3pPr>
            <a:lvl4pPr marL="1371566" indent="0">
              <a:buFont typeface="+mj-lt"/>
              <a:buNone/>
              <a:defRPr/>
            </a:lvl4pPr>
            <a:lvl5pPr marL="1828754" indent="0">
              <a:buFont typeface="+mj-lt"/>
              <a:buNone/>
              <a:defRPr/>
            </a:lvl5pPr>
          </a:lstStyle>
          <a:p>
            <a:pPr lvl="0"/>
            <a:r>
              <a:rPr lang="en-US" dirty="0"/>
              <a:t>This will be the text paragraph that will contain any of the relevant content you wish to include.</a:t>
            </a:r>
          </a:p>
        </p:txBody>
      </p:sp>
      <p:grpSp>
        <p:nvGrpSpPr>
          <p:cNvPr id="10" name="Group 9">
            <a:extLst>
              <a:ext uri="{FF2B5EF4-FFF2-40B4-BE49-F238E27FC236}">
                <a16:creationId xmlns:a16="http://schemas.microsoft.com/office/drawing/2014/main" id="{5F75C75E-535D-3E13-83B2-78913A4C3803}"/>
              </a:ext>
            </a:extLst>
          </p:cNvPr>
          <p:cNvGrpSpPr/>
          <p:nvPr userDrawn="1"/>
        </p:nvGrpSpPr>
        <p:grpSpPr>
          <a:xfrm>
            <a:off x="10688320" y="6276058"/>
            <a:ext cx="1503680" cy="581942"/>
            <a:chOff x="10688320" y="6276058"/>
            <a:chExt cx="1503680" cy="581942"/>
          </a:xfrm>
        </p:grpSpPr>
        <p:grpSp>
          <p:nvGrpSpPr>
            <p:cNvPr id="11" name="Group 10">
              <a:extLst>
                <a:ext uri="{FF2B5EF4-FFF2-40B4-BE49-F238E27FC236}">
                  <a16:creationId xmlns:a16="http://schemas.microsoft.com/office/drawing/2014/main" id="{B4C9F514-DC38-14BF-8A18-F76D2A4359FE}"/>
                </a:ext>
              </a:extLst>
            </p:cNvPr>
            <p:cNvGrpSpPr/>
            <p:nvPr userDrawn="1"/>
          </p:nvGrpSpPr>
          <p:grpSpPr>
            <a:xfrm>
              <a:off x="10688320" y="6293503"/>
              <a:ext cx="1503680" cy="564497"/>
              <a:chOff x="10688320" y="6293503"/>
              <a:chExt cx="1503680" cy="564497"/>
            </a:xfrm>
          </p:grpSpPr>
          <p:sp>
            <p:nvSpPr>
              <p:cNvPr id="13" name="Rectangle 12">
                <a:extLst>
                  <a:ext uri="{FF2B5EF4-FFF2-40B4-BE49-F238E27FC236}">
                    <a16:creationId xmlns:a16="http://schemas.microsoft.com/office/drawing/2014/main" id="{DC14BD3C-2E89-1792-27E5-6DCF3CC94944}"/>
                  </a:ext>
                </a:extLst>
              </p:cNvPr>
              <p:cNvSpPr/>
              <p:nvPr userDrawn="1"/>
            </p:nvSpPr>
            <p:spPr>
              <a:xfrm>
                <a:off x="10688320" y="6318421"/>
                <a:ext cx="1503680" cy="539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1"/>
              </a:p>
            </p:txBody>
          </p:sp>
          <p:sp>
            <p:nvSpPr>
              <p:cNvPr id="14" name="TextBox 13">
                <a:extLst>
                  <a:ext uri="{FF2B5EF4-FFF2-40B4-BE49-F238E27FC236}">
                    <a16:creationId xmlns:a16="http://schemas.microsoft.com/office/drawing/2014/main" id="{40B2FB90-52B0-393C-DABB-185AB20A56F5}"/>
                  </a:ext>
                </a:extLst>
              </p:cNvPr>
              <p:cNvSpPr txBox="1"/>
              <p:nvPr userDrawn="1"/>
            </p:nvSpPr>
            <p:spPr>
              <a:xfrm>
                <a:off x="10688320" y="6293503"/>
                <a:ext cx="1402079" cy="230832"/>
              </a:xfrm>
              <a:prstGeom prst="rect">
                <a:avLst/>
              </a:prstGeom>
              <a:noFill/>
            </p:spPr>
            <p:txBody>
              <a:bodyPr wrap="square" rtlCol="0">
                <a:spAutoFit/>
              </a:bodyPr>
              <a:lstStyle/>
              <a:p>
                <a:r>
                  <a:rPr lang="en-GB" sz="900" b="0" i="0" kern="1200" dirty="0">
                    <a:solidFill>
                      <a:schemeClr val="bg2"/>
                    </a:solidFill>
                    <a:effectLst/>
                    <a:latin typeface="Arial" panose="020B0604020202020204" pitchFamily="34" charset="0"/>
                    <a:ea typeface="+mn-ea"/>
                    <a:cs typeface="Arial" panose="020B0604020202020204" pitchFamily="34" charset="0"/>
                  </a:rPr>
                  <a:t>Artificial Intelligence</a:t>
                </a:r>
                <a:endParaRPr lang="en-US" sz="900" b="0" i="0" dirty="0">
                  <a:solidFill>
                    <a:schemeClr val="bg2"/>
                  </a:solidFill>
                  <a:latin typeface="Arial" panose="020B0604020202020204" pitchFamily="34" charset="0"/>
                  <a:cs typeface="Arial" panose="020B0604020202020204" pitchFamily="34" charset="0"/>
                </a:endParaRPr>
              </a:p>
            </p:txBody>
          </p:sp>
          <p:pic>
            <p:nvPicPr>
              <p:cNvPr id="15" name="Picture 14">
                <a:extLst>
                  <a:ext uri="{FF2B5EF4-FFF2-40B4-BE49-F238E27FC236}">
                    <a16:creationId xmlns:a16="http://schemas.microsoft.com/office/drawing/2014/main" id="{1CF88BE8-27A3-FCA8-0936-4A57020AF393}"/>
                  </a:ext>
                </a:extLst>
              </p:cNvPr>
              <p:cNvPicPr>
                <a:picLocks noChangeAspect="1"/>
              </p:cNvPicPr>
              <p:nvPr userDrawn="1"/>
            </p:nvPicPr>
            <p:blipFill>
              <a:blip r:embed="rId2"/>
              <a:stretch>
                <a:fillRect/>
              </a:stretch>
            </p:blipFill>
            <p:spPr>
              <a:xfrm>
                <a:off x="10772301" y="6472722"/>
                <a:ext cx="917730" cy="382856"/>
              </a:xfrm>
              <a:prstGeom prst="rect">
                <a:avLst/>
              </a:prstGeom>
            </p:spPr>
          </p:pic>
        </p:grpSp>
        <p:pic>
          <p:nvPicPr>
            <p:cNvPr id="12" name="Picture 11">
              <a:extLst>
                <a:ext uri="{FF2B5EF4-FFF2-40B4-BE49-F238E27FC236}">
                  <a16:creationId xmlns:a16="http://schemas.microsoft.com/office/drawing/2014/main" id="{CF9DCB7B-97CF-0A10-074E-8778907E4C89}"/>
                </a:ext>
              </a:extLst>
            </p:cNvPr>
            <p:cNvPicPr>
              <a:picLocks noChangeAspect="1"/>
            </p:cNvPicPr>
            <p:nvPr userDrawn="1"/>
          </p:nvPicPr>
          <p:blipFill>
            <a:blip r:embed="rId3"/>
            <a:stretch>
              <a:fillRect/>
            </a:stretch>
          </p:blipFill>
          <p:spPr>
            <a:xfrm>
              <a:off x="11157438" y="6276058"/>
              <a:ext cx="1034562" cy="581941"/>
            </a:xfrm>
            <a:prstGeom prst="rect">
              <a:avLst/>
            </a:prstGeom>
          </p:spPr>
        </p:pic>
      </p:grpSp>
      <p:sp>
        <p:nvSpPr>
          <p:cNvPr id="16" name="Slide Number Placeholder 4">
            <a:extLst>
              <a:ext uri="{FF2B5EF4-FFF2-40B4-BE49-F238E27FC236}">
                <a16:creationId xmlns:a16="http://schemas.microsoft.com/office/drawing/2014/main" id="{C7BA06DD-DBC7-D6C4-A0BA-9445D1A9F3B1}"/>
              </a:ext>
            </a:extLst>
          </p:cNvPr>
          <p:cNvSpPr>
            <a:spLocks noGrp="1"/>
          </p:cNvSpPr>
          <p:nvPr>
            <p:ph type="sldNum" sz="quarter" idx="12"/>
          </p:nvPr>
        </p:nvSpPr>
        <p:spPr>
          <a:xfrm>
            <a:off x="9245600" y="6417523"/>
            <a:ext cx="2743200" cy="365125"/>
          </a:xfrm>
        </p:spPr>
        <p:txBody>
          <a:bodyPr/>
          <a:lstStyle>
            <a:lvl1pPr>
              <a:defRPr sz="1000" b="0" i="0">
                <a:solidFill>
                  <a:schemeClr val="bg2"/>
                </a:solidFill>
                <a:latin typeface="Arial" panose="020B0604020202020204" pitchFamily="34" charset="0"/>
                <a:cs typeface="Arial" panose="020B0604020202020204" pitchFamily="34" charset="0"/>
              </a:defRPr>
            </a:lvl1pPr>
          </a:lstStyle>
          <a:p>
            <a:fld id="{FE9C85F8-0BD3-7742-B238-5BE9A2749A8F}" type="slidenum">
              <a:rPr lang="en-US" smtClean="0"/>
              <a:pPr/>
              <a:t>‹#›</a:t>
            </a:fld>
            <a:endParaRPr lang="en-US" dirty="0"/>
          </a:p>
        </p:txBody>
      </p:sp>
    </p:spTree>
    <p:extLst>
      <p:ext uri="{BB962C8B-B14F-4D97-AF65-F5344CB8AC3E}">
        <p14:creationId xmlns:p14="http://schemas.microsoft.com/office/powerpoint/2010/main" val="5909186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81C791-9A06-2A23-7EE9-B7069A56773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192AE57-B79A-6C27-0AE7-48EA9DC80BF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F90A3D1-8ACE-1BDA-3DDD-DDDBA6B16804}"/>
              </a:ext>
            </a:extLst>
          </p:cNvPr>
          <p:cNvSpPr>
            <a:spLocks noGrp="1"/>
          </p:cNvSpPr>
          <p:nvPr>
            <p:ph type="dt" sz="half" idx="10"/>
          </p:nvPr>
        </p:nvSpPr>
        <p:spPr/>
        <p:txBody>
          <a:bodyPr/>
          <a:lstStyle/>
          <a:p>
            <a:fld id="{AD0D8EF9-B559-49A8-B556-44CCB6D2E4F6}" type="datetimeFigureOut">
              <a:rPr lang="en-GB" smtClean="0"/>
              <a:t>23/11/2025</a:t>
            </a:fld>
            <a:endParaRPr lang="en-GB"/>
          </a:p>
        </p:txBody>
      </p:sp>
      <p:sp>
        <p:nvSpPr>
          <p:cNvPr id="5" name="Footer Placeholder 4">
            <a:extLst>
              <a:ext uri="{FF2B5EF4-FFF2-40B4-BE49-F238E27FC236}">
                <a16:creationId xmlns:a16="http://schemas.microsoft.com/office/drawing/2014/main" id="{203C14B4-1391-51DC-88AD-D1385DFF2BF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728180-AD9C-AFB7-554B-0EAF3D3C52B8}"/>
              </a:ext>
            </a:extLst>
          </p:cNvPr>
          <p:cNvSpPr>
            <a:spLocks noGrp="1"/>
          </p:cNvSpPr>
          <p:nvPr>
            <p:ph type="sldNum" sz="quarter" idx="12"/>
          </p:nvPr>
        </p:nvSpPr>
        <p:spPr/>
        <p:txBody>
          <a:bodyPr/>
          <a:lstStyle/>
          <a:p>
            <a:fld id="{3BAFB1EA-73FF-4D3A-A1D3-C4A1F19372FA}" type="slidenum">
              <a:rPr lang="en-GB" smtClean="0"/>
              <a:t>‹#›</a:t>
            </a:fld>
            <a:endParaRPr lang="en-GB"/>
          </a:p>
        </p:txBody>
      </p:sp>
    </p:spTree>
    <p:extLst>
      <p:ext uri="{BB962C8B-B14F-4D97-AF65-F5344CB8AC3E}">
        <p14:creationId xmlns:p14="http://schemas.microsoft.com/office/powerpoint/2010/main" val="35798582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9C85F8-0BD3-7742-B238-5BE9A2749A8F}" type="slidenum">
              <a:rPr lang="en-US" smtClean="0"/>
              <a:t>‹#›</a:t>
            </a:fld>
            <a:endParaRPr lang="en-US"/>
          </a:p>
        </p:txBody>
      </p:sp>
    </p:spTree>
    <p:extLst>
      <p:ext uri="{BB962C8B-B14F-4D97-AF65-F5344CB8AC3E}">
        <p14:creationId xmlns:p14="http://schemas.microsoft.com/office/powerpoint/2010/main" val="1436357251"/>
      </p:ext>
    </p:extLst>
  </p:cSld>
  <p:clrMap bg1="lt1" tx1="dk1" bg2="lt2" tx2="dk2" accent1="accent1" accent2="accent2" accent3="accent3" accent4="accent4" accent5="accent5" accent6="accent6" hlink="hlink" folHlink="folHlink"/>
  <p:sldLayoutIdLst>
    <p:sldLayoutId id="2147483738" r:id="rId1"/>
    <p:sldLayoutId id="2147483737" r:id="rId2"/>
    <p:sldLayoutId id="2147483661" r:id="rId3"/>
    <p:sldLayoutId id="2147483681" r:id="rId4"/>
    <p:sldLayoutId id="2147483672" r:id="rId5"/>
    <p:sldLayoutId id="2147483662" r:id="rId6"/>
    <p:sldLayoutId id="2147483663" r:id="rId7"/>
    <p:sldLayoutId id="2147483673" r:id="rId8"/>
    <p:sldLayoutId id="2147483680" r:id="rId9"/>
    <p:sldLayoutId id="2147483674" r:id="rId10"/>
    <p:sldLayoutId id="2147483710" r:id="rId11"/>
    <p:sldLayoutId id="2147483675" r:id="rId12"/>
    <p:sldLayoutId id="2147483736" r:id="rId13"/>
    <p:sldLayoutId id="2147483676" r:id="rId14"/>
    <p:sldLayoutId id="2147483677" r:id="rId15"/>
    <p:sldLayoutId id="2147483739" r:id="rId16"/>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5.png"/><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customXml" Target="../ink/ink5.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Layout" Target="../slideLayouts/slideLayout3.xml"/><Relationship Id="rId6" Type="http://schemas.openxmlformats.org/officeDocument/2006/relationships/image" Target="../media/image14.jpe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5" name="Ink 4">
                <a:extLst>
                  <a:ext uri="{FF2B5EF4-FFF2-40B4-BE49-F238E27FC236}">
                    <a16:creationId xmlns:a16="http://schemas.microsoft.com/office/drawing/2014/main" id="{9B5F7A7D-C529-C52D-E7F6-44ADC57F8D6F}"/>
                  </a:ext>
                </a:extLst>
              </p14:cNvPr>
              <p14:cNvContentPartPr/>
              <p14:nvPr/>
            </p14:nvContentPartPr>
            <p14:xfrm>
              <a:off x="11365560" y="2702520"/>
              <a:ext cx="360" cy="360"/>
            </p14:xfrm>
          </p:contentPart>
        </mc:Choice>
        <mc:Fallback>
          <p:pic>
            <p:nvPicPr>
              <p:cNvPr id="5" name="Ink 4">
                <a:extLst>
                  <a:ext uri="{FF2B5EF4-FFF2-40B4-BE49-F238E27FC236}">
                    <a16:creationId xmlns:a16="http://schemas.microsoft.com/office/drawing/2014/main" id="{9B5F7A7D-C529-C52D-E7F6-44ADC57F8D6F}"/>
                  </a:ext>
                </a:extLst>
              </p:cNvPr>
              <p:cNvPicPr/>
              <p:nvPr/>
            </p:nvPicPr>
            <p:blipFill>
              <a:blip r:embed="rId3"/>
              <a:stretch>
                <a:fillRect/>
              </a:stretch>
            </p:blipFill>
            <p:spPr>
              <a:xfrm>
                <a:off x="11356200" y="2693160"/>
                <a:ext cx="19080" cy="19080"/>
              </a:xfrm>
              <a:prstGeom prst="rect">
                <a:avLst/>
              </a:prstGeom>
            </p:spPr>
          </p:pic>
        </mc:Fallback>
      </mc:AlternateContent>
    </p:spTree>
    <p:extLst>
      <p:ext uri="{BB962C8B-B14F-4D97-AF65-F5344CB8AC3E}">
        <p14:creationId xmlns:p14="http://schemas.microsoft.com/office/powerpoint/2010/main" val="3697992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C626D-54C5-5E3B-4070-13B6A6BB1FA0}"/>
              </a:ext>
            </a:extLst>
          </p:cNvPr>
          <p:cNvSpPr>
            <a:spLocks noGrp="1"/>
          </p:cNvSpPr>
          <p:nvPr>
            <p:ph type="title"/>
          </p:nvPr>
        </p:nvSpPr>
        <p:spPr>
          <a:xfrm>
            <a:off x="838200" y="381418"/>
            <a:ext cx="11353800" cy="595431"/>
          </a:xfrm>
        </p:spPr>
        <p:txBody>
          <a:bodyPr/>
          <a:lstStyle/>
          <a:p>
            <a:r>
              <a:rPr lang="en-US" dirty="0"/>
              <a:t>Knowledge Graphs to Bayesian Networks</a:t>
            </a:r>
          </a:p>
        </p:txBody>
      </p:sp>
      <p:sp>
        <p:nvSpPr>
          <p:cNvPr id="3" name="Text Placeholder 2">
            <a:extLst>
              <a:ext uri="{FF2B5EF4-FFF2-40B4-BE49-F238E27FC236}">
                <a16:creationId xmlns:a16="http://schemas.microsoft.com/office/drawing/2014/main" id="{E93DFD9D-17C3-1B10-109D-CDCDC2D49DDC}"/>
              </a:ext>
            </a:extLst>
          </p:cNvPr>
          <p:cNvSpPr>
            <a:spLocks noGrp="1"/>
          </p:cNvSpPr>
          <p:nvPr>
            <p:ph type="body" sz="quarter" idx="10"/>
          </p:nvPr>
        </p:nvSpPr>
        <p:spPr>
          <a:xfrm>
            <a:off x="838200" y="1590261"/>
            <a:ext cx="10515600" cy="4456120"/>
          </a:xfrm>
        </p:spPr>
        <p:txBody>
          <a:bodyPr>
            <a:normAutofit/>
          </a:bodyPr>
          <a:lstStyle/>
          <a:p>
            <a:r>
              <a:rPr lang="en-GB" sz="2800" dirty="0">
                <a:solidFill>
                  <a:schemeClr val="tx1"/>
                </a:solidFill>
              </a:rPr>
              <a:t>2. Design a Bayesian network to model the joint distribution of `compound`, `protein`, `gene` and `disease`, using the relations in the graph to inform your design. </a:t>
            </a:r>
            <a:r>
              <a:rPr lang="en-GB" sz="2800" b="1" dirty="0">
                <a:solidFill>
                  <a:schemeClr val="tx1"/>
                </a:solidFill>
              </a:rPr>
              <a:t>[30 marks]</a:t>
            </a:r>
          </a:p>
          <a:p>
            <a:endParaRPr lang="en-GB" sz="2800" dirty="0">
              <a:solidFill>
                <a:schemeClr val="tx1"/>
              </a:solidFill>
            </a:endParaRPr>
          </a:p>
          <a:p>
            <a:r>
              <a:rPr lang="en-GB" sz="2800" dirty="0">
                <a:solidFill>
                  <a:schemeClr val="tx1"/>
                </a:solidFill>
              </a:rPr>
              <a:t>3. Select five diseases and for each, compute the three compounds which are </a:t>
            </a:r>
            <a:r>
              <a:rPr lang="en-GB" sz="2800" i="1" dirty="0">
                <a:solidFill>
                  <a:schemeClr val="tx1"/>
                </a:solidFill>
              </a:rPr>
              <a:t>*most likely*</a:t>
            </a:r>
            <a:r>
              <a:rPr lang="en-GB" sz="2800" dirty="0">
                <a:solidFill>
                  <a:schemeClr val="tx1"/>
                </a:solidFill>
              </a:rPr>
              <a:t> to be linked to each of those compounds. Please make sure to clearly explain how you are estimating the relevant distributions. Are your findings consistent with what is known about the drug (you may consult an LLM)? </a:t>
            </a:r>
            <a:r>
              <a:rPr lang="en-GB" sz="2800" b="1" dirty="0">
                <a:solidFill>
                  <a:schemeClr val="tx1"/>
                </a:solidFill>
              </a:rPr>
              <a:t>[40 marks]</a:t>
            </a:r>
            <a:endParaRPr lang="en-GB" sz="2800" dirty="0">
              <a:solidFill>
                <a:schemeClr val="tx1"/>
              </a:solidFill>
            </a:endParaRPr>
          </a:p>
          <a:p>
            <a:endParaRPr lang="en-US" sz="4000" dirty="0">
              <a:solidFill>
                <a:schemeClr val="tx1"/>
              </a:solidFill>
            </a:endParaRPr>
          </a:p>
        </p:txBody>
      </p:sp>
    </p:spTree>
    <p:extLst>
      <p:ext uri="{BB962C8B-B14F-4D97-AF65-F5344CB8AC3E}">
        <p14:creationId xmlns:p14="http://schemas.microsoft.com/office/powerpoint/2010/main" val="3214882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C33AA-30DD-1E64-D470-6CB6AA7C9F4D}"/>
              </a:ext>
            </a:extLst>
          </p:cNvPr>
          <p:cNvSpPr>
            <a:spLocks noGrp="1"/>
          </p:cNvSpPr>
          <p:nvPr>
            <p:ph type="title"/>
          </p:nvPr>
        </p:nvSpPr>
        <p:spPr/>
        <p:txBody>
          <a:bodyPr/>
          <a:lstStyle/>
          <a:p>
            <a:r>
              <a:rPr lang="en-US" dirty="0"/>
              <a:t>How to approach this</a:t>
            </a:r>
          </a:p>
        </p:txBody>
      </p:sp>
      <p:sp>
        <p:nvSpPr>
          <p:cNvPr id="3" name="Text Placeholder 2">
            <a:extLst>
              <a:ext uri="{FF2B5EF4-FFF2-40B4-BE49-F238E27FC236}">
                <a16:creationId xmlns:a16="http://schemas.microsoft.com/office/drawing/2014/main" id="{04E1C509-5DA2-7E88-DE04-86F3D5C1E1AA}"/>
              </a:ext>
            </a:extLst>
          </p:cNvPr>
          <p:cNvSpPr>
            <a:spLocks noGrp="1"/>
          </p:cNvSpPr>
          <p:nvPr>
            <p:ph type="body" sz="quarter" idx="10"/>
          </p:nvPr>
        </p:nvSpPr>
        <p:spPr/>
        <p:txBody>
          <a:bodyPr>
            <a:normAutofit/>
          </a:bodyPr>
          <a:lstStyle/>
          <a:p>
            <a:pPr marL="285750" indent="-285750">
              <a:buFont typeface="Arial" panose="020B0604020202020204" pitchFamily="34" charset="0"/>
              <a:buChar char="•"/>
            </a:pPr>
            <a:r>
              <a:rPr lang="en-US" sz="2400" dirty="0">
                <a:solidFill>
                  <a:schemeClr val="tx1"/>
                </a:solidFill>
              </a:rPr>
              <a:t>This is the creative part of the assessment for the module</a:t>
            </a:r>
          </a:p>
          <a:p>
            <a:pPr marL="285750" indent="-285750">
              <a:buFont typeface="Arial" panose="020B0604020202020204" pitchFamily="34" charset="0"/>
              <a:buChar char="•"/>
            </a:pPr>
            <a:r>
              <a:rPr lang="en-US" sz="2400" dirty="0">
                <a:solidFill>
                  <a:schemeClr val="tx1"/>
                </a:solidFill>
              </a:rPr>
              <a:t>There is no single correct answer</a:t>
            </a:r>
          </a:p>
          <a:p>
            <a:pPr marL="285750" indent="-285750">
              <a:buFont typeface="Arial" panose="020B0604020202020204" pitchFamily="34" charset="0"/>
              <a:buChar char="•"/>
            </a:pPr>
            <a:r>
              <a:rPr lang="en-US" sz="2400" dirty="0">
                <a:solidFill>
                  <a:schemeClr val="tx1"/>
                </a:solidFill>
              </a:rPr>
              <a:t>You will be given credit for your reasoning: EXPLANATION IS ESSENTIAL</a:t>
            </a:r>
          </a:p>
          <a:p>
            <a:pPr marL="285750" indent="-285750">
              <a:buFont typeface="Arial" panose="020B0604020202020204" pitchFamily="34" charset="0"/>
              <a:buChar char="•"/>
            </a:pPr>
            <a:r>
              <a:rPr lang="en-US" sz="2400" dirty="0">
                <a:solidFill>
                  <a:schemeClr val="tx1"/>
                </a:solidFill>
              </a:rPr>
              <a:t>You will have to make assumptions.</a:t>
            </a:r>
          </a:p>
          <a:p>
            <a:pPr marL="285750" indent="-285750">
              <a:buFont typeface="Arial" panose="020B0604020202020204" pitchFamily="34" charset="0"/>
              <a:buChar char="•"/>
            </a:pPr>
            <a:r>
              <a:rPr lang="en-US" sz="2400" dirty="0">
                <a:solidFill>
                  <a:schemeClr val="tx1"/>
                </a:solidFill>
              </a:rPr>
              <a:t>You will have to assign an interpretation to the Bayesian network and to its nodes.</a:t>
            </a:r>
          </a:p>
          <a:p>
            <a:pPr marL="285750" indent="-285750">
              <a:buFont typeface="Arial" panose="020B0604020202020204" pitchFamily="34" charset="0"/>
              <a:buChar char="•"/>
            </a:pPr>
            <a:r>
              <a:rPr lang="en-US" sz="2400" dirty="0">
                <a:solidFill>
                  <a:schemeClr val="tx1"/>
                </a:solidFill>
              </a:rPr>
              <a:t>You are advised to read and refer to the original paper describing the OREGANO dataset.</a:t>
            </a:r>
          </a:p>
        </p:txBody>
      </p:sp>
    </p:spTree>
    <p:extLst>
      <p:ext uri="{BB962C8B-B14F-4D97-AF65-F5344CB8AC3E}">
        <p14:creationId xmlns:p14="http://schemas.microsoft.com/office/powerpoint/2010/main" val="4540064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1E3FF5-96F6-C235-AF1E-4634A21C9CA1}"/>
              </a:ext>
            </a:extLst>
          </p:cNvPr>
          <p:cNvSpPr>
            <a:spLocks noGrp="1"/>
          </p:cNvSpPr>
          <p:nvPr>
            <p:ph type="title"/>
          </p:nvPr>
        </p:nvSpPr>
        <p:spPr/>
        <p:txBody>
          <a:bodyPr/>
          <a:lstStyle/>
          <a:p>
            <a:r>
              <a:rPr lang="en-US" dirty="0"/>
              <a:t>The OREGANO Dataset</a:t>
            </a:r>
          </a:p>
        </p:txBody>
      </p:sp>
      <p:sp>
        <p:nvSpPr>
          <p:cNvPr id="3" name="Text Placeholder 2">
            <a:extLst>
              <a:ext uri="{FF2B5EF4-FFF2-40B4-BE49-F238E27FC236}">
                <a16:creationId xmlns:a16="http://schemas.microsoft.com/office/drawing/2014/main" id="{4D733E71-A8D8-1E97-BB2C-1BE57B2269D6}"/>
              </a:ext>
            </a:extLst>
          </p:cNvPr>
          <p:cNvSpPr>
            <a:spLocks noGrp="1"/>
          </p:cNvSpPr>
          <p:nvPr>
            <p:ph type="body" sz="quarter" idx="10"/>
          </p:nvPr>
        </p:nvSpPr>
        <p:spPr/>
        <p:txBody>
          <a:bodyPr>
            <a:normAutofit lnSpcReduction="10000"/>
          </a:bodyPr>
          <a:lstStyle/>
          <a:p>
            <a:r>
              <a:rPr lang="en-US" sz="2000" dirty="0">
                <a:solidFill>
                  <a:schemeClr val="tx1"/>
                </a:solidFill>
              </a:rPr>
              <a:t>12 node types, sorted by their frequency of occurrence:</a:t>
            </a:r>
          </a:p>
          <a:p>
            <a:r>
              <a:rPr lang="en-US" sz="2000" dirty="0">
                <a:solidFill>
                  <a:schemeClr val="tx1"/>
                </a:solidFill>
              </a:rPr>
              <a:t>- compound: 32083</a:t>
            </a:r>
          </a:p>
          <a:p>
            <a:r>
              <a:rPr lang="en-US" sz="2000" dirty="0">
                <a:solidFill>
                  <a:schemeClr val="tx1"/>
                </a:solidFill>
              </a:rPr>
              <a:t>- protein: 14505</a:t>
            </a:r>
          </a:p>
          <a:p>
            <a:r>
              <a:rPr lang="en-US" sz="2000" dirty="0">
                <a:solidFill>
                  <a:schemeClr val="tx1"/>
                </a:solidFill>
              </a:rPr>
              <a:t>- gene: 13363</a:t>
            </a:r>
          </a:p>
          <a:p>
            <a:r>
              <a:rPr lang="en-US" sz="2000" dirty="0">
                <a:solidFill>
                  <a:schemeClr val="tx1"/>
                </a:solidFill>
              </a:rPr>
              <a:t>- disease: 8934</a:t>
            </a:r>
          </a:p>
          <a:p>
            <a:r>
              <a:rPr lang="en-US" sz="2000" dirty="0">
                <a:solidFill>
                  <a:schemeClr val="tx1"/>
                </a:solidFill>
              </a:rPr>
              <a:t>- phenotype: 6854</a:t>
            </a:r>
          </a:p>
          <a:p>
            <a:r>
              <a:rPr lang="en-US" sz="2000" dirty="0">
                <a:solidFill>
                  <a:schemeClr val="tx1"/>
                </a:solidFill>
              </a:rPr>
              <a:t>- </a:t>
            </a:r>
            <a:r>
              <a:rPr lang="en-US" sz="2000" dirty="0" err="1">
                <a:solidFill>
                  <a:schemeClr val="tx1"/>
                </a:solidFill>
              </a:rPr>
              <a:t>side_effect</a:t>
            </a:r>
            <a:r>
              <a:rPr lang="en-US" sz="2000" dirty="0">
                <a:solidFill>
                  <a:schemeClr val="tx1"/>
                </a:solidFill>
              </a:rPr>
              <a:t>: 5364</a:t>
            </a:r>
          </a:p>
          <a:p>
            <a:r>
              <a:rPr lang="en-US" sz="2000" dirty="0">
                <a:solidFill>
                  <a:schemeClr val="tx1"/>
                </a:solidFill>
              </a:rPr>
              <a:t>- code: 3280</a:t>
            </a:r>
          </a:p>
          <a:p>
            <a:r>
              <a:rPr lang="en-US" sz="2000" dirty="0">
                <a:solidFill>
                  <a:schemeClr val="tx1"/>
                </a:solidFill>
              </a:rPr>
              <a:t>- pathway: 2128</a:t>
            </a:r>
          </a:p>
          <a:p>
            <a:r>
              <a:rPr lang="en-US" sz="2000" dirty="0">
                <a:solidFill>
                  <a:schemeClr val="tx1"/>
                </a:solidFill>
              </a:rPr>
              <a:t>- indication: 2080</a:t>
            </a:r>
          </a:p>
          <a:p>
            <a:r>
              <a:rPr lang="en-US" sz="2000" dirty="0">
                <a:solidFill>
                  <a:schemeClr val="tx1"/>
                </a:solidFill>
              </a:rPr>
              <a:t>- effect: 171</a:t>
            </a:r>
          </a:p>
          <a:p>
            <a:r>
              <a:rPr lang="en-US" sz="2000" dirty="0">
                <a:solidFill>
                  <a:schemeClr val="tx1"/>
                </a:solidFill>
              </a:rPr>
              <a:t>- molecule: 97</a:t>
            </a:r>
          </a:p>
          <a:p>
            <a:r>
              <a:rPr lang="en-US" sz="2000" dirty="0">
                <a:solidFill>
                  <a:schemeClr val="tx1"/>
                </a:solidFill>
              </a:rPr>
              <a:t>- activity: 78</a:t>
            </a:r>
          </a:p>
        </p:txBody>
      </p:sp>
    </p:spTree>
    <p:extLst>
      <p:ext uri="{BB962C8B-B14F-4D97-AF65-F5344CB8AC3E}">
        <p14:creationId xmlns:p14="http://schemas.microsoft.com/office/powerpoint/2010/main" val="1271805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6D2F4-2DBE-8A82-2E3E-9F1378B6E0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C25F6-1681-5AC3-91C9-F4B06B3E496C}"/>
              </a:ext>
            </a:extLst>
          </p:cNvPr>
          <p:cNvSpPr>
            <a:spLocks noGrp="1"/>
          </p:cNvSpPr>
          <p:nvPr>
            <p:ph type="title"/>
          </p:nvPr>
        </p:nvSpPr>
        <p:spPr/>
        <p:txBody>
          <a:bodyPr/>
          <a:lstStyle/>
          <a:p>
            <a:r>
              <a:rPr lang="en-US" dirty="0"/>
              <a:t>The OREGANO Dataset</a:t>
            </a:r>
          </a:p>
        </p:txBody>
      </p:sp>
      <p:sp>
        <p:nvSpPr>
          <p:cNvPr id="3" name="Text Placeholder 2">
            <a:extLst>
              <a:ext uri="{FF2B5EF4-FFF2-40B4-BE49-F238E27FC236}">
                <a16:creationId xmlns:a16="http://schemas.microsoft.com/office/drawing/2014/main" id="{C589D30B-840D-C8D3-EA32-0515081B093A}"/>
              </a:ext>
            </a:extLst>
          </p:cNvPr>
          <p:cNvSpPr>
            <a:spLocks noGrp="1"/>
          </p:cNvSpPr>
          <p:nvPr>
            <p:ph type="body" sz="quarter" idx="10"/>
          </p:nvPr>
        </p:nvSpPr>
        <p:spPr>
          <a:xfrm>
            <a:off x="838200" y="1071060"/>
            <a:ext cx="10515600" cy="5786939"/>
          </a:xfrm>
        </p:spPr>
        <p:txBody>
          <a:bodyPr>
            <a:normAutofit/>
          </a:bodyPr>
          <a:lstStyle/>
          <a:p>
            <a:r>
              <a:rPr lang="en-US" sz="1200" dirty="0">
                <a:solidFill>
                  <a:schemeClr val="tx1"/>
                </a:solidFill>
              </a:rPr>
              <a:t>18 edge types, sorted by their frequency:</a:t>
            </a:r>
          </a:p>
          <a:p>
            <a:r>
              <a:rPr lang="en-US" sz="1200" dirty="0">
                <a:solidFill>
                  <a:schemeClr val="tx1"/>
                </a:solidFill>
              </a:rPr>
              <a:t>- </a:t>
            </a:r>
            <a:r>
              <a:rPr lang="en-US" sz="1200" dirty="0" err="1">
                <a:solidFill>
                  <a:schemeClr val="tx1"/>
                </a:solidFill>
              </a:rPr>
              <a:t>decrease_efficacy</a:t>
            </a:r>
            <a:r>
              <a:rPr lang="en-US" sz="1200" dirty="0">
                <a:solidFill>
                  <a:schemeClr val="tx1"/>
                </a:solidFill>
              </a:rPr>
              <a:t>: 215222</a:t>
            </a:r>
          </a:p>
          <a:p>
            <a:r>
              <a:rPr lang="en-US" sz="1200" dirty="0">
                <a:solidFill>
                  <a:schemeClr val="tx1"/>
                </a:solidFill>
              </a:rPr>
              <a:t>- </a:t>
            </a:r>
            <a:r>
              <a:rPr lang="en-US" sz="1200" dirty="0" err="1">
                <a:solidFill>
                  <a:schemeClr val="tx1"/>
                </a:solidFill>
              </a:rPr>
              <a:t>has_target</a:t>
            </a:r>
            <a:r>
              <a:rPr lang="en-US" sz="1200" dirty="0">
                <a:solidFill>
                  <a:schemeClr val="tx1"/>
                </a:solidFill>
              </a:rPr>
              <a:t>: 202539</a:t>
            </a:r>
          </a:p>
          <a:p>
            <a:r>
              <a:rPr lang="en-US" sz="1200" dirty="0">
                <a:solidFill>
                  <a:schemeClr val="tx1"/>
                </a:solidFill>
              </a:rPr>
              <a:t>- </a:t>
            </a:r>
            <a:r>
              <a:rPr lang="en-US" sz="1200" dirty="0" err="1">
                <a:solidFill>
                  <a:schemeClr val="tx1"/>
                </a:solidFill>
              </a:rPr>
              <a:t>has_side_effect</a:t>
            </a:r>
            <a:r>
              <a:rPr lang="en-US" sz="1200" dirty="0">
                <a:solidFill>
                  <a:schemeClr val="tx1"/>
                </a:solidFill>
              </a:rPr>
              <a:t>: 112532</a:t>
            </a:r>
          </a:p>
          <a:p>
            <a:r>
              <a:rPr lang="en-US" sz="1200" dirty="0">
                <a:solidFill>
                  <a:schemeClr val="tx1"/>
                </a:solidFill>
              </a:rPr>
              <a:t>- </a:t>
            </a:r>
            <a:r>
              <a:rPr lang="en-US" sz="1200" dirty="0" err="1">
                <a:solidFill>
                  <a:schemeClr val="tx1"/>
                </a:solidFill>
              </a:rPr>
              <a:t>has_phenotype</a:t>
            </a:r>
            <a:r>
              <a:rPr lang="en-US" sz="1200" dirty="0">
                <a:solidFill>
                  <a:schemeClr val="tx1"/>
                </a:solidFill>
              </a:rPr>
              <a:t>: 88791</a:t>
            </a:r>
          </a:p>
          <a:p>
            <a:r>
              <a:rPr lang="en-US" sz="1200" dirty="0">
                <a:solidFill>
                  <a:schemeClr val="tx1"/>
                </a:solidFill>
              </a:rPr>
              <a:t>- </a:t>
            </a:r>
            <a:r>
              <a:rPr lang="en-US" sz="1200" dirty="0" err="1">
                <a:solidFill>
                  <a:schemeClr val="tx1"/>
                </a:solidFill>
              </a:rPr>
              <a:t>acts_within</a:t>
            </a:r>
            <a:r>
              <a:rPr lang="en-US" sz="1200" dirty="0">
                <a:solidFill>
                  <a:schemeClr val="tx1"/>
                </a:solidFill>
              </a:rPr>
              <a:t>: 44865</a:t>
            </a:r>
          </a:p>
          <a:p>
            <a:r>
              <a:rPr lang="en-US" sz="1200" dirty="0">
                <a:solidFill>
                  <a:schemeClr val="tx1"/>
                </a:solidFill>
              </a:rPr>
              <a:t>- </a:t>
            </a:r>
            <a:r>
              <a:rPr lang="en-US" sz="1200" dirty="0" err="1">
                <a:solidFill>
                  <a:schemeClr val="tx1"/>
                </a:solidFill>
              </a:rPr>
              <a:t>increase_efficacy</a:t>
            </a:r>
            <a:r>
              <a:rPr lang="en-US" sz="1200" dirty="0">
                <a:solidFill>
                  <a:schemeClr val="tx1"/>
                </a:solidFill>
              </a:rPr>
              <a:t>: 44114</a:t>
            </a:r>
          </a:p>
          <a:p>
            <a:r>
              <a:rPr lang="en-US" sz="1200" dirty="0">
                <a:solidFill>
                  <a:schemeClr val="tx1"/>
                </a:solidFill>
              </a:rPr>
              <a:t>- </a:t>
            </a:r>
            <a:r>
              <a:rPr lang="en-US" sz="1200" dirty="0" err="1">
                <a:solidFill>
                  <a:schemeClr val="tx1"/>
                </a:solidFill>
              </a:rPr>
              <a:t>has_effect</a:t>
            </a:r>
            <a:r>
              <a:rPr lang="en-US" sz="1200" dirty="0">
                <a:solidFill>
                  <a:schemeClr val="tx1"/>
                </a:solidFill>
              </a:rPr>
              <a:t>: 19160</a:t>
            </a:r>
          </a:p>
          <a:p>
            <a:r>
              <a:rPr lang="en-US" sz="1200" dirty="0">
                <a:solidFill>
                  <a:schemeClr val="tx1"/>
                </a:solidFill>
              </a:rPr>
              <a:t>- </a:t>
            </a:r>
            <a:r>
              <a:rPr lang="en-US" sz="1200" dirty="0" err="1">
                <a:solidFill>
                  <a:schemeClr val="tx1"/>
                </a:solidFill>
              </a:rPr>
              <a:t>increase_effect</a:t>
            </a:r>
            <a:r>
              <a:rPr lang="en-US" sz="1200" dirty="0">
                <a:solidFill>
                  <a:schemeClr val="tx1"/>
                </a:solidFill>
              </a:rPr>
              <a:t>: 18999</a:t>
            </a:r>
          </a:p>
          <a:p>
            <a:r>
              <a:rPr lang="en-US" sz="1200" dirty="0">
                <a:solidFill>
                  <a:schemeClr val="tx1"/>
                </a:solidFill>
              </a:rPr>
              <a:t>- </a:t>
            </a:r>
            <a:r>
              <a:rPr lang="en-US" sz="1200" dirty="0" err="1">
                <a:solidFill>
                  <a:schemeClr val="tx1"/>
                </a:solidFill>
              </a:rPr>
              <a:t>causes_condition</a:t>
            </a:r>
            <a:r>
              <a:rPr lang="en-US" sz="1200" dirty="0">
                <a:solidFill>
                  <a:schemeClr val="tx1"/>
                </a:solidFill>
              </a:rPr>
              <a:t>: 17287</a:t>
            </a:r>
          </a:p>
          <a:p>
            <a:r>
              <a:rPr lang="en-US" sz="1200" dirty="0">
                <a:solidFill>
                  <a:schemeClr val="tx1"/>
                </a:solidFill>
              </a:rPr>
              <a:t>- </a:t>
            </a:r>
            <a:r>
              <a:rPr lang="en-US" sz="1200" dirty="0" err="1">
                <a:solidFill>
                  <a:schemeClr val="tx1"/>
                </a:solidFill>
              </a:rPr>
              <a:t>has_activity</a:t>
            </a:r>
            <a:r>
              <a:rPr lang="en-US" sz="1200" dirty="0">
                <a:solidFill>
                  <a:schemeClr val="tx1"/>
                </a:solidFill>
              </a:rPr>
              <a:t>: 12584</a:t>
            </a:r>
          </a:p>
          <a:p>
            <a:r>
              <a:rPr lang="en-US" sz="1200" dirty="0">
                <a:solidFill>
                  <a:schemeClr val="tx1"/>
                </a:solidFill>
              </a:rPr>
              <a:t>- </a:t>
            </a:r>
            <a:r>
              <a:rPr lang="en-US" sz="1200" dirty="0" err="1">
                <a:solidFill>
                  <a:schemeClr val="tx1"/>
                </a:solidFill>
              </a:rPr>
              <a:t>gene_product_of</a:t>
            </a:r>
            <a:r>
              <a:rPr lang="en-US" sz="1200" dirty="0">
                <a:solidFill>
                  <a:schemeClr val="tx1"/>
                </a:solidFill>
              </a:rPr>
              <a:t>: 10881</a:t>
            </a:r>
          </a:p>
          <a:p>
            <a:r>
              <a:rPr lang="en-US" sz="1200" dirty="0">
                <a:solidFill>
                  <a:schemeClr val="tx1"/>
                </a:solidFill>
              </a:rPr>
              <a:t>- </a:t>
            </a:r>
            <a:r>
              <a:rPr lang="en-US" sz="1200" dirty="0" err="1">
                <a:solidFill>
                  <a:schemeClr val="tx1"/>
                </a:solidFill>
              </a:rPr>
              <a:t>increase_activity</a:t>
            </a:r>
            <a:r>
              <a:rPr lang="en-US" sz="1200" dirty="0">
                <a:solidFill>
                  <a:schemeClr val="tx1"/>
                </a:solidFill>
              </a:rPr>
              <a:t>: 10518</a:t>
            </a:r>
          </a:p>
          <a:p>
            <a:r>
              <a:rPr lang="en-US" sz="1200" dirty="0">
                <a:solidFill>
                  <a:schemeClr val="tx1"/>
                </a:solidFill>
              </a:rPr>
              <a:t>- </a:t>
            </a:r>
            <a:r>
              <a:rPr lang="en-US" sz="1200" dirty="0" err="1">
                <a:solidFill>
                  <a:schemeClr val="tx1"/>
                </a:solidFill>
              </a:rPr>
              <a:t>is_affecting</a:t>
            </a:r>
            <a:r>
              <a:rPr lang="en-US" sz="1200" dirty="0">
                <a:solidFill>
                  <a:schemeClr val="tx1"/>
                </a:solidFill>
              </a:rPr>
              <a:t>: 8905</a:t>
            </a:r>
          </a:p>
          <a:p>
            <a:r>
              <a:rPr lang="en-US" sz="1200" dirty="0">
                <a:solidFill>
                  <a:schemeClr val="tx1"/>
                </a:solidFill>
              </a:rPr>
              <a:t>- </a:t>
            </a:r>
            <a:r>
              <a:rPr lang="en-US" sz="1200" dirty="0" err="1">
                <a:solidFill>
                  <a:schemeClr val="tx1"/>
                </a:solidFill>
              </a:rPr>
              <a:t>has_indication</a:t>
            </a:r>
            <a:r>
              <a:rPr lang="en-US" sz="1200" dirty="0">
                <a:solidFill>
                  <a:schemeClr val="tx1"/>
                </a:solidFill>
              </a:rPr>
              <a:t>: 8225</a:t>
            </a:r>
          </a:p>
          <a:p>
            <a:r>
              <a:rPr lang="en-US" sz="1200" dirty="0">
                <a:solidFill>
                  <a:schemeClr val="tx1"/>
                </a:solidFill>
              </a:rPr>
              <a:t>- </a:t>
            </a:r>
            <a:r>
              <a:rPr lang="en-US" sz="1200" dirty="0" err="1">
                <a:solidFill>
                  <a:schemeClr val="tx1"/>
                </a:solidFill>
              </a:rPr>
              <a:t>has_code</a:t>
            </a:r>
            <a:r>
              <a:rPr lang="en-US" sz="1200" dirty="0">
                <a:solidFill>
                  <a:schemeClr val="tx1"/>
                </a:solidFill>
              </a:rPr>
              <a:t>: 3403</a:t>
            </a:r>
          </a:p>
          <a:p>
            <a:r>
              <a:rPr lang="en-US" sz="1200" dirty="0">
                <a:solidFill>
                  <a:schemeClr val="tx1"/>
                </a:solidFill>
              </a:rPr>
              <a:t>- </a:t>
            </a:r>
            <a:r>
              <a:rPr lang="en-US" sz="1200" dirty="0" err="1">
                <a:solidFill>
                  <a:schemeClr val="tx1"/>
                </a:solidFill>
              </a:rPr>
              <a:t>decrease_activity</a:t>
            </a:r>
            <a:r>
              <a:rPr lang="en-US" sz="1200" dirty="0">
                <a:solidFill>
                  <a:schemeClr val="tx1"/>
                </a:solidFill>
              </a:rPr>
              <a:t>: 3331</a:t>
            </a:r>
          </a:p>
          <a:p>
            <a:r>
              <a:rPr lang="en-US" sz="1200" dirty="0">
                <a:solidFill>
                  <a:schemeClr val="tx1"/>
                </a:solidFill>
              </a:rPr>
              <a:t>- </a:t>
            </a:r>
            <a:r>
              <a:rPr lang="en-US" sz="1200" dirty="0" err="1">
                <a:solidFill>
                  <a:schemeClr val="tx1"/>
                </a:solidFill>
              </a:rPr>
              <a:t>is_substance_that_treats</a:t>
            </a:r>
            <a:r>
              <a:rPr lang="en-US" sz="1200" dirty="0">
                <a:solidFill>
                  <a:schemeClr val="tx1"/>
                </a:solidFill>
              </a:rPr>
              <a:t>: 1394</a:t>
            </a:r>
          </a:p>
          <a:p>
            <a:r>
              <a:rPr lang="en-US" sz="1200" dirty="0">
                <a:solidFill>
                  <a:schemeClr val="tx1"/>
                </a:solidFill>
              </a:rPr>
              <a:t>- </a:t>
            </a:r>
            <a:r>
              <a:rPr lang="en-US" sz="1200" dirty="0" err="1">
                <a:solidFill>
                  <a:schemeClr val="tx1"/>
                </a:solidFill>
              </a:rPr>
              <a:t>decrease_effect</a:t>
            </a:r>
            <a:r>
              <a:rPr lang="en-US" sz="1200" dirty="0">
                <a:solidFill>
                  <a:schemeClr val="tx1"/>
                </a:solidFill>
              </a:rPr>
              <a:t>: 255</a:t>
            </a:r>
          </a:p>
        </p:txBody>
      </p:sp>
    </p:spTree>
    <p:extLst>
      <p:ext uri="{BB962C8B-B14F-4D97-AF65-F5344CB8AC3E}">
        <p14:creationId xmlns:p14="http://schemas.microsoft.com/office/powerpoint/2010/main" val="3883945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CAB35-F8DF-3597-5CD6-C95B02D065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CE33E-D7B1-795E-019D-3EEB4BB77D50}"/>
              </a:ext>
            </a:extLst>
          </p:cNvPr>
          <p:cNvSpPr>
            <a:spLocks noGrp="1"/>
          </p:cNvSpPr>
          <p:nvPr>
            <p:ph type="title"/>
          </p:nvPr>
        </p:nvSpPr>
        <p:spPr/>
        <p:txBody>
          <a:bodyPr/>
          <a:lstStyle/>
          <a:p>
            <a:r>
              <a:rPr lang="en-US" dirty="0"/>
              <a:t>The OREGANO Dataset</a:t>
            </a:r>
          </a:p>
        </p:txBody>
      </p:sp>
      <p:pic>
        <p:nvPicPr>
          <p:cNvPr id="6" name="Picture 5">
            <a:extLst>
              <a:ext uri="{FF2B5EF4-FFF2-40B4-BE49-F238E27FC236}">
                <a16:creationId xmlns:a16="http://schemas.microsoft.com/office/drawing/2014/main" id="{D86D58BB-2855-CAAE-F9C2-6E8123CD9111}"/>
              </a:ext>
            </a:extLst>
          </p:cNvPr>
          <p:cNvPicPr>
            <a:picLocks noChangeAspect="1"/>
          </p:cNvPicPr>
          <p:nvPr/>
        </p:nvPicPr>
        <p:blipFill>
          <a:blip r:embed="rId2"/>
          <a:stretch>
            <a:fillRect/>
          </a:stretch>
        </p:blipFill>
        <p:spPr>
          <a:xfrm>
            <a:off x="1726367" y="1054099"/>
            <a:ext cx="7657475" cy="5682333"/>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FE92AB93-F9DA-D8D2-F90B-8E901F6EB6EF}"/>
                  </a:ext>
                </a:extLst>
              </p14:cNvPr>
              <p14:cNvContentPartPr/>
              <p14:nvPr/>
            </p14:nvContentPartPr>
            <p14:xfrm>
              <a:off x="3668040" y="1275840"/>
              <a:ext cx="3580200" cy="3938040"/>
            </p14:xfrm>
          </p:contentPart>
        </mc:Choice>
        <mc:Fallback>
          <p:pic>
            <p:nvPicPr>
              <p:cNvPr id="7" name="Ink 6">
                <a:extLst>
                  <a:ext uri="{FF2B5EF4-FFF2-40B4-BE49-F238E27FC236}">
                    <a16:creationId xmlns:a16="http://schemas.microsoft.com/office/drawing/2014/main" id="{FE92AB93-F9DA-D8D2-F90B-8E901F6EB6EF}"/>
                  </a:ext>
                </a:extLst>
              </p:cNvPr>
              <p:cNvPicPr/>
              <p:nvPr/>
            </p:nvPicPr>
            <p:blipFill>
              <a:blip r:embed="rId4"/>
              <a:stretch>
                <a:fillRect/>
              </a:stretch>
            </p:blipFill>
            <p:spPr>
              <a:xfrm>
                <a:off x="3651840" y="1259640"/>
                <a:ext cx="3612600" cy="3970440"/>
              </a:xfrm>
              <a:prstGeom prst="rect">
                <a:avLst/>
              </a:prstGeom>
            </p:spPr>
          </p:pic>
        </mc:Fallback>
      </mc:AlternateContent>
    </p:spTree>
    <p:extLst>
      <p:ext uri="{BB962C8B-B14F-4D97-AF65-F5344CB8AC3E}">
        <p14:creationId xmlns:p14="http://schemas.microsoft.com/office/powerpoint/2010/main" val="1365088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A6B0D-38AE-7483-9022-7389A6951A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DD908-8D91-8788-BFA8-98FE3F6222C2}"/>
              </a:ext>
            </a:extLst>
          </p:cNvPr>
          <p:cNvSpPr>
            <a:spLocks noGrp="1"/>
          </p:cNvSpPr>
          <p:nvPr>
            <p:ph type="title"/>
          </p:nvPr>
        </p:nvSpPr>
        <p:spPr/>
        <p:txBody>
          <a:bodyPr/>
          <a:lstStyle/>
          <a:p>
            <a:r>
              <a:rPr lang="en-US" dirty="0"/>
              <a:t>The OREGANO Dataset</a:t>
            </a:r>
          </a:p>
        </p:txBody>
      </p:sp>
      <p:sp>
        <p:nvSpPr>
          <p:cNvPr id="3" name="Oval 2">
            <a:extLst>
              <a:ext uri="{FF2B5EF4-FFF2-40B4-BE49-F238E27FC236}">
                <a16:creationId xmlns:a16="http://schemas.microsoft.com/office/drawing/2014/main" id="{CF93B85A-AFB7-B964-9C6E-BAE63F101745}"/>
              </a:ext>
            </a:extLst>
          </p:cNvPr>
          <p:cNvSpPr/>
          <p:nvPr/>
        </p:nvSpPr>
        <p:spPr>
          <a:xfrm>
            <a:off x="4601384" y="2097291"/>
            <a:ext cx="1364676" cy="1364676"/>
          </a:xfrm>
          <a:prstGeom prst="ellipse">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 (32083)</a:t>
            </a:r>
          </a:p>
        </p:txBody>
      </p:sp>
      <p:sp>
        <p:nvSpPr>
          <p:cNvPr id="4" name="Oval 3">
            <a:extLst>
              <a:ext uri="{FF2B5EF4-FFF2-40B4-BE49-F238E27FC236}">
                <a16:creationId xmlns:a16="http://schemas.microsoft.com/office/drawing/2014/main" id="{61DC3296-7FBF-78C9-3C85-04FEB33D568E}"/>
              </a:ext>
            </a:extLst>
          </p:cNvPr>
          <p:cNvSpPr/>
          <p:nvPr/>
        </p:nvSpPr>
        <p:spPr>
          <a:xfrm>
            <a:off x="9020594" y="1202090"/>
            <a:ext cx="1305264" cy="1305264"/>
          </a:xfrm>
          <a:prstGeom prst="ellipse">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t>
            </a:r>
          </a:p>
          <a:p>
            <a:pPr algn="ctr"/>
            <a:r>
              <a:rPr lang="en-US" dirty="0">
                <a:solidFill>
                  <a:schemeClr val="tx1"/>
                </a:solidFill>
              </a:rPr>
              <a:t>(14505)</a:t>
            </a:r>
          </a:p>
        </p:txBody>
      </p:sp>
      <p:sp>
        <p:nvSpPr>
          <p:cNvPr id="5" name="Oval 4">
            <a:extLst>
              <a:ext uri="{FF2B5EF4-FFF2-40B4-BE49-F238E27FC236}">
                <a16:creationId xmlns:a16="http://schemas.microsoft.com/office/drawing/2014/main" id="{617A3383-4292-D78C-B86F-2B378FCA3122}"/>
              </a:ext>
            </a:extLst>
          </p:cNvPr>
          <p:cNvSpPr/>
          <p:nvPr/>
        </p:nvSpPr>
        <p:spPr>
          <a:xfrm>
            <a:off x="7717904" y="5374179"/>
            <a:ext cx="1305264" cy="1305264"/>
          </a:xfrm>
          <a:prstGeom prst="ellipse">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t>
            </a:r>
            <a:br>
              <a:rPr lang="en-US" dirty="0">
                <a:solidFill>
                  <a:schemeClr val="tx1"/>
                </a:solidFill>
              </a:rPr>
            </a:br>
            <a:r>
              <a:rPr lang="en-US" dirty="0">
                <a:solidFill>
                  <a:schemeClr val="tx1"/>
                </a:solidFill>
              </a:rPr>
              <a:t>(13363)</a:t>
            </a:r>
          </a:p>
        </p:txBody>
      </p:sp>
      <p:sp>
        <p:nvSpPr>
          <p:cNvPr id="7" name="Oval 6">
            <a:extLst>
              <a:ext uri="{FF2B5EF4-FFF2-40B4-BE49-F238E27FC236}">
                <a16:creationId xmlns:a16="http://schemas.microsoft.com/office/drawing/2014/main" id="{547B570D-F9D6-37B4-D699-C2369DB1A372}"/>
              </a:ext>
            </a:extLst>
          </p:cNvPr>
          <p:cNvSpPr/>
          <p:nvPr/>
        </p:nvSpPr>
        <p:spPr>
          <a:xfrm>
            <a:off x="838200" y="3854211"/>
            <a:ext cx="1170707" cy="1170707"/>
          </a:xfrm>
          <a:prstGeom prst="ellipse">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
            </a:r>
            <a:br>
              <a:rPr lang="en-US" dirty="0">
                <a:solidFill>
                  <a:schemeClr val="tx1"/>
                </a:solidFill>
              </a:rPr>
            </a:br>
            <a:r>
              <a:rPr lang="en-US" dirty="0">
                <a:solidFill>
                  <a:schemeClr val="tx1"/>
                </a:solidFill>
              </a:rPr>
              <a:t>(8934)</a:t>
            </a:r>
          </a:p>
        </p:txBody>
      </p:sp>
      <p:cxnSp>
        <p:nvCxnSpPr>
          <p:cNvPr id="10" name="Straight Arrow Connector 9">
            <a:extLst>
              <a:ext uri="{FF2B5EF4-FFF2-40B4-BE49-F238E27FC236}">
                <a16:creationId xmlns:a16="http://schemas.microsoft.com/office/drawing/2014/main" id="{4C4E1AFF-C42F-7BF2-9F4B-907F08D23D20}"/>
              </a:ext>
            </a:extLst>
          </p:cNvPr>
          <p:cNvCxnSpPr>
            <a:cxnSpLocks/>
            <a:stCxn id="3" idx="5"/>
            <a:endCxn id="5" idx="1"/>
          </p:cNvCxnSpPr>
          <p:nvPr/>
        </p:nvCxnSpPr>
        <p:spPr>
          <a:xfrm>
            <a:off x="5766208" y="3262115"/>
            <a:ext cx="2142847" cy="2303215"/>
          </a:xfrm>
          <a:prstGeom prst="straightConnector1">
            <a:avLst/>
          </a:prstGeom>
          <a:ln w="25400">
            <a:solidFill>
              <a:schemeClr val="tx2"/>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953B46-3D71-3ACC-9DD1-AE76B70A0447}"/>
              </a:ext>
            </a:extLst>
          </p:cNvPr>
          <p:cNvSpPr txBox="1"/>
          <p:nvPr/>
        </p:nvSpPr>
        <p:spPr>
          <a:xfrm rot="2796049">
            <a:off x="6196434" y="4099360"/>
            <a:ext cx="1258934" cy="646331"/>
          </a:xfrm>
          <a:prstGeom prst="rect">
            <a:avLst/>
          </a:prstGeom>
          <a:noFill/>
        </p:spPr>
        <p:txBody>
          <a:bodyPr wrap="none" rtlCol="0">
            <a:spAutoFit/>
          </a:bodyPr>
          <a:lstStyle/>
          <a:p>
            <a:pPr algn="ctr"/>
            <a:r>
              <a:rPr lang="en-US" dirty="0" err="1"/>
              <a:t>is_affecting</a:t>
            </a:r>
            <a:br>
              <a:rPr lang="en-US" dirty="0"/>
            </a:br>
            <a:r>
              <a:rPr lang="en-US" dirty="0"/>
              <a:t>(8905)</a:t>
            </a:r>
          </a:p>
        </p:txBody>
      </p:sp>
      <p:cxnSp>
        <p:nvCxnSpPr>
          <p:cNvPr id="13" name="Straight Arrow Connector 12">
            <a:extLst>
              <a:ext uri="{FF2B5EF4-FFF2-40B4-BE49-F238E27FC236}">
                <a16:creationId xmlns:a16="http://schemas.microsoft.com/office/drawing/2014/main" id="{1BE6D554-8730-F938-E018-19EBC9257ABD}"/>
              </a:ext>
            </a:extLst>
          </p:cNvPr>
          <p:cNvCxnSpPr>
            <a:cxnSpLocks/>
            <a:stCxn id="3" idx="2"/>
            <a:endCxn id="7" idx="7"/>
          </p:cNvCxnSpPr>
          <p:nvPr/>
        </p:nvCxnSpPr>
        <p:spPr>
          <a:xfrm flipH="1">
            <a:off x="1837461" y="2779629"/>
            <a:ext cx="2763923" cy="1246028"/>
          </a:xfrm>
          <a:prstGeom prst="straightConnector1">
            <a:avLst/>
          </a:prstGeom>
          <a:ln w="25400">
            <a:solidFill>
              <a:schemeClr val="tx2"/>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EFD74C05-F6A2-5FC0-BB5C-04A075CFB655}"/>
              </a:ext>
            </a:extLst>
          </p:cNvPr>
          <p:cNvSpPr txBox="1"/>
          <p:nvPr/>
        </p:nvSpPr>
        <p:spPr>
          <a:xfrm rot="20174536">
            <a:off x="1900560" y="3105319"/>
            <a:ext cx="2541721" cy="646331"/>
          </a:xfrm>
          <a:prstGeom prst="rect">
            <a:avLst/>
          </a:prstGeom>
          <a:noFill/>
        </p:spPr>
        <p:txBody>
          <a:bodyPr wrap="none" rtlCol="0">
            <a:spAutoFit/>
          </a:bodyPr>
          <a:lstStyle/>
          <a:p>
            <a:pPr algn="ctr"/>
            <a:r>
              <a:rPr lang="en-US" dirty="0" err="1"/>
              <a:t>is_substance_that_treats</a:t>
            </a:r>
            <a:br>
              <a:rPr lang="en-US" dirty="0"/>
            </a:br>
            <a:r>
              <a:rPr lang="en-US" dirty="0"/>
              <a:t>(1394)</a:t>
            </a:r>
          </a:p>
        </p:txBody>
      </p:sp>
      <p:cxnSp>
        <p:nvCxnSpPr>
          <p:cNvPr id="20" name="Straight Arrow Connector 19">
            <a:extLst>
              <a:ext uri="{FF2B5EF4-FFF2-40B4-BE49-F238E27FC236}">
                <a16:creationId xmlns:a16="http://schemas.microsoft.com/office/drawing/2014/main" id="{2EEE4246-DA5A-0A90-C5C2-BEF5F70CBE0F}"/>
              </a:ext>
            </a:extLst>
          </p:cNvPr>
          <p:cNvCxnSpPr>
            <a:cxnSpLocks/>
            <a:stCxn id="3" idx="7"/>
            <a:endCxn id="4" idx="2"/>
          </p:cNvCxnSpPr>
          <p:nvPr/>
        </p:nvCxnSpPr>
        <p:spPr>
          <a:xfrm flipV="1">
            <a:off x="5766208" y="1854722"/>
            <a:ext cx="3254386" cy="442421"/>
          </a:xfrm>
          <a:prstGeom prst="straightConnector1">
            <a:avLst/>
          </a:prstGeom>
          <a:ln w="25400">
            <a:solidFill>
              <a:schemeClr val="tx2"/>
            </a:solidFill>
            <a:tailEnd type="triangle" w="lg" len="lg"/>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C8D4C97E-4E77-11FA-5C0B-570932B78AE2}"/>
              </a:ext>
            </a:extLst>
          </p:cNvPr>
          <p:cNvSpPr txBox="1"/>
          <p:nvPr/>
        </p:nvSpPr>
        <p:spPr>
          <a:xfrm rot="21157419">
            <a:off x="6792011" y="1774126"/>
            <a:ext cx="1182247" cy="646331"/>
          </a:xfrm>
          <a:prstGeom prst="rect">
            <a:avLst/>
          </a:prstGeom>
          <a:noFill/>
        </p:spPr>
        <p:txBody>
          <a:bodyPr wrap="none" rtlCol="0">
            <a:spAutoFit/>
          </a:bodyPr>
          <a:lstStyle/>
          <a:p>
            <a:pPr algn="ctr"/>
            <a:r>
              <a:rPr lang="en-US" dirty="0" err="1"/>
              <a:t>has_target</a:t>
            </a:r>
            <a:br>
              <a:rPr lang="en-US" dirty="0"/>
            </a:br>
            <a:r>
              <a:rPr lang="en-US" dirty="0"/>
              <a:t>(202539)</a:t>
            </a:r>
          </a:p>
        </p:txBody>
      </p:sp>
      <p:cxnSp>
        <p:nvCxnSpPr>
          <p:cNvPr id="24" name="Straight Arrow Connector 23">
            <a:extLst>
              <a:ext uri="{FF2B5EF4-FFF2-40B4-BE49-F238E27FC236}">
                <a16:creationId xmlns:a16="http://schemas.microsoft.com/office/drawing/2014/main" id="{696F94C3-1509-3266-1D77-5F61DF5B5F18}"/>
              </a:ext>
            </a:extLst>
          </p:cNvPr>
          <p:cNvCxnSpPr>
            <a:cxnSpLocks/>
            <a:stCxn id="4" idx="4"/>
            <a:endCxn id="5" idx="7"/>
          </p:cNvCxnSpPr>
          <p:nvPr/>
        </p:nvCxnSpPr>
        <p:spPr>
          <a:xfrm flipH="1">
            <a:off x="8832017" y="2507354"/>
            <a:ext cx="841209" cy="3057976"/>
          </a:xfrm>
          <a:prstGeom prst="straightConnector1">
            <a:avLst/>
          </a:prstGeom>
          <a:ln w="25400">
            <a:solidFill>
              <a:schemeClr val="tx2"/>
            </a:solidFill>
            <a:tailEnd type="triangle" w="lg" len="lg"/>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51272E57-E3EB-8B7B-9A33-C94FEAE140FB}"/>
              </a:ext>
            </a:extLst>
          </p:cNvPr>
          <p:cNvSpPr txBox="1"/>
          <p:nvPr/>
        </p:nvSpPr>
        <p:spPr>
          <a:xfrm>
            <a:off x="7738152" y="3574034"/>
            <a:ext cx="1806072" cy="646331"/>
          </a:xfrm>
          <a:prstGeom prst="rect">
            <a:avLst/>
          </a:prstGeom>
          <a:noFill/>
        </p:spPr>
        <p:txBody>
          <a:bodyPr wrap="none" rtlCol="0">
            <a:spAutoFit/>
          </a:bodyPr>
          <a:lstStyle/>
          <a:p>
            <a:pPr algn="ctr"/>
            <a:r>
              <a:rPr lang="en-US" dirty="0" err="1"/>
              <a:t>gene_product_of</a:t>
            </a:r>
            <a:br>
              <a:rPr lang="en-US" dirty="0"/>
            </a:br>
            <a:r>
              <a:rPr lang="en-US" dirty="0"/>
              <a:t>(10881)</a:t>
            </a:r>
          </a:p>
        </p:txBody>
      </p:sp>
      <p:cxnSp>
        <p:nvCxnSpPr>
          <p:cNvPr id="34" name="Straight Arrow Connector 33">
            <a:extLst>
              <a:ext uri="{FF2B5EF4-FFF2-40B4-BE49-F238E27FC236}">
                <a16:creationId xmlns:a16="http://schemas.microsoft.com/office/drawing/2014/main" id="{E39674D9-74DD-C361-BADB-514DA2CEFD16}"/>
              </a:ext>
            </a:extLst>
          </p:cNvPr>
          <p:cNvCxnSpPr>
            <a:cxnSpLocks/>
            <a:stCxn id="5" idx="2"/>
            <a:endCxn id="7" idx="5"/>
          </p:cNvCxnSpPr>
          <p:nvPr/>
        </p:nvCxnSpPr>
        <p:spPr>
          <a:xfrm flipH="1" flipV="1">
            <a:off x="1837461" y="4853472"/>
            <a:ext cx="5880443" cy="1173339"/>
          </a:xfrm>
          <a:prstGeom prst="straightConnector1">
            <a:avLst/>
          </a:prstGeom>
          <a:ln w="25400">
            <a:solidFill>
              <a:schemeClr val="tx2"/>
            </a:solidFill>
            <a:tailEnd type="triangle"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C373A851-E9CE-9376-E8F8-A498F30396C5}"/>
              </a:ext>
            </a:extLst>
          </p:cNvPr>
          <p:cNvSpPr txBox="1"/>
          <p:nvPr/>
        </p:nvSpPr>
        <p:spPr>
          <a:xfrm rot="652974">
            <a:off x="3928865" y="5149580"/>
            <a:ext cx="1811073" cy="646331"/>
          </a:xfrm>
          <a:prstGeom prst="rect">
            <a:avLst/>
          </a:prstGeom>
          <a:noFill/>
        </p:spPr>
        <p:txBody>
          <a:bodyPr wrap="none" rtlCol="0">
            <a:spAutoFit/>
          </a:bodyPr>
          <a:lstStyle/>
          <a:p>
            <a:r>
              <a:rPr lang="en-US" dirty="0" err="1"/>
              <a:t>causes_condition</a:t>
            </a:r>
            <a:endParaRPr lang="en-US" dirty="0"/>
          </a:p>
          <a:p>
            <a:pPr algn="ctr"/>
            <a:r>
              <a:rPr lang="en-US" dirty="0"/>
              <a:t>(17287)</a:t>
            </a:r>
          </a:p>
        </p:txBody>
      </p:sp>
      <p:cxnSp>
        <p:nvCxnSpPr>
          <p:cNvPr id="76" name="Curved Connector 75">
            <a:extLst>
              <a:ext uri="{FF2B5EF4-FFF2-40B4-BE49-F238E27FC236}">
                <a16:creationId xmlns:a16="http://schemas.microsoft.com/office/drawing/2014/main" id="{650D9701-DCA5-3CFB-8E8C-3B17510997E5}"/>
              </a:ext>
            </a:extLst>
          </p:cNvPr>
          <p:cNvCxnSpPr>
            <a:cxnSpLocks/>
            <a:stCxn id="3" idx="1"/>
            <a:endCxn id="3" idx="0"/>
          </p:cNvCxnSpPr>
          <p:nvPr/>
        </p:nvCxnSpPr>
        <p:spPr>
          <a:xfrm rot="5400000" flipH="1" flipV="1">
            <a:off x="4942553" y="1955974"/>
            <a:ext cx="199852" cy="482486"/>
          </a:xfrm>
          <a:prstGeom prst="curvedConnector3">
            <a:avLst>
              <a:gd name="adj1" fmla="val 366898"/>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A78D58D5-7B9E-6AB6-AFA0-11CF1AA19852}"/>
              </a:ext>
            </a:extLst>
          </p:cNvPr>
          <p:cNvSpPr txBox="1"/>
          <p:nvPr/>
        </p:nvSpPr>
        <p:spPr>
          <a:xfrm>
            <a:off x="2341213" y="1239243"/>
            <a:ext cx="2663293" cy="923330"/>
          </a:xfrm>
          <a:prstGeom prst="rect">
            <a:avLst/>
          </a:prstGeom>
          <a:noFill/>
        </p:spPr>
        <p:txBody>
          <a:bodyPr wrap="none" rtlCol="0">
            <a:spAutoFit/>
          </a:bodyPr>
          <a:lstStyle/>
          <a:p>
            <a:r>
              <a:rPr lang="en-US" dirty="0" err="1"/>
              <a:t>increases_efficacy</a:t>
            </a:r>
            <a:r>
              <a:rPr lang="en-US" dirty="0"/>
              <a:t> (44114)</a:t>
            </a:r>
            <a:br>
              <a:rPr lang="en-US" dirty="0"/>
            </a:br>
            <a:r>
              <a:rPr lang="en-US" dirty="0" err="1"/>
              <a:t>decreases_efficacy</a:t>
            </a:r>
            <a:r>
              <a:rPr lang="en-US" dirty="0"/>
              <a:t> (3331)</a:t>
            </a:r>
          </a:p>
          <a:p>
            <a:endParaRPr lang="en-US" dirty="0"/>
          </a:p>
        </p:txBody>
      </p:sp>
    </p:spTree>
    <p:extLst>
      <p:ext uri="{BB962C8B-B14F-4D97-AF65-F5344CB8AC3E}">
        <p14:creationId xmlns:p14="http://schemas.microsoft.com/office/powerpoint/2010/main" val="1436451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864FE-3603-6733-0C87-A0ABB77E4EF9}"/>
              </a:ext>
            </a:extLst>
          </p:cNvPr>
          <p:cNvSpPr>
            <a:spLocks noGrp="1"/>
          </p:cNvSpPr>
          <p:nvPr>
            <p:ph type="title"/>
          </p:nvPr>
        </p:nvSpPr>
        <p:spPr/>
        <p:txBody>
          <a:bodyPr/>
          <a:lstStyle/>
          <a:p>
            <a:r>
              <a:rPr lang="en-US" dirty="0"/>
              <a:t>Designing the network</a:t>
            </a:r>
          </a:p>
        </p:txBody>
      </p:sp>
      <p:sp>
        <p:nvSpPr>
          <p:cNvPr id="3" name="Text Placeholder 2">
            <a:extLst>
              <a:ext uri="{FF2B5EF4-FFF2-40B4-BE49-F238E27FC236}">
                <a16:creationId xmlns:a16="http://schemas.microsoft.com/office/drawing/2014/main" id="{0BF554C0-C6B5-0A8A-30F7-BB75233F69CF}"/>
              </a:ext>
            </a:extLst>
          </p:cNvPr>
          <p:cNvSpPr>
            <a:spLocks noGrp="1"/>
          </p:cNvSpPr>
          <p:nvPr>
            <p:ph type="body" sz="quarter" idx="10"/>
          </p:nvPr>
        </p:nvSpPr>
        <p:spPr/>
        <p:txBody>
          <a:bodyPr>
            <a:normAutofit/>
          </a:bodyPr>
          <a:lstStyle/>
          <a:p>
            <a:pPr marL="342900" indent="-342900">
              <a:buFont typeface="Arial" panose="020B0604020202020204" pitchFamily="34" charset="0"/>
              <a:buChar char="•"/>
            </a:pPr>
            <a:endParaRPr lang="en-US" sz="2800" dirty="0">
              <a:solidFill>
                <a:schemeClr val="tx1"/>
              </a:solidFill>
            </a:endParaRPr>
          </a:p>
          <a:p>
            <a:pPr marL="342900" indent="-342900">
              <a:buFont typeface="Arial" panose="020B0604020202020204" pitchFamily="34" charset="0"/>
              <a:buChar char="•"/>
            </a:pPr>
            <a:r>
              <a:rPr lang="en-US" sz="2800" dirty="0">
                <a:solidFill>
                  <a:schemeClr val="tx1"/>
                </a:solidFill>
              </a:rPr>
              <a:t>Does the ontology suggest a network structure?</a:t>
            </a:r>
          </a:p>
          <a:p>
            <a:pPr marL="342900" indent="-342900">
              <a:buFont typeface="Arial" panose="020B0604020202020204" pitchFamily="34" charset="0"/>
              <a:buChar char="•"/>
            </a:pPr>
            <a:endParaRPr lang="en-US" sz="2800" dirty="0">
              <a:solidFill>
                <a:schemeClr val="tx1"/>
              </a:solidFill>
            </a:endParaRPr>
          </a:p>
          <a:p>
            <a:pPr marL="342900" indent="-342900">
              <a:buFont typeface="Arial" panose="020B0604020202020204" pitchFamily="34" charset="0"/>
              <a:buChar char="•"/>
            </a:pPr>
            <a:r>
              <a:rPr lang="en-US" sz="2800" dirty="0">
                <a:solidFill>
                  <a:schemeClr val="tx1"/>
                </a:solidFill>
              </a:rPr>
              <a:t>Are the relations in the graph “causal”?</a:t>
            </a:r>
          </a:p>
          <a:p>
            <a:pPr marL="342900" indent="-342900">
              <a:buFont typeface="Arial" panose="020B0604020202020204" pitchFamily="34" charset="0"/>
              <a:buChar char="•"/>
            </a:pPr>
            <a:endParaRPr lang="en-US" sz="2800" dirty="0">
              <a:solidFill>
                <a:schemeClr val="tx1"/>
              </a:solidFill>
            </a:endParaRPr>
          </a:p>
          <a:p>
            <a:pPr marL="342900" indent="-342900">
              <a:buFont typeface="Arial" panose="020B0604020202020204" pitchFamily="34" charset="0"/>
              <a:buChar char="•"/>
            </a:pPr>
            <a:r>
              <a:rPr lang="en-US" sz="2800" dirty="0">
                <a:solidFill>
                  <a:schemeClr val="tx1"/>
                </a:solidFill>
              </a:rPr>
              <a:t>Are there any indirect relations in the ontology that should be factored in?</a:t>
            </a:r>
          </a:p>
          <a:p>
            <a:pPr marL="342900" indent="-342900">
              <a:buFont typeface="Arial" panose="020B0604020202020204" pitchFamily="34" charset="0"/>
              <a:buChar char="•"/>
            </a:pPr>
            <a:endParaRPr lang="en-US" sz="2800" dirty="0">
              <a:solidFill>
                <a:schemeClr val="tx1"/>
              </a:solidFill>
            </a:endParaRPr>
          </a:p>
          <a:p>
            <a:pPr marL="342900" indent="-342900">
              <a:buFont typeface="Arial" panose="020B0604020202020204" pitchFamily="34" charset="0"/>
              <a:buChar char="•"/>
            </a:pPr>
            <a:endParaRPr lang="en-US" sz="2800" dirty="0">
              <a:solidFill>
                <a:schemeClr val="tx1"/>
              </a:solidFill>
            </a:endParaRPr>
          </a:p>
          <a:p>
            <a:endParaRPr lang="en-US" sz="2800" dirty="0">
              <a:solidFill>
                <a:schemeClr val="tx1"/>
              </a:solidFill>
            </a:endParaRPr>
          </a:p>
        </p:txBody>
      </p:sp>
    </p:spTree>
    <p:extLst>
      <p:ext uri="{BB962C8B-B14F-4D97-AF65-F5344CB8AC3E}">
        <p14:creationId xmlns:p14="http://schemas.microsoft.com/office/powerpoint/2010/main" val="14391157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9809E-6BA6-DC0C-15A8-570B1B65A4B1}"/>
              </a:ext>
            </a:extLst>
          </p:cNvPr>
          <p:cNvSpPr>
            <a:spLocks noGrp="1"/>
          </p:cNvSpPr>
          <p:nvPr>
            <p:ph type="title"/>
          </p:nvPr>
        </p:nvSpPr>
        <p:spPr/>
        <p:txBody>
          <a:bodyPr/>
          <a:lstStyle/>
          <a:p>
            <a:r>
              <a:rPr lang="en-US" dirty="0"/>
              <a:t>How to estimate the distributions?</a:t>
            </a:r>
          </a:p>
        </p:txBody>
      </p:sp>
      <mc:AlternateContent xmlns:mc="http://schemas.openxmlformats.org/markup-compatibility/2006">
        <mc:Choice xmlns:p14="http://schemas.microsoft.com/office/powerpoint/2010/main" Requires="p14">
          <p:contentPart p14:bwMode="auto" r:id="rId2">
            <p14:nvContentPartPr>
              <p14:cNvPr id="6" name="Ink 5">
                <a:extLst>
                  <a:ext uri="{FF2B5EF4-FFF2-40B4-BE49-F238E27FC236}">
                    <a16:creationId xmlns:a16="http://schemas.microsoft.com/office/drawing/2014/main" id="{45663A7F-B0E9-3EFD-104B-10AD759B129C}"/>
                  </a:ext>
                </a:extLst>
              </p14:cNvPr>
              <p14:cNvContentPartPr/>
              <p14:nvPr/>
            </p14:nvContentPartPr>
            <p14:xfrm>
              <a:off x="338760" y="1065240"/>
              <a:ext cx="11535120" cy="5429160"/>
            </p14:xfrm>
          </p:contentPart>
        </mc:Choice>
        <mc:Fallback>
          <p:pic>
            <p:nvPicPr>
              <p:cNvPr id="6" name="Ink 5">
                <a:extLst>
                  <a:ext uri="{FF2B5EF4-FFF2-40B4-BE49-F238E27FC236}">
                    <a16:creationId xmlns:a16="http://schemas.microsoft.com/office/drawing/2014/main" id="{45663A7F-B0E9-3EFD-104B-10AD759B129C}"/>
                  </a:ext>
                </a:extLst>
              </p:cNvPr>
              <p:cNvPicPr/>
              <p:nvPr/>
            </p:nvPicPr>
            <p:blipFill>
              <a:blip r:embed="rId3"/>
              <a:stretch>
                <a:fillRect/>
              </a:stretch>
            </p:blipFill>
            <p:spPr>
              <a:xfrm>
                <a:off x="322560" y="1049040"/>
                <a:ext cx="11567520" cy="5461560"/>
              </a:xfrm>
              <a:prstGeom prst="rect">
                <a:avLst/>
              </a:prstGeom>
            </p:spPr>
          </p:pic>
        </mc:Fallback>
      </mc:AlternateContent>
    </p:spTree>
    <p:extLst>
      <p:ext uri="{BB962C8B-B14F-4D97-AF65-F5344CB8AC3E}">
        <p14:creationId xmlns:p14="http://schemas.microsoft.com/office/powerpoint/2010/main" val="598281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66912-B087-1261-3577-E228F78D3E7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378F2321-7DE6-9520-6E2D-D2F82C644EC6}"/>
              </a:ext>
            </a:extLst>
          </p:cNvPr>
          <p:cNvSpPr>
            <a:spLocks noGrp="1"/>
          </p:cNvSpPr>
          <p:nvPr>
            <p:ph type="body" sz="quarter" idx="10"/>
          </p:nvPr>
        </p:nvSpPr>
        <p:spPr/>
        <p:txBody>
          <a:bodyPr/>
          <a:lstStyle/>
          <a:p>
            <a:endParaRPr lang="en-US"/>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E802287C-981B-A3D1-413B-8ECE49099AB6}"/>
                  </a:ext>
                </a:extLst>
              </p14:cNvPr>
              <p14:cNvContentPartPr/>
              <p14:nvPr/>
            </p14:nvContentPartPr>
            <p14:xfrm>
              <a:off x="281880" y="923040"/>
              <a:ext cx="11680200" cy="4002840"/>
            </p14:xfrm>
          </p:contentPart>
        </mc:Choice>
        <mc:Fallback>
          <p:pic>
            <p:nvPicPr>
              <p:cNvPr id="4" name="Ink 3">
                <a:extLst>
                  <a:ext uri="{FF2B5EF4-FFF2-40B4-BE49-F238E27FC236}">
                    <a16:creationId xmlns:a16="http://schemas.microsoft.com/office/drawing/2014/main" id="{E802287C-981B-A3D1-413B-8ECE49099AB6}"/>
                  </a:ext>
                </a:extLst>
              </p:cNvPr>
              <p:cNvPicPr/>
              <p:nvPr/>
            </p:nvPicPr>
            <p:blipFill>
              <a:blip r:embed="rId3"/>
              <a:stretch>
                <a:fillRect/>
              </a:stretch>
            </p:blipFill>
            <p:spPr>
              <a:xfrm>
                <a:off x="265680" y="906840"/>
                <a:ext cx="11712600" cy="4035240"/>
              </a:xfrm>
              <a:prstGeom prst="rect">
                <a:avLst/>
              </a:prstGeom>
            </p:spPr>
          </p:pic>
        </mc:Fallback>
      </mc:AlternateContent>
    </p:spTree>
    <p:extLst>
      <p:ext uri="{BB962C8B-B14F-4D97-AF65-F5344CB8AC3E}">
        <p14:creationId xmlns:p14="http://schemas.microsoft.com/office/powerpoint/2010/main" val="41406079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DA485-7CA8-7E5C-059A-E942FC38361E}"/>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BCA08504-BFC2-D7B0-EB1C-921BF38F366C}"/>
              </a:ext>
            </a:extLst>
          </p:cNvPr>
          <p:cNvSpPr>
            <a:spLocks noGrp="1"/>
          </p:cNvSpPr>
          <p:nvPr>
            <p:ph type="body" sz="quarter" idx="10"/>
          </p:nvPr>
        </p:nvSpPr>
        <p:spPr/>
        <p:txBody>
          <a:bodyPr/>
          <a:lstStyle/>
          <a:p>
            <a:endParaRPr lang="en-US"/>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AA0402DD-29BC-8870-1327-CBB9503CDF03}"/>
                  </a:ext>
                </a:extLst>
              </p14:cNvPr>
              <p14:cNvContentPartPr/>
              <p14:nvPr/>
            </p14:nvContentPartPr>
            <p14:xfrm>
              <a:off x="492840" y="692280"/>
              <a:ext cx="10800000" cy="3010320"/>
            </p14:xfrm>
          </p:contentPart>
        </mc:Choice>
        <mc:Fallback>
          <p:pic>
            <p:nvPicPr>
              <p:cNvPr id="4" name="Ink 3">
                <a:extLst>
                  <a:ext uri="{FF2B5EF4-FFF2-40B4-BE49-F238E27FC236}">
                    <a16:creationId xmlns:a16="http://schemas.microsoft.com/office/drawing/2014/main" id="{AA0402DD-29BC-8870-1327-CBB9503CDF03}"/>
                  </a:ext>
                </a:extLst>
              </p:cNvPr>
              <p:cNvPicPr/>
              <p:nvPr/>
            </p:nvPicPr>
            <p:blipFill>
              <a:blip r:embed="rId3"/>
              <a:stretch>
                <a:fillRect/>
              </a:stretch>
            </p:blipFill>
            <p:spPr>
              <a:xfrm>
                <a:off x="476640" y="676080"/>
                <a:ext cx="10832400" cy="3042720"/>
              </a:xfrm>
              <a:prstGeom prst="rect">
                <a:avLst/>
              </a:prstGeom>
            </p:spPr>
          </p:pic>
        </mc:Fallback>
      </mc:AlternateContent>
    </p:spTree>
    <p:extLst>
      <p:ext uri="{BB962C8B-B14F-4D97-AF65-F5344CB8AC3E}">
        <p14:creationId xmlns:p14="http://schemas.microsoft.com/office/powerpoint/2010/main" val="4168382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DF6B59-32A9-BBE0-98B9-74B5269B6CED}"/>
              </a:ext>
            </a:extLst>
          </p:cNvPr>
          <p:cNvSpPr>
            <a:spLocks noGrp="1"/>
          </p:cNvSpPr>
          <p:nvPr>
            <p:ph type="title"/>
          </p:nvPr>
        </p:nvSpPr>
        <p:spPr/>
        <p:txBody>
          <a:bodyPr/>
          <a:lstStyle/>
          <a:p>
            <a:r>
              <a:rPr lang="en-US" dirty="0"/>
              <a:t>Performing the calculations</a:t>
            </a:r>
          </a:p>
        </p:txBody>
      </p:sp>
      <p:sp>
        <p:nvSpPr>
          <p:cNvPr id="3" name="Text Placeholder 2">
            <a:extLst>
              <a:ext uri="{FF2B5EF4-FFF2-40B4-BE49-F238E27FC236}">
                <a16:creationId xmlns:a16="http://schemas.microsoft.com/office/drawing/2014/main" id="{7A767377-276D-4E8C-238E-A96E58E9E499}"/>
              </a:ext>
            </a:extLst>
          </p:cNvPr>
          <p:cNvSpPr>
            <a:spLocks noGrp="1"/>
          </p:cNvSpPr>
          <p:nvPr>
            <p:ph type="body" sz="quarter" idx="10"/>
          </p:nvPr>
        </p:nvSpPr>
        <p:spPr/>
        <p:txBody>
          <a:bodyPr>
            <a:normAutofit/>
          </a:bodyPr>
          <a:lstStyle/>
          <a:p>
            <a:pPr marL="342900" indent="-342900">
              <a:buFont typeface="Arial" panose="020B0604020202020204" pitchFamily="34" charset="0"/>
              <a:buChar char="•"/>
            </a:pPr>
            <a:r>
              <a:rPr lang="en-US" sz="2400" dirty="0">
                <a:solidFill>
                  <a:schemeClr val="tx1"/>
                </a:solidFill>
              </a:rPr>
              <a:t>Use whatever method you like – but MCMC likely to be most efficient</a:t>
            </a:r>
          </a:p>
          <a:p>
            <a:pPr marL="342900" indent="-342900">
              <a:buFont typeface="Arial" panose="020B0604020202020204" pitchFamily="34" charset="0"/>
              <a:buChar char="•"/>
            </a:pPr>
            <a:r>
              <a:rPr lang="en-US" sz="2400" dirty="0">
                <a:solidFill>
                  <a:schemeClr val="tx1"/>
                </a:solidFill>
              </a:rPr>
              <a:t>Be prepared to WAIT for results</a:t>
            </a:r>
          </a:p>
          <a:p>
            <a:pPr marL="342900" indent="-342900">
              <a:buFont typeface="Arial" panose="020B0604020202020204" pitchFamily="34" charset="0"/>
              <a:buChar char="•"/>
            </a:pPr>
            <a:r>
              <a:rPr lang="en-US" sz="2400" dirty="0">
                <a:solidFill>
                  <a:schemeClr val="tx1"/>
                </a:solidFill>
              </a:rPr>
              <a:t>Always do a “sanity check” of your results – at least recalculate some of the inputs</a:t>
            </a:r>
          </a:p>
          <a:p>
            <a:pPr marL="342900" indent="-342900">
              <a:buFont typeface="Arial" panose="020B0604020202020204" pitchFamily="34" charset="0"/>
              <a:buChar char="•"/>
            </a:pPr>
            <a:r>
              <a:rPr lang="en-US" sz="2400" dirty="0">
                <a:solidFill>
                  <a:schemeClr val="tx1"/>
                </a:solidFill>
              </a:rPr>
              <a:t>Strong suggestion: build a “mock-up” first that has smaller scale (</a:t>
            </a:r>
            <a:r>
              <a:rPr lang="en-US" sz="2400" dirty="0" err="1">
                <a:solidFill>
                  <a:schemeClr val="tx1"/>
                </a:solidFill>
              </a:rPr>
              <a:t>ie</a:t>
            </a:r>
            <a:r>
              <a:rPr lang="en-US" sz="2400" dirty="0">
                <a:solidFill>
                  <a:schemeClr val="tx1"/>
                </a:solidFill>
              </a:rPr>
              <a:t> fewer nodes) and that you can do analytical calculations on to check results</a:t>
            </a:r>
          </a:p>
          <a:p>
            <a:pPr marL="342900" indent="-342900">
              <a:buFont typeface="Arial" panose="020B0604020202020204" pitchFamily="34" charset="0"/>
              <a:buChar char="•"/>
            </a:pPr>
            <a:r>
              <a:rPr lang="en-US" sz="2400" dirty="0">
                <a:solidFill>
                  <a:schemeClr val="tx1"/>
                </a:solidFill>
              </a:rPr>
              <a:t>Main source of error is likely to be in the calculations you perform on the trace rather than in the generation of the trace itself.</a:t>
            </a:r>
          </a:p>
        </p:txBody>
      </p:sp>
    </p:spTree>
    <p:extLst>
      <p:ext uri="{BB962C8B-B14F-4D97-AF65-F5344CB8AC3E}">
        <p14:creationId xmlns:p14="http://schemas.microsoft.com/office/powerpoint/2010/main" val="2990022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75000">
              <a:schemeClr val="accent1">
                <a:lumMod val="5000"/>
                <a:lumOff val="95000"/>
              </a:schemeClr>
            </a:gs>
            <a:gs pos="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a:extLst>
            <a:ext uri="{FF2B5EF4-FFF2-40B4-BE49-F238E27FC236}">
              <a16:creationId xmlns:a16="http://schemas.microsoft.com/office/drawing/2014/main" id="{C4B47B28-85EA-FCEE-3980-A5C8791A7732}"/>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79A9A396-C23E-90E5-B94D-2D760E2F4A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49"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FBD1313A-D7E5-5B71-21CD-A38B37FBF9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0"/>
            <a:ext cx="7390263"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useBgFill="1">
        <p:nvSpPr>
          <p:cNvPr id="57" name="Rectangle 56">
            <a:extLst>
              <a:ext uri="{FF2B5EF4-FFF2-40B4-BE49-F238E27FC236}">
                <a16:creationId xmlns:a16="http://schemas.microsoft.com/office/drawing/2014/main" id="{1F34CF14-F437-BAAB-9EF5-80630C222A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58" name="Content Placeholder 4" descr="A close-up of a sphere&#10;&#10;AI-generated content may be incorrect.">
            <a:extLst>
              <a:ext uri="{FF2B5EF4-FFF2-40B4-BE49-F238E27FC236}">
                <a16:creationId xmlns:a16="http://schemas.microsoft.com/office/drawing/2014/main" id="{35EBA72E-CC02-77EC-5020-68687AB16843}"/>
              </a:ext>
            </a:extLst>
          </p:cNvPr>
          <p:cNvPicPr>
            <a:picLocks noChangeAspect="1"/>
          </p:cNvPicPr>
          <p:nvPr/>
        </p:nvPicPr>
        <p:blipFill>
          <a:blip r:embed="rId2">
            <a:extLst>
              <a:ext uri="{28A0092B-C50C-407E-A947-70E740481C1C}">
                <a14:useLocalDpi xmlns:a14="http://schemas.microsoft.com/office/drawing/2010/main" val="0"/>
              </a:ext>
            </a:extLst>
          </a:blip>
          <a:srcRect t="5436"/>
          <a:stretch>
            <a:fillRect/>
          </a:stretch>
        </p:blipFill>
        <p:spPr>
          <a:xfrm>
            <a:off x="2522356" y="10"/>
            <a:ext cx="9669642" cy="6857990"/>
          </a:xfrm>
          <a:prstGeom prst="rect">
            <a:avLst/>
          </a:prstGeom>
          <a:gradFill>
            <a:gsLst>
              <a:gs pos="48000">
                <a:schemeClr val="bg2"/>
              </a:gs>
              <a:gs pos="35000">
                <a:schemeClr val="bg2"/>
              </a:gs>
              <a:gs pos="19000">
                <a:schemeClr val="bg1">
                  <a:alpha val="38000"/>
                </a:schemeClr>
              </a:gs>
              <a:gs pos="0">
                <a:schemeClr val="bg1">
                  <a:alpha val="0"/>
                </a:schemeClr>
              </a:gs>
              <a:gs pos="100000">
                <a:schemeClr val="bg2"/>
              </a:gs>
            </a:gsLst>
            <a:lin ang="10800000" scaled="0"/>
          </a:gradFill>
        </p:spPr>
      </p:pic>
      <p:sp>
        <p:nvSpPr>
          <p:cNvPr id="59" name="Rectangle 58">
            <a:extLst>
              <a:ext uri="{FF2B5EF4-FFF2-40B4-BE49-F238E27FC236}">
                <a16:creationId xmlns:a16="http://schemas.microsoft.com/office/drawing/2014/main" id="{EB276F99-B827-7A56-EC4E-32CACEA3A1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2"/>
              </a:gs>
              <a:gs pos="35000">
                <a:schemeClr val="bg2"/>
              </a:gs>
              <a:gs pos="19000">
                <a:schemeClr val="bg1">
                  <a:alpha val="38000"/>
                </a:schemeClr>
              </a:gs>
              <a:gs pos="0">
                <a:schemeClr val="bg1">
                  <a:alpha val="0"/>
                </a:schemeClr>
              </a:gs>
              <a:gs pos="100000">
                <a:schemeClr val="bg2"/>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0" name="Title 1">
            <a:extLst>
              <a:ext uri="{FF2B5EF4-FFF2-40B4-BE49-F238E27FC236}">
                <a16:creationId xmlns:a16="http://schemas.microsoft.com/office/drawing/2014/main" id="{96FCFBD4-1858-9FAB-CE9C-C0945DDE9D79}"/>
              </a:ext>
            </a:extLst>
          </p:cNvPr>
          <p:cNvSpPr>
            <a:spLocks noGrp="1"/>
          </p:cNvSpPr>
          <p:nvPr>
            <p:ph type="title"/>
          </p:nvPr>
        </p:nvSpPr>
        <p:spPr>
          <a:xfrm>
            <a:off x="174172" y="238614"/>
            <a:ext cx="10159999" cy="464148"/>
          </a:xfrm>
        </p:spPr>
        <p:txBody>
          <a:bodyPr vert="horz" lIns="91440" tIns="45720" rIns="91440" bIns="45720" rtlCol="0" anchor="ctr">
            <a:normAutofit/>
          </a:bodyPr>
          <a:lstStyle/>
          <a:p>
            <a:pPr>
              <a:spcAft>
                <a:spcPts val="1200"/>
              </a:spcAft>
            </a:pPr>
            <a:r>
              <a:rPr lang="en-US" sz="1800" dirty="0">
                <a:solidFill>
                  <a:schemeClr val="tx1">
                    <a:lumMod val="75000"/>
                    <a:lumOff val="25000"/>
                  </a:schemeClr>
                </a:solidFill>
                <a:latin typeface="Century Gothic" panose="020B0502020202020204" pitchFamily="34" charset="0"/>
              </a:rPr>
              <a:t>3</a:t>
            </a:r>
            <a:r>
              <a:rPr lang="en-US" sz="1800" baseline="30000" dirty="0">
                <a:solidFill>
                  <a:schemeClr val="tx1">
                    <a:lumMod val="75000"/>
                    <a:lumOff val="25000"/>
                  </a:schemeClr>
                </a:solidFill>
                <a:latin typeface="Century Gothic" panose="020B0502020202020204" pitchFamily="34" charset="0"/>
              </a:rPr>
              <a:t>rd</a:t>
            </a:r>
            <a:r>
              <a:rPr lang="en-US" sz="1800" dirty="0">
                <a:solidFill>
                  <a:schemeClr val="tx1">
                    <a:lumMod val="75000"/>
                    <a:lumOff val="25000"/>
                  </a:schemeClr>
                </a:solidFill>
                <a:latin typeface="Century Gothic" panose="020B0502020202020204" pitchFamily="34" charset="0"/>
              </a:rPr>
              <a:t> Annual Vision and Language Symposium</a:t>
            </a:r>
            <a:endParaRPr lang="en-US" sz="3200" dirty="0">
              <a:solidFill>
                <a:schemeClr val="tx1">
                  <a:lumMod val="75000"/>
                  <a:lumOff val="25000"/>
                </a:schemeClr>
              </a:solidFill>
              <a:latin typeface="Century Gothic" panose="020B0502020202020204" pitchFamily="34" charset="0"/>
            </a:endParaRPr>
          </a:p>
        </p:txBody>
      </p:sp>
      <p:sp>
        <p:nvSpPr>
          <p:cNvPr id="61" name="TextBox 60">
            <a:extLst>
              <a:ext uri="{FF2B5EF4-FFF2-40B4-BE49-F238E27FC236}">
                <a16:creationId xmlns:a16="http://schemas.microsoft.com/office/drawing/2014/main" id="{1A13ECD7-9F83-6C80-3585-A76E20324140}"/>
              </a:ext>
            </a:extLst>
          </p:cNvPr>
          <p:cNvSpPr txBox="1"/>
          <p:nvPr/>
        </p:nvSpPr>
        <p:spPr>
          <a:xfrm>
            <a:off x="838200" y="2434201"/>
            <a:ext cx="3822189" cy="3742762"/>
          </a:xfrm>
          <a:prstGeom prst="rect">
            <a:avLst/>
          </a:prstGeom>
        </p:spPr>
        <p:txBody>
          <a:bodyPr vert="horz" lIns="91440" tIns="45720" rIns="91440" bIns="45720" rtlCol="0">
            <a:normAutofit/>
          </a:bodyPr>
          <a:lstStyle/>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62" name="Picture 61" descr="A red letters on a black background&#10;&#10;AI-generated content may be incorrect.">
            <a:extLst>
              <a:ext uri="{FF2B5EF4-FFF2-40B4-BE49-F238E27FC236}">
                <a16:creationId xmlns:a16="http://schemas.microsoft.com/office/drawing/2014/main" id="{BEE3E575-C3B7-87F1-482D-9E39F4F0A8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 y="6155238"/>
            <a:ext cx="3652557" cy="674089"/>
          </a:xfrm>
          <a:prstGeom prst="rect">
            <a:avLst/>
          </a:prstGeom>
        </p:spPr>
      </p:pic>
      <p:sp>
        <p:nvSpPr>
          <p:cNvPr id="63" name="Title 1">
            <a:extLst>
              <a:ext uri="{FF2B5EF4-FFF2-40B4-BE49-F238E27FC236}">
                <a16:creationId xmlns:a16="http://schemas.microsoft.com/office/drawing/2014/main" id="{8F72DA07-4547-AC50-9B17-31CC8EB208E6}"/>
              </a:ext>
            </a:extLst>
          </p:cNvPr>
          <p:cNvSpPr txBox="1">
            <a:spLocks/>
          </p:cNvSpPr>
          <p:nvPr/>
        </p:nvSpPr>
        <p:spPr>
          <a:xfrm>
            <a:off x="9728873" y="5305454"/>
            <a:ext cx="2329542" cy="72658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120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entury Gothic" panose="020B0502020202020204" pitchFamily="34" charset="0"/>
                <a:ea typeface="+mj-ea"/>
                <a:cs typeface="+mj-cs"/>
              </a:rPr>
              <a:t>Sponsored by:</a:t>
            </a:r>
            <a:endParaRPr kumimoji="0" lang="en-US" sz="4000" b="0" i="0" u="none" strike="noStrike" kern="1200" cap="none" spc="0" normalizeH="0" baseline="0" noProof="0" dirty="0">
              <a:ln>
                <a:noFill/>
              </a:ln>
              <a:solidFill>
                <a:prstClr val="black"/>
              </a:solidFill>
              <a:effectLst/>
              <a:uLnTx/>
              <a:uFillTx/>
              <a:latin typeface="Century Gothic" panose="020B0502020202020204" pitchFamily="34" charset="0"/>
              <a:ea typeface="+mj-ea"/>
              <a:cs typeface="+mj-cs"/>
            </a:endParaRPr>
          </a:p>
        </p:txBody>
      </p:sp>
      <p:grpSp>
        <p:nvGrpSpPr>
          <p:cNvPr id="64" name="Group 63">
            <a:extLst>
              <a:ext uri="{FF2B5EF4-FFF2-40B4-BE49-F238E27FC236}">
                <a16:creationId xmlns:a16="http://schemas.microsoft.com/office/drawing/2014/main" id="{29767454-7188-AA4D-06B6-4E16399FDF75}"/>
              </a:ext>
            </a:extLst>
          </p:cNvPr>
          <p:cNvGrpSpPr/>
          <p:nvPr/>
        </p:nvGrpSpPr>
        <p:grpSpPr>
          <a:xfrm>
            <a:off x="9669644" y="5866540"/>
            <a:ext cx="2448000" cy="900000"/>
            <a:chOff x="9629057" y="504025"/>
            <a:chExt cx="2448000" cy="900000"/>
          </a:xfrm>
        </p:grpSpPr>
        <p:sp>
          <p:nvSpPr>
            <p:cNvPr id="65" name="Rectangle 64">
              <a:extLst>
                <a:ext uri="{FF2B5EF4-FFF2-40B4-BE49-F238E27FC236}">
                  <a16:creationId xmlns:a16="http://schemas.microsoft.com/office/drawing/2014/main" id="{66756812-D600-C830-D63A-328992A3768F}"/>
                </a:ext>
              </a:extLst>
            </p:cNvPr>
            <p:cNvSpPr/>
            <p:nvPr/>
          </p:nvSpPr>
          <p:spPr>
            <a:xfrm>
              <a:off x="9629057" y="504025"/>
              <a:ext cx="2448000" cy="90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66" name="Picture 65" descr="A blue and white logo&#10;&#10;AI-generated content may be incorrect.">
              <a:extLst>
                <a:ext uri="{FF2B5EF4-FFF2-40B4-BE49-F238E27FC236}">
                  <a16:creationId xmlns:a16="http://schemas.microsoft.com/office/drawing/2014/main" id="{F990E6B8-2691-A12E-0D25-883FD5C5CB6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8435" y="659040"/>
              <a:ext cx="2049244" cy="589971"/>
            </a:xfrm>
            <a:prstGeom prst="rect">
              <a:avLst/>
            </a:prstGeom>
          </p:spPr>
        </p:pic>
      </p:grpSp>
      <p:sp>
        <p:nvSpPr>
          <p:cNvPr id="67" name="Title 1">
            <a:extLst>
              <a:ext uri="{FF2B5EF4-FFF2-40B4-BE49-F238E27FC236}">
                <a16:creationId xmlns:a16="http://schemas.microsoft.com/office/drawing/2014/main" id="{D6345469-927A-F3A8-4453-2E34ABFA95D8}"/>
              </a:ext>
            </a:extLst>
          </p:cNvPr>
          <p:cNvSpPr txBox="1">
            <a:spLocks/>
          </p:cNvSpPr>
          <p:nvPr/>
        </p:nvSpPr>
        <p:spPr>
          <a:xfrm>
            <a:off x="-4" y="4818742"/>
            <a:ext cx="4486218" cy="15522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ct val="0"/>
              </a:spcBef>
              <a:spcAft>
                <a:spcPts val="600"/>
              </a:spcAft>
              <a:buClrTx/>
              <a:buSzTx/>
              <a:buFontTx/>
              <a:buNone/>
              <a:tabLst/>
              <a:defRPr/>
            </a:pPr>
            <a:r>
              <a:rPr kumimoji="0" lang="en-US" sz="20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j-ea"/>
                <a:cs typeface="+mj-cs"/>
              </a:rPr>
              <a:t>16</a:t>
            </a:r>
            <a:r>
              <a:rPr kumimoji="0" lang="en-US" sz="2000" b="0" i="0" u="none" strike="noStrike" kern="1200" cap="none" spc="0" normalizeH="0" baseline="30000" noProof="0" dirty="0">
                <a:ln>
                  <a:noFill/>
                </a:ln>
                <a:solidFill>
                  <a:prstClr val="black">
                    <a:lumMod val="75000"/>
                    <a:lumOff val="25000"/>
                  </a:prstClr>
                </a:solidFill>
                <a:effectLst/>
                <a:uLnTx/>
                <a:uFillTx/>
                <a:latin typeface="Century Gothic" panose="020B0502020202020204" pitchFamily="34" charset="0"/>
                <a:ea typeface="+mj-ea"/>
                <a:cs typeface="+mj-cs"/>
              </a:rPr>
              <a:t>th</a:t>
            </a:r>
            <a:r>
              <a:rPr kumimoji="0" lang="en-US" sz="20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j-ea"/>
                <a:cs typeface="+mj-cs"/>
              </a:rPr>
              <a:t> December 2025</a:t>
            </a:r>
          </a:p>
          <a:p>
            <a:pPr marL="0" marR="0" lvl="0" indent="0" algn="l" defTabSz="914400" rtl="0" eaLnBrk="1" fontAlgn="auto" latinLnBrk="0" hangingPunct="1">
              <a:lnSpc>
                <a:spcPct val="100000"/>
              </a:lnSpc>
              <a:spcBef>
                <a:spcPct val="0"/>
              </a:spcBef>
              <a:spcAft>
                <a:spcPts val="600"/>
              </a:spcAft>
              <a:buClrTx/>
              <a:buSzTx/>
              <a:buFontTx/>
              <a:buNone/>
              <a:tabLst/>
              <a:defRPr/>
            </a:pPr>
            <a:r>
              <a:rPr kumimoji="0" lang="en-US" sz="20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j-ea"/>
                <a:cs typeface="+mj-cs"/>
              </a:rPr>
              <a:t>Computer Science Building, QUB</a:t>
            </a:r>
          </a:p>
          <a:p>
            <a:pPr marL="0" marR="0" lvl="0" indent="0" algn="l" defTabSz="914400" rtl="0" eaLnBrk="1" fontAlgn="auto" latinLnBrk="0" hangingPunct="1">
              <a:lnSpc>
                <a:spcPct val="100000"/>
              </a:lnSpc>
              <a:spcBef>
                <a:spcPct val="0"/>
              </a:spcBef>
              <a:spcAft>
                <a:spcPts val="600"/>
              </a:spcAft>
              <a:buClrTx/>
              <a:buSzTx/>
              <a:buFontTx/>
              <a:buNone/>
              <a:tabLst/>
              <a:defRPr/>
            </a:pPr>
            <a:r>
              <a:rPr kumimoji="0" lang="en-US" sz="20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j-ea"/>
                <a:cs typeface="+mj-cs"/>
              </a:rPr>
              <a:t>09:30 -17:00</a:t>
            </a:r>
            <a:endParaRPr kumimoji="0" lang="en-US" sz="36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j-ea"/>
              <a:cs typeface="+mj-cs"/>
            </a:endParaRPr>
          </a:p>
        </p:txBody>
      </p:sp>
      <p:sp>
        <p:nvSpPr>
          <p:cNvPr id="68" name="TextBox 67">
            <a:extLst>
              <a:ext uri="{FF2B5EF4-FFF2-40B4-BE49-F238E27FC236}">
                <a16:creationId xmlns:a16="http://schemas.microsoft.com/office/drawing/2014/main" id="{009AA51B-CCDE-3D29-E139-D3AFAEAEF5B6}"/>
              </a:ext>
            </a:extLst>
          </p:cNvPr>
          <p:cNvSpPr txBox="1"/>
          <p:nvPr/>
        </p:nvSpPr>
        <p:spPr>
          <a:xfrm>
            <a:off x="5509416" y="202364"/>
            <a:ext cx="6705602" cy="144655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n-ea"/>
                <a:cs typeface="+mn-cs"/>
              </a:rPr>
              <a:t>One World, </a:t>
            </a:r>
            <a:br>
              <a:rPr kumimoji="0" lang="en-US" sz="44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n-ea"/>
                <a:cs typeface="+mn-cs"/>
              </a:rPr>
            </a:br>
            <a:r>
              <a:rPr kumimoji="0" lang="en-US" sz="4400" b="0" i="0" u="none" strike="noStrike" kern="1200" cap="none" spc="0" normalizeH="0" baseline="0" noProof="0" dirty="0">
                <a:ln>
                  <a:noFill/>
                </a:ln>
                <a:solidFill>
                  <a:prstClr val="black">
                    <a:lumMod val="75000"/>
                    <a:lumOff val="25000"/>
                  </a:prstClr>
                </a:solidFill>
                <a:effectLst/>
                <a:uLnTx/>
                <a:uFillTx/>
                <a:latin typeface="Century Gothic" panose="020B0502020202020204" pitchFamily="34" charset="0"/>
                <a:ea typeface="+mn-ea"/>
                <a:cs typeface="+mn-cs"/>
              </a:rPr>
              <a:t>Many Modalities </a:t>
            </a:r>
            <a:endParaRPr kumimoji="0" lang="en-GB" sz="4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69" name="Picture 68">
            <a:extLst>
              <a:ext uri="{FF2B5EF4-FFF2-40B4-BE49-F238E27FC236}">
                <a16:creationId xmlns:a16="http://schemas.microsoft.com/office/drawing/2014/main" id="{BE450572-212B-276D-AD08-65B012585014}"/>
              </a:ext>
            </a:extLst>
          </p:cNvPr>
          <p:cNvPicPr>
            <a:picLocks noChangeAspect="1"/>
          </p:cNvPicPr>
          <p:nvPr/>
        </p:nvPicPr>
        <p:blipFill>
          <a:blip r:embed="rId5"/>
          <a:stretch>
            <a:fillRect/>
          </a:stretch>
        </p:blipFill>
        <p:spPr>
          <a:xfrm>
            <a:off x="6155960" y="2650227"/>
            <a:ext cx="1961087" cy="1961087"/>
          </a:xfrm>
          <a:prstGeom prst="rect">
            <a:avLst/>
          </a:prstGeom>
          <a:effectLst>
            <a:softEdge rad="63500"/>
          </a:effectLst>
        </p:spPr>
      </p:pic>
      <p:sp>
        <p:nvSpPr>
          <p:cNvPr id="70" name="Title 1">
            <a:extLst>
              <a:ext uri="{FF2B5EF4-FFF2-40B4-BE49-F238E27FC236}">
                <a16:creationId xmlns:a16="http://schemas.microsoft.com/office/drawing/2014/main" id="{C896F83B-F48A-B382-5780-562E0F0C4E9F}"/>
              </a:ext>
            </a:extLst>
          </p:cNvPr>
          <p:cNvSpPr txBox="1">
            <a:spLocks/>
          </p:cNvSpPr>
          <p:nvPr/>
        </p:nvSpPr>
        <p:spPr>
          <a:xfrm>
            <a:off x="5921467" y="2086267"/>
            <a:ext cx="2199016" cy="856732"/>
          </a:xfrm>
          <a:prstGeom prst="rect">
            <a:avLst/>
          </a:prstGeom>
        </p:spPr>
        <p:txBody>
          <a:bodyPr vert="horz" lIns="142557" tIns="71279" rIns="142557" bIns="71279"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spcAft>
                <a:spcPts val="1871"/>
              </a:spcAft>
            </a:pPr>
            <a:r>
              <a:rPr lang="en-GB" sz="1800" dirty="0">
                <a:solidFill>
                  <a:schemeClr val="tx1">
                    <a:lumMod val="75000"/>
                    <a:lumOff val="25000"/>
                  </a:schemeClr>
                </a:solidFill>
                <a:latin typeface="Century Gothic" panose="020B0502020202020204" pitchFamily="34" charset="0"/>
              </a:rPr>
              <a:t>Free registration:</a:t>
            </a:r>
            <a:endParaRPr lang="en-US" sz="1800" dirty="0">
              <a:solidFill>
                <a:schemeClr val="tx1">
                  <a:lumMod val="75000"/>
                  <a:lumOff val="25000"/>
                </a:schemeClr>
              </a:solidFill>
              <a:latin typeface="Century Gothic" panose="020B0502020202020204" pitchFamily="34" charset="0"/>
            </a:endParaRPr>
          </a:p>
        </p:txBody>
      </p:sp>
      <p:pic>
        <p:nvPicPr>
          <p:cNvPr id="71" name="Picture 2" descr="Profile picture of Haiping Lu">
            <a:extLst>
              <a:ext uri="{FF2B5EF4-FFF2-40B4-BE49-F238E27FC236}">
                <a16:creationId xmlns:a16="http://schemas.microsoft.com/office/drawing/2014/main" id="{E834B1E4-C59F-AC01-B47A-0BF2FA48A3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66" y="1251359"/>
            <a:ext cx="1053200" cy="1053200"/>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441D98E-7E84-91CB-2AC0-9CA1CDFAF749}"/>
              </a:ext>
            </a:extLst>
          </p:cNvPr>
          <p:cNvSpPr txBox="1"/>
          <p:nvPr/>
        </p:nvSpPr>
        <p:spPr>
          <a:xfrm>
            <a:off x="1076858" y="1251359"/>
            <a:ext cx="4432558" cy="1107996"/>
          </a:xfrm>
          <a:prstGeom prst="rect">
            <a:avLst/>
          </a:prstGeom>
          <a:noFill/>
        </p:spPr>
        <p:txBody>
          <a:bodyPr wrap="square">
            <a:spAutoFit/>
          </a:bodyPr>
          <a:lstStyle/>
          <a:p>
            <a:pPr>
              <a:spcAft>
                <a:spcPts val="1200"/>
              </a:spcAft>
            </a:pPr>
            <a:r>
              <a:rPr lang="en-US" sz="2000" b="1" dirty="0">
                <a:solidFill>
                  <a:schemeClr val="tx1">
                    <a:lumMod val="75000"/>
                    <a:lumOff val="25000"/>
                  </a:schemeClr>
                </a:solidFill>
                <a:latin typeface="Century Gothic" panose="020B0502020202020204" pitchFamily="34" charset="0"/>
              </a:rPr>
              <a:t>Keynote: Prof Haiping Lu</a:t>
            </a:r>
          </a:p>
          <a:p>
            <a:pPr>
              <a:spcAft>
                <a:spcPts val="1200"/>
              </a:spcAft>
            </a:pPr>
            <a:r>
              <a:rPr lang="en-GB" sz="1800" b="1" i="1" dirty="0">
                <a:solidFill>
                  <a:schemeClr val="tx1">
                    <a:lumMod val="75000"/>
                    <a:lumOff val="25000"/>
                  </a:schemeClr>
                </a:solidFill>
                <a:latin typeface="Century Gothic" panose="020B0502020202020204" pitchFamily="34" charset="0"/>
              </a:rPr>
              <a:t>Deployment-Centric Generative and Multimodal AI for Scientific Discovery</a:t>
            </a:r>
            <a:endParaRPr lang="en-US" sz="1800" b="1" i="1" dirty="0">
              <a:solidFill>
                <a:schemeClr val="tx1">
                  <a:lumMod val="75000"/>
                  <a:lumOff val="25000"/>
                </a:schemeClr>
              </a:solidFill>
              <a:latin typeface="Century Gothic" panose="020B0502020202020204" pitchFamily="34" charset="0"/>
            </a:endParaRPr>
          </a:p>
        </p:txBody>
      </p:sp>
      <p:sp>
        <p:nvSpPr>
          <p:cNvPr id="73" name="TextBox 72">
            <a:extLst>
              <a:ext uri="{FF2B5EF4-FFF2-40B4-BE49-F238E27FC236}">
                <a16:creationId xmlns:a16="http://schemas.microsoft.com/office/drawing/2014/main" id="{4B669C23-7B71-F51C-3A09-B1C1269FC935}"/>
              </a:ext>
            </a:extLst>
          </p:cNvPr>
          <p:cNvSpPr txBox="1"/>
          <p:nvPr/>
        </p:nvSpPr>
        <p:spPr>
          <a:xfrm>
            <a:off x="107979" y="2869152"/>
            <a:ext cx="4432558" cy="1810752"/>
          </a:xfrm>
          <a:prstGeom prst="rect">
            <a:avLst/>
          </a:prstGeom>
          <a:noFill/>
        </p:spPr>
        <p:txBody>
          <a:bodyPr wrap="square">
            <a:spAutoFit/>
          </a:bodyPr>
          <a:lstStyle/>
          <a:p>
            <a:pPr marL="223342" indent="-223342">
              <a:spcAft>
                <a:spcPts val="1871"/>
              </a:spcAft>
              <a:buFont typeface="Arial" panose="020B0604020202020204" pitchFamily="34" charset="0"/>
              <a:buChar char="•"/>
            </a:pPr>
            <a:r>
              <a:rPr lang="en-GB" sz="2000" b="1" i="1" u="sng" dirty="0">
                <a:solidFill>
                  <a:schemeClr val="tx1">
                    <a:lumMod val="75000"/>
                    <a:lumOff val="25000"/>
                  </a:schemeClr>
                </a:solidFill>
                <a:latin typeface="Century Gothic" panose="020B0502020202020204" pitchFamily="34" charset="0"/>
              </a:rPr>
              <a:t>Vision &amp; Language for Medicine and Biology</a:t>
            </a:r>
          </a:p>
          <a:p>
            <a:pPr marL="223342" indent="-223342">
              <a:spcAft>
                <a:spcPts val="1871"/>
              </a:spcAft>
              <a:buFont typeface="Arial" panose="020B0604020202020204" pitchFamily="34" charset="0"/>
              <a:buChar char="•"/>
            </a:pPr>
            <a:r>
              <a:rPr lang="en-GB" sz="2000" b="1" i="1" u="sng" dirty="0">
                <a:solidFill>
                  <a:schemeClr val="tx1">
                    <a:lumMod val="75000"/>
                    <a:lumOff val="25000"/>
                  </a:schemeClr>
                </a:solidFill>
                <a:latin typeface="Century Gothic" panose="020B0502020202020204" pitchFamily="34" charset="0"/>
              </a:rPr>
              <a:t>Vision &amp; Language for business</a:t>
            </a:r>
          </a:p>
          <a:p>
            <a:pPr marL="223342" indent="-223342">
              <a:spcAft>
                <a:spcPts val="1871"/>
              </a:spcAft>
              <a:buFont typeface="Arial" panose="020B0604020202020204" pitchFamily="34" charset="0"/>
              <a:buChar char="•"/>
            </a:pPr>
            <a:r>
              <a:rPr lang="en-GB" sz="2000" b="1" i="1" u="sng" dirty="0">
                <a:solidFill>
                  <a:schemeClr val="tx1">
                    <a:lumMod val="75000"/>
                    <a:lumOff val="25000"/>
                  </a:schemeClr>
                </a:solidFill>
                <a:latin typeface="Century Gothic" panose="020B0502020202020204" pitchFamily="34" charset="0"/>
              </a:rPr>
              <a:t>Working with Limited Data</a:t>
            </a:r>
          </a:p>
        </p:txBody>
      </p:sp>
    </p:spTree>
    <p:extLst>
      <p:ext uri="{BB962C8B-B14F-4D97-AF65-F5344CB8AC3E}">
        <p14:creationId xmlns:p14="http://schemas.microsoft.com/office/powerpoint/2010/main" val="3384477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B207FB2-21BF-6127-9B17-699E5610BAC8}"/>
              </a:ext>
            </a:extLst>
          </p:cNvPr>
          <p:cNvSpPr>
            <a:spLocks noGrp="1"/>
          </p:cNvSpPr>
          <p:nvPr>
            <p:ph type="title"/>
          </p:nvPr>
        </p:nvSpPr>
        <p:spPr/>
        <p:txBody>
          <a:bodyPr/>
          <a:lstStyle/>
          <a:p>
            <a:r>
              <a:rPr lang="en-US" dirty="0"/>
              <a:t>Module Evaluation </a:t>
            </a:r>
            <a:r>
              <a:rPr lang="en-US" dirty="0" err="1"/>
              <a:t>Questionaire</a:t>
            </a:r>
            <a:endParaRPr lang="en-US" dirty="0"/>
          </a:p>
        </p:txBody>
      </p:sp>
      <p:pic>
        <p:nvPicPr>
          <p:cNvPr id="7" name="Picture 6">
            <a:extLst>
              <a:ext uri="{FF2B5EF4-FFF2-40B4-BE49-F238E27FC236}">
                <a16:creationId xmlns:a16="http://schemas.microsoft.com/office/drawing/2014/main" id="{5EB0FACD-CD47-6F97-BBD8-2EDF07440384}"/>
              </a:ext>
            </a:extLst>
          </p:cNvPr>
          <p:cNvPicPr>
            <a:picLocks noChangeAspect="1"/>
          </p:cNvPicPr>
          <p:nvPr/>
        </p:nvPicPr>
        <p:blipFill>
          <a:blip r:embed="rId2"/>
          <a:stretch>
            <a:fillRect/>
          </a:stretch>
        </p:blipFill>
        <p:spPr>
          <a:xfrm>
            <a:off x="3405554" y="1225899"/>
            <a:ext cx="5380892" cy="5380892"/>
          </a:xfrm>
          <a:prstGeom prst="rect">
            <a:avLst/>
          </a:prstGeom>
        </p:spPr>
      </p:pic>
    </p:spTree>
    <p:extLst>
      <p:ext uri="{BB962C8B-B14F-4D97-AF65-F5344CB8AC3E}">
        <p14:creationId xmlns:p14="http://schemas.microsoft.com/office/powerpoint/2010/main" val="414893505"/>
      </p:ext>
    </p:extLst>
  </p:cSld>
  <p:clrMapOvr>
    <a:masterClrMapping/>
  </p:clrMapOvr>
</p:sld>
</file>

<file path=ppt/theme/theme1.xml><?xml version="1.0" encoding="utf-8"?>
<a:theme xmlns:a="http://schemas.openxmlformats.org/drawingml/2006/main" name="Office Theme">
  <a:themeElements>
    <a:clrScheme name="Queens University 1">
      <a:dk1>
        <a:srgbClr val="494949"/>
      </a:dk1>
      <a:lt1>
        <a:srgbClr val="9B9B9B"/>
      </a:lt1>
      <a:dk2>
        <a:srgbClr val="2F2F2F"/>
      </a:dk2>
      <a:lt2>
        <a:srgbClr val="FFFFFF"/>
      </a:lt2>
      <a:accent1>
        <a:srgbClr val="00AFAB"/>
      </a:accent1>
      <a:accent2>
        <a:srgbClr val="93D60A"/>
      </a:accent2>
      <a:accent3>
        <a:srgbClr val="D6000D"/>
      </a:accent3>
      <a:accent4>
        <a:srgbClr val="F18903"/>
      </a:accent4>
      <a:accent5>
        <a:srgbClr val="AC004D"/>
      </a:accent5>
      <a:accent6>
        <a:srgbClr val="672E6C"/>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Master_PPT" id="{520EB0CF-6B0E-8A45-BC11-DA0C3C33E0F5}" vid="{AE149573-493F-1C48-9EE6-1B6DC626C8B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19501</TotalTime>
  <Words>646</Words>
  <Application>Microsoft Macintosh PowerPoint</Application>
  <PresentationFormat>Widescreen</PresentationFormat>
  <Paragraphs>87</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Aptos</vt:lpstr>
      <vt:lpstr>Arial</vt:lpstr>
      <vt:lpstr>Calibri</vt:lpstr>
      <vt:lpstr>Calibri Light</vt:lpstr>
      <vt:lpstr>Century Gothic</vt:lpstr>
      <vt:lpstr>Office Theme</vt:lpstr>
      <vt:lpstr>PowerPoint Presentation</vt:lpstr>
      <vt:lpstr>Knowledge Graphs to Bayesian Networks</vt:lpstr>
      <vt:lpstr>How to approach this</vt:lpstr>
      <vt:lpstr>The OREGANO Dataset</vt:lpstr>
      <vt:lpstr>The OREGANO Dataset</vt:lpstr>
      <vt:lpstr>The OREGANO Dataset</vt:lpstr>
      <vt:lpstr>The OREGANO Dataset</vt:lpstr>
      <vt:lpstr>Designing the network</vt:lpstr>
      <vt:lpstr>How to estimate the distributions?</vt:lpstr>
      <vt:lpstr>PowerPoint Presentation</vt:lpstr>
      <vt:lpstr>PowerPoint Presentation</vt:lpstr>
      <vt:lpstr>Performing the calculations</vt:lpstr>
      <vt:lpstr>3rd Annual Vision and Language Symposium</vt:lpstr>
      <vt:lpstr>Module Evaluation Questionaire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MSc Artificial Intelligence</dc:title>
  <dc:creator>Iain Styles (Computer Science)</dc:creator>
  <cp:lastModifiedBy>Iain Styles</cp:lastModifiedBy>
  <cp:revision>5</cp:revision>
  <cp:lastPrinted>2023-11-27T07:54:23Z</cp:lastPrinted>
  <dcterms:created xsi:type="dcterms:W3CDTF">2023-11-22T06:43:35Z</dcterms:created>
  <dcterms:modified xsi:type="dcterms:W3CDTF">2025-11-24T15:05:11Z</dcterms:modified>
</cp:coreProperties>
</file>