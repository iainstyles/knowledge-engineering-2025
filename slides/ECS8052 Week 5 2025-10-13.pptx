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31"/>
  </p:notesMasterIdLst>
  <p:handoutMasterIdLst>
    <p:handoutMasterId r:id="rId32"/>
  </p:handoutMasterIdLst>
  <p:sldIdLst>
    <p:sldId id="373" r:id="rId2"/>
    <p:sldId id="363" r:id="rId3"/>
    <p:sldId id="364" r:id="rId4"/>
    <p:sldId id="365" r:id="rId5"/>
    <p:sldId id="366" r:id="rId6"/>
    <p:sldId id="374" r:id="rId7"/>
    <p:sldId id="368" r:id="rId8"/>
    <p:sldId id="375" r:id="rId9"/>
    <p:sldId id="376" r:id="rId10"/>
    <p:sldId id="377" r:id="rId11"/>
    <p:sldId id="369" r:id="rId12"/>
    <p:sldId id="370" r:id="rId13"/>
    <p:sldId id="339" r:id="rId14"/>
    <p:sldId id="340" r:id="rId15"/>
    <p:sldId id="378" r:id="rId16"/>
    <p:sldId id="372" r:id="rId17"/>
    <p:sldId id="381" r:id="rId18"/>
    <p:sldId id="313" r:id="rId19"/>
    <p:sldId id="379" r:id="rId20"/>
    <p:sldId id="380" r:id="rId21"/>
    <p:sldId id="382" r:id="rId22"/>
    <p:sldId id="384" r:id="rId23"/>
    <p:sldId id="348" r:id="rId24"/>
    <p:sldId id="337" r:id="rId25"/>
    <p:sldId id="343" r:id="rId26"/>
    <p:sldId id="344" r:id="rId27"/>
    <p:sldId id="345" r:id="rId28"/>
    <p:sldId id="347" r:id="rId29"/>
    <p:sldId id="316" r:id="rId30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Page" id="{C81B977D-B904-D64D-9B82-73A8047B6F1A}">
          <p14:sldIdLst>
            <p14:sldId id="373"/>
            <p14:sldId id="363"/>
            <p14:sldId id="364"/>
            <p14:sldId id="365"/>
            <p14:sldId id="366"/>
            <p14:sldId id="374"/>
            <p14:sldId id="368"/>
            <p14:sldId id="375"/>
            <p14:sldId id="376"/>
            <p14:sldId id="377"/>
            <p14:sldId id="369"/>
            <p14:sldId id="370"/>
            <p14:sldId id="339"/>
            <p14:sldId id="340"/>
            <p14:sldId id="378"/>
            <p14:sldId id="372"/>
            <p14:sldId id="381"/>
            <p14:sldId id="313"/>
            <p14:sldId id="379"/>
            <p14:sldId id="380"/>
            <p14:sldId id="382"/>
            <p14:sldId id="384"/>
            <p14:sldId id="348"/>
            <p14:sldId id="337"/>
            <p14:sldId id="343"/>
            <p14:sldId id="344"/>
            <p14:sldId id="345"/>
            <p14:sldId id="347"/>
            <p14:sldId id="31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0D"/>
    <a:srgbClr val="494949"/>
    <a:srgbClr val="672E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45AF33-94C6-0F41-8F01-2DF0F151F5D8}" v="21" dt="2025-10-08T20:14:31.5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724" autoAdjust="0"/>
    <p:restoredTop sz="96389" autoAdjust="0"/>
  </p:normalViewPr>
  <p:slideViewPr>
    <p:cSldViewPr snapToGrid="0" snapToObjects="1" showGuides="1">
      <p:cViewPr>
        <p:scale>
          <a:sx n="194" d="100"/>
          <a:sy n="194" d="100"/>
        </p:scale>
        <p:origin x="176" y="744"/>
      </p:cViewPr>
      <p:guideLst>
        <p:guide orient="horz" pos="2160"/>
        <p:guide pos="5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44" d="100"/>
          <a:sy n="144" d="100"/>
        </p:scale>
        <p:origin x="4792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ain Styles" userId="befbdaae-53f8-4d26-a8dc-3366b09f768a" providerId="ADAL" clId="{5E0D2633-D8F6-500D-A7FC-C9CB56BC4BFB}"/>
    <pc:docChg chg="undo custSel addSld delSld modSld sldOrd modSection">
      <pc:chgData name="Iain Styles" userId="befbdaae-53f8-4d26-a8dc-3366b09f768a" providerId="ADAL" clId="{5E0D2633-D8F6-500D-A7FC-C9CB56BC4BFB}" dt="2025-10-10T08:21:54.912" v="2034" actId="2696"/>
      <pc:docMkLst>
        <pc:docMk/>
      </pc:docMkLst>
      <pc:sldChg chg="addSp delSp modSp del mod">
        <pc:chgData name="Iain Styles" userId="befbdaae-53f8-4d26-a8dc-3366b09f768a" providerId="ADAL" clId="{5E0D2633-D8F6-500D-A7FC-C9CB56BC4BFB}" dt="2025-10-07T09:48:39.158" v="44" actId="2696"/>
        <pc:sldMkLst>
          <pc:docMk/>
          <pc:sldMk cId="4150415409" sldId="291"/>
        </pc:sldMkLst>
      </pc:sldChg>
      <pc:sldChg chg="addSp delSp modSp mod delAnim">
        <pc:chgData name="Iain Styles" userId="befbdaae-53f8-4d26-a8dc-3366b09f768a" providerId="ADAL" clId="{5E0D2633-D8F6-500D-A7FC-C9CB56BC4BFB}" dt="2025-10-08T18:33:57.265" v="201" actId="20577"/>
        <pc:sldMkLst>
          <pc:docMk/>
          <pc:sldMk cId="947455823" sldId="313"/>
        </pc:sldMkLst>
        <pc:spChg chg="mod">
          <ac:chgData name="Iain Styles" userId="befbdaae-53f8-4d26-a8dc-3366b09f768a" providerId="ADAL" clId="{5E0D2633-D8F6-500D-A7FC-C9CB56BC4BFB}" dt="2025-10-08T18:33:57.265" v="201" actId="20577"/>
          <ac:spMkLst>
            <pc:docMk/>
            <pc:sldMk cId="947455823" sldId="313"/>
            <ac:spMk id="6" creationId="{146DC232-BBA6-4498-CDFC-0E3C954C13BF}"/>
          </ac:spMkLst>
        </pc:spChg>
        <pc:spChg chg="mod">
          <ac:chgData name="Iain Styles" userId="befbdaae-53f8-4d26-a8dc-3366b09f768a" providerId="ADAL" clId="{5E0D2633-D8F6-500D-A7FC-C9CB56BC4BFB}" dt="2025-10-07T10:17:16.040" v="72" actId="1076"/>
          <ac:spMkLst>
            <pc:docMk/>
            <pc:sldMk cId="947455823" sldId="313"/>
            <ac:spMk id="11" creationId="{156367A2-1067-55C0-8456-4586FA63DA1A}"/>
          </ac:spMkLst>
        </pc:spChg>
        <pc:grpChg chg="add mod">
          <ac:chgData name="Iain Styles" userId="befbdaae-53f8-4d26-a8dc-3366b09f768a" providerId="ADAL" clId="{5E0D2633-D8F6-500D-A7FC-C9CB56BC4BFB}" dt="2025-10-07T10:17:16.040" v="72" actId="1076"/>
          <ac:grpSpMkLst>
            <pc:docMk/>
            <pc:sldMk cId="947455823" sldId="313"/>
            <ac:grpSpMk id="9" creationId="{9C8294C1-8F60-3136-B5C8-0D6A59CBE8C8}"/>
          </ac:grpSpMkLst>
        </pc:grpChg>
        <pc:picChg chg="mod">
          <ac:chgData name="Iain Styles" userId="befbdaae-53f8-4d26-a8dc-3366b09f768a" providerId="ADAL" clId="{5E0D2633-D8F6-500D-A7FC-C9CB56BC4BFB}" dt="2025-10-07T10:17:16.040" v="72" actId="1076"/>
          <ac:picMkLst>
            <pc:docMk/>
            <pc:sldMk cId="947455823" sldId="313"/>
            <ac:picMk id="10" creationId="{EC5DC028-F39A-8D8A-F090-4F9CD7568A83}"/>
          </ac:picMkLst>
        </pc:picChg>
        <pc:picChg chg="add mod">
          <ac:chgData name="Iain Styles" userId="befbdaae-53f8-4d26-a8dc-3366b09f768a" providerId="ADAL" clId="{5E0D2633-D8F6-500D-A7FC-C9CB56BC4BFB}" dt="2025-10-08T18:31:59.433" v="179" actId="1076"/>
          <ac:picMkLst>
            <pc:docMk/>
            <pc:sldMk cId="947455823" sldId="313"/>
            <ac:picMk id="12" creationId="{A93AC494-B7F7-C140-DADB-EF15C1A8C3A2}"/>
          </ac:picMkLst>
        </pc:picChg>
      </pc:sldChg>
      <pc:sldChg chg="del">
        <pc:chgData name="Iain Styles" userId="befbdaae-53f8-4d26-a8dc-3366b09f768a" providerId="ADAL" clId="{5E0D2633-D8F6-500D-A7FC-C9CB56BC4BFB}" dt="2025-10-07T10:22:32.720" v="78" actId="2696"/>
        <pc:sldMkLst>
          <pc:docMk/>
          <pc:sldMk cId="480562127" sldId="314"/>
        </pc:sldMkLst>
      </pc:sldChg>
      <pc:sldChg chg="del">
        <pc:chgData name="Iain Styles" userId="befbdaae-53f8-4d26-a8dc-3366b09f768a" providerId="ADAL" clId="{5E0D2633-D8F6-500D-A7FC-C9CB56BC4BFB}" dt="2025-10-07T10:22:32.747" v="97" actId="2696"/>
        <pc:sldMkLst>
          <pc:docMk/>
          <pc:sldMk cId="307969886" sldId="315"/>
        </pc:sldMkLst>
      </pc:sldChg>
      <pc:sldChg chg="modSp mod">
        <pc:chgData name="Iain Styles" userId="befbdaae-53f8-4d26-a8dc-3366b09f768a" providerId="ADAL" clId="{5E0D2633-D8F6-500D-A7FC-C9CB56BC4BFB}" dt="2025-10-08T20:24:31.211" v="2033" actId="20577"/>
        <pc:sldMkLst>
          <pc:docMk/>
          <pc:sldMk cId="1502998730" sldId="316"/>
        </pc:sldMkLst>
        <pc:spChg chg="mod">
          <ac:chgData name="Iain Styles" userId="befbdaae-53f8-4d26-a8dc-3366b09f768a" providerId="ADAL" clId="{5E0D2633-D8F6-500D-A7FC-C9CB56BC4BFB}" dt="2025-10-08T20:24:31.211" v="2033" actId="20577"/>
          <ac:spMkLst>
            <pc:docMk/>
            <pc:sldMk cId="1502998730" sldId="316"/>
            <ac:spMk id="2" creationId="{6C2DF952-D913-4A4A-B107-55373ED3A932}"/>
          </ac:spMkLst>
        </pc:spChg>
        <pc:spChg chg="mod">
          <ac:chgData name="Iain Styles" userId="befbdaae-53f8-4d26-a8dc-3366b09f768a" providerId="ADAL" clId="{5E0D2633-D8F6-500D-A7FC-C9CB56BC4BFB}" dt="2025-10-08T20:22:48.823" v="1978" actId="20577"/>
          <ac:spMkLst>
            <pc:docMk/>
            <pc:sldMk cId="1502998730" sldId="316"/>
            <ac:spMk id="3" creationId="{1F5EB77B-C900-46AF-8BFB-BFF98DA1A5B3}"/>
          </ac:spMkLst>
        </pc:spChg>
      </pc:sldChg>
      <pc:sldChg chg="del">
        <pc:chgData name="Iain Styles" userId="befbdaae-53f8-4d26-a8dc-3366b09f768a" providerId="ADAL" clId="{5E0D2633-D8F6-500D-A7FC-C9CB56BC4BFB}" dt="2025-10-07T10:22:32.722" v="81" actId="2696"/>
        <pc:sldMkLst>
          <pc:docMk/>
          <pc:sldMk cId="1966668109" sldId="317"/>
        </pc:sldMkLst>
      </pc:sldChg>
      <pc:sldChg chg="del">
        <pc:chgData name="Iain Styles" userId="befbdaae-53f8-4d26-a8dc-3366b09f768a" providerId="ADAL" clId="{5E0D2633-D8F6-500D-A7FC-C9CB56BC4BFB}" dt="2025-10-07T10:22:32.741" v="91" actId="2696"/>
        <pc:sldMkLst>
          <pc:docMk/>
          <pc:sldMk cId="73192820" sldId="318"/>
        </pc:sldMkLst>
      </pc:sldChg>
      <pc:sldChg chg="del">
        <pc:chgData name="Iain Styles" userId="befbdaae-53f8-4d26-a8dc-3366b09f768a" providerId="ADAL" clId="{5E0D2633-D8F6-500D-A7FC-C9CB56BC4BFB}" dt="2025-10-07T10:22:32.740" v="90" actId="2696"/>
        <pc:sldMkLst>
          <pc:docMk/>
          <pc:sldMk cId="2857613945" sldId="319"/>
        </pc:sldMkLst>
      </pc:sldChg>
      <pc:sldChg chg="del">
        <pc:chgData name="Iain Styles" userId="befbdaae-53f8-4d26-a8dc-3366b09f768a" providerId="ADAL" clId="{5E0D2633-D8F6-500D-A7FC-C9CB56BC4BFB}" dt="2025-10-07T10:22:32.732" v="86" actId="2696"/>
        <pc:sldMkLst>
          <pc:docMk/>
          <pc:sldMk cId="2219207218" sldId="320"/>
        </pc:sldMkLst>
      </pc:sldChg>
      <pc:sldChg chg="del">
        <pc:chgData name="Iain Styles" userId="befbdaae-53f8-4d26-a8dc-3366b09f768a" providerId="ADAL" clId="{5E0D2633-D8F6-500D-A7FC-C9CB56BC4BFB}" dt="2025-10-07T10:22:32.724" v="83" actId="2696"/>
        <pc:sldMkLst>
          <pc:docMk/>
          <pc:sldMk cId="4218908280" sldId="322"/>
        </pc:sldMkLst>
      </pc:sldChg>
      <pc:sldChg chg="del">
        <pc:chgData name="Iain Styles" userId="befbdaae-53f8-4d26-a8dc-3366b09f768a" providerId="ADAL" clId="{5E0D2633-D8F6-500D-A7FC-C9CB56BC4BFB}" dt="2025-10-07T10:22:32.722" v="80" actId="2696"/>
        <pc:sldMkLst>
          <pc:docMk/>
          <pc:sldMk cId="2546267309" sldId="323"/>
        </pc:sldMkLst>
      </pc:sldChg>
      <pc:sldChg chg="del">
        <pc:chgData name="Iain Styles" userId="befbdaae-53f8-4d26-a8dc-3366b09f768a" providerId="ADAL" clId="{5E0D2633-D8F6-500D-A7FC-C9CB56BC4BFB}" dt="2025-10-07T10:22:32.721" v="79" actId="2696"/>
        <pc:sldMkLst>
          <pc:docMk/>
          <pc:sldMk cId="2083903335" sldId="324"/>
        </pc:sldMkLst>
      </pc:sldChg>
      <pc:sldChg chg="del">
        <pc:chgData name="Iain Styles" userId="befbdaae-53f8-4d26-a8dc-3366b09f768a" providerId="ADAL" clId="{5E0D2633-D8F6-500D-A7FC-C9CB56BC4BFB}" dt="2025-10-07T10:22:32.742" v="93" actId="2696"/>
        <pc:sldMkLst>
          <pc:docMk/>
          <pc:sldMk cId="3462455941" sldId="327"/>
        </pc:sldMkLst>
      </pc:sldChg>
      <pc:sldChg chg="del">
        <pc:chgData name="Iain Styles" userId="befbdaae-53f8-4d26-a8dc-3366b09f768a" providerId="ADAL" clId="{5E0D2633-D8F6-500D-A7FC-C9CB56BC4BFB}" dt="2025-10-07T10:22:32.743" v="94" actId="2696"/>
        <pc:sldMkLst>
          <pc:docMk/>
          <pc:sldMk cId="2027072520" sldId="329"/>
        </pc:sldMkLst>
      </pc:sldChg>
      <pc:sldChg chg="del">
        <pc:chgData name="Iain Styles" userId="befbdaae-53f8-4d26-a8dc-3366b09f768a" providerId="ADAL" clId="{5E0D2633-D8F6-500D-A7FC-C9CB56BC4BFB}" dt="2025-10-07T10:22:32.733" v="87" actId="2696"/>
        <pc:sldMkLst>
          <pc:docMk/>
          <pc:sldMk cId="764991296" sldId="330"/>
        </pc:sldMkLst>
      </pc:sldChg>
      <pc:sldChg chg="del">
        <pc:chgData name="Iain Styles" userId="befbdaae-53f8-4d26-a8dc-3366b09f768a" providerId="ADAL" clId="{5E0D2633-D8F6-500D-A7FC-C9CB56BC4BFB}" dt="2025-10-07T10:22:32.744" v="96" actId="2696"/>
        <pc:sldMkLst>
          <pc:docMk/>
          <pc:sldMk cId="3742330905" sldId="331"/>
        </pc:sldMkLst>
      </pc:sldChg>
      <pc:sldChg chg="del">
        <pc:chgData name="Iain Styles" userId="befbdaae-53f8-4d26-a8dc-3366b09f768a" providerId="ADAL" clId="{5E0D2633-D8F6-500D-A7FC-C9CB56BC4BFB}" dt="2025-10-07T10:22:32.724" v="84" actId="2696"/>
        <pc:sldMkLst>
          <pc:docMk/>
          <pc:sldMk cId="1747913859" sldId="332"/>
        </pc:sldMkLst>
      </pc:sldChg>
      <pc:sldChg chg="del">
        <pc:chgData name="Iain Styles" userId="befbdaae-53f8-4d26-a8dc-3366b09f768a" providerId="ADAL" clId="{5E0D2633-D8F6-500D-A7FC-C9CB56BC4BFB}" dt="2025-10-07T10:22:32.734" v="88" actId="2696"/>
        <pc:sldMkLst>
          <pc:docMk/>
          <pc:sldMk cId="157370141" sldId="333"/>
        </pc:sldMkLst>
      </pc:sldChg>
      <pc:sldChg chg="del">
        <pc:chgData name="Iain Styles" userId="befbdaae-53f8-4d26-a8dc-3366b09f768a" providerId="ADAL" clId="{5E0D2633-D8F6-500D-A7FC-C9CB56BC4BFB}" dt="2025-10-07T10:22:32.742" v="92" actId="2696"/>
        <pc:sldMkLst>
          <pc:docMk/>
          <pc:sldMk cId="3450780846" sldId="334"/>
        </pc:sldMkLst>
      </pc:sldChg>
      <pc:sldChg chg="del">
        <pc:chgData name="Iain Styles" userId="befbdaae-53f8-4d26-a8dc-3366b09f768a" providerId="ADAL" clId="{5E0D2633-D8F6-500D-A7FC-C9CB56BC4BFB}" dt="2025-10-07T10:22:32.725" v="85" actId="2696"/>
        <pc:sldMkLst>
          <pc:docMk/>
          <pc:sldMk cId="1089930537" sldId="335"/>
        </pc:sldMkLst>
      </pc:sldChg>
      <pc:sldChg chg="del">
        <pc:chgData name="Iain Styles" userId="befbdaae-53f8-4d26-a8dc-3366b09f768a" providerId="ADAL" clId="{5E0D2633-D8F6-500D-A7FC-C9CB56BC4BFB}" dt="2025-10-07T10:22:32.735" v="89" actId="2696"/>
        <pc:sldMkLst>
          <pc:docMk/>
          <pc:sldMk cId="1565238857" sldId="336"/>
        </pc:sldMkLst>
      </pc:sldChg>
      <pc:sldChg chg="modSp add mod">
        <pc:chgData name="Iain Styles" userId="befbdaae-53f8-4d26-a8dc-3366b09f768a" providerId="ADAL" clId="{5E0D2633-D8F6-500D-A7FC-C9CB56BC4BFB}" dt="2025-10-07T09:46:46.613" v="28" actId="20577"/>
        <pc:sldMkLst>
          <pc:docMk/>
          <pc:sldMk cId="209391180" sldId="339"/>
        </pc:sldMkLst>
        <pc:spChg chg="mod">
          <ac:chgData name="Iain Styles" userId="befbdaae-53f8-4d26-a8dc-3366b09f768a" providerId="ADAL" clId="{5E0D2633-D8F6-500D-A7FC-C9CB56BC4BFB}" dt="2025-10-07T09:46:46.613" v="28" actId="20577"/>
          <ac:spMkLst>
            <pc:docMk/>
            <pc:sldMk cId="209391180" sldId="339"/>
            <ac:spMk id="2" creationId="{970C0062-F4E0-04D5-4E3E-AE4CBB2EEEBE}"/>
          </ac:spMkLst>
        </pc:spChg>
      </pc:sldChg>
      <pc:sldChg chg="add">
        <pc:chgData name="Iain Styles" userId="befbdaae-53f8-4d26-a8dc-3366b09f768a" providerId="ADAL" clId="{5E0D2633-D8F6-500D-A7FC-C9CB56BC4BFB}" dt="2025-10-07T09:43:16.274" v="12"/>
        <pc:sldMkLst>
          <pc:docMk/>
          <pc:sldMk cId="2261925084" sldId="340"/>
        </pc:sldMkLst>
      </pc:sldChg>
      <pc:sldChg chg="modSp del mod ord">
        <pc:chgData name="Iain Styles" userId="befbdaae-53f8-4d26-a8dc-3366b09f768a" providerId="ADAL" clId="{5E0D2633-D8F6-500D-A7FC-C9CB56BC4BFB}" dt="2025-10-08T20:21:56.352" v="1944" actId="2696"/>
        <pc:sldMkLst>
          <pc:docMk/>
          <pc:sldMk cId="776419994" sldId="341"/>
        </pc:sldMkLst>
      </pc:sldChg>
      <pc:sldChg chg="del">
        <pc:chgData name="Iain Styles" userId="befbdaae-53f8-4d26-a8dc-3366b09f768a" providerId="ADAL" clId="{5E0D2633-D8F6-500D-A7FC-C9CB56BC4BFB}" dt="2025-10-07T10:22:32.723" v="82" actId="2696"/>
        <pc:sldMkLst>
          <pc:docMk/>
          <pc:sldMk cId="555020806" sldId="342"/>
        </pc:sldMkLst>
      </pc:sldChg>
      <pc:sldChg chg="modSp mod ord">
        <pc:chgData name="Iain Styles" userId="befbdaae-53f8-4d26-a8dc-3366b09f768a" providerId="ADAL" clId="{5E0D2633-D8F6-500D-A7FC-C9CB56BC4BFB}" dt="2025-10-08T20:17:44.445" v="1942" actId="20577"/>
        <pc:sldMkLst>
          <pc:docMk/>
          <pc:sldMk cId="1624366765" sldId="348"/>
        </pc:sldMkLst>
        <pc:spChg chg="mod">
          <ac:chgData name="Iain Styles" userId="befbdaae-53f8-4d26-a8dc-3366b09f768a" providerId="ADAL" clId="{5E0D2633-D8F6-500D-A7FC-C9CB56BC4BFB}" dt="2025-10-08T20:17:24.495" v="1914" actId="14100"/>
          <ac:spMkLst>
            <pc:docMk/>
            <pc:sldMk cId="1624366765" sldId="348"/>
            <ac:spMk id="2" creationId="{6B5CDA4D-41C7-34DD-7072-F710CD544C72}"/>
          </ac:spMkLst>
        </pc:spChg>
        <pc:spChg chg="mod">
          <ac:chgData name="Iain Styles" userId="befbdaae-53f8-4d26-a8dc-3366b09f768a" providerId="ADAL" clId="{5E0D2633-D8F6-500D-A7FC-C9CB56BC4BFB}" dt="2025-10-08T20:17:44.445" v="1942" actId="20577"/>
          <ac:spMkLst>
            <pc:docMk/>
            <pc:sldMk cId="1624366765" sldId="348"/>
            <ac:spMk id="3" creationId="{0DC7D2B7-2889-B52A-0FBB-A4814D97A575}"/>
          </ac:spMkLst>
        </pc:spChg>
      </pc:sldChg>
      <pc:sldChg chg="del">
        <pc:chgData name="Iain Styles" userId="befbdaae-53f8-4d26-a8dc-3366b09f768a" providerId="ADAL" clId="{5E0D2633-D8F6-500D-A7FC-C9CB56BC4BFB}" dt="2025-10-07T10:22:32.743" v="95" actId="2696"/>
        <pc:sldMkLst>
          <pc:docMk/>
          <pc:sldMk cId="3571754264" sldId="349"/>
        </pc:sldMkLst>
      </pc:sldChg>
      <pc:sldChg chg="del">
        <pc:chgData name="Iain Styles" userId="befbdaae-53f8-4d26-a8dc-3366b09f768a" providerId="ADAL" clId="{5E0D2633-D8F6-500D-A7FC-C9CB56BC4BFB}" dt="2025-10-08T18:47:16.096" v="229" actId="2696"/>
        <pc:sldMkLst>
          <pc:docMk/>
          <pc:sldMk cId="1527173364" sldId="350"/>
        </pc:sldMkLst>
      </pc:sldChg>
      <pc:sldChg chg="del">
        <pc:chgData name="Iain Styles" userId="befbdaae-53f8-4d26-a8dc-3366b09f768a" providerId="ADAL" clId="{5E0D2633-D8F6-500D-A7FC-C9CB56BC4BFB}" dt="2025-10-08T20:22:10.396" v="1948" actId="2696"/>
        <pc:sldMkLst>
          <pc:docMk/>
          <pc:sldMk cId="4008014955" sldId="351"/>
        </pc:sldMkLst>
      </pc:sldChg>
      <pc:sldChg chg="del">
        <pc:chgData name="Iain Styles" userId="befbdaae-53f8-4d26-a8dc-3366b09f768a" providerId="ADAL" clId="{5E0D2633-D8F6-500D-A7FC-C9CB56BC4BFB}" dt="2025-10-08T20:22:29.818" v="1974" actId="2696"/>
        <pc:sldMkLst>
          <pc:docMk/>
          <pc:sldMk cId="1623654420" sldId="352"/>
        </pc:sldMkLst>
      </pc:sldChg>
      <pc:sldChg chg="del">
        <pc:chgData name="Iain Styles" userId="befbdaae-53f8-4d26-a8dc-3366b09f768a" providerId="ADAL" clId="{5E0D2633-D8F6-500D-A7FC-C9CB56BC4BFB}" dt="2025-10-08T20:22:11.857" v="1949" actId="2696"/>
        <pc:sldMkLst>
          <pc:docMk/>
          <pc:sldMk cId="2706454666" sldId="353"/>
        </pc:sldMkLst>
      </pc:sldChg>
      <pc:sldChg chg="add">
        <pc:chgData name="Iain Styles" userId="befbdaae-53f8-4d26-a8dc-3366b09f768a" providerId="ADAL" clId="{5E0D2633-D8F6-500D-A7FC-C9CB56BC4BFB}" dt="2025-10-07T09:43:16.274" v="12"/>
        <pc:sldMkLst>
          <pc:docMk/>
          <pc:sldMk cId="1312821279" sldId="363"/>
        </pc:sldMkLst>
      </pc:sldChg>
      <pc:sldChg chg="add">
        <pc:chgData name="Iain Styles" userId="befbdaae-53f8-4d26-a8dc-3366b09f768a" providerId="ADAL" clId="{5E0D2633-D8F6-500D-A7FC-C9CB56BC4BFB}" dt="2025-10-07T09:43:16.274" v="12"/>
        <pc:sldMkLst>
          <pc:docMk/>
          <pc:sldMk cId="2474917633" sldId="364"/>
        </pc:sldMkLst>
      </pc:sldChg>
      <pc:sldChg chg="add">
        <pc:chgData name="Iain Styles" userId="befbdaae-53f8-4d26-a8dc-3366b09f768a" providerId="ADAL" clId="{5E0D2633-D8F6-500D-A7FC-C9CB56BC4BFB}" dt="2025-10-07T09:43:16.274" v="12"/>
        <pc:sldMkLst>
          <pc:docMk/>
          <pc:sldMk cId="1020281087" sldId="365"/>
        </pc:sldMkLst>
      </pc:sldChg>
      <pc:sldChg chg="add">
        <pc:chgData name="Iain Styles" userId="befbdaae-53f8-4d26-a8dc-3366b09f768a" providerId="ADAL" clId="{5E0D2633-D8F6-500D-A7FC-C9CB56BC4BFB}" dt="2025-10-07T09:43:16.274" v="12"/>
        <pc:sldMkLst>
          <pc:docMk/>
          <pc:sldMk cId="3525204167" sldId="366"/>
        </pc:sldMkLst>
      </pc:sldChg>
      <pc:sldChg chg="add">
        <pc:chgData name="Iain Styles" userId="befbdaae-53f8-4d26-a8dc-3366b09f768a" providerId="ADAL" clId="{5E0D2633-D8F6-500D-A7FC-C9CB56BC4BFB}" dt="2025-10-07T09:43:16.274" v="12"/>
        <pc:sldMkLst>
          <pc:docMk/>
          <pc:sldMk cId="709510685" sldId="368"/>
        </pc:sldMkLst>
      </pc:sldChg>
      <pc:sldChg chg="add">
        <pc:chgData name="Iain Styles" userId="befbdaae-53f8-4d26-a8dc-3366b09f768a" providerId="ADAL" clId="{5E0D2633-D8F6-500D-A7FC-C9CB56BC4BFB}" dt="2025-10-07T09:43:16.274" v="12"/>
        <pc:sldMkLst>
          <pc:docMk/>
          <pc:sldMk cId="325496427" sldId="369"/>
        </pc:sldMkLst>
      </pc:sldChg>
      <pc:sldChg chg="add">
        <pc:chgData name="Iain Styles" userId="befbdaae-53f8-4d26-a8dc-3366b09f768a" providerId="ADAL" clId="{5E0D2633-D8F6-500D-A7FC-C9CB56BC4BFB}" dt="2025-10-07T09:43:16.274" v="12"/>
        <pc:sldMkLst>
          <pc:docMk/>
          <pc:sldMk cId="1965545114" sldId="370"/>
        </pc:sldMkLst>
      </pc:sldChg>
      <pc:sldChg chg="add">
        <pc:chgData name="Iain Styles" userId="befbdaae-53f8-4d26-a8dc-3366b09f768a" providerId="ADAL" clId="{5E0D2633-D8F6-500D-A7FC-C9CB56BC4BFB}" dt="2025-10-07T09:43:16.274" v="12"/>
        <pc:sldMkLst>
          <pc:docMk/>
          <pc:sldMk cId="4262266284" sldId="372"/>
        </pc:sldMkLst>
      </pc:sldChg>
      <pc:sldChg chg="modSp add mod">
        <pc:chgData name="Iain Styles" userId="befbdaae-53f8-4d26-a8dc-3366b09f768a" providerId="ADAL" clId="{5E0D2633-D8F6-500D-A7FC-C9CB56BC4BFB}" dt="2025-10-07T09:48:34.634" v="43" actId="20577"/>
        <pc:sldMkLst>
          <pc:docMk/>
          <pc:sldMk cId="2315743507" sldId="373"/>
        </pc:sldMkLst>
        <pc:spChg chg="mod">
          <ac:chgData name="Iain Styles" userId="befbdaae-53f8-4d26-a8dc-3366b09f768a" providerId="ADAL" clId="{5E0D2633-D8F6-500D-A7FC-C9CB56BC4BFB}" dt="2025-10-07T09:48:34.634" v="43" actId="20577"/>
          <ac:spMkLst>
            <pc:docMk/>
            <pc:sldMk cId="2315743507" sldId="373"/>
            <ac:spMk id="4" creationId="{9B1C70EF-FA7C-484D-A5D6-A4D325679B17}"/>
          </ac:spMkLst>
        </pc:spChg>
      </pc:sldChg>
      <pc:sldChg chg="add">
        <pc:chgData name="Iain Styles" userId="befbdaae-53f8-4d26-a8dc-3366b09f768a" providerId="ADAL" clId="{5E0D2633-D8F6-500D-A7FC-C9CB56BC4BFB}" dt="2025-10-07T09:43:16.274" v="12"/>
        <pc:sldMkLst>
          <pc:docMk/>
          <pc:sldMk cId="3274019869" sldId="374"/>
        </pc:sldMkLst>
      </pc:sldChg>
      <pc:sldChg chg="add">
        <pc:chgData name="Iain Styles" userId="befbdaae-53f8-4d26-a8dc-3366b09f768a" providerId="ADAL" clId="{5E0D2633-D8F6-500D-A7FC-C9CB56BC4BFB}" dt="2025-10-07T09:43:16.274" v="12"/>
        <pc:sldMkLst>
          <pc:docMk/>
          <pc:sldMk cId="1064686169" sldId="375"/>
        </pc:sldMkLst>
      </pc:sldChg>
      <pc:sldChg chg="add">
        <pc:chgData name="Iain Styles" userId="befbdaae-53f8-4d26-a8dc-3366b09f768a" providerId="ADAL" clId="{5E0D2633-D8F6-500D-A7FC-C9CB56BC4BFB}" dt="2025-10-07T09:43:16.274" v="12"/>
        <pc:sldMkLst>
          <pc:docMk/>
          <pc:sldMk cId="3896931805" sldId="376"/>
        </pc:sldMkLst>
      </pc:sldChg>
      <pc:sldChg chg="add">
        <pc:chgData name="Iain Styles" userId="befbdaae-53f8-4d26-a8dc-3366b09f768a" providerId="ADAL" clId="{5E0D2633-D8F6-500D-A7FC-C9CB56BC4BFB}" dt="2025-10-07T09:43:16.274" v="12"/>
        <pc:sldMkLst>
          <pc:docMk/>
          <pc:sldMk cId="2553047233" sldId="377"/>
        </pc:sldMkLst>
      </pc:sldChg>
      <pc:sldChg chg="add">
        <pc:chgData name="Iain Styles" userId="befbdaae-53f8-4d26-a8dc-3366b09f768a" providerId="ADAL" clId="{5E0D2633-D8F6-500D-A7FC-C9CB56BC4BFB}" dt="2025-10-07T09:43:16.274" v="12"/>
        <pc:sldMkLst>
          <pc:docMk/>
          <pc:sldMk cId="151509357" sldId="378"/>
        </pc:sldMkLst>
      </pc:sldChg>
      <pc:sldChg chg="delSp add del">
        <pc:chgData name="Iain Styles" userId="befbdaae-53f8-4d26-a8dc-3366b09f768a" providerId="ADAL" clId="{5E0D2633-D8F6-500D-A7FC-C9CB56BC4BFB}" dt="2025-10-07T10:22:32.714" v="77" actId="2696"/>
        <pc:sldMkLst>
          <pc:docMk/>
          <pc:sldMk cId="59466350" sldId="379"/>
        </pc:sldMkLst>
      </pc:sldChg>
      <pc:sldChg chg="new del">
        <pc:chgData name="Iain Styles" userId="befbdaae-53f8-4d26-a8dc-3366b09f768a" providerId="ADAL" clId="{5E0D2633-D8F6-500D-A7FC-C9CB56BC4BFB}" dt="2025-10-07T10:17:34.069" v="74" actId="680"/>
        <pc:sldMkLst>
          <pc:docMk/>
          <pc:sldMk cId="117961148" sldId="379"/>
        </pc:sldMkLst>
      </pc:sldChg>
      <pc:sldChg chg="addSp delSp modSp add mod chgLayout">
        <pc:chgData name="Iain Styles" userId="befbdaae-53f8-4d26-a8dc-3366b09f768a" providerId="ADAL" clId="{5E0D2633-D8F6-500D-A7FC-C9CB56BC4BFB}" dt="2025-10-08T18:46:58.527" v="228" actId="1076"/>
        <pc:sldMkLst>
          <pc:docMk/>
          <pc:sldMk cId="862010830" sldId="379"/>
        </pc:sldMkLst>
        <pc:spChg chg="mod ord">
          <ac:chgData name="Iain Styles" userId="befbdaae-53f8-4d26-a8dc-3366b09f768a" providerId="ADAL" clId="{5E0D2633-D8F6-500D-A7FC-C9CB56BC4BFB}" dt="2025-10-07T10:23:13.102" v="105" actId="700"/>
          <ac:spMkLst>
            <pc:docMk/>
            <pc:sldMk cId="862010830" sldId="379"/>
            <ac:spMk id="5" creationId="{4A3BA510-96D6-AC75-B8BA-647A32368A31}"/>
          </ac:spMkLst>
        </pc:spChg>
        <pc:spChg chg="mod ord">
          <ac:chgData name="Iain Styles" userId="befbdaae-53f8-4d26-a8dc-3366b09f768a" providerId="ADAL" clId="{5E0D2633-D8F6-500D-A7FC-C9CB56BC4BFB}" dt="2025-10-08T18:46:31.381" v="222" actId="20577"/>
          <ac:spMkLst>
            <pc:docMk/>
            <pc:sldMk cId="862010830" sldId="379"/>
            <ac:spMk id="6" creationId="{95F55213-37EB-253A-D411-F3F64C485E47}"/>
          </ac:spMkLst>
        </pc:spChg>
        <pc:picChg chg="add mod">
          <ac:chgData name="Iain Styles" userId="befbdaae-53f8-4d26-a8dc-3366b09f768a" providerId="ADAL" clId="{5E0D2633-D8F6-500D-A7FC-C9CB56BC4BFB}" dt="2025-10-08T18:46:43.576" v="224" actId="1076"/>
          <ac:picMkLst>
            <pc:docMk/>
            <pc:sldMk cId="862010830" sldId="379"/>
            <ac:picMk id="3" creationId="{68DE0761-6202-E5C8-E4AE-BF136C24EDA7}"/>
          </ac:picMkLst>
        </pc:picChg>
        <pc:picChg chg="add mod">
          <ac:chgData name="Iain Styles" userId="befbdaae-53f8-4d26-a8dc-3366b09f768a" providerId="ADAL" clId="{5E0D2633-D8F6-500D-A7FC-C9CB56BC4BFB}" dt="2025-10-08T18:46:58.527" v="228" actId="1076"/>
          <ac:picMkLst>
            <pc:docMk/>
            <pc:sldMk cId="862010830" sldId="379"/>
            <ac:picMk id="4" creationId="{F63C4EFD-4D44-5CF6-F1F5-12EF9317D4AF}"/>
          </ac:picMkLst>
        </pc:picChg>
      </pc:sldChg>
      <pc:sldChg chg="modSp new mod">
        <pc:chgData name="Iain Styles" userId="befbdaae-53f8-4d26-a8dc-3366b09f768a" providerId="ADAL" clId="{5E0D2633-D8F6-500D-A7FC-C9CB56BC4BFB}" dt="2025-10-08T19:47:54.669" v="1178" actId="20577"/>
        <pc:sldMkLst>
          <pc:docMk/>
          <pc:sldMk cId="514501444" sldId="380"/>
        </pc:sldMkLst>
        <pc:spChg chg="mod">
          <ac:chgData name="Iain Styles" userId="befbdaae-53f8-4d26-a8dc-3366b09f768a" providerId="ADAL" clId="{5E0D2633-D8F6-500D-A7FC-C9CB56BC4BFB}" dt="2025-10-08T19:47:54.669" v="1178" actId="20577"/>
          <ac:spMkLst>
            <pc:docMk/>
            <pc:sldMk cId="514501444" sldId="380"/>
            <ac:spMk id="2" creationId="{A8992F0A-F60F-780C-B5BF-900C288B767A}"/>
          </ac:spMkLst>
        </pc:spChg>
        <pc:spChg chg="mod">
          <ac:chgData name="Iain Styles" userId="befbdaae-53f8-4d26-a8dc-3366b09f768a" providerId="ADAL" clId="{5E0D2633-D8F6-500D-A7FC-C9CB56BC4BFB}" dt="2025-10-08T19:21:45.642" v="1049" actId="27636"/>
          <ac:spMkLst>
            <pc:docMk/>
            <pc:sldMk cId="514501444" sldId="380"/>
            <ac:spMk id="3" creationId="{889D3561-06A9-35B0-D7DD-DA1478E23EC7}"/>
          </ac:spMkLst>
        </pc:spChg>
      </pc:sldChg>
      <pc:sldChg chg="modSp add mod">
        <pc:chgData name="Iain Styles" userId="befbdaae-53f8-4d26-a8dc-3366b09f768a" providerId="ADAL" clId="{5E0D2633-D8F6-500D-A7FC-C9CB56BC4BFB}" dt="2025-10-08T18:54:42.626" v="522" actId="20577"/>
        <pc:sldMkLst>
          <pc:docMk/>
          <pc:sldMk cId="611903071" sldId="381"/>
        </pc:sldMkLst>
        <pc:spChg chg="mod">
          <ac:chgData name="Iain Styles" userId="befbdaae-53f8-4d26-a8dc-3366b09f768a" providerId="ADAL" clId="{5E0D2633-D8F6-500D-A7FC-C9CB56BC4BFB}" dt="2025-10-08T18:47:43.805" v="237" actId="20577"/>
          <ac:spMkLst>
            <pc:docMk/>
            <pc:sldMk cId="611903071" sldId="381"/>
            <ac:spMk id="2" creationId="{8507ACA8-C32C-C203-8A35-FD7BC3601CE3}"/>
          </ac:spMkLst>
        </pc:spChg>
        <pc:spChg chg="mod">
          <ac:chgData name="Iain Styles" userId="befbdaae-53f8-4d26-a8dc-3366b09f768a" providerId="ADAL" clId="{5E0D2633-D8F6-500D-A7FC-C9CB56BC4BFB}" dt="2025-10-08T18:54:42.626" v="522" actId="20577"/>
          <ac:spMkLst>
            <pc:docMk/>
            <pc:sldMk cId="611903071" sldId="381"/>
            <ac:spMk id="3" creationId="{7FD7AE1E-2941-BEBB-FE4A-EE95301296D4}"/>
          </ac:spMkLst>
        </pc:spChg>
      </pc:sldChg>
      <pc:sldChg chg="addSp delSp modSp add mod ord">
        <pc:chgData name="Iain Styles" userId="befbdaae-53f8-4d26-a8dc-3366b09f768a" providerId="ADAL" clId="{5E0D2633-D8F6-500D-A7FC-C9CB56BC4BFB}" dt="2025-10-08T19:41:08.768" v="1117" actId="403"/>
        <pc:sldMkLst>
          <pc:docMk/>
          <pc:sldMk cId="245625690" sldId="382"/>
        </pc:sldMkLst>
        <pc:spChg chg="mod">
          <ac:chgData name="Iain Styles" userId="befbdaae-53f8-4d26-a8dc-3366b09f768a" providerId="ADAL" clId="{5E0D2633-D8F6-500D-A7FC-C9CB56BC4BFB}" dt="2025-10-08T19:06:55.696" v="810" actId="20577"/>
          <ac:spMkLst>
            <pc:docMk/>
            <pc:sldMk cId="245625690" sldId="382"/>
            <ac:spMk id="6" creationId="{2FFD842F-5067-A1CB-051A-1730C7EE5902}"/>
          </ac:spMkLst>
        </pc:spChg>
        <pc:spChg chg="add mod">
          <ac:chgData name="Iain Styles" userId="befbdaae-53f8-4d26-a8dc-3366b09f768a" providerId="ADAL" clId="{5E0D2633-D8F6-500D-A7FC-C9CB56BC4BFB}" dt="2025-10-08T19:02:17.720" v="751" actId="1076"/>
          <ac:spMkLst>
            <pc:docMk/>
            <pc:sldMk cId="245625690" sldId="382"/>
            <ac:spMk id="8" creationId="{514C3EF8-B0AD-C2F7-F083-0CA52131543D}"/>
          </ac:spMkLst>
        </pc:spChg>
        <pc:spChg chg="add mod">
          <ac:chgData name="Iain Styles" userId="befbdaae-53f8-4d26-a8dc-3366b09f768a" providerId="ADAL" clId="{5E0D2633-D8F6-500D-A7FC-C9CB56BC4BFB}" dt="2025-10-08T19:02:07.403" v="750" actId="20577"/>
          <ac:spMkLst>
            <pc:docMk/>
            <pc:sldMk cId="245625690" sldId="382"/>
            <ac:spMk id="10" creationId="{05BE3729-DBC3-8224-E49C-DB820C3FE82C}"/>
          </ac:spMkLst>
        </pc:spChg>
        <pc:spChg chg="add mod">
          <ac:chgData name="Iain Styles" userId="befbdaae-53f8-4d26-a8dc-3366b09f768a" providerId="ADAL" clId="{5E0D2633-D8F6-500D-A7FC-C9CB56BC4BFB}" dt="2025-10-08T19:41:08.768" v="1117" actId="403"/>
          <ac:spMkLst>
            <pc:docMk/>
            <pc:sldMk cId="245625690" sldId="382"/>
            <ac:spMk id="11" creationId="{1EBFDD4E-00A0-8B92-9DA3-D443452A4276}"/>
          </ac:spMkLst>
        </pc:spChg>
        <pc:picChg chg="mod">
          <ac:chgData name="Iain Styles" userId="befbdaae-53f8-4d26-a8dc-3366b09f768a" providerId="ADAL" clId="{5E0D2633-D8F6-500D-A7FC-C9CB56BC4BFB}" dt="2025-10-08T19:01:14.242" v="710" actId="14100"/>
          <ac:picMkLst>
            <pc:docMk/>
            <pc:sldMk cId="245625690" sldId="382"/>
            <ac:picMk id="4" creationId="{6F6163F2-AB4D-5197-56D2-8AFE94B5087F}"/>
          </ac:picMkLst>
        </pc:picChg>
        <pc:picChg chg="add mod">
          <ac:chgData name="Iain Styles" userId="befbdaae-53f8-4d26-a8dc-3366b09f768a" providerId="ADAL" clId="{5E0D2633-D8F6-500D-A7FC-C9CB56BC4BFB}" dt="2025-10-08T19:01:05.309" v="708" actId="1076"/>
          <ac:picMkLst>
            <pc:docMk/>
            <pc:sldMk cId="245625690" sldId="382"/>
            <ac:picMk id="9" creationId="{24373604-17E1-2EF0-B45B-0968B3E20F46}"/>
          </ac:picMkLst>
        </pc:picChg>
      </pc:sldChg>
      <pc:sldChg chg="add del">
        <pc:chgData name="Iain Styles" userId="befbdaae-53f8-4d26-a8dc-3366b09f768a" providerId="ADAL" clId="{5E0D2633-D8F6-500D-A7FC-C9CB56BC4BFB}" dt="2025-10-08T20:21:09.111" v="1943" actId="2696"/>
        <pc:sldMkLst>
          <pc:docMk/>
          <pc:sldMk cId="3878835364" sldId="383"/>
        </pc:sldMkLst>
      </pc:sldChg>
      <pc:sldChg chg="modSp add mod ord">
        <pc:chgData name="Iain Styles" userId="befbdaae-53f8-4d26-a8dc-3366b09f768a" providerId="ADAL" clId="{5E0D2633-D8F6-500D-A7FC-C9CB56BC4BFB}" dt="2025-10-08T20:23:18.073" v="2032" actId="20577"/>
        <pc:sldMkLst>
          <pc:docMk/>
          <pc:sldMk cId="438696856" sldId="384"/>
        </pc:sldMkLst>
        <pc:spChg chg="mod">
          <ac:chgData name="Iain Styles" userId="befbdaae-53f8-4d26-a8dc-3366b09f768a" providerId="ADAL" clId="{5E0D2633-D8F6-500D-A7FC-C9CB56BC4BFB}" dt="2025-10-08T19:48:10.355" v="1205" actId="20577"/>
          <ac:spMkLst>
            <pc:docMk/>
            <pc:sldMk cId="438696856" sldId="384"/>
            <ac:spMk id="2" creationId="{E23E56E1-F588-E924-54BE-09EAB3561EBE}"/>
          </ac:spMkLst>
        </pc:spChg>
        <pc:spChg chg="mod">
          <ac:chgData name="Iain Styles" userId="befbdaae-53f8-4d26-a8dc-3366b09f768a" providerId="ADAL" clId="{5E0D2633-D8F6-500D-A7FC-C9CB56BC4BFB}" dt="2025-10-08T20:23:18.073" v="2032" actId="20577"/>
          <ac:spMkLst>
            <pc:docMk/>
            <pc:sldMk cId="438696856" sldId="384"/>
            <ac:spMk id="3" creationId="{0684CB1D-CB92-0362-E444-E94629E0F108}"/>
          </ac:spMkLst>
        </pc:spChg>
      </pc:sldChg>
      <pc:sldChg chg="modSp add del mod ord">
        <pc:chgData name="Iain Styles" userId="befbdaae-53f8-4d26-a8dc-3366b09f768a" providerId="ADAL" clId="{5E0D2633-D8F6-500D-A7FC-C9CB56BC4BFB}" dt="2025-10-10T08:21:54.912" v="2034" actId="2696"/>
        <pc:sldMkLst>
          <pc:docMk/>
          <pc:sldMk cId="3095190230" sldId="385"/>
        </pc:sldMkLst>
      </pc:sldChg>
    </pc:docChg>
  </pc:docChgLst>
  <pc:docChgLst>
    <pc:chgData name="Iain Styles" userId="befbdaae-53f8-4d26-a8dc-3366b09f768a" providerId="ADAL" clId="{04F80E9D-5652-924E-BF12-C70D606219CF}"/>
    <pc:docChg chg="undo custSel addSld delSld modSld sldOrd modSection">
      <pc:chgData name="Iain Styles" userId="befbdaae-53f8-4d26-a8dc-3366b09f768a" providerId="ADAL" clId="{04F80E9D-5652-924E-BF12-C70D606219CF}" dt="2024-11-18T08:57:27.760" v="1247"/>
      <pc:docMkLst>
        <pc:docMk/>
      </pc:docMkLst>
      <pc:sldChg chg="modSp mod">
        <pc:chgData name="Iain Styles" userId="befbdaae-53f8-4d26-a8dc-3366b09f768a" providerId="ADAL" clId="{04F80E9D-5652-924E-BF12-C70D606219CF}" dt="2024-11-18T08:57:10.154" v="1244" actId="20577"/>
        <pc:sldMkLst>
          <pc:docMk/>
          <pc:sldMk cId="4150415409" sldId="291"/>
        </pc:sldMkLst>
      </pc:sldChg>
      <pc:sldChg chg="modSp">
        <pc:chgData name="Iain Styles" userId="befbdaae-53f8-4d26-a8dc-3366b09f768a" providerId="ADAL" clId="{04F80E9D-5652-924E-BF12-C70D606219CF}" dt="2024-11-14T15:34:02.466" v="110" actId="1076"/>
        <pc:sldMkLst>
          <pc:docMk/>
          <pc:sldMk cId="307969886" sldId="315"/>
        </pc:sldMkLst>
      </pc:sldChg>
      <pc:sldChg chg="addSp delSp modSp mod ord">
        <pc:chgData name="Iain Styles" userId="befbdaae-53f8-4d26-a8dc-3366b09f768a" providerId="ADAL" clId="{04F80E9D-5652-924E-BF12-C70D606219CF}" dt="2024-11-17T18:55:14.983" v="906" actId="20578"/>
        <pc:sldMkLst>
          <pc:docMk/>
          <pc:sldMk cId="1966668109" sldId="317"/>
        </pc:sldMkLst>
      </pc:sldChg>
      <pc:sldChg chg="ord">
        <pc:chgData name="Iain Styles" userId="befbdaae-53f8-4d26-a8dc-3366b09f768a" providerId="ADAL" clId="{04F80E9D-5652-924E-BF12-C70D606219CF}" dt="2024-11-17T18:55:19.039" v="907" actId="20578"/>
        <pc:sldMkLst>
          <pc:docMk/>
          <pc:sldMk cId="73192820" sldId="318"/>
        </pc:sldMkLst>
      </pc:sldChg>
      <pc:sldChg chg="del">
        <pc:chgData name="Iain Styles" userId="befbdaae-53f8-4d26-a8dc-3366b09f768a" providerId="ADAL" clId="{04F80E9D-5652-924E-BF12-C70D606219CF}" dt="2024-11-09T12:57:37.380" v="0" actId="2696"/>
        <pc:sldMkLst>
          <pc:docMk/>
          <pc:sldMk cId="3896780343" sldId="321"/>
        </pc:sldMkLst>
      </pc:sldChg>
      <pc:sldChg chg="modSp mod">
        <pc:chgData name="Iain Styles" userId="befbdaae-53f8-4d26-a8dc-3366b09f768a" providerId="ADAL" clId="{04F80E9D-5652-924E-BF12-C70D606219CF}" dt="2024-11-14T20:59:31.686" v="140" actId="13926"/>
        <pc:sldMkLst>
          <pc:docMk/>
          <pc:sldMk cId="2546267309" sldId="323"/>
        </pc:sldMkLst>
      </pc:sldChg>
      <pc:sldChg chg="modSp mod">
        <pc:chgData name="Iain Styles" userId="befbdaae-53f8-4d26-a8dc-3366b09f768a" providerId="ADAL" clId="{04F80E9D-5652-924E-BF12-C70D606219CF}" dt="2024-11-15T08:53:01.484" v="145" actId="20577"/>
        <pc:sldMkLst>
          <pc:docMk/>
          <pc:sldMk cId="2083903335" sldId="324"/>
        </pc:sldMkLst>
      </pc:sldChg>
      <pc:sldChg chg="modSp mod">
        <pc:chgData name="Iain Styles" userId="befbdaae-53f8-4d26-a8dc-3366b09f768a" providerId="ADAL" clId="{04F80E9D-5652-924E-BF12-C70D606219CF}" dt="2024-11-17T11:44:06.103" v="221" actId="14100"/>
        <pc:sldMkLst>
          <pc:docMk/>
          <pc:sldMk cId="3450780846" sldId="334"/>
        </pc:sldMkLst>
      </pc:sldChg>
      <pc:sldChg chg="addSp delSp modSp mod">
        <pc:chgData name="Iain Styles" userId="befbdaae-53f8-4d26-a8dc-3366b09f768a" providerId="ADAL" clId="{04F80E9D-5652-924E-BF12-C70D606219CF}" dt="2024-11-17T18:41:17.156" v="376" actId="403"/>
        <pc:sldMkLst>
          <pc:docMk/>
          <pc:sldMk cId="2193192532" sldId="337"/>
        </pc:sldMkLst>
      </pc:sldChg>
      <pc:sldChg chg="del">
        <pc:chgData name="Iain Styles" userId="befbdaae-53f8-4d26-a8dc-3366b09f768a" providerId="ADAL" clId="{04F80E9D-5652-924E-BF12-C70D606219CF}" dt="2024-11-17T20:08:26.479" v="1180" actId="2696"/>
        <pc:sldMkLst>
          <pc:docMk/>
          <pc:sldMk cId="4103200289" sldId="338"/>
        </pc:sldMkLst>
      </pc:sldChg>
      <pc:sldChg chg="del">
        <pc:chgData name="Iain Styles" userId="befbdaae-53f8-4d26-a8dc-3366b09f768a" providerId="ADAL" clId="{04F80E9D-5652-924E-BF12-C70D606219CF}" dt="2024-11-17T20:08:29.209" v="1181" actId="2696"/>
        <pc:sldMkLst>
          <pc:docMk/>
          <pc:sldMk cId="2487663661" sldId="340"/>
        </pc:sldMkLst>
      </pc:sldChg>
      <pc:sldChg chg="modSp new mod modAnim">
        <pc:chgData name="Iain Styles" userId="befbdaae-53f8-4d26-a8dc-3366b09f768a" providerId="ADAL" clId="{04F80E9D-5652-924E-BF12-C70D606219CF}" dt="2024-11-09T13:00:55.440" v="109"/>
        <pc:sldMkLst>
          <pc:docMk/>
          <pc:sldMk cId="555020806" sldId="342"/>
        </pc:sldMkLst>
      </pc:sldChg>
      <pc:sldChg chg="addSp delSp modSp add mod">
        <pc:chgData name="Iain Styles" userId="befbdaae-53f8-4d26-a8dc-3366b09f768a" providerId="ADAL" clId="{04F80E9D-5652-924E-BF12-C70D606219CF}" dt="2024-11-17T18:44:32.154" v="532" actId="207"/>
        <pc:sldMkLst>
          <pc:docMk/>
          <pc:sldMk cId="2288175872" sldId="343"/>
        </pc:sldMkLst>
      </pc:sldChg>
      <pc:sldChg chg="addSp delSp modSp new mod">
        <pc:chgData name="Iain Styles" userId="befbdaae-53f8-4d26-a8dc-3366b09f768a" providerId="ADAL" clId="{04F80E9D-5652-924E-BF12-C70D606219CF}" dt="2024-11-17T18:50:10.480" v="652" actId="20577"/>
        <pc:sldMkLst>
          <pc:docMk/>
          <pc:sldMk cId="1147943584" sldId="344"/>
        </pc:sldMkLst>
      </pc:sldChg>
      <pc:sldChg chg="modSp add mod">
        <pc:chgData name="Iain Styles" userId="befbdaae-53f8-4d26-a8dc-3366b09f768a" providerId="ADAL" clId="{04F80E9D-5652-924E-BF12-C70D606219CF}" dt="2024-11-17T18:51:33.599" v="765" actId="20577"/>
        <pc:sldMkLst>
          <pc:docMk/>
          <pc:sldMk cId="3834369767" sldId="345"/>
        </pc:sldMkLst>
      </pc:sldChg>
      <pc:sldChg chg="new del">
        <pc:chgData name="Iain Styles" userId="befbdaae-53f8-4d26-a8dc-3366b09f768a" providerId="ADAL" clId="{04F80E9D-5652-924E-BF12-C70D606219CF}" dt="2024-11-17T18:55:08.312" v="904" actId="2696"/>
        <pc:sldMkLst>
          <pc:docMk/>
          <pc:sldMk cId="2176226591" sldId="346"/>
        </pc:sldMkLst>
      </pc:sldChg>
      <pc:sldChg chg="modSp add mod">
        <pc:chgData name="Iain Styles" userId="befbdaae-53f8-4d26-a8dc-3366b09f768a" providerId="ADAL" clId="{04F80E9D-5652-924E-BF12-C70D606219CF}" dt="2024-11-17T18:54:31.717" v="903" actId="20577"/>
        <pc:sldMkLst>
          <pc:docMk/>
          <pc:sldMk cId="4252593740" sldId="347"/>
        </pc:sldMkLst>
      </pc:sldChg>
      <pc:sldChg chg="new del">
        <pc:chgData name="Iain Styles" userId="befbdaae-53f8-4d26-a8dc-3366b09f768a" providerId="ADAL" clId="{04F80E9D-5652-924E-BF12-C70D606219CF}" dt="2024-11-17T18:55:11.215" v="905" actId="2696"/>
        <pc:sldMkLst>
          <pc:docMk/>
          <pc:sldMk cId="894089865" sldId="348"/>
        </pc:sldMkLst>
      </pc:sldChg>
      <pc:sldChg chg="modSp new mod">
        <pc:chgData name="Iain Styles" userId="befbdaae-53f8-4d26-a8dc-3366b09f768a" providerId="ADAL" clId="{04F80E9D-5652-924E-BF12-C70D606219CF}" dt="2024-11-17T19:11:20.020" v="1176" actId="20577"/>
        <pc:sldMkLst>
          <pc:docMk/>
          <pc:sldMk cId="1624366765" sldId="348"/>
        </pc:sldMkLst>
      </pc:sldChg>
      <pc:sldChg chg="modSp add mod">
        <pc:chgData name="Iain Styles" userId="befbdaae-53f8-4d26-a8dc-3366b09f768a" providerId="ADAL" clId="{04F80E9D-5652-924E-BF12-C70D606219CF}" dt="2024-11-18T08:57:17.451" v="1245"/>
        <pc:sldMkLst>
          <pc:docMk/>
          <pc:sldMk cId="3571754264" sldId="349"/>
        </pc:sldMkLst>
      </pc:sldChg>
      <pc:sldChg chg="modSp add mod">
        <pc:chgData name="Iain Styles" userId="befbdaae-53f8-4d26-a8dc-3366b09f768a" providerId="ADAL" clId="{04F80E9D-5652-924E-BF12-C70D606219CF}" dt="2024-11-18T08:57:23.143" v="1246"/>
        <pc:sldMkLst>
          <pc:docMk/>
          <pc:sldMk cId="1527173364" sldId="350"/>
        </pc:sldMkLst>
      </pc:sldChg>
      <pc:sldChg chg="modSp add mod">
        <pc:chgData name="Iain Styles" userId="befbdaae-53f8-4d26-a8dc-3366b09f768a" providerId="ADAL" clId="{04F80E9D-5652-924E-BF12-C70D606219CF}" dt="2024-11-18T08:57:27.760" v="1247"/>
        <pc:sldMkLst>
          <pc:docMk/>
          <pc:sldMk cId="4008014955" sldId="351"/>
        </pc:sldMkLst>
      </pc:sldChg>
      <pc:sldChg chg="delSp modSp new mod">
        <pc:chgData name="Iain Styles" userId="befbdaae-53f8-4d26-a8dc-3366b09f768a" providerId="ADAL" clId="{04F80E9D-5652-924E-BF12-C70D606219CF}" dt="2024-11-17T20:09:34.204" v="1202" actId="478"/>
        <pc:sldMkLst>
          <pc:docMk/>
          <pc:sldMk cId="1623654420" sldId="352"/>
        </pc:sldMkLst>
      </pc:sldChg>
      <pc:sldChg chg="modSp add mod ord">
        <pc:chgData name="Iain Styles" userId="befbdaae-53f8-4d26-a8dc-3366b09f768a" providerId="ADAL" clId="{04F80E9D-5652-924E-BF12-C70D606219CF}" dt="2024-11-17T20:10:40.550" v="1227" actId="20577"/>
        <pc:sldMkLst>
          <pc:docMk/>
          <pc:sldMk cId="2706454666" sldId="35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6D3417-75BC-C54F-B209-3B706A8CCE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0A46D-43DE-BC4C-9837-2979FE009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ADF77-2023-D74B-9A03-BFA0C5C7CE1A}" type="datetimeFigureOut">
              <a:rPr lang="en-US" smtClean="0"/>
              <a:t>10/7/25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1BBCED-4587-A646-BEDB-46936438AF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44CE3C-DF0C-9349-B48C-C47FA90BE6D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03ADA-6B43-F443-8DD3-2F88E9286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1873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2376A3-60EE-9D4E-A7A1-CB0D7A163B62}" type="datetimeFigureOut">
              <a:rPr lang="en-US" smtClean="0"/>
              <a:t>10/7/25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16C9C-3AD8-BF4F-8988-7C4865BA5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2904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894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- Mai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98111C-9A9D-874F-B913-835AC8922020}"/>
              </a:ext>
            </a:extLst>
          </p:cNvPr>
          <p:cNvSpPr/>
          <p:nvPr userDrawn="1"/>
        </p:nvSpPr>
        <p:spPr>
          <a:xfrm>
            <a:off x="0" y="6032501"/>
            <a:ext cx="12192000" cy="825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31" y="2629454"/>
            <a:ext cx="4969768" cy="470617"/>
          </a:xfrm>
        </p:spPr>
        <p:txBody>
          <a:bodyPr anchor="t" anchorCtr="0">
            <a:noAutofit/>
          </a:bodyPr>
          <a:lstStyle>
            <a:lvl1pPr>
              <a:defRPr sz="32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Course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E2BA-58FD-5E4E-8F42-9E6344E1C6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5669" y="2711451"/>
            <a:ext cx="3962400" cy="1435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53BDB1-FC33-E04C-91E0-BAB1298236CE}"/>
              </a:ext>
            </a:extLst>
          </p:cNvPr>
          <p:cNvSpPr/>
          <p:nvPr userDrawn="1"/>
        </p:nvSpPr>
        <p:spPr>
          <a:xfrm>
            <a:off x="6073142" y="2030896"/>
            <a:ext cx="45719" cy="2796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n>
                <a:noFill/>
              </a:ln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CB58E4-D0E7-2B43-B88B-1F3C4E271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3931" y="3237128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980713D-C243-AE4D-B526-6881A9C017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3931" y="3757929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Lecture Title</a:t>
            </a:r>
          </a:p>
        </p:txBody>
      </p:sp>
    </p:spTree>
    <p:extLst>
      <p:ext uri="{BB962C8B-B14F-4D97-AF65-F5344CB8AC3E}">
        <p14:creationId xmlns:p14="http://schemas.microsoft.com/office/powerpoint/2010/main" val="2164516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Page - Artificial Intelligenc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31" y="2629454"/>
            <a:ext cx="4969768" cy="470617"/>
          </a:xfrm>
        </p:spPr>
        <p:txBody>
          <a:bodyPr anchor="t" anchorCtr="0">
            <a:noAutofit/>
          </a:bodyPr>
          <a:lstStyle>
            <a:lvl1pPr>
              <a:defRPr sz="32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Course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E2BA-58FD-5E4E-8F42-9E6344E1C6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5669" y="2711451"/>
            <a:ext cx="3962400" cy="1435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53BDB1-FC33-E04C-91E0-BAB1298236CE}"/>
              </a:ext>
            </a:extLst>
          </p:cNvPr>
          <p:cNvSpPr/>
          <p:nvPr userDrawn="1"/>
        </p:nvSpPr>
        <p:spPr>
          <a:xfrm>
            <a:off x="6073142" y="2030896"/>
            <a:ext cx="45719" cy="27962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n>
                <a:noFill/>
              </a:ln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CB58E4-D0E7-2B43-B88B-1F3C4E271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3931" y="3237128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980713D-C243-AE4D-B526-6881A9C017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3931" y="3757929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Lecture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0E60B0-A2C1-574C-9353-D0018515D1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2971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Contents 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620CE5F-17DD-B74D-9272-0308033DFF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8"/>
            <a:ext cx="10515600" cy="595431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DC4F0E0-69EF-AC48-B54C-7ABE40BDE8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71061"/>
            <a:ext cx="10515600" cy="4975320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821226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2427190"/>
            <a:ext cx="4969768" cy="2003621"/>
          </a:xfrm>
        </p:spPr>
        <p:txBody>
          <a:bodyPr anchor="ctr" anchorCtr="0">
            <a:noAutofit/>
          </a:bodyPr>
          <a:lstStyle>
            <a:lvl1pPr algn="ctr">
              <a:defRPr sz="36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This page is to be </a:t>
            </a:r>
            <a:br>
              <a:rPr lang="en-US" dirty="0"/>
            </a:br>
            <a:r>
              <a:rPr lang="en-US" dirty="0"/>
              <a:t>used for any quote or foreword to be used. </a:t>
            </a:r>
          </a:p>
        </p:txBody>
      </p:sp>
    </p:spTree>
    <p:extLst>
      <p:ext uri="{BB962C8B-B14F-4D97-AF65-F5344CB8AC3E}">
        <p14:creationId xmlns:p14="http://schemas.microsoft.com/office/powerpoint/2010/main" val="14891561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3076379"/>
            <a:ext cx="4969768" cy="705243"/>
          </a:xfrm>
        </p:spPr>
        <p:txBody>
          <a:bodyPr anchor="ctr" anchorCtr="0">
            <a:noAutofit/>
          </a:bodyPr>
          <a:lstStyle>
            <a:lvl1pPr algn="ctr">
              <a:defRPr sz="54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Title </a:t>
            </a:r>
          </a:p>
        </p:txBody>
      </p:sp>
    </p:spTree>
    <p:extLst>
      <p:ext uri="{BB962C8B-B14F-4D97-AF65-F5344CB8AC3E}">
        <p14:creationId xmlns:p14="http://schemas.microsoft.com/office/powerpoint/2010/main" val="1334409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1 - Text Left / Image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FE3E8F6-20BF-5D45-B11E-96876ED32A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2F0EFC19-CF41-DB41-B8E9-C60A32D7A1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3"/>
            <a:ext cx="4969768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22" name="Picture Placeholder 18">
            <a:extLst>
              <a:ext uri="{FF2B5EF4-FFF2-40B4-BE49-F238E27FC236}">
                <a16:creationId xmlns:a16="http://schemas.microsoft.com/office/drawing/2014/main" id="{C4F13C3A-B7AB-9E4E-B901-9EE3CE3FC6A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84032" y="381419"/>
            <a:ext cx="4968552" cy="5632056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38B46F-0F90-D7AF-02A4-2409B2F6AF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03A4BA0-775A-868E-5C6C-3CE88C60D6C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6F61729-FDED-6C92-2534-0450706B21C9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51BC700-26F9-685D-1F07-780CAA5FF9DC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0BE710A2-DADD-146C-1DBD-25E77DC846B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4A142B8-3C09-6932-5ACA-FE6C4AA121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32" name="Slide Number Placeholder 4">
            <a:extLst>
              <a:ext uri="{FF2B5EF4-FFF2-40B4-BE49-F238E27FC236}">
                <a16:creationId xmlns:a16="http://schemas.microsoft.com/office/drawing/2014/main" id="{854EF07A-6A87-6EA1-38E2-FF8374F63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329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2 - Image Left / Text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A33A383-C1ED-3447-A6B8-FBDDD6B02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36B6E0D6-2EA8-EA4E-84DA-D67B7DE8B6D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88396" y="381419"/>
            <a:ext cx="4969768" cy="5632056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39" name="Picture Placeholder 18">
            <a:extLst>
              <a:ext uri="{FF2B5EF4-FFF2-40B4-BE49-F238E27FC236}">
                <a16:creationId xmlns:a16="http://schemas.microsoft.com/office/drawing/2014/main" id="{8A668FA9-1D56-0D4A-B3D6-6F44B35DE35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9416" y="1107851"/>
            <a:ext cx="4968552" cy="4899888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0B1E2D3-A5EF-E7A2-CCDB-4A4DB8D11C8F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4355159-115E-5382-9F87-A62C23BA1D2F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E21EF9B-B835-E5EF-CB9F-D3719CCDE36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8AD6817-F6AB-852E-2CB1-AD90DEA29A68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4CDB975B-0CF3-E960-8B45-02A776FDE54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81B78A5-7211-FE1A-C661-5DA8DEAFB0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FD1C6019-0BA6-3464-94AF-91B23FF4C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479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3 - Large Text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B92A2B9C-E0FC-594F-A120-24372B467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3EC21F77-4957-9348-8D69-41C656769B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1" y="1107853"/>
            <a:ext cx="10517372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68EACCF-9F5F-1F98-B9D4-2A78173213C4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400D8FA-1B30-E7D5-3FBB-5D68123170B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71E07DC-4179-81E8-509F-D65BBBBE5273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96D59D-6B44-202F-855F-6988285CB7BE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19151F32-D6DF-9905-127D-242FCFE19ED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6DF842B-CCB4-C51A-C7FA-E704A1052E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DB53946A-6A27-7D69-DE7F-B0B4E44F7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946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4 - Large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edia Placeholder 2">
            <a:extLst>
              <a:ext uri="{FF2B5EF4-FFF2-40B4-BE49-F238E27FC236}">
                <a16:creationId xmlns:a16="http://schemas.microsoft.com/office/drawing/2014/main" id="{67FB7D94-160F-5546-8678-92B87AAADF8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0" y="1"/>
            <a:ext cx="12192000" cy="6032499"/>
          </a:xfrm>
        </p:spPr>
        <p:txBody>
          <a:bodyPr anchor="ctr" anchorCtr="1"/>
          <a:lstStyle>
            <a:lvl1pPr marL="0" indent="0">
              <a:buNone/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Large Video Slide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E0A7993-082F-448E-B3F8-486B5C968A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7860069-236F-1410-A0FF-2F3ABC9BD651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A9C1FB5-0CE6-AAC7-070A-0E0C05BB372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D6544E7-10EF-9620-4436-24B5471FECB0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203276C-68DB-8AA1-317A-9F86BE06B59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EFDCDB8-1E85-B120-9ED2-2D34CB5A20D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1F10164-37E4-78CC-1489-BC552E1B3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302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Left Text / Right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B74D8277-456C-BB4B-B005-EB6E5FD2BB0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2E2A4F6-6AC5-2343-AA9D-DCA5C3633F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B1C2D37E-2631-DD4A-94AA-82F69735EE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859F9DC-AE7C-FBFF-8C9F-61BE02F5775E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14074B3-FA78-27E6-1A66-191EF809E35C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4F012BF-5A13-989E-9E98-63923C30D502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8E7E9B8-E765-009E-7849-DBCBE995B39D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AE059C79-90CE-29B5-B3B6-01AFB6FC788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C7EEBC1-ED7F-FC72-7584-5337E408E8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014A1175-1073-FB62-3A2A-E19FE7760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093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Software Develop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C7305CBB-55FB-B44B-A0B0-96E86345C48A}"/>
              </a:ext>
            </a:extLst>
          </p:cNvPr>
          <p:cNvSpPr txBox="1">
            <a:spLocks/>
          </p:cNvSpPr>
          <p:nvPr userDrawn="1"/>
        </p:nvSpPr>
        <p:spPr>
          <a:xfrm>
            <a:off x="9692640" y="6405648"/>
            <a:ext cx="22961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E9C85F8-0BD3-7742-B238-5BE9A2749A8F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18" name="Media Placeholder 2">
            <a:extLst>
              <a:ext uri="{FF2B5EF4-FFF2-40B4-BE49-F238E27FC236}">
                <a16:creationId xmlns:a16="http://schemas.microsoft.com/office/drawing/2014/main" id="{675C1070-97AA-E14C-974E-C64156AA472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D2D60907-A2F2-994C-87D3-7689996B73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9A68E9AB-98DF-2142-9BFB-F47EF8D8E4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3FFF67C-0CD2-556E-9904-6222E6170FA8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E6D47AA-F4FB-6BC3-5514-F902A3246624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A03E38F-989C-9656-72FC-286B41D6CC45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1C3CEB-0AF5-075D-421C-E15D0FE48194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38872712-1DD4-0887-E813-760FFC8A9C5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D692EEC-4BFF-D31E-839E-1C89979FD3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5C106A8E-53FA-BCB2-4892-69E52BC86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13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6 - Bullet Poi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429DAEC0-2555-2845-A15D-30799D398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F91855CE-A534-634D-8877-E5E3DECFC3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199" y="1100863"/>
            <a:ext cx="10503091" cy="4912611"/>
          </a:xfrm>
        </p:spPr>
        <p:txBody>
          <a:bodyPr>
            <a:normAutofit/>
          </a:bodyPr>
          <a:lstStyle>
            <a:lvl1pPr marL="285744" marR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B0D3CC3-42E7-7420-2506-8653F75CE1A6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C2A114-C6F2-5CBA-030B-D9A0EF0E008A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A33D99A-80DF-B000-5C94-FE9422B75358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E0C8D83-6C1F-4E5E-9719-BF0183A8799F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FCD31E5D-516B-571D-C15C-CD38C3A5187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B8CF761-B206-1FA6-1631-95E8AC8BDE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8F1884E3-782D-A62D-05AB-FE7DDB2BA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8370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7 - Large Image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E57A80E5-2379-9B46-BEC6-413D106080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812783BF-98F9-9345-BF11-B0AC41FBDE6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8201" y="1119706"/>
            <a:ext cx="10531475" cy="4857857"/>
          </a:xfrm>
        </p:spPr>
        <p:txBody>
          <a:bodyPr/>
          <a:lstStyle/>
          <a:p>
            <a:r>
              <a:rPr lang="en-US" dirty="0"/>
              <a:t>Add Picture here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1BA0998-2EC2-811F-C93B-278973FB4CEB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77E8D76-5E3D-8296-877D-09E99FE9842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6B96EF3-78F7-A366-80A6-0C642B45E4B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369147-C836-5A48-5CEC-21A546E95281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BA7C5095-9559-36E6-DAA4-F5F481B5EF7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85BF1F-2D82-360A-ECA2-7AFA5E2F50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E0963CC3-AB74-9CEB-7CCB-1B4537535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335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8 - Lef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D7B47B32-3A52-1F48-BE63-C5EB36A2E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999451E6-42D4-A041-898E-E9362B934E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4D60C82-C500-B131-44DF-EC245B0F1CA0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6B6E645-A775-B18D-7A7D-E33B24E99D4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EFEC917-BC9B-D9F5-566E-28C4ABA92ADD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ADAF47-4FB1-16CD-8732-3E3F414B6EFA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6418A011-A6DC-F25A-63AC-A7279A72759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8241CAA-D7C2-A8C8-C934-EE7AF5E04D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B6E95B5D-F62C-23E0-9018-9BC0EBDCA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87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9 - Righ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4512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6B931009-8692-1340-AFDB-626C48A215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12" y="1114007"/>
            <a:ext cx="4969768" cy="488800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75C75E-535D-3E13-83B2-78913A4C3803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4C9F514-DC38-14BF-8A18-F76D2A4359FE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C14BD3C-2E89-1792-27E5-6DCF3CC94944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0B2FB90-52B0-393C-DABB-185AB20A56F5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CF88BE8-27A3-FCA8-0936-4A57020AF39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F9DCB7B-97CF-0A10-074E-8778907E4C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7BA06DD-DBC7-D6C4-A0BA-9445D1A9F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918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9C85F8-0BD3-7742-B238-5BE9A2749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357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7" r:id="rId2"/>
    <p:sldLayoutId id="2147483661" r:id="rId3"/>
    <p:sldLayoutId id="2147483681" r:id="rId4"/>
    <p:sldLayoutId id="2147483672" r:id="rId5"/>
    <p:sldLayoutId id="2147483662" r:id="rId6"/>
    <p:sldLayoutId id="2147483663" r:id="rId7"/>
    <p:sldLayoutId id="2147483673" r:id="rId8"/>
    <p:sldLayoutId id="2147483680" r:id="rId9"/>
    <p:sldLayoutId id="2147483674" r:id="rId10"/>
    <p:sldLayoutId id="2147483710" r:id="rId11"/>
    <p:sldLayoutId id="2147483675" r:id="rId12"/>
    <p:sldLayoutId id="2147483736" r:id="rId13"/>
    <p:sldLayoutId id="2147483676" r:id="rId14"/>
    <p:sldLayoutId id="2147483677" r:id="rId15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Conceptual_Diagram_-_Example.svg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hyperlink" Target="https://creativecommons.org/licenses/by-sa/4.0/deed.en" TargetMode="External"/><Relationship Id="rId4" Type="http://schemas.openxmlformats.org/officeDocument/2006/relationships/hyperlink" Target="https://en.wikipedia.org/wiki/en:Creative_Commons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.org/TR/rdf-primer/fig1dec16.png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3.org/People/EM/contact#me" TargetMode="Externa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kgtutorial.github.io/" TargetMode="External"/><Relationship Id="rId2" Type="http://schemas.openxmlformats.org/officeDocument/2006/relationships/hyperlink" Target="https://owlready2.readthedocs.io/en/v0.42/" TargetMode="Externa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iccl.inf.tu-dresden.de/web/Knowledge_Graphs_(WS2021)/en" TargetMode="External"/><Relationship Id="rId4" Type="http://schemas.openxmlformats.org/officeDocument/2006/relationships/hyperlink" Target="https://jingdongsun.medium.com/creating-knowledge-graph-step-by-step-a383231acf2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E6151-F86A-8A4E-99C3-665877355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972FB-9AF1-F540-A069-5B31D78CB6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1C70EF-FA7C-484D-A5D6-A4D325679B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13 October 2025</a:t>
            </a:r>
          </a:p>
        </p:txBody>
      </p:sp>
    </p:spTree>
    <p:extLst>
      <p:ext uri="{BB962C8B-B14F-4D97-AF65-F5344CB8AC3E}">
        <p14:creationId xmlns:p14="http://schemas.microsoft.com/office/powerpoint/2010/main" val="2315743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F8645-816C-AB70-76C2-D2B39912D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676467" cy="632219"/>
          </a:xfrm>
        </p:spPr>
        <p:txBody>
          <a:bodyPr/>
          <a:lstStyle/>
          <a:p>
            <a:r>
              <a:rPr lang="en-US" dirty="0"/>
              <a:t>In the era of LLMs do we need all this?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2F795-63EF-FC6B-1045-276859923E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5777088" cy="490562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Large language models like </a:t>
            </a:r>
            <a:r>
              <a:rPr lang="en-US" sz="2400" dirty="0" err="1">
                <a:solidFill>
                  <a:schemeClr val="tx2"/>
                </a:solidFill>
              </a:rPr>
              <a:t>Chatgpt</a:t>
            </a:r>
            <a:r>
              <a:rPr lang="en-US" sz="2400" dirty="0">
                <a:solidFill>
                  <a:schemeClr val="tx2"/>
                </a:solidFill>
              </a:rPr>
              <a:t>, Llama, Bard, Claude can understand and generate astonishingly coherent natural language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Bold claims have been made about the capabilities of these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Do these claims stack up?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Can LLMs </a:t>
            </a:r>
            <a:r>
              <a:rPr lang="en-US" sz="2400" b="1" dirty="0">
                <a:solidFill>
                  <a:schemeClr val="tx2"/>
                </a:solidFill>
              </a:rPr>
              <a:t>reason</a:t>
            </a:r>
            <a:r>
              <a:rPr lang="en-US" sz="2400" dirty="0">
                <a:solidFill>
                  <a:schemeClr val="tx2"/>
                </a:solidFill>
              </a:rPr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46BE54-0A36-25E8-AE09-E4039947B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F84691-49EC-C229-5D92-A735D30CB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654" y="1107853"/>
            <a:ext cx="5190146" cy="1285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821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6C152-B853-13B7-9354-BFB344E07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6668911" cy="632219"/>
          </a:xfrm>
        </p:spPr>
        <p:txBody>
          <a:bodyPr/>
          <a:lstStyle/>
          <a:p>
            <a:r>
              <a:rPr lang="en-US" dirty="0"/>
              <a:t>How do LLMs work?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34A79-4556-F693-872C-E6A4770CD5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11037710" cy="4905623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[You will learn more about this next term in “Natural Language Processing”]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LLMs are generative language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Trained to generate sequences of words conditioned on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prompt supplied by us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they have already generated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Essentially they predict the next word in a sequence by sampling from the distribution of possible words.</a:t>
            </a:r>
            <a:endParaRPr 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Why do they work so well?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Very large neural network models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Self-supervised generative pre-training – learning to predict the training data itself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Trained on vast amounts of data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422336-5709-78FC-7F65-ECAF52443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917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6C152-B853-13B7-9354-BFB344E07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6668911" cy="632219"/>
          </a:xfrm>
        </p:spPr>
        <p:txBody>
          <a:bodyPr/>
          <a:lstStyle/>
          <a:p>
            <a:r>
              <a:rPr lang="en-US" dirty="0"/>
              <a:t>How do LLMs work?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34A79-4556-F693-872C-E6A4770CD5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11037710" cy="4905623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Why do some people think this might lead to AGI?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Massively improved ability to generate text over previous approaches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Far better at the “Turing Test” than previous efforts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Some evidence that its output is a synthesis of its training data not a regurgitation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Wishful thinking!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422336-5709-78FC-7F65-ECAF52443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281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6C152-B853-13B7-9354-BFB344E07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6668911" cy="632219"/>
          </a:xfrm>
        </p:spPr>
        <p:txBody>
          <a:bodyPr/>
          <a:lstStyle/>
          <a:p>
            <a:r>
              <a:rPr lang="en-US" dirty="0"/>
              <a:t>LLMs = AGI?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34A79-4556-F693-872C-E6A4770CD5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11037710" cy="4905623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Why do some people think this might lead to AGI?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Massively improved ability to generate text over previous approaches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Far better at the “Turing Test” than previous efforts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Some evidence that its output is a synthesis of its training data not a regurgitation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Wishful thinking!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422336-5709-78FC-7F65-ECAF52443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204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DBDA0-D13D-951C-6F1E-B5F8E931F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we trust it?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00DEFD-7ADA-6C43-00BF-CB1B1B5D7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85B6A9-ABDB-BA29-FB6A-0D00D74E6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008" y="1273417"/>
            <a:ext cx="7772400" cy="5203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019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50A95-0E22-8F52-BA75-5309A9AB9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Bold Claims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694897-A71D-5FD1-86D7-AEF5057D5E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2838608"/>
            <a:ext cx="10517372" cy="317486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Let’s find out if this is true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F9BBD2-2843-8DDB-A286-F2DC17FBC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2A063A-840F-425E-4E07-FEF8FC783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800" y="1275696"/>
            <a:ext cx="7772400" cy="130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510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F8645-816C-AB70-76C2-D2B39912D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676467" cy="632219"/>
          </a:xfrm>
        </p:spPr>
        <p:txBody>
          <a:bodyPr/>
          <a:lstStyle/>
          <a:p>
            <a:r>
              <a:rPr lang="en-US" dirty="0"/>
              <a:t>An old friend…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2F795-63EF-FC6B-1045-276859923E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Can </a:t>
            </a:r>
            <a:r>
              <a:rPr lang="en-US" sz="2400" dirty="0" err="1">
                <a:solidFill>
                  <a:schemeClr val="tx2"/>
                </a:solidFill>
              </a:rPr>
              <a:t>chatgpt</a:t>
            </a:r>
            <a:r>
              <a:rPr lang="en-US" sz="2400" dirty="0">
                <a:solidFill>
                  <a:schemeClr val="tx2"/>
                </a:solidFill>
              </a:rPr>
              <a:t> do modus ponens?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All men are mortal</a:t>
            </a:r>
          </a:p>
          <a:p>
            <a:r>
              <a:rPr lang="en-US" sz="2400" dirty="0">
                <a:solidFill>
                  <a:schemeClr val="tx2"/>
                </a:solidFill>
              </a:rPr>
              <a:t>Socrates is a man…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46BE54-0A36-25E8-AE09-E4039947B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65DF1A-633D-6833-E59C-43F82ECE6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426" y="3374397"/>
            <a:ext cx="10669949" cy="1513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686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C0062-F4E0-04D5-4E3E-AE4CBB2EE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7323667" cy="632219"/>
          </a:xfrm>
        </p:spPr>
        <p:txBody>
          <a:bodyPr/>
          <a:lstStyle/>
          <a:p>
            <a:r>
              <a:rPr lang="en-US" dirty="0"/>
              <a:t>More complex arguments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7FAFDA-0E29-3B9A-54BC-277663F1EE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tx2"/>
                </a:solidFill>
              </a:rPr>
              <a:t>If I take a hat and gloves when it’s cold and I’m not wearing a hat or gloves, is it cold?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83D52-9271-B3BF-8E71-082C47802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28E72E-BB80-8FBA-656E-A9C914D9F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278" y="2741942"/>
            <a:ext cx="10213443" cy="2544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931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F8645-816C-AB70-76C2-D2B39912D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676467" cy="632219"/>
          </a:xfrm>
        </p:spPr>
        <p:txBody>
          <a:bodyPr/>
          <a:lstStyle/>
          <a:p>
            <a:r>
              <a:rPr lang="en-US" dirty="0"/>
              <a:t>An old friend…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2F795-63EF-FC6B-1045-276859923E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Can we tempt it into a logical fallacy?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All men are mortal</a:t>
            </a:r>
          </a:p>
          <a:p>
            <a:r>
              <a:rPr lang="en-US" sz="2400" dirty="0">
                <a:solidFill>
                  <a:schemeClr val="tx2"/>
                </a:solidFill>
              </a:rPr>
              <a:t>Socrates is not a man…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46BE54-0A36-25E8-AE09-E4039947B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1AE5CC-6BE0-86EF-87E9-8D27FBF07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427" y="3148617"/>
            <a:ext cx="10510805" cy="1491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0472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90419-346F-F2CA-1B64-F8778F7E1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A76D2-1E96-87D6-AE7C-67EEA75A7B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Go to the exercise “Are you Logical”.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Copy and paste the first five questions (one at a time) into </a:t>
            </a:r>
            <a:r>
              <a:rPr lang="en-US" sz="2400" dirty="0" err="1">
                <a:solidFill>
                  <a:schemeClr val="tx2"/>
                </a:solidFill>
              </a:rPr>
              <a:t>Chatgpt</a:t>
            </a:r>
            <a:r>
              <a:rPr lang="en-US" sz="2400" dirty="0">
                <a:solidFill>
                  <a:schemeClr val="tx2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How does it do? Is it consistent? What sort of mistakes does it make?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B7641D-21EC-6E05-878F-FC00302D8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96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90419-346F-F2CA-1B64-F8778F7E1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A76D2-1E96-87D6-AE7C-67EEA75A7B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Go to the exercise “Elementary my dear Watson” on Monday 13 November.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Copy and paste the four parts of question 3 (one at a time) into </a:t>
            </a:r>
            <a:r>
              <a:rPr lang="en-US" sz="2400" dirty="0" err="1">
                <a:solidFill>
                  <a:schemeClr val="tx2"/>
                </a:solidFill>
              </a:rPr>
              <a:t>Chatgpt</a:t>
            </a:r>
            <a:r>
              <a:rPr lang="en-US" sz="2400" dirty="0">
                <a:solidFill>
                  <a:schemeClr val="tx2"/>
                </a:solidFill>
              </a:rPr>
              <a:t>. You’ll need to include the question each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How does it do? Is it consistent? What sort of mistakes does it make?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B7641D-21EC-6E05-878F-FC00302D8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545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C0062-F4E0-04D5-4E3E-AE4CBB2EE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7323667" cy="632219"/>
          </a:xfrm>
        </p:spPr>
        <p:txBody>
          <a:bodyPr/>
          <a:lstStyle/>
          <a:p>
            <a:r>
              <a:rPr lang="en-US" dirty="0"/>
              <a:t>Can it reason?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7FAFDA-0E29-3B9A-54BC-277663F1EE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Bird and insects have wings</a:t>
            </a:r>
          </a:p>
          <a:p>
            <a:r>
              <a:rPr lang="en-US" dirty="0">
                <a:solidFill>
                  <a:schemeClr val="tx2"/>
                </a:solidFill>
              </a:rPr>
              <a:t>Bird have two legs, bees have six</a:t>
            </a:r>
          </a:p>
          <a:p>
            <a:r>
              <a:rPr lang="en-US" dirty="0">
                <a:solidFill>
                  <a:schemeClr val="tx2"/>
                </a:solidFill>
              </a:rPr>
              <a:t>Bees are insects</a:t>
            </a:r>
          </a:p>
          <a:p>
            <a:r>
              <a:rPr lang="en-US" dirty="0">
                <a:solidFill>
                  <a:schemeClr val="tx2"/>
                </a:solidFill>
              </a:rPr>
              <a:t>Dogs, cows, horses, sheep and cats have four legs and no wings</a:t>
            </a:r>
          </a:p>
          <a:p>
            <a:r>
              <a:rPr lang="en-US" dirty="0">
                <a:solidFill>
                  <a:schemeClr val="tx2"/>
                </a:solidFill>
              </a:rPr>
              <a:t>Snakes have neither legs nor wings</a:t>
            </a:r>
          </a:p>
          <a:p>
            <a:r>
              <a:rPr lang="en-US" dirty="0">
                <a:solidFill>
                  <a:schemeClr val="tx2"/>
                </a:solidFill>
              </a:rPr>
              <a:t>I have four legs and wings. What am I?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83D52-9271-B3BF-8E71-082C47802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2832F3-C9CA-63F2-9643-C17D9B912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941" y="3429000"/>
            <a:ext cx="9790118" cy="2486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91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CD52C-64A1-CE4D-7FFD-1CC019713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14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A8F43A0-35A2-9FC4-B71F-CDC52164FCED}"/>
              </a:ext>
            </a:extLst>
          </p:cNvPr>
          <p:cNvGrpSpPr/>
          <p:nvPr/>
        </p:nvGrpSpPr>
        <p:grpSpPr>
          <a:xfrm>
            <a:off x="2707342" y="37676"/>
            <a:ext cx="7633446" cy="6782648"/>
            <a:chOff x="2209800" y="1013638"/>
            <a:chExt cx="7772400" cy="708994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236CDA1-8C83-8DDD-6612-2611BFD4C3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09800" y="1013638"/>
              <a:ext cx="7772400" cy="3182332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2D79F3A-8D7C-4DAC-3DD3-A9EA5C965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09800" y="4136336"/>
              <a:ext cx="7772400" cy="2986103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3DBA963-0818-1335-BBCE-6D8C91163E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09800" y="7122439"/>
              <a:ext cx="7772400" cy="9811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61925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0E29C-14F2-760E-7CCD-B7F58059A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D71D8-397D-62B0-AFC0-5CA52C3A16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Can you get </a:t>
            </a:r>
            <a:r>
              <a:rPr lang="en-US" sz="2400" dirty="0" err="1">
                <a:solidFill>
                  <a:schemeClr val="tx2"/>
                </a:solidFill>
              </a:rPr>
              <a:t>ChatGPT</a:t>
            </a:r>
            <a:r>
              <a:rPr lang="en-US" sz="2400" dirty="0">
                <a:solidFill>
                  <a:schemeClr val="tx2"/>
                </a:solidFill>
              </a:rPr>
              <a:t> to solve the three diners puzzle (Are you Logical, Q6)?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(You may need to edit the text to make it fit).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15-20 minutes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What sort of mistakes does it make (if it makes mistakes)?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1DA57-8B2B-10B7-97D8-6B0277A1B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093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0E29C-14F2-760E-7CCD-B7F58059A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D71D8-397D-62B0-AFC0-5CA52C3A16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Can you get </a:t>
            </a:r>
            <a:r>
              <a:rPr lang="en-US" sz="2400" dirty="0" err="1">
                <a:solidFill>
                  <a:schemeClr val="tx2"/>
                </a:solidFill>
              </a:rPr>
              <a:t>ChatGPT</a:t>
            </a:r>
            <a:r>
              <a:rPr lang="en-US" sz="2400" dirty="0">
                <a:solidFill>
                  <a:schemeClr val="tx2"/>
                </a:solidFill>
              </a:rPr>
              <a:t> to solve Einstein’s Riddle (slides, Tuesday 13 November)?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(You may need to edit the text to make it fit).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15-20 minutes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What sort of mistakes does it make (if it makes mistakes)?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1DA57-8B2B-10B7-97D8-6B0277A1B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2662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A8DF-1EB4-0274-BAE3-C760A13EA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7ACA8-C32C-C203-8A35-FD7BC3601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7AE1E-2941-BEBB-FE4A-EE95301296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Knowledge graphs: objects (entities) linked by relations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Ontologies specify a grammar for the graph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Specify the types of entity and relation that are allowed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Knowledge Graph is the ontology populated with facts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976E3-621B-3FD5-7AFA-18B96F83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9030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46DC232-BBA6-4498-CDFC-0E3C954C1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005711" cy="632219"/>
          </a:xfrm>
        </p:spPr>
        <p:txBody>
          <a:bodyPr/>
          <a:lstStyle/>
          <a:p>
            <a:r>
              <a:rPr lang="en-US" dirty="0"/>
              <a:t>Ontologies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B1FD57-5AF8-9A86-3EDF-8AB6AB7AE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18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C8294C1-8F60-3136-B5C8-0D6A59CBE8C8}"/>
              </a:ext>
            </a:extLst>
          </p:cNvPr>
          <p:cNvGrpSpPr/>
          <p:nvPr/>
        </p:nvGrpSpPr>
        <p:grpSpPr>
          <a:xfrm>
            <a:off x="5800385" y="1080592"/>
            <a:ext cx="6256189" cy="5635070"/>
            <a:chOff x="6094854" y="553485"/>
            <a:chExt cx="6256189" cy="5635070"/>
          </a:xfrm>
        </p:grpSpPr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EC5DC028-F39A-8D8A-F090-4F9CD7568A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4854" y="553485"/>
              <a:ext cx="6256189" cy="47049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56367A2-1067-55C0-8456-4586FA63DA1A}"/>
                </a:ext>
              </a:extLst>
            </p:cNvPr>
            <p:cNvSpPr txBox="1"/>
            <p:nvPr/>
          </p:nvSpPr>
          <p:spPr>
            <a:xfrm>
              <a:off x="9245600" y="5172892"/>
              <a:ext cx="2543628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dirty="0">
                  <a:hlinkClick r:id="rId3"/>
                </a:rPr>
                <a:t>https://commons.wikimedia.org/wiki/File:Conceptual_Diagram_-_Example.svg</a:t>
              </a:r>
              <a:r>
                <a:rPr lang="en-GB" sz="1200" dirty="0"/>
                <a:t>  licensed under the </a:t>
              </a:r>
              <a:r>
                <a:rPr lang="en-GB" sz="1200" dirty="0">
                  <a:hlinkClick r:id="rId4" tooltip="w:en:Creative Commons"/>
                </a:rPr>
                <a:t>Creative Commons</a:t>
              </a:r>
              <a:r>
                <a:rPr lang="en-GB" sz="1200" dirty="0"/>
                <a:t> </a:t>
              </a:r>
              <a:r>
                <a:rPr lang="en-GB" sz="1200" dirty="0">
                  <a:hlinkClick r:id="rId5"/>
                </a:rPr>
                <a:t>Attribution-Share Alike 4.0 International</a:t>
              </a:r>
              <a:r>
                <a:rPr lang="en-GB" sz="1200" dirty="0"/>
                <a:t> license.</a:t>
              </a:r>
              <a:endParaRPr lang="en-US" sz="1200" dirty="0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A93AC494-B7F7-C140-DADB-EF15C1A8C3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955" y="1353595"/>
            <a:ext cx="5228430" cy="4524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4558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FC924-6578-29E7-5EA4-31787FEAC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5F55213-37EB-253A-D411-F3F64C485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Ontologies are not Knowledge Graphs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3BA510-96D6-AC75-B8BA-647A32368A3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418263"/>
            <a:ext cx="2743200" cy="365125"/>
          </a:xfrm>
        </p:spPr>
        <p:txBody>
          <a:bodyPr/>
          <a:lstStyle/>
          <a:p>
            <a:fld id="{FE9C85F8-0BD3-7742-B238-5BE9A2749A8F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DE0761-6202-E5C8-E4AE-BF136C24E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48" y="976849"/>
            <a:ext cx="4577080" cy="39606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63C4EFD-4D44-5CF6-F1F5-12EF9317D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3430" y="1086848"/>
            <a:ext cx="6060122" cy="577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0108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92F0A-F60F-780C-B5BF-900C288B7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for Working with Graphs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9D3561-06A9-35B0-D7DD-DA1478E23E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tx2"/>
                </a:solidFill>
              </a:rPr>
              <a:t>Kanren</a:t>
            </a:r>
            <a:r>
              <a:rPr lang="en-US" sz="2800" dirty="0">
                <a:solidFill>
                  <a:schemeClr val="tx2"/>
                </a:solidFill>
              </a:rPr>
              <a:t> – provides mechanisms for creating and querying graphs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What is missing?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Ontologies – so no error checking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Attributes – nodes only have names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“Familiar” tools for querying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Reasonable import/export mechanisms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Scalability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5014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17B68-80B3-C97B-17A8-A0BF736D0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4373604-17E1-2EF0-B45B-0968B3E20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6699" y="911482"/>
            <a:ext cx="6244270" cy="5946518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2FFD842F-5067-A1CB-051A-1730C7EE5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attributes?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2B94F0-A30A-ED7F-CAE2-12F6281AABA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418263"/>
            <a:ext cx="2743200" cy="365125"/>
          </a:xfrm>
        </p:spPr>
        <p:txBody>
          <a:bodyPr/>
          <a:lstStyle/>
          <a:p>
            <a:fld id="{FE9C85F8-0BD3-7742-B238-5BE9A2749A8F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6163F2-AB4D-5197-56D2-8AFE94B50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67580"/>
            <a:ext cx="5791200" cy="55150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4C3EF8-B0AD-C2F7-F083-0CA52131543D}"/>
              </a:ext>
            </a:extLst>
          </p:cNvPr>
          <p:cNvSpPr txBox="1"/>
          <p:nvPr/>
        </p:nvSpPr>
        <p:spPr>
          <a:xfrm>
            <a:off x="9535760" y="5229901"/>
            <a:ext cx="26562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module_title</a:t>
            </a:r>
            <a:r>
              <a:rPr lang="en-US" sz="1200" dirty="0"/>
              <a:t> = “knowledge Engineering</a:t>
            </a:r>
          </a:p>
          <a:p>
            <a:r>
              <a:rPr lang="en-US" sz="1200" dirty="0" err="1"/>
              <a:t>module_id</a:t>
            </a:r>
            <a:r>
              <a:rPr lang="en-US" sz="1200" dirty="0"/>
              <a:t> = “ECS8052”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BE3729-DBC3-8224-E49C-DB820C3FE82C}"/>
              </a:ext>
            </a:extLst>
          </p:cNvPr>
          <p:cNvSpPr txBox="1"/>
          <p:nvPr/>
        </p:nvSpPr>
        <p:spPr>
          <a:xfrm>
            <a:off x="9839525" y="6187430"/>
            <a:ext cx="1396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name=“Iain Styles</a:t>
            </a:r>
          </a:p>
          <a:p>
            <a:r>
              <a:rPr lang="en-US" sz="1200" dirty="0" err="1"/>
              <a:t>staff_id</a:t>
            </a:r>
            <a:r>
              <a:rPr lang="en-US" sz="1200" dirty="0"/>
              <a:t> = “123456”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BFDD4E-00A0-8B92-9DA3-D443452A4276}"/>
              </a:ext>
            </a:extLst>
          </p:cNvPr>
          <p:cNvSpPr txBox="1"/>
          <p:nvPr/>
        </p:nvSpPr>
        <p:spPr>
          <a:xfrm>
            <a:off x="4739013" y="4557317"/>
            <a:ext cx="226726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When would you use an attribute instead of a node?</a:t>
            </a:r>
          </a:p>
        </p:txBody>
      </p:sp>
    </p:spTree>
    <p:extLst>
      <p:ext uri="{BB962C8B-B14F-4D97-AF65-F5344CB8AC3E}">
        <p14:creationId xmlns:p14="http://schemas.microsoft.com/office/powerpoint/2010/main" val="2456256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72830-4CAB-5B25-9FE9-E79735B3A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E56E1-F588-E924-54BE-09EAB3561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what do we want to do?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4CB1D-CB92-0362-E444-E94629E0F1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77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Specify an ontology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Instantiate it with facts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Add attributes to nodes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Query the graph using “familiar” notation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Save the graph/ontology in a well-defined and easily importable/exportable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Perform elementary reasoning on the graph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We will use a package called owlready2 for this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86968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CDA4D-41C7-34DD-7072-F710CD544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984524" cy="632219"/>
          </a:xfrm>
        </p:spPr>
        <p:txBody>
          <a:bodyPr/>
          <a:lstStyle/>
          <a:p>
            <a:r>
              <a:rPr lang="en-US" dirty="0"/>
              <a:t>Graph/Ontology Formats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C7D2B7-2889-B52A-0FBB-A4814D97A5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Ontology representations designed to be “human readable” and machine </a:t>
            </a:r>
            <a:r>
              <a:rPr lang="en-US" sz="2800" dirty="0" err="1">
                <a:solidFill>
                  <a:schemeClr val="tx2"/>
                </a:solidFill>
              </a:rPr>
              <a:t>parseable</a:t>
            </a:r>
            <a:r>
              <a:rPr lang="en-US" sz="2800" dirty="0">
                <a:solidFill>
                  <a:schemeClr val="tx2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In practice, nearly always read/written by tools and read by humans only when strictly necessary.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Several common formats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5EA03A-FA55-11FA-78A9-C86A88A4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3667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50C5F-40E0-95D0-3D9D-339F362B3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943897" cy="632219"/>
          </a:xfrm>
        </p:spPr>
        <p:txBody>
          <a:bodyPr/>
          <a:lstStyle/>
          <a:p>
            <a:r>
              <a:rPr lang="en-US" dirty="0"/>
              <a:t>Examples of different ontology formats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435B16-969E-ADD6-1D47-AE1019E25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59F35D-2585-FD85-CC20-094AD372F79A}"/>
              </a:ext>
            </a:extLst>
          </p:cNvPr>
          <p:cNvSpPr txBox="1"/>
          <p:nvPr/>
        </p:nvSpPr>
        <p:spPr>
          <a:xfrm>
            <a:off x="908549" y="1477949"/>
            <a:ext cx="4296369" cy="26108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28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is_a</a:t>
            </a:r>
            <a:r>
              <a:rPr lang="en-GB" sz="28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dog, mammal)</a:t>
            </a:r>
          </a:p>
          <a:p>
            <a:pPr>
              <a:lnSpc>
                <a:spcPct val="150000"/>
              </a:lnSpc>
            </a:pPr>
            <a:r>
              <a:rPr lang="en-GB" sz="28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28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is_a</a:t>
            </a:r>
            <a:r>
              <a:rPr lang="en-GB" sz="28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cat, mammal)</a:t>
            </a:r>
          </a:p>
          <a:p>
            <a:pPr>
              <a:lnSpc>
                <a:spcPct val="150000"/>
              </a:lnSpc>
            </a:pPr>
            <a:r>
              <a:rPr lang="en-GB" sz="28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(chases, dog, cat)</a:t>
            </a:r>
          </a:p>
          <a:p>
            <a:pPr>
              <a:lnSpc>
                <a:spcPct val="150000"/>
              </a:lnSpc>
            </a:pP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3CA9E6-ECFF-70BE-1B28-A6C58C0A4B3F}"/>
              </a:ext>
            </a:extLst>
          </p:cNvPr>
          <p:cNvSpPr txBox="1"/>
          <p:nvPr/>
        </p:nvSpPr>
        <p:spPr>
          <a:xfrm>
            <a:off x="725864" y="3978112"/>
            <a:ext cx="417607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Simple Triples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Easy to parse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Portable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Lacks metadata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Extensible</a:t>
            </a:r>
          </a:p>
        </p:txBody>
      </p:sp>
    </p:spTree>
    <p:extLst>
      <p:ext uri="{BB962C8B-B14F-4D97-AF65-F5344CB8AC3E}">
        <p14:creationId xmlns:p14="http://schemas.microsoft.com/office/powerpoint/2010/main" val="21931925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79591-55E5-C443-599A-2B1B404F7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EED26-CAD9-EC36-3667-1EAD60DE8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943897" cy="632219"/>
          </a:xfrm>
        </p:spPr>
        <p:txBody>
          <a:bodyPr/>
          <a:lstStyle/>
          <a:p>
            <a:r>
              <a:rPr lang="en-US" dirty="0"/>
              <a:t>Examples of different ontology formats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DC1FF-1D8F-2C15-BBC7-650B88357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DC8F2B-E648-957A-8116-A1F80E3BC2CF}"/>
              </a:ext>
            </a:extLst>
          </p:cNvPr>
          <p:cNvSpPr txBox="1"/>
          <p:nvPr/>
        </p:nvSpPr>
        <p:spPr>
          <a:xfrm>
            <a:off x="0" y="1727200"/>
            <a:ext cx="12192000" cy="991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&lt;http://www.w3.org/People/EM/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contact#me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 &lt;http://www.w3.org/1999/02/22-rdf-syntax-ns#type&gt;             &lt;http://www.w3.org/2000/10/swap/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pim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contact#Person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 .</a:t>
            </a:r>
          </a:p>
          <a:p>
            <a:pPr>
              <a:lnSpc>
                <a:spcPct val="150000"/>
              </a:lnSpc>
            </a:pP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&lt;http://www.w3.org/People/EM/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contact#me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 &lt;http://www.w3.org/2000/10/swap/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pim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contact#fullName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         "Eric Miller" .</a:t>
            </a:r>
          </a:p>
          <a:p>
            <a:pPr>
              <a:lnSpc>
                <a:spcPct val="150000"/>
              </a:lnSpc>
            </a:pP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&lt;http://www.w3.org/People/EM/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contact#me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 &lt;http://www.w3.org/2000/10/swap/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pim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contact#mailbox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          &lt;mailto:em@w3.org&gt; .</a:t>
            </a:r>
          </a:p>
          <a:p>
            <a:pPr>
              <a:lnSpc>
                <a:spcPct val="150000"/>
              </a:lnSpc>
            </a:pP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&lt;http://www.w3.org/People/EM/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contact#me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 &lt;http://www.w3.org/2000/10/swap/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pim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contact#personalTitle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    "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Dr.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" .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6306C7-310F-263E-77E2-02A5E6451A47}"/>
              </a:ext>
            </a:extLst>
          </p:cNvPr>
          <p:cNvSpPr txBox="1"/>
          <p:nvPr/>
        </p:nvSpPr>
        <p:spPr>
          <a:xfrm>
            <a:off x="612743" y="3497345"/>
            <a:ext cx="599683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W3C N-Triples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Subject– Predicate – Object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Designed for web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Referenced against external W3C definitions</a:t>
            </a:r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F7F67955-7D59-EBA3-CE86-1F410CE517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9577" y="2683559"/>
            <a:ext cx="4550724" cy="3640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AFBBDE6-616D-C878-7113-DFD1C1057C68}"/>
              </a:ext>
            </a:extLst>
          </p:cNvPr>
          <p:cNvSpPr txBox="1"/>
          <p:nvPr/>
        </p:nvSpPr>
        <p:spPr>
          <a:xfrm>
            <a:off x="5583025" y="6506701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http://www.w3.org/TR/rdf-primer/fig1dec16.png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881758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A7EB5-B133-9931-0416-4550079F2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643647" cy="632219"/>
          </a:xfrm>
        </p:spPr>
        <p:txBody>
          <a:bodyPr/>
          <a:lstStyle/>
          <a:p>
            <a:r>
              <a:rPr lang="en-US" dirty="0"/>
              <a:t>Turtle: Terse RDF Triple Language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C09D76-8DAD-DD25-4C73-9FD2903FF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E357DD-EC32-9C76-E964-CF64274B3E97}"/>
              </a:ext>
            </a:extLst>
          </p:cNvPr>
          <p:cNvSpPr txBox="1"/>
          <p:nvPr/>
        </p:nvSpPr>
        <p:spPr>
          <a:xfrm>
            <a:off x="253737" y="1369269"/>
            <a:ext cx="13650799" cy="1841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prefix ns0: &lt;http://www.w3.org/2000/10/swap/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pim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/contact#&gt; .</a:t>
            </a:r>
          </a:p>
          <a:p>
            <a:pPr>
              <a:lnSpc>
                <a:spcPct val="120000"/>
              </a:lnSpc>
            </a:pPr>
            <a:b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</a:b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  <a:hlinkClick r:id="rId2"/>
              </a:rPr>
              <a:t>http://www.w3.org/People/EM/contact#me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a &lt;http://www.w3.org/2000/10/swap/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pim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contact#Person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 ;</a:t>
            </a:r>
          </a:p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ns0:fullName "Eric Miller" ;</a:t>
            </a:r>
          </a:p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ns0:mailbox &lt;mailto:em@w3.org&gt; ;</a:t>
            </a:r>
          </a:p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ns0:personalTitle "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Dr.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" 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3DA35A-0889-E5E5-28E8-5E03B700BECD}"/>
              </a:ext>
            </a:extLst>
          </p:cNvPr>
          <p:cNvSpPr txBox="1"/>
          <p:nvPr/>
        </p:nvSpPr>
        <p:spPr>
          <a:xfrm>
            <a:off x="253737" y="4326903"/>
            <a:ext cx="57002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Less repetitive and verbose than N-Triples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Namespaces and nesting</a:t>
            </a:r>
          </a:p>
        </p:txBody>
      </p:sp>
    </p:spTree>
    <p:extLst>
      <p:ext uri="{BB962C8B-B14F-4D97-AF65-F5344CB8AC3E}">
        <p14:creationId xmlns:p14="http://schemas.microsoft.com/office/powerpoint/2010/main" val="11479435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A40FC-9512-9DA9-CE99-1DF9BBC9B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6E112-2BEC-84F6-2855-4394FDDB9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643647" cy="632219"/>
          </a:xfrm>
        </p:spPr>
        <p:txBody>
          <a:bodyPr/>
          <a:lstStyle/>
          <a:p>
            <a:r>
              <a:rPr lang="en-US" dirty="0"/>
              <a:t>RDF/XML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5F2795-D9B2-BA7B-305B-BCFF2D272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A044E1-6D40-6A5D-484A-927F6D56D4A5}"/>
              </a:ext>
            </a:extLst>
          </p:cNvPr>
          <p:cNvSpPr txBox="1"/>
          <p:nvPr/>
        </p:nvSpPr>
        <p:spPr>
          <a:xfrm>
            <a:off x="253737" y="1369269"/>
            <a:ext cx="13650799" cy="3318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&lt;?xml version="1.0"?&gt;</a:t>
            </a:r>
          </a:p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rdf:RDF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xmlns:rdf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="http://www.w3.org/1999/02/22-rdf-syntax-ns#"</a:t>
            </a:r>
          </a:p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           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xmlns:contact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="http://www.w3.org/2000/10/swap/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pim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/contact#"&gt;</a:t>
            </a:r>
          </a:p>
          <a:p>
            <a:pPr>
              <a:lnSpc>
                <a:spcPct val="120000"/>
              </a:lnSpc>
            </a:pPr>
            <a:endParaRPr lang="en-GB" sz="1600" b="0" dirty="0">
              <a:solidFill>
                <a:srgbClr val="0070C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&lt;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contact:Person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rdf:about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="http://www.w3.org/People/EM/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contact#me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"&gt;</a:t>
            </a:r>
          </a:p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  &lt;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contact:fullName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&gt;Eric Miller&lt;/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contact:fullName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  &lt;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contact:mailbox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rdf:resource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="mailto:em@w3.org"/&gt;</a:t>
            </a:r>
          </a:p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  &lt;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contact:personalTitle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Dr.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contact:personalTitle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 </a:t>
            </a:r>
          </a:p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&lt;/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contact:Person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pPr>
              <a:lnSpc>
                <a:spcPct val="120000"/>
              </a:lnSpc>
            </a:pPr>
            <a:endParaRPr lang="en-GB" sz="1600" b="0" dirty="0">
              <a:solidFill>
                <a:srgbClr val="0070C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rdf:RDF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869162-FC09-66A2-6031-1056C52CC758}"/>
              </a:ext>
            </a:extLst>
          </p:cNvPr>
          <p:cNvSpPr txBox="1"/>
          <p:nvPr/>
        </p:nvSpPr>
        <p:spPr>
          <a:xfrm>
            <a:off x="253737" y="5137102"/>
            <a:ext cx="65202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Very similar but a little more verbose than Turtle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XML-based so can use generic parsers</a:t>
            </a:r>
          </a:p>
        </p:txBody>
      </p:sp>
    </p:spTree>
    <p:extLst>
      <p:ext uri="{BB962C8B-B14F-4D97-AF65-F5344CB8AC3E}">
        <p14:creationId xmlns:p14="http://schemas.microsoft.com/office/powerpoint/2010/main" val="38343697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27543-4516-E235-DB38-E923FC196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0A41A-AEAC-C9DB-244D-E7B216740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643647" cy="632219"/>
          </a:xfrm>
        </p:spPr>
        <p:txBody>
          <a:bodyPr/>
          <a:lstStyle/>
          <a:p>
            <a:r>
              <a:rPr lang="en-US" dirty="0"/>
              <a:t>OWL: Web Ontology Language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79F43A-266F-D045-8F06-7BA2FC194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A7C6FC-FD8E-D181-407C-32C0D9FBB4C3}"/>
              </a:ext>
            </a:extLst>
          </p:cNvPr>
          <p:cNvSpPr txBox="1"/>
          <p:nvPr/>
        </p:nvSpPr>
        <p:spPr>
          <a:xfrm>
            <a:off x="253737" y="1369269"/>
            <a:ext cx="13650799" cy="4993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&lt;?xml version="1.0"?&gt;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rdf:RDF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xmlns:rdf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="http://www.w3.org/1999/02/22-rdf-syntax-ns#"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      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xmlns:xsd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="http://www.w3.org/2001/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XMLSchema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#"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      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xmlns:rdfs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="http://www.w3.org/2000/01/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-schema#"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      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xmlns:owl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="http://www.w3.org/2002/07/owl#"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      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xml:base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www.dummy.info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new.owl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"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      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xmlns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www.dummy.info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new.owl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#"&gt;</a:t>
            </a:r>
          </a:p>
          <a:p>
            <a:pPr>
              <a:lnSpc>
                <a:spcPct val="120000"/>
              </a:lnSpc>
            </a:pPr>
            <a:endParaRPr lang="en-GB" sz="700" b="0" dirty="0">
              <a:solidFill>
                <a:srgbClr val="0070C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owl:Ontology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rdf:about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www.dummy.info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new.owl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"/&gt;</a:t>
            </a:r>
          </a:p>
          <a:p>
            <a:pPr>
              <a:lnSpc>
                <a:spcPct val="120000"/>
              </a:lnSpc>
            </a:pPr>
            <a:endParaRPr lang="en-GB" sz="700" b="0" dirty="0">
              <a:solidFill>
                <a:srgbClr val="0070C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owl:Class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rdf:about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="#Animal"&gt;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rdfs:subClassOf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rdf:resource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="http://www.w3.org/2002/07/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owl#Thing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"/&gt;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owl:Class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pPr>
              <a:lnSpc>
                <a:spcPct val="120000"/>
              </a:lnSpc>
            </a:pPr>
            <a:endParaRPr lang="en-GB" sz="700" b="0" dirty="0">
              <a:solidFill>
                <a:srgbClr val="0070C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owl:Class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rdf:about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="#Dog"&gt;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rdfs:subClassOf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rdf:resource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="http://www.w3.org/2002/07/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owl#Thing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"/&gt;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owl:Class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pPr>
              <a:lnSpc>
                <a:spcPct val="120000"/>
              </a:lnSpc>
            </a:pPr>
            <a:endParaRPr lang="en-GB" sz="700" b="0" dirty="0">
              <a:solidFill>
                <a:srgbClr val="0070C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owl:Class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rdf:about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="#Cat"&gt;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rdfs:subClassOf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rdf:resource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="http://www.w3.org/2002/07/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owl#Thing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"/&gt;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owl:Class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pPr>
              <a:lnSpc>
                <a:spcPct val="120000"/>
              </a:lnSpc>
            </a:pPr>
            <a:endParaRPr lang="en-GB" sz="700" b="0" dirty="0">
              <a:solidFill>
                <a:srgbClr val="0070C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owl:ObjectProperty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rdf:about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="#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is_a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"&gt;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rdfs:domain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rdf:resource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="#Dog"/&gt;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rdfs:range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rdf:resource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="#Animal"/&gt;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owl:ObjectProperty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pPr>
              <a:lnSpc>
                <a:spcPct val="120000"/>
              </a:lnSpc>
            </a:pPr>
            <a:endParaRPr lang="en-GB" sz="700" b="0" dirty="0">
              <a:solidFill>
                <a:srgbClr val="0070C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owl:ObjectProperty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rdf:about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="#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is_a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"&gt;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rdfs:domain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rdf:resource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="#Cat"/&gt;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rdfs:range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rdf:resource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="#Animal"/&gt;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owl:ObjectProperty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pPr>
              <a:lnSpc>
                <a:spcPct val="120000"/>
              </a:lnSpc>
            </a:pPr>
            <a:endParaRPr lang="en-GB" sz="700" b="0" dirty="0">
              <a:solidFill>
                <a:srgbClr val="0070C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owl:ObjectProperty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rdf:about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="#chases"&gt;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rdfs:domain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rdf:resource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="#Dog"/&gt;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rdfs:range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rdf:resource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="#Cat"/&gt;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owl:ObjectProperty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pPr>
              <a:lnSpc>
                <a:spcPct val="120000"/>
              </a:lnSpc>
            </a:pPr>
            <a:endParaRPr lang="en-GB" sz="700" b="0" dirty="0">
              <a:solidFill>
                <a:srgbClr val="0070C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rdf:RDF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B4AD57-430B-04A1-88D7-FC58CDCA2AC3}"/>
              </a:ext>
            </a:extLst>
          </p:cNvPr>
          <p:cNvSpPr txBox="1"/>
          <p:nvPr/>
        </p:nvSpPr>
        <p:spPr>
          <a:xfrm>
            <a:off x="5297077" y="1847147"/>
            <a:ext cx="60916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Like many XML formats, can be very verbose.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XML tooling.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Referenced against external definitions.</a:t>
            </a:r>
          </a:p>
        </p:txBody>
      </p:sp>
    </p:spTree>
    <p:extLst>
      <p:ext uri="{BB962C8B-B14F-4D97-AF65-F5344CB8AC3E}">
        <p14:creationId xmlns:p14="http://schemas.microsoft.com/office/powerpoint/2010/main" val="42525937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DF952-D913-4A4A-B107-55373ED3A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413383" cy="632219"/>
          </a:xfrm>
        </p:spPr>
        <p:txBody>
          <a:bodyPr/>
          <a:lstStyle/>
          <a:p>
            <a:r>
              <a:rPr lang="en-US" dirty="0"/>
              <a:t>Documentation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EB77B-C900-46AF-8BFB-BFF98DA1A5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I found all of the following helpful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hlinkClick r:id="rId2"/>
              </a:rPr>
              <a:t>https://owlready2.readthedocs.io/en/v0.42/</a:t>
            </a: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hlinkClick r:id="rId3"/>
              </a:rPr>
              <a:t>https://kgtutorial.github.io/</a:t>
            </a: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hlinkClick r:id="rId4"/>
              </a:rPr>
              <a:t>https://jingdongsun.medium.com/creating-knowledge-graph-step-by-step-a383231acf2d</a:t>
            </a: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hlinkClick r:id="rId5"/>
              </a:rPr>
              <a:t>https://iccl.inf.tu-dresden.de/web/Knowledge_Graphs_(WS2021)/en</a:t>
            </a:r>
            <a:endParaRPr lang="en-US" sz="2400" dirty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4D103-664C-5976-5DEB-6A10D09D5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998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Queens University 1">
      <a:dk1>
        <a:srgbClr val="494949"/>
      </a:dk1>
      <a:lt1>
        <a:srgbClr val="9B9B9B"/>
      </a:lt1>
      <a:dk2>
        <a:srgbClr val="2F2F2F"/>
      </a:dk2>
      <a:lt2>
        <a:srgbClr val="FFFFFF"/>
      </a:lt2>
      <a:accent1>
        <a:srgbClr val="00AFAB"/>
      </a:accent1>
      <a:accent2>
        <a:srgbClr val="93D60A"/>
      </a:accent2>
      <a:accent3>
        <a:srgbClr val="D6000D"/>
      </a:accent3>
      <a:accent4>
        <a:srgbClr val="F18903"/>
      </a:accent4>
      <a:accent5>
        <a:srgbClr val="AC004D"/>
      </a:accent5>
      <a:accent6>
        <a:srgbClr val="672E6C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_Master_PPT" id="{520EB0CF-6B0E-8A45-BC11-DA0C3C33E0F5}" vid="{AE149573-493F-1C48-9EE6-1B6DC626C8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aab77ea-b4a5-49e3-a1e8-d6dd23a1f286}" enabled="0" method="" siteId="{eaab77ea-b4a5-49e3-a1e8-d6dd23a1f28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11894</TotalTime>
  <Words>1809</Words>
  <Application>Microsoft Macintosh PowerPoint</Application>
  <PresentationFormat>Widescreen</PresentationFormat>
  <Paragraphs>263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Calibri Light</vt:lpstr>
      <vt:lpstr>Menlo</vt:lpstr>
      <vt:lpstr>Office Theme</vt:lpstr>
      <vt:lpstr>MSc Artificial Intelligence</vt:lpstr>
      <vt:lpstr>In the era of LLMs do we need all this?</vt:lpstr>
      <vt:lpstr>How do LLMs work?</vt:lpstr>
      <vt:lpstr>How do LLMs work?</vt:lpstr>
      <vt:lpstr>LLMs = AGI?</vt:lpstr>
      <vt:lpstr>Can we trust it?</vt:lpstr>
      <vt:lpstr>Bold Claims</vt:lpstr>
      <vt:lpstr>An old friend…</vt:lpstr>
      <vt:lpstr>More complex arguments</vt:lpstr>
      <vt:lpstr>An old friend…</vt:lpstr>
      <vt:lpstr>Exercise</vt:lpstr>
      <vt:lpstr>Exercise</vt:lpstr>
      <vt:lpstr>Can it reason?</vt:lpstr>
      <vt:lpstr>PowerPoint Presentation</vt:lpstr>
      <vt:lpstr>Challenge</vt:lpstr>
      <vt:lpstr>Challenge</vt:lpstr>
      <vt:lpstr>Recap</vt:lpstr>
      <vt:lpstr>Ontologies</vt:lpstr>
      <vt:lpstr>Ontologies are not Knowledge Graphs</vt:lpstr>
      <vt:lpstr>Tools for Working with Graphs</vt:lpstr>
      <vt:lpstr>Why do we need attributes?</vt:lpstr>
      <vt:lpstr>So what do we want to do?</vt:lpstr>
      <vt:lpstr>Graph/Ontology Formats</vt:lpstr>
      <vt:lpstr>Examples of different ontology formats</vt:lpstr>
      <vt:lpstr>Examples of different ontology formats</vt:lpstr>
      <vt:lpstr>Turtle: Terse RDF Triple Language </vt:lpstr>
      <vt:lpstr>RDF/XML</vt:lpstr>
      <vt:lpstr>OWL: Web Ontology Language</vt:lpstr>
      <vt:lpstr>Documentation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MSc Artificial Intelligence</dc:title>
  <dc:creator>Iain Styles (Computer Science)</dc:creator>
  <cp:lastModifiedBy>Iain Styles</cp:lastModifiedBy>
  <cp:revision>7</cp:revision>
  <dcterms:created xsi:type="dcterms:W3CDTF">2023-11-20T21:13:51Z</dcterms:created>
  <dcterms:modified xsi:type="dcterms:W3CDTF">2025-10-10T08:22:05Z</dcterms:modified>
</cp:coreProperties>
</file>